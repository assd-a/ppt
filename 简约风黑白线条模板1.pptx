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1533" r:id="rId3"/>
    <p:sldId id="1542" r:id="rId4"/>
    <p:sldId id="1525" r:id="rId5"/>
    <p:sldId id="1534" r:id="rId6"/>
    <p:sldId id="274" r:id="rId7"/>
    <p:sldId id="1539" r:id="rId8"/>
    <p:sldId id="1535" r:id="rId9"/>
    <p:sldId id="546" r:id="rId10"/>
    <p:sldId id="1536" r:id="rId11"/>
    <p:sldId id="1540" r:id="rId12"/>
    <p:sldId id="1547"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15"/>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7A7509-8F55-456C-8C8B-5C5F6A6DCBF5}" type="datetimeFigureOut">
              <a:rPr lang="zh-CN" altLang="en-US" smtClean="0"/>
              <a:t>2026/4/19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C224B9-BC7A-4C9B-821F-C537A786B57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Shape 75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
        <p:nvSpPr>
          <p:cNvPr id="752" name="Shape 7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Shape 459"/>
          <p:cNvSpPr txBox="1">
            <a:spLocks noGrp="1"/>
          </p:cNvSpPr>
          <p:nvPr>
            <p:ph type="body" idx="1"/>
          </p:nvPr>
        </p:nvSpPr>
        <p:spPr>
          <a:xfrm>
            <a:off x="914400" y="4343400"/>
            <a:ext cx="5029199" cy="4114800"/>
          </a:xfrm>
          <a:prstGeom prst="rect">
            <a:avLst/>
          </a:prstGeom>
        </p:spPr>
        <p:txBody>
          <a:bodyPr lIns="91425" tIns="91425" rIns="91425" bIns="91425" anchor="t" anchorCtr="0">
            <a:noAutofit/>
          </a:bodyPr>
          <a:lstStyle/>
          <a:p>
            <a:pPr lvl="0">
              <a:spcBef>
                <a:spcPts val="0"/>
              </a:spcBef>
              <a:buNone/>
            </a:pPr>
            <a:endParaRPr/>
          </a:p>
        </p:txBody>
      </p:sp>
      <p:sp>
        <p:nvSpPr>
          <p:cNvPr id="460" name="Shape 4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0FC5959-75D7-455F-9F82-48EAA796C615}" type="datetimeFigureOut">
              <a:rPr lang="zh-CN" altLang="en-US" smtClean="0"/>
              <a:t>2026/4/19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68F39F-CB89-4D46-A654-A0CB6D03E32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el &amp; Untertitel">
    <p:spTree>
      <p:nvGrpSpPr>
        <p:cNvPr id="1" name="Shape 11"/>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Custom Layout">
    <p:spTree>
      <p:nvGrpSpPr>
        <p:cNvPr id="1" name="Shape 31"/>
        <p:cNvGrpSpPr/>
        <p:nvPr/>
      </p:nvGrpSpPr>
      <p:grpSpPr>
        <a:xfrm>
          <a:off x="0" y="0"/>
          <a:ext cx="0" cy="0"/>
          <a:chOff x="0" y="0"/>
          <a:chExt cx="0" cy="0"/>
        </a:xfrm>
      </p:grpSpPr>
      <p:sp>
        <p:nvSpPr>
          <p:cNvPr id="32" name="Shape 32"/>
          <p:cNvSpPr>
            <a:spLocks noGrp="1"/>
          </p:cNvSpPr>
          <p:nvPr>
            <p:ph type="pic" idx="2"/>
          </p:nvPr>
        </p:nvSpPr>
        <p:spPr>
          <a:xfrm>
            <a:off x="-1" y="-1"/>
            <a:ext cx="2381089" cy="2381089"/>
          </a:xfrm>
          <a:prstGeom prst="rect">
            <a:avLst/>
          </a:prstGeom>
          <a:noFill/>
          <a:ln>
            <a:noFill/>
          </a:ln>
        </p:spPr>
        <p:txBody>
          <a:bodyPr wrap="square" lIns="91425" tIns="91425" rIns="91425" bIns="91425" anchor="t" anchorCtr="0"/>
          <a:lstStyle>
            <a:lvl1pPr marL="457200" marR="0" lvl="0" indent="-186055" algn="l" rtl="0">
              <a:spcBef>
                <a:spcPts val="855"/>
              </a:spcBef>
              <a:buClr>
                <a:schemeClr val="dk1"/>
              </a:buClr>
              <a:buSzPct val="100000"/>
              <a:buFont typeface="Arial" panose="020B0604020202020204"/>
              <a:buChar char="•"/>
              <a:defRPr sz="4265" b="0" i="0" u="none" strike="noStrike" cap="none">
                <a:solidFill>
                  <a:schemeClr val="dk1"/>
                </a:solidFill>
                <a:latin typeface="Open Sans"/>
                <a:ea typeface="Open Sans"/>
                <a:cs typeface="Open Sans"/>
                <a:sym typeface="Open Sans"/>
              </a:defRPr>
            </a:lvl1pPr>
            <a:lvl2pPr marL="990600" marR="0" lvl="1" indent="-144145" algn="l" rtl="0">
              <a:spcBef>
                <a:spcPts val="745"/>
              </a:spcBef>
              <a:buClr>
                <a:schemeClr val="dk1"/>
              </a:buClr>
              <a:buSzPct val="100000"/>
              <a:buFont typeface="Arial" panose="020B0604020202020204"/>
              <a:buChar char="–"/>
              <a:defRPr sz="3735" b="0" i="0" u="none" strike="noStrike" cap="none">
                <a:solidFill>
                  <a:schemeClr val="dk1"/>
                </a:solidFill>
                <a:latin typeface="Open Sans"/>
                <a:ea typeface="Open Sans"/>
                <a:cs typeface="Open Sans"/>
                <a:sym typeface="Open Sans"/>
              </a:defRPr>
            </a:lvl2pPr>
            <a:lvl3pPr marL="1524000" marR="0" lvl="2" indent="-101600" algn="l" rtl="0">
              <a:spcBef>
                <a:spcPts val="640"/>
              </a:spcBef>
              <a:buClr>
                <a:schemeClr val="dk1"/>
              </a:buClr>
              <a:buSzPct val="100000"/>
              <a:buFont typeface="Arial" panose="020B0604020202020204"/>
              <a:buChar char="•"/>
              <a:defRPr sz="3200" b="0" i="0" u="none" strike="noStrike" cap="none">
                <a:solidFill>
                  <a:schemeClr val="dk1"/>
                </a:solidFill>
                <a:latin typeface="Open Sans"/>
                <a:ea typeface="Open Sans"/>
                <a:cs typeface="Open Sans"/>
                <a:sym typeface="Open Sans"/>
              </a:defRPr>
            </a:lvl3pPr>
            <a:lvl4pPr marL="2133600" marR="0" lvl="3"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4pPr>
            <a:lvl5pPr marL="2743200" marR="0" lvl="4"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5pPr>
            <a:lvl6pPr marL="3352800" marR="0" lvl="5"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6pPr>
            <a:lvl7pPr marL="3962400" marR="0" lvl="6"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7pPr>
            <a:lvl8pPr marL="4572000" marR="0" lvl="7"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8pPr>
            <a:lvl9pPr marL="5181600" marR="0" lvl="8"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9pPr>
          </a:lstStyle>
          <a:p>
            <a:endParaRPr/>
          </a:p>
        </p:txBody>
      </p:sp>
      <p:sp>
        <p:nvSpPr>
          <p:cNvPr id="33" name="Shape 33"/>
          <p:cNvSpPr>
            <a:spLocks noGrp="1"/>
          </p:cNvSpPr>
          <p:nvPr>
            <p:ph type="pic" idx="3"/>
          </p:nvPr>
        </p:nvSpPr>
        <p:spPr>
          <a:xfrm>
            <a:off x="2485962" y="-1"/>
            <a:ext cx="2381089" cy="2381089"/>
          </a:xfrm>
          <a:prstGeom prst="rect">
            <a:avLst/>
          </a:prstGeom>
          <a:noFill/>
          <a:ln>
            <a:noFill/>
          </a:ln>
        </p:spPr>
        <p:txBody>
          <a:bodyPr wrap="square" lIns="91425" tIns="91425" rIns="91425" bIns="91425" anchor="t" anchorCtr="0"/>
          <a:lstStyle>
            <a:lvl1pPr marL="457200" marR="0" lvl="0" indent="-186055" algn="l" rtl="0">
              <a:spcBef>
                <a:spcPts val="855"/>
              </a:spcBef>
              <a:buClr>
                <a:schemeClr val="dk1"/>
              </a:buClr>
              <a:buSzPct val="100000"/>
              <a:buFont typeface="Arial" panose="020B0604020202020204"/>
              <a:buChar char="•"/>
              <a:defRPr sz="4265" b="0" i="0" u="none" strike="noStrike" cap="none">
                <a:solidFill>
                  <a:schemeClr val="dk1"/>
                </a:solidFill>
                <a:latin typeface="Open Sans"/>
                <a:ea typeface="Open Sans"/>
                <a:cs typeface="Open Sans"/>
                <a:sym typeface="Open Sans"/>
              </a:defRPr>
            </a:lvl1pPr>
            <a:lvl2pPr marL="990600" marR="0" lvl="1" indent="-144145" algn="l" rtl="0">
              <a:spcBef>
                <a:spcPts val="745"/>
              </a:spcBef>
              <a:buClr>
                <a:schemeClr val="dk1"/>
              </a:buClr>
              <a:buSzPct val="100000"/>
              <a:buFont typeface="Arial" panose="020B0604020202020204"/>
              <a:buChar char="–"/>
              <a:defRPr sz="3735" b="0" i="0" u="none" strike="noStrike" cap="none">
                <a:solidFill>
                  <a:schemeClr val="dk1"/>
                </a:solidFill>
                <a:latin typeface="Open Sans"/>
                <a:ea typeface="Open Sans"/>
                <a:cs typeface="Open Sans"/>
                <a:sym typeface="Open Sans"/>
              </a:defRPr>
            </a:lvl2pPr>
            <a:lvl3pPr marL="1524000" marR="0" lvl="2" indent="-101600" algn="l" rtl="0">
              <a:spcBef>
                <a:spcPts val="640"/>
              </a:spcBef>
              <a:buClr>
                <a:schemeClr val="dk1"/>
              </a:buClr>
              <a:buSzPct val="100000"/>
              <a:buFont typeface="Arial" panose="020B0604020202020204"/>
              <a:buChar char="•"/>
              <a:defRPr sz="3200" b="0" i="0" u="none" strike="noStrike" cap="none">
                <a:solidFill>
                  <a:schemeClr val="dk1"/>
                </a:solidFill>
                <a:latin typeface="Open Sans"/>
                <a:ea typeface="Open Sans"/>
                <a:cs typeface="Open Sans"/>
                <a:sym typeface="Open Sans"/>
              </a:defRPr>
            </a:lvl3pPr>
            <a:lvl4pPr marL="2133600" marR="0" lvl="3"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4pPr>
            <a:lvl5pPr marL="2743200" marR="0" lvl="4"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5pPr>
            <a:lvl6pPr marL="3352800" marR="0" lvl="5"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6pPr>
            <a:lvl7pPr marL="3962400" marR="0" lvl="6"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7pPr>
            <a:lvl8pPr marL="4572000" marR="0" lvl="7"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8pPr>
            <a:lvl9pPr marL="5181600" marR="0" lvl="8"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9pPr>
          </a:lstStyle>
          <a:p>
            <a:endParaRPr/>
          </a:p>
        </p:txBody>
      </p:sp>
      <p:sp>
        <p:nvSpPr>
          <p:cNvPr id="34" name="Shape 34"/>
          <p:cNvSpPr>
            <a:spLocks noGrp="1"/>
          </p:cNvSpPr>
          <p:nvPr>
            <p:ph type="pic" idx="4"/>
          </p:nvPr>
        </p:nvSpPr>
        <p:spPr>
          <a:xfrm>
            <a:off x="4943861" y="-1"/>
            <a:ext cx="2381089" cy="2381089"/>
          </a:xfrm>
          <a:prstGeom prst="rect">
            <a:avLst/>
          </a:prstGeom>
          <a:noFill/>
          <a:ln>
            <a:noFill/>
          </a:ln>
        </p:spPr>
        <p:txBody>
          <a:bodyPr wrap="square" lIns="91425" tIns="91425" rIns="91425" bIns="91425" anchor="t" anchorCtr="0"/>
          <a:lstStyle>
            <a:lvl1pPr marL="457200" marR="0" lvl="0" indent="-186055" algn="l" rtl="0">
              <a:spcBef>
                <a:spcPts val="855"/>
              </a:spcBef>
              <a:buClr>
                <a:schemeClr val="dk1"/>
              </a:buClr>
              <a:buSzPct val="100000"/>
              <a:buFont typeface="Arial" panose="020B0604020202020204"/>
              <a:buChar char="•"/>
              <a:defRPr sz="4265" b="0" i="0" u="none" strike="noStrike" cap="none">
                <a:solidFill>
                  <a:schemeClr val="dk1"/>
                </a:solidFill>
                <a:latin typeface="Open Sans"/>
                <a:ea typeface="Open Sans"/>
                <a:cs typeface="Open Sans"/>
                <a:sym typeface="Open Sans"/>
              </a:defRPr>
            </a:lvl1pPr>
            <a:lvl2pPr marL="990600" marR="0" lvl="1" indent="-144145" algn="l" rtl="0">
              <a:spcBef>
                <a:spcPts val="745"/>
              </a:spcBef>
              <a:buClr>
                <a:schemeClr val="dk1"/>
              </a:buClr>
              <a:buSzPct val="100000"/>
              <a:buFont typeface="Arial" panose="020B0604020202020204"/>
              <a:buChar char="–"/>
              <a:defRPr sz="3735" b="0" i="0" u="none" strike="noStrike" cap="none">
                <a:solidFill>
                  <a:schemeClr val="dk1"/>
                </a:solidFill>
                <a:latin typeface="Open Sans"/>
                <a:ea typeface="Open Sans"/>
                <a:cs typeface="Open Sans"/>
                <a:sym typeface="Open Sans"/>
              </a:defRPr>
            </a:lvl2pPr>
            <a:lvl3pPr marL="1524000" marR="0" lvl="2" indent="-101600" algn="l" rtl="0">
              <a:spcBef>
                <a:spcPts val="640"/>
              </a:spcBef>
              <a:buClr>
                <a:schemeClr val="dk1"/>
              </a:buClr>
              <a:buSzPct val="100000"/>
              <a:buFont typeface="Arial" panose="020B0604020202020204"/>
              <a:buChar char="•"/>
              <a:defRPr sz="3200" b="0" i="0" u="none" strike="noStrike" cap="none">
                <a:solidFill>
                  <a:schemeClr val="dk1"/>
                </a:solidFill>
                <a:latin typeface="Open Sans"/>
                <a:ea typeface="Open Sans"/>
                <a:cs typeface="Open Sans"/>
                <a:sym typeface="Open Sans"/>
              </a:defRPr>
            </a:lvl3pPr>
            <a:lvl4pPr marL="2133600" marR="0" lvl="3"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4pPr>
            <a:lvl5pPr marL="2743200" marR="0" lvl="4"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5pPr>
            <a:lvl6pPr marL="3352800" marR="0" lvl="5"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6pPr>
            <a:lvl7pPr marL="3962400" marR="0" lvl="6"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7pPr>
            <a:lvl8pPr marL="4572000" marR="0" lvl="7"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8pPr>
            <a:lvl9pPr marL="5181600" marR="0" lvl="8"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9pPr>
          </a:lstStyle>
          <a:p>
            <a:endParaRPr/>
          </a:p>
        </p:txBody>
      </p:sp>
      <p:sp>
        <p:nvSpPr>
          <p:cNvPr id="35" name="Shape 35"/>
          <p:cNvSpPr>
            <a:spLocks noGrp="1"/>
          </p:cNvSpPr>
          <p:nvPr>
            <p:ph type="pic" idx="5"/>
          </p:nvPr>
        </p:nvSpPr>
        <p:spPr>
          <a:xfrm>
            <a:off x="7401760" y="-1"/>
            <a:ext cx="2381089" cy="2381089"/>
          </a:xfrm>
          <a:prstGeom prst="rect">
            <a:avLst/>
          </a:prstGeom>
          <a:noFill/>
          <a:ln>
            <a:noFill/>
          </a:ln>
        </p:spPr>
        <p:txBody>
          <a:bodyPr wrap="square" lIns="91425" tIns="91425" rIns="91425" bIns="91425" anchor="t" anchorCtr="0"/>
          <a:lstStyle>
            <a:lvl1pPr marL="457200" marR="0" lvl="0" indent="-186055" algn="l" rtl="0">
              <a:spcBef>
                <a:spcPts val="855"/>
              </a:spcBef>
              <a:buClr>
                <a:schemeClr val="dk1"/>
              </a:buClr>
              <a:buSzPct val="100000"/>
              <a:buFont typeface="Arial" panose="020B0604020202020204"/>
              <a:buChar char="•"/>
              <a:defRPr sz="4265" b="0" i="0" u="none" strike="noStrike" cap="none">
                <a:solidFill>
                  <a:schemeClr val="dk1"/>
                </a:solidFill>
                <a:latin typeface="Open Sans"/>
                <a:ea typeface="Open Sans"/>
                <a:cs typeface="Open Sans"/>
                <a:sym typeface="Open Sans"/>
              </a:defRPr>
            </a:lvl1pPr>
            <a:lvl2pPr marL="990600" marR="0" lvl="1" indent="-144145" algn="l" rtl="0">
              <a:spcBef>
                <a:spcPts val="745"/>
              </a:spcBef>
              <a:buClr>
                <a:schemeClr val="dk1"/>
              </a:buClr>
              <a:buSzPct val="100000"/>
              <a:buFont typeface="Arial" panose="020B0604020202020204"/>
              <a:buChar char="–"/>
              <a:defRPr sz="3735" b="0" i="0" u="none" strike="noStrike" cap="none">
                <a:solidFill>
                  <a:schemeClr val="dk1"/>
                </a:solidFill>
                <a:latin typeface="Open Sans"/>
                <a:ea typeface="Open Sans"/>
                <a:cs typeface="Open Sans"/>
                <a:sym typeface="Open Sans"/>
              </a:defRPr>
            </a:lvl2pPr>
            <a:lvl3pPr marL="1524000" marR="0" lvl="2" indent="-101600" algn="l" rtl="0">
              <a:spcBef>
                <a:spcPts val="640"/>
              </a:spcBef>
              <a:buClr>
                <a:schemeClr val="dk1"/>
              </a:buClr>
              <a:buSzPct val="100000"/>
              <a:buFont typeface="Arial" panose="020B0604020202020204"/>
              <a:buChar char="•"/>
              <a:defRPr sz="3200" b="0" i="0" u="none" strike="noStrike" cap="none">
                <a:solidFill>
                  <a:schemeClr val="dk1"/>
                </a:solidFill>
                <a:latin typeface="Open Sans"/>
                <a:ea typeface="Open Sans"/>
                <a:cs typeface="Open Sans"/>
                <a:sym typeface="Open Sans"/>
              </a:defRPr>
            </a:lvl3pPr>
            <a:lvl4pPr marL="2133600" marR="0" lvl="3"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4pPr>
            <a:lvl5pPr marL="2743200" marR="0" lvl="4"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5pPr>
            <a:lvl6pPr marL="3352800" marR="0" lvl="5"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6pPr>
            <a:lvl7pPr marL="3962400" marR="0" lvl="6"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7pPr>
            <a:lvl8pPr marL="4572000" marR="0" lvl="7"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8pPr>
            <a:lvl9pPr marL="5181600" marR="0" lvl="8"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9pPr>
          </a:lstStyle>
          <a:p>
            <a:endParaRPr/>
          </a:p>
        </p:txBody>
      </p:sp>
      <p:sp>
        <p:nvSpPr>
          <p:cNvPr id="36" name="Shape 36"/>
          <p:cNvSpPr>
            <a:spLocks noGrp="1"/>
          </p:cNvSpPr>
          <p:nvPr>
            <p:ph type="pic" idx="6"/>
          </p:nvPr>
        </p:nvSpPr>
        <p:spPr>
          <a:xfrm>
            <a:off x="9810912" y="-1"/>
            <a:ext cx="2381089" cy="2381089"/>
          </a:xfrm>
          <a:prstGeom prst="rect">
            <a:avLst/>
          </a:prstGeom>
          <a:noFill/>
          <a:ln>
            <a:noFill/>
          </a:ln>
        </p:spPr>
        <p:txBody>
          <a:bodyPr wrap="square" lIns="91425" tIns="91425" rIns="91425" bIns="91425" anchor="t" anchorCtr="0"/>
          <a:lstStyle>
            <a:lvl1pPr marL="457200" marR="0" lvl="0" indent="-186055" algn="l" rtl="0">
              <a:spcBef>
                <a:spcPts val="855"/>
              </a:spcBef>
              <a:buClr>
                <a:schemeClr val="dk1"/>
              </a:buClr>
              <a:buSzPct val="100000"/>
              <a:buFont typeface="Arial" panose="020B0604020202020204"/>
              <a:buChar char="•"/>
              <a:defRPr sz="4265" b="0" i="0" u="none" strike="noStrike" cap="none">
                <a:solidFill>
                  <a:schemeClr val="dk1"/>
                </a:solidFill>
                <a:latin typeface="Open Sans"/>
                <a:ea typeface="Open Sans"/>
                <a:cs typeface="Open Sans"/>
                <a:sym typeface="Open Sans"/>
              </a:defRPr>
            </a:lvl1pPr>
            <a:lvl2pPr marL="990600" marR="0" lvl="1" indent="-144145" algn="l" rtl="0">
              <a:spcBef>
                <a:spcPts val="745"/>
              </a:spcBef>
              <a:buClr>
                <a:schemeClr val="dk1"/>
              </a:buClr>
              <a:buSzPct val="100000"/>
              <a:buFont typeface="Arial" panose="020B0604020202020204"/>
              <a:buChar char="–"/>
              <a:defRPr sz="3735" b="0" i="0" u="none" strike="noStrike" cap="none">
                <a:solidFill>
                  <a:schemeClr val="dk1"/>
                </a:solidFill>
                <a:latin typeface="Open Sans"/>
                <a:ea typeface="Open Sans"/>
                <a:cs typeface="Open Sans"/>
                <a:sym typeface="Open Sans"/>
              </a:defRPr>
            </a:lvl2pPr>
            <a:lvl3pPr marL="1524000" marR="0" lvl="2" indent="-101600" algn="l" rtl="0">
              <a:spcBef>
                <a:spcPts val="640"/>
              </a:spcBef>
              <a:buClr>
                <a:schemeClr val="dk1"/>
              </a:buClr>
              <a:buSzPct val="100000"/>
              <a:buFont typeface="Arial" panose="020B0604020202020204"/>
              <a:buChar char="•"/>
              <a:defRPr sz="3200" b="0" i="0" u="none" strike="noStrike" cap="none">
                <a:solidFill>
                  <a:schemeClr val="dk1"/>
                </a:solidFill>
                <a:latin typeface="Open Sans"/>
                <a:ea typeface="Open Sans"/>
                <a:cs typeface="Open Sans"/>
                <a:sym typeface="Open Sans"/>
              </a:defRPr>
            </a:lvl3pPr>
            <a:lvl4pPr marL="2133600" marR="0" lvl="3"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4pPr>
            <a:lvl5pPr marL="2743200" marR="0" lvl="4"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5pPr>
            <a:lvl6pPr marL="3352800" marR="0" lvl="5"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6pPr>
            <a:lvl7pPr marL="3962400" marR="0" lvl="6"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7pPr>
            <a:lvl8pPr marL="4572000" marR="0" lvl="7"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8pPr>
            <a:lvl9pPr marL="5181600" marR="0" lvl="8" indent="-135255" algn="l" rtl="0">
              <a:spcBef>
                <a:spcPts val="535"/>
              </a:spcBef>
              <a:buClr>
                <a:schemeClr val="dk1"/>
              </a:buClr>
              <a:buSzPct val="100000"/>
              <a:buFont typeface="Arial" panose="020B0604020202020204"/>
              <a:buChar char="•"/>
              <a:defRPr sz="2665" b="0" i="0" u="none" strike="noStrike" cap="none">
                <a:solidFill>
                  <a:schemeClr val="dk1"/>
                </a:solidFill>
                <a:latin typeface="Open Sans"/>
                <a:ea typeface="Open Sans"/>
                <a:cs typeface="Open Sans"/>
                <a:sym typeface="Open Sans"/>
              </a:defRPr>
            </a:lvl9pPr>
          </a:lstStyle>
          <a:p>
            <a:endParaRPr/>
          </a:p>
        </p:txBody>
      </p:sp>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Full Blank">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FC5959-75D7-455F-9F82-48EAA796C615}" type="datetimeFigureOut">
              <a:rPr lang="zh-CN" altLang="en-US" smtClean="0"/>
              <a:t>2026/4/19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68F39F-CB89-4D46-A654-A0CB6D03E32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mc:AlternateContent xmlns:mc="http://schemas.openxmlformats.org/markup-compatibility/2006" xmlns:p14="http://schemas.microsoft.com/office/powerpoint/2010/main">
    <mc:Choice Requires="p14">
      <p:transition advTm="2000">
        <p:random/>
      </p:transition>
    </mc:Choice>
    <mc:Fallback xmlns="">
      <p:transition advTm="2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a:off x="997055" y="1913236"/>
            <a:ext cx="4781173" cy="3691151"/>
            <a:chOff x="1260137" y="1798657"/>
            <a:chExt cx="5439012" cy="4199014"/>
          </a:xfrm>
        </p:grpSpPr>
        <p:sp>
          <p:nvSpPr>
            <p:cNvPr id="4" name="Freeform 9"/>
            <p:cNvSpPr>
              <a:spLocks noEditPoints="1"/>
            </p:cNvSpPr>
            <p:nvPr/>
          </p:nvSpPr>
          <p:spPr bwMode="auto">
            <a:xfrm>
              <a:off x="1260137" y="1798657"/>
              <a:ext cx="3871222" cy="2850760"/>
            </a:xfrm>
            <a:custGeom>
              <a:avLst/>
              <a:gdLst>
                <a:gd name="T0" fmla="*/ 1328 w 2009"/>
                <a:gd name="T1" fmla="*/ 1686 h 1866"/>
                <a:gd name="T2" fmla="*/ 879 w 2009"/>
                <a:gd name="T3" fmla="*/ 1776 h 1866"/>
                <a:gd name="T4" fmla="*/ 734 w 2009"/>
                <a:gd name="T5" fmla="*/ 1669 h 1866"/>
                <a:gd name="T6" fmla="*/ 391 w 2009"/>
                <a:gd name="T7" fmla="*/ 237 h 1866"/>
                <a:gd name="T8" fmla="*/ 923 w 2009"/>
                <a:gd name="T9" fmla="*/ 240 h 1866"/>
                <a:gd name="T10" fmla="*/ 1726 w 2009"/>
                <a:gd name="T11" fmla="*/ 224 h 1866"/>
                <a:gd name="T12" fmla="*/ 1804 w 2009"/>
                <a:gd name="T13" fmla="*/ 241 h 1866"/>
                <a:gd name="T14" fmla="*/ 1795 w 2009"/>
                <a:gd name="T15" fmla="*/ 980 h 1866"/>
                <a:gd name="T16" fmla="*/ 1778 w 2009"/>
                <a:gd name="T17" fmla="*/ 1165 h 1866"/>
                <a:gd name="T18" fmla="*/ 1603 w 2009"/>
                <a:gd name="T19" fmla="*/ 1179 h 1866"/>
                <a:gd name="T20" fmla="*/ 666 w 2009"/>
                <a:gd name="T21" fmla="*/ 1155 h 1866"/>
                <a:gd name="T22" fmla="*/ 405 w 2009"/>
                <a:gd name="T23" fmla="*/ 1146 h 1866"/>
                <a:gd name="T24" fmla="*/ 285 w 2009"/>
                <a:gd name="T25" fmla="*/ 1142 h 1866"/>
                <a:gd name="T26" fmla="*/ 269 w 2009"/>
                <a:gd name="T27" fmla="*/ 726 h 1866"/>
                <a:gd name="T28" fmla="*/ 257 w 2009"/>
                <a:gd name="T29" fmla="*/ 278 h 1866"/>
                <a:gd name="T30" fmla="*/ 295 w 2009"/>
                <a:gd name="T31" fmla="*/ 226 h 1866"/>
                <a:gd name="T32" fmla="*/ 1908 w 2009"/>
                <a:gd name="T33" fmla="*/ 689 h 1866"/>
                <a:gd name="T34" fmla="*/ 1925 w 2009"/>
                <a:gd name="T35" fmla="*/ 1025 h 1866"/>
                <a:gd name="T36" fmla="*/ 1559 w 2009"/>
                <a:gd name="T37" fmla="*/ 1440 h 1866"/>
                <a:gd name="T38" fmla="*/ 560 w 2009"/>
                <a:gd name="T39" fmla="*/ 1484 h 1866"/>
                <a:gd name="T40" fmla="*/ 131 w 2009"/>
                <a:gd name="T41" fmla="*/ 1470 h 1866"/>
                <a:gd name="T42" fmla="*/ 117 w 2009"/>
                <a:gd name="T43" fmla="*/ 1413 h 1866"/>
                <a:gd name="T44" fmla="*/ 237 w 2009"/>
                <a:gd name="T45" fmla="*/ 98 h 1866"/>
                <a:gd name="T46" fmla="*/ 1847 w 2009"/>
                <a:gd name="T47" fmla="*/ 98 h 1866"/>
                <a:gd name="T48" fmla="*/ 1885 w 2009"/>
                <a:gd name="T49" fmla="*/ 211 h 1866"/>
                <a:gd name="T50" fmla="*/ 1836 w 2009"/>
                <a:gd name="T51" fmla="*/ 150 h 1866"/>
                <a:gd name="T52" fmla="*/ 1446 w 2009"/>
                <a:gd name="T53" fmla="*/ 136 h 1866"/>
                <a:gd name="T54" fmla="*/ 1100 w 2009"/>
                <a:gd name="T55" fmla="*/ 149 h 1866"/>
                <a:gd name="T56" fmla="*/ 259 w 2009"/>
                <a:gd name="T57" fmla="*/ 143 h 1866"/>
                <a:gd name="T58" fmla="*/ 194 w 2009"/>
                <a:gd name="T59" fmla="*/ 181 h 1866"/>
                <a:gd name="T60" fmla="*/ 170 w 2009"/>
                <a:gd name="T61" fmla="*/ 371 h 1866"/>
                <a:gd name="T62" fmla="*/ 181 w 2009"/>
                <a:gd name="T63" fmla="*/ 939 h 1866"/>
                <a:gd name="T64" fmla="*/ 200 w 2009"/>
                <a:gd name="T65" fmla="*/ 1169 h 1866"/>
                <a:gd name="T66" fmla="*/ 275 w 2009"/>
                <a:gd name="T67" fmla="*/ 1235 h 1866"/>
                <a:gd name="T68" fmla="*/ 393 w 2009"/>
                <a:gd name="T69" fmla="*/ 1231 h 1866"/>
                <a:gd name="T70" fmla="*/ 1167 w 2009"/>
                <a:gd name="T71" fmla="*/ 1252 h 1866"/>
                <a:gd name="T72" fmla="*/ 1755 w 2009"/>
                <a:gd name="T73" fmla="*/ 1262 h 1866"/>
                <a:gd name="T74" fmla="*/ 1853 w 2009"/>
                <a:gd name="T75" fmla="*/ 1218 h 1866"/>
                <a:gd name="T76" fmla="*/ 1873 w 2009"/>
                <a:gd name="T77" fmla="*/ 1053 h 1866"/>
                <a:gd name="T78" fmla="*/ 1886 w 2009"/>
                <a:gd name="T79" fmla="*/ 772 h 1866"/>
                <a:gd name="T80" fmla="*/ 1896 w 2009"/>
                <a:gd name="T81" fmla="*/ 495 h 1866"/>
                <a:gd name="T82" fmla="*/ 137 w 2009"/>
                <a:gd name="T83" fmla="*/ 1559 h 1866"/>
                <a:gd name="T84" fmla="*/ 476 w 2009"/>
                <a:gd name="T85" fmla="*/ 1572 h 1866"/>
                <a:gd name="T86" fmla="*/ 647 w 2009"/>
                <a:gd name="T87" fmla="*/ 1691 h 1866"/>
                <a:gd name="T88" fmla="*/ 599 w 2009"/>
                <a:gd name="T89" fmla="*/ 1816 h 1866"/>
                <a:gd name="T90" fmla="*/ 823 w 2009"/>
                <a:gd name="T91" fmla="*/ 1862 h 1866"/>
                <a:gd name="T92" fmla="*/ 1335 w 2009"/>
                <a:gd name="T93" fmla="*/ 1859 h 1866"/>
                <a:gd name="T94" fmla="*/ 1447 w 2009"/>
                <a:gd name="T95" fmla="*/ 1826 h 1866"/>
                <a:gd name="T96" fmla="*/ 1414 w 2009"/>
                <a:gd name="T97" fmla="*/ 1687 h 1866"/>
                <a:gd name="T98" fmla="*/ 1824 w 2009"/>
                <a:gd name="T99" fmla="*/ 1526 h 1866"/>
                <a:gd name="T100" fmla="*/ 1988 w 2009"/>
                <a:gd name="T101" fmla="*/ 1508 h 1866"/>
                <a:gd name="T102" fmla="*/ 2007 w 2009"/>
                <a:gd name="T103" fmla="*/ 1057 h 1866"/>
                <a:gd name="T104" fmla="*/ 1989 w 2009"/>
                <a:gd name="T105" fmla="*/ 284 h 1866"/>
                <a:gd name="T106" fmla="*/ 1950 w 2009"/>
                <a:gd name="T107" fmla="*/ 23 h 1866"/>
                <a:gd name="T108" fmla="*/ 1573 w 2009"/>
                <a:gd name="T109" fmla="*/ 3 h 1866"/>
                <a:gd name="T110" fmla="*/ 324 w 2009"/>
                <a:gd name="T111" fmla="*/ 3 h 1866"/>
                <a:gd name="T112" fmla="*/ 31 w 2009"/>
                <a:gd name="T113" fmla="*/ 23 h 1866"/>
                <a:gd name="T114" fmla="*/ 3 w 2009"/>
                <a:gd name="T115" fmla="*/ 290 h 1866"/>
                <a:gd name="T116" fmla="*/ 25 w 2009"/>
                <a:gd name="T117" fmla="*/ 1480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09" h="1866">
                  <a:moveTo>
                    <a:pt x="721" y="1572"/>
                  </a:moveTo>
                  <a:lnTo>
                    <a:pt x="1296" y="1535"/>
                  </a:lnTo>
                  <a:lnTo>
                    <a:pt x="1297" y="1551"/>
                  </a:lnTo>
                  <a:lnTo>
                    <a:pt x="1299" y="1567"/>
                  </a:lnTo>
                  <a:lnTo>
                    <a:pt x="1302" y="1583"/>
                  </a:lnTo>
                  <a:lnTo>
                    <a:pt x="1304" y="1599"/>
                  </a:lnTo>
                  <a:lnTo>
                    <a:pt x="1311" y="1628"/>
                  </a:lnTo>
                  <a:lnTo>
                    <a:pt x="1320" y="1658"/>
                  </a:lnTo>
                  <a:lnTo>
                    <a:pt x="1328" y="1686"/>
                  </a:lnTo>
                  <a:lnTo>
                    <a:pt x="1335" y="1713"/>
                  </a:lnTo>
                  <a:lnTo>
                    <a:pt x="1338" y="1727"/>
                  </a:lnTo>
                  <a:lnTo>
                    <a:pt x="1342" y="1740"/>
                  </a:lnTo>
                  <a:lnTo>
                    <a:pt x="1344" y="1754"/>
                  </a:lnTo>
                  <a:lnTo>
                    <a:pt x="1346" y="1767"/>
                  </a:lnTo>
                  <a:lnTo>
                    <a:pt x="978" y="1780"/>
                  </a:lnTo>
                  <a:lnTo>
                    <a:pt x="942" y="1779"/>
                  </a:lnTo>
                  <a:lnTo>
                    <a:pt x="909" y="1778"/>
                  </a:lnTo>
                  <a:lnTo>
                    <a:pt x="879" y="1776"/>
                  </a:lnTo>
                  <a:lnTo>
                    <a:pt x="849" y="1774"/>
                  </a:lnTo>
                  <a:lnTo>
                    <a:pt x="820" y="1772"/>
                  </a:lnTo>
                  <a:lnTo>
                    <a:pt x="790" y="1769"/>
                  </a:lnTo>
                  <a:lnTo>
                    <a:pt x="757" y="1768"/>
                  </a:lnTo>
                  <a:lnTo>
                    <a:pt x="721" y="1767"/>
                  </a:lnTo>
                  <a:lnTo>
                    <a:pt x="724" y="1743"/>
                  </a:lnTo>
                  <a:lnTo>
                    <a:pt x="727" y="1719"/>
                  </a:lnTo>
                  <a:lnTo>
                    <a:pt x="730" y="1694"/>
                  </a:lnTo>
                  <a:lnTo>
                    <a:pt x="734" y="1669"/>
                  </a:lnTo>
                  <a:lnTo>
                    <a:pt x="736" y="1658"/>
                  </a:lnTo>
                  <a:lnTo>
                    <a:pt x="736" y="1646"/>
                  </a:lnTo>
                  <a:lnTo>
                    <a:pt x="736" y="1633"/>
                  </a:lnTo>
                  <a:lnTo>
                    <a:pt x="736" y="1621"/>
                  </a:lnTo>
                  <a:lnTo>
                    <a:pt x="733" y="1609"/>
                  </a:lnTo>
                  <a:lnTo>
                    <a:pt x="731" y="1596"/>
                  </a:lnTo>
                  <a:lnTo>
                    <a:pt x="727" y="1584"/>
                  </a:lnTo>
                  <a:lnTo>
                    <a:pt x="721" y="1572"/>
                  </a:lnTo>
                  <a:close/>
                  <a:moveTo>
                    <a:pt x="391" y="237"/>
                  </a:moveTo>
                  <a:lnTo>
                    <a:pt x="434" y="237"/>
                  </a:lnTo>
                  <a:lnTo>
                    <a:pt x="484" y="237"/>
                  </a:lnTo>
                  <a:lnTo>
                    <a:pt x="539" y="238"/>
                  </a:lnTo>
                  <a:lnTo>
                    <a:pt x="598" y="238"/>
                  </a:lnTo>
                  <a:lnTo>
                    <a:pt x="661" y="239"/>
                  </a:lnTo>
                  <a:lnTo>
                    <a:pt x="726" y="239"/>
                  </a:lnTo>
                  <a:lnTo>
                    <a:pt x="792" y="240"/>
                  </a:lnTo>
                  <a:lnTo>
                    <a:pt x="858" y="240"/>
                  </a:lnTo>
                  <a:lnTo>
                    <a:pt x="923" y="240"/>
                  </a:lnTo>
                  <a:lnTo>
                    <a:pt x="987" y="239"/>
                  </a:lnTo>
                  <a:lnTo>
                    <a:pt x="1049" y="239"/>
                  </a:lnTo>
                  <a:lnTo>
                    <a:pt x="1105" y="238"/>
                  </a:lnTo>
                  <a:lnTo>
                    <a:pt x="1158" y="236"/>
                  </a:lnTo>
                  <a:lnTo>
                    <a:pt x="1204" y="233"/>
                  </a:lnTo>
                  <a:lnTo>
                    <a:pt x="1244" y="231"/>
                  </a:lnTo>
                  <a:lnTo>
                    <a:pt x="1276" y="228"/>
                  </a:lnTo>
                  <a:lnTo>
                    <a:pt x="1701" y="224"/>
                  </a:lnTo>
                  <a:lnTo>
                    <a:pt x="1726" y="224"/>
                  </a:lnTo>
                  <a:lnTo>
                    <a:pt x="1746" y="223"/>
                  </a:lnTo>
                  <a:lnTo>
                    <a:pt x="1763" y="223"/>
                  </a:lnTo>
                  <a:lnTo>
                    <a:pt x="1777" y="224"/>
                  </a:lnTo>
                  <a:lnTo>
                    <a:pt x="1783" y="226"/>
                  </a:lnTo>
                  <a:lnTo>
                    <a:pt x="1789" y="227"/>
                  </a:lnTo>
                  <a:lnTo>
                    <a:pt x="1793" y="230"/>
                  </a:lnTo>
                  <a:lnTo>
                    <a:pt x="1797" y="232"/>
                  </a:lnTo>
                  <a:lnTo>
                    <a:pt x="1800" y="237"/>
                  </a:lnTo>
                  <a:lnTo>
                    <a:pt x="1804" y="241"/>
                  </a:lnTo>
                  <a:lnTo>
                    <a:pt x="1806" y="247"/>
                  </a:lnTo>
                  <a:lnTo>
                    <a:pt x="1808" y="254"/>
                  </a:lnTo>
                  <a:lnTo>
                    <a:pt x="1810" y="270"/>
                  </a:lnTo>
                  <a:lnTo>
                    <a:pt x="1812" y="292"/>
                  </a:lnTo>
                  <a:lnTo>
                    <a:pt x="1812" y="318"/>
                  </a:lnTo>
                  <a:lnTo>
                    <a:pt x="1812" y="351"/>
                  </a:lnTo>
                  <a:lnTo>
                    <a:pt x="1811" y="437"/>
                  </a:lnTo>
                  <a:lnTo>
                    <a:pt x="1810" y="555"/>
                  </a:lnTo>
                  <a:lnTo>
                    <a:pt x="1795" y="980"/>
                  </a:lnTo>
                  <a:lnTo>
                    <a:pt x="1792" y="1008"/>
                  </a:lnTo>
                  <a:lnTo>
                    <a:pt x="1790" y="1033"/>
                  </a:lnTo>
                  <a:lnTo>
                    <a:pt x="1789" y="1056"/>
                  </a:lnTo>
                  <a:lnTo>
                    <a:pt x="1789" y="1077"/>
                  </a:lnTo>
                  <a:lnTo>
                    <a:pt x="1789" y="1112"/>
                  </a:lnTo>
                  <a:lnTo>
                    <a:pt x="1787" y="1138"/>
                  </a:lnTo>
                  <a:lnTo>
                    <a:pt x="1786" y="1148"/>
                  </a:lnTo>
                  <a:lnTo>
                    <a:pt x="1783" y="1157"/>
                  </a:lnTo>
                  <a:lnTo>
                    <a:pt x="1778" y="1165"/>
                  </a:lnTo>
                  <a:lnTo>
                    <a:pt x="1771" y="1170"/>
                  </a:lnTo>
                  <a:lnTo>
                    <a:pt x="1761" y="1174"/>
                  </a:lnTo>
                  <a:lnTo>
                    <a:pt x="1750" y="1178"/>
                  </a:lnTo>
                  <a:lnTo>
                    <a:pt x="1734" y="1180"/>
                  </a:lnTo>
                  <a:lnTo>
                    <a:pt x="1716" y="1182"/>
                  </a:lnTo>
                  <a:lnTo>
                    <a:pt x="1694" y="1182"/>
                  </a:lnTo>
                  <a:lnTo>
                    <a:pt x="1668" y="1181"/>
                  </a:lnTo>
                  <a:lnTo>
                    <a:pt x="1638" y="1180"/>
                  </a:lnTo>
                  <a:lnTo>
                    <a:pt x="1603" y="1179"/>
                  </a:lnTo>
                  <a:lnTo>
                    <a:pt x="1517" y="1174"/>
                  </a:lnTo>
                  <a:lnTo>
                    <a:pt x="1409" y="1169"/>
                  </a:lnTo>
                  <a:lnTo>
                    <a:pt x="1276" y="1163"/>
                  </a:lnTo>
                  <a:lnTo>
                    <a:pt x="1115" y="1158"/>
                  </a:lnTo>
                  <a:lnTo>
                    <a:pt x="1023" y="1157"/>
                  </a:lnTo>
                  <a:lnTo>
                    <a:pt x="922" y="1156"/>
                  </a:lnTo>
                  <a:lnTo>
                    <a:pt x="814" y="1155"/>
                  </a:lnTo>
                  <a:lnTo>
                    <a:pt x="696" y="1155"/>
                  </a:lnTo>
                  <a:lnTo>
                    <a:pt x="666" y="1155"/>
                  </a:lnTo>
                  <a:lnTo>
                    <a:pt x="639" y="1154"/>
                  </a:lnTo>
                  <a:lnTo>
                    <a:pt x="615" y="1152"/>
                  </a:lnTo>
                  <a:lnTo>
                    <a:pt x="592" y="1150"/>
                  </a:lnTo>
                  <a:lnTo>
                    <a:pt x="570" y="1146"/>
                  </a:lnTo>
                  <a:lnTo>
                    <a:pt x="546" y="1144"/>
                  </a:lnTo>
                  <a:lnTo>
                    <a:pt x="519" y="1143"/>
                  </a:lnTo>
                  <a:lnTo>
                    <a:pt x="489" y="1143"/>
                  </a:lnTo>
                  <a:lnTo>
                    <a:pt x="444" y="1144"/>
                  </a:lnTo>
                  <a:lnTo>
                    <a:pt x="405" y="1146"/>
                  </a:lnTo>
                  <a:lnTo>
                    <a:pt x="372" y="1151"/>
                  </a:lnTo>
                  <a:lnTo>
                    <a:pt x="345" y="1153"/>
                  </a:lnTo>
                  <a:lnTo>
                    <a:pt x="333" y="1154"/>
                  </a:lnTo>
                  <a:lnTo>
                    <a:pt x="322" y="1154"/>
                  </a:lnTo>
                  <a:lnTo>
                    <a:pt x="314" y="1154"/>
                  </a:lnTo>
                  <a:lnTo>
                    <a:pt x="305" y="1153"/>
                  </a:lnTo>
                  <a:lnTo>
                    <a:pt x="297" y="1151"/>
                  </a:lnTo>
                  <a:lnTo>
                    <a:pt x="291" y="1146"/>
                  </a:lnTo>
                  <a:lnTo>
                    <a:pt x="285" y="1142"/>
                  </a:lnTo>
                  <a:lnTo>
                    <a:pt x="281" y="1135"/>
                  </a:lnTo>
                  <a:lnTo>
                    <a:pt x="277" y="1128"/>
                  </a:lnTo>
                  <a:lnTo>
                    <a:pt x="274" y="1119"/>
                  </a:lnTo>
                  <a:lnTo>
                    <a:pt x="271" y="1107"/>
                  </a:lnTo>
                  <a:lnTo>
                    <a:pt x="269" y="1094"/>
                  </a:lnTo>
                  <a:lnTo>
                    <a:pt x="267" y="1061"/>
                  </a:lnTo>
                  <a:lnTo>
                    <a:pt x="266" y="1018"/>
                  </a:lnTo>
                  <a:lnTo>
                    <a:pt x="267" y="899"/>
                  </a:lnTo>
                  <a:lnTo>
                    <a:pt x="269" y="726"/>
                  </a:lnTo>
                  <a:lnTo>
                    <a:pt x="268" y="682"/>
                  </a:lnTo>
                  <a:lnTo>
                    <a:pt x="266" y="635"/>
                  </a:lnTo>
                  <a:lnTo>
                    <a:pt x="263" y="585"/>
                  </a:lnTo>
                  <a:lnTo>
                    <a:pt x="259" y="533"/>
                  </a:lnTo>
                  <a:lnTo>
                    <a:pt x="256" y="478"/>
                  </a:lnTo>
                  <a:lnTo>
                    <a:pt x="254" y="420"/>
                  </a:lnTo>
                  <a:lnTo>
                    <a:pt x="254" y="360"/>
                  </a:lnTo>
                  <a:lnTo>
                    <a:pt x="255" y="296"/>
                  </a:lnTo>
                  <a:lnTo>
                    <a:pt x="257" y="278"/>
                  </a:lnTo>
                  <a:lnTo>
                    <a:pt x="259" y="263"/>
                  </a:lnTo>
                  <a:lnTo>
                    <a:pt x="263" y="251"/>
                  </a:lnTo>
                  <a:lnTo>
                    <a:pt x="267" y="242"/>
                  </a:lnTo>
                  <a:lnTo>
                    <a:pt x="270" y="238"/>
                  </a:lnTo>
                  <a:lnTo>
                    <a:pt x="272" y="234"/>
                  </a:lnTo>
                  <a:lnTo>
                    <a:pt x="276" y="232"/>
                  </a:lnTo>
                  <a:lnTo>
                    <a:pt x="279" y="230"/>
                  </a:lnTo>
                  <a:lnTo>
                    <a:pt x="287" y="228"/>
                  </a:lnTo>
                  <a:lnTo>
                    <a:pt x="295" y="226"/>
                  </a:lnTo>
                  <a:lnTo>
                    <a:pt x="336" y="231"/>
                  </a:lnTo>
                  <a:lnTo>
                    <a:pt x="391" y="237"/>
                  </a:lnTo>
                  <a:close/>
                  <a:moveTo>
                    <a:pt x="1896" y="334"/>
                  </a:moveTo>
                  <a:lnTo>
                    <a:pt x="1909" y="334"/>
                  </a:lnTo>
                  <a:lnTo>
                    <a:pt x="1908" y="404"/>
                  </a:lnTo>
                  <a:lnTo>
                    <a:pt x="1908" y="474"/>
                  </a:lnTo>
                  <a:lnTo>
                    <a:pt x="1907" y="547"/>
                  </a:lnTo>
                  <a:lnTo>
                    <a:pt x="1907" y="619"/>
                  </a:lnTo>
                  <a:lnTo>
                    <a:pt x="1908" y="689"/>
                  </a:lnTo>
                  <a:lnTo>
                    <a:pt x="1910" y="759"/>
                  </a:lnTo>
                  <a:lnTo>
                    <a:pt x="1911" y="792"/>
                  </a:lnTo>
                  <a:lnTo>
                    <a:pt x="1913" y="825"/>
                  </a:lnTo>
                  <a:lnTo>
                    <a:pt x="1915" y="856"/>
                  </a:lnTo>
                  <a:lnTo>
                    <a:pt x="1919" y="888"/>
                  </a:lnTo>
                  <a:lnTo>
                    <a:pt x="1922" y="920"/>
                  </a:lnTo>
                  <a:lnTo>
                    <a:pt x="1924" y="955"/>
                  </a:lnTo>
                  <a:lnTo>
                    <a:pt x="1925" y="990"/>
                  </a:lnTo>
                  <a:lnTo>
                    <a:pt x="1925" y="1025"/>
                  </a:lnTo>
                  <a:lnTo>
                    <a:pt x="1924" y="1096"/>
                  </a:lnTo>
                  <a:lnTo>
                    <a:pt x="1921" y="1168"/>
                  </a:lnTo>
                  <a:lnTo>
                    <a:pt x="1917" y="1240"/>
                  </a:lnTo>
                  <a:lnTo>
                    <a:pt x="1913" y="1311"/>
                  </a:lnTo>
                  <a:lnTo>
                    <a:pt x="1910" y="1381"/>
                  </a:lnTo>
                  <a:lnTo>
                    <a:pt x="1909" y="1449"/>
                  </a:lnTo>
                  <a:lnTo>
                    <a:pt x="1701" y="1437"/>
                  </a:lnTo>
                  <a:lnTo>
                    <a:pt x="1637" y="1437"/>
                  </a:lnTo>
                  <a:lnTo>
                    <a:pt x="1559" y="1440"/>
                  </a:lnTo>
                  <a:lnTo>
                    <a:pt x="1468" y="1444"/>
                  </a:lnTo>
                  <a:lnTo>
                    <a:pt x="1367" y="1448"/>
                  </a:lnTo>
                  <a:lnTo>
                    <a:pt x="1258" y="1453"/>
                  </a:lnTo>
                  <a:lnTo>
                    <a:pt x="1144" y="1460"/>
                  </a:lnTo>
                  <a:lnTo>
                    <a:pt x="1026" y="1465"/>
                  </a:lnTo>
                  <a:lnTo>
                    <a:pt x="906" y="1471"/>
                  </a:lnTo>
                  <a:lnTo>
                    <a:pt x="786" y="1476"/>
                  </a:lnTo>
                  <a:lnTo>
                    <a:pt x="670" y="1481"/>
                  </a:lnTo>
                  <a:lnTo>
                    <a:pt x="560" y="1484"/>
                  </a:lnTo>
                  <a:lnTo>
                    <a:pt x="456" y="1486"/>
                  </a:lnTo>
                  <a:lnTo>
                    <a:pt x="361" y="1486"/>
                  </a:lnTo>
                  <a:lnTo>
                    <a:pt x="279" y="1485"/>
                  </a:lnTo>
                  <a:lnTo>
                    <a:pt x="243" y="1483"/>
                  </a:lnTo>
                  <a:lnTo>
                    <a:pt x="211" y="1481"/>
                  </a:lnTo>
                  <a:lnTo>
                    <a:pt x="181" y="1478"/>
                  </a:lnTo>
                  <a:lnTo>
                    <a:pt x="157" y="1474"/>
                  </a:lnTo>
                  <a:lnTo>
                    <a:pt x="143" y="1472"/>
                  </a:lnTo>
                  <a:lnTo>
                    <a:pt x="131" y="1470"/>
                  </a:lnTo>
                  <a:lnTo>
                    <a:pt x="123" y="1466"/>
                  </a:lnTo>
                  <a:lnTo>
                    <a:pt x="116" y="1464"/>
                  </a:lnTo>
                  <a:lnTo>
                    <a:pt x="112" y="1461"/>
                  </a:lnTo>
                  <a:lnTo>
                    <a:pt x="110" y="1458"/>
                  </a:lnTo>
                  <a:lnTo>
                    <a:pt x="109" y="1453"/>
                  </a:lnTo>
                  <a:lnTo>
                    <a:pt x="109" y="1449"/>
                  </a:lnTo>
                  <a:lnTo>
                    <a:pt x="111" y="1438"/>
                  </a:lnTo>
                  <a:lnTo>
                    <a:pt x="115" y="1423"/>
                  </a:lnTo>
                  <a:lnTo>
                    <a:pt x="117" y="1413"/>
                  </a:lnTo>
                  <a:lnTo>
                    <a:pt x="118" y="1404"/>
                  </a:lnTo>
                  <a:lnTo>
                    <a:pt x="120" y="1392"/>
                  </a:lnTo>
                  <a:lnTo>
                    <a:pt x="120" y="1377"/>
                  </a:lnTo>
                  <a:lnTo>
                    <a:pt x="98" y="90"/>
                  </a:lnTo>
                  <a:lnTo>
                    <a:pt x="127" y="90"/>
                  </a:lnTo>
                  <a:lnTo>
                    <a:pt x="155" y="91"/>
                  </a:lnTo>
                  <a:lnTo>
                    <a:pt x="182" y="93"/>
                  </a:lnTo>
                  <a:lnTo>
                    <a:pt x="208" y="96"/>
                  </a:lnTo>
                  <a:lnTo>
                    <a:pt x="237" y="98"/>
                  </a:lnTo>
                  <a:lnTo>
                    <a:pt x="265" y="100"/>
                  </a:lnTo>
                  <a:lnTo>
                    <a:pt x="296" y="101"/>
                  </a:lnTo>
                  <a:lnTo>
                    <a:pt x="330" y="102"/>
                  </a:lnTo>
                  <a:lnTo>
                    <a:pt x="1750" y="90"/>
                  </a:lnTo>
                  <a:lnTo>
                    <a:pt x="1774" y="90"/>
                  </a:lnTo>
                  <a:lnTo>
                    <a:pt x="1796" y="91"/>
                  </a:lnTo>
                  <a:lnTo>
                    <a:pt x="1815" y="93"/>
                  </a:lnTo>
                  <a:lnTo>
                    <a:pt x="1831" y="96"/>
                  </a:lnTo>
                  <a:lnTo>
                    <a:pt x="1847" y="98"/>
                  </a:lnTo>
                  <a:lnTo>
                    <a:pt x="1864" y="100"/>
                  </a:lnTo>
                  <a:lnTo>
                    <a:pt x="1885" y="101"/>
                  </a:lnTo>
                  <a:lnTo>
                    <a:pt x="1909" y="102"/>
                  </a:lnTo>
                  <a:lnTo>
                    <a:pt x="1896" y="285"/>
                  </a:lnTo>
                  <a:lnTo>
                    <a:pt x="1895" y="263"/>
                  </a:lnTo>
                  <a:lnTo>
                    <a:pt x="1893" y="241"/>
                  </a:lnTo>
                  <a:lnTo>
                    <a:pt x="1891" y="230"/>
                  </a:lnTo>
                  <a:lnTo>
                    <a:pt x="1888" y="220"/>
                  </a:lnTo>
                  <a:lnTo>
                    <a:pt x="1885" y="211"/>
                  </a:lnTo>
                  <a:lnTo>
                    <a:pt x="1881" y="202"/>
                  </a:lnTo>
                  <a:lnTo>
                    <a:pt x="1877" y="193"/>
                  </a:lnTo>
                  <a:lnTo>
                    <a:pt x="1873" y="186"/>
                  </a:lnTo>
                  <a:lnTo>
                    <a:pt x="1868" y="178"/>
                  </a:lnTo>
                  <a:lnTo>
                    <a:pt x="1862" y="171"/>
                  </a:lnTo>
                  <a:lnTo>
                    <a:pt x="1857" y="165"/>
                  </a:lnTo>
                  <a:lnTo>
                    <a:pt x="1850" y="160"/>
                  </a:lnTo>
                  <a:lnTo>
                    <a:pt x="1843" y="154"/>
                  </a:lnTo>
                  <a:lnTo>
                    <a:pt x="1836" y="150"/>
                  </a:lnTo>
                  <a:lnTo>
                    <a:pt x="1830" y="148"/>
                  </a:lnTo>
                  <a:lnTo>
                    <a:pt x="1822" y="147"/>
                  </a:lnTo>
                  <a:lnTo>
                    <a:pt x="1812" y="144"/>
                  </a:lnTo>
                  <a:lnTo>
                    <a:pt x="1799" y="142"/>
                  </a:lnTo>
                  <a:lnTo>
                    <a:pt x="1769" y="140"/>
                  </a:lnTo>
                  <a:lnTo>
                    <a:pt x="1733" y="138"/>
                  </a:lnTo>
                  <a:lnTo>
                    <a:pt x="1645" y="136"/>
                  </a:lnTo>
                  <a:lnTo>
                    <a:pt x="1547" y="136"/>
                  </a:lnTo>
                  <a:lnTo>
                    <a:pt x="1446" y="136"/>
                  </a:lnTo>
                  <a:lnTo>
                    <a:pt x="1355" y="137"/>
                  </a:lnTo>
                  <a:lnTo>
                    <a:pt x="1281" y="138"/>
                  </a:lnTo>
                  <a:lnTo>
                    <a:pt x="1235" y="139"/>
                  </a:lnTo>
                  <a:lnTo>
                    <a:pt x="1207" y="139"/>
                  </a:lnTo>
                  <a:lnTo>
                    <a:pt x="1182" y="140"/>
                  </a:lnTo>
                  <a:lnTo>
                    <a:pt x="1161" y="142"/>
                  </a:lnTo>
                  <a:lnTo>
                    <a:pt x="1140" y="144"/>
                  </a:lnTo>
                  <a:lnTo>
                    <a:pt x="1121" y="147"/>
                  </a:lnTo>
                  <a:lnTo>
                    <a:pt x="1100" y="149"/>
                  </a:lnTo>
                  <a:lnTo>
                    <a:pt x="1077" y="151"/>
                  </a:lnTo>
                  <a:lnTo>
                    <a:pt x="1052" y="151"/>
                  </a:lnTo>
                  <a:lnTo>
                    <a:pt x="428" y="151"/>
                  </a:lnTo>
                  <a:lnTo>
                    <a:pt x="393" y="150"/>
                  </a:lnTo>
                  <a:lnTo>
                    <a:pt x="360" y="149"/>
                  </a:lnTo>
                  <a:lnTo>
                    <a:pt x="331" y="147"/>
                  </a:lnTo>
                  <a:lnTo>
                    <a:pt x="304" y="144"/>
                  </a:lnTo>
                  <a:lnTo>
                    <a:pt x="280" y="143"/>
                  </a:lnTo>
                  <a:lnTo>
                    <a:pt x="259" y="143"/>
                  </a:lnTo>
                  <a:lnTo>
                    <a:pt x="250" y="144"/>
                  </a:lnTo>
                  <a:lnTo>
                    <a:pt x="241" y="145"/>
                  </a:lnTo>
                  <a:lnTo>
                    <a:pt x="232" y="148"/>
                  </a:lnTo>
                  <a:lnTo>
                    <a:pt x="225" y="151"/>
                  </a:lnTo>
                  <a:lnTo>
                    <a:pt x="218" y="155"/>
                  </a:lnTo>
                  <a:lnTo>
                    <a:pt x="212" y="160"/>
                  </a:lnTo>
                  <a:lnTo>
                    <a:pt x="205" y="166"/>
                  </a:lnTo>
                  <a:lnTo>
                    <a:pt x="200" y="173"/>
                  </a:lnTo>
                  <a:lnTo>
                    <a:pt x="194" y="181"/>
                  </a:lnTo>
                  <a:lnTo>
                    <a:pt x="190" y="190"/>
                  </a:lnTo>
                  <a:lnTo>
                    <a:pt x="187" y="201"/>
                  </a:lnTo>
                  <a:lnTo>
                    <a:pt x="182" y="213"/>
                  </a:lnTo>
                  <a:lnTo>
                    <a:pt x="180" y="227"/>
                  </a:lnTo>
                  <a:lnTo>
                    <a:pt x="177" y="242"/>
                  </a:lnTo>
                  <a:lnTo>
                    <a:pt x="175" y="259"/>
                  </a:lnTo>
                  <a:lnTo>
                    <a:pt x="174" y="278"/>
                  </a:lnTo>
                  <a:lnTo>
                    <a:pt x="172" y="320"/>
                  </a:lnTo>
                  <a:lnTo>
                    <a:pt x="170" y="371"/>
                  </a:lnTo>
                  <a:lnTo>
                    <a:pt x="172" y="439"/>
                  </a:lnTo>
                  <a:lnTo>
                    <a:pt x="173" y="503"/>
                  </a:lnTo>
                  <a:lnTo>
                    <a:pt x="175" y="564"/>
                  </a:lnTo>
                  <a:lnTo>
                    <a:pt x="177" y="625"/>
                  </a:lnTo>
                  <a:lnTo>
                    <a:pt x="179" y="686"/>
                  </a:lnTo>
                  <a:lnTo>
                    <a:pt x="181" y="747"/>
                  </a:lnTo>
                  <a:lnTo>
                    <a:pt x="182" y="810"/>
                  </a:lnTo>
                  <a:lnTo>
                    <a:pt x="184" y="874"/>
                  </a:lnTo>
                  <a:lnTo>
                    <a:pt x="181" y="939"/>
                  </a:lnTo>
                  <a:lnTo>
                    <a:pt x="180" y="1003"/>
                  </a:lnTo>
                  <a:lnTo>
                    <a:pt x="180" y="1034"/>
                  </a:lnTo>
                  <a:lnTo>
                    <a:pt x="180" y="1065"/>
                  </a:lnTo>
                  <a:lnTo>
                    <a:pt x="182" y="1094"/>
                  </a:lnTo>
                  <a:lnTo>
                    <a:pt x="186" y="1121"/>
                  </a:lnTo>
                  <a:lnTo>
                    <a:pt x="189" y="1133"/>
                  </a:lnTo>
                  <a:lnTo>
                    <a:pt x="192" y="1146"/>
                  </a:lnTo>
                  <a:lnTo>
                    <a:pt x="195" y="1158"/>
                  </a:lnTo>
                  <a:lnTo>
                    <a:pt x="200" y="1169"/>
                  </a:lnTo>
                  <a:lnTo>
                    <a:pt x="205" y="1179"/>
                  </a:lnTo>
                  <a:lnTo>
                    <a:pt x="211" y="1189"/>
                  </a:lnTo>
                  <a:lnTo>
                    <a:pt x="217" y="1198"/>
                  </a:lnTo>
                  <a:lnTo>
                    <a:pt x="225" y="1206"/>
                  </a:lnTo>
                  <a:lnTo>
                    <a:pt x="232" y="1214"/>
                  </a:lnTo>
                  <a:lnTo>
                    <a:pt x="242" y="1221"/>
                  </a:lnTo>
                  <a:lnTo>
                    <a:pt x="252" y="1227"/>
                  </a:lnTo>
                  <a:lnTo>
                    <a:pt x="263" y="1231"/>
                  </a:lnTo>
                  <a:lnTo>
                    <a:pt x="275" y="1235"/>
                  </a:lnTo>
                  <a:lnTo>
                    <a:pt x="288" y="1239"/>
                  </a:lnTo>
                  <a:lnTo>
                    <a:pt x="303" y="1240"/>
                  </a:lnTo>
                  <a:lnTo>
                    <a:pt x="318" y="1241"/>
                  </a:lnTo>
                  <a:lnTo>
                    <a:pt x="334" y="1241"/>
                  </a:lnTo>
                  <a:lnTo>
                    <a:pt x="347" y="1240"/>
                  </a:lnTo>
                  <a:lnTo>
                    <a:pt x="358" y="1237"/>
                  </a:lnTo>
                  <a:lnTo>
                    <a:pt x="369" y="1235"/>
                  </a:lnTo>
                  <a:lnTo>
                    <a:pt x="380" y="1233"/>
                  </a:lnTo>
                  <a:lnTo>
                    <a:pt x="393" y="1231"/>
                  </a:lnTo>
                  <a:lnTo>
                    <a:pt x="408" y="1230"/>
                  </a:lnTo>
                  <a:lnTo>
                    <a:pt x="428" y="1228"/>
                  </a:lnTo>
                  <a:lnTo>
                    <a:pt x="807" y="1241"/>
                  </a:lnTo>
                  <a:lnTo>
                    <a:pt x="843" y="1242"/>
                  </a:lnTo>
                  <a:lnTo>
                    <a:pt x="891" y="1243"/>
                  </a:lnTo>
                  <a:lnTo>
                    <a:pt x="948" y="1244"/>
                  </a:lnTo>
                  <a:lnTo>
                    <a:pt x="1015" y="1246"/>
                  </a:lnTo>
                  <a:lnTo>
                    <a:pt x="1089" y="1249"/>
                  </a:lnTo>
                  <a:lnTo>
                    <a:pt x="1167" y="1252"/>
                  </a:lnTo>
                  <a:lnTo>
                    <a:pt x="1248" y="1255"/>
                  </a:lnTo>
                  <a:lnTo>
                    <a:pt x="1330" y="1257"/>
                  </a:lnTo>
                  <a:lnTo>
                    <a:pt x="1411" y="1260"/>
                  </a:lnTo>
                  <a:lnTo>
                    <a:pt x="1489" y="1261"/>
                  </a:lnTo>
                  <a:lnTo>
                    <a:pt x="1563" y="1263"/>
                  </a:lnTo>
                  <a:lnTo>
                    <a:pt x="1630" y="1265"/>
                  </a:lnTo>
                  <a:lnTo>
                    <a:pt x="1688" y="1265"/>
                  </a:lnTo>
                  <a:lnTo>
                    <a:pt x="1735" y="1263"/>
                  </a:lnTo>
                  <a:lnTo>
                    <a:pt x="1755" y="1262"/>
                  </a:lnTo>
                  <a:lnTo>
                    <a:pt x="1771" y="1261"/>
                  </a:lnTo>
                  <a:lnTo>
                    <a:pt x="1783" y="1260"/>
                  </a:lnTo>
                  <a:lnTo>
                    <a:pt x="1792" y="1259"/>
                  </a:lnTo>
                  <a:lnTo>
                    <a:pt x="1806" y="1254"/>
                  </a:lnTo>
                  <a:lnTo>
                    <a:pt x="1819" y="1248"/>
                  </a:lnTo>
                  <a:lnTo>
                    <a:pt x="1830" y="1242"/>
                  </a:lnTo>
                  <a:lnTo>
                    <a:pt x="1838" y="1234"/>
                  </a:lnTo>
                  <a:lnTo>
                    <a:pt x="1846" y="1227"/>
                  </a:lnTo>
                  <a:lnTo>
                    <a:pt x="1853" y="1218"/>
                  </a:lnTo>
                  <a:lnTo>
                    <a:pt x="1857" y="1208"/>
                  </a:lnTo>
                  <a:lnTo>
                    <a:pt x="1861" y="1197"/>
                  </a:lnTo>
                  <a:lnTo>
                    <a:pt x="1864" y="1185"/>
                  </a:lnTo>
                  <a:lnTo>
                    <a:pt x="1867" y="1173"/>
                  </a:lnTo>
                  <a:lnTo>
                    <a:pt x="1868" y="1160"/>
                  </a:lnTo>
                  <a:lnTo>
                    <a:pt x="1869" y="1146"/>
                  </a:lnTo>
                  <a:lnTo>
                    <a:pt x="1871" y="1116"/>
                  </a:lnTo>
                  <a:lnTo>
                    <a:pt x="1872" y="1082"/>
                  </a:lnTo>
                  <a:lnTo>
                    <a:pt x="1873" y="1053"/>
                  </a:lnTo>
                  <a:lnTo>
                    <a:pt x="1875" y="1025"/>
                  </a:lnTo>
                  <a:lnTo>
                    <a:pt x="1877" y="995"/>
                  </a:lnTo>
                  <a:lnTo>
                    <a:pt x="1880" y="966"/>
                  </a:lnTo>
                  <a:lnTo>
                    <a:pt x="1882" y="937"/>
                  </a:lnTo>
                  <a:lnTo>
                    <a:pt x="1883" y="905"/>
                  </a:lnTo>
                  <a:lnTo>
                    <a:pt x="1884" y="872"/>
                  </a:lnTo>
                  <a:lnTo>
                    <a:pt x="1884" y="837"/>
                  </a:lnTo>
                  <a:lnTo>
                    <a:pt x="1884" y="803"/>
                  </a:lnTo>
                  <a:lnTo>
                    <a:pt x="1886" y="772"/>
                  </a:lnTo>
                  <a:lnTo>
                    <a:pt x="1887" y="744"/>
                  </a:lnTo>
                  <a:lnTo>
                    <a:pt x="1891" y="716"/>
                  </a:lnTo>
                  <a:lnTo>
                    <a:pt x="1893" y="688"/>
                  </a:lnTo>
                  <a:lnTo>
                    <a:pt x="1895" y="659"/>
                  </a:lnTo>
                  <a:lnTo>
                    <a:pt x="1896" y="627"/>
                  </a:lnTo>
                  <a:lnTo>
                    <a:pt x="1896" y="592"/>
                  </a:lnTo>
                  <a:lnTo>
                    <a:pt x="1896" y="560"/>
                  </a:lnTo>
                  <a:lnTo>
                    <a:pt x="1896" y="528"/>
                  </a:lnTo>
                  <a:lnTo>
                    <a:pt x="1896" y="495"/>
                  </a:lnTo>
                  <a:lnTo>
                    <a:pt x="1896" y="463"/>
                  </a:lnTo>
                  <a:lnTo>
                    <a:pt x="1896" y="431"/>
                  </a:lnTo>
                  <a:lnTo>
                    <a:pt x="1896" y="398"/>
                  </a:lnTo>
                  <a:lnTo>
                    <a:pt x="1896" y="367"/>
                  </a:lnTo>
                  <a:lnTo>
                    <a:pt x="1896" y="334"/>
                  </a:lnTo>
                  <a:close/>
                  <a:moveTo>
                    <a:pt x="36" y="1547"/>
                  </a:moveTo>
                  <a:lnTo>
                    <a:pt x="72" y="1550"/>
                  </a:lnTo>
                  <a:lnTo>
                    <a:pt x="104" y="1554"/>
                  </a:lnTo>
                  <a:lnTo>
                    <a:pt x="137" y="1559"/>
                  </a:lnTo>
                  <a:lnTo>
                    <a:pt x="169" y="1562"/>
                  </a:lnTo>
                  <a:lnTo>
                    <a:pt x="203" y="1566"/>
                  </a:lnTo>
                  <a:lnTo>
                    <a:pt x="239" y="1569"/>
                  </a:lnTo>
                  <a:lnTo>
                    <a:pt x="277" y="1571"/>
                  </a:lnTo>
                  <a:lnTo>
                    <a:pt x="318" y="1572"/>
                  </a:lnTo>
                  <a:lnTo>
                    <a:pt x="357" y="1572"/>
                  </a:lnTo>
                  <a:lnTo>
                    <a:pt x="397" y="1572"/>
                  </a:lnTo>
                  <a:lnTo>
                    <a:pt x="437" y="1572"/>
                  </a:lnTo>
                  <a:lnTo>
                    <a:pt x="476" y="1572"/>
                  </a:lnTo>
                  <a:lnTo>
                    <a:pt x="516" y="1572"/>
                  </a:lnTo>
                  <a:lnTo>
                    <a:pt x="557" y="1572"/>
                  </a:lnTo>
                  <a:lnTo>
                    <a:pt x="596" y="1572"/>
                  </a:lnTo>
                  <a:lnTo>
                    <a:pt x="636" y="1572"/>
                  </a:lnTo>
                  <a:lnTo>
                    <a:pt x="642" y="1603"/>
                  </a:lnTo>
                  <a:lnTo>
                    <a:pt x="647" y="1630"/>
                  </a:lnTo>
                  <a:lnTo>
                    <a:pt x="649" y="1653"/>
                  </a:lnTo>
                  <a:lnTo>
                    <a:pt x="649" y="1674"/>
                  </a:lnTo>
                  <a:lnTo>
                    <a:pt x="647" y="1691"/>
                  </a:lnTo>
                  <a:lnTo>
                    <a:pt x="644" y="1706"/>
                  </a:lnTo>
                  <a:lnTo>
                    <a:pt x="640" y="1720"/>
                  </a:lnTo>
                  <a:lnTo>
                    <a:pt x="636" y="1731"/>
                  </a:lnTo>
                  <a:lnTo>
                    <a:pt x="625" y="1752"/>
                  </a:lnTo>
                  <a:lnTo>
                    <a:pt x="613" y="1770"/>
                  </a:lnTo>
                  <a:lnTo>
                    <a:pt x="609" y="1780"/>
                  </a:lnTo>
                  <a:lnTo>
                    <a:pt x="604" y="1791"/>
                  </a:lnTo>
                  <a:lnTo>
                    <a:pt x="601" y="1803"/>
                  </a:lnTo>
                  <a:lnTo>
                    <a:pt x="599" y="1816"/>
                  </a:lnTo>
                  <a:lnTo>
                    <a:pt x="609" y="1821"/>
                  </a:lnTo>
                  <a:lnTo>
                    <a:pt x="618" y="1827"/>
                  </a:lnTo>
                  <a:lnTo>
                    <a:pt x="630" y="1831"/>
                  </a:lnTo>
                  <a:lnTo>
                    <a:pt x="643" y="1836"/>
                  </a:lnTo>
                  <a:lnTo>
                    <a:pt x="674" y="1843"/>
                  </a:lnTo>
                  <a:lnTo>
                    <a:pt x="706" y="1850"/>
                  </a:lnTo>
                  <a:lnTo>
                    <a:pt x="743" y="1854"/>
                  </a:lnTo>
                  <a:lnTo>
                    <a:pt x="782" y="1858"/>
                  </a:lnTo>
                  <a:lnTo>
                    <a:pt x="823" y="1862"/>
                  </a:lnTo>
                  <a:lnTo>
                    <a:pt x="865" y="1864"/>
                  </a:lnTo>
                  <a:lnTo>
                    <a:pt x="950" y="1866"/>
                  </a:lnTo>
                  <a:lnTo>
                    <a:pt x="1032" y="1866"/>
                  </a:lnTo>
                  <a:lnTo>
                    <a:pt x="1104" y="1866"/>
                  </a:lnTo>
                  <a:lnTo>
                    <a:pt x="1162" y="1866"/>
                  </a:lnTo>
                  <a:lnTo>
                    <a:pt x="1230" y="1865"/>
                  </a:lnTo>
                  <a:lnTo>
                    <a:pt x="1289" y="1863"/>
                  </a:lnTo>
                  <a:lnTo>
                    <a:pt x="1314" y="1861"/>
                  </a:lnTo>
                  <a:lnTo>
                    <a:pt x="1335" y="1859"/>
                  </a:lnTo>
                  <a:lnTo>
                    <a:pt x="1356" y="1857"/>
                  </a:lnTo>
                  <a:lnTo>
                    <a:pt x="1374" y="1854"/>
                  </a:lnTo>
                  <a:lnTo>
                    <a:pt x="1389" y="1851"/>
                  </a:lnTo>
                  <a:lnTo>
                    <a:pt x="1404" y="1847"/>
                  </a:lnTo>
                  <a:lnTo>
                    <a:pt x="1415" y="1844"/>
                  </a:lnTo>
                  <a:lnTo>
                    <a:pt x="1426" y="1840"/>
                  </a:lnTo>
                  <a:lnTo>
                    <a:pt x="1434" y="1836"/>
                  </a:lnTo>
                  <a:lnTo>
                    <a:pt x="1442" y="1831"/>
                  </a:lnTo>
                  <a:lnTo>
                    <a:pt x="1447" y="1826"/>
                  </a:lnTo>
                  <a:lnTo>
                    <a:pt x="1451" y="1820"/>
                  </a:lnTo>
                  <a:lnTo>
                    <a:pt x="1453" y="1815"/>
                  </a:lnTo>
                  <a:lnTo>
                    <a:pt x="1456" y="1808"/>
                  </a:lnTo>
                  <a:lnTo>
                    <a:pt x="1456" y="1802"/>
                  </a:lnTo>
                  <a:lnTo>
                    <a:pt x="1456" y="1795"/>
                  </a:lnTo>
                  <a:lnTo>
                    <a:pt x="1452" y="1780"/>
                  </a:lnTo>
                  <a:lnTo>
                    <a:pt x="1447" y="1765"/>
                  </a:lnTo>
                  <a:lnTo>
                    <a:pt x="1431" y="1728"/>
                  </a:lnTo>
                  <a:lnTo>
                    <a:pt x="1414" y="1687"/>
                  </a:lnTo>
                  <a:lnTo>
                    <a:pt x="1409" y="1667"/>
                  </a:lnTo>
                  <a:lnTo>
                    <a:pt x="1405" y="1648"/>
                  </a:lnTo>
                  <a:lnTo>
                    <a:pt x="1400" y="1629"/>
                  </a:lnTo>
                  <a:lnTo>
                    <a:pt x="1397" y="1610"/>
                  </a:lnTo>
                  <a:lnTo>
                    <a:pt x="1389" y="1573"/>
                  </a:lnTo>
                  <a:lnTo>
                    <a:pt x="1382" y="1535"/>
                  </a:lnTo>
                  <a:lnTo>
                    <a:pt x="1761" y="1523"/>
                  </a:lnTo>
                  <a:lnTo>
                    <a:pt x="1794" y="1524"/>
                  </a:lnTo>
                  <a:lnTo>
                    <a:pt x="1824" y="1526"/>
                  </a:lnTo>
                  <a:lnTo>
                    <a:pt x="1854" y="1529"/>
                  </a:lnTo>
                  <a:lnTo>
                    <a:pt x="1883" y="1533"/>
                  </a:lnTo>
                  <a:lnTo>
                    <a:pt x="1910" y="1536"/>
                  </a:lnTo>
                  <a:lnTo>
                    <a:pt x="1935" y="1538"/>
                  </a:lnTo>
                  <a:lnTo>
                    <a:pt x="1948" y="1538"/>
                  </a:lnTo>
                  <a:lnTo>
                    <a:pt x="1960" y="1538"/>
                  </a:lnTo>
                  <a:lnTo>
                    <a:pt x="1971" y="1537"/>
                  </a:lnTo>
                  <a:lnTo>
                    <a:pt x="1982" y="1535"/>
                  </a:lnTo>
                  <a:lnTo>
                    <a:pt x="1988" y="1508"/>
                  </a:lnTo>
                  <a:lnTo>
                    <a:pt x="1992" y="1477"/>
                  </a:lnTo>
                  <a:lnTo>
                    <a:pt x="1997" y="1444"/>
                  </a:lnTo>
                  <a:lnTo>
                    <a:pt x="2000" y="1408"/>
                  </a:lnTo>
                  <a:lnTo>
                    <a:pt x="2002" y="1370"/>
                  </a:lnTo>
                  <a:lnTo>
                    <a:pt x="2004" y="1331"/>
                  </a:lnTo>
                  <a:lnTo>
                    <a:pt x="2007" y="1288"/>
                  </a:lnTo>
                  <a:lnTo>
                    <a:pt x="2008" y="1245"/>
                  </a:lnTo>
                  <a:lnTo>
                    <a:pt x="2008" y="1153"/>
                  </a:lnTo>
                  <a:lnTo>
                    <a:pt x="2007" y="1057"/>
                  </a:lnTo>
                  <a:lnTo>
                    <a:pt x="2004" y="958"/>
                  </a:lnTo>
                  <a:lnTo>
                    <a:pt x="2002" y="859"/>
                  </a:lnTo>
                  <a:lnTo>
                    <a:pt x="1999" y="759"/>
                  </a:lnTo>
                  <a:lnTo>
                    <a:pt x="1996" y="660"/>
                  </a:lnTo>
                  <a:lnTo>
                    <a:pt x="1992" y="566"/>
                  </a:lnTo>
                  <a:lnTo>
                    <a:pt x="1990" y="477"/>
                  </a:lnTo>
                  <a:lnTo>
                    <a:pt x="1988" y="393"/>
                  </a:lnTo>
                  <a:lnTo>
                    <a:pt x="1988" y="318"/>
                  </a:lnTo>
                  <a:lnTo>
                    <a:pt x="1989" y="284"/>
                  </a:lnTo>
                  <a:lnTo>
                    <a:pt x="1990" y="254"/>
                  </a:lnTo>
                  <a:lnTo>
                    <a:pt x="1992" y="225"/>
                  </a:lnTo>
                  <a:lnTo>
                    <a:pt x="1995" y="200"/>
                  </a:lnTo>
                  <a:lnTo>
                    <a:pt x="2009" y="53"/>
                  </a:lnTo>
                  <a:lnTo>
                    <a:pt x="1994" y="43"/>
                  </a:lnTo>
                  <a:lnTo>
                    <a:pt x="1981" y="36"/>
                  </a:lnTo>
                  <a:lnTo>
                    <a:pt x="1971" y="30"/>
                  </a:lnTo>
                  <a:lnTo>
                    <a:pt x="1961" y="26"/>
                  </a:lnTo>
                  <a:lnTo>
                    <a:pt x="1950" y="23"/>
                  </a:lnTo>
                  <a:lnTo>
                    <a:pt x="1936" y="21"/>
                  </a:lnTo>
                  <a:lnTo>
                    <a:pt x="1920" y="18"/>
                  </a:lnTo>
                  <a:lnTo>
                    <a:pt x="1897" y="15"/>
                  </a:lnTo>
                  <a:lnTo>
                    <a:pt x="1876" y="13"/>
                  </a:lnTo>
                  <a:lnTo>
                    <a:pt x="1849" y="11"/>
                  </a:lnTo>
                  <a:lnTo>
                    <a:pt x="1816" y="9"/>
                  </a:lnTo>
                  <a:lnTo>
                    <a:pt x="1777" y="8"/>
                  </a:lnTo>
                  <a:lnTo>
                    <a:pt x="1683" y="4"/>
                  </a:lnTo>
                  <a:lnTo>
                    <a:pt x="1573" y="3"/>
                  </a:lnTo>
                  <a:lnTo>
                    <a:pt x="1448" y="1"/>
                  </a:lnTo>
                  <a:lnTo>
                    <a:pt x="1311" y="1"/>
                  </a:lnTo>
                  <a:lnTo>
                    <a:pt x="1168" y="0"/>
                  </a:lnTo>
                  <a:lnTo>
                    <a:pt x="1020" y="0"/>
                  </a:lnTo>
                  <a:lnTo>
                    <a:pt x="871" y="0"/>
                  </a:lnTo>
                  <a:lnTo>
                    <a:pt x="724" y="1"/>
                  </a:lnTo>
                  <a:lnTo>
                    <a:pt x="580" y="1"/>
                  </a:lnTo>
                  <a:lnTo>
                    <a:pt x="447" y="2"/>
                  </a:lnTo>
                  <a:lnTo>
                    <a:pt x="324" y="3"/>
                  </a:lnTo>
                  <a:lnTo>
                    <a:pt x="217" y="3"/>
                  </a:lnTo>
                  <a:lnTo>
                    <a:pt x="128" y="4"/>
                  </a:lnTo>
                  <a:lnTo>
                    <a:pt x="61" y="4"/>
                  </a:lnTo>
                  <a:lnTo>
                    <a:pt x="54" y="4"/>
                  </a:lnTo>
                  <a:lnTo>
                    <a:pt x="49" y="6"/>
                  </a:lnTo>
                  <a:lnTo>
                    <a:pt x="44" y="9"/>
                  </a:lnTo>
                  <a:lnTo>
                    <a:pt x="38" y="13"/>
                  </a:lnTo>
                  <a:lnTo>
                    <a:pt x="34" y="17"/>
                  </a:lnTo>
                  <a:lnTo>
                    <a:pt x="31" y="23"/>
                  </a:lnTo>
                  <a:lnTo>
                    <a:pt x="26" y="29"/>
                  </a:lnTo>
                  <a:lnTo>
                    <a:pt x="23" y="37"/>
                  </a:lnTo>
                  <a:lnTo>
                    <a:pt x="18" y="53"/>
                  </a:lnTo>
                  <a:lnTo>
                    <a:pt x="14" y="74"/>
                  </a:lnTo>
                  <a:lnTo>
                    <a:pt x="11" y="96"/>
                  </a:lnTo>
                  <a:lnTo>
                    <a:pt x="9" y="119"/>
                  </a:lnTo>
                  <a:lnTo>
                    <a:pt x="7" y="174"/>
                  </a:lnTo>
                  <a:lnTo>
                    <a:pt x="5" y="231"/>
                  </a:lnTo>
                  <a:lnTo>
                    <a:pt x="3" y="290"/>
                  </a:lnTo>
                  <a:lnTo>
                    <a:pt x="0" y="347"/>
                  </a:lnTo>
                  <a:lnTo>
                    <a:pt x="24" y="1143"/>
                  </a:lnTo>
                  <a:lnTo>
                    <a:pt x="23" y="1193"/>
                  </a:lnTo>
                  <a:lnTo>
                    <a:pt x="22" y="1246"/>
                  </a:lnTo>
                  <a:lnTo>
                    <a:pt x="21" y="1299"/>
                  </a:lnTo>
                  <a:lnTo>
                    <a:pt x="21" y="1353"/>
                  </a:lnTo>
                  <a:lnTo>
                    <a:pt x="21" y="1405"/>
                  </a:lnTo>
                  <a:lnTo>
                    <a:pt x="23" y="1456"/>
                  </a:lnTo>
                  <a:lnTo>
                    <a:pt x="25" y="1480"/>
                  </a:lnTo>
                  <a:lnTo>
                    <a:pt x="28" y="1503"/>
                  </a:lnTo>
                  <a:lnTo>
                    <a:pt x="32" y="1526"/>
                  </a:lnTo>
                  <a:lnTo>
                    <a:pt x="36" y="1547"/>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cs typeface="+mn-ea"/>
                <a:sym typeface="+mn-lt"/>
              </a:endParaRPr>
            </a:p>
          </p:txBody>
        </p:sp>
        <p:grpSp>
          <p:nvGrpSpPr>
            <p:cNvPr id="52" name="组合 51"/>
            <p:cNvGrpSpPr/>
            <p:nvPr/>
          </p:nvGrpSpPr>
          <p:grpSpPr>
            <a:xfrm>
              <a:off x="2140437" y="2296398"/>
              <a:ext cx="2110622" cy="1115729"/>
              <a:chOff x="4451350" y="511175"/>
              <a:chExt cx="3092450" cy="2387601"/>
            </a:xfrm>
            <a:solidFill>
              <a:schemeClr val="tx1"/>
            </a:solidFill>
          </p:grpSpPr>
          <p:sp>
            <p:nvSpPr>
              <p:cNvPr id="53" name="Freeform 51"/>
              <p:cNvSpPr/>
              <p:nvPr/>
            </p:nvSpPr>
            <p:spPr bwMode="auto">
              <a:xfrm>
                <a:off x="5808663" y="1974850"/>
                <a:ext cx="39688" cy="141288"/>
              </a:xfrm>
              <a:custGeom>
                <a:avLst/>
                <a:gdLst>
                  <a:gd name="T0" fmla="*/ 1 w 2"/>
                  <a:gd name="T1" fmla="*/ 3 h 7"/>
                  <a:gd name="T2" fmla="*/ 0 w 2"/>
                  <a:gd name="T3" fmla="*/ 6 h 7"/>
                  <a:gd name="T4" fmla="*/ 1 w 2"/>
                  <a:gd name="T5" fmla="*/ 6 h 7"/>
                  <a:gd name="T6" fmla="*/ 1 w 2"/>
                  <a:gd name="T7" fmla="*/ 2 h 7"/>
                  <a:gd name="T8" fmla="*/ 1 w 2"/>
                  <a:gd name="T9" fmla="*/ 0 h 7"/>
                  <a:gd name="T10" fmla="*/ 1 w 2"/>
                  <a:gd name="T11" fmla="*/ 3 h 7"/>
                </a:gdLst>
                <a:ahLst/>
                <a:cxnLst>
                  <a:cxn ang="0">
                    <a:pos x="T0" y="T1"/>
                  </a:cxn>
                  <a:cxn ang="0">
                    <a:pos x="T2" y="T3"/>
                  </a:cxn>
                  <a:cxn ang="0">
                    <a:pos x="T4" y="T5"/>
                  </a:cxn>
                  <a:cxn ang="0">
                    <a:pos x="T6" y="T7"/>
                  </a:cxn>
                  <a:cxn ang="0">
                    <a:pos x="T8" y="T9"/>
                  </a:cxn>
                  <a:cxn ang="0">
                    <a:pos x="T10" y="T11"/>
                  </a:cxn>
                </a:cxnLst>
                <a:rect l="0" t="0" r="r" b="b"/>
                <a:pathLst>
                  <a:path w="2" h="7">
                    <a:moveTo>
                      <a:pt x="1" y="3"/>
                    </a:moveTo>
                    <a:cubicBezTo>
                      <a:pt x="1" y="4"/>
                      <a:pt x="0" y="5"/>
                      <a:pt x="0" y="6"/>
                    </a:cubicBezTo>
                    <a:cubicBezTo>
                      <a:pt x="1" y="6"/>
                      <a:pt x="1" y="7"/>
                      <a:pt x="1" y="6"/>
                    </a:cubicBezTo>
                    <a:cubicBezTo>
                      <a:pt x="1" y="5"/>
                      <a:pt x="1" y="4"/>
                      <a:pt x="1" y="2"/>
                    </a:cubicBezTo>
                    <a:cubicBezTo>
                      <a:pt x="1" y="1"/>
                      <a:pt x="2" y="0"/>
                      <a:pt x="1" y="0"/>
                    </a:cubicBezTo>
                    <a:cubicBezTo>
                      <a:pt x="0" y="1"/>
                      <a:pt x="1"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4" name="Freeform 52"/>
              <p:cNvSpPr/>
              <p:nvPr/>
            </p:nvSpPr>
            <p:spPr bwMode="auto">
              <a:xfrm>
                <a:off x="5349875" y="2116138"/>
                <a:ext cx="19050" cy="200025"/>
              </a:xfrm>
              <a:custGeom>
                <a:avLst/>
                <a:gdLst>
                  <a:gd name="T0" fmla="*/ 1 w 1"/>
                  <a:gd name="T1" fmla="*/ 0 h 10"/>
                  <a:gd name="T2" fmla="*/ 1 w 1"/>
                  <a:gd name="T3" fmla="*/ 0 h 10"/>
                  <a:gd name="T4" fmla="*/ 1 w 1"/>
                  <a:gd name="T5" fmla="*/ 2 h 10"/>
                  <a:gd name="T6" fmla="*/ 0 w 1"/>
                  <a:gd name="T7" fmla="*/ 9 h 10"/>
                  <a:gd name="T8" fmla="*/ 1 w 1"/>
                  <a:gd name="T9" fmla="*/ 10 h 10"/>
                  <a:gd name="T10" fmla="*/ 1 w 1"/>
                  <a:gd name="T11" fmla="*/ 0 h 10"/>
                </a:gdLst>
                <a:ahLst/>
                <a:cxnLst>
                  <a:cxn ang="0">
                    <a:pos x="T0" y="T1"/>
                  </a:cxn>
                  <a:cxn ang="0">
                    <a:pos x="T2" y="T3"/>
                  </a:cxn>
                  <a:cxn ang="0">
                    <a:pos x="T4" y="T5"/>
                  </a:cxn>
                  <a:cxn ang="0">
                    <a:pos x="T6" y="T7"/>
                  </a:cxn>
                  <a:cxn ang="0">
                    <a:pos x="T8" y="T9"/>
                  </a:cxn>
                  <a:cxn ang="0">
                    <a:pos x="T10" y="T11"/>
                  </a:cxn>
                </a:cxnLst>
                <a:rect l="0" t="0" r="r" b="b"/>
                <a:pathLst>
                  <a:path w="1" h="10">
                    <a:moveTo>
                      <a:pt x="1" y="0"/>
                    </a:moveTo>
                    <a:cubicBezTo>
                      <a:pt x="1" y="0"/>
                      <a:pt x="1" y="0"/>
                      <a:pt x="1" y="0"/>
                    </a:cubicBezTo>
                    <a:cubicBezTo>
                      <a:pt x="0" y="1"/>
                      <a:pt x="1" y="1"/>
                      <a:pt x="1" y="2"/>
                    </a:cubicBezTo>
                    <a:cubicBezTo>
                      <a:pt x="1" y="4"/>
                      <a:pt x="0" y="7"/>
                      <a:pt x="0" y="9"/>
                    </a:cubicBezTo>
                    <a:cubicBezTo>
                      <a:pt x="1" y="9"/>
                      <a:pt x="1" y="10"/>
                      <a:pt x="1" y="10"/>
                    </a:cubicBezTo>
                    <a:cubicBezTo>
                      <a:pt x="1" y="5"/>
                      <a:pt x="1" y="3"/>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5" name="Freeform 53"/>
              <p:cNvSpPr>
                <a:spLocks noEditPoints="1"/>
              </p:cNvSpPr>
              <p:nvPr/>
            </p:nvSpPr>
            <p:spPr bwMode="auto">
              <a:xfrm>
                <a:off x="4791075" y="911225"/>
                <a:ext cx="2254250" cy="1606550"/>
              </a:xfrm>
              <a:custGeom>
                <a:avLst/>
                <a:gdLst>
                  <a:gd name="T0" fmla="*/ 87 w 113"/>
                  <a:gd name="T1" fmla="*/ 18 h 80"/>
                  <a:gd name="T2" fmla="*/ 88 w 113"/>
                  <a:gd name="T3" fmla="*/ 27 h 80"/>
                  <a:gd name="T4" fmla="*/ 63 w 113"/>
                  <a:gd name="T5" fmla="*/ 46 h 80"/>
                  <a:gd name="T6" fmla="*/ 35 w 113"/>
                  <a:gd name="T7" fmla="*/ 57 h 80"/>
                  <a:gd name="T8" fmla="*/ 1 w 113"/>
                  <a:gd name="T9" fmla="*/ 74 h 80"/>
                  <a:gd name="T10" fmla="*/ 19 w 113"/>
                  <a:gd name="T11" fmla="*/ 76 h 80"/>
                  <a:gd name="T12" fmla="*/ 67 w 113"/>
                  <a:gd name="T13" fmla="*/ 54 h 80"/>
                  <a:gd name="T14" fmla="*/ 91 w 113"/>
                  <a:gd name="T15" fmla="*/ 33 h 80"/>
                  <a:gd name="T16" fmla="*/ 107 w 113"/>
                  <a:gd name="T17" fmla="*/ 19 h 80"/>
                  <a:gd name="T18" fmla="*/ 92 w 113"/>
                  <a:gd name="T19" fmla="*/ 17 h 80"/>
                  <a:gd name="T20" fmla="*/ 1 w 113"/>
                  <a:gd name="T21" fmla="*/ 67 h 80"/>
                  <a:gd name="T22" fmla="*/ 3 w 113"/>
                  <a:gd name="T23" fmla="*/ 67 h 80"/>
                  <a:gd name="T24" fmla="*/ 6 w 113"/>
                  <a:gd name="T25" fmla="*/ 68 h 80"/>
                  <a:gd name="T26" fmla="*/ 6 w 113"/>
                  <a:gd name="T27" fmla="*/ 63 h 80"/>
                  <a:gd name="T28" fmla="*/ 8 w 113"/>
                  <a:gd name="T29" fmla="*/ 62 h 80"/>
                  <a:gd name="T30" fmla="*/ 9 w 113"/>
                  <a:gd name="T31" fmla="*/ 62 h 80"/>
                  <a:gd name="T32" fmla="*/ 11 w 113"/>
                  <a:gd name="T33" fmla="*/ 75 h 80"/>
                  <a:gd name="T34" fmla="*/ 13 w 113"/>
                  <a:gd name="T35" fmla="*/ 74 h 80"/>
                  <a:gd name="T36" fmla="*/ 17 w 113"/>
                  <a:gd name="T37" fmla="*/ 65 h 80"/>
                  <a:gd name="T38" fmla="*/ 21 w 113"/>
                  <a:gd name="T39" fmla="*/ 73 h 80"/>
                  <a:gd name="T40" fmla="*/ 19 w 113"/>
                  <a:gd name="T41" fmla="*/ 68 h 80"/>
                  <a:gd name="T42" fmla="*/ 21 w 113"/>
                  <a:gd name="T43" fmla="*/ 61 h 80"/>
                  <a:gd name="T44" fmla="*/ 22 w 113"/>
                  <a:gd name="T45" fmla="*/ 72 h 80"/>
                  <a:gd name="T46" fmla="*/ 26 w 113"/>
                  <a:gd name="T47" fmla="*/ 67 h 80"/>
                  <a:gd name="T48" fmla="*/ 26 w 113"/>
                  <a:gd name="T49" fmla="*/ 67 h 80"/>
                  <a:gd name="T50" fmla="*/ 31 w 113"/>
                  <a:gd name="T51" fmla="*/ 69 h 80"/>
                  <a:gd name="T52" fmla="*/ 34 w 113"/>
                  <a:gd name="T53" fmla="*/ 68 h 80"/>
                  <a:gd name="T54" fmla="*/ 38 w 113"/>
                  <a:gd name="T55" fmla="*/ 58 h 80"/>
                  <a:gd name="T56" fmla="*/ 41 w 113"/>
                  <a:gd name="T57" fmla="*/ 58 h 80"/>
                  <a:gd name="T58" fmla="*/ 42 w 113"/>
                  <a:gd name="T59" fmla="*/ 64 h 80"/>
                  <a:gd name="T60" fmla="*/ 45 w 113"/>
                  <a:gd name="T61" fmla="*/ 57 h 80"/>
                  <a:gd name="T62" fmla="*/ 47 w 113"/>
                  <a:gd name="T63" fmla="*/ 55 h 80"/>
                  <a:gd name="T64" fmla="*/ 50 w 113"/>
                  <a:gd name="T65" fmla="*/ 60 h 80"/>
                  <a:gd name="T66" fmla="*/ 55 w 113"/>
                  <a:gd name="T67" fmla="*/ 51 h 80"/>
                  <a:gd name="T68" fmla="*/ 57 w 113"/>
                  <a:gd name="T69" fmla="*/ 57 h 80"/>
                  <a:gd name="T70" fmla="*/ 59 w 113"/>
                  <a:gd name="T71" fmla="*/ 56 h 80"/>
                  <a:gd name="T72" fmla="*/ 62 w 113"/>
                  <a:gd name="T73" fmla="*/ 48 h 80"/>
                  <a:gd name="T74" fmla="*/ 64 w 113"/>
                  <a:gd name="T75" fmla="*/ 53 h 80"/>
                  <a:gd name="T76" fmla="*/ 66 w 113"/>
                  <a:gd name="T77" fmla="*/ 45 h 80"/>
                  <a:gd name="T78" fmla="*/ 71 w 113"/>
                  <a:gd name="T79" fmla="*/ 47 h 80"/>
                  <a:gd name="T80" fmla="*/ 74 w 113"/>
                  <a:gd name="T81" fmla="*/ 40 h 80"/>
                  <a:gd name="T82" fmla="*/ 76 w 113"/>
                  <a:gd name="T83" fmla="*/ 39 h 80"/>
                  <a:gd name="T84" fmla="*/ 79 w 113"/>
                  <a:gd name="T85" fmla="*/ 36 h 80"/>
                  <a:gd name="T86" fmla="*/ 82 w 113"/>
                  <a:gd name="T87" fmla="*/ 40 h 80"/>
                  <a:gd name="T88" fmla="*/ 87 w 113"/>
                  <a:gd name="T89" fmla="*/ 34 h 80"/>
                  <a:gd name="T90" fmla="*/ 89 w 113"/>
                  <a:gd name="T91" fmla="*/ 28 h 80"/>
                  <a:gd name="T92" fmla="*/ 94 w 113"/>
                  <a:gd name="T93" fmla="*/ 15 h 80"/>
                  <a:gd name="T94" fmla="*/ 93 w 113"/>
                  <a:gd name="T95" fmla="*/ 24 h 80"/>
                  <a:gd name="T96" fmla="*/ 96 w 113"/>
                  <a:gd name="T97" fmla="*/ 20 h 80"/>
                  <a:gd name="T98" fmla="*/ 97 w 113"/>
                  <a:gd name="T99" fmla="*/ 23 h 80"/>
                  <a:gd name="T100" fmla="*/ 98 w 113"/>
                  <a:gd name="T101" fmla="*/ 23 h 80"/>
                  <a:gd name="T102" fmla="*/ 100 w 113"/>
                  <a:gd name="T103" fmla="*/ 24 h 80"/>
                  <a:gd name="T104" fmla="*/ 101 w 113"/>
                  <a:gd name="T105" fmla="*/ 19 h 80"/>
                  <a:gd name="T106" fmla="*/ 101 w 113"/>
                  <a:gd name="T107" fmla="*/ 12 h 80"/>
                  <a:gd name="T108" fmla="*/ 102 w 113"/>
                  <a:gd name="T109" fmla="*/ 24 h 80"/>
                  <a:gd name="T110" fmla="*/ 106 w 113"/>
                  <a:gd name="T111" fmla="*/ 16 h 80"/>
                  <a:gd name="T112" fmla="*/ 108 w 113"/>
                  <a:gd name="T113" fmla="*/ 11 h 80"/>
                  <a:gd name="T114" fmla="*/ 109 w 113"/>
                  <a:gd name="T115" fmla="*/ 9 h 80"/>
                  <a:gd name="T116" fmla="*/ 110 w 113"/>
                  <a:gd name="T117" fmla="*/ 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3" h="80">
                    <a:moveTo>
                      <a:pt x="112" y="0"/>
                    </a:moveTo>
                    <a:cubicBezTo>
                      <a:pt x="111" y="1"/>
                      <a:pt x="109" y="2"/>
                      <a:pt x="108" y="3"/>
                    </a:cubicBezTo>
                    <a:cubicBezTo>
                      <a:pt x="108" y="4"/>
                      <a:pt x="107" y="5"/>
                      <a:pt x="106" y="6"/>
                    </a:cubicBezTo>
                    <a:cubicBezTo>
                      <a:pt x="106" y="6"/>
                      <a:pt x="106" y="6"/>
                      <a:pt x="105" y="6"/>
                    </a:cubicBezTo>
                    <a:cubicBezTo>
                      <a:pt x="101" y="10"/>
                      <a:pt x="96" y="13"/>
                      <a:pt x="91" y="16"/>
                    </a:cubicBezTo>
                    <a:cubicBezTo>
                      <a:pt x="90" y="16"/>
                      <a:pt x="90" y="17"/>
                      <a:pt x="89" y="17"/>
                    </a:cubicBezTo>
                    <a:cubicBezTo>
                      <a:pt x="89" y="17"/>
                      <a:pt x="88" y="17"/>
                      <a:pt x="87" y="18"/>
                    </a:cubicBezTo>
                    <a:cubicBezTo>
                      <a:pt x="88" y="19"/>
                      <a:pt x="90" y="19"/>
                      <a:pt x="92" y="19"/>
                    </a:cubicBezTo>
                    <a:cubicBezTo>
                      <a:pt x="93" y="19"/>
                      <a:pt x="93" y="20"/>
                      <a:pt x="94" y="20"/>
                    </a:cubicBezTo>
                    <a:cubicBezTo>
                      <a:pt x="94" y="20"/>
                      <a:pt x="95" y="20"/>
                      <a:pt x="94" y="21"/>
                    </a:cubicBezTo>
                    <a:cubicBezTo>
                      <a:pt x="94" y="21"/>
                      <a:pt x="94" y="21"/>
                      <a:pt x="94" y="21"/>
                    </a:cubicBezTo>
                    <a:cubicBezTo>
                      <a:pt x="93" y="22"/>
                      <a:pt x="93" y="22"/>
                      <a:pt x="92" y="23"/>
                    </a:cubicBezTo>
                    <a:cubicBezTo>
                      <a:pt x="91" y="25"/>
                      <a:pt x="89" y="26"/>
                      <a:pt x="89" y="27"/>
                    </a:cubicBezTo>
                    <a:cubicBezTo>
                      <a:pt x="88" y="26"/>
                      <a:pt x="88" y="27"/>
                      <a:pt x="88" y="27"/>
                    </a:cubicBezTo>
                    <a:cubicBezTo>
                      <a:pt x="88" y="27"/>
                      <a:pt x="88" y="27"/>
                      <a:pt x="88" y="27"/>
                    </a:cubicBezTo>
                    <a:cubicBezTo>
                      <a:pt x="87" y="28"/>
                      <a:pt x="87" y="29"/>
                      <a:pt x="86" y="29"/>
                    </a:cubicBezTo>
                    <a:cubicBezTo>
                      <a:pt x="86" y="29"/>
                      <a:pt x="86" y="30"/>
                      <a:pt x="86" y="30"/>
                    </a:cubicBezTo>
                    <a:cubicBezTo>
                      <a:pt x="84" y="31"/>
                      <a:pt x="83" y="33"/>
                      <a:pt x="81" y="33"/>
                    </a:cubicBezTo>
                    <a:cubicBezTo>
                      <a:pt x="81" y="34"/>
                      <a:pt x="80" y="34"/>
                      <a:pt x="80" y="34"/>
                    </a:cubicBezTo>
                    <a:cubicBezTo>
                      <a:pt x="78" y="36"/>
                      <a:pt x="76" y="37"/>
                      <a:pt x="74" y="39"/>
                    </a:cubicBezTo>
                    <a:cubicBezTo>
                      <a:pt x="70" y="42"/>
                      <a:pt x="67" y="44"/>
                      <a:pt x="63" y="46"/>
                    </a:cubicBezTo>
                    <a:cubicBezTo>
                      <a:pt x="62" y="46"/>
                      <a:pt x="61" y="47"/>
                      <a:pt x="60" y="48"/>
                    </a:cubicBezTo>
                    <a:cubicBezTo>
                      <a:pt x="60" y="47"/>
                      <a:pt x="60" y="48"/>
                      <a:pt x="59" y="48"/>
                    </a:cubicBezTo>
                    <a:cubicBezTo>
                      <a:pt x="57" y="49"/>
                      <a:pt x="53" y="51"/>
                      <a:pt x="50" y="52"/>
                    </a:cubicBezTo>
                    <a:cubicBezTo>
                      <a:pt x="50" y="52"/>
                      <a:pt x="50" y="52"/>
                      <a:pt x="50" y="52"/>
                    </a:cubicBezTo>
                    <a:cubicBezTo>
                      <a:pt x="49" y="53"/>
                      <a:pt x="47" y="53"/>
                      <a:pt x="47" y="54"/>
                    </a:cubicBezTo>
                    <a:cubicBezTo>
                      <a:pt x="44" y="54"/>
                      <a:pt x="40" y="56"/>
                      <a:pt x="37" y="57"/>
                    </a:cubicBezTo>
                    <a:cubicBezTo>
                      <a:pt x="36" y="57"/>
                      <a:pt x="35" y="57"/>
                      <a:pt x="35" y="57"/>
                    </a:cubicBezTo>
                    <a:cubicBezTo>
                      <a:pt x="34" y="57"/>
                      <a:pt x="33" y="58"/>
                      <a:pt x="32" y="58"/>
                    </a:cubicBezTo>
                    <a:cubicBezTo>
                      <a:pt x="30" y="58"/>
                      <a:pt x="27" y="59"/>
                      <a:pt x="26" y="60"/>
                    </a:cubicBezTo>
                    <a:cubicBezTo>
                      <a:pt x="21" y="60"/>
                      <a:pt x="17" y="62"/>
                      <a:pt x="13" y="61"/>
                    </a:cubicBezTo>
                    <a:cubicBezTo>
                      <a:pt x="11" y="61"/>
                      <a:pt x="8" y="61"/>
                      <a:pt x="5" y="61"/>
                    </a:cubicBezTo>
                    <a:cubicBezTo>
                      <a:pt x="3" y="61"/>
                      <a:pt x="2" y="61"/>
                      <a:pt x="0" y="61"/>
                    </a:cubicBezTo>
                    <a:cubicBezTo>
                      <a:pt x="0" y="63"/>
                      <a:pt x="0" y="64"/>
                      <a:pt x="1" y="65"/>
                    </a:cubicBezTo>
                    <a:cubicBezTo>
                      <a:pt x="1" y="68"/>
                      <a:pt x="0" y="71"/>
                      <a:pt x="1" y="74"/>
                    </a:cubicBezTo>
                    <a:cubicBezTo>
                      <a:pt x="1" y="74"/>
                      <a:pt x="1" y="74"/>
                      <a:pt x="1" y="74"/>
                    </a:cubicBezTo>
                    <a:cubicBezTo>
                      <a:pt x="1" y="75"/>
                      <a:pt x="1" y="75"/>
                      <a:pt x="1" y="76"/>
                    </a:cubicBezTo>
                    <a:cubicBezTo>
                      <a:pt x="1" y="76"/>
                      <a:pt x="1" y="76"/>
                      <a:pt x="0" y="77"/>
                    </a:cubicBezTo>
                    <a:cubicBezTo>
                      <a:pt x="1" y="78"/>
                      <a:pt x="1" y="79"/>
                      <a:pt x="1" y="80"/>
                    </a:cubicBezTo>
                    <a:cubicBezTo>
                      <a:pt x="2" y="80"/>
                      <a:pt x="3" y="80"/>
                      <a:pt x="3" y="80"/>
                    </a:cubicBezTo>
                    <a:cubicBezTo>
                      <a:pt x="7" y="79"/>
                      <a:pt x="11" y="78"/>
                      <a:pt x="14" y="78"/>
                    </a:cubicBezTo>
                    <a:cubicBezTo>
                      <a:pt x="16" y="77"/>
                      <a:pt x="17" y="77"/>
                      <a:pt x="19" y="76"/>
                    </a:cubicBezTo>
                    <a:cubicBezTo>
                      <a:pt x="24" y="74"/>
                      <a:pt x="29" y="73"/>
                      <a:pt x="34" y="72"/>
                    </a:cubicBezTo>
                    <a:cubicBezTo>
                      <a:pt x="37" y="70"/>
                      <a:pt x="41" y="69"/>
                      <a:pt x="44" y="67"/>
                    </a:cubicBezTo>
                    <a:cubicBezTo>
                      <a:pt x="46" y="67"/>
                      <a:pt x="47" y="65"/>
                      <a:pt x="49" y="65"/>
                    </a:cubicBezTo>
                    <a:cubicBezTo>
                      <a:pt x="52" y="63"/>
                      <a:pt x="56" y="61"/>
                      <a:pt x="60" y="59"/>
                    </a:cubicBezTo>
                    <a:cubicBezTo>
                      <a:pt x="61" y="58"/>
                      <a:pt x="63" y="57"/>
                      <a:pt x="64" y="56"/>
                    </a:cubicBezTo>
                    <a:cubicBezTo>
                      <a:pt x="65" y="56"/>
                      <a:pt x="65" y="56"/>
                      <a:pt x="66" y="55"/>
                    </a:cubicBezTo>
                    <a:cubicBezTo>
                      <a:pt x="66" y="55"/>
                      <a:pt x="66" y="55"/>
                      <a:pt x="67" y="54"/>
                    </a:cubicBezTo>
                    <a:cubicBezTo>
                      <a:pt x="67" y="54"/>
                      <a:pt x="68" y="54"/>
                      <a:pt x="68" y="54"/>
                    </a:cubicBezTo>
                    <a:cubicBezTo>
                      <a:pt x="68" y="53"/>
                      <a:pt x="69" y="53"/>
                      <a:pt x="69" y="53"/>
                    </a:cubicBezTo>
                    <a:cubicBezTo>
                      <a:pt x="70" y="52"/>
                      <a:pt x="71" y="52"/>
                      <a:pt x="71" y="51"/>
                    </a:cubicBezTo>
                    <a:cubicBezTo>
                      <a:pt x="75" y="48"/>
                      <a:pt x="79" y="45"/>
                      <a:pt x="83" y="42"/>
                    </a:cubicBezTo>
                    <a:cubicBezTo>
                      <a:pt x="83" y="42"/>
                      <a:pt x="83" y="41"/>
                      <a:pt x="83" y="41"/>
                    </a:cubicBezTo>
                    <a:cubicBezTo>
                      <a:pt x="86" y="39"/>
                      <a:pt x="88" y="36"/>
                      <a:pt x="91" y="34"/>
                    </a:cubicBezTo>
                    <a:cubicBezTo>
                      <a:pt x="91" y="33"/>
                      <a:pt x="91" y="33"/>
                      <a:pt x="91" y="33"/>
                    </a:cubicBezTo>
                    <a:cubicBezTo>
                      <a:pt x="93" y="31"/>
                      <a:pt x="95" y="28"/>
                      <a:pt x="97" y="25"/>
                    </a:cubicBezTo>
                    <a:cubicBezTo>
                      <a:pt x="98" y="25"/>
                      <a:pt x="98" y="24"/>
                      <a:pt x="99" y="24"/>
                    </a:cubicBezTo>
                    <a:cubicBezTo>
                      <a:pt x="99" y="26"/>
                      <a:pt x="99" y="28"/>
                      <a:pt x="99" y="29"/>
                    </a:cubicBezTo>
                    <a:cubicBezTo>
                      <a:pt x="100" y="30"/>
                      <a:pt x="100" y="30"/>
                      <a:pt x="100" y="31"/>
                    </a:cubicBezTo>
                    <a:cubicBezTo>
                      <a:pt x="102" y="31"/>
                      <a:pt x="102" y="29"/>
                      <a:pt x="103" y="28"/>
                    </a:cubicBezTo>
                    <a:cubicBezTo>
                      <a:pt x="103" y="26"/>
                      <a:pt x="105" y="24"/>
                      <a:pt x="105" y="22"/>
                    </a:cubicBezTo>
                    <a:cubicBezTo>
                      <a:pt x="106" y="21"/>
                      <a:pt x="106" y="20"/>
                      <a:pt x="107" y="19"/>
                    </a:cubicBezTo>
                    <a:cubicBezTo>
                      <a:pt x="107" y="18"/>
                      <a:pt x="107" y="17"/>
                      <a:pt x="108" y="16"/>
                    </a:cubicBezTo>
                    <a:cubicBezTo>
                      <a:pt x="108" y="15"/>
                      <a:pt x="109" y="15"/>
                      <a:pt x="109" y="13"/>
                    </a:cubicBezTo>
                    <a:cubicBezTo>
                      <a:pt x="111" y="9"/>
                      <a:pt x="112" y="6"/>
                      <a:pt x="113" y="1"/>
                    </a:cubicBezTo>
                    <a:cubicBezTo>
                      <a:pt x="113" y="1"/>
                      <a:pt x="112" y="0"/>
                      <a:pt x="112" y="0"/>
                    </a:cubicBezTo>
                    <a:close/>
                    <a:moveTo>
                      <a:pt x="91" y="18"/>
                    </a:moveTo>
                    <a:cubicBezTo>
                      <a:pt x="91" y="18"/>
                      <a:pt x="90" y="18"/>
                      <a:pt x="89" y="18"/>
                    </a:cubicBezTo>
                    <a:cubicBezTo>
                      <a:pt x="90" y="18"/>
                      <a:pt x="91" y="17"/>
                      <a:pt x="92" y="17"/>
                    </a:cubicBezTo>
                    <a:cubicBezTo>
                      <a:pt x="92" y="17"/>
                      <a:pt x="92" y="18"/>
                      <a:pt x="91" y="18"/>
                    </a:cubicBezTo>
                    <a:close/>
                    <a:moveTo>
                      <a:pt x="2" y="75"/>
                    </a:moveTo>
                    <a:cubicBezTo>
                      <a:pt x="2" y="75"/>
                      <a:pt x="2" y="75"/>
                      <a:pt x="2" y="75"/>
                    </a:cubicBezTo>
                    <a:cubicBezTo>
                      <a:pt x="2" y="74"/>
                      <a:pt x="2" y="75"/>
                      <a:pt x="2" y="75"/>
                    </a:cubicBezTo>
                    <a:close/>
                    <a:moveTo>
                      <a:pt x="2" y="74"/>
                    </a:moveTo>
                    <a:cubicBezTo>
                      <a:pt x="1" y="74"/>
                      <a:pt x="2" y="72"/>
                      <a:pt x="2" y="72"/>
                    </a:cubicBezTo>
                    <a:cubicBezTo>
                      <a:pt x="2" y="70"/>
                      <a:pt x="2" y="68"/>
                      <a:pt x="1" y="67"/>
                    </a:cubicBezTo>
                    <a:cubicBezTo>
                      <a:pt x="2" y="65"/>
                      <a:pt x="1" y="64"/>
                      <a:pt x="1" y="62"/>
                    </a:cubicBezTo>
                    <a:cubicBezTo>
                      <a:pt x="2" y="62"/>
                      <a:pt x="2" y="62"/>
                      <a:pt x="2" y="62"/>
                    </a:cubicBezTo>
                    <a:cubicBezTo>
                      <a:pt x="3" y="65"/>
                      <a:pt x="2" y="69"/>
                      <a:pt x="2" y="74"/>
                    </a:cubicBezTo>
                    <a:close/>
                    <a:moveTo>
                      <a:pt x="3" y="76"/>
                    </a:moveTo>
                    <a:cubicBezTo>
                      <a:pt x="3" y="76"/>
                      <a:pt x="3" y="76"/>
                      <a:pt x="3" y="76"/>
                    </a:cubicBezTo>
                    <a:cubicBezTo>
                      <a:pt x="3" y="74"/>
                      <a:pt x="3" y="72"/>
                      <a:pt x="3" y="69"/>
                    </a:cubicBezTo>
                    <a:cubicBezTo>
                      <a:pt x="3" y="68"/>
                      <a:pt x="3" y="68"/>
                      <a:pt x="3" y="67"/>
                    </a:cubicBezTo>
                    <a:cubicBezTo>
                      <a:pt x="3" y="65"/>
                      <a:pt x="3" y="63"/>
                      <a:pt x="3" y="62"/>
                    </a:cubicBezTo>
                    <a:cubicBezTo>
                      <a:pt x="3" y="62"/>
                      <a:pt x="4" y="62"/>
                      <a:pt x="4" y="62"/>
                    </a:cubicBezTo>
                    <a:cubicBezTo>
                      <a:pt x="4" y="67"/>
                      <a:pt x="4" y="70"/>
                      <a:pt x="4" y="74"/>
                    </a:cubicBezTo>
                    <a:cubicBezTo>
                      <a:pt x="4" y="74"/>
                      <a:pt x="4" y="74"/>
                      <a:pt x="4" y="75"/>
                    </a:cubicBezTo>
                    <a:cubicBezTo>
                      <a:pt x="4" y="75"/>
                      <a:pt x="3" y="76"/>
                      <a:pt x="3" y="76"/>
                    </a:cubicBezTo>
                    <a:close/>
                    <a:moveTo>
                      <a:pt x="6" y="63"/>
                    </a:moveTo>
                    <a:cubicBezTo>
                      <a:pt x="6" y="65"/>
                      <a:pt x="6" y="66"/>
                      <a:pt x="6" y="68"/>
                    </a:cubicBezTo>
                    <a:cubicBezTo>
                      <a:pt x="6" y="68"/>
                      <a:pt x="6" y="69"/>
                      <a:pt x="6" y="70"/>
                    </a:cubicBezTo>
                    <a:cubicBezTo>
                      <a:pt x="6" y="72"/>
                      <a:pt x="6" y="74"/>
                      <a:pt x="6" y="76"/>
                    </a:cubicBezTo>
                    <a:cubicBezTo>
                      <a:pt x="5" y="76"/>
                      <a:pt x="5" y="76"/>
                      <a:pt x="4" y="76"/>
                    </a:cubicBezTo>
                    <a:cubicBezTo>
                      <a:pt x="5" y="70"/>
                      <a:pt x="4" y="67"/>
                      <a:pt x="5" y="62"/>
                    </a:cubicBezTo>
                    <a:cubicBezTo>
                      <a:pt x="5" y="62"/>
                      <a:pt x="5" y="62"/>
                      <a:pt x="6" y="62"/>
                    </a:cubicBezTo>
                    <a:cubicBezTo>
                      <a:pt x="6" y="62"/>
                      <a:pt x="6" y="63"/>
                      <a:pt x="6" y="63"/>
                    </a:cubicBezTo>
                    <a:cubicBezTo>
                      <a:pt x="6" y="63"/>
                      <a:pt x="6" y="63"/>
                      <a:pt x="6" y="63"/>
                    </a:cubicBezTo>
                    <a:close/>
                    <a:moveTo>
                      <a:pt x="10" y="68"/>
                    </a:moveTo>
                    <a:cubicBezTo>
                      <a:pt x="10" y="68"/>
                      <a:pt x="10" y="68"/>
                      <a:pt x="10" y="68"/>
                    </a:cubicBezTo>
                    <a:cubicBezTo>
                      <a:pt x="10" y="71"/>
                      <a:pt x="10" y="72"/>
                      <a:pt x="10" y="75"/>
                    </a:cubicBezTo>
                    <a:cubicBezTo>
                      <a:pt x="9" y="75"/>
                      <a:pt x="10" y="75"/>
                      <a:pt x="10" y="75"/>
                    </a:cubicBezTo>
                    <a:cubicBezTo>
                      <a:pt x="9" y="76"/>
                      <a:pt x="7" y="76"/>
                      <a:pt x="7" y="76"/>
                    </a:cubicBezTo>
                    <a:cubicBezTo>
                      <a:pt x="6" y="71"/>
                      <a:pt x="6" y="66"/>
                      <a:pt x="7" y="62"/>
                    </a:cubicBezTo>
                    <a:cubicBezTo>
                      <a:pt x="7" y="62"/>
                      <a:pt x="8" y="62"/>
                      <a:pt x="8" y="62"/>
                    </a:cubicBezTo>
                    <a:cubicBezTo>
                      <a:pt x="9" y="63"/>
                      <a:pt x="8" y="64"/>
                      <a:pt x="8" y="64"/>
                    </a:cubicBezTo>
                    <a:cubicBezTo>
                      <a:pt x="8" y="64"/>
                      <a:pt x="8" y="64"/>
                      <a:pt x="8" y="64"/>
                    </a:cubicBezTo>
                    <a:cubicBezTo>
                      <a:pt x="8" y="68"/>
                      <a:pt x="8" y="72"/>
                      <a:pt x="7" y="75"/>
                    </a:cubicBezTo>
                    <a:cubicBezTo>
                      <a:pt x="7" y="76"/>
                      <a:pt x="9" y="76"/>
                      <a:pt x="9" y="75"/>
                    </a:cubicBezTo>
                    <a:cubicBezTo>
                      <a:pt x="9" y="75"/>
                      <a:pt x="9" y="74"/>
                      <a:pt x="8" y="74"/>
                    </a:cubicBezTo>
                    <a:cubicBezTo>
                      <a:pt x="8" y="71"/>
                      <a:pt x="9" y="68"/>
                      <a:pt x="9" y="65"/>
                    </a:cubicBezTo>
                    <a:cubicBezTo>
                      <a:pt x="9" y="64"/>
                      <a:pt x="9" y="63"/>
                      <a:pt x="9" y="62"/>
                    </a:cubicBezTo>
                    <a:cubicBezTo>
                      <a:pt x="9" y="62"/>
                      <a:pt x="9" y="62"/>
                      <a:pt x="10" y="62"/>
                    </a:cubicBezTo>
                    <a:cubicBezTo>
                      <a:pt x="10" y="62"/>
                      <a:pt x="10" y="62"/>
                      <a:pt x="10" y="62"/>
                    </a:cubicBezTo>
                    <a:cubicBezTo>
                      <a:pt x="10" y="64"/>
                      <a:pt x="10" y="67"/>
                      <a:pt x="10" y="68"/>
                    </a:cubicBezTo>
                    <a:close/>
                    <a:moveTo>
                      <a:pt x="15" y="63"/>
                    </a:moveTo>
                    <a:cubicBezTo>
                      <a:pt x="15" y="66"/>
                      <a:pt x="15" y="68"/>
                      <a:pt x="15" y="71"/>
                    </a:cubicBezTo>
                    <a:cubicBezTo>
                      <a:pt x="14" y="71"/>
                      <a:pt x="14" y="73"/>
                      <a:pt x="14" y="74"/>
                    </a:cubicBezTo>
                    <a:cubicBezTo>
                      <a:pt x="13" y="75"/>
                      <a:pt x="12" y="75"/>
                      <a:pt x="11" y="75"/>
                    </a:cubicBezTo>
                    <a:cubicBezTo>
                      <a:pt x="11" y="70"/>
                      <a:pt x="11" y="66"/>
                      <a:pt x="11" y="62"/>
                    </a:cubicBezTo>
                    <a:cubicBezTo>
                      <a:pt x="11" y="62"/>
                      <a:pt x="12" y="62"/>
                      <a:pt x="12" y="62"/>
                    </a:cubicBezTo>
                    <a:cubicBezTo>
                      <a:pt x="12" y="62"/>
                      <a:pt x="12" y="62"/>
                      <a:pt x="12" y="62"/>
                    </a:cubicBezTo>
                    <a:cubicBezTo>
                      <a:pt x="13" y="63"/>
                      <a:pt x="12" y="67"/>
                      <a:pt x="13" y="68"/>
                    </a:cubicBezTo>
                    <a:cubicBezTo>
                      <a:pt x="13" y="69"/>
                      <a:pt x="12" y="69"/>
                      <a:pt x="12" y="69"/>
                    </a:cubicBezTo>
                    <a:cubicBezTo>
                      <a:pt x="13" y="70"/>
                      <a:pt x="12" y="72"/>
                      <a:pt x="12" y="74"/>
                    </a:cubicBezTo>
                    <a:cubicBezTo>
                      <a:pt x="12" y="75"/>
                      <a:pt x="13" y="75"/>
                      <a:pt x="13" y="74"/>
                    </a:cubicBezTo>
                    <a:cubicBezTo>
                      <a:pt x="13" y="74"/>
                      <a:pt x="13" y="73"/>
                      <a:pt x="13" y="73"/>
                    </a:cubicBezTo>
                    <a:cubicBezTo>
                      <a:pt x="13" y="69"/>
                      <a:pt x="12" y="66"/>
                      <a:pt x="13" y="62"/>
                    </a:cubicBezTo>
                    <a:cubicBezTo>
                      <a:pt x="14" y="62"/>
                      <a:pt x="14" y="62"/>
                      <a:pt x="14" y="62"/>
                    </a:cubicBezTo>
                    <a:cubicBezTo>
                      <a:pt x="14" y="62"/>
                      <a:pt x="14" y="63"/>
                      <a:pt x="15" y="63"/>
                    </a:cubicBezTo>
                    <a:cubicBezTo>
                      <a:pt x="15" y="63"/>
                      <a:pt x="15" y="63"/>
                      <a:pt x="15" y="63"/>
                    </a:cubicBezTo>
                    <a:close/>
                    <a:moveTo>
                      <a:pt x="17" y="64"/>
                    </a:moveTo>
                    <a:cubicBezTo>
                      <a:pt x="17" y="64"/>
                      <a:pt x="17" y="64"/>
                      <a:pt x="17" y="65"/>
                    </a:cubicBezTo>
                    <a:cubicBezTo>
                      <a:pt x="17" y="68"/>
                      <a:pt x="17" y="70"/>
                      <a:pt x="16" y="74"/>
                    </a:cubicBezTo>
                    <a:cubicBezTo>
                      <a:pt x="16" y="74"/>
                      <a:pt x="16" y="74"/>
                      <a:pt x="15" y="74"/>
                    </a:cubicBezTo>
                    <a:cubicBezTo>
                      <a:pt x="15" y="69"/>
                      <a:pt x="15" y="66"/>
                      <a:pt x="15" y="62"/>
                    </a:cubicBezTo>
                    <a:cubicBezTo>
                      <a:pt x="16" y="62"/>
                      <a:pt x="16" y="62"/>
                      <a:pt x="17" y="62"/>
                    </a:cubicBezTo>
                    <a:cubicBezTo>
                      <a:pt x="18" y="62"/>
                      <a:pt x="17" y="62"/>
                      <a:pt x="17" y="62"/>
                    </a:cubicBezTo>
                    <a:cubicBezTo>
                      <a:pt x="17" y="63"/>
                      <a:pt x="18" y="64"/>
                      <a:pt x="17" y="64"/>
                    </a:cubicBezTo>
                    <a:close/>
                    <a:moveTo>
                      <a:pt x="21" y="73"/>
                    </a:moveTo>
                    <a:cubicBezTo>
                      <a:pt x="20" y="73"/>
                      <a:pt x="20" y="73"/>
                      <a:pt x="20" y="73"/>
                    </a:cubicBezTo>
                    <a:cubicBezTo>
                      <a:pt x="20" y="71"/>
                      <a:pt x="20" y="70"/>
                      <a:pt x="20" y="69"/>
                    </a:cubicBezTo>
                    <a:cubicBezTo>
                      <a:pt x="20" y="68"/>
                      <a:pt x="20" y="69"/>
                      <a:pt x="20" y="69"/>
                    </a:cubicBezTo>
                    <a:cubicBezTo>
                      <a:pt x="19" y="67"/>
                      <a:pt x="20" y="64"/>
                      <a:pt x="20" y="62"/>
                    </a:cubicBezTo>
                    <a:cubicBezTo>
                      <a:pt x="19" y="63"/>
                      <a:pt x="20" y="65"/>
                      <a:pt x="19" y="65"/>
                    </a:cubicBezTo>
                    <a:cubicBezTo>
                      <a:pt x="20" y="66"/>
                      <a:pt x="19" y="66"/>
                      <a:pt x="19" y="67"/>
                    </a:cubicBezTo>
                    <a:cubicBezTo>
                      <a:pt x="19" y="67"/>
                      <a:pt x="19" y="68"/>
                      <a:pt x="19" y="68"/>
                    </a:cubicBezTo>
                    <a:cubicBezTo>
                      <a:pt x="19" y="69"/>
                      <a:pt x="19" y="69"/>
                      <a:pt x="19" y="70"/>
                    </a:cubicBezTo>
                    <a:cubicBezTo>
                      <a:pt x="19" y="70"/>
                      <a:pt x="19" y="70"/>
                      <a:pt x="19" y="70"/>
                    </a:cubicBezTo>
                    <a:cubicBezTo>
                      <a:pt x="19" y="71"/>
                      <a:pt x="19" y="72"/>
                      <a:pt x="19" y="73"/>
                    </a:cubicBezTo>
                    <a:cubicBezTo>
                      <a:pt x="18" y="73"/>
                      <a:pt x="18" y="73"/>
                      <a:pt x="17" y="73"/>
                    </a:cubicBezTo>
                    <a:cubicBezTo>
                      <a:pt x="17" y="70"/>
                      <a:pt x="17" y="66"/>
                      <a:pt x="18" y="62"/>
                    </a:cubicBezTo>
                    <a:cubicBezTo>
                      <a:pt x="18" y="62"/>
                      <a:pt x="17" y="62"/>
                      <a:pt x="17" y="62"/>
                    </a:cubicBezTo>
                    <a:cubicBezTo>
                      <a:pt x="19" y="61"/>
                      <a:pt x="20" y="61"/>
                      <a:pt x="21" y="61"/>
                    </a:cubicBezTo>
                    <a:cubicBezTo>
                      <a:pt x="22" y="64"/>
                      <a:pt x="21" y="66"/>
                      <a:pt x="22" y="69"/>
                    </a:cubicBezTo>
                    <a:cubicBezTo>
                      <a:pt x="21" y="70"/>
                      <a:pt x="21" y="71"/>
                      <a:pt x="21" y="73"/>
                    </a:cubicBezTo>
                    <a:close/>
                    <a:moveTo>
                      <a:pt x="24" y="66"/>
                    </a:moveTo>
                    <a:cubicBezTo>
                      <a:pt x="24" y="67"/>
                      <a:pt x="24" y="68"/>
                      <a:pt x="24" y="68"/>
                    </a:cubicBezTo>
                    <a:cubicBezTo>
                      <a:pt x="24" y="69"/>
                      <a:pt x="24" y="69"/>
                      <a:pt x="24" y="70"/>
                    </a:cubicBezTo>
                    <a:cubicBezTo>
                      <a:pt x="23" y="70"/>
                      <a:pt x="24" y="71"/>
                      <a:pt x="23" y="72"/>
                    </a:cubicBezTo>
                    <a:cubicBezTo>
                      <a:pt x="23" y="72"/>
                      <a:pt x="23" y="72"/>
                      <a:pt x="22" y="72"/>
                    </a:cubicBezTo>
                    <a:cubicBezTo>
                      <a:pt x="22" y="72"/>
                      <a:pt x="22" y="72"/>
                      <a:pt x="22" y="72"/>
                    </a:cubicBezTo>
                    <a:cubicBezTo>
                      <a:pt x="22" y="69"/>
                      <a:pt x="22" y="65"/>
                      <a:pt x="22" y="61"/>
                    </a:cubicBezTo>
                    <a:cubicBezTo>
                      <a:pt x="22" y="61"/>
                      <a:pt x="23" y="61"/>
                      <a:pt x="23" y="61"/>
                    </a:cubicBezTo>
                    <a:cubicBezTo>
                      <a:pt x="23" y="61"/>
                      <a:pt x="24" y="61"/>
                      <a:pt x="24" y="62"/>
                    </a:cubicBezTo>
                    <a:cubicBezTo>
                      <a:pt x="24" y="62"/>
                      <a:pt x="24" y="62"/>
                      <a:pt x="24" y="62"/>
                    </a:cubicBezTo>
                    <a:cubicBezTo>
                      <a:pt x="24" y="63"/>
                      <a:pt x="23" y="65"/>
                      <a:pt x="24" y="66"/>
                    </a:cubicBezTo>
                    <a:close/>
                    <a:moveTo>
                      <a:pt x="26" y="67"/>
                    </a:moveTo>
                    <a:cubicBezTo>
                      <a:pt x="26" y="67"/>
                      <a:pt x="26" y="68"/>
                      <a:pt x="26" y="68"/>
                    </a:cubicBezTo>
                    <a:cubicBezTo>
                      <a:pt x="26" y="68"/>
                      <a:pt x="26" y="69"/>
                      <a:pt x="26" y="69"/>
                    </a:cubicBezTo>
                    <a:cubicBezTo>
                      <a:pt x="26" y="70"/>
                      <a:pt x="26" y="70"/>
                      <a:pt x="26" y="71"/>
                    </a:cubicBezTo>
                    <a:cubicBezTo>
                      <a:pt x="25" y="71"/>
                      <a:pt x="25" y="72"/>
                      <a:pt x="24" y="72"/>
                    </a:cubicBezTo>
                    <a:cubicBezTo>
                      <a:pt x="24" y="67"/>
                      <a:pt x="24" y="65"/>
                      <a:pt x="24" y="60"/>
                    </a:cubicBezTo>
                    <a:cubicBezTo>
                      <a:pt x="27" y="59"/>
                      <a:pt x="26" y="63"/>
                      <a:pt x="26" y="65"/>
                    </a:cubicBezTo>
                    <a:cubicBezTo>
                      <a:pt x="26" y="65"/>
                      <a:pt x="27" y="66"/>
                      <a:pt x="26" y="67"/>
                    </a:cubicBezTo>
                    <a:close/>
                    <a:moveTo>
                      <a:pt x="33" y="69"/>
                    </a:moveTo>
                    <a:cubicBezTo>
                      <a:pt x="33" y="69"/>
                      <a:pt x="32" y="69"/>
                      <a:pt x="32" y="69"/>
                    </a:cubicBezTo>
                    <a:cubicBezTo>
                      <a:pt x="31" y="66"/>
                      <a:pt x="32" y="63"/>
                      <a:pt x="32" y="60"/>
                    </a:cubicBezTo>
                    <a:cubicBezTo>
                      <a:pt x="31" y="60"/>
                      <a:pt x="31" y="60"/>
                      <a:pt x="31" y="60"/>
                    </a:cubicBezTo>
                    <a:cubicBezTo>
                      <a:pt x="31" y="61"/>
                      <a:pt x="31" y="63"/>
                      <a:pt x="31" y="64"/>
                    </a:cubicBezTo>
                    <a:cubicBezTo>
                      <a:pt x="31" y="64"/>
                      <a:pt x="31" y="64"/>
                      <a:pt x="31" y="64"/>
                    </a:cubicBezTo>
                    <a:cubicBezTo>
                      <a:pt x="31" y="66"/>
                      <a:pt x="30" y="67"/>
                      <a:pt x="31" y="69"/>
                    </a:cubicBezTo>
                    <a:cubicBezTo>
                      <a:pt x="29" y="70"/>
                      <a:pt x="28" y="70"/>
                      <a:pt x="27" y="71"/>
                    </a:cubicBezTo>
                    <a:cubicBezTo>
                      <a:pt x="27" y="67"/>
                      <a:pt x="27" y="63"/>
                      <a:pt x="27" y="60"/>
                    </a:cubicBezTo>
                    <a:cubicBezTo>
                      <a:pt x="29" y="59"/>
                      <a:pt x="31" y="59"/>
                      <a:pt x="33" y="59"/>
                    </a:cubicBezTo>
                    <a:cubicBezTo>
                      <a:pt x="33" y="59"/>
                      <a:pt x="33" y="59"/>
                      <a:pt x="33" y="59"/>
                    </a:cubicBezTo>
                    <a:cubicBezTo>
                      <a:pt x="33" y="62"/>
                      <a:pt x="32" y="65"/>
                      <a:pt x="33" y="69"/>
                    </a:cubicBezTo>
                    <a:close/>
                    <a:moveTo>
                      <a:pt x="35" y="67"/>
                    </a:moveTo>
                    <a:cubicBezTo>
                      <a:pt x="35" y="68"/>
                      <a:pt x="34" y="68"/>
                      <a:pt x="34" y="68"/>
                    </a:cubicBezTo>
                    <a:cubicBezTo>
                      <a:pt x="33" y="65"/>
                      <a:pt x="34" y="61"/>
                      <a:pt x="33" y="59"/>
                    </a:cubicBezTo>
                    <a:cubicBezTo>
                      <a:pt x="34" y="58"/>
                      <a:pt x="35" y="58"/>
                      <a:pt x="35" y="58"/>
                    </a:cubicBezTo>
                    <a:cubicBezTo>
                      <a:pt x="36" y="61"/>
                      <a:pt x="36" y="64"/>
                      <a:pt x="35" y="67"/>
                    </a:cubicBezTo>
                    <a:close/>
                    <a:moveTo>
                      <a:pt x="38" y="66"/>
                    </a:moveTo>
                    <a:cubicBezTo>
                      <a:pt x="37" y="66"/>
                      <a:pt x="37" y="67"/>
                      <a:pt x="36" y="67"/>
                    </a:cubicBezTo>
                    <a:cubicBezTo>
                      <a:pt x="36" y="64"/>
                      <a:pt x="36" y="60"/>
                      <a:pt x="36" y="58"/>
                    </a:cubicBezTo>
                    <a:cubicBezTo>
                      <a:pt x="37" y="58"/>
                      <a:pt x="37" y="58"/>
                      <a:pt x="38" y="58"/>
                    </a:cubicBezTo>
                    <a:cubicBezTo>
                      <a:pt x="37" y="58"/>
                      <a:pt x="38" y="59"/>
                      <a:pt x="38" y="61"/>
                    </a:cubicBezTo>
                    <a:cubicBezTo>
                      <a:pt x="38" y="62"/>
                      <a:pt x="38" y="64"/>
                      <a:pt x="38" y="66"/>
                    </a:cubicBezTo>
                    <a:close/>
                    <a:moveTo>
                      <a:pt x="40" y="65"/>
                    </a:moveTo>
                    <a:cubicBezTo>
                      <a:pt x="40" y="65"/>
                      <a:pt x="40" y="66"/>
                      <a:pt x="39" y="66"/>
                    </a:cubicBezTo>
                    <a:cubicBezTo>
                      <a:pt x="38" y="63"/>
                      <a:pt x="39" y="60"/>
                      <a:pt x="38" y="57"/>
                    </a:cubicBezTo>
                    <a:cubicBezTo>
                      <a:pt x="39" y="57"/>
                      <a:pt x="40" y="57"/>
                      <a:pt x="40" y="57"/>
                    </a:cubicBezTo>
                    <a:cubicBezTo>
                      <a:pt x="40" y="57"/>
                      <a:pt x="40" y="58"/>
                      <a:pt x="41" y="58"/>
                    </a:cubicBezTo>
                    <a:cubicBezTo>
                      <a:pt x="40" y="59"/>
                      <a:pt x="41" y="62"/>
                      <a:pt x="40" y="63"/>
                    </a:cubicBezTo>
                    <a:cubicBezTo>
                      <a:pt x="40" y="64"/>
                      <a:pt x="40" y="64"/>
                      <a:pt x="40" y="65"/>
                    </a:cubicBezTo>
                    <a:close/>
                    <a:moveTo>
                      <a:pt x="41" y="65"/>
                    </a:moveTo>
                    <a:cubicBezTo>
                      <a:pt x="41" y="62"/>
                      <a:pt x="41" y="58"/>
                      <a:pt x="41" y="56"/>
                    </a:cubicBezTo>
                    <a:cubicBezTo>
                      <a:pt x="42" y="56"/>
                      <a:pt x="42" y="56"/>
                      <a:pt x="43" y="56"/>
                    </a:cubicBezTo>
                    <a:cubicBezTo>
                      <a:pt x="43" y="58"/>
                      <a:pt x="43" y="61"/>
                      <a:pt x="43" y="63"/>
                    </a:cubicBezTo>
                    <a:cubicBezTo>
                      <a:pt x="42" y="63"/>
                      <a:pt x="42" y="64"/>
                      <a:pt x="42" y="64"/>
                    </a:cubicBezTo>
                    <a:cubicBezTo>
                      <a:pt x="42" y="64"/>
                      <a:pt x="42" y="65"/>
                      <a:pt x="41" y="65"/>
                    </a:cubicBezTo>
                    <a:close/>
                    <a:moveTo>
                      <a:pt x="45" y="63"/>
                    </a:moveTo>
                    <a:cubicBezTo>
                      <a:pt x="44" y="64"/>
                      <a:pt x="43" y="64"/>
                      <a:pt x="43" y="64"/>
                    </a:cubicBezTo>
                    <a:cubicBezTo>
                      <a:pt x="43" y="64"/>
                      <a:pt x="43" y="64"/>
                      <a:pt x="43" y="63"/>
                    </a:cubicBezTo>
                    <a:cubicBezTo>
                      <a:pt x="43" y="60"/>
                      <a:pt x="43" y="58"/>
                      <a:pt x="44" y="56"/>
                    </a:cubicBezTo>
                    <a:cubicBezTo>
                      <a:pt x="44" y="55"/>
                      <a:pt x="44" y="55"/>
                      <a:pt x="45" y="55"/>
                    </a:cubicBezTo>
                    <a:cubicBezTo>
                      <a:pt x="45" y="56"/>
                      <a:pt x="45" y="56"/>
                      <a:pt x="45" y="57"/>
                    </a:cubicBezTo>
                    <a:cubicBezTo>
                      <a:pt x="45" y="58"/>
                      <a:pt x="44" y="62"/>
                      <a:pt x="45" y="63"/>
                    </a:cubicBezTo>
                    <a:close/>
                    <a:moveTo>
                      <a:pt x="47" y="55"/>
                    </a:moveTo>
                    <a:cubicBezTo>
                      <a:pt x="47" y="57"/>
                      <a:pt x="46" y="60"/>
                      <a:pt x="46" y="62"/>
                    </a:cubicBezTo>
                    <a:cubicBezTo>
                      <a:pt x="46" y="63"/>
                      <a:pt x="46" y="63"/>
                      <a:pt x="45" y="63"/>
                    </a:cubicBezTo>
                    <a:cubicBezTo>
                      <a:pt x="45" y="60"/>
                      <a:pt x="46" y="57"/>
                      <a:pt x="45" y="55"/>
                    </a:cubicBezTo>
                    <a:cubicBezTo>
                      <a:pt x="46" y="55"/>
                      <a:pt x="47" y="55"/>
                      <a:pt x="47" y="54"/>
                    </a:cubicBezTo>
                    <a:cubicBezTo>
                      <a:pt x="47" y="54"/>
                      <a:pt x="47" y="55"/>
                      <a:pt x="47" y="55"/>
                    </a:cubicBezTo>
                    <a:close/>
                    <a:moveTo>
                      <a:pt x="47" y="62"/>
                    </a:moveTo>
                    <a:cubicBezTo>
                      <a:pt x="47" y="59"/>
                      <a:pt x="48" y="56"/>
                      <a:pt x="47" y="54"/>
                    </a:cubicBezTo>
                    <a:cubicBezTo>
                      <a:pt x="48" y="54"/>
                      <a:pt x="49" y="54"/>
                      <a:pt x="49" y="53"/>
                    </a:cubicBezTo>
                    <a:cubicBezTo>
                      <a:pt x="50" y="56"/>
                      <a:pt x="49" y="58"/>
                      <a:pt x="50" y="61"/>
                    </a:cubicBezTo>
                    <a:cubicBezTo>
                      <a:pt x="49" y="61"/>
                      <a:pt x="48" y="62"/>
                      <a:pt x="47" y="62"/>
                    </a:cubicBezTo>
                    <a:close/>
                    <a:moveTo>
                      <a:pt x="53" y="59"/>
                    </a:moveTo>
                    <a:cubicBezTo>
                      <a:pt x="52" y="60"/>
                      <a:pt x="52" y="60"/>
                      <a:pt x="50" y="60"/>
                    </a:cubicBezTo>
                    <a:cubicBezTo>
                      <a:pt x="50" y="57"/>
                      <a:pt x="50" y="56"/>
                      <a:pt x="50" y="53"/>
                    </a:cubicBezTo>
                    <a:cubicBezTo>
                      <a:pt x="51" y="53"/>
                      <a:pt x="52" y="52"/>
                      <a:pt x="53" y="52"/>
                    </a:cubicBezTo>
                    <a:cubicBezTo>
                      <a:pt x="54" y="54"/>
                      <a:pt x="53" y="56"/>
                      <a:pt x="53" y="59"/>
                    </a:cubicBezTo>
                    <a:close/>
                    <a:moveTo>
                      <a:pt x="57" y="57"/>
                    </a:moveTo>
                    <a:cubicBezTo>
                      <a:pt x="56" y="58"/>
                      <a:pt x="55" y="58"/>
                      <a:pt x="54" y="59"/>
                    </a:cubicBezTo>
                    <a:cubicBezTo>
                      <a:pt x="54" y="56"/>
                      <a:pt x="54" y="54"/>
                      <a:pt x="54" y="51"/>
                    </a:cubicBezTo>
                    <a:cubicBezTo>
                      <a:pt x="55" y="51"/>
                      <a:pt x="55" y="51"/>
                      <a:pt x="55" y="51"/>
                    </a:cubicBezTo>
                    <a:cubicBezTo>
                      <a:pt x="55" y="53"/>
                      <a:pt x="55" y="55"/>
                      <a:pt x="55" y="57"/>
                    </a:cubicBezTo>
                    <a:cubicBezTo>
                      <a:pt x="55" y="57"/>
                      <a:pt x="55" y="57"/>
                      <a:pt x="55" y="57"/>
                    </a:cubicBezTo>
                    <a:cubicBezTo>
                      <a:pt x="56" y="58"/>
                      <a:pt x="56" y="57"/>
                      <a:pt x="56" y="57"/>
                    </a:cubicBezTo>
                    <a:cubicBezTo>
                      <a:pt x="56" y="55"/>
                      <a:pt x="56" y="53"/>
                      <a:pt x="56" y="51"/>
                    </a:cubicBezTo>
                    <a:cubicBezTo>
                      <a:pt x="56" y="50"/>
                      <a:pt x="57" y="50"/>
                      <a:pt x="57" y="50"/>
                    </a:cubicBezTo>
                    <a:cubicBezTo>
                      <a:pt x="57" y="50"/>
                      <a:pt x="57" y="51"/>
                      <a:pt x="57" y="51"/>
                    </a:cubicBezTo>
                    <a:cubicBezTo>
                      <a:pt x="57" y="53"/>
                      <a:pt x="57" y="55"/>
                      <a:pt x="57" y="57"/>
                    </a:cubicBezTo>
                    <a:close/>
                    <a:moveTo>
                      <a:pt x="59" y="56"/>
                    </a:moveTo>
                    <a:cubicBezTo>
                      <a:pt x="59" y="56"/>
                      <a:pt x="59" y="56"/>
                      <a:pt x="58" y="56"/>
                    </a:cubicBezTo>
                    <a:cubicBezTo>
                      <a:pt x="58" y="54"/>
                      <a:pt x="58" y="52"/>
                      <a:pt x="58" y="50"/>
                    </a:cubicBezTo>
                    <a:cubicBezTo>
                      <a:pt x="58" y="49"/>
                      <a:pt x="59" y="49"/>
                      <a:pt x="59" y="49"/>
                    </a:cubicBezTo>
                    <a:cubicBezTo>
                      <a:pt x="60" y="49"/>
                      <a:pt x="59" y="50"/>
                      <a:pt x="60" y="50"/>
                    </a:cubicBezTo>
                    <a:cubicBezTo>
                      <a:pt x="59" y="50"/>
                      <a:pt x="59" y="50"/>
                      <a:pt x="59" y="51"/>
                    </a:cubicBezTo>
                    <a:cubicBezTo>
                      <a:pt x="59" y="52"/>
                      <a:pt x="60" y="54"/>
                      <a:pt x="59" y="56"/>
                    </a:cubicBezTo>
                    <a:close/>
                    <a:moveTo>
                      <a:pt x="61" y="55"/>
                    </a:moveTo>
                    <a:cubicBezTo>
                      <a:pt x="61" y="55"/>
                      <a:pt x="61" y="56"/>
                      <a:pt x="60" y="56"/>
                    </a:cubicBezTo>
                    <a:cubicBezTo>
                      <a:pt x="61" y="53"/>
                      <a:pt x="60" y="51"/>
                      <a:pt x="60" y="49"/>
                    </a:cubicBezTo>
                    <a:cubicBezTo>
                      <a:pt x="60" y="48"/>
                      <a:pt x="61" y="48"/>
                      <a:pt x="62" y="48"/>
                    </a:cubicBezTo>
                    <a:cubicBezTo>
                      <a:pt x="62" y="50"/>
                      <a:pt x="61" y="53"/>
                      <a:pt x="61" y="55"/>
                    </a:cubicBezTo>
                    <a:close/>
                    <a:moveTo>
                      <a:pt x="62" y="54"/>
                    </a:moveTo>
                    <a:cubicBezTo>
                      <a:pt x="62" y="52"/>
                      <a:pt x="63" y="49"/>
                      <a:pt x="62" y="48"/>
                    </a:cubicBezTo>
                    <a:cubicBezTo>
                      <a:pt x="62" y="47"/>
                      <a:pt x="63" y="47"/>
                      <a:pt x="63" y="47"/>
                    </a:cubicBezTo>
                    <a:cubicBezTo>
                      <a:pt x="64" y="47"/>
                      <a:pt x="63" y="49"/>
                      <a:pt x="63" y="49"/>
                    </a:cubicBezTo>
                    <a:cubicBezTo>
                      <a:pt x="63" y="51"/>
                      <a:pt x="64" y="52"/>
                      <a:pt x="63" y="53"/>
                    </a:cubicBezTo>
                    <a:cubicBezTo>
                      <a:pt x="63" y="53"/>
                      <a:pt x="63" y="54"/>
                      <a:pt x="63" y="53"/>
                    </a:cubicBezTo>
                    <a:cubicBezTo>
                      <a:pt x="63" y="54"/>
                      <a:pt x="63" y="54"/>
                      <a:pt x="62" y="54"/>
                    </a:cubicBezTo>
                    <a:close/>
                    <a:moveTo>
                      <a:pt x="65" y="52"/>
                    </a:moveTo>
                    <a:cubicBezTo>
                      <a:pt x="65" y="52"/>
                      <a:pt x="65" y="53"/>
                      <a:pt x="64" y="53"/>
                    </a:cubicBezTo>
                    <a:cubicBezTo>
                      <a:pt x="64" y="51"/>
                      <a:pt x="64" y="48"/>
                      <a:pt x="64" y="46"/>
                    </a:cubicBezTo>
                    <a:cubicBezTo>
                      <a:pt x="65" y="46"/>
                      <a:pt x="65" y="46"/>
                      <a:pt x="66" y="46"/>
                    </a:cubicBezTo>
                    <a:cubicBezTo>
                      <a:pt x="66" y="48"/>
                      <a:pt x="66" y="51"/>
                      <a:pt x="65" y="52"/>
                    </a:cubicBezTo>
                    <a:close/>
                    <a:moveTo>
                      <a:pt x="73" y="47"/>
                    </a:moveTo>
                    <a:cubicBezTo>
                      <a:pt x="72" y="48"/>
                      <a:pt x="70" y="49"/>
                      <a:pt x="69" y="50"/>
                    </a:cubicBezTo>
                    <a:cubicBezTo>
                      <a:pt x="68" y="50"/>
                      <a:pt x="68" y="52"/>
                      <a:pt x="66" y="52"/>
                    </a:cubicBezTo>
                    <a:cubicBezTo>
                      <a:pt x="66" y="49"/>
                      <a:pt x="66" y="48"/>
                      <a:pt x="66" y="45"/>
                    </a:cubicBezTo>
                    <a:cubicBezTo>
                      <a:pt x="67" y="45"/>
                      <a:pt x="67" y="44"/>
                      <a:pt x="68" y="44"/>
                    </a:cubicBezTo>
                    <a:cubicBezTo>
                      <a:pt x="68" y="47"/>
                      <a:pt x="68" y="48"/>
                      <a:pt x="68" y="50"/>
                    </a:cubicBezTo>
                    <a:cubicBezTo>
                      <a:pt x="68" y="50"/>
                      <a:pt x="68" y="50"/>
                      <a:pt x="68" y="50"/>
                    </a:cubicBezTo>
                    <a:cubicBezTo>
                      <a:pt x="69" y="48"/>
                      <a:pt x="68" y="45"/>
                      <a:pt x="69" y="44"/>
                    </a:cubicBezTo>
                    <a:cubicBezTo>
                      <a:pt x="69" y="44"/>
                      <a:pt x="70" y="43"/>
                      <a:pt x="70" y="43"/>
                    </a:cubicBezTo>
                    <a:cubicBezTo>
                      <a:pt x="71" y="44"/>
                      <a:pt x="69" y="47"/>
                      <a:pt x="71" y="48"/>
                    </a:cubicBezTo>
                    <a:cubicBezTo>
                      <a:pt x="71" y="48"/>
                      <a:pt x="71" y="48"/>
                      <a:pt x="71" y="47"/>
                    </a:cubicBezTo>
                    <a:cubicBezTo>
                      <a:pt x="71" y="46"/>
                      <a:pt x="71" y="44"/>
                      <a:pt x="71" y="42"/>
                    </a:cubicBezTo>
                    <a:cubicBezTo>
                      <a:pt x="71" y="42"/>
                      <a:pt x="72" y="41"/>
                      <a:pt x="72" y="42"/>
                    </a:cubicBezTo>
                    <a:cubicBezTo>
                      <a:pt x="72" y="43"/>
                      <a:pt x="73" y="45"/>
                      <a:pt x="72" y="47"/>
                    </a:cubicBezTo>
                    <a:cubicBezTo>
                      <a:pt x="72" y="47"/>
                      <a:pt x="72" y="47"/>
                      <a:pt x="72" y="47"/>
                    </a:cubicBezTo>
                    <a:cubicBezTo>
                      <a:pt x="73" y="46"/>
                      <a:pt x="73" y="45"/>
                      <a:pt x="73" y="44"/>
                    </a:cubicBezTo>
                    <a:cubicBezTo>
                      <a:pt x="73" y="43"/>
                      <a:pt x="73" y="42"/>
                      <a:pt x="73" y="41"/>
                    </a:cubicBezTo>
                    <a:cubicBezTo>
                      <a:pt x="73" y="41"/>
                      <a:pt x="74" y="40"/>
                      <a:pt x="74" y="40"/>
                    </a:cubicBezTo>
                    <a:cubicBezTo>
                      <a:pt x="74" y="43"/>
                      <a:pt x="74" y="43"/>
                      <a:pt x="74" y="45"/>
                    </a:cubicBezTo>
                    <a:cubicBezTo>
                      <a:pt x="74" y="46"/>
                      <a:pt x="74" y="46"/>
                      <a:pt x="74" y="46"/>
                    </a:cubicBezTo>
                    <a:cubicBezTo>
                      <a:pt x="74" y="46"/>
                      <a:pt x="73" y="47"/>
                      <a:pt x="73" y="47"/>
                    </a:cubicBezTo>
                    <a:close/>
                    <a:moveTo>
                      <a:pt x="76" y="44"/>
                    </a:moveTo>
                    <a:cubicBezTo>
                      <a:pt x="76" y="44"/>
                      <a:pt x="76" y="45"/>
                      <a:pt x="75" y="45"/>
                    </a:cubicBezTo>
                    <a:cubicBezTo>
                      <a:pt x="75" y="43"/>
                      <a:pt x="75" y="42"/>
                      <a:pt x="75" y="39"/>
                    </a:cubicBezTo>
                    <a:cubicBezTo>
                      <a:pt x="75" y="39"/>
                      <a:pt x="76" y="38"/>
                      <a:pt x="76" y="39"/>
                    </a:cubicBezTo>
                    <a:cubicBezTo>
                      <a:pt x="76" y="41"/>
                      <a:pt x="76" y="42"/>
                      <a:pt x="76" y="44"/>
                    </a:cubicBezTo>
                    <a:close/>
                    <a:moveTo>
                      <a:pt x="77" y="43"/>
                    </a:moveTo>
                    <a:cubicBezTo>
                      <a:pt x="77" y="41"/>
                      <a:pt x="77" y="39"/>
                      <a:pt x="77" y="38"/>
                    </a:cubicBezTo>
                    <a:cubicBezTo>
                      <a:pt x="78" y="38"/>
                      <a:pt x="78" y="37"/>
                      <a:pt x="79" y="37"/>
                    </a:cubicBezTo>
                    <a:cubicBezTo>
                      <a:pt x="78" y="39"/>
                      <a:pt x="79" y="42"/>
                      <a:pt x="77" y="43"/>
                    </a:cubicBezTo>
                    <a:close/>
                    <a:moveTo>
                      <a:pt x="79" y="42"/>
                    </a:moveTo>
                    <a:cubicBezTo>
                      <a:pt x="79" y="40"/>
                      <a:pt x="79" y="38"/>
                      <a:pt x="79" y="36"/>
                    </a:cubicBezTo>
                    <a:cubicBezTo>
                      <a:pt x="80" y="36"/>
                      <a:pt x="80" y="35"/>
                      <a:pt x="81" y="35"/>
                    </a:cubicBezTo>
                    <a:cubicBezTo>
                      <a:pt x="81" y="37"/>
                      <a:pt x="81" y="40"/>
                      <a:pt x="79" y="42"/>
                    </a:cubicBezTo>
                    <a:close/>
                    <a:moveTo>
                      <a:pt x="82" y="40"/>
                    </a:moveTo>
                    <a:cubicBezTo>
                      <a:pt x="82" y="38"/>
                      <a:pt x="81" y="36"/>
                      <a:pt x="82" y="34"/>
                    </a:cubicBezTo>
                    <a:cubicBezTo>
                      <a:pt x="82" y="34"/>
                      <a:pt x="83" y="34"/>
                      <a:pt x="83" y="33"/>
                    </a:cubicBezTo>
                    <a:cubicBezTo>
                      <a:pt x="83" y="33"/>
                      <a:pt x="83" y="33"/>
                      <a:pt x="83" y="33"/>
                    </a:cubicBezTo>
                    <a:cubicBezTo>
                      <a:pt x="83" y="36"/>
                      <a:pt x="84" y="39"/>
                      <a:pt x="82" y="40"/>
                    </a:cubicBezTo>
                    <a:close/>
                    <a:moveTo>
                      <a:pt x="84" y="38"/>
                    </a:moveTo>
                    <a:cubicBezTo>
                      <a:pt x="84" y="35"/>
                      <a:pt x="84" y="34"/>
                      <a:pt x="84" y="32"/>
                    </a:cubicBezTo>
                    <a:cubicBezTo>
                      <a:pt x="84" y="32"/>
                      <a:pt x="85" y="31"/>
                      <a:pt x="86" y="31"/>
                    </a:cubicBezTo>
                    <a:cubicBezTo>
                      <a:pt x="86" y="32"/>
                      <a:pt x="85" y="34"/>
                      <a:pt x="85" y="35"/>
                    </a:cubicBezTo>
                    <a:cubicBezTo>
                      <a:pt x="85" y="36"/>
                      <a:pt x="85" y="36"/>
                      <a:pt x="86" y="36"/>
                    </a:cubicBezTo>
                    <a:cubicBezTo>
                      <a:pt x="85" y="36"/>
                      <a:pt x="85" y="37"/>
                      <a:pt x="84" y="38"/>
                    </a:cubicBezTo>
                    <a:close/>
                    <a:moveTo>
                      <a:pt x="87" y="34"/>
                    </a:moveTo>
                    <a:cubicBezTo>
                      <a:pt x="87" y="35"/>
                      <a:pt x="87" y="35"/>
                      <a:pt x="86" y="35"/>
                    </a:cubicBezTo>
                    <a:cubicBezTo>
                      <a:pt x="86" y="33"/>
                      <a:pt x="86" y="30"/>
                      <a:pt x="88" y="29"/>
                    </a:cubicBezTo>
                    <a:cubicBezTo>
                      <a:pt x="88" y="29"/>
                      <a:pt x="88" y="29"/>
                      <a:pt x="88" y="29"/>
                    </a:cubicBezTo>
                    <a:cubicBezTo>
                      <a:pt x="88" y="31"/>
                      <a:pt x="87" y="33"/>
                      <a:pt x="87" y="34"/>
                    </a:cubicBezTo>
                    <a:close/>
                    <a:moveTo>
                      <a:pt x="89" y="32"/>
                    </a:moveTo>
                    <a:cubicBezTo>
                      <a:pt x="89" y="32"/>
                      <a:pt x="89" y="33"/>
                      <a:pt x="88" y="33"/>
                    </a:cubicBezTo>
                    <a:cubicBezTo>
                      <a:pt x="89" y="31"/>
                      <a:pt x="88" y="29"/>
                      <a:pt x="89" y="28"/>
                    </a:cubicBezTo>
                    <a:cubicBezTo>
                      <a:pt x="90" y="29"/>
                      <a:pt x="89" y="31"/>
                      <a:pt x="89" y="32"/>
                    </a:cubicBezTo>
                    <a:close/>
                    <a:moveTo>
                      <a:pt x="94" y="19"/>
                    </a:moveTo>
                    <a:cubicBezTo>
                      <a:pt x="93" y="19"/>
                      <a:pt x="93" y="18"/>
                      <a:pt x="92" y="18"/>
                    </a:cubicBezTo>
                    <a:cubicBezTo>
                      <a:pt x="92" y="18"/>
                      <a:pt x="92" y="17"/>
                      <a:pt x="93" y="16"/>
                    </a:cubicBezTo>
                    <a:cubicBezTo>
                      <a:pt x="93" y="16"/>
                      <a:pt x="93" y="17"/>
                      <a:pt x="93" y="18"/>
                    </a:cubicBezTo>
                    <a:cubicBezTo>
                      <a:pt x="93" y="18"/>
                      <a:pt x="93" y="18"/>
                      <a:pt x="93" y="18"/>
                    </a:cubicBezTo>
                    <a:cubicBezTo>
                      <a:pt x="95" y="18"/>
                      <a:pt x="93" y="15"/>
                      <a:pt x="94" y="15"/>
                    </a:cubicBezTo>
                    <a:cubicBezTo>
                      <a:pt x="94" y="16"/>
                      <a:pt x="95" y="18"/>
                      <a:pt x="94" y="19"/>
                    </a:cubicBezTo>
                    <a:close/>
                    <a:moveTo>
                      <a:pt x="90" y="31"/>
                    </a:moveTo>
                    <a:cubicBezTo>
                      <a:pt x="90" y="29"/>
                      <a:pt x="89" y="27"/>
                      <a:pt x="91" y="25"/>
                    </a:cubicBezTo>
                    <a:cubicBezTo>
                      <a:pt x="92" y="26"/>
                      <a:pt x="91" y="27"/>
                      <a:pt x="91" y="27"/>
                    </a:cubicBezTo>
                    <a:cubicBezTo>
                      <a:pt x="91" y="28"/>
                      <a:pt x="91" y="30"/>
                      <a:pt x="90" y="31"/>
                    </a:cubicBezTo>
                    <a:close/>
                    <a:moveTo>
                      <a:pt x="92" y="29"/>
                    </a:moveTo>
                    <a:cubicBezTo>
                      <a:pt x="92" y="27"/>
                      <a:pt x="91" y="25"/>
                      <a:pt x="93" y="24"/>
                    </a:cubicBezTo>
                    <a:cubicBezTo>
                      <a:pt x="93" y="25"/>
                      <a:pt x="93" y="28"/>
                      <a:pt x="92" y="29"/>
                    </a:cubicBezTo>
                    <a:close/>
                    <a:moveTo>
                      <a:pt x="93" y="27"/>
                    </a:moveTo>
                    <a:cubicBezTo>
                      <a:pt x="93" y="25"/>
                      <a:pt x="93" y="22"/>
                      <a:pt x="95" y="22"/>
                    </a:cubicBezTo>
                    <a:cubicBezTo>
                      <a:pt x="94" y="24"/>
                      <a:pt x="95" y="26"/>
                      <a:pt x="93" y="27"/>
                    </a:cubicBezTo>
                    <a:close/>
                    <a:moveTo>
                      <a:pt x="96" y="24"/>
                    </a:moveTo>
                    <a:cubicBezTo>
                      <a:pt x="96" y="24"/>
                      <a:pt x="95" y="25"/>
                      <a:pt x="95" y="25"/>
                    </a:cubicBezTo>
                    <a:cubicBezTo>
                      <a:pt x="95" y="23"/>
                      <a:pt x="95" y="21"/>
                      <a:pt x="96" y="20"/>
                    </a:cubicBezTo>
                    <a:cubicBezTo>
                      <a:pt x="97" y="21"/>
                      <a:pt x="95" y="23"/>
                      <a:pt x="96" y="24"/>
                    </a:cubicBezTo>
                    <a:close/>
                    <a:moveTo>
                      <a:pt x="95" y="19"/>
                    </a:moveTo>
                    <a:cubicBezTo>
                      <a:pt x="95" y="17"/>
                      <a:pt x="95" y="16"/>
                      <a:pt x="95" y="14"/>
                    </a:cubicBezTo>
                    <a:cubicBezTo>
                      <a:pt x="96" y="16"/>
                      <a:pt x="96" y="17"/>
                      <a:pt x="96" y="19"/>
                    </a:cubicBezTo>
                    <a:cubicBezTo>
                      <a:pt x="96" y="19"/>
                      <a:pt x="95" y="19"/>
                      <a:pt x="95" y="19"/>
                    </a:cubicBezTo>
                    <a:close/>
                    <a:moveTo>
                      <a:pt x="98" y="21"/>
                    </a:moveTo>
                    <a:cubicBezTo>
                      <a:pt x="97" y="21"/>
                      <a:pt x="98" y="23"/>
                      <a:pt x="97" y="23"/>
                    </a:cubicBezTo>
                    <a:cubicBezTo>
                      <a:pt x="96" y="20"/>
                      <a:pt x="96" y="17"/>
                      <a:pt x="96" y="14"/>
                    </a:cubicBezTo>
                    <a:cubicBezTo>
                      <a:pt x="97" y="14"/>
                      <a:pt x="97" y="14"/>
                      <a:pt x="97" y="13"/>
                    </a:cubicBezTo>
                    <a:cubicBezTo>
                      <a:pt x="98" y="14"/>
                      <a:pt x="97" y="15"/>
                      <a:pt x="98" y="16"/>
                    </a:cubicBezTo>
                    <a:cubicBezTo>
                      <a:pt x="98" y="16"/>
                      <a:pt x="98" y="16"/>
                      <a:pt x="98" y="16"/>
                    </a:cubicBezTo>
                    <a:cubicBezTo>
                      <a:pt x="98" y="17"/>
                      <a:pt x="98" y="17"/>
                      <a:pt x="98" y="17"/>
                    </a:cubicBezTo>
                    <a:cubicBezTo>
                      <a:pt x="98" y="18"/>
                      <a:pt x="98" y="19"/>
                      <a:pt x="98" y="21"/>
                    </a:cubicBezTo>
                    <a:close/>
                    <a:moveTo>
                      <a:pt x="98" y="23"/>
                    </a:moveTo>
                    <a:cubicBezTo>
                      <a:pt x="98" y="23"/>
                      <a:pt x="98" y="23"/>
                      <a:pt x="98" y="23"/>
                    </a:cubicBezTo>
                    <a:cubicBezTo>
                      <a:pt x="99" y="23"/>
                      <a:pt x="98" y="23"/>
                      <a:pt x="98" y="23"/>
                    </a:cubicBezTo>
                    <a:close/>
                    <a:moveTo>
                      <a:pt x="98" y="22"/>
                    </a:moveTo>
                    <a:cubicBezTo>
                      <a:pt x="98" y="19"/>
                      <a:pt x="99" y="16"/>
                      <a:pt x="98" y="13"/>
                    </a:cubicBezTo>
                    <a:cubicBezTo>
                      <a:pt x="98" y="13"/>
                      <a:pt x="98" y="14"/>
                      <a:pt x="98" y="13"/>
                    </a:cubicBezTo>
                    <a:cubicBezTo>
                      <a:pt x="98" y="13"/>
                      <a:pt x="99" y="13"/>
                      <a:pt x="99" y="12"/>
                    </a:cubicBezTo>
                    <a:cubicBezTo>
                      <a:pt x="100" y="15"/>
                      <a:pt x="99" y="20"/>
                      <a:pt x="100" y="24"/>
                    </a:cubicBezTo>
                    <a:cubicBezTo>
                      <a:pt x="99" y="23"/>
                      <a:pt x="100" y="22"/>
                      <a:pt x="98" y="22"/>
                    </a:cubicBezTo>
                    <a:close/>
                    <a:moveTo>
                      <a:pt x="101" y="27"/>
                    </a:moveTo>
                    <a:cubicBezTo>
                      <a:pt x="100" y="22"/>
                      <a:pt x="100" y="18"/>
                      <a:pt x="100" y="12"/>
                    </a:cubicBezTo>
                    <a:cubicBezTo>
                      <a:pt x="100" y="12"/>
                      <a:pt x="100" y="11"/>
                      <a:pt x="100" y="11"/>
                    </a:cubicBezTo>
                    <a:cubicBezTo>
                      <a:pt x="101" y="12"/>
                      <a:pt x="100" y="14"/>
                      <a:pt x="101" y="14"/>
                    </a:cubicBezTo>
                    <a:cubicBezTo>
                      <a:pt x="101" y="16"/>
                      <a:pt x="102" y="17"/>
                      <a:pt x="101" y="18"/>
                    </a:cubicBezTo>
                    <a:cubicBezTo>
                      <a:pt x="101" y="19"/>
                      <a:pt x="101" y="19"/>
                      <a:pt x="101" y="19"/>
                    </a:cubicBezTo>
                    <a:cubicBezTo>
                      <a:pt x="101" y="19"/>
                      <a:pt x="101" y="19"/>
                      <a:pt x="101" y="19"/>
                    </a:cubicBezTo>
                    <a:cubicBezTo>
                      <a:pt x="102" y="21"/>
                      <a:pt x="101" y="23"/>
                      <a:pt x="101" y="25"/>
                    </a:cubicBezTo>
                    <a:cubicBezTo>
                      <a:pt x="101" y="25"/>
                      <a:pt x="101" y="26"/>
                      <a:pt x="102" y="26"/>
                    </a:cubicBezTo>
                    <a:cubicBezTo>
                      <a:pt x="101" y="26"/>
                      <a:pt x="101" y="27"/>
                      <a:pt x="101" y="27"/>
                    </a:cubicBezTo>
                    <a:close/>
                    <a:moveTo>
                      <a:pt x="102" y="24"/>
                    </a:moveTo>
                    <a:cubicBezTo>
                      <a:pt x="102" y="20"/>
                      <a:pt x="101" y="17"/>
                      <a:pt x="102" y="13"/>
                    </a:cubicBezTo>
                    <a:cubicBezTo>
                      <a:pt x="101" y="13"/>
                      <a:pt x="102" y="12"/>
                      <a:pt x="101" y="12"/>
                    </a:cubicBezTo>
                    <a:cubicBezTo>
                      <a:pt x="102" y="12"/>
                      <a:pt x="101" y="10"/>
                      <a:pt x="102" y="10"/>
                    </a:cubicBezTo>
                    <a:cubicBezTo>
                      <a:pt x="102" y="11"/>
                      <a:pt x="102" y="11"/>
                      <a:pt x="102" y="12"/>
                    </a:cubicBezTo>
                    <a:cubicBezTo>
                      <a:pt x="103" y="12"/>
                      <a:pt x="102" y="14"/>
                      <a:pt x="103" y="14"/>
                    </a:cubicBezTo>
                    <a:cubicBezTo>
                      <a:pt x="103" y="14"/>
                      <a:pt x="103" y="14"/>
                      <a:pt x="103" y="14"/>
                    </a:cubicBezTo>
                    <a:cubicBezTo>
                      <a:pt x="103" y="15"/>
                      <a:pt x="103" y="16"/>
                      <a:pt x="103" y="17"/>
                    </a:cubicBezTo>
                    <a:cubicBezTo>
                      <a:pt x="103" y="17"/>
                      <a:pt x="103" y="17"/>
                      <a:pt x="103" y="17"/>
                    </a:cubicBezTo>
                    <a:cubicBezTo>
                      <a:pt x="103" y="19"/>
                      <a:pt x="104" y="22"/>
                      <a:pt x="102" y="24"/>
                    </a:cubicBezTo>
                    <a:close/>
                    <a:moveTo>
                      <a:pt x="104" y="21"/>
                    </a:moveTo>
                    <a:cubicBezTo>
                      <a:pt x="103" y="19"/>
                      <a:pt x="103" y="17"/>
                      <a:pt x="103" y="16"/>
                    </a:cubicBezTo>
                    <a:cubicBezTo>
                      <a:pt x="103" y="14"/>
                      <a:pt x="103" y="12"/>
                      <a:pt x="103" y="9"/>
                    </a:cubicBezTo>
                    <a:cubicBezTo>
                      <a:pt x="103" y="9"/>
                      <a:pt x="104" y="9"/>
                      <a:pt x="104" y="9"/>
                    </a:cubicBezTo>
                    <a:cubicBezTo>
                      <a:pt x="104" y="9"/>
                      <a:pt x="104" y="10"/>
                      <a:pt x="104" y="10"/>
                    </a:cubicBezTo>
                    <a:cubicBezTo>
                      <a:pt x="104" y="13"/>
                      <a:pt x="106" y="18"/>
                      <a:pt x="104" y="21"/>
                    </a:cubicBezTo>
                    <a:close/>
                    <a:moveTo>
                      <a:pt x="106" y="16"/>
                    </a:moveTo>
                    <a:cubicBezTo>
                      <a:pt x="105" y="14"/>
                      <a:pt x="105" y="11"/>
                      <a:pt x="104" y="8"/>
                    </a:cubicBezTo>
                    <a:cubicBezTo>
                      <a:pt x="105" y="8"/>
                      <a:pt x="105" y="8"/>
                      <a:pt x="106" y="7"/>
                    </a:cubicBezTo>
                    <a:cubicBezTo>
                      <a:pt x="106" y="7"/>
                      <a:pt x="106" y="8"/>
                      <a:pt x="106" y="9"/>
                    </a:cubicBezTo>
                    <a:cubicBezTo>
                      <a:pt x="106" y="9"/>
                      <a:pt x="106" y="9"/>
                      <a:pt x="106" y="10"/>
                    </a:cubicBezTo>
                    <a:cubicBezTo>
                      <a:pt x="106" y="10"/>
                      <a:pt x="106" y="11"/>
                      <a:pt x="106" y="11"/>
                    </a:cubicBezTo>
                    <a:cubicBezTo>
                      <a:pt x="106" y="12"/>
                      <a:pt x="107" y="15"/>
                      <a:pt x="106" y="16"/>
                    </a:cubicBezTo>
                    <a:close/>
                    <a:moveTo>
                      <a:pt x="108" y="11"/>
                    </a:moveTo>
                    <a:cubicBezTo>
                      <a:pt x="108" y="12"/>
                      <a:pt x="107" y="12"/>
                      <a:pt x="107" y="12"/>
                    </a:cubicBezTo>
                    <a:cubicBezTo>
                      <a:pt x="106" y="11"/>
                      <a:pt x="107" y="9"/>
                      <a:pt x="107" y="7"/>
                    </a:cubicBezTo>
                    <a:cubicBezTo>
                      <a:pt x="107" y="6"/>
                      <a:pt x="107" y="6"/>
                      <a:pt x="108" y="5"/>
                    </a:cubicBezTo>
                    <a:cubicBezTo>
                      <a:pt x="108" y="7"/>
                      <a:pt x="108" y="8"/>
                      <a:pt x="108" y="9"/>
                    </a:cubicBezTo>
                    <a:cubicBezTo>
                      <a:pt x="108" y="10"/>
                      <a:pt x="107" y="9"/>
                      <a:pt x="107" y="10"/>
                    </a:cubicBezTo>
                    <a:cubicBezTo>
                      <a:pt x="107" y="10"/>
                      <a:pt x="108" y="11"/>
                      <a:pt x="108" y="11"/>
                    </a:cubicBezTo>
                    <a:close/>
                    <a:moveTo>
                      <a:pt x="109" y="9"/>
                    </a:moveTo>
                    <a:cubicBezTo>
                      <a:pt x="109" y="7"/>
                      <a:pt x="108" y="6"/>
                      <a:pt x="109" y="4"/>
                    </a:cubicBezTo>
                    <a:cubicBezTo>
                      <a:pt x="110" y="5"/>
                      <a:pt x="108" y="7"/>
                      <a:pt x="109" y="7"/>
                    </a:cubicBezTo>
                    <a:cubicBezTo>
                      <a:pt x="109" y="8"/>
                      <a:pt x="109" y="9"/>
                      <a:pt x="109" y="9"/>
                    </a:cubicBezTo>
                    <a:close/>
                    <a:moveTo>
                      <a:pt x="110" y="6"/>
                    </a:moveTo>
                    <a:cubicBezTo>
                      <a:pt x="109" y="5"/>
                      <a:pt x="110" y="4"/>
                      <a:pt x="110" y="4"/>
                    </a:cubicBezTo>
                    <a:cubicBezTo>
                      <a:pt x="110" y="3"/>
                      <a:pt x="110" y="3"/>
                      <a:pt x="111" y="3"/>
                    </a:cubicBezTo>
                    <a:cubicBezTo>
                      <a:pt x="111" y="4"/>
                      <a:pt x="110" y="5"/>
                      <a:pt x="1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6" name="Freeform 54"/>
              <p:cNvSpPr>
                <a:spLocks noEditPoints="1"/>
              </p:cNvSpPr>
              <p:nvPr/>
            </p:nvSpPr>
            <p:spPr bwMode="auto">
              <a:xfrm>
                <a:off x="4451350" y="511175"/>
                <a:ext cx="3092450" cy="2387601"/>
              </a:xfrm>
              <a:custGeom>
                <a:avLst/>
                <a:gdLst>
                  <a:gd name="T0" fmla="*/ 135 w 155"/>
                  <a:gd name="T1" fmla="*/ 101 h 119"/>
                  <a:gd name="T2" fmla="*/ 134 w 155"/>
                  <a:gd name="T3" fmla="*/ 50 h 119"/>
                  <a:gd name="T4" fmla="*/ 121 w 155"/>
                  <a:gd name="T5" fmla="*/ 96 h 119"/>
                  <a:gd name="T6" fmla="*/ 106 w 155"/>
                  <a:gd name="T7" fmla="*/ 70 h 119"/>
                  <a:gd name="T8" fmla="*/ 93 w 155"/>
                  <a:gd name="T9" fmla="*/ 113 h 119"/>
                  <a:gd name="T10" fmla="*/ 78 w 155"/>
                  <a:gd name="T11" fmla="*/ 84 h 119"/>
                  <a:gd name="T12" fmla="*/ 71 w 155"/>
                  <a:gd name="T13" fmla="*/ 106 h 119"/>
                  <a:gd name="T14" fmla="*/ 46 w 155"/>
                  <a:gd name="T15" fmla="*/ 101 h 119"/>
                  <a:gd name="T16" fmla="*/ 11 w 155"/>
                  <a:gd name="T17" fmla="*/ 113 h 119"/>
                  <a:gd name="T18" fmla="*/ 10 w 155"/>
                  <a:gd name="T19" fmla="*/ 39 h 119"/>
                  <a:gd name="T20" fmla="*/ 10 w 155"/>
                  <a:gd name="T21" fmla="*/ 0 h 119"/>
                  <a:gd name="T22" fmla="*/ 9 w 155"/>
                  <a:gd name="T23" fmla="*/ 35 h 119"/>
                  <a:gd name="T24" fmla="*/ 1 w 155"/>
                  <a:gd name="T25" fmla="*/ 114 h 119"/>
                  <a:gd name="T26" fmla="*/ 37 w 155"/>
                  <a:gd name="T27" fmla="*/ 115 h 119"/>
                  <a:gd name="T28" fmla="*/ 116 w 155"/>
                  <a:gd name="T29" fmla="*/ 114 h 119"/>
                  <a:gd name="T30" fmla="*/ 155 w 155"/>
                  <a:gd name="T31" fmla="*/ 113 h 119"/>
                  <a:gd name="T32" fmla="*/ 18 w 155"/>
                  <a:gd name="T33" fmla="*/ 113 h 119"/>
                  <a:gd name="T34" fmla="*/ 25 w 155"/>
                  <a:gd name="T35" fmla="*/ 108 h 119"/>
                  <a:gd name="T36" fmla="*/ 38 w 155"/>
                  <a:gd name="T37" fmla="*/ 103 h 119"/>
                  <a:gd name="T38" fmla="*/ 41 w 155"/>
                  <a:gd name="T39" fmla="*/ 108 h 119"/>
                  <a:gd name="T40" fmla="*/ 47 w 155"/>
                  <a:gd name="T41" fmla="*/ 103 h 119"/>
                  <a:gd name="T42" fmla="*/ 42 w 155"/>
                  <a:gd name="T43" fmla="*/ 113 h 119"/>
                  <a:gd name="T44" fmla="*/ 62 w 155"/>
                  <a:gd name="T45" fmla="*/ 96 h 119"/>
                  <a:gd name="T46" fmla="*/ 59 w 155"/>
                  <a:gd name="T47" fmla="*/ 105 h 119"/>
                  <a:gd name="T48" fmla="*/ 66 w 155"/>
                  <a:gd name="T49" fmla="*/ 103 h 119"/>
                  <a:gd name="T50" fmla="*/ 69 w 155"/>
                  <a:gd name="T51" fmla="*/ 110 h 119"/>
                  <a:gd name="T52" fmla="*/ 69 w 155"/>
                  <a:gd name="T53" fmla="*/ 105 h 119"/>
                  <a:gd name="T54" fmla="*/ 62 w 155"/>
                  <a:gd name="T55" fmla="*/ 109 h 119"/>
                  <a:gd name="T56" fmla="*/ 81 w 155"/>
                  <a:gd name="T57" fmla="*/ 89 h 119"/>
                  <a:gd name="T58" fmla="*/ 80 w 155"/>
                  <a:gd name="T59" fmla="*/ 84 h 119"/>
                  <a:gd name="T60" fmla="*/ 91 w 155"/>
                  <a:gd name="T61" fmla="*/ 87 h 119"/>
                  <a:gd name="T62" fmla="*/ 87 w 155"/>
                  <a:gd name="T63" fmla="*/ 93 h 119"/>
                  <a:gd name="T64" fmla="*/ 85 w 155"/>
                  <a:gd name="T65" fmla="*/ 112 h 119"/>
                  <a:gd name="T66" fmla="*/ 87 w 155"/>
                  <a:gd name="T67" fmla="*/ 104 h 119"/>
                  <a:gd name="T68" fmla="*/ 80 w 155"/>
                  <a:gd name="T69" fmla="*/ 111 h 119"/>
                  <a:gd name="T70" fmla="*/ 99 w 155"/>
                  <a:gd name="T71" fmla="*/ 113 h 119"/>
                  <a:gd name="T72" fmla="*/ 109 w 155"/>
                  <a:gd name="T73" fmla="*/ 92 h 119"/>
                  <a:gd name="T74" fmla="*/ 101 w 155"/>
                  <a:gd name="T75" fmla="*/ 97 h 119"/>
                  <a:gd name="T76" fmla="*/ 101 w 155"/>
                  <a:gd name="T77" fmla="*/ 73 h 119"/>
                  <a:gd name="T78" fmla="*/ 104 w 155"/>
                  <a:gd name="T79" fmla="*/ 79 h 119"/>
                  <a:gd name="T80" fmla="*/ 105 w 155"/>
                  <a:gd name="T81" fmla="*/ 85 h 119"/>
                  <a:gd name="T82" fmla="*/ 112 w 155"/>
                  <a:gd name="T83" fmla="*/ 89 h 119"/>
                  <a:gd name="T84" fmla="*/ 101 w 155"/>
                  <a:gd name="T85" fmla="*/ 113 h 119"/>
                  <a:gd name="T86" fmla="*/ 103 w 155"/>
                  <a:gd name="T87" fmla="*/ 112 h 119"/>
                  <a:gd name="T88" fmla="*/ 104 w 155"/>
                  <a:gd name="T89" fmla="*/ 112 h 119"/>
                  <a:gd name="T90" fmla="*/ 124 w 155"/>
                  <a:gd name="T91" fmla="*/ 51 h 119"/>
                  <a:gd name="T92" fmla="*/ 122 w 155"/>
                  <a:gd name="T93" fmla="*/ 57 h 119"/>
                  <a:gd name="T94" fmla="*/ 132 w 155"/>
                  <a:gd name="T95" fmla="*/ 57 h 119"/>
                  <a:gd name="T96" fmla="*/ 127 w 155"/>
                  <a:gd name="T97" fmla="*/ 67 h 119"/>
                  <a:gd name="T98" fmla="*/ 127 w 155"/>
                  <a:gd name="T99" fmla="*/ 73 h 119"/>
                  <a:gd name="T100" fmla="*/ 129 w 155"/>
                  <a:gd name="T101" fmla="*/ 72 h 119"/>
                  <a:gd name="T102" fmla="*/ 124 w 155"/>
                  <a:gd name="T103" fmla="*/ 87 h 119"/>
                  <a:gd name="T104" fmla="*/ 122 w 155"/>
                  <a:gd name="T105" fmla="*/ 86 h 119"/>
                  <a:gd name="T106" fmla="*/ 127 w 155"/>
                  <a:gd name="T107" fmla="*/ 95 h 119"/>
                  <a:gd name="T108" fmla="*/ 128 w 155"/>
                  <a:gd name="T109" fmla="*/ 94 h 119"/>
                  <a:gd name="T110" fmla="*/ 125 w 155"/>
                  <a:gd name="T111" fmla="*/ 112 h 119"/>
                  <a:gd name="T112" fmla="*/ 129 w 155"/>
                  <a:gd name="T113" fmla="*/ 106 h 119"/>
                  <a:gd name="T114" fmla="*/ 126 w 155"/>
                  <a:gd name="T115" fmla="*/ 112 h 119"/>
                  <a:gd name="T116" fmla="*/ 134 w 155"/>
                  <a:gd name="T117" fmla="*/ 7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5" h="119">
                    <a:moveTo>
                      <a:pt x="153" y="112"/>
                    </a:moveTo>
                    <a:cubicBezTo>
                      <a:pt x="152" y="113"/>
                      <a:pt x="152" y="112"/>
                      <a:pt x="151" y="112"/>
                    </a:cubicBezTo>
                    <a:cubicBezTo>
                      <a:pt x="150" y="112"/>
                      <a:pt x="149" y="112"/>
                      <a:pt x="148" y="112"/>
                    </a:cubicBezTo>
                    <a:cubicBezTo>
                      <a:pt x="146" y="112"/>
                      <a:pt x="144" y="111"/>
                      <a:pt x="142" y="111"/>
                    </a:cubicBezTo>
                    <a:cubicBezTo>
                      <a:pt x="141" y="111"/>
                      <a:pt x="140" y="110"/>
                      <a:pt x="139" y="110"/>
                    </a:cubicBezTo>
                    <a:cubicBezTo>
                      <a:pt x="138" y="110"/>
                      <a:pt x="137" y="109"/>
                      <a:pt x="136" y="110"/>
                    </a:cubicBezTo>
                    <a:cubicBezTo>
                      <a:pt x="136" y="111"/>
                      <a:pt x="137" y="111"/>
                      <a:pt x="137" y="112"/>
                    </a:cubicBezTo>
                    <a:cubicBezTo>
                      <a:pt x="136" y="112"/>
                      <a:pt x="136" y="112"/>
                      <a:pt x="135" y="112"/>
                    </a:cubicBezTo>
                    <a:cubicBezTo>
                      <a:pt x="135" y="108"/>
                      <a:pt x="135" y="105"/>
                      <a:pt x="135" y="101"/>
                    </a:cubicBezTo>
                    <a:cubicBezTo>
                      <a:pt x="136" y="94"/>
                      <a:pt x="135" y="88"/>
                      <a:pt x="135" y="81"/>
                    </a:cubicBezTo>
                    <a:cubicBezTo>
                      <a:pt x="135" y="80"/>
                      <a:pt x="135" y="80"/>
                      <a:pt x="135" y="79"/>
                    </a:cubicBezTo>
                    <a:cubicBezTo>
                      <a:pt x="135" y="79"/>
                      <a:pt x="135" y="78"/>
                      <a:pt x="135" y="78"/>
                    </a:cubicBezTo>
                    <a:cubicBezTo>
                      <a:pt x="136" y="75"/>
                      <a:pt x="135" y="71"/>
                      <a:pt x="136" y="68"/>
                    </a:cubicBezTo>
                    <a:cubicBezTo>
                      <a:pt x="135" y="66"/>
                      <a:pt x="135" y="64"/>
                      <a:pt x="135" y="62"/>
                    </a:cubicBezTo>
                    <a:cubicBezTo>
                      <a:pt x="135" y="62"/>
                      <a:pt x="135" y="61"/>
                      <a:pt x="135" y="61"/>
                    </a:cubicBezTo>
                    <a:cubicBezTo>
                      <a:pt x="135" y="61"/>
                      <a:pt x="135" y="60"/>
                      <a:pt x="135" y="60"/>
                    </a:cubicBezTo>
                    <a:cubicBezTo>
                      <a:pt x="135" y="57"/>
                      <a:pt x="135" y="54"/>
                      <a:pt x="135" y="50"/>
                    </a:cubicBezTo>
                    <a:cubicBezTo>
                      <a:pt x="135" y="50"/>
                      <a:pt x="134" y="50"/>
                      <a:pt x="134" y="50"/>
                    </a:cubicBezTo>
                    <a:cubicBezTo>
                      <a:pt x="134" y="50"/>
                      <a:pt x="134" y="50"/>
                      <a:pt x="134" y="49"/>
                    </a:cubicBezTo>
                    <a:cubicBezTo>
                      <a:pt x="134" y="49"/>
                      <a:pt x="133" y="49"/>
                      <a:pt x="133" y="49"/>
                    </a:cubicBezTo>
                    <a:cubicBezTo>
                      <a:pt x="130" y="49"/>
                      <a:pt x="127" y="49"/>
                      <a:pt x="124" y="49"/>
                    </a:cubicBezTo>
                    <a:cubicBezTo>
                      <a:pt x="122" y="49"/>
                      <a:pt x="120" y="49"/>
                      <a:pt x="119" y="50"/>
                    </a:cubicBezTo>
                    <a:cubicBezTo>
                      <a:pt x="119" y="50"/>
                      <a:pt x="120" y="50"/>
                      <a:pt x="120" y="51"/>
                    </a:cubicBezTo>
                    <a:cubicBezTo>
                      <a:pt x="119" y="55"/>
                      <a:pt x="120" y="59"/>
                      <a:pt x="120" y="63"/>
                    </a:cubicBezTo>
                    <a:cubicBezTo>
                      <a:pt x="120" y="65"/>
                      <a:pt x="120" y="67"/>
                      <a:pt x="120" y="70"/>
                    </a:cubicBezTo>
                    <a:cubicBezTo>
                      <a:pt x="120" y="74"/>
                      <a:pt x="120" y="78"/>
                      <a:pt x="120" y="82"/>
                    </a:cubicBezTo>
                    <a:cubicBezTo>
                      <a:pt x="120" y="86"/>
                      <a:pt x="120" y="91"/>
                      <a:pt x="121" y="96"/>
                    </a:cubicBezTo>
                    <a:cubicBezTo>
                      <a:pt x="121" y="97"/>
                      <a:pt x="120" y="99"/>
                      <a:pt x="120" y="100"/>
                    </a:cubicBezTo>
                    <a:cubicBezTo>
                      <a:pt x="120" y="105"/>
                      <a:pt x="120" y="108"/>
                      <a:pt x="120" y="112"/>
                    </a:cubicBezTo>
                    <a:cubicBezTo>
                      <a:pt x="119" y="112"/>
                      <a:pt x="117" y="112"/>
                      <a:pt x="115" y="112"/>
                    </a:cubicBezTo>
                    <a:cubicBezTo>
                      <a:pt x="115" y="108"/>
                      <a:pt x="115" y="101"/>
                      <a:pt x="114" y="96"/>
                    </a:cubicBezTo>
                    <a:cubicBezTo>
                      <a:pt x="115" y="93"/>
                      <a:pt x="114" y="91"/>
                      <a:pt x="115" y="89"/>
                    </a:cubicBezTo>
                    <a:cubicBezTo>
                      <a:pt x="114" y="84"/>
                      <a:pt x="114" y="78"/>
                      <a:pt x="114" y="74"/>
                    </a:cubicBezTo>
                    <a:cubicBezTo>
                      <a:pt x="113" y="73"/>
                      <a:pt x="114" y="71"/>
                      <a:pt x="114" y="70"/>
                    </a:cubicBezTo>
                    <a:cubicBezTo>
                      <a:pt x="112" y="69"/>
                      <a:pt x="111" y="70"/>
                      <a:pt x="109" y="70"/>
                    </a:cubicBezTo>
                    <a:cubicBezTo>
                      <a:pt x="108" y="70"/>
                      <a:pt x="107" y="70"/>
                      <a:pt x="106" y="70"/>
                    </a:cubicBezTo>
                    <a:cubicBezTo>
                      <a:pt x="104" y="70"/>
                      <a:pt x="102" y="71"/>
                      <a:pt x="100" y="71"/>
                    </a:cubicBezTo>
                    <a:cubicBezTo>
                      <a:pt x="100" y="71"/>
                      <a:pt x="99" y="71"/>
                      <a:pt x="99" y="71"/>
                    </a:cubicBezTo>
                    <a:cubicBezTo>
                      <a:pt x="98" y="72"/>
                      <a:pt x="98" y="73"/>
                      <a:pt x="98" y="73"/>
                    </a:cubicBezTo>
                    <a:cubicBezTo>
                      <a:pt x="98" y="77"/>
                      <a:pt x="98" y="80"/>
                      <a:pt x="98" y="83"/>
                    </a:cubicBezTo>
                    <a:cubicBezTo>
                      <a:pt x="98" y="84"/>
                      <a:pt x="98" y="85"/>
                      <a:pt x="98" y="86"/>
                    </a:cubicBezTo>
                    <a:cubicBezTo>
                      <a:pt x="98" y="87"/>
                      <a:pt x="99" y="88"/>
                      <a:pt x="99" y="89"/>
                    </a:cubicBezTo>
                    <a:cubicBezTo>
                      <a:pt x="99" y="93"/>
                      <a:pt x="99" y="97"/>
                      <a:pt x="99" y="102"/>
                    </a:cubicBezTo>
                    <a:cubicBezTo>
                      <a:pt x="99" y="105"/>
                      <a:pt x="98" y="109"/>
                      <a:pt x="98" y="113"/>
                    </a:cubicBezTo>
                    <a:cubicBezTo>
                      <a:pt x="96" y="113"/>
                      <a:pt x="94" y="113"/>
                      <a:pt x="93" y="113"/>
                    </a:cubicBezTo>
                    <a:cubicBezTo>
                      <a:pt x="93" y="108"/>
                      <a:pt x="93" y="103"/>
                      <a:pt x="93" y="97"/>
                    </a:cubicBezTo>
                    <a:cubicBezTo>
                      <a:pt x="93" y="97"/>
                      <a:pt x="92" y="98"/>
                      <a:pt x="92" y="97"/>
                    </a:cubicBezTo>
                    <a:cubicBezTo>
                      <a:pt x="93" y="96"/>
                      <a:pt x="93" y="95"/>
                      <a:pt x="92" y="94"/>
                    </a:cubicBezTo>
                    <a:cubicBezTo>
                      <a:pt x="92" y="94"/>
                      <a:pt x="92" y="94"/>
                      <a:pt x="92" y="93"/>
                    </a:cubicBezTo>
                    <a:cubicBezTo>
                      <a:pt x="92" y="92"/>
                      <a:pt x="92" y="90"/>
                      <a:pt x="92" y="88"/>
                    </a:cubicBezTo>
                    <a:cubicBezTo>
                      <a:pt x="92" y="86"/>
                      <a:pt x="93" y="83"/>
                      <a:pt x="92" y="82"/>
                    </a:cubicBezTo>
                    <a:cubicBezTo>
                      <a:pt x="90" y="82"/>
                      <a:pt x="88" y="82"/>
                      <a:pt x="87" y="82"/>
                    </a:cubicBezTo>
                    <a:cubicBezTo>
                      <a:pt x="84" y="81"/>
                      <a:pt x="81" y="82"/>
                      <a:pt x="79" y="82"/>
                    </a:cubicBezTo>
                    <a:cubicBezTo>
                      <a:pt x="78" y="83"/>
                      <a:pt x="78" y="83"/>
                      <a:pt x="78" y="84"/>
                    </a:cubicBezTo>
                    <a:cubicBezTo>
                      <a:pt x="77" y="85"/>
                      <a:pt x="78" y="87"/>
                      <a:pt x="78" y="89"/>
                    </a:cubicBezTo>
                    <a:cubicBezTo>
                      <a:pt x="78" y="91"/>
                      <a:pt x="78" y="93"/>
                      <a:pt x="78" y="95"/>
                    </a:cubicBezTo>
                    <a:cubicBezTo>
                      <a:pt x="78" y="96"/>
                      <a:pt x="78" y="97"/>
                      <a:pt x="78" y="99"/>
                    </a:cubicBezTo>
                    <a:cubicBezTo>
                      <a:pt x="78" y="99"/>
                      <a:pt x="78" y="100"/>
                      <a:pt x="78" y="101"/>
                    </a:cubicBezTo>
                    <a:cubicBezTo>
                      <a:pt x="78" y="102"/>
                      <a:pt x="78" y="103"/>
                      <a:pt x="78" y="104"/>
                    </a:cubicBezTo>
                    <a:cubicBezTo>
                      <a:pt x="78" y="107"/>
                      <a:pt x="78" y="111"/>
                      <a:pt x="78" y="113"/>
                    </a:cubicBezTo>
                    <a:cubicBezTo>
                      <a:pt x="76" y="113"/>
                      <a:pt x="73" y="114"/>
                      <a:pt x="72" y="114"/>
                    </a:cubicBezTo>
                    <a:cubicBezTo>
                      <a:pt x="71" y="112"/>
                      <a:pt x="71" y="110"/>
                      <a:pt x="71" y="108"/>
                    </a:cubicBezTo>
                    <a:cubicBezTo>
                      <a:pt x="71" y="107"/>
                      <a:pt x="71" y="107"/>
                      <a:pt x="71" y="106"/>
                    </a:cubicBezTo>
                    <a:cubicBezTo>
                      <a:pt x="71" y="105"/>
                      <a:pt x="71" y="105"/>
                      <a:pt x="71" y="104"/>
                    </a:cubicBezTo>
                    <a:cubicBezTo>
                      <a:pt x="71" y="101"/>
                      <a:pt x="71" y="97"/>
                      <a:pt x="71" y="94"/>
                    </a:cubicBezTo>
                    <a:cubicBezTo>
                      <a:pt x="66" y="94"/>
                      <a:pt x="62" y="94"/>
                      <a:pt x="57" y="94"/>
                    </a:cubicBezTo>
                    <a:cubicBezTo>
                      <a:pt x="56" y="95"/>
                      <a:pt x="57" y="96"/>
                      <a:pt x="57" y="97"/>
                    </a:cubicBezTo>
                    <a:cubicBezTo>
                      <a:pt x="56" y="101"/>
                      <a:pt x="57" y="106"/>
                      <a:pt x="57" y="110"/>
                    </a:cubicBezTo>
                    <a:cubicBezTo>
                      <a:pt x="57" y="111"/>
                      <a:pt x="57" y="112"/>
                      <a:pt x="57" y="113"/>
                    </a:cubicBezTo>
                    <a:cubicBezTo>
                      <a:pt x="55" y="113"/>
                      <a:pt x="52" y="113"/>
                      <a:pt x="51" y="113"/>
                    </a:cubicBezTo>
                    <a:cubicBezTo>
                      <a:pt x="51" y="110"/>
                      <a:pt x="51" y="105"/>
                      <a:pt x="51" y="101"/>
                    </a:cubicBezTo>
                    <a:cubicBezTo>
                      <a:pt x="50" y="100"/>
                      <a:pt x="47" y="101"/>
                      <a:pt x="46" y="101"/>
                    </a:cubicBezTo>
                    <a:cubicBezTo>
                      <a:pt x="43" y="101"/>
                      <a:pt x="39" y="100"/>
                      <a:pt x="37" y="101"/>
                    </a:cubicBezTo>
                    <a:cubicBezTo>
                      <a:pt x="36" y="105"/>
                      <a:pt x="37" y="109"/>
                      <a:pt x="36" y="113"/>
                    </a:cubicBezTo>
                    <a:cubicBezTo>
                      <a:pt x="33" y="113"/>
                      <a:pt x="31" y="113"/>
                      <a:pt x="29" y="113"/>
                    </a:cubicBezTo>
                    <a:cubicBezTo>
                      <a:pt x="29" y="111"/>
                      <a:pt x="29" y="109"/>
                      <a:pt x="29" y="107"/>
                    </a:cubicBezTo>
                    <a:cubicBezTo>
                      <a:pt x="28" y="106"/>
                      <a:pt x="27" y="106"/>
                      <a:pt x="26" y="106"/>
                    </a:cubicBezTo>
                    <a:cubicBezTo>
                      <a:pt x="24" y="106"/>
                      <a:pt x="23" y="106"/>
                      <a:pt x="22" y="106"/>
                    </a:cubicBezTo>
                    <a:cubicBezTo>
                      <a:pt x="20" y="106"/>
                      <a:pt x="18" y="106"/>
                      <a:pt x="16" y="107"/>
                    </a:cubicBezTo>
                    <a:cubicBezTo>
                      <a:pt x="16" y="109"/>
                      <a:pt x="16" y="112"/>
                      <a:pt x="16" y="114"/>
                    </a:cubicBezTo>
                    <a:cubicBezTo>
                      <a:pt x="14" y="114"/>
                      <a:pt x="13" y="114"/>
                      <a:pt x="11" y="113"/>
                    </a:cubicBezTo>
                    <a:cubicBezTo>
                      <a:pt x="11" y="112"/>
                      <a:pt x="11" y="110"/>
                      <a:pt x="11" y="108"/>
                    </a:cubicBezTo>
                    <a:cubicBezTo>
                      <a:pt x="11" y="104"/>
                      <a:pt x="11" y="102"/>
                      <a:pt x="11" y="99"/>
                    </a:cubicBezTo>
                    <a:cubicBezTo>
                      <a:pt x="11" y="95"/>
                      <a:pt x="11" y="90"/>
                      <a:pt x="11" y="87"/>
                    </a:cubicBezTo>
                    <a:cubicBezTo>
                      <a:pt x="11" y="86"/>
                      <a:pt x="11" y="85"/>
                      <a:pt x="11" y="84"/>
                    </a:cubicBezTo>
                    <a:cubicBezTo>
                      <a:pt x="11" y="83"/>
                      <a:pt x="10" y="82"/>
                      <a:pt x="10" y="81"/>
                    </a:cubicBezTo>
                    <a:cubicBezTo>
                      <a:pt x="10" y="78"/>
                      <a:pt x="11" y="75"/>
                      <a:pt x="10" y="72"/>
                    </a:cubicBezTo>
                    <a:cubicBezTo>
                      <a:pt x="10" y="70"/>
                      <a:pt x="10" y="67"/>
                      <a:pt x="10" y="65"/>
                    </a:cubicBezTo>
                    <a:cubicBezTo>
                      <a:pt x="10" y="58"/>
                      <a:pt x="11" y="51"/>
                      <a:pt x="10" y="44"/>
                    </a:cubicBezTo>
                    <a:cubicBezTo>
                      <a:pt x="10" y="42"/>
                      <a:pt x="10" y="41"/>
                      <a:pt x="10" y="39"/>
                    </a:cubicBezTo>
                    <a:cubicBezTo>
                      <a:pt x="10" y="36"/>
                      <a:pt x="10" y="33"/>
                      <a:pt x="10" y="30"/>
                    </a:cubicBezTo>
                    <a:cubicBezTo>
                      <a:pt x="10" y="28"/>
                      <a:pt x="10" y="26"/>
                      <a:pt x="10" y="24"/>
                    </a:cubicBezTo>
                    <a:cubicBezTo>
                      <a:pt x="10" y="22"/>
                      <a:pt x="10" y="20"/>
                      <a:pt x="10" y="18"/>
                    </a:cubicBezTo>
                    <a:cubicBezTo>
                      <a:pt x="11" y="18"/>
                      <a:pt x="11" y="19"/>
                      <a:pt x="12" y="19"/>
                    </a:cubicBezTo>
                    <a:cubicBezTo>
                      <a:pt x="12" y="18"/>
                      <a:pt x="12" y="15"/>
                      <a:pt x="11" y="14"/>
                    </a:cubicBezTo>
                    <a:cubicBezTo>
                      <a:pt x="12" y="14"/>
                      <a:pt x="11" y="13"/>
                      <a:pt x="12" y="13"/>
                    </a:cubicBezTo>
                    <a:cubicBezTo>
                      <a:pt x="11" y="11"/>
                      <a:pt x="11" y="9"/>
                      <a:pt x="11" y="7"/>
                    </a:cubicBezTo>
                    <a:cubicBezTo>
                      <a:pt x="11" y="6"/>
                      <a:pt x="10" y="4"/>
                      <a:pt x="10" y="2"/>
                    </a:cubicBezTo>
                    <a:cubicBezTo>
                      <a:pt x="10" y="1"/>
                      <a:pt x="11" y="1"/>
                      <a:pt x="10" y="0"/>
                    </a:cubicBezTo>
                    <a:cubicBezTo>
                      <a:pt x="9" y="0"/>
                      <a:pt x="9" y="1"/>
                      <a:pt x="9" y="2"/>
                    </a:cubicBezTo>
                    <a:cubicBezTo>
                      <a:pt x="9" y="3"/>
                      <a:pt x="9" y="4"/>
                      <a:pt x="9" y="5"/>
                    </a:cubicBezTo>
                    <a:cubicBezTo>
                      <a:pt x="9" y="9"/>
                      <a:pt x="8" y="14"/>
                      <a:pt x="8" y="17"/>
                    </a:cubicBezTo>
                    <a:cubicBezTo>
                      <a:pt x="7" y="17"/>
                      <a:pt x="7" y="18"/>
                      <a:pt x="7" y="19"/>
                    </a:cubicBezTo>
                    <a:cubicBezTo>
                      <a:pt x="8" y="19"/>
                      <a:pt x="8" y="18"/>
                      <a:pt x="9" y="18"/>
                    </a:cubicBezTo>
                    <a:cubicBezTo>
                      <a:pt x="9" y="19"/>
                      <a:pt x="9" y="21"/>
                      <a:pt x="9" y="22"/>
                    </a:cubicBezTo>
                    <a:cubicBezTo>
                      <a:pt x="9" y="23"/>
                      <a:pt x="9" y="24"/>
                      <a:pt x="9" y="26"/>
                    </a:cubicBezTo>
                    <a:cubicBezTo>
                      <a:pt x="9" y="27"/>
                      <a:pt x="9" y="29"/>
                      <a:pt x="9" y="30"/>
                    </a:cubicBezTo>
                    <a:cubicBezTo>
                      <a:pt x="9" y="31"/>
                      <a:pt x="9" y="33"/>
                      <a:pt x="9" y="35"/>
                    </a:cubicBezTo>
                    <a:cubicBezTo>
                      <a:pt x="9" y="36"/>
                      <a:pt x="9" y="38"/>
                      <a:pt x="9" y="40"/>
                    </a:cubicBezTo>
                    <a:cubicBezTo>
                      <a:pt x="9" y="49"/>
                      <a:pt x="9" y="59"/>
                      <a:pt x="9" y="67"/>
                    </a:cubicBezTo>
                    <a:cubicBezTo>
                      <a:pt x="8" y="70"/>
                      <a:pt x="9" y="73"/>
                      <a:pt x="9" y="75"/>
                    </a:cubicBezTo>
                    <a:cubicBezTo>
                      <a:pt x="8" y="79"/>
                      <a:pt x="9" y="83"/>
                      <a:pt x="9" y="87"/>
                    </a:cubicBezTo>
                    <a:cubicBezTo>
                      <a:pt x="9" y="89"/>
                      <a:pt x="9" y="90"/>
                      <a:pt x="9" y="92"/>
                    </a:cubicBezTo>
                    <a:cubicBezTo>
                      <a:pt x="9" y="99"/>
                      <a:pt x="9" y="107"/>
                      <a:pt x="9" y="113"/>
                    </a:cubicBezTo>
                    <a:cubicBezTo>
                      <a:pt x="7" y="114"/>
                      <a:pt x="5" y="113"/>
                      <a:pt x="4" y="113"/>
                    </a:cubicBezTo>
                    <a:cubicBezTo>
                      <a:pt x="3" y="114"/>
                      <a:pt x="3" y="114"/>
                      <a:pt x="2" y="114"/>
                    </a:cubicBezTo>
                    <a:cubicBezTo>
                      <a:pt x="2" y="114"/>
                      <a:pt x="1" y="114"/>
                      <a:pt x="1" y="114"/>
                    </a:cubicBezTo>
                    <a:cubicBezTo>
                      <a:pt x="1" y="115"/>
                      <a:pt x="0" y="115"/>
                      <a:pt x="0" y="116"/>
                    </a:cubicBezTo>
                    <a:cubicBezTo>
                      <a:pt x="1" y="116"/>
                      <a:pt x="1" y="116"/>
                      <a:pt x="2" y="115"/>
                    </a:cubicBezTo>
                    <a:cubicBezTo>
                      <a:pt x="2" y="116"/>
                      <a:pt x="2" y="116"/>
                      <a:pt x="3" y="116"/>
                    </a:cubicBezTo>
                    <a:cubicBezTo>
                      <a:pt x="5" y="116"/>
                      <a:pt x="7" y="116"/>
                      <a:pt x="9" y="116"/>
                    </a:cubicBezTo>
                    <a:cubicBezTo>
                      <a:pt x="9" y="117"/>
                      <a:pt x="9" y="117"/>
                      <a:pt x="9" y="119"/>
                    </a:cubicBezTo>
                    <a:cubicBezTo>
                      <a:pt x="10" y="119"/>
                      <a:pt x="10" y="119"/>
                      <a:pt x="11" y="119"/>
                    </a:cubicBezTo>
                    <a:cubicBezTo>
                      <a:pt x="11" y="118"/>
                      <a:pt x="11" y="117"/>
                      <a:pt x="11" y="116"/>
                    </a:cubicBezTo>
                    <a:cubicBezTo>
                      <a:pt x="17" y="115"/>
                      <a:pt x="22" y="115"/>
                      <a:pt x="27" y="115"/>
                    </a:cubicBezTo>
                    <a:cubicBezTo>
                      <a:pt x="31" y="115"/>
                      <a:pt x="34" y="115"/>
                      <a:pt x="37" y="115"/>
                    </a:cubicBezTo>
                    <a:cubicBezTo>
                      <a:pt x="39" y="115"/>
                      <a:pt x="41" y="115"/>
                      <a:pt x="43" y="115"/>
                    </a:cubicBezTo>
                    <a:cubicBezTo>
                      <a:pt x="47" y="115"/>
                      <a:pt x="51" y="115"/>
                      <a:pt x="54" y="115"/>
                    </a:cubicBezTo>
                    <a:cubicBezTo>
                      <a:pt x="56" y="115"/>
                      <a:pt x="57" y="115"/>
                      <a:pt x="58" y="115"/>
                    </a:cubicBezTo>
                    <a:cubicBezTo>
                      <a:pt x="65" y="115"/>
                      <a:pt x="71" y="115"/>
                      <a:pt x="77" y="114"/>
                    </a:cubicBezTo>
                    <a:cubicBezTo>
                      <a:pt x="78" y="115"/>
                      <a:pt x="81" y="115"/>
                      <a:pt x="83" y="114"/>
                    </a:cubicBezTo>
                    <a:cubicBezTo>
                      <a:pt x="84" y="115"/>
                      <a:pt x="84" y="114"/>
                      <a:pt x="85" y="114"/>
                    </a:cubicBezTo>
                    <a:cubicBezTo>
                      <a:pt x="86" y="114"/>
                      <a:pt x="86" y="115"/>
                      <a:pt x="87" y="115"/>
                    </a:cubicBezTo>
                    <a:cubicBezTo>
                      <a:pt x="88" y="115"/>
                      <a:pt x="89" y="114"/>
                      <a:pt x="90" y="114"/>
                    </a:cubicBezTo>
                    <a:cubicBezTo>
                      <a:pt x="99" y="115"/>
                      <a:pt x="107" y="114"/>
                      <a:pt x="116" y="114"/>
                    </a:cubicBezTo>
                    <a:cubicBezTo>
                      <a:pt x="119" y="114"/>
                      <a:pt x="121" y="114"/>
                      <a:pt x="124" y="113"/>
                    </a:cubicBezTo>
                    <a:cubicBezTo>
                      <a:pt x="126" y="114"/>
                      <a:pt x="129" y="113"/>
                      <a:pt x="131" y="113"/>
                    </a:cubicBezTo>
                    <a:cubicBezTo>
                      <a:pt x="132" y="113"/>
                      <a:pt x="134" y="113"/>
                      <a:pt x="136" y="113"/>
                    </a:cubicBezTo>
                    <a:cubicBezTo>
                      <a:pt x="136" y="114"/>
                      <a:pt x="135" y="114"/>
                      <a:pt x="135" y="115"/>
                    </a:cubicBezTo>
                    <a:cubicBezTo>
                      <a:pt x="137" y="115"/>
                      <a:pt x="140" y="115"/>
                      <a:pt x="143" y="114"/>
                    </a:cubicBezTo>
                    <a:cubicBezTo>
                      <a:pt x="144" y="114"/>
                      <a:pt x="145" y="114"/>
                      <a:pt x="147" y="114"/>
                    </a:cubicBezTo>
                    <a:cubicBezTo>
                      <a:pt x="148" y="114"/>
                      <a:pt x="150" y="113"/>
                      <a:pt x="151" y="114"/>
                    </a:cubicBezTo>
                    <a:cubicBezTo>
                      <a:pt x="152" y="114"/>
                      <a:pt x="153" y="114"/>
                      <a:pt x="153" y="113"/>
                    </a:cubicBezTo>
                    <a:cubicBezTo>
                      <a:pt x="154" y="113"/>
                      <a:pt x="155" y="114"/>
                      <a:pt x="155" y="113"/>
                    </a:cubicBezTo>
                    <a:cubicBezTo>
                      <a:pt x="155" y="112"/>
                      <a:pt x="154" y="113"/>
                      <a:pt x="153" y="112"/>
                    </a:cubicBezTo>
                    <a:close/>
                    <a:moveTo>
                      <a:pt x="10" y="11"/>
                    </a:moveTo>
                    <a:cubicBezTo>
                      <a:pt x="11" y="12"/>
                      <a:pt x="10" y="13"/>
                      <a:pt x="11" y="14"/>
                    </a:cubicBezTo>
                    <a:cubicBezTo>
                      <a:pt x="10" y="13"/>
                      <a:pt x="10" y="12"/>
                      <a:pt x="10" y="11"/>
                    </a:cubicBezTo>
                    <a:close/>
                    <a:moveTo>
                      <a:pt x="18" y="108"/>
                    </a:moveTo>
                    <a:cubicBezTo>
                      <a:pt x="19" y="107"/>
                      <a:pt x="20" y="108"/>
                      <a:pt x="21" y="107"/>
                    </a:cubicBezTo>
                    <a:cubicBezTo>
                      <a:pt x="20" y="109"/>
                      <a:pt x="19" y="110"/>
                      <a:pt x="18" y="111"/>
                    </a:cubicBezTo>
                    <a:cubicBezTo>
                      <a:pt x="18" y="110"/>
                      <a:pt x="18" y="109"/>
                      <a:pt x="18" y="108"/>
                    </a:cubicBezTo>
                    <a:close/>
                    <a:moveTo>
                      <a:pt x="18" y="113"/>
                    </a:moveTo>
                    <a:cubicBezTo>
                      <a:pt x="18" y="113"/>
                      <a:pt x="18" y="113"/>
                      <a:pt x="18" y="112"/>
                    </a:cubicBezTo>
                    <a:cubicBezTo>
                      <a:pt x="18" y="112"/>
                      <a:pt x="18" y="112"/>
                      <a:pt x="19" y="112"/>
                    </a:cubicBezTo>
                    <a:cubicBezTo>
                      <a:pt x="19" y="111"/>
                      <a:pt x="20" y="110"/>
                      <a:pt x="20" y="109"/>
                    </a:cubicBezTo>
                    <a:cubicBezTo>
                      <a:pt x="21" y="109"/>
                      <a:pt x="21" y="108"/>
                      <a:pt x="22" y="108"/>
                    </a:cubicBezTo>
                    <a:cubicBezTo>
                      <a:pt x="23" y="108"/>
                      <a:pt x="23" y="108"/>
                      <a:pt x="24" y="108"/>
                    </a:cubicBezTo>
                    <a:cubicBezTo>
                      <a:pt x="24" y="109"/>
                      <a:pt x="22" y="111"/>
                      <a:pt x="20" y="112"/>
                    </a:cubicBezTo>
                    <a:cubicBezTo>
                      <a:pt x="20" y="113"/>
                      <a:pt x="19" y="114"/>
                      <a:pt x="18" y="113"/>
                    </a:cubicBezTo>
                    <a:close/>
                    <a:moveTo>
                      <a:pt x="21" y="113"/>
                    </a:moveTo>
                    <a:cubicBezTo>
                      <a:pt x="22" y="111"/>
                      <a:pt x="24" y="110"/>
                      <a:pt x="25" y="108"/>
                    </a:cubicBezTo>
                    <a:cubicBezTo>
                      <a:pt x="26" y="108"/>
                      <a:pt x="26" y="107"/>
                      <a:pt x="27" y="108"/>
                    </a:cubicBezTo>
                    <a:cubicBezTo>
                      <a:pt x="27" y="108"/>
                      <a:pt x="27" y="109"/>
                      <a:pt x="27" y="109"/>
                    </a:cubicBezTo>
                    <a:cubicBezTo>
                      <a:pt x="26" y="111"/>
                      <a:pt x="25" y="112"/>
                      <a:pt x="24" y="113"/>
                    </a:cubicBezTo>
                    <a:cubicBezTo>
                      <a:pt x="23" y="113"/>
                      <a:pt x="22" y="113"/>
                      <a:pt x="21" y="113"/>
                    </a:cubicBezTo>
                    <a:close/>
                    <a:moveTo>
                      <a:pt x="27" y="113"/>
                    </a:moveTo>
                    <a:cubicBezTo>
                      <a:pt x="26" y="113"/>
                      <a:pt x="26" y="113"/>
                      <a:pt x="25" y="113"/>
                    </a:cubicBezTo>
                    <a:cubicBezTo>
                      <a:pt x="25" y="112"/>
                      <a:pt x="26" y="111"/>
                      <a:pt x="27" y="110"/>
                    </a:cubicBezTo>
                    <a:cubicBezTo>
                      <a:pt x="28" y="111"/>
                      <a:pt x="27" y="112"/>
                      <a:pt x="27" y="113"/>
                    </a:cubicBezTo>
                    <a:close/>
                    <a:moveTo>
                      <a:pt x="38" y="103"/>
                    </a:moveTo>
                    <a:cubicBezTo>
                      <a:pt x="39" y="103"/>
                      <a:pt x="40" y="103"/>
                      <a:pt x="41" y="102"/>
                    </a:cubicBezTo>
                    <a:cubicBezTo>
                      <a:pt x="40" y="104"/>
                      <a:pt x="39" y="105"/>
                      <a:pt x="38" y="106"/>
                    </a:cubicBezTo>
                    <a:cubicBezTo>
                      <a:pt x="38" y="105"/>
                      <a:pt x="38" y="104"/>
                      <a:pt x="38" y="103"/>
                    </a:cubicBezTo>
                    <a:close/>
                    <a:moveTo>
                      <a:pt x="38" y="108"/>
                    </a:moveTo>
                    <a:cubicBezTo>
                      <a:pt x="38" y="107"/>
                      <a:pt x="39" y="106"/>
                      <a:pt x="39" y="106"/>
                    </a:cubicBezTo>
                    <a:cubicBezTo>
                      <a:pt x="39" y="106"/>
                      <a:pt x="39" y="106"/>
                      <a:pt x="39" y="106"/>
                    </a:cubicBezTo>
                    <a:cubicBezTo>
                      <a:pt x="40" y="104"/>
                      <a:pt x="41" y="103"/>
                      <a:pt x="42" y="102"/>
                    </a:cubicBezTo>
                    <a:cubicBezTo>
                      <a:pt x="43" y="102"/>
                      <a:pt x="45" y="102"/>
                      <a:pt x="45" y="103"/>
                    </a:cubicBezTo>
                    <a:cubicBezTo>
                      <a:pt x="44" y="105"/>
                      <a:pt x="42" y="106"/>
                      <a:pt x="41" y="108"/>
                    </a:cubicBezTo>
                    <a:cubicBezTo>
                      <a:pt x="40" y="109"/>
                      <a:pt x="40" y="111"/>
                      <a:pt x="38" y="111"/>
                    </a:cubicBezTo>
                    <a:cubicBezTo>
                      <a:pt x="38" y="110"/>
                      <a:pt x="38" y="108"/>
                      <a:pt x="38" y="108"/>
                    </a:cubicBezTo>
                    <a:close/>
                    <a:moveTo>
                      <a:pt x="41" y="113"/>
                    </a:moveTo>
                    <a:cubicBezTo>
                      <a:pt x="40" y="113"/>
                      <a:pt x="39" y="113"/>
                      <a:pt x="38" y="113"/>
                    </a:cubicBezTo>
                    <a:cubicBezTo>
                      <a:pt x="38" y="112"/>
                      <a:pt x="38" y="113"/>
                      <a:pt x="38" y="113"/>
                    </a:cubicBezTo>
                    <a:cubicBezTo>
                      <a:pt x="39" y="112"/>
                      <a:pt x="39" y="111"/>
                      <a:pt x="40" y="110"/>
                    </a:cubicBezTo>
                    <a:cubicBezTo>
                      <a:pt x="42" y="109"/>
                      <a:pt x="42" y="107"/>
                      <a:pt x="44" y="106"/>
                    </a:cubicBezTo>
                    <a:cubicBezTo>
                      <a:pt x="44" y="105"/>
                      <a:pt x="44" y="105"/>
                      <a:pt x="44" y="105"/>
                    </a:cubicBezTo>
                    <a:cubicBezTo>
                      <a:pt x="45" y="104"/>
                      <a:pt x="46" y="103"/>
                      <a:pt x="47" y="103"/>
                    </a:cubicBezTo>
                    <a:cubicBezTo>
                      <a:pt x="48" y="103"/>
                      <a:pt x="48" y="103"/>
                      <a:pt x="49" y="103"/>
                    </a:cubicBezTo>
                    <a:cubicBezTo>
                      <a:pt x="47" y="106"/>
                      <a:pt x="44" y="108"/>
                      <a:pt x="43" y="111"/>
                    </a:cubicBezTo>
                    <a:cubicBezTo>
                      <a:pt x="42" y="111"/>
                      <a:pt x="42" y="112"/>
                      <a:pt x="41" y="113"/>
                    </a:cubicBezTo>
                    <a:close/>
                    <a:moveTo>
                      <a:pt x="49" y="113"/>
                    </a:moveTo>
                    <a:cubicBezTo>
                      <a:pt x="48" y="113"/>
                      <a:pt x="47" y="113"/>
                      <a:pt x="46" y="113"/>
                    </a:cubicBezTo>
                    <a:cubicBezTo>
                      <a:pt x="47" y="112"/>
                      <a:pt x="48" y="111"/>
                      <a:pt x="49" y="110"/>
                    </a:cubicBezTo>
                    <a:cubicBezTo>
                      <a:pt x="49" y="111"/>
                      <a:pt x="49" y="112"/>
                      <a:pt x="49" y="113"/>
                    </a:cubicBezTo>
                    <a:close/>
                    <a:moveTo>
                      <a:pt x="45" y="113"/>
                    </a:moveTo>
                    <a:cubicBezTo>
                      <a:pt x="44" y="113"/>
                      <a:pt x="43" y="113"/>
                      <a:pt x="42" y="113"/>
                    </a:cubicBezTo>
                    <a:cubicBezTo>
                      <a:pt x="42" y="112"/>
                      <a:pt x="44" y="111"/>
                      <a:pt x="44" y="109"/>
                    </a:cubicBezTo>
                    <a:cubicBezTo>
                      <a:pt x="44" y="109"/>
                      <a:pt x="44" y="109"/>
                      <a:pt x="45" y="109"/>
                    </a:cubicBezTo>
                    <a:cubicBezTo>
                      <a:pt x="46" y="108"/>
                      <a:pt x="47" y="106"/>
                      <a:pt x="49" y="105"/>
                    </a:cubicBezTo>
                    <a:cubicBezTo>
                      <a:pt x="49" y="106"/>
                      <a:pt x="49" y="108"/>
                      <a:pt x="49" y="108"/>
                    </a:cubicBezTo>
                    <a:cubicBezTo>
                      <a:pt x="48" y="110"/>
                      <a:pt x="47" y="111"/>
                      <a:pt x="45" y="113"/>
                    </a:cubicBezTo>
                    <a:close/>
                    <a:moveTo>
                      <a:pt x="62" y="96"/>
                    </a:moveTo>
                    <a:cubicBezTo>
                      <a:pt x="61" y="97"/>
                      <a:pt x="60" y="99"/>
                      <a:pt x="59" y="100"/>
                    </a:cubicBezTo>
                    <a:cubicBezTo>
                      <a:pt x="59" y="98"/>
                      <a:pt x="59" y="98"/>
                      <a:pt x="59" y="97"/>
                    </a:cubicBezTo>
                    <a:cubicBezTo>
                      <a:pt x="59" y="96"/>
                      <a:pt x="61" y="97"/>
                      <a:pt x="62" y="96"/>
                    </a:cubicBezTo>
                    <a:close/>
                    <a:moveTo>
                      <a:pt x="59" y="100"/>
                    </a:moveTo>
                    <a:cubicBezTo>
                      <a:pt x="59" y="100"/>
                      <a:pt x="60" y="100"/>
                      <a:pt x="60" y="100"/>
                    </a:cubicBezTo>
                    <a:cubicBezTo>
                      <a:pt x="61" y="99"/>
                      <a:pt x="62" y="97"/>
                      <a:pt x="63" y="96"/>
                    </a:cubicBezTo>
                    <a:cubicBezTo>
                      <a:pt x="64" y="96"/>
                      <a:pt x="66" y="96"/>
                      <a:pt x="66" y="96"/>
                    </a:cubicBezTo>
                    <a:cubicBezTo>
                      <a:pt x="67" y="96"/>
                      <a:pt x="66" y="96"/>
                      <a:pt x="66" y="97"/>
                    </a:cubicBezTo>
                    <a:cubicBezTo>
                      <a:pt x="66" y="97"/>
                      <a:pt x="65" y="98"/>
                      <a:pt x="65" y="99"/>
                    </a:cubicBezTo>
                    <a:cubicBezTo>
                      <a:pt x="65" y="99"/>
                      <a:pt x="64" y="99"/>
                      <a:pt x="64" y="100"/>
                    </a:cubicBezTo>
                    <a:cubicBezTo>
                      <a:pt x="63" y="101"/>
                      <a:pt x="62" y="102"/>
                      <a:pt x="61" y="103"/>
                    </a:cubicBezTo>
                    <a:cubicBezTo>
                      <a:pt x="60" y="103"/>
                      <a:pt x="60" y="105"/>
                      <a:pt x="59" y="105"/>
                    </a:cubicBezTo>
                    <a:cubicBezTo>
                      <a:pt x="59" y="104"/>
                      <a:pt x="59" y="103"/>
                      <a:pt x="59" y="102"/>
                    </a:cubicBezTo>
                    <a:cubicBezTo>
                      <a:pt x="59" y="101"/>
                      <a:pt x="59" y="101"/>
                      <a:pt x="59" y="100"/>
                    </a:cubicBezTo>
                    <a:close/>
                    <a:moveTo>
                      <a:pt x="59" y="106"/>
                    </a:moveTo>
                    <a:cubicBezTo>
                      <a:pt x="60" y="106"/>
                      <a:pt x="60" y="106"/>
                      <a:pt x="60" y="106"/>
                    </a:cubicBezTo>
                    <a:cubicBezTo>
                      <a:pt x="60" y="106"/>
                      <a:pt x="60" y="106"/>
                      <a:pt x="60" y="106"/>
                    </a:cubicBezTo>
                    <a:cubicBezTo>
                      <a:pt x="60" y="105"/>
                      <a:pt x="60" y="105"/>
                      <a:pt x="60" y="105"/>
                    </a:cubicBezTo>
                    <a:cubicBezTo>
                      <a:pt x="62" y="103"/>
                      <a:pt x="64" y="101"/>
                      <a:pt x="66" y="98"/>
                    </a:cubicBezTo>
                    <a:cubicBezTo>
                      <a:pt x="67" y="98"/>
                      <a:pt x="67" y="95"/>
                      <a:pt x="69" y="96"/>
                    </a:cubicBezTo>
                    <a:cubicBezTo>
                      <a:pt x="70" y="100"/>
                      <a:pt x="67" y="101"/>
                      <a:pt x="66" y="103"/>
                    </a:cubicBezTo>
                    <a:cubicBezTo>
                      <a:pt x="65" y="104"/>
                      <a:pt x="64" y="104"/>
                      <a:pt x="64" y="105"/>
                    </a:cubicBezTo>
                    <a:cubicBezTo>
                      <a:pt x="62" y="107"/>
                      <a:pt x="61" y="109"/>
                      <a:pt x="60" y="110"/>
                    </a:cubicBezTo>
                    <a:cubicBezTo>
                      <a:pt x="60" y="111"/>
                      <a:pt x="60" y="111"/>
                      <a:pt x="59" y="111"/>
                    </a:cubicBezTo>
                    <a:cubicBezTo>
                      <a:pt x="59" y="110"/>
                      <a:pt x="59" y="108"/>
                      <a:pt x="59" y="106"/>
                    </a:cubicBezTo>
                    <a:close/>
                    <a:moveTo>
                      <a:pt x="69" y="114"/>
                    </a:moveTo>
                    <a:cubicBezTo>
                      <a:pt x="68" y="114"/>
                      <a:pt x="67" y="114"/>
                      <a:pt x="66" y="114"/>
                    </a:cubicBezTo>
                    <a:cubicBezTo>
                      <a:pt x="66" y="113"/>
                      <a:pt x="67" y="113"/>
                      <a:pt x="67" y="111"/>
                    </a:cubicBezTo>
                    <a:cubicBezTo>
                      <a:pt x="68" y="112"/>
                      <a:pt x="68" y="110"/>
                      <a:pt x="68" y="110"/>
                    </a:cubicBezTo>
                    <a:cubicBezTo>
                      <a:pt x="68" y="110"/>
                      <a:pt x="69" y="110"/>
                      <a:pt x="69" y="110"/>
                    </a:cubicBezTo>
                    <a:cubicBezTo>
                      <a:pt x="69" y="111"/>
                      <a:pt x="69" y="112"/>
                      <a:pt x="69" y="114"/>
                    </a:cubicBezTo>
                    <a:close/>
                    <a:moveTo>
                      <a:pt x="69" y="109"/>
                    </a:moveTo>
                    <a:cubicBezTo>
                      <a:pt x="68" y="110"/>
                      <a:pt x="66" y="112"/>
                      <a:pt x="65" y="114"/>
                    </a:cubicBezTo>
                    <a:cubicBezTo>
                      <a:pt x="64" y="114"/>
                      <a:pt x="63" y="114"/>
                      <a:pt x="62" y="113"/>
                    </a:cubicBezTo>
                    <a:cubicBezTo>
                      <a:pt x="62" y="112"/>
                      <a:pt x="63" y="112"/>
                      <a:pt x="63" y="111"/>
                    </a:cubicBezTo>
                    <a:cubicBezTo>
                      <a:pt x="63" y="111"/>
                      <a:pt x="63" y="111"/>
                      <a:pt x="64" y="111"/>
                    </a:cubicBezTo>
                    <a:cubicBezTo>
                      <a:pt x="65" y="109"/>
                      <a:pt x="67" y="108"/>
                      <a:pt x="68" y="106"/>
                    </a:cubicBezTo>
                    <a:cubicBezTo>
                      <a:pt x="68" y="106"/>
                      <a:pt x="69" y="106"/>
                      <a:pt x="69" y="105"/>
                    </a:cubicBezTo>
                    <a:cubicBezTo>
                      <a:pt x="69" y="105"/>
                      <a:pt x="69" y="105"/>
                      <a:pt x="69" y="105"/>
                    </a:cubicBezTo>
                    <a:cubicBezTo>
                      <a:pt x="69" y="107"/>
                      <a:pt x="69" y="107"/>
                      <a:pt x="69" y="109"/>
                    </a:cubicBezTo>
                    <a:close/>
                    <a:moveTo>
                      <a:pt x="69" y="103"/>
                    </a:moveTo>
                    <a:cubicBezTo>
                      <a:pt x="69" y="106"/>
                      <a:pt x="65" y="107"/>
                      <a:pt x="64" y="110"/>
                    </a:cubicBezTo>
                    <a:cubicBezTo>
                      <a:pt x="63" y="111"/>
                      <a:pt x="62" y="112"/>
                      <a:pt x="61" y="114"/>
                    </a:cubicBezTo>
                    <a:cubicBezTo>
                      <a:pt x="60" y="114"/>
                      <a:pt x="60" y="114"/>
                      <a:pt x="59" y="113"/>
                    </a:cubicBezTo>
                    <a:cubicBezTo>
                      <a:pt x="59" y="113"/>
                      <a:pt x="59" y="113"/>
                      <a:pt x="59" y="112"/>
                    </a:cubicBezTo>
                    <a:cubicBezTo>
                      <a:pt x="59" y="112"/>
                      <a:pt x="60" y="112"/>
                      <a:pt x="60" y="112"/>
                    </a:cubicBezTo>
                    <a:cubicBezTo>
                      <a:pt x="60" y="112"/>
                      <a:pt x="60" y="112"/>
                      <a:pt x="60" y="111"/>
                    </a:cubicBezTo>
                    <a:cubicBezTo>
                      <a:pt x="61" y="111"/>
                      <a:pt x="61" y="109"/>
                      <a:pt x="62" y="109"/>
                    </a:cubicBezTo>
                    <a:cubicBezTo>
                      <a:pt x="63" y="107"/>
                      <a:pt x="64" y="106"/>
                      <a:pt x="65" y="104"/>
                    </a:cubicBezTo>
                    <a:cubicBezTo>
                      <a:pt x="66" y="104"/>
                      <a:pt x="67" y="103"/>
                      <a:pt x="67" y="102"/>
                    </a:cubicBezTo>
                    <a:cubicBezTo>
                      <a:pt x="68" y="102"/>
                      <a:pt x="68" y="101"/>
                      <a:pt x="69" y="100"/>
                    </a:cubicBezTo>
                    <a:cubicBezTo>
                      <a:pt x="69" y="101"/>
                      <a:pt x="70" y="102"/>
                      <a:pt x="69" y="103"/>
                    </a:cubicBezTo>
                    <a:close/>
                    <a:moveTo>
                      <a:pt x="80" y="84"/>
                    </a:moveTo>
                    <a:cubicBezTo>
                      <a:pt x="81" y="84"/>
                      <a:pt x="82" y="84"/>
                      <a:pt x="83" y="84"/>
                    </a:cubicBezTo>
                    <a:cubicBezTo>
                      <a:pt x="83" y="85"/>
                      <a:pt x="82" y="86"/>
                      <a:pt x="82" y="86"/>
                    </a:cubicBezTo>
                    <a:cubicBezTo>
                      <a:pt x="81" y="87"/>
                      <a:pt x="80" y="88"/>
                      <a:pt x="80" y="89"/>
                    </a:cubicBezTo>
                    <a:cubicBezTo>
                      <a:pt x="80" y="89"/>
                      <a:pt x="80" y="89"/>
                      <a:pt x="81" y="89"/>
                    </a:cubicBezTo>
                    <a:cubicBezTo>
                      <a:pt x="81" y="89"/>
                      <a:pt x="81" y="89"/>
                      <a:pt x="81" y="88"/>
                    </a:cubicBezTo>
                    <a:cubicBezTo>
                      <a:pt x="82" y="87"/>
                      <a:pt x="83" y="85"/>
                      <a:pt x="84" y="84"/>
                    </a:cubicBezTo>
                    <a:cubicBezTo>
                      <a:pt x="85" y="84"/>
                      <a:pt x="86" y="84"/>
                      <a:pt x="87" y="84"/>
                    </a:cubicBezTo>
                    <a:cubicBezTo>
                      <a:pt x="86" y="86"/>
                      <a:pt x="83" y="89"/>
                      <a:pt x="81" y="92"/>
                    </a:cubicBezTo>
                    <a:cubicBezTo>
                      <a:pt x="81" y="92"/>
                      <a:pt x="81" y="92"/>
                      <a:pt x="81" y="93"/>
                    </a:cubicBezTo>
                    <a:cubicBezTo>
                      <a:pt x="80" y="93"/>
                      <a:pt x="81" y="93"/>
                      <a:pt x="80" y="94"/>
                    </a:cubicBezTo>
                    <a:cubicBezTo>
                      <a:pt x="79" y="93"/>
                      <a:pt x="80" y="91"/>
                      <a:pt x="80" y="90"/>
                    </a:cubicBezTo>
                    <a:cubicBezTo>
                      <a:pt x="80" y="89"/>
                      <a:pt x="79" y="89"/>
                      <a:pt x="79" y="88"/>
                    </a:cubicBezTo>
                    <a:cubicBezTo>
                      <a:pt x="79" y="86"/>
                      <a:pt x="80" y="85"/>
                      <a:pt x="80" y="84"/>
                    </a:cubicBezTo>
                    <a:close/>
                    <a:moveTo>
                      <a:pt x="80" y="100"/>
                    </a:moveTo>
                    <a:cubicBezTo>
                      <a:pt x="79" y="99"/>
                      <a:pt x="80" y="97"/>
                      <a:pt x="80" y="96"/>
                    </a:cubicBezTo>
                    <a:cubicBezTo>
                      <a:pt x="80" y="95"/>
                      <a:pt x="80" y="95"/>
                      <a:pt x="80" y="95"/>
                    </a:cubicBezTo>
                    <a:cubicBezTo>
                      <a:pt x="80" y="94"/>
                      <a:pt x="81" y="94"/>
                      <a:pt x="80" y="94"/>
                    </a:cubicBezTo>
                    <a:cubicBezTo>
                      <a:pt x="81" y="94"/>
                      <a:pt x="81" y="93"/>
                      <a:pt x="81" y="92"/>
                    </a:cubicBezTo>
                    <a:cubicBezTo>
                      <a:pt x="82" y="92"/>
                      <a:pt x="82" y="92"/>
                      <a:pt x="83" y="91"/>
                    </a:cubicBezTo>
                    <a:cubicBezTo>
                      <a:pt x="85" y="89"/>
                      <a:pt x="86" y="86"/>
                      <a:pt x="89" y="84"/>
                    </a:cubicBezTo>
                    <a:cubicBezTo>
                      <a:pt x="89" y="84"/>
                      <a:pt x="90" y="84"/>
                      <a:pt x="90" y="84"/>
                    </a:cubicBezTo>
                    <a:cubicBezTo>
                      <a:pt x="90" y="85"/>
                      <a:pt x="91" y="86"/>
                      <a:pt x="91" y="87"/>
                    </a:cubicBezTo>
                    <a:cubicBezTo>
                      <a:pt x="90" y="88"/>
                      <a:pt x="89" y="89"/>
                      <a:pt x="88" y="90"/>
                    </a:cubicBezTo>
                    <a:cubicBezTo>
                      <a:pt x="87" y="91"/>
                      <a:pt x="87" y="92"/>
                      <a:pt x="86" y="93"/>
                    </a:cubicBezTo>
                    <a:cubicBezTo>
                      <a:pt x="86" y="93"/>
                      <a:pt x="85" y="93"/>
                      <a:pt x="85" y="93"/>
                    </a:cubicBezTo>
                    <a:cubicBezTo>
                      <a:pt x="85" y="94"/>
                      <a:pt x="85" y="94"/>
                      <a:pt x="85" y="95"/>
                    </a:cubicBezTo>
                    <a:cubicBezTo>
                      <a:pt x="84" y="96"/>
                      <a:pt x="83" y="97"/>
                      <a:pt x="82" y="98"/>
                    </a:cubicBezTo>
                    <a:cubicBezTo>
                      <a:pt x="81" y="99"/>
                      <a:pt x="81" y="100"/>
                      <a:pt x="80" y="100"/>
                    </a:cubicBezTo>
                    <a:close/>
                    <a:moveTo>
                      <a:pt x="80" y="102"/>
                    </a:moveTo>
                    <a:cubicBezTo>
                      <a:pt x="82" y="98"/>
                      <a:pt x="85" y="96"/>
                      <a:pt x="87" y="93"/>
                    </a:cubicBezTo>
                    <a:cubicBezTo>
                      <a:pt x="87" y="93"/>
                      <a:pt x="87" y="93"/>
                      <a:pt x="87" y="93"/>
                    </a:cubicBezTo>
                    <a:cubicBezTo>
                      <a:pt x="87" y="92"/>
                      <a:pt x="89" y="91"/>
                      <a:pt x="89" y="90"/>
                    </a:cubicBezTo>
                    <a:cubicBezTo>
                      <a:pt x="90" y="90"/>
                      <a:pt x="90" y="89"/>
                      <a:pt x="90" y="88"/>
                    </a:cubicBezTo>
                    <a:cubicBezTo>
                      <a:pt x="90" y="88"/>
                      <a:pt x="90" y="88"/>
                      <a:pt x="91" y="88"/>
                    </a:cubicBezTo>
                    <a:cubicBezTo>
                      <a:pt x="91" y="90"/>
                      <a:pt x="91" y="92"/>
                      <a:pt x="91" y="93"/>
                    </a:cubicBezTo>
                    <a:cubicBezTo>
                      <a:pt x="87" y="97"/>
                      <a:pt x="84" y="102"/>
                      <a:pt x="80" y="106"/>
                    </a:cubicBezTo>
                    <a:cubicBezTo>
                      <a:pt x="80" y="105"/>
                      <a:pt x="80" y="103"/>
                      <a:pt x="80" y="102"/>
                    </a:cubicBezTo>
                    <a:close/>
                    <a:moveTo>
                      <a:pt x="91" y="113"/>
                    </a:moveTo>
                    <a:cubicBezTo>
                      <a:pt x="88" y="113"/>
                      <a:pt x="87" y="113"/>
                      <a:pt x="85" y="113"/>
                    </a:cubicBezTo>
                    <a:cubicBezTo>
                      <a:pt x="84" y="112"/>
                      <a:pt x="85" y="112"/>
                      <a:pt x="85" y="112"/>
                    </a:cubicBezTo>
                    <a:cubicBezTo>
                      <a:pt x="87" y="110"/>
                      <a:pt x="89" y="108"/>
                      <a:pt x="91" y="105"/>
                    </a:cubicBezTo>
                    <a:cubicBezTo>
                      <a:pt x="91" y="105"/>
                      <a:pt x="91" y="105"/>
                      <a:pt x="91" y="105"/>
                    </a:cubicBezTo>
                    <a:cubicBezTo>
                      <a:pt x="91" y="107"/>
                      <a:pt x="91" y="111"/>
                      <a:pt x="91" y="113"/>
                    </a:cubicBezTo>
                    <a:close/>
                    <a:moveTo>
                      <a:pt x="91" y="104"/>
                    </a:moveTo>
                    <a:cubicBezTo>
                      <a:pt x="89" y="107"/>
                      <a:pt x="85" y="110"/>
                      <a:pt x="83" y="113"/>
                    </a:cubicBezTo>
                    <a:cubicBezTo>
                      <a:pt x="82" y="113"/>
                      <a:pt x="81" y="113"/>
                      <a:pt x="80" y="113"/>
                    </a:cubicBezTo>
                    <a:cubicBezTo>
                      <a:pt x="80" y="112"/>
                      <a:pt x="81" y="112"/>
                      <a:pt x="82" y="111"/>
                    </a:cubicBezTo>
                    <a:cubicBezTo>
                      <a:pt x="83" y="109"/>
                      <a:pt x="83" y="108"/>
                      <a:pt x="85" y="107"/>
                    </a:cubicBezTo>
                    <a:cubicBezTo>
                      <a:pt x="86" y="106"/>
                      <a:pt x="87" y="105"/>
                      <a:pt x="87" y="104"/>
                    </a:cubicBezTo>
                    <a:cubicBezTo>
                      <a:pt x="87" y="104"/>
                      <a:pt x="88" y="104"/>
                      <a:pt x="88" y="103"/>
                    </a:cubicBezTo>
                    <a:cubicBezTo>
                      <a:pt x="88" y="103"/>
                      <a:pt x="89" y="102"/>
                      <a:pt x="89" y="102"/>
                    </a:cubicBezTo>
                    <a:cubicBezTo>
                      <a:pt x="90" y="101"/>
                      <a:pt x="90" y="100"/>
                      <a:pt x="91" y="100"/>
                    </a:cubicBezTo>
                    <a:cubicBezTo>
                      <a:pt x="91" y="100"/>
                      <a:pt x="91" y="100"/>
                      <a:pt x="91" y="100"/>
                    </a:cubicBezTo>
                    <a:cubicBezTo>
                      <a:pt x="91" y="101"/>
                      <a:pt x="91" y="102"/>
                      <a:pt x="91" y="104"/>
                    </a:cubicBezTo>
                    <a:close/>
                    <a:moveTo>
                      <a:pt x="91" y="98"/>
                    </a:moveTo>
                    <a:cubicBezTo>
                      <a:pt x="89" y="100"/>
                      <a:pt x="88" y="102"/>
                      <a:pt x="87" y="103"/>
                    </a:cubicBezTo>
                    <a:cubicBezTo>
                      <a:pt x="86" y="105"/>
                      <a:pt x="84" y="106"/>
                      <a:pt x="83" y="108"/>
                    </a:cubicBezTo>
                    <a:cubicBezTo>
                      <a:pt x="82" y="109"/>
                      <a:pt x="81" y="111"/>
                      <a:pt x="80" y="111"/>
                    </a:cubicBezTo>
                    <a:cubicBezTo>
                      <a:pt x="80" y="110"/>
                      <a:pt x="80" y="109"/>
                      <a:pt x="80" y="108"/>
                    </a:cubicBezTo>
                    <a:cubicBezTo>
                      <a:pt x="81" y="107"/>
                      <a:pt x="81" y="106"/>
                      <a:pt x="82" y="105"/>
                    </a:cubicBezTo>
                    <a:cubicBezTo>
                      <a:pt x="83" y="104"/>
                      <a:pt x="84" y="103"/>
                      <a:pt x="85" y="102"/>
                    </a:cubicBezTo>
                    <a:cubicBezTo>
                      <a:pt x="85" y="101"/>
                      <a:pt x="86" y="101"/>
                      <a:pt x="86" y="99"/>
                    </a:cubicBezTo>
                    <a:cubicBezTo>
                      <a:pt x="86" y="99"/>
                      <a:pt x="86" y="99"/>
                      <a:pt x="87" y="99"/>
                    </a:cubicBezTo>
                    <a:cubicBezTo>
                      <a:pt x="88" y="98"/>
                      <a:pt x="89" y="96"/>
                      <a:pt x="91" y="94"/>
                    </a:cubicBezTo>
                    <a:cubicBezTo>
                      <a:pt x="91" y="94"/>
                      <a:pt x="91" y="94"/>
                      <a:pt x="91" y="94"/>
                    </a:cubicBezTo>
                    <a:cubicBezTo>
                      <a:pt x="91" y="96"/>
                      <a:pt x="91" y="96"/>
                      <a:pt x="91" y="98"/>
                    </a:cubicBezTo>
                    <a:close/>
                    <a:moveTo>
                      <a:pt x="99" y="113"/>
                    </a:moveTo>
                    <a:cubicBezTo>
                      <a:pt x="99" y="112"/>
                      <a:pt x="99" y="112"/>
                      <a:pt x="99" y="111"/>
                    </a:cubicBezTo>
                    <a:cubicBezTo>
                      <a:pt x="99" y="112"/>
                      <a:pt x="100" y="112"/>
                      <a:pt x="99" y="113"/>
                    </a:cubicBezTo>
                    <a:close/>
                    <a:moveTo>
                      <a:pt x="101" y="99"/>
                    </a:moveTo>
                    <a:cubicBezTo>
                      <a:pt x="102" y="96"/>
                      <a:pt x="104" y="94"/>
                      <a:pt x="106" y="92"/>
                    </a:cubicBezTo>
                    <a:cubicBezTo>
                      <a:pt x="106" y="92"/>
                      <a:pt x="106" y="92"/>
                      <a:pt x="106" y="92"/>
                    </a:cubicBezTo>
                    <a:cubicBezTo>
                      <a:pt x="106" y="90"/>
                      <a:pt x="108" y="90"/>
                      <a:pt x="108" y="88"/>
                    </a:cubicBezTo>
                    <a:cubicBezTo>
                      <a:pt x="110" y="87"/>
                      <a:pt x="111" y="85"/>
                      <a:pt x="112" y="83"/>
                    </a:cubicBezTo>
                    <a:cubicBezTo>
                      <a:pt x="113" y="85"/>
                      <a:pt x="113" y="87"/>
                      <a:pt x="112" y="89"/>
                    </a:cubicBezTo>
                    <a:cubicBezTo>
                      <a:pt x="111" y="90"/>
                      <a:pt x="110" y="91"/>
                      <a:pt x="109" y="92"/>
                    </a:cubicBezTo>
                    <a:cubicBezTo>
                      <a:pt x="108" y="94"/>
                      <a:pt x="107" y="95"/>
                      <a:pt x="106" y="96"/>
                    </a:cubicBezTo>
                    <a:cubicBezTo>
                      <a:pt x="104" y="98"/>
                      <a:pt x="103" y="101"/>
                      <a:pt x="101" y="103"/>
                    </a:cubicBezTo>
                    <a:cubicBezTo>
                      <a:pt x="100" y="102"/>
                      <a:pt x="101" y="100"/>
                      <a:pt x="101" y="99"/>
                    </a:cubicBezTo>
                    <a:close/>
                    <a:moveTo>
                      <a:pt x="112" y="81"/>
                    </a:moveTo>
                    <a:cubicBezTo>
                      <a:pt x="112" y="82"/>
                      <a:pt x="111" y="83"/>
                      <a:pt x="110" y="84"/>
                    </a:cubicBezTo>
                    <a:cubicBezTo>
                      <a:pt x="109" y="86"/>
                      <a:pt x="109" y="87"/>
                      <a:pt x="108" y="88"/>
                    </a:cubicBezTo>
                    <a:cubicBezTo>
                      <a:pt x="108" y="88"/>
                      <a:pt x="108" y="88"/>
                      <a:pt x="107" y="88"/>
                    </a:cubicBezTo>
                    <a:cubicBezTo>
                      <a:pt x="107" y="89"/>
                      <a:pt x="107" y="90"/>
                      <a:pt x="106" y="91"/>
                    </a:cubicBezTo>
                    <a:cubicBezTo>
                      <a:pt x="104" y="93"/>
                      <a:pt x="103" y="95"/>
                      <a:pt x="101" y="97"/>
                    </a:cubicBezTo>
                    <a:cubicBezTo>
                      <a:pt x="101" y="96"/>
                      <a:pt x="101" y="93"/>
                      <a:pt x="101" y="92"/>
                    </a:cubicBezTo>
                    <a:cubicBezTo>
                      <a:pt x="101" y="92"/>
                      <a:pt x="101" y="92"/>
                      <a:pt x="101" y="92"/>
                    </a:cubicBezTo>
                    <a:cubicBezTo>
                      <a:pt x="101" y="91"/>
                      <a:pt x="102" y="90"/>
                      <a:pt x="102" y="89"/>
                    </a:cubicBezTo>
                    <a:cubicBezTo>
                      <a:pt x="103" y="88"/>
                      <a:pt x="104" y="88"/>
                      <a:pt x="105" y="86"/>
                    </a:cubicBezTo>
                    <a:cubicBezTo>
                      <a:pt x="105" y="86"/>
                      <a:pt x="105" y="86"/>
                      <a:pt x="105" y="86"/>
                    </a:cubicBezTo>
                    <a:cubicBezTo>
                      <a:pt x="107" y="83"/>
                      <a:pt x="110" y="80"/>
                      <a:pt x="112" y="76"/>
                    </a:cubicBezTo>
                    <a:cubicBezTo>
                      <a:pt x="113" y="77"/>
                      <a:pt x="113" y="77"/>
                      <a:pt x="112" y="78"/>
                    </a:cubicBezTo>
                    <a:cubicBezTo>
                      <a:pt x="112" y="79"/>
                      <a:pt x="113" y="81"/>
                      <a:pt x="112" y="81"/>
                    </a:cubicBezTo>
                    <a:close/>
                    <a:moveTo>
                      <a:pt x="101" y="73"/>
                    </a:moveTo>
                    <a:cubicBezTo>
                      <a:pt x="102" y="72"/>
                      <a:pt x="103" y="72"/>
                      <a:pt x="103" y="73"/>
                    </a:cubicBezTo>
                    <a:cubicBezTo>
                      <a:pt x="102" y="74"/>
                      <a:pt x="101" y="75"/>
                      <a:pt x="101" y="77"/>
                    </a:cubicBezTo>
                    <a:cubicBezTo>
                      <a:pt x="100" y="76"/>
                      <a:pt x="101" y="76"/>
                      <a:pt x="101" y="75"/>
                    </a:cubicBezTo>
                    <a:cubicBezTo>
                      <a:pt x="101" y="74"/>
                      <a:pt x="100" y="73"/>
                      <a:pt x="101" y="73"/>
                    </a:cubicBezTo>
                    <a:close/>
                    <a:moveTo>
                      <a:pt x="101" y="76"/>
                    </a:moveTo>
                    <a:cubicBezTo>
                      <a:pt x="102" y="76"/>
                      <a:pt x="103" y="74"/>
                      <a:pt x="104" y="73"/>
                    </a:cubicBezTo>
                    <a:cubicBezTo>
                      <a:pt x="105" y="72"/>
                      <a:pt x="107" y="72"/>
                      <a:pt x="108" y="72"/>
                    </a:cubicBezTo>
                    <a:cubicBezTo>
                      <a:pt x="108" y="73"/>
                      <a:pt x="107" y="74"/>
                      <a:pt x="106" y="75"/>
                    </a:cubicBezTo>
                    <a:cubicBezTo>
                      <a:pt x="105" y="77"/>
                      <a:pt x="105" y="78"/>
                      <a:pt x="104" y="79"/>
                    </a:cubicBezTo>
                    <a:cubicBezTo>
                      <a:pt x="103" y="80"/>
                      <a:pt x="102" y="82"/>
                      <a:pt x="101" y="83"/>
                    </a:cubicBezTo>
                    <a:cubicBezTo>
                      <a:pt x="100" y="82"/>
                      <a:pt x="100" y="80"/>
                      <a:pt x="100" y="79"/>
                    </a:cubicBezTo>
                    <a:cubicBezTo>
                      <a:pt x="100" y="78"/>
                      <a:pt x="102" y="77"/>
                      <a:pt x="101" y="76"/>
                    </a:cubicBezTo>
                    <a:close/>
                    <a:moveTo>
                      <a:pt x="101" y="85"/>
                    </a:moveTo>
                    <a:cubicBezTo>
                      <a:pt x="101" y="84"/>
                      <a:pt x="102" y="83"/>
                      <a:pt x="102" y="82"/>
                    </a:cubicBezTo>
                    <a:cubicBezTo>
                      <a:pt x="105" y="79"/>
                      <a:pt x="107" y="75"/>
                      <a:pt x="109" y="73"/>
                    </a:cubicBezTo>
                    <a:cubicBezTo>
                      <a:pt x="111" y="73"/>
                      <a:pt x="112" y="72"/>
                      <a:pt x="112" y="73"/>
                    </a:cubicBezTo>
                    <a:cubicBezTo>
                      <a:pt x="112" y="74"/>
                      <a:pt x="112" y="75"/>
                      <a:pt x="111" y="76"/>
                    </a:cubicBezTo>
                    <a:cubicBezTo>
                      <a:pt x="110" y="79"/>
                      <a:pt x="107" y="82"/>
                      <a:pt x="105" y="85"/>
                    </a:cubicBezTo>
                    <a:cubicBezTo>
                      <a:pt x="104" y="86"/>
                      <a:pt x="103" y="87"/>
                      <a:pt x="102" y="88"/>
                    </a:cubicBezTo>
                    <a:cubicBezTo>
                      <a:pt x="102" y="89"/>
                      <a:pt x="101" y="90"/>
                      <a:pt x="101" y="90"/>
                    </a:cubicBezTo>
                    <a:cubicBezTo>
                      <a:pt x="101" y="89"/>
                      <a:pt x="100" y="87"/>
                      <a:pt x="101" y="85"/>
                    </a:cubicBezTo>
                    <a:close/>
                    <a:moveTo>
                      <a:pt x="103" y="102"/>
                    </a:moveTo>
                    <a:cubicBezTo>
                      <a:pt x="104" y="101"/>
                      <a:pt x="105" y="100"/>
                      <a:pt x="106" y="98"/>
                    </a:cubicBezTo>
                    <a:cubicBezTo>
                      <a:pt x="106" y="98"/>
                      <a:pt x="107" y="97"/>
                      <a:pt x="107" y="97"/>
                    </a:cubicBezTo>
                    <a:cubicBezTo>
                      <a:pt x="107" y="97"/>
                      <a:pt x="107" y="96"/>
                      <a:pt x="107" y="96"/>
                    </a:cubicBezTo>
                    <a:cubicBezTo>
                      <a:pt x="108" y="95"/>
                      <a:pt x="108" y="95"/>
                      <a:pt x="109" y="94"/>
                    </a:cubicBezTo>
                    <a:cubicBezTo>
                      <a:pt x="110" y="93"/>
                      <a:pt x="111" y="91"/>
                      <a:pt x="112" y="89"/>
                    </a:cubicBezTo>
                    <a:cubicBezTo>
                      <a:pt x="113" y="89"/>
                      <a:pt x="113" y="89"/>
                      <a:pt x="113" y="89"/>
                    </a:cubicBezTo>
                    <a:cubicBezTo>
                      <a:pt x="112" y="91"/>
                      <a:pt x="113" y="92"/>
                      <a:pt x="113" y="94"/>
                    </a:cubicBezTo>
                    <a:cubicBezTo>
                      <a:pt x="113" y="95"/>
                      <a:pt x="112" y="95"/>
                      <a:pt x="112" y="96"/>
                    </a:cubicBezTo>
                    <a:cubicBezTo>
                      <a:pt x="111" y="97"/>
                      <a:pt x="110" y="98"/>
                      <a:pt x="109" y="99"/>
                    </a:cubicBezTo>
                    <a:cubicBezTo>
                      <a:pt x="107" y="102"/>
                      <a:pt x="104" y="106"/>
                      <a:pt x="102" y="109"/>
                    </a:cubicBezTo>
                    <a:cubicBezTo>
                      <a:pt x="101" y="109"/>
                      <a:pt x="101" y="109"/>
                      <a:pt x="101" y="109"/>
                    </a:cubicBezTo>
                    <a:cubicBezTo>
                      <a:pt x="101" y="108"/>
                      <a:pt x="101" y="107"/>
                      <a:pt x="101" y="105"/>
                    </a:cubicBezTo>
                    <a:cubicBezTo>
                      <a:pt x="101" y="104"/>
                      <a:pt x="102" y="103"/>
                      <a:pt x="103" y="102"/>
                    </a:cubicBezTo>
                    <a:close/>
                    <a:moveTo>
                      <a:pt x="101" y="113"/>
                    </a:moveTo>
                    <a:cubicBezTo>
                      <a:pt x="101" y="112"/>
                      <a:pt x="101" y="111"/>
                      <a:pt x="101" y="110"/>
                    </a:cubicBezTo>
                    <a:cubicBezTo>
                      <a:pt x="101" y="110"/>
                      <a:pt x="102" y="110"/>
                      <a:pt x="102" y="110"/>
                    </a:cubicBezTo>
                    <a:cubicBezTo>
                      <a:pt x="102" y="110"/>
                      <a:pt x="102" y="110"/>
                      <a:pt x="102" y="109"/>
                    </a:cubicBezTo>
                    <a:cubicBezTo>
                      <a:pt x="105" y="105"/>
                      <a:pt x="109" y="101"/>
                      <a:pt x="112" y="97"/>
                    </a:cubicBezTo>
                    <a:cubicBezTo>
                      <a:pt x="112" y="96"/>
                      <a:pt x="113" y="96"/>
                      <a:pt x="113" y="95"/>
                    </a:cubicBezTo>
                    <a:cubicBezTo>
                      <a:pt x="113" y="95"/>
                      <a:pt x="113" y="95"/>
                      <a:pt x="113" y="95"/>
                    </a:cubicBezTo>
                    <a:cubicBezTo>
                      <a:pt x="113" y="97"/>
                      <a:pt x="113" y="98"/>
                      <a:pt x="113" y="99"/>
                    </a:cubicBezTo>
                    <a:cubicBezTo>
                      <a:pt x="113" y="100"/>
                      <a:pt x="113" y="100"/>
                      <a:pt x="113" y="100"/>
                    </a:cubicBezTo>
                    <a:cubicBezTo>
                      <a:pt x="110" y="103"/>
                      <a:pt x="107" y="108"/>
                      <a:pt x="103" y="112"/>
                    </a:cubicBezTo>
                    <a:cubicBezTo>
                      <a:pt x="103" y="112"/>
                      <a:pt x="104" y="112"/>
                      <a:pt x="104" y="113"/>
                    </a:cubicBezTo>
                    <a:cubicBezTo>
                      <a:pt x="102" y="113"/>
                      <a:pt x="102" y="113"/>
                      <a:pt x="101" y="113"/>
                    </a:cubicBezTo>
                    <a:close/>
                    <a:moveTo>
                      <a:pt x="113" y="112"/>
                    </a:moveTo>
                    <a:cubicBezTo>
                      <a:pt x="112" y="113"/>
                      <a:pt x="109" y="113"/>
                      <a:pt x="108" y="113"/>
                    </a:cubicBezTo>
                    <a:cubicBezTo>
                      <a:pt x="109" y="110"/>
                      <a:pt x="111" y="108"/>
                      <a:pt x="113" y="106"/>
                    </a:cubicBezTo>
                    <a:cubicBezTo>
                      <a:pt x="112" y="106"/>
                      <a:pt x="112" y="106"/>
                      <a:pt x="112" y="107"/>
                    </a:cubicBezTo>
                    <a:cubicBezTo>
                      <a:pt x="110" y="108"/>
                      <a:pt x="108" y="111"/>
                      <a:pt x="106" y="113"/>
                    </a:cubicBezTo>
                    <a:cubicBezTo>
                      <a:pt x="106" y="113"/>
                      <a:pt x="104" y="113"/>
                      <a:pt x="104" y="113"/>
                    </a:cubicBezTo>
                    <a:cubicBezTo>
                      <a:pt x="103" y="112"/>
                      <a:pt x="105" y="112"/>
                      <a:pt x="104" y="112"/>
                    </a:cubicBezTo>
                    <a:cubicBezTo>
                      <a:pt x="106" y="111"/>
                      <a:pt x="107" y="109"/>
                      <a:pt x="107" y="108"/>
                    </a:cubicBezTo>
                    <a:cubicBezTo>
                      <a:pt x="108" y="107"/>
                      <a:pt x="109" y="106"/>
                      <a:pt x="109" y="105"/>
                    </a:cubicBezTo>
                    <a:cubicBezTo>
                      <a:pt x="110" y="105"/>
                      <a:pt x="109" y="105"/>
                      <a:pt x="110" y="105"/>
                    </a:cubicBezTo>
                    <a:cubicBezTo>
                      <a:pt x="110" y="105"/>
                      <a:pt x="110" y="104"/>
                      <a:pt x="110" y="104"/>
                    </a:cubicBezTo>
                    <a:cubicBezTo>
                      <a:pt x="111" y="103"/>
                      <a:pt x="112" y="102"/>
                      <a:pt x="113" y="101"/>
                    </a:cubicBezTo>
                    <a:cubicBezTo>
                      <a:pt x="113" y="101"/>
                      <a:pt x="113" y="101"/>
                      <a:pt x="113" y="101"/>
                    </a:cubicBezTo>
                    <a:cubicBezTo>
                      <a:pt x="113" y="105"/>
                      <a:pt x="113" y="108"/>
                      <a:pt x="113" y="112"/>
                    </a:cubicBezTo>
                    <a:close/>
                    <a:moveTo>
                      <a:pt x="122" y="52"/>
                    </a:moveTo>
                    <a:cubicBezTo>
                      <a:pt x="122" y="51"/>
                      <a:pt x="124" y="51"/>
                      <a:pt x="124" y="51"/>
                    </a:cubicBezTo>
                    <a:cubicBezTo>
                      <a:pt x="123" y="53"/>
                      <a:pt x="123" y="54"/>
                      <a:pt x="122" y="55"/>
                    </a:cubicBezTo>
                    <a:cubicBezTo>
                      <a:pt x="121" y="54"/>
                      <a:pt x="122" y="53"/>
                      <a:pt x="122" y="52"/>
                    </a:cubicBezTo>
                    <a:close/>
                    <a:moveTo>
                      <a:pt x="122" y="57"/>
                    </a:moveTo>
                    <a:cubicBezTo>
                      <a:pt x="122" y="54"/>
                      <a:pt x="124" y="53"/>
                      <a:pt x="125" y="51"/>
                    </a:cubicBezTo>
                    <a:cubicBezTo>
                      <a:pt x="127" y="51"/>
                      <a:pt x="128" y="51"/>
                      <a:pt x="130" y="51"/>
                    </a:cubicBezTo>
                    <a:cubicBezTo>
                      <a:pt x="129" y="53"/>
                      <a:pt x="128" y="54"/>
                      <a:pt x="127" y="56"/>
                    </a:cubicBezTo>
                    <a:cubicBezTo>
                      <a:pt x="126" y="57"/>
                      <a:pt x="125" y="59"/>
                      <a:pt x="124" y="60"/>
                    </a:cubicBezTo>
                    <a:cubicBezTo>
                      <a:pt x="123" y="61"/>
                      <a:pt x="123" y="63"/>
                      <a:pt x="122" y="64"/>
                    </a:cubicBezTo>
                    <a:cubicBezTo>
                      <a:pt x="122" y="61"/>
                      <a:pt x="122" y="59"/>
                      <a:pt x="122" y="57"/>
                    </a:cubicBezTo>
                    <a:cubicBezTo>
                      <a:pt x="122" y="57"/>
                      <a:pt x="122" y="57"/>
                      <a:pt x="122" y="57"/>
                    </a:cubicBezTo>
                    <a:close/>
                    <a:moveTo>
                      <a:pt x="122" y="66"/>
                    </a:moveTo>
                    <a:cubicBezTo>
                      <a:pt x="122" y="66"/>
                      <a:pt x="122" y="65"/>
                      <a:pt x="123" y="65"/>
                    </a:cubicBezTo>
                    <a:cubicBezTo>
                      <a:pt x="123" y="64"/>
                      <a:pt x="124" y="63"/>
                      <a:pt x="124" y="62"/>
                    </a:cubicBezTo>
                    <a:cubicBezTo>
                      <a:pt x="125" y="61"/>
                      <a:pt x="126" y="60"/>
                      <a:pt x="126" y="58"/>
                    </a:cubicBezTo>
                    <a:cubicBezTo>
                      <a:pt x="126" y="58"/>
                      <a:pt x="126" y="58"/>
                      <a:pt x="126" y="58"/>
                    </a:cubicBezTo>
                    <a:cubicBezTo>
                      <a:pt x="128" y="56"/>
                      <a:pt x="129" y="53"/>
                      <a:pt x="131" y="51"/>
                    </a:cubicBezTo>
                    <a:cubicBezTo>
                      <a:pt x="132" y="51"/>
                      <a:pt x="132" y="51"/>
                      <a:pt x="133" y="51"/>
                    </a:cubicBezTo>
                    <a:cubicBezTo>
                      <a:pt x="132" y="53"/>
                      <a:pt x="134" y="56"/>
                      <a:pt x="132" y="57"/>
                    </a:cubicBezTo>
                    <a:cubicBezTo>
                      <a:pt x="130" y="61"/>
                      <a:pt x="128" y="64"/>
                      <a:pt x="126" y="67"/>
                    </a:cubicBezTo>
                    <a:cubicBezTo>
                      <a:pt x="124" y="69"/>
                      <a:pt x="123" y="72"/>
                      <a:pt x="122" y="73"/>
                    </a:cubicBezTo>
                    <a:cubicBezTo>
                      <a:pt x="122" y="70"/>
                      <a:pt x="122" y="69"/>
                      <a:pt x="122" y="66"/>
                    </a:cubicBezTo>
                    <a:close/>
                    <a:moveTo>
                      <a:pt x="122" y="75"/>
                    </a:moveTo>
                    <a:cubicBezTo>
                      <a:pt x="122" y="74"/>
                      <a:pt x="124" y="72"/>
                      <a:pt x="124" y="71"/>
                    </a:cubicBezTo>
                    <a:cubicBezTo>
                      <a:pt x="125" y="70"/>
                      <a:pt x="125" y="69"/>
                      <a:pt x="126" y="69"/>
                    </a:cubicBezTo>
                    <a:cubicBezTo>
                      <a:pt x="125" y="68"/>
                      <a:pt x="126" y="68"/>
                      <a:pt x="126" y="68"/>
                    </a:cubicBezTo>
                    <a:cubicBezTo>
                      <a:pt x="126" y="67"/>
                      <a:pt x="126" y="67"/>
                      <a:pt x="127" y="67"/>
                    </a:cubicBezTo>
                    <a:cubicBezTo>
                      <a:pt x="127" y="67"/>
                      <a:pt x="127" y="67"/>
                      <a:pt x="127" y="67"/>
                    </a:cubicBezTo>
                    <a:cubicBezTo>
                      <a:pt x="127" y="67"/>
                      <a:pt x="127" y="67"/>
                      <a:pt x="127" y="67"/>
                    </a:cubicBezTo>
                    <a:cubicBezTo>
                      <a:pt x="127" y="67"/>
                      <a:pt x="128" y="66"/>
                      <a:pt x="127" y="66"/>
                    </a:cubicBezTo>
                    <a:cubicBezTo>
                      <a:pt x="128" y="66"/>
                      <a:pt x="128" y="66"/>
                      <a:pt x="128" y="66"/>
                    </a:cubicBezTo>
                    <a:cubicBezTo>
                      <a:pt x="128" y="65"/>
                      <a:pt x="128" y="65"/>
                      <a:pt x="128" y="65"/>
                    </a:cubicBezTo>
                    <a:cubicBezTo>
                      <a:pt x="130" y="62"/>
                      <a:pt x="131" y="59"/>
                      <a:pt x="133" y="57"/>
                    </a:cubicBezTo>
                    <a:cubicBezTo>
                      <a:pt x="133" y="59"/>
                      <a:pt x="133" y="61"/>
                      <a:pt x="133" y="63"/>
                    </a:cubicBezTo>
                    <a:cubicBezTo>
                      <a:pt x="133" y="64"/>
                      <a:pt x="132" y="64"/>
                      <a:pt x="131" y="66"/>
                    </a:cubicBezTo>
                    <a:cubicBezTo>
                      <a:pt x="130" y="67"/>
                      <a:pt x="130" y="69"/>
                      <a:pt x="129" y="70"/>
                    </a:cubicBezTo>
                    <a:cubicBezTo>
                      <a:pt x="128" y="71"/>
                      <a:pt x="127" y="72"/>
                      <a:pt x="127" y="73"/>
                    </a:cubicBezTo>
                    <a:cubicBezTo>
                      <a:pt x="127" y="73"/>
                      <a:pt x="127" y="73"/>
                      <a:pt x="127" y="73"/>
                    </a:cubicBezTo>
                    <a:cubicBezTo>
                      <a:pt x="126" y="74"/>
                      <a:pt x="126" y="74"/>
                      <a:pt x="125" y="75"/>
                    </a:cubicBezTo>
                    <a:cubicBezTo>
                      <a:pt x="125" y="76"/>
                      <a:pt x="124" y="77"/>
                      <a:pt x="124" y="78"/>
                    </a:cubicBezTo>
                    <a:cubicBezTo>
                      <a:pt x="123" y="78"/>
                      <a:pt x="123" y="79"/>
                      <a:pt x="122" y="80"/>
                    </a:cubicBezTo>
                    <a:cubicBezTo>
                      <a:pt x="122" y="79"/>
                      <a:pt x="121" y="76"/>
                      <a:pt x="122" y="75"/>
                    </a:cubicBezTo>
                    <a:close/>
                    <a:moveTo>
                      <a:pt x="122" y="86"/>
                    </a:moveTo>
                    <a:cubicBezTo>
                      <a:pt x="122" y="84"/>
                      <a:pt x="122" y="83"/>
                      <a:pt x="122" y="82"/>
                    </a:cubicBezTo>
                    <a:cubicBezTo>
                      <a:pt x="124" y="79"/>
                      <a:pt x="126" y="76"/>
                      <a:pt x="128" y="72"/>
                    </a:cubicBezTo>
                    <a:cubicBezTo>
                      <a:pt x="128" y="72"/>
                      <a:pt x="128" y="72"/>
                      <a:pt x="129" y="72"/>
                    </a:cubicBezTo>
                    <a:cubicBezTo>
                      <a:pt x="129" y="70"/>
                      <a:pt x="130" y="69"/>
                      <a:pt x="130" y="68"/>
                    </a:cubicBezTo>
                    <a:cubicBezTo>
                      <a:pt x="131" y="67"/>
                      <a:pt x="132" y="67"/>
                      <a:pt x="132" y="66"/>
                    </a:cubicBezTo>
                    <a:cubicBezTo>
                      <a:pt x="133" y="66"/>
                      <a:pt x="132" y="65"/>
                      <a:pt x="133" y="65"/>
                    </a:cubicBezTo>
                    <a:cubicBezTo>
                      <a:pt x="134" y="67"/>
                      <a:pt x="133" y="68"/>
                      <a:pt x="133" y="71"/>
                    </a:cubicBezTo>
                    <a:cubicBezTo>
                      <a:pt x="131" y="73"/>
                      <a:pt x="130" y="76"/>
                      <a:pt x="128" y="78"/>
                    </a:cubicBezTo>
                    <a:cubicBezTo>
                      <a:pt x="127" y="80"/>
                      <a:pt x="127" y="81"/>
                      <a:pt x="126" y="83"/>
                    </a:cubicBezTo>
                    <a:cubicBezTo>
                      <a:pt x="125" y="84"/>
                      <a:pt x="123" y="86"/>
                      <a:pt x="123" y="87"/>
                    </a:cubicBezTo>
                    <a:cubicBezTo>
                      <a:pt x="123" y="88"/>
                      <a:pt x="123" y="88"/>
                      <a:pt x="123" y="89"/>
                    </a:cubicBezTo>
                    <a:cubicBezTo>
                      <a:pt x="124" y="88"/>
                      <a:pt x="124" y="87"/>
                      <a:pt x="124" y="87"/>
                    </a:cubicBezTo>
                    <a:cubicBezTo>
                      <a:pt x="125" y="84"/>
                      <a:pt x="127" y="83"/>
                      <a:pt x="128" y="80"/>
                    </a:cubicBezTo>
                    <a:cubicBezTo>
                      <a:pt x="129" y="79"/>
                      <a:pt x="129" y="78"/>
                      <a:pt x="130" y="77"/>
                    </a:cubicBezTo>
                    <a:cubicBezTo>
                      <a:pt x="131" y="76"/>
                      <a:pt x="132" y="74"/>
                      <a:pt x="133" y="72"/>
                    </a:cubicBezTo>
                    <a:cubicBezTo>
                      <a:pt x="133" y="75"/>
                      <a:pt x="133" y="76"/>
                      <a:pt x="133" y="79"/>
                    </a:cubicBezTo>
                    <a:cubicBezTo>
                      <a:pt x="133" y="80"/>
                      <a:pt x="131" y="81"/>
                      <a:pt x="131" y="83"/>
                    </a:cubicBezTo>
                    <a:cubicBezTo>
                      <a:pt x="129" y="85"/>
                      <a:pt x="128" y="86"/>
                      <a:pt x="127" y="88"/>
                    </a:cubicBezTo>
                    <a:cubicBezTo>
                      <a:pt x="126" y="89"/>
                      <a:pt x="126" y="90"/>
                      <a:pt x="125" y="92"/>
                    </a:cubicBezTo>
                    <a:cubicBezTo>
                      <a:pt x="124" y="93"/>
                      <a:pt x="123" y="94"/>
                      <a:pt x="122" y="95"/>
                    </a:cubicBezTo>
                    <a:cubicBezTo>
                      <a:pt x="122" y="92"/>
                      <a:pt x="122" y="88"/>
                      <a:pt x="122" y="86"/>
                    </a:cubicBezTo>
                    <a:close/>
                    <a:moveTo>
                      <a:pt x="123" y="96"/>
                    </a:moveTo>
                    <a:cubicBezTo>
                      <a:pt x="124" y="93"/>
                      <a:pt x="126" y="92"/>
                      <a:pt x="126" y="90"/>
                    </a:cubicBezTo>
                    <a:cubicBezTo>
                      <a:pt x="127" y="90"/>
                      <a:pt x="127" y="89"/>
                      <a:pt x="127" y="89"/>
                    </a:cubicBezTo>
                    <a:cubicBezTo>
                      <a:pt x="127" y="89"/>
                      <a:pt x="128" y="89"/>
                      <a:pt x="127" y="89"/>
                    </a:cubicBezTo>
                    <a:cubicBezTo>
                      <a:pt x="130" y="86"/>
                      <a:pt x="131" y="83"/>
                      <a:pt x="133" y="80"/>
                    </a:cubicBezTo>
                    <a:cubicBezTo>
                      <a:pt x="133" y="80"/>
                      <a:pt x="133" y="80"/>
                      <a:pt x="133" y="80"/>
                    </a:cubicBezTo>
                    <a:cubicBezTo>
                      <a:pt x="133" y="82"/>
                      <a:pt x="133" y="83"/>
                      <a:pt x="133" y="85"/>
                    </a:cubicBezTo>
                    <a:cubicBezTo>
                      <a:pt x="133" y="86"/>
                      <a:pt x="132" y="87"/>
                      <a:pt x="131" y="88"/>
                    </a:cubicBezTo>
                    <a:cubicBezTo>
                      <a:pt x="130" y="90"/>
                      <a:pt x="128" y="93"/>
                      <a:pt x="127" y="95"/>
                    </a:cubicBezTo>
                    <a:cubicBezTo>
                      <a:pt x="126" y="96"/>
                      <a:pt x="125" y="97"/>
                      <a:pt x="125" y="98"/>
                    </a:cubicBezTo>
                    <a:cubicBezTo>
                      <a:pt x="124" y="99"/>
                      <a:pt x="124" y="99"/>
                      <a:pt x="124" y="99"/>
                    </a:cubicBezTo>
                    <a:cubicBezTo>
                      <a:pt x="123" y="100"/>
                      <a:pt x="123" y="100"/>
                      <a:pt x="123" y="100"/>
                    </a:cubicBezTo>
                    <a:cubicBezTo>
                      <a:pt x="123" y="100"/>
                      <a:pt x="123" y="101"/>
                      <a:pt x="122" y="101"/>
                    </a:cubicBezTo>
                    <a:cubicBezTo>
                      <a:pt x="122" y="99"/>
                      <a:pt x="122" y="98"/>
                      <a:pt x="122" y="96"/>
                    </a:cubicBezTo>
                    <a:cubicBezTo>
                      <a:pt x="123" y="96"/>
                      <a:pt x="123" y="96"/>
                      <a:pt x="123" y="96"/>
                    </a:cubicBezTo>
                    <a:close/>
                    <a:moveTo>
                      <a:pt x="122" y="102"/>
                    </a:moveTo>
                    <a:cubicBezTo>
                      <a:pt x="123" y="102"/>
                      <a:pt x="123" y="102"/>
                      <a:pt x="123" y="102"/>
                    </a:cubicBezTo>
                    <a:cubicBezTo>
                      <a:pt x="124" y="99"/>
                      <a:pt x="127" y="97"/>
                      <a:pt x="128" y="94"/>
                    </a:cubicBezTo>
                    <a:cubicBezTo>
                      <a:pt x="128" y="94"/>
                      <a:pt x="129" y="93"/>
                      <a:pt x="129" y="92"/>
                    </a:cubicBezTo>
                    <a:cubicBezTo>
                      <a:pt x="130" y="91"/>
                      <a:pt x="132" y="89"/>
                      <a:pt x="133" y="87"/>
                    </a:cubicBezTo>
                    <a:cubicBezTo>
                      <a:pt x="133" y="87"/>
                      <a:pt x="133" y="87"/>
                      <a:pt x="133" y="87"/>
                    </a:cubicBezTo>
                    <a:cubicBezTo>
                      <a:pt x="133" y="88"/>
                      <a:pt x="134" y="90"/>
                      <a:pt x="133" y="92"/>
                    </a:cubicBezTo>
                    <a:cubicBezTo>
                      <a:pt x="133" y="93"/>
                      <a:pt x="131" y="94"/>
                      <a:pt x="131" y="96"/>
                    </a:cubicBezTo>
                    <a:cubicBezTo>
                      <a:pt x="128" y="99"/>
                      <a:pt x="126" y="104"/>
                      <a:pt x="123" y="107"/>
                    </a:cubicBezTo>
                    <a:cubicBezTo>
                      <a:pt x="123" y="107"/>
                      <a:pt x="122" y="107"/>
                      <a:pt x="122" y="107"/>
                    </a:cubicBezTo>
                    <a:cubicBezTo>
                      <a:pt x="122" y="106"/>
                      <a:pt x="122" y="104"/>
                      <a:pt x="122" y="102"/>
                    </a:cubicBezTo>
                    <a:close/>
                    <a:moveTo>
                      <a:pt x="125" y="112"/>
                    </a:moveTo>
                    <a:cubicBezTo>
                      <a:pt x="124" y="113"/>
                      <a:pt x="124" y="112"/>
                      <a:pt x="123" y="112"/>
                    </a:cubicBezTo>
                    <a:cubicBezTo>
                      <a:pt x="123" y="111"/>
                      <a:pt x="122" y="110"/>
                      <a:pt x="122" y="109"/>
                    </a:cubicBezTo>
                    <a:cubicBezTo>
                      <a:pt x="123" y="109"/>
                      <a:pt x="123" y="108"/>
                      <a:pt x="124" y="108"/>
                    </a:cubicBezTo>
                    <a:cubicBezTo>
                      <a:pt x="124" y="107"/>
                      <a:pt x="124" y="107"/>
                      <a:pt x="124" y="107"/>
                    </a:cubicBezTo>
                    <a:cubicBezTo>
                      <a:pt x="126" y="104"/>
                      <a:pt x="128" y="102"/>
                      <a:pt x="129" y="99"/>
                    </a:cubicBezTo>
                    <a:cubicBezTo>
                      <a:pt x="131" y="97"/>
                      <a:pt x="132" y="95"/>
                      <a:pt x="133" y="93"/>
                    </a:cubicBezTo>
                    <a:cubicBezTo>
                      <a:pt x="133" y="95"/>
                      <a:pt x="133" y="96"/>
                      <a:pt x="134" y="98"/>
                    </a:cubicBezTo>
                    <a:cubicBezTo>
                      <a:pt x="134" y="100"/>
                      <a:pt x="132" y="101"/>
                      <a:pt x="131" y="104"/>
                    </a:cubicBezTo>
                    <a:cubicBezTo>
                      <a:pt x="130" y="105"/>
                      <a:pt x="130" y="106"/>
                      <a:pt x="129" y="106"/>
                    </a:cubicBezTo>
                    <a:cubicBezTo>
                      <a:pt x="129" y="108"/>
                      <a:pt x="128" y="108"/>
                      <a:pt x="127" y="110"/>
                    </a:cubicBezTo>
                    <a:cubicBezTo>
                      <a:pt x="126" y="110"/>
                      <a:pt x="126" y="111"/>
                      <a:pt x="125" y="112"/>
                    </a:cubicBezTo>
                    <a:close/>
                    <a:moveTo>
                      <a:pt x="130" y="112"/>
                    </a:moveTo>
                    <a:cubicBezTo>
                      <a:pt x="130" y="111"/>
                      <a:pt x="132" y="110"/>
                      <a:pt x="132" y="109"/>
                    </a:cubicBezTo>
                    <a:cubicBezTo>
                      <a:pt x="132" y="108"/>
                      <a:pt x="133" y="108"/>
                      <a:pt x="133" y="107"/>
                    </a:cubicBezTo>
                    <a:cubicBezTo>
                      <a:pt x="134" y="108"/>
                      <a:pt x="133" y="111"/>
                      <a:pt x="134" y="112"/>
                    </a:cubicBezTo>
                    <a:cubicBezTo>
                      <a:pt x="133" y="112"/>
                      <a:pt x="131" y="112"/>
                      <a:pt x="130" y="112"/>
                    </a:cubicBezTo>
                    <a:close/>
                    <a:moveTo>
                      <a:pt x="129" y="112"/>
                    </a:moveTo>
                    <a:cubicBezTo>
                      <a:pt x="128" y="112"/>
                      <a:pt x="127" y="112"/>
                      <a:pt x="126" y="112"/>
                    </a:cubicBezTo>
                    <a:cubicBezTo>
                      <a:pt x="126" y="111"/>
                      <a:pt x="127" y="111"/>
                      <a:pt x="127" y="110"/>
                    </a:cubicBezTo>
                    <a:cubicBezTo>
                      <a:pt x="128" y="110"/>
                      <a:pt x="128" y="109"/>
                      <a:pt x="128" y="109"/>
                    </a:cubicBezTo>
                    <a:cubicBezTo>
                      <a:pt x="128" y="108"/>
                      <a:pt x="130" y="107"/>
                      <a:pt x="130" y="106"/>
                    </a:cubicBezTo>
                    <a:cubicBezTo>
                      <a:pt x="130" y="106"/>
                      <a:pt x="130" y="106"/>
                      <a:pt x="130" y="106"/>
                    </a:cubicBezTo>
                    <a:cubicBezTo>
                      <a:pt x="130" y="106"/>
                      <a:pt x="130" y="106"/>
                      <a:pt x="130" y="105"/>
                    </a:cubicBezTo>
                    <a:cubicBezTo>
                      <a:pt x="132" y="104"/>
                      <a:pt x="132" y="102"/>
                      <a:pt x="133" y="101"/>
                    </a:cubicBezTo>
                    <a:cubicBezTo>
                      <a:pt x="134" y="106"/>
                      <a:pt x="131" y="108"/>
                      <a:pt x="129" y="112"/>
                    </a:cubicBezTo>
                    <a:close/>
                    <a:moveTo>
                      <a:pt x="134" y="72"/>
                    </a:moveTo>
                    <a:cubicBezTo>
                      <a:pt x="134" y="71"/>
                      <a:pt x="134" y="71"/>
                      <a:pt x="134" y="70"/>
                    </a:cubicBezTo>
                    <a:cubicBezTo>
                      <a:pt x="135" y="71"/>
                      <a:pt x="135" y="71"/>
                      <a:pt x="134" y="72"/>
                    </a:cubicBezTo>
                    <a:close/>
                    <a:moveTo>
                      <a:pt x="135" y="104"/>
                    </a:moveTo>
                    <a:cubicBezTo>
                      <a:pt x="134" y="104"/>
                      <a:pt x="135" y="103"/>
                      <a:pt x="134" y="103"/>
                    </a:cubicBezTo>
                    <a:cubicBezTo>
                      <a:pt x="135" y="103"/>
                      <a:pt x="135" y="104"/>
                      <a:pt x="135"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7" name="Freeform 55"/>
              <p:cNvSpPr/>
              <p:nvPr/>
            </p:nvSpPr>
            <p:spPr bwMode="auto">
              <a:xfrm>
                <a:off x="6985000" y="185420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pic>
          <p:nvPicPr>
            <p:cNvPr id="67" name="图片 66"/>
            <p:cNvPicPr>
              <a:picLocks noChangeAspect="1"/>
            </p:cNvPicPr>
            <p:nvPr/>
          </p:nvPicPr>
          <p:blipFill>
            <a:blip r:embed="rId2"/>
            <a:stretch>
              <a:fillRect/>
            </a:stretch>
          </p:blipFill>
          <p:spPr>
            <a:xfrm>
              <a:off x="4499827" y="4057330"/>
              <a:ext cx="2199322" cy="1940341"/>
            </a:xfrm>
            <a:prstGeom prst="rect">
              <a:avLst/>
            </a:prstGeom>
          </p:spPr>
        </p:pic>
      </p:grpSp>
      <p:sp>
        <p:nvSpPr>
          <p:cNvPr id="68" name="矩形 67"/>
          <p:cNvSpPr/>
          <p:nvPr/>
        </p:nvSpPr>
        <p:spPr>
          <a:xfrm>
            <a:off x="5068719" y="1798657"/>
            <a:ext cx="5341947"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3200" dirty="0">
                <a:cs typeface="+mn-ea"/>
                <a:sym typeface="+mn-lt"/>
              </a:rPr>
              <a:t>BUSINESS</a:t>
            </a:r>
            <a:r>
              <a:rPr kumimoji="1" lang="zh-CN" altLang="en-US" sz="3200" dirty="0">
                <a:cs typeface="+mn-ea"/>
                <a:sym typeface="+mn-lt"/>
              </a:rPr>
              <a:t> </a:t>
            </a:r>
            <a:r>
              <a:rPr kumimoji="1" lang="en-US" altLang="zh-CN" sz="3200" dirty="0">
                <a:cs typeface="+mn-ea"/>
                <a:sym typeface="+mn-lt"/>
              </a:rPr>
              <a:t>REPORT</a:t>
            </a:r>
          </a:p>
        </p:txBody>
      </p:sp>
      <p:sp>
        <p:nvSpPr>
          <p:cNvPr id="69" name="文本框 15"/>
          <p:cNvSpPr txBox="1"/>
          <p:nvPr/>
        </p:nvSpPr>
        <p:spPr>
          <a:xfrm>
            <a:off x="5068719" y="2374609"/>
            <a:ext cx="6375661"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800" dirty="0">
                <a:cs typeface="+mn-ea"/>
                <a:sym typeface="+mn-lt"/>
              </a:rPr>
              <a:t>简约手绘工作总结模板</a:t>
            </a:r>
          </a:p>
        </p:txBody>
      </p:sp>
      <p:sp>
        <p:nvSpPr>
          <p:cNvPr id="70" name="Заголовок 1"/>
          <p:cNvSpPr txBox="1"/>
          <p:nvPr/>
        </p:nvSpPr>
        <p:spPr>
          <a:xfrm>
            <a:off x="5107142" y="3136229"/>
            <a:ext cx="6298814" cy="377026"/>
          </a:xfrm>
          <a:prstGeom prst="rect">
            <a:avLst/>
          </a:prstGeom>
        </p:spPr>
        <p:txBody>
          <a:bodyPr wrap="square"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dist"/>
            <a:r>
              <a:rPr lang="zh-CN" altLang="en-US" sz="2000" dirty="0">
                <a:latin typeface="+mn-lt"/>
                <a:ea typeface="+mn-ea"/>
                <a:cs typeface="+mn-ea"/>
                <a:sym typeface="+mn-lt"/>
              </a:rPr>
              <a:t>教学课件</a:t>
            </a:r>
            <a:r>
              <a:rPr lang="en-US" altLang="zh-CN" sz="2000" dirty="0">
                <a:latin typeface="+mn-lt"/>
                <a:ea typeface="+mn-ea"/>
                <a:cs typeface="+mn-ea"/>
                <a:sym typeface="+mn-lt"/>
              </a:rPr>
              <a:t>/</a:t>
            </a:r>
            <a:r>
              <a:rPr lang="zh-CN" altLang="en-US" sz="2000" dirty="0">
                <a:latin typeface="+mn-lt"/>
                <a:ea typeface="+mn-ea"/>
                <a:cs typeface="+mn-ea"/>
                <a:sym typeface="+mn-lt"/>
              </a:rPr>
              <a:t>总结计划</a:t>
            </a:r>
            <a:r>
              <a:rPr lang="en-US" altLang="zh-CN" sz="2000" dirty="0">
                <a:latin typeface="+mn-lt"/>
                <a:ea typeface="+mn-ea"/>
                <a:cs typeface="+mn-ea"/>
                <a:sym typeface="+mn-lt"/>
              </a:rPr>
              <a:t>/</a:t>
            </a:r>
            <a:r>
              <a:rPr lang="zh-CN" altLang="en-US" sz="2000" dirty="0">
                <a:latin typeface="+mn-lt"/>
                <a:ea typeface="+mn-ea"/>
                <a:cs typeface="+mn-ea"/>
                <a:sym typeface="+mn-lt"/>
              </a:rPr>
              <a:t>述职报告</a:t>
            </a:r>
            <a:r>
              <a:rPr lang="en-US" altLang="zh-CN" sz="2000" dirty="0">
                <a:latin typeface="+mn-lt"/>
                <a:ea typeface="+mn-ea"/>
                <a:cs typeface="+mn-ea"/>
                <a:sym typeface="+mn-lt"/>
              </a:rPr>
              <a:t>/</a:t>
            </a:r>
            <a:r>
              <a:rPr lang="zh-CN" altLang="en-US" sz="2000" dirty="0">
                <a:latin typeface="+mn-lt"/>
                <a:ea typeface="+mn-ea"/>
                <a:cs typeface="+mn-ea"/>
                <a:sym typeface="+mn-lt"/>
              </a:rPr>
              <a:t>商务通用</a:t>
            </a:r>
            <a:endParaRPr lang="en-US" sz="2000" dirty="0">
              <a:latin typeface="+mn-lt"/>
              <a:ea typeface="+mn-ea"/>
              <a:cs typeface="+mn-ea"/>
              <a:sym typeface="+mn-lt"/>
            </a:endParaRPr>
          </a:p>
        </p:txBody>
      </p:sp>
      <p:sp>
        <p:nvSpPr>
          <p:cNvPr id="73" name="文本框 33"/>
          <p:cNvSpPr txBox="1"/>
          <p:nvPr/>
        </p:nvSpPr>
        <p:spPr>
          <a:xfrm>
            <a:off x="4867397" y="3907721"/>
            <a:ext cx="2677959"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cs typeface="+mn-ea"/>
                <a:sym typeface="+mn-lt"/>
              </a:rPr>
              <a:t>汇报人：风云办公</a:t>
            </a:r>
            <a:endParaRPr lang="en-US" altLang="zh-CN" dirty="0">
              <a:cs typeface="+mn-ea"/>
              <a:sym typeface="+mn-lt"/>
            </a:endParaRPr>
          </a:p>
        </p:txBody>
      </p:sp>
      <p:sp>
        <p:nvSpPr>
          <p:cNvPr id="74" name="任意多边形: 形状 73"/>
          <p:cNvSpPr/>
          <p:nvPr/>
        </p:nvSpPr>
        <p:spPr>
          <a:xfrm>
            <a:off x="5171959" y="3534037"/>
            <a:ext cx="6148398" cy="45719"/>
          </a:xfrm>
          <a:custGeom>
            <a:avLst/>
            <a:gdLst>
              <a:gd name="connsiteX0" fmla="*/ 0 w 4076700"/>
              <a:gd name="connsiteY0" fmla="*/ 95250 h 133350"/>
              <a:gd name="connsiteX1" fmla="*/ 476250 w 4076700"/>
              <a:gd name="connsiteY1" fmla="*/ 76200 h 133350"/>
              <a:gd name="connsiteX2" fmla="*/ 552450 w 4076700"/>
              <a:gd name="connsiteY2" fmla="*/ 57150 h 133350"/>
              <a:gd name="connsiteX3" fmla="*/ 742950 w 4076700"/>
              <a:gd name="connsiteY3" fmla="*/ 38100 h 133350"/>
              <a:gd name="connsiteX4" fmla="*/ 876300 w 4076700"/>
              <a:gd name="connsiteY4" fmla="*/ 19050 h 133350"/>
              <a:gd name="connsiteX5" fmla="*/ 1066800 w 4076700"/>
              <a:gd name="connsiteY5" fmla="*/ 38100 h 133350"/>
              <a:gd name="connsiteX6" fmla="*/ 1143000 w 4076700"/>
              <a:gd name="connsiteY6" fmla="*/ 57150 h 133350"/>
              <a:gd name="connsiteX7" fmla="*/ 1276350 w 4076700"/>
              <a:gd name="connsiteY7" fmla="*/ 95250 h 133350"/>
              <a:gd name="connsiteX8" fmla="*/ 1485900 w 4076700"/>
              <a:gd name="connsiteY8" fmla="*/ 114300 h 133350"/>
              <a:gd name="connsiteX9" fmla="*/ 1600200 w 4076700"/>
              <a:gd name="connsiteY9" fmla="*/ 133350 h 133350"/>
              <a:gd name="connsiteX10" fmla="*/ 2628900 w 4076700"/>
              <a:gd name="connsiteY10" fmla="*/ 114300 h 133350"/>
              <a:gd name="connsiteX11" fmla="*/ 2781300 w 4076700"/>
              <a:gd name="connsiteY11" fmla="*/ 76200 h 133350"/>
              <a:gd name="connsiteX12" fmla="*/ 2990850 w 4076700"/>
              <a:gd name="connsiteY12" fmla="*/ 38100 h 133350"/>
              <a:gd name="connsiteX13" fmla="*/ 3219450 w 4076700"/>
              <a:gd name="connsiteY13" fmla="*/ 19050 h 133350"/>
              <a:gd name="connsiteX14" fmla="*/ 4076700 w 4076700"/>
              <a:gd name="connsiteY14" fmla="*/ 0 h 133350"/>
              <a:gd name="connsiteX0-1" fmla="*/ 0 w 4076700"/>
              <a:gd name="connsiteY0-2" fmla="*/ 95250 h 133372"/>
              <a:gd name="connsiteX1-3" fmla="*/ 476250 w 4076700"/>
              <a:gd name="connsiteY1-4" fmla="*/ 76200 h 133372"/>
              <a:gd name="connsiteX2-5" fmla="*/ 552450 w 4076700"/>
              <a:gd name="connsiteY2-6" fmla="*/ 57150 h 133372"/>
              <a:gd name="connsiteX3-7" fmla="*/ 742950 w 4076700"/>
              <a:gd name="connsiteY3-8" fmla="*/ 38100 h 133372"/>
              <a:gd name="connsiteX4-9" fmla="*/ 876300 w 4076700"/>
              <a:gd name="connsiteY4-10" fmla="*/ 19050 h 133372"/>
              <a:gd name="connsiteX5-11" fmla="*/ 1066800 w 4076700"/>
              <a:gd name="connsiteY5-12" fmla="*/ 38100 h 133372"/>
              <a:gd name="connsiteX6-13" fmla="*/ 1143000 w 4076700"/>
              <a:gd name="connsiteY6-14" fmla="*/ 57150 h 133372"/>
              <a:gd name="connsiteX7-15" fmla="*/ 1276350 w 4076700"/>
              <a:gd name="connsiteY7-16" fmla="*/ 95250 h 133372"/>
              <a:gd name="connsiteX8-17" fmla="*/ 1485900 w 4076700"/>
              <a:gd name="connsiteY8-18" fmla="*/ 114300 h 133372"/>
              <a:gd name="connsiteX9-19" fmla="*/ 1600200 w 4076700"/>
              <a:gd name="connsiteY9-20" fmla="*/ 133350 h 133372"/>
              <a:gd name="connsiteX10-21" fmla="*/ 2106930 w 4076700"/>
              <a:gd name="connsiteY10-22" fmla="*/ 118110 h 133372"/>
              <a:gd name="connsiteX11-23" fmla="*/ 2628900 w 4076700"/>
              <a:gd name="connsiteY11-24" fmla="*/ 114300 h 133372"/>
              <a:gd name="connsiteX12-25" fmla="*/ 2781300 w 4076700"/>
              <a:gd name="connsiteY12-26" fmla="*/ 76200 h 133372"/>
              <a:gd name="connsiteX13-27" fmla="*/ 2990850 w 4076700"/>
              <a:gd name="connsiteY13-28" fmla="*/ 38100 h 133372"/>
              <a:gd name="connsiteX14-29" fmla="*/ 3219450 w 4076700"/>
              <a:gd name="connsiteY14-30" fmla="*/ 19050 h 133372"/>
              <a:gd name="connsiteX15" fmla="*/ 4076700 w 4076700"/>
              <a:gd name="connsiteY15" fmla="*/ 0 h 133372"/>
              <a:gd name="connsiteX0-31" fmla="*/ 0 w 4076700"/>
              <a:gd name="connsiteY0-32" fmla="*/ 95250 h 133372"/>
              <a:gd name="connsiteX1-33" fmla="*/ 476250 w 4076700"/>
              <a:gd name="connsiteY1-34" fmla="*/ 76200 h 133372"/>
              <a:gd name="connsiteX2-35" fmla="*/ 552450 w 4076700"/>
              <a:gd name="connsiteY2-36" fmla="*/ 57150 h 133372"/>
              <a:gd name="connsiteX3-37" fmla="*/ 742950 w 4076700"/>
              <a:gd name="connsiteY3-38" fmla="*/ 38100 h 133372"/>
              <a:gd name="connsiteX4-39" fmla="*/ 876300 w 4076700"/>
              <a:gd name="connsiteY4-40" fmla="*/ 19050 h 133372"/>
              <a:gd name="connsiteX5-41" fmla="*/ 1066800 w 4076700"/>
              <a:gd name="connsiteY5-42" fmla="*/ 38100 h 133372"/>
              <a:gd name="connsiteX6-43" fmla="*/ 1143000 w 4076700"/>
              <a:gd name="connsiteY6-44" fmla="*/ 57150 h 133372"/>
              <a:gd name="connsiteX7-45" fmla="*/ 1276350 w 4076700"/>
              <a:gd name="connsiteY7-46" fmla="*/ 95250 h 133372"/>
              <a:gd name="connsiteX8-47" fmla="*/ 1485900 w 4076700"/>
              <a:gd name="connsiteY8-48" fmla="*/ 114300 h 133372"/>
              <a:gd name="connsiteX9-49" fmla="*/ 1600200 w 4076700"/>
              <a:gd name="connsiteY9-50" fmla="*/ 133350 h 133372"/>
              <a:gd name="connsiteX10-51" fmla="*/ 2106930 w 4076700"/>
              <a:gd name="connsiteY10-52" fmla="*/ 118110 h 133372"/>
              <a:gd name="connsiteX11-53" fmla="*/ 2628900 w 4076700"/>
              <a:gd name="connsiteY11-54" fmla="*/ 114300 h 133372"/>
              <a:gd name="connsiteX12-55" fmla="*/ 2781300 w 4076700"/>
              <a:gd name="connsiteY12-56" fmla="*/ 76200 h 133372"/>
              <a:gd name="connsiteX13-57" fmla="*/ 2990850 w 4076700"/>
              <a:gd name="connsiteY13-58" fmla="*/ 38100 h 133372"/>
              <a:gd name="connsiteX14-59" fmla="*/ 3219450 w 4076700"/>
              <a:gd name="connsiteY14-60" fmla="*/ 19050 h 133372"/>
              <a:gd name="connsiteX15-61" fmla="*/ 4076700 w 4076700"/>
              <a:gd name="connsiteY15-62" fmla="*/ 0 h 133372"/>
              <a:gd name="connsiteX0-63" fmla="*/ 0 w 4076700"/>
              <a:gd name="connsiteY0-64" fmla="*/ 95250 h 133372"/>
              <a:gd name="connsiteX1-65" fmla="*/ 476250 w 4076700"/>
              <a:gd name="connsiteY1-66" fmla="*/ 76200 h 133372"/>
              <a:gd name="connsiteX2-67" fmla="*/ 552450 w 4076700"/>
              <a:gd name="connsiteY2-68" fmla="*/ 57150 h 133372"/>
              <a:gd name="connsiteX3-69" fmla="*/ 742950 w 4076700"/>
              <a:gd name="connsiteY3-70" fmla="*/ 38100 h 133372"/>
              <a:gd name="connsiteX4-71" fmla="*/ 876300 w 4076700"/>
              <a:gd name="connsiteY4-72" fmla="*/ 19050 h 133372"/>
              <a:gd name="connsiteX5-73" fmla="*/ 1066800 w 4076700"/>
              <a:gd name="connsiteY5-74" fmla="*/ 38100 h 133372"/>
              <a:gd name="connsiteX6-75" fmla="*/ 1143000 w 4076700"/>
              <a:gd name="connsiteY6-76" fmla="*/ 57150 h 133372"/>
              <a:gd name="connsiteX7-77" fmla="*/ 1276350 w 4076700"/>
              <a:gd name="connsiteY7-78" fmla="*/ 95250 h 133372"/>
              <a:gd name="connsiteX8-79" fmla="*/ 1485900 w 4076700"/>
              <a:gd name="connsiteY8-80" fmla="*/ 114300 h 133372"/>
              <a:gd name="connsiteX9-81" fmla="*/ 1600200 w 4076700"/>
              <a:gd name="connsiteY9-82" fmla="*/ 133350 h 133372"/>
              <a:gd name="connsiteX10-83" fmla="*/ 2106930 w 4076700"/>
              <a:gd name="connsiteY10-84" fmla="*/ 118110 h 133372"/>
              <a:gd name="connsiteX11-85" fmla="*/ 2628900 w 4076700"/>
              <a:gd name="connsiteY11-86" fmla="*/ 114300 h 133372"/>
              <a:gd name="connsiteX12-87" fmla="*/ 2781300 w 4076700"/>
              <a:gd name="connsiteY12-88" fmla="*/ 76200 h 133372"/>
              <a:gd name="connsiteX13-89" fmla="*/ 2990850 w 4076700"/>
              <a:gd name="connsiteY13-90" fmla="*/ 38100 h 133372"/>
              <a:gd name="connsiteX14-91" fmla="*/ 3219450 w 4076700"/>
              <a:gd name="connsiteY14-92" fmla="*/ 19050 h 133372"/>
              <a:gd name="connsiteX15-93" fmla="*/ 4076700 w 4076700"/>
              <a:gd name="connsiteY15-94" fmla="*/ 0 h 133372"/>
              <a:gd name="connsiteX0-95" fmla="*/ 0 w 4076700"/>
              <a:gd name="connsiteY0-96" fmla="*/ 95250 h 133372"/>
              <a:gd name="connsiteX1-97" fmla="*/ 476250 w 4076700"/>
              <a:gd name="connsiteY1-98" fmla="*/ 76200 h 133372"/>
              <a:gd name="connsiteX2-99" fmla="*/ 552450 w 4076700"/>
              <a:gd name="connsiteY2-100" fmla="*/ 57150 h 133372"/>
              <a:gd name="connsiteX3-101" fmla="*/ 742950 w 4076700"/>
              <a:gd name="connsiteY3-102" fmla="*/ 38100 h 133372"/>
              <a:gd name="connsiteX4-103" fmla="*/ 876300 w 4076700"/>
              <a:gd name="connsiteY4-104" fmla="*/ 19050 h 133372"/>
              <a:gd name="connsiteX5-105" fmla="*/ 1066800 w 4076700"/>
              <a:gd name="connsiteY5-106" fmla="*/ 38100 h 133372"/>
              <a:gd name="connsiteX6-107" fmla="*/ 1143000 w 4076700"/>
              <a:gd name="connsiteY6-108" fmla="*/ 57150 h 133372"/>
              <a:gd name="connsiteX7-109" fmla="*/ 1276350 w 4076700"/>
              <a:gd name="connsiteY7-110" fmla="*/ 95250 h 133372"/>
              <a:gd name="connsiteX8-111" fmla="*/ 1485900 w 4076700"/>
              <a:gd name="connsiteY8-112" fmla="*/ 114300 h 133372"/>
              <a:gd name="connsiteX9-113" fmla="*/ 1600200 w 4076700"/>
              <a:gd name="connsiteY9-114" fmla="*/ 133350 h 133372"/>
              <a:gd name="connsiteX10-115" fmla="*/ 2106930 w 4076700"/>
              <a:gd name="connsiteY10-116" fmla="*/ 118110 h 133372"/>
              <a:gd name="connsiteX11-117" fmla="*/ 2628900 w 4076700"/>
              <a:gd name="connsiteY11-118" fmla="*/ 114300 h 133372"/>
              <a:gd name="connsiteX12-119" fmla="*/ 2781300 w 4076700"/>
              <a:gd name="connsiteY12-120" fmla="*/ 76200 h 133372"/>
              <a:gd name="connsiteX13-121" fmla="*/ 2990850 w 4076700"/>
              <a:gd name="connsiteY13-122" fmla="*/ 38100 h 133372"/>
              <a:gd name="connsiteX14-123" fmla="*/ 3219450 w 4076700"/>
              <a:gd name="connsiteY14-124" fmla="*/ 19050 h 133372"/>
              <a:gd name="connsiteX15-125" fmla="*/ 4076700 w 4076700"/>
              <a:gd name="connsiteY15-126" fmla="*/ 0 h 133372"/>
              <a:gd name="connsiteX0-127" fmla="*/ 0 w 4076700"/>
              <a:gd name="connsiteY0-128" fmla="*/ 95250 h 133372"/>
              <a:gd name="connsiteX1-129" fmla="*/ 476250 w 4076700"/>
              <a:gd name="connsiteY1-130" fmla="*/ 76200 h 133372"/>
              <a:gd name="connsiteX2-131" fmla="*/ 552450 w 4076700"/>
              <a:gd name="connsiteY2-132" fmla="*/ 57150 h 133372"/>
              <a:gd name="connsiteX3-133" fmla="*/ 742950 w 4076700"/>
              <a:gd name="connsiteY3-134" fmla="*/ 38100 h 133372"/>
              <a:gd name="connsiteX4-135" fmla="*/ 876300 w 4076700"/>
              <a:gd name="connsiteY4-136" fmla="*/ 19050 h 133372"/>
              <a:gd name="connsiteX5-137" fmla="*/ 1066800 w 4076700"/>
              <a:gd name="connsiteY5-138" fmla="*/ 38100 h 133372"/>
              <a:gd name="connsiteX6-139" fmla="*/ 1143000 w 4076700"/>
              <a:gd name="connsiteY6-140" fmla="*/ 57150 h 133372"/>
              <a:gd name="connsiteX7-141" fmla="*/ 1276350 w 4076700"/>
              <a:gd name="connsiteY7-142" fmla="*/ 95250 h 133372"/>
              <a:gd name="connsiteX8-143" fmla="*/ 1485900 w 4076700"/>
              <a:gd name="connsiteY8-144" fmla="*/ 114300 h 133372"/>
              <a:gd name="connsiteX9-145" fmla="*/ 1600200 w 4076700"/>
              <a:gd name="connsiteY9-146" fmla="*/ 133350 h 133372"/>
              <a:gd name="connsiteX10-147" fmla="*/ 2106930 w 4076700"/>
              <a:gd name="connsiteY10-148" fmla="*/ 118110 h 133372"/>
              <a:gd name="connsiteX11-149" fmla="*/ 2327910 w 4076700"/>
              <a:gd name="connsiteY11-150" fmla="*/ 118110 h 133372"/>
              <a:gd name="connsiteX12-151" fmla="*/ 2628900 w 4076700"/>
              <a:gd name="connsiteY12-152" fmla="*/ 114300 h 133372"/>
              <a:gd name="connsiteX13-153" fmla="*/ 2781300 w 4076700"/>
              <a:gd name="connsiteY13-154" fmla="*/ 76200 h 133372"/>
              <a:gd name="connsiteX14-155" fmla="*/ 2990850 w 4076700"/>
              <a:gd name="connsiteY14-156" fmla="*/ 38100 h 133372"/>
              <a:gd name="connsiteX15-157" fmla="*/ 3219450 w 4076700"/>
              <a:gd name="connsiteY15-158" fmla="*/ 19050 h 133372"/>
              <a:gd name="connsiteX16" fmla="*/ 4076700 w 4076700"/>
              <a:gd name="connsiteY16" fmla="*/ 0 h 133372"/>
              <a:gd name="connsiteX0-159" fmla="*/ 0 w 4076700"/>
              <a:gd name="connsiteY0-160" fmla="*/ 95250 h 135499"/>
              <a:gd name="connsiteX1-161" fmla="*/ 476250 w 4076700"/>
              <a:gd name="connsiteY1-162" fmla="*/ 76200 h 135499"/>
              <a:gd name="connsiteX2-163" fmla="*/ 552450 w 4076700"/>
              <a:gd name="connsiteY2-164" fmla="*/ 57150 h 135499"/>
              <a:gd name="connsiteX3-165" fmla="*/ 742950 w 4076700"/>
              <a:gd name="connsiteY3-166" fmla="*/ 38100 h 135499"/>
              <a:gd name="connsiteX4-167" fmla="*/ 876300 w 4076700"/>
              <a:gd name="connsiteY4-168" fmla="*/ 19050 h 135499"/>
              <a:gd name="connsiteX5-169" fmla="*/ 1066800 w 4076700"/>
              <a:gd name="connsiteY5-170" fmla="*/ 38100 h 135499"/>
              <a:gd name="connsiteX6-171" fmla="*/ 1143000 w 4076700"/>
              <a:gd name="connsiteY6-172" fmla="*/ 57150 h 135499"/>
              <a:gd name="connsiteX7-173" fmla="*/ 1276350 w 4076700"/>
              <a:gd name="connsiteY7-174" fmla="*/ 95250 h 135499"/>
              <a:gd name="connsiteX8-175" fmla="*/ 1485900 w 4076700"/>
              <a:gd name="connsiteY8-176" fmla="*/ 114300 h 135499"/>
              <a:gd name="connsiteX9-177" fmla="*/ 1600200 w 4076700"/>
              <a:gd name="connsiteY9-178" fmla="*/ 133350 h 135499"/>
              <a:gd name="connsiteX10-179" fmla="*/ 1863090 w 4076700"/>
              <a:gd name="connsiteY10-180" fmla="*/ 133350 h 135499"/>
              <a:gd name="connsiteX11-181" fmla="*/ 2106930 w 4076700"/>
              <a:gd name="connsiteY11-182" fmla="*/ 118110 h 135499"/>
              <a:gd name="connsiteX12-183" fmla="*/ 2327910 w 4076700"/>
              <a:gd name="connsiteY12-184" fmla="*/ 118110 h 135499"/>
              <a:gd name="connsiteX13-185" fmla="*/ 2628900 w 4076700"/>
              <a:gd name="connsiteY13-186" fmla="*/ 114300 h 135499"/>
              <a:gd name="connsiteX14-187" fmla="*/ 2781300 w 4076700"/>
              <a:gd name="connsiteY14-188" fmla="*/ 76200 h 135499"/>
              <a:gd name="connsiteX15-189" fmla="*/ 2990850 w 4076700"/>
              <a:gd name="connsiteY15-190" fmla="*/ 38100 h 135499"/>
              <a:gd name="connsiteX16-191" fmla="*/ 3219450 w 4076700"/>
              <a:gd name="connsiteY16-192" fmla="*/ 19050 h 135499"/>
              <a:gd name="connsiteX17" fmla="*/ 4076700 w 4076700"/>
              <a:gd name="connsiteY17" fmla="*/ 0 h 135499"/>
              <a:gd name="connsiteX0-193" fmla="*/ 0 w 4076700"/>
              <a:gd name="connsiteY0-194" fmla="*/ 95250 h 135499"/>
              <a:gd name="connsiteX1-195" fmla="*/ 476250 w 4076700"/>
              <a:gd name="connsiteY1-196" fmla="*/ 76200 h 135499"/>
              <a:gd name="connsiteX2-197" fmla="*/ 552450 w 4076700"/>
              <a:gd name="connsiteY2-198" fmla="*/ 57150 h 135499"/>
              <a:gd name="connsiteX3-199" fmla="*/ 742950 w 4076700"/>
              <a:gd name="connsiteY3-200" fmla="*/ 38100 h 135499"/>
              <a:gd name="connsiteX4-201" fmla="*/ 876300 w 4076700"/>
              <a:gd name="connsiteY4-202" fmla="*/ 19050 h 135499"/>
              <a:gd name="connsiteX5-203" fmla="*/ 1066800 w 4076700"/>
              <a:gd name="connsiteY5-204" fmla="*/ 38100 h 135499"/>
              <a:gd name="connsiteX6-205" fmla="*/ 1143000 w 4076700"/>
              <a:gd name="connsiteY6-206" fmla="*/ 57150 h 135499"/>
              <a:gd name="connsiteX7-207" fmla="*/ 1276350 w 4076700"/>
              <a:gd name="connsiteY7-208" fmla="*/ 95250 h 135499"/>
              <a:gd name="connsiteX8-209" fmla="*/ 1485900 w 4076700"/>
              <a:gd name="connsiteY8-210" fmla="*/ 114300 h 135499"/>
              <a:gd name="connsiteX9-211" fmla="*/ 1600200 w 4076700"/>
              <a:gd name="connsiteY9-212" fmla="*/ 133350 h 135499"/>
              <a:gd name="connsiteX10-213" fmla="*/ 1863090 w 4076700"/>
              <a:gd name="connsiteY10-214" fmla="*/ 133350 h 135499"/>
              <a:gd name="connsiteX11-215" fmla="*/ 2106930 w 4076700"/>
              <a:gd name="connsiteY11-216" fmla="*/ 102870 h 135499"/>
              <a:gd name="connsiteX12-217" fmla="*/ 2327910 w 4076700"/>
              <a:gd name="connsiteY12-218" fmla="*/ 118110 h 135499"/>
              <a:gd name="connsiteX13-219" fmla="*/ 2628900 w 4076700"/>
              <a:gd name="connsiteY13-220" fmla="*/ 114300 h 135499"/>
              <a:gd name="connsiteX14-221" fmla="*/ 2781300 w 4076700"/>
              <a:gd name="connsiteY14-222" fmla="*/ 76200 h 135499"/>
              <a:gd name="connsiteX15-223" fmla="*/ 2990850 w 4076700"/>
              <a:gd name="connsiteY15-224" fmla="*/ 38100 h 135499"/>
              <a:gd name="connsiteX16-225" fmla="*/ 3219450 w 4076700"/>
              <a:gd name="connsiteY16-226" fmla="*/ 19050 h 135499"/>
              <a:gd name="connsiteX17-227" fmla="*/ 4076700 w 4076700"/>
              <a:gd name="connsiteY17-228" fmla="*/ 0 h 135499"/>
              <a:gd name="connsiteX0-229" fmla="*/ 0 w 4076700"/>
              <a:gd name="connsiteY0-230" fmla="*/ 95250 h 133644"/>
              <a:gd name="connsiteX1-231" fmla="*/ 476250 w 4076700"/>
              <a:gd name="connsiteY1-232" fmla="*/ 76200 h 133644"/>
              <a:gd name="connsiteX2-233" fmla="*/ 552450 w 4076700"/>
              <a:gd name="connsiteY2-234" fmla="*/ 57150 h 133644"/>
              <a:gd name="connsiteX3-235" fmla="*/ 742950 w 4076700"/>
              <a:gd name="connsiteY3-236" fmla="*/ 38100 h 133644"/>
              <a:gd name="connsiteX4-237" fmla="*/ 876300 w 4076700"/>
              <a:gd name="connsiteY4-238" fmla="*/ 19050 h 133644"/>
              <a:gd name="connsiteX5-239" fmla="*/ 1066800 w 4076700"/>
              <a:gd name="connsiteY5-240" fmla="*/ 38100 h 133644"/>
              <a:gd name="connsiteX6-241" fmla="*/ 1143000 w 4076700"/>
              <a:gd name="connsiteY6-242" fmla="*/ 57150 h 133644"/>
              <a:gd name="connsiteX7-243" fmla="*/ 1276350 w 4076700"/>
              <a:gd name="connsiteY7-244" fmla="*/ 95250 h 133644"/>
              <a:gd name="connsiteX8-245" fmla="*/ 1485900 w 4076700"/>
              <a:gd name="connsiteY8-246" fmla="*/ 114300 h 133644"/>
              <a:gd name="connsiteX9-247" fmla="*/ 1600200 w 4076700"/>
              <a:gd name="connsiteY9-248" fmla="*/ 133350 h 133644"/>
              <a:gd name="connsiteX10-249" fmla="*/ 1855470 w 4076700"/>
              <a:gd name="connsiteY10-250" fmla="*/ 110490 h 133644"/>
              <a:gd name="connsiteX11-251" fmla="*/ 2106930 w 4076700"/>
              <a:gd name="connsiteY11-252" fmla="*/ 102870 h 133644"/>
              <a:gd name="connsiteX12-253" fmla="*/ 2327910 w 4076700"/>
              <a:gd name="connsiteY12-254" fmla="*/ 118110 h 133644"/>
              <a:gd name="connsiteX13-255" fmla="*/ 2628900 w 4076700"/>
              <a:gd name="connsiteY13-256" fmla="*/ 114300 h 133644"/>
              <a:gd name="connsiteX14-257" fmla="*/ 2781300 w 4076700"/>
              <a:gd name="connsiteY14-258" fmla="*/ 76200 h 133644"/>
              <a:gd name="connsiteX15-259" fmla="*/ 2990850 w 4076700"/>
              <a:gd name="connsiteY15-260" fmla="*/ 38100 h 133644"/>
              <a:gd name="connsiteX16-261" fmla="*/ 3219450 w 4076700"/>
              <a:gd name="connsiteY16-262" fmla="*/ 19050 h 133644"/>
              <a:gd name="connsiteX17-263" fmla="*/ 4076700 w 4076700"/>
              <a:gd name="connsiteY17-264" fmla="*/ 0 h 133644"/>
              <a:gd name="connsiteX0-265" fmla="*/ 0 w 4076700"/>
              <a:gd name="connsiteY0-266" fmla="*/ 95250 h 133644"/>
              <a:gd name="connsiteX1-267" fmla="*/ 476250 w 4076700"/>
              <a:gd name="connsiteY1-268" fmla="*/ 76200 h 133644"/>
              <a:gd name="connsiteX2-269" fmla="*/ 552450 w 4076700"/>
              <a:gd name="connsiteY2-270" fmla="*/ 57150 h 133644"/>
              <a:gd name="connsiteX3-271" fmla="*/ 742950 w 4076700"/>
              <a:gd name="connsiteY3-272" fmla="*/ 38100 h 133644"/>
              <a:gd name="connsiteX4-273" fmla="*/ 876300 w 4076700"/>
              <a:gd name="connsiteY4-274" fmla="*/ 19050 h 133644"/>
              <a:gd name="connsiteX5-275" fmla="*/ 1066800 w 4076700"/>
              <a:gd name="connsiteY5-276" fmla="*/ 38100 h 133644"/>
              <a:gd name="connsiteX6-277" fmla="*/ 1143000 w 4076700"/>
              <a:gd name="connsiteY6-278" fmla="*/ 57150 h 133644"/>
              <a:gd name="connsiteX7-279" fmla="*/ 1276350 w 4076700"/>
              <a:gd name="connsiteY7-280" fmla="*/ 95250 h 133644"/>
              <a:gd name="connsiteX8-281" fmla="*/ 1485900 w 4076700"/>
              <a:gd name="connsiteY8-282" fmla="*/ 114300 h 133644"/>
              <a:gd name="connsiteX9-283" fmla="*/ 1600200 w 4076700"/>
              <a:gd name="connsiteY9-284" fmla="*/ 133350 h 133644"/>
              <a:gd name="connsiteX10-285" fmla="*/ 1855470 w 4076700"/>
              <a:gd name="connsiteY10-286" fmla="*/ 110490 h 133644"/>
              <a:gd name="connsiteX11-287" fmla="*/ 2106930 w 4076700"/>
              <a:gd name="connsiteY11-288" fmla="*/ 102870 h 133644"/>
              <a:gd name="connsiteX12-289" fmla="*/ 2327910 w 4076700"/>
              <a:gd name="connsiteY12-290" fmla="*/ 87630 h 133644"/>
              <a:gd name="connsiteX13-291" fmla="*/ 2628900 w 4076700"/>
              <a:gd name="connsiteY13-292" fmla="*/ 114300 h 133644"/>
              <a:gd name="connsiteX14-293" fmla="*/ 2781300 w 4076700"/>
              <a:gd name="connsiteY14-294" fmla="*/ 76200 h 133644"/>
              <a:gd name="connsiteX15-295" fmla="*/ 2990850 w 4076700"/>
              <a:gd name="connsiteY15-296" fmla="*/ 38100 h 133644"/>
              <a:gd name="connsiteX16-297" fmla="*/ 3219450 w 4076700"/>
              <a:gd name="connsiteY16-298" fmla="*/ 19050 h 133644"/>
              <a:gd name="connsiteX17-299" fmla="*/ 4076700 w 4076700"/>
              <a:gd name="connsiteY17-300" fmla="*/ 0 h 133644"/>
              <a:gd name="connsiteX0-301" fmla="*/ 0 w 4008120"/>
              <a:gd name="connsiteY0-302" fmla="*/ 179070 h 217464"/>
              <a:gd name="connsiteX1-303" fmla="*/ 476250 w 4008120"/>
              <a:gd name="connsiteY1-304" fmla="*/ 160020 h 217464"/>
              <a:gd name="connsiteX2-305" fmla="*/ 552450 w 4008120"/>
              <a:gd name="connsiteY2-306" fmla="*/ 140970 h 217464"/>
              <a:gd name="connsiteX3-307" fmla="*/ 742950 w 4008120"/>
              <a:gd name="connsiteY3-308" fmla="*/ 121920 h 217464"/>
              <a:gd name="connsiteX4-309" fmla="*/ 876300 w 4008120"/>
              <a:gd name="connsiteY4-310" fmla="*/ 102870 h 217464"/>
              <a:gd name="connsiteX5-311" fmla="*/ 1066800 w 4008120"/>
              <a:gd name="connsiteY5-312" fmla="*/ 121920 h 217464"/>
              <a:gd name="connsiteX6-313" fmla="*/ 1143000 w 4008120"/>
              <a:gd name="connsiteY6-314" fmla="*/ 140970 h 217464"/>
              <a:gd name="connsiteX7-315" fmla="*/ 1276350 w 4008120"/>
              <a:gd name="connsiteY7-316" fmla="*/ 179070 h 217464"/>
              <a:gd name="connsiteX8-317" fmla="*/ 1485900 w 4008120"/>
              <a:gd name="connsiteY8-318" fmla="*/ 198120 h 217464"/>
              <a:gd name="connsiteX9-319" fmla="*/ 1600200 w 4008120"/>
              <a:gd name="connsiteY9-320" fmla="*/ 217170 h 217464"/>
              <a:gd name="connsiteX10-321" fmla="*/ 1855470 w 4008120"/>
              <a:gd name="connsiteY10-322" fmla="*/ 194310 h 217464"/>
              <a:gd name="connsiteX11-323" fmla="*/ 2106930 w 4008120"/>
              <a:gd name="connsiteY11-324" fmla="*/ 186690 h 217464"/>
              <a:gd name="connsiteX12-325" fmla="*/ 2327910 w 4008120"/>
              <a:gd name="connsiteY12-326" fmla="*/ 171450 h 217464"/>
              <a:gd name="connsiteX13-327" fmla="*/ 2628900 w 4008120"/>
              <a:gd name="connsiteY13-328" fmla="*/ 198120 h 217464"/>
              <a:gd name="connsiteX14-329" fmla="*/ 2781300 w 4008120"/>
              <a:gd name="connsiteY14-330" fmla="*/ 160020 h 217464"/>
              <a:gd name="connsiteX15-331" fmla="*/ 2990850 w 4008120"/>
              <a:gd name="connsiteY15-332" fmla="*/ 121920 h 217464"/>
              <a:gd name="connsiteX16-333" fmla="*/ 3219450 w 4008120"/>
              <a:gd name="connsiteY16-334" fmla="*/ 102870 h 217464"/>
              <a:gd name="connsiteX17-335" fmla="*/ 4008120 w 4008120"/>
              <a:gd name="connsiteY17-336" fmla="*/ 0 h 217464"/>
              <a:gd name="connsiteX0-337" fmla="*/ 0 w 4008120"/>
              <a:gd name="connsiteY0-338" fmla="*/ 179070 h 217464"/>
              <a:gd name="connsiteX1-339" fmla="*/ 476250 w 4008120"/>
              <a:gd name="connsiteY1-340" fmla="*/ 160020 h 217464"/>
              <a:gd name="connsiteX2-341" fmla="*/ 552450 w 4008120"/>
              <a:gd name="connsiteY2-342" fmla="*/ 140970 h 217464"/>
              <a:gd name="connsiteX3-343" fmla="*/ 742950 w 4008120"/>
              <a:gd name="connsiteY3-344" fmla="*/ 121920 h 217464"/>
              <a:gd name="connsiteX4-345" fmla="*/ 876300 w 4008120"/>
              <a:gd name="connsiteY4-346" fmla="*/ 102870 h 217464"/>
              <a:gd name="connsiteX5-347" fmla="*/ 1066800 w 4008120"/>
              <a:gd name="connsiteY5-348" fmla="*/ 121920 h 217464"/>
              <a:gd name="connsiteX6-349" fmla="*/ 1143000 w 4008120"/>
              <a:gd name="connsiteY6-350" fmla="*/ 140970 h 217464"/>
              <a:gd name="connsiteX7-351" fmla="*/ 1276350 w 4008120"/>
              <a:gd name="connsiteY7-352" fmla="*/ 179070 h 217464"/>
              <a:gd name="connsiteX8-353" fmla="*/ 1485900 w 4008120"/>
              <a:gd name="connsiteY8-354" fmla="*/ 198120 h 217464"/>
              <a:gd name="connsiteX9-355" fmla="*/ 1600200 w 4008120"/>
              <a:gd name="connsiteY9-356" fmla="*/ 217170 h 217464"/>
              <a:gd name="connsiteX10-357" fmla="*/ 1855470 w 4008120"/>
              <a:gd name="connsiteY10-358" fmla="*/ 194310 h 217464"/>
              <a:gd name="connsiteX11-359" fmla="*/ 2106930 w 4008120"/>
              <a:gd name="connsiteY11-360" fmla="*/ 186690 h 217464"/>
              <a:gd name="connsiteX12-361" fmla="*/ 2327910 w 4008120"/>
              <a:gd name="connsiteY12-362" fmla="*/ 171450 h 217464"/>
              <a:gd name="connsiteX13-363" fmla="*/ 2628900 w 4008120"/>
              <a:gd name="connsiteY13-364" fmla="*/ 198120 h 217464"/>
              <a:gd name="connsiteX14-365" fmla="*/ 2781300 w 4008120"/>
              <a:gd name="connsiteY14-366" fmla="*/ 160020 h 217464"/>
              <a:gd name="connsiteX15-367" fmla="*/ 2990850 w 4008120"/>
              <a:gd name="connsiteY15-368" fmla="*/ 121920 h 217464"/>
              <a:gd name="connsiteX16-369" fmla="*/ 3219450 w 4008120"/>
              <a:gd name="connsiteY16-370" fmla="*/ 102870 h 217464"/>
              <a:gd name="connsiteX17-371" fmla="*/ 4008120 w 4008120"/>
              <a:gd name="connsiteY17-372" fmla="*/ 0 h 217464"/>
              <a:gd name="connsiteX0-373" fmla="*/ 0 w 4008120"/>
              <a:gd name="connsiteY0-374" fmla="*/ 179070 h 217464"/>
              <a:gd name="connsiteX1-375" fmla="*/ 476250 w 4008120"/>
              <a:gd name="connsiteY1-376" fmla="*/ 160020 h 217464"/>
              <a:gd name="connsiteX2-377" fmla="*/ 552450 w 4008120"/>
              <a:gd name="connsiteY2-378" fmla="*/ 140970 h 217464"/>
              <a:gd name="connsiteX3-379" fmla="*/ 742950 w 4008120"/>
              <a:gd name="connsiteY3-380" fmla="*/ 121920 h 217464"/>
              <a:gd name="connsiteX4-381" fmla="*/ 876300 w 4008120"/>
              <a:gd name="connsiteY4-382" fmla="*/ 102870 h 217464"/>
              <a:gd name="connsiteX5-383" fmla="*/ 1066800 w 4008120"/>
              <a:gd name="connsiteY5-384" fmla="*/ 121920 h 217464"/>
              <a:gd name="connsiteX6-385" fmla="*/ 1143000 w 4008120"/>
              <a:gd name="connsiteY6-386" fmla="*/ 140970 h 217464"/>
              <a:gd name="connsiteX7-387" fmla="*/ 1276350 w 4008120"/>
              <a:gd name="connsiteY7-388" fmla="*/ 179070 h 217464"/>
              <a:gd name="connsiteX8-389" fmla="*/ 1485900 w 4008120"/>
              <a:gd name="connsiteY8-390" fmla="*/ 198120 h 217464"/>
              <a:gd name="connsiteX9-391" fmla="*/ 1600200 w 4008120"/>
              <a:gd name="connsiteY9-392" fmla="*/ 217170 h 217464"/>
              <a:gd name="connsiteX10-393" fmla="*/ 1855470 w 4008120"/>
              <a:gd name="connsiteY10-394" fmla="*/ 194310 h 217464"/>
              <a:gd name="connsiteX11-395" fmla="*/ 2106930 w 4008120"/>
              <a:gd name="connsiteY11-396" fmla="*/ 186690 h 217464"/>
              <a:gd name="connsiteX12-397" fmla="*/ 2327910 w 4008120"/>
              <a:gd name="connsiteY12-398" fmla="*/ 171450 h 217464"/>
              <a:gd name="connsiteX13-399" fmla="*/ 2628900 w 4008120"/>
              <a:gd name="connsiteY13-400" fmla="*/ 198120 h 217464"/>
              <a:gd name="connsiteX14-401" fmla="*/ 2781300 w 4008120"/>
              <a:gd name="connsiteY14-402" fmla="*/ 160020 h 217464"/>
              <a:gd name="connsiteX15-403" fmla="*/ 2990850 w 4008120"/>
              <a:gd name="connsiteY15-404" fmla="*/ 121920 h 217464"/>
              <a:gd name="connsiteX16-405" fmla="*/ 3219450 w 4008120"/>
              <a:gd name="connsiteY16-406" fmla="*/ 102870 h 217464"/>
              <a:gd name="connsiteX17-407" fmla="*/ 3470910 w 4008120"/>
              <a:gd name="connsiteY17-408" fmla="*/ 80010 h 217464"/>
              <a:gd name="connsiteX18" fmla="*/ 4008120 w 4008120"/>
              <a:gd name="connsiteY18" fmla="*/ 0 h 217464"/>
              <a:gd name="connsiteX0-409" fmla="*/ 0 w 4008120"/>
              <a:gd name="connsiteY0-410" fmla="*/ 179070 h 217464"/>
              <a:gd name="connsiteX1-411" fmla="*/ 476250 w 4008120"/>
              <a:gd name="connsiteY1-412" fmla="*/ 160020 h 217464"/>
              <a:gd name="connsiteX2-413" fmla="*/ 552450 w 4008120"/>
              <a:gd name="connsiteY2-414" fmla="*/ 140970 h 217464"/>
              <a:gd name="connsiteX3-415" fmla="*/ 742950 w 4008120"/>
              <a:gd name="connsiteY3-416" fmla="*/ 121920 h 217464"/>
              <a:gd name="connsiteX4-417" fmla="*/ 876300 w 4008120"/>
              <a:gd name="connsiteY4-418" fmla="*/ 102870 h 217464"/>
              <a:gd name="connsiteX5-419" fmla="*/ 1066800 w 4008120"/>
              <a:gd name="connsiteY5-420" fmla="*/ 121920 h 217464"/>
              <a:gd name="connsiteX6-421" fmla="*/ 1143000 w 4008120"/>
              <a:gd name="connsiteY6-422" fmla="*/ 140970 h 217464"/>
              <a:gd name="connsiteX7-423" fmla="*/ 1276350 w 4008120"/>
              <a:gd name="connsiteY7-424" fmla="*/ 179070 h 217464"/>
              <a:gd name="connsiteX8-425" fmla="*/ 1485900 w 4008120"/>
              <a:gd name="connsiteY8-426" fmla="*/ 198120 h 217464"/>
              <a:gd name="connsiteX9-427" fmla="*/ 1600200 w 4008120"/>
              <a:gd name="connsiteY9-428" fmla="*/ 217170 h 217464"/>
              <a:gd name="connsiteX10-429" fmla="*/ 1855470 w 4008120"/>
              <a:gd name="connsiteY10-430" fmla="*/ 194310 h 217464"/>
              <a:gd name="connsiteX11-431" fmla="*/ 2106930 w 4008120"/>
              <a:gd name="connsiteY11-432" fmla="*/ 186690 h 217464"/>
              <a:gd name="connsiteX12-433" fmla="*/ 2327910 w 4008120"/>
              <a:gd name="connsiteY12-434" fmla="*/ 171450 h 217464"/>
              <a:gd name="connsiteX13-435" fmla="*/ 2628900 w 4008120"/>
              <a:gd name="connsiteY13-436" fmla="*/ 198120 h 217464"/>
              <a:gd name="connsiteX14-437" fmla="*/ 2781300 w 4008120"/>
              <a:gd name="connsiteY14-438" fmla="*/ 160020 h 217464"/>
              <a:gd name="connsiteX15-439" fmla="*/ 2990850 w 4008120"/>
              <a:gd name="connsiteY15-440" fmla="*/ 121920 h 217464"/>
              <a:gd name="connsiteX16-441" fmla="*/ 3219450 w 4008120"/>
              <a:gd name="connsiteY16-442" fmla="*/ 102870 h 217464"/>
              <a:gd name="connsiteX17-443" fmla="*/ 3478530 w 4008120"/>
              <a:gd name="connsiteY17-444" fmla="*/ 133350 h 217464"/>
              <a:gd name="connsiteX18-445" fmla="*/ 4008120 w 4008120"/>
              <a:gd name="connsiteY18-446" fmla="*/ 0 h 21746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61" y="connsiteY15-62"/>
              </a:cxn>
              <a:cxn ang="0">
                <a:pos x="connsiteX16-191" y="connsiteY16-192"/>
              </a:cxn>
              <a:cxn ang="0">
                <a:pos x="connsiteX17-227" y="connsiteY17-228"/>
              </a:cxn>
              <a:cxn ang="0">
                <a:pos x="connsiteX18-445" y="connsiteY18-446"/>
              </a:cxn>
            </a:cxnLst>
            <a:rect l="l" t="t" r="r" b="b"/>
            <a:pathLst>
              <a:path w="4008120" h="217464">
                <a:moveTo>
                  <a:pt x="0" y="179070"/>
                </a:moveTo>
                <a:cubicBezTo>
                  <a:pt x="158750" y="172720"/>
                  <a:pt x="317750" y="170951"/>
                  <a:pt x="476250" y="160020"/>
                </a:cubicBezTo>
                <a:cubicBezTo>
                  <a:pt x="502370" y="158219"/>
                  <a:pt x="526531" y="144673"/>
                  <a:pt x="552450" y="140970"/>
                </a:cubicBezTo>
                <a:cubicBezTo>
                  <a:pt x="615625" y="131945"/>
                  <a:pt x="679570" y="129376"/>
                  <a:pt x="742950" y="121920"/>
                </a:cubicBezTo>
                <a:cubicBezTo>
                  <a:pt x="787544" y="116674"/>
                  <a:pt x="831850" y="109220"/>
                  <a:pt x="876300" y="102870"/>
                </a:cubicBezTo>
                <a:lnTo>
                  <a:pt x="1066800" y="121920"/>
                </a:lnTo>
                <a:cubicBezTo>
                  <a:pt x="1092719" y="125623"/>
                  <a:pt x="1117741" y="134081"/>
                  <a:pt x="1143000" y="140970"/>
                </a:cubicBezTo>
                <a:cubicBezTo>
                  <a:pt x="1187600" y="153134"/>
                  <a:pt x="1230750" y="171470"/>
                  <a:pt x="1276350" y="179070"/>
                </a:cubicBezTo>
                <a:cubicBezTo>
                  <a:pt x="1345534" y="190601"/>
                  <a:pt x="1447539" y="193607"/>
                  <a:pt x="1485900" y="198120"/>
                </a:cubicBezTo>
                <a:cubicBezTo>
                  <a:pt x="1524261" y="202633"/>
                  <a:pt x="1537335" y="213995"/>
                  <a:pt x="1600200" y="217170"/>
                </a:cubicBezTo>
                <a:cubicBezTo>
                  <a:pt x="1663065" y="220345"/>
                  <a:pt x="1771015" y="196850"/>
                  <a:pt x="1855470" y="194310"/>
                </a:cubicBezTo>
                <a:lnTo>
                  <a:pt x="2106930" y="186690"/>
                </a:lnTo>
                <a:cubicBezTo>
                  <a:pt x="2185670" y="182880"/>
                  <a:pt x="2240915" y="172085"/>
                  <a:pt x="2327910" y="171450"/>
                </a:cubicBezTo>
                <a:cubicBezTo>
                  <a:pt x="2428240" y="180340"/>
                  <a:pt x="2553335" y="200025"/>
                  <a:pt x="2628900" y="198120"/>
                </a:cubicBezTo>
                <a:cubicBezTo>
                  <a:pt x="2704465" y="196215"/>
                  <a:pt x="2729781" y="169387"/>
                  <a:pt x="2781300" y="160020"/>
                </a:cubicBezTo>
                <a:cubicBezTo>
                  <a:pt x="2851150" y="147320"/>
                  <a:pt x="2920451" y="131102"/>
                  <a:pt x="2990850" y="121920"/>
                </a:cubicBezTo>
                <a:cubicBezTo>
                  <a:pt x="3066672" y="112030"/>
                  <a:pt x="3138170" y="100965"/>
                  <a:pt x="3219450" y="102870"/>
                </a:cubicBezTo>
                <a:cubicBezTo>
                  <a:pt x="3300730" y="104775"/>
                  <a:pt x="3347085" y="150495"/>
                  <a:pt x="3478530" y="133350"/>
                </a:cubicBezTo>
                <a:cubicBezTo>
                  <a:pt x="3609975" y="116205"/>
                  <a:pt x="3918585" y="13335"/>
                  <a:pt x="4008120" y="0"/>
                </a:cubicBezTo>
              </a:path>
            </a:pathLst>
          </a:custGeom>
          <a:noFill/>
          <a:ln w="1905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Text"/>
          <p:cNvSpPr txBox="1"/>
          <p:nvPr/>
        </p:nvSpPr>
        <p:spPr>
          <a:xfrm>
            <a:off x="4448188" y="3424432"/>
            <a:ext cx="3295624" cy="553998"/>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cs typeface="+mn-ea"/>
                <a:sym typeface="+mn-lt"/>
              </a:rPr>
              <a:t>阶段工作概述</a:t>
            </a:r>
            <a:endParaRPr lang="en-US" altLang="zh-CN" sz="3600" dirty="0">
              <a:cs typeface="+mn-ea"/>
              <a:sym typeface="+mn-lt"/>
            </a:endParaRPr>
          </a:p>
        </p:txBody>
      </p:sp>
      <p:sp>
        <p:nvSpPr>
          <p:cNvPr id="5" name="Footer Text"/>
          <p:cNvSpPr txBox="1"/>
          <p:nvPr/>
        </p:nvSpPr>
        <p:spPr>
          <a:xfrm>
            <a:off x="5643100" y="2435218"/>
            <a:ext cx="883577" cy="9233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0" dirty="0">
                <a:cs typeface="+mn-ea"/>
                <a:sym typeface="+mn-lt"/>
              </a:rPr>
              <a:t>01</a:t>
            </a:r>
            <a:endParaRPr lang="en-US" sz="3200" dirty="0">
              <a:cs typeface="+mn-ea"/>
              <a:sym typeface="+mn-lt"/>
            </a:endParaRPr>
          </a:p>
        </p:txBody>
      </p:sp>
      <p:pic>
        <p:nvPicPr>
          <p:cNvPr id="7" name="Рисунок 3"/>
          <p:cNvPicPr>
            <a:picLocks noChangeAspect="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 uri="{28A0092B-C50C-407E-A947-70E740481C1C}">
                <a14:useLocalDpi xmlns:a14="http://schemas.microsoft.com/office/drawing/2010/main" val="0"/>
              </a:ext>
            </a:extLst>
          </a:blip>
          <a:stretch>
            <a:fillRect/>
          </a:stretch>
        </p:blipFill>
        <p:spPr>
          <a:xfrm>
            <a:off x="3232049" y="4227277"/>
            <a:ext cx="5727901" cy="12349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4"/>
          <p:cNvSpPr/>
          <p:nvPr/>
        </p:nvSpPr>
        <p:spPr>
          <a:xfrm flipV="1">
            <a:off x="1267413" y="3770617"/>
            <a:ext cx="9835590" cy="75624"/>
          </a:xfrm>
          <a:custGeom>
            <a:avLst/>
            <a:gdLst>
              <a:gd name="connsiteX0" fmla="*/ 0 w 3762531"/>
              <a:gd name="connsiteY0" fmla="*/ 14990 h 14990"/>
              <a:gd name="connsiteX1" fmla="*/ 59961 w 3762531"/>
              <a:gd name="connsiteY1" fmla="*/ 14990 h 14990"/>
              <a:gd name="connsiteX2" fmla="*/ 3762531 w 3762531"/>
              <a:gd name="connsiteY2" fmla="*/ 0 h 14990"/>
              <a:gd name="connsiteX0-1" fmla="*/ 0 w 3762531"/>
              <a:gd name="connsiteY0-2" fmla="*/ 43546 h 43546"/>
              <a:gd name="connsiteX1-3" fmla="*/ 59961 w 3762531"/>
              <a:gd name="connsiteY1-4" fmla="*/ 43546 h 43546"/>
              <a:gd name="connsiteX2-5" fmla="*/ 3762531 w 3762531"/>
              <a:gd name="connsiteY2-6" fmla="*/ 28556 h 43546"/>
              <a:gd name="connsiteX0-7" fmla="*/ 0 w 3762531"/>
              <a:gd name="connsiteY0-8" fmla="*/ 14990 h 14990"/>
              <a:gd name="connsiteX1-9" fmla="*/ 3762531 w 3762531"/>
              <a:gd name="connsiteY1-10" fmla="*/ 0 h 14990"/>
              <a:gd name="connsiteX0-11" fmla="*/ 0 w 3762531"/>
              <a:gd name="connsiteY0-12" fmla="*/ 38567 h 38567"/>
              <a:gd name="connsiteX1-13" fmla="*/ 3762531 w 3762531"/>
              <a:gd name="connsiteY1-14" fmla="*/ 23577 h 38567"/>
              <a:gd name="connsiteX0-15" fmla="*/ 0 w 3762531"/>
              <a:gd name="connsiteY0-16" fmla="*/ 76223 h 76223"/>
              <a:gd name="connsiteX1-17" fmla="*/ 3762531 w 3762531"/>
              <a:gd name="connsiteY1-18" fmla="*/ 61233 h 76223"/>
              <a:gd name="connsiteX0-19" fmla="*/ 0 w 3762531"/>
              <a:gd name="connsiteY0-20" fmla="*/ 86371 h 86371"/>
              <a:gd name="connsiteX1-21" fmla="*/ 3762531 w 3762531"/>
              <a:gd name="connsiteY1-22" fmla="*/ 71381 h 86371"/>
            </a:gdLst>
            <a:ahLst/>
            <a:cxnLst>
              <a:cxn ang="0">
                <a:pos x="connsiteX0-1" y="connsiteY0-2"/>
              </a:cxn>
              <a:cxn ang="0">
                <a:pos x="connsiteX1-3" y="connsiteY1-4"/>
              </a:cxn>
            </a:cxnLst>
            <a:rect l="l" t="t" r="r" b="b"/>
            <a:pathLst>
              <a:path w="3762531" h="86371">
                <a:moveTo>
                  <a:pt x="0" y="86371"/>
                </a:moveTo>
                <a:cubicBezTo>
                  <a:pt x="1239187" y="-23557"/>
                  <a:pt x="2508354" y="-28553"/>
                  <a:pt x="3762531" y="71381"/>
                </a:cubicBezTo>
              </a:path>
            </a:pathLst>
          </a:custGeom>
          <a:noFill/>
          <a:ln w="25400" cap="rnd">
            <a:solidFill>
              <a:schemeClr val="tx1"/>
            </a:solidFill>
            <a:round/>
            <a:headEnd type="arrow" w="med" len="lg"/>
            <a:tailEnd type="arrow"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cs typeface="+mn-ea"/>
              <a:sym typeface="+mn-lt"/>
            </a:endParaRPr>
          </a:p>
        </p:txBody>
      </p:sp>
      <p:sp>
        <p:nvSpPr>
          <p:cNvPr id="9" name="任意多边形 5"/>
          <p:cNvSpPr/>
          <p:nvPr/>
        </p:nvSpPr>
        <p:spPr>
          <a:xfrm rot="5400000">
            <a:off x="3993028" y="3706801"/>
            <a:ext cx="4251662" cy="45719"/>
          </a:xfrm>
          <a:custGeom>
            <a:avLst/>
            <a:gdLst>
              <a:gd name="connsiteX0" fmla="*/ 0 w 3762531"/>
              <a:gd name="connsiteY0" fmla="*/ 14990 h 14990"/>
              <a:gd name="connsiteX1" fmla="*/ 59961 w 3762531"/>
              <a:gd name="connsiteY1" fmla="*/ 14990 h 14990"/>
              <a:gd name="connsiteX2" fmla="*/ 3762531 w 3762531"/>
              <a:gd name="connsiteY2" fmla="*/ 0 h 14990"/>
              <a:gd name="connsiteX0-1" fmla="*/ 0 w 3762531"/>
              <a:gd name="connsiteY0-2" fmla="*/ 43546 h 43546"/>
              <a:gd name="connsiteX1-3" fmla="*/ 59961 w 3762531"/>
              <a:gd name="connsiteY1-4" fmla="*/ 43546 h 43546"/>
              <a:gd name="connsiteX2-5" fmla="*/ 3762531 w 3762531"/>
              <a:gd name="connsiteY2-6" fmla="*/ 28556 h 43546"/>
              <a:gd name="connsiteX0-7" fmla="*/ 0 w 3762531"/>
              <a:gd name="connsiteY0-8" fmla="*/ 14990 h 14990"/>
              <a:gd name="connsiteX1-9" fmla="*/ 3762531 w 3762531"/>
              <a:gd name="connsiteY1-10" fmla="*/ 0 h 14990"/>
              <a:gd name="connsiteX0-11" fmla="*/ 0 w 3762531"/>
              <a:gd name="connsiteY0-12" fmla="*/ 38567 h 38567"/>
              <a:gd name="connsiteX1-13" fmla="*/ 3762531 w 3762531"/>
              <a:gd name="connsiteY1-14" fmla="*/ 23577 h 38567"/>
              <a:gd name="connsiteX0-15" fmla="*/ 0 w 3762531"/>
              <a:gd name="connsiteY0-16" fmla="*/ 76223 h 76223"/>
              <a:gd name="connsiteX1-17" fmla="*/ 3762531 w 3762531"/>
              <a:gd name="connsiteY1-18" fmla="*/ 61233 h 76223"/>
              <a:gd name="connsiteX0-19" fmla="*/ 0 w 3762531"/>
              <a:gd name="connsiteY0-20" fmla="*/ 86371 h 86371"/>
              <a:gd name="connsiteX1-21" fmla="*/ 3762531 w 3762531"/>
              <a:gd name="connsiteY1-22" fmla="*/ 71381 h 86371"/>
            </a:gdLst>
            <a:ahLst/>
            <a:cxnLst>
              <a:cxn ang="0">
                <a:pos x="connsiteX0-1" y="connsiteY0-2"/>
              </a:cxn>
              <a:cxn ang="0">
                <a:pos x="connsiteX1-3" y="connsiteY1-4"/>
              </a:cxn>
            </a:cxnLst>
            <a:rect l="l" t="t" r="r" b="b"/>
            <a:pathLst>
              <a:path w="3762531" h="86371">
                <a:moveTo>
                  <a:pt x="0" y="86371"/>
                </a:moveTo>
                <a:cubicBezTo>
                  <a:pt x="1239187" y="-23557"/>
                  <a:pt x="2508354" y="-28553"/>
                  <a:pt x="3762531" y="71381"/>
                </a:cubicBezTo>
              </a:path>
            </a:pathLst>
          </a:custGeom>
          <a:noFill/>
          <a:ln w="25400" cap="rnd">
            <a:solidFill>
              <a:schemeClr val="tx1"/>
            </a:solidFill>
            <a:round/>
            <a:headEnd type="arrow" w="med" len="lg"/>
            <a:tailEnd type="arrow"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cs typeface="+mn-ea"/>
              <a:sym typeface="+mn-lt"/>
            </a:endParaRPr>
          </a:p>
        </p:txBody>
      </p:sp>
      <p:sp>
        <p:nvSpPr>
          <p:cNvPr id="16" name="Lorem ipsum dolor sit amet, consectetuer adipiscing elit. Aenean commodo ligula eget dolor. Aenean massa. Cum sociis natoque penatibus et magnis dis parturient montes, nascetur ridiculus mus."/>
          <p:cNvSpPr/>
          <p:nvPr/>
        </p:nvSpPr>
        <p:spPr>
          <a:xfrm>
            <a:off x="2137793" y="2645880"/>
            <a:ext cx="3641767" cy="987578"/>
          </a:xfrm>
          <a:prstGeom prst="rect">
            <a:avLst/>
          </a:prstGeom>
          <a:ln w="12700"/>
        </p:spPr>
        <p:txBody>
          <a:bodyPr wrap="square" lIns="0" tIns="0" rIns="0" bIns="0">
            <a:spAutoFit/>
          </a:bodyPr>
          <a:lstStyle>
            <a:lvl1pPr algn="l" defTabSz="952500">
              <a:lnSpc>
                <a:spcPct val="130000"/>
              </a:lnSpc>
              <a:buClr>
                <a:srgbClr val="E9F6FA"/>
              </a:buClr>
              <a:buFont typeface="Helvetica Neue UltraLight"/>
              <a:defRPr sz="3000">
                <a:solidFill>
                  <a:srgbClr val="323C40"/>
                </a:solidFill>
                <a:uFill>
                  <a:solidFill>
                    <a:srgbClr val="323C40"/>
                  </a:solidFill>
                </a:uFill>
                <a:latin typeface="Helvetica Neue"/>
                <a:ea typeface="Helvetica Neue"/>
                <a:cs typeface="Helvetica Neue"/>
                <a:sym typeface="Helvetica Neue"/>
              </a:defRPr>
            </a:lvl1pPr>
          </a:lstStyle>
          <a:p>
            <a:pPr>
              <a:lnSpc>
                <a:spcPct val="150000"/>
              </a:lnSpc>
            </a:pPr>
            <a:r>
              <a:rPr sz="1100" dirty="0">
                <a:solidFill>
                  <a:schemeClr val="tx1"/>
                </a:solidFill>
                <a:latin typeface="+mn-lt"/>
                <a:ea typeface="+mn-ea"/>
                <a:cs typeface="+mn-ea"/>
                <a:sym typeface="+mn-lt"/>
              </a:rPr>
              <a:t>Lorem ipsum dolor sit amet, consectetuer adipiscing elit. Aenean commodo ligula eget dolor. Aenean massa. Cum sociis natoque penatibus et magnis dis parturient montes, nascetur ridiculus mus.</a:t>
            </a:r>
          </a:p>
        </p:txBody>
      </p:sp>
      <p:sp>
        <p:nvSpPr>
          <p:cNvPr id="17" name="Lorem ipsum dolor sit amet, consectetuer adipiscing elit. Aenean commodo ligula eget dolor. Aenean massa. Cum sociis natoque penatibus et magnis dis parturient montes, nascetur ridiculus mus."/>
          <p:cNvSpPr/>
          <p:nvPr/>
        </p:nvSpPr>
        <p:spPr>
          <a:xfrm>
            <a:off x="2137793" y="4749251"/>
            <a:ext cx="3641767" cy="990656"/>
          </a:xfrm>
          <a:prstGeom prst="rect">
            <a:avLst/>
          </a:prstGeom>
          <a:ln w="12700"/>
        </p:spPr>
        <p:txBody>
          <a:bodyPr wrap="square" lIns="0" tIns="0" rIns="0" bIns="0">
            <a:spAutoFit/>
          </a:bodyPr>
          <a:lstStyle>
            <a:lvl1pPr algn="l" defTabSz="952500">
              <a:lnSpc>
                <a:spcPct val="130000"/>
              </a:lnSpc>
              <a:buClr>
                <a:srgbClr val="E9F6FA"/>
              </a:buClr>
              <a:buFont typeface="Helvetica Neue UltraLight"/>
              <a:defRPr sz="3000">
                <a:solidFill>
                  <a:srgbClr val="323C40"/>
                </a:solidFill>
                <a:uFill>
                  <a:solidFill>
                    <a:srgbClr val="323C40"/>
                  </a:solidFill>
                </a:uFill>
                <a:latin typeface="Helvetica Neue"/>
                <a:ea typeface="Helvetica Neue"/>
                <a:cs typeface="Helvetica Neue"/>
                <a:sym typeface="Helvetica Neue"/>
              </a:defRPr>
            </a:lvl1pPr>
          </a:lstStyle>
          <a:p>
            <a:pPr>
              <a:lnSpc>
                <a:spcPct val="150000"/>
              </a:lnSpc>
            </a:pPr>
            <a:r>
              <a:rPr sz="1100" dirty="0">
                <a:solidFill>
                  <a:schemeClr val="tx1"/>
                </a:solidFill>
                <a:latin typeface="+mn-lt"/>
                <a:ea typeface="+mn-ea"/>
                <a:cs typeface="+mn-ea"/>
                <a:sym typeface="+mn-lt"/>
              </a:rPr>
              <a:t>Lorem ipsum dolor sit amet, consectetuer adipiscing elit. Aenean commodo ligula eget dolor. Aenean massa. Cum sociis natoque penatibus et magnis dis parturient montes, nascetur ridiculus mus. </a:t>
            </a:r>
          </a:p>
        </p:txBody>
      </p:sp>
      <p:sp>
        <p:nvSpPr>
          <p:cNvPr id="24" name="Lorem ipsum dolor sit amet, consectetuer adipiscing elit. Aenean commodo ligula eget dolor. Aenean massa. Cum sociis natoque penatibus et magnis dis parturient montes, nascetur ridiculus mus."/>
          <p:cNvSpPr/>
          <p:nvPr/>
        </p:nvSpPr>
        <p:spPr>
          <a:xfrm>
            <a:off x="7372028" y="2645880"/>
            <a:ext cx="3641767" cy="987578"/>
          </a:xfrm>
          <a:prstGeom prst="rect">
            <a:avLst/>
          </a:prstGeom>
          <a:ln w="12700"/>
        </p:spPr>
        <p:txBody>
          <a:bodyPr wrap="square" lIns="0" tIns="0" rIns="0" bIns="0">
            <a:spAutoFit/>
          </a:bodyPr>
          <a:lstStyle>
            <a:lvl1pPr algn="l" defTabSz="952500">
              <a:lnSpc>
                <a:spcPct val="130000"/>
              </a:lnSpc>
              <a:buClr>
                <a:srgbClr val="E9F6FA"/>
              </a:buClr>
              <a:buFont typeface="Helvetica Neue UltraLight"/>
              <a:defRPr sz="3000">
                <a:solidFill>
                  <a:srgbClr val="323C40"/>
                </a:solidFill>
                <a:uFill>
                  <a:solidFill>
                    <a:srgbClr val="323C40"/>
                  </a:solidFill>
                </a:uFill>
                <a:latin typeface="Helvetica Neue"/>
                <a:ea typeface="Helvetica Neue"/>
                <a:cs typeface="Helvetica Neue"/>
                <a:sym typeface="Helvetica Neue"/>
              </a:defRPr>
            </a:lvl1pPr>
          </a:lstStyle>
          <a:p>
            <a:pPr>
              <a:lnSpc>
                <a:spcPct val="150000"/>
              </a:lnSpc>
            </a:pPr>
            <a:r>
              <a:rPr sz="1100" dirty="0">
                <a:solidFill>
                  <a:schemeClr val="tx1"/>
                </a:solidFill>
                <a:latin typeface="+mn-lt"/>
                <a:ea typeface="+mn-ea"/>
                <a:cs typeface="+mn-ea"/>
                <a:sym typeface="+mn-lt"/>
              </a:rPr>
              <a:t>Lorem ipsum dolor sit amet, consectetuer adipiscing elit. Aenean commodo ligula eget dolor. Aenean massa. Cum sociis natoque penatibus et magnis dis parturient montes, nascetur ridiculus mus.</a:t>
            </a:r>
          </a:p>
        </p:txBody>
      </p:sp>
      <p:sp>
        <p:nvSpPr>
          <p:cNvPr id="25" name="Lorem ipsum dolor sit amet, consectetuer adipiscing elit. Aenean commodo ligula eget dolor. Aenean massa. Cum sociis natoque penatibus et magnis dis parturient montes, nascetur ridiculus mus."/>
          <p:cNvSpPr/>
          <p:nvPr/>
        </p:nvSpPr>
        <p:spPr>
          <a:xfrm>
            <a:off x="7372028" y="4749251"/>
            <a:ext cx="3400514" cy="990656"/>
          </a:xfrm>
          <a:prstGeom prst="rect">
            <a:avLst/>
          </a:prstGeom>
          <a:ln w="12700"/>
        </p:spPr>
        <p:txBody>
          <a:bodyPr wrap="square" lIns="0" tIns="0" rIns="0" bIns="0">
            <a:spAutoFit/>
          </a:bodyPr>
          <a:lstStyle>
            <a:lvl1pPr algn="l" defTabSz="952500">
              <a:lnSpc>
                <a:spcPct val="130000"/>
              </a:lnSpc>
              <a:buClr>
                <a:srgbClr val="E9F6FA"/>
              </a:buClr>
              <a:buFont typeface="Helvetica Neue UltraLight"/>
              <a:defRPr sz="3000">
                <a:solidFill>
                  <a:srgbClr val="323C40"/>
                </a:solidFill>
                <a:uFill>
                  <a:solidFill>
                    <a:srgbClr val="323C40"/>
                  </a:solidFill>
                </a:uFill>
                <a:latin typeface="Helvetica Neue"/>
                <a:ea typeface="Helvetica Neue"/>
                <a:cs typeface="Helvetica Neue"/>
                <a:sym typeface="Helvetica Neue"/>
              </a:defRPr>
            </a:lvl1pPr>
          </a:lstStyle>
          <a:p>
            <a:pPr>
              <a:lnSpc>
                <a:spcPct val="150000"/>
              </a:lnSpc>
            </a:pPr>
            <a:r>
              <a:rPr sz="1100" dirty="0">
                <a:solidFill>
                  <a:schemeClr val="tx1"/>
                </a:solidFill>
                <a:latin typeface="+mn-lt"/>
                <a:ea typeface="+mn-ea"/>
                <a:cs typeface="+mn-ea"/>
                <a:sym typeface="+mn-lt"/>
              </a:rPr>
              <a:t>Lorem ipsum dolor sit amet, consectetuer adipiscing elit. Aenean commodo ligula eget dolor. Aenean massa. Cum sociis natoque penatibus et magnis dis parturient montes, nascetur ridiculus mus. </a:t>
            </a:r>
          </a:p>
        </p:txBody>
      </p:sp>
      <p:sp>
        <p:nvSpPr>
          <p:cNvPr id="26" name="Shape 135"/>
          <p:cNvSpPr txBox="1"/>
          <p:nvPr/>
        </p:nvSpPr>
        <p:spPr>
          <a:xfrm>
            <a:off x="2137793" y="4408013"/>
            <a:ext cx="1566770" cy="292368"/>
          </a:xfrm>
          <a:prstGeom prst="rect">
            <a:avLst/>
          </a:prstGeom>
          <a:noFill/>
          <a:ln>
            <a:noFill/>
          </a:ln>
        </p:spPr>
        <p:txBody>
          <a:bodyPr lIns="45713" tIns="22850" rIns="45713" bIns="22850" anchor="t" anchorCtr="0">
            <a:spAutoFit/>
          </a:bodyPr>
          <a:lstStyle/>
          <a:p>
            <a:pPr>
              <a:buSzPct val="25000"/>
            </a:pPr>
            <a:r>
              <a:rPr lang="zh-CN" altLang="en-US" sz="1600" b="1" dirty="0">
                <a:cs typeface="+mn-ea"/>
                <a:sym typeface="+mn-lt"/>
              </a:rPr>
              <a:t>输入汇报标题</a:t>
            </a:r>
            <a:endParaRPr lang="en-US" altLang="zh-CN" sz="1600" b="1" dirty="0">
              <a:cs typeface="+mn-ea"/>
              <a:sym typeface="+mn-lt"/>
            </a:endParaRPr>
          </a:p>
        </p:txBody>
      </p:sp>
      <p:sp>
        <p:nvSpPr>
          <p:cNvPr id="27" name="Shape 135"/>
          <p:cNvSpPr txBox="1"/>
          <p:nvPr/>
        </p:nvSpPr>
        <p:spPr>
          <a:xfrm>
            <a:off x="2137793" y="2290095"/>
            <a:ext cx="1566770" cy="292368"/>
          </a:xfrm>
          <a:prstGeom prst="rect">
            <a:avLst/>
          </a:prstGeom>
          <a:noFill/>
          <a:ln>
            <a:noFill/>
          </a:ln>
        </p:spPr>
        <p:txBody>
          <a:bodyPr lIns="45713" tIns="22850" rIns="45713" bIns="22850" anchor="t" anchorCtr="0">
            <a:spAutoFit/>
          </a:bodyPr>
          <a:lstStyle/>
          <a:p>
            <a:pPr>
              <a:buSzPct val="25000"/>
            </a:pPr>
            <a:r>
              <a:rPr lang="zh-CN" altLang="en-US" sz="1600" b="1" dirty="0">
                <a:cs typeface="+mn-ea"/>
                <a:sym typeface="+mn-lt"/>
              </a:rPr>
              <a:t>输入汇报标题</a:t>
            </a:r>
            <a:endParaRPr lang="en-US" altLang="zh-CN" sz="1600" b="1" dirty="0">
              <a:cs typeface="+mn-ea"/>
              <a:sym typeface="+mn-lt"/>
            </a:endParaRPr>
          </a:p>
        </p:txBody>
      </p:sp>
      <p:sp>
        <p:nvSpPr>
          <p:cNvPr id="28" name="Shape 135"/>
          <p:cNvSpPr txBox="1"/>
          <p:nvPr/>
        </p:nvSpPr>
        <p:spPr>
          <a:xfrm>
            <a:off x="7372028" y="4408013"/>
            <a:ext cx="1566770" cy="292368"/>
          </a:xfrm>
          <a:prstGeom prst="rect">
            <a:avLst/>
          </a:prstGeom>
          <a:noFill/>
          <a:ln>
            <a:noFill/>
          </a:ln>
        </p:spPr>
        <p:txBody>
          <a:bodyPr lIns="45713" tIns="22850" rIns="45713" bIns="22850" anchor="t" anchorCtr="0">
            <a:spAutoFit/>
          </a:bodyPr>
          <a:lstStyle/>
          <a:p>
            <a:pPr>
              <a:buSzPct val="25000"/>
            </a:pPr>
            <a:r>
              <a:rPr lang="zh-CN" altLang="en-US" sz="1600" b="1" dirty="0">
                <a:cs typeface="+mn-ea"/>
                <a:sym typeface="+mn-lt"/>
              </a:rPr>
              <a:t>输入汇报标题</a:t>
            </a:r>
            <a:endParaRPr lang="en-US" altLang="zh-CN" sz="1600" b="1" dirty="0">
              <a:cs typeface="+mn-ea"/>
              <a:sym typeface="+mn-lt"/>
            </a:endParaRPr>
          </a:p>
        </p:txBody>
      </p:sp>
      <p:sp>
        <p:nvSpPr>
          <p:cNvPr id="29" name="Shape 135"/>
          <p:cNvSpPr txBox="1"/>
          <p:nvPr/>
        </p:nvSpPr>
        <p:spPr>
          <a:xfrm>
            <a:off x="7372028" y="2290095"/>
            <a:ext cx="1566770" cy="292368"/>
          </a:xfrm>
          <a:prstGeom prst="rect">
            <a:avLst/>
          </a:prstGeom>
          <a:noFill/>
          <a:ln>
            <a:noFill/>
          </a:ln>
        </p:spPr>
        <p:txBody>
          <a:bodyPr lIns="45713" tIns="22850" rIns="45713" bIns="22850" anchor="t" anchorCtr="0">
            <a:spAutoFit/>
          </a:bodyPr>
          <a:lstStyle/>
          <a:p>
            <a:pPr>
              <a:buSzPct val="25000"/>
            </a:pPr>
            <a:r>
              <a:rPr lang="zh-CN" altLang="en-US" sz="1600" b="1" dirty="0">
                <a:cs typeface="+mn-ea"/>
                <a:sym typeface="+mn-lt"/>
              </a:rPr>
              <a:t>输入汇报标题</a:t>
            </a:r>
            <a:endParaRPr lang="en-US" altLang="zh-CN" sz="1600" b="1" dirty="0">
              <a:cs typeface="+mn-ea"/>
              <a:sym typeface="+mn-lt"/>
            </a:endParaRPr>
          </a:p>
        </p:txBody>
      </p:sp>
      <p:grpSp>
        <p:nvGrpSpPr>
          <p:cNvPr id="30" name="Group 44"/>
          <p:cNvGrpSpPr/>
          <p:nvPr/>
        </p:nvGrpSpPr>
        <p:grpSpPr>
          <a:xfrm>
            <a:off x="6739158" y="2290095"/>
            <a:ext cx="363108" cy="407831"/>
            <a:chOff x="-1" y="-1"/>
            <a:chExt cx="807368" cy="906809"/>
          </a:xfrm>
          <a:noFill/>
        </p:grpSpPr>
        <p:sp>
          <p:nvSpPr>
            <p:cNvPr id="31" name="Shape 42"/>
            <p:cNvSpPr/>
            <p:nvPr/>
          </p:nvSpPr>
          <p:spPr>
            <a:xfrm>
              <a:off x="-1" y="101600"/>
              <a:ext cx="792823" cy="805208"/>
            </a:xfrm>
            <a:custGeom>
              <a:avLst/>
              <a:gdLst/>
              <a:ahLst/>
              <a:cxnLst>
                <a:cxn ang="0">
                  <a:pos x="wd2" y="hd2"/>
                </a:cxn>
                <a:cxn ang="5400000">
                  <a:pos x="wd2" y="hd2"/>
                </a:cxn>
                <a:cxn ang="10800000">
                  <a:pos x="wd2" y="hd2"/>
                </a:cxn>
                <a:cxn ang="16200000">
                  <a:pos x="wd2" y="hd2"/>
                </a:cxn>
              </a:cxnLst>
              <a:rect l="0" t="0" r="r" b="b"/>
              <a:pathLst>
                <a:path w="19846" h="19829" extrusionOk="0">
                  <a:moveTo>
                    <a:pt x="13770" y="824"/>
                  </a:moveTo>
                  <a:cubicBezTo>
                    <a:pt x="8089" y="-376"/>
                    <a:pt x="1804" y="-1265"/>
                    <a:pt x="353" y="5681"/>
                  </a:cubicBezTo>
                  <a:cubicBezTo>
                    <a:pt x="-441" y="9482"/>
                    <a:pt x="-115" y="16268"/>
                    <a:pt x="3660" y="18583"/>
                  </a:cubicBezTo>
                  <a:cubicBezTo>
                    <a:pt x="6516" y="20335"/>
                    <a:pt x="12966" y="20052"/>
                    <a:pt x="15977" y="18892"/>
                  </a:cubicBezTo>
                  <a:cubicBezTo>
                    <a:pt x="21159" y="16897"/>
                    <a:pt x="19879" y="11191"/>
                    <a:pt x="19174" y="6766"/>
                  </a:cubicBezTo>
                </a:path>
              </a:pathLst>
            </a:custGeom>
            <a:grpFill/>
            <a:ln w="38100" cap="flat">
              <a:solidFill>
                <a:schemeClr val="tx1"/>
              </a:solidFill>
              <a:prstDash val="solid"/>
              <a:miter lim="400000"/>
            </a:ln>
            <a:effectLst/>
          </p:spPr>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3000">
                  <a:solidFill>
                    <a:srgbClr val="FFFFFF"/>
                  </a:solidFill>
                  <a:effectLst>
                    <a:outerShdw blurRad="38100" dist="12700" dir="5400000" rotWithShape="0">
                      <a:srgbClr val="000000">
                        <a:alpha val="50000"/>
                      </a:srgbClr>
                    </a:outerShdw>
                  </a:effectLst>
                </a:defRPr>
              </a:pPr>
              <a:endParaRPr b="1">
                <a:cs typeface="+mn-ea"/>
                <a:sym typeface="+mn-lt"/>
              </a:endParaRPr>
            </a:p>
          </p:txBody>
        </p:sp>
        <p:sp>
          <p:nvSpPr>
            <p:cNvPr id="32" name="Shape 43"/>
            <p:cNvSpPr/>
            <p:nvPr/>
          </p:nvSpPr>
          <p:spPr>
            <a:xfrm>
              <a:off x="165100" y="-1"/>
              <a:ext cx="642267" cy="718972"/>
            </a:xfrm>
            <a:custGeom>
              <a:avLst/>
              <a:gdLst/>
              <a:ahLst/>
              <a:cxnLst>
                <a:cxn ang="0">
                  <a:pos x="wd2" y="hd2"/>
                </a:cxn>
                <a:cxn ang="5400000">
                  <a:pos x="wd2" y="hd2"/>
                </a:cxn>
                <a:cxn ang="10800000">
                  <a:pos x="wd2" y="hd2"/>
                </a:cxn>
                <a:cxn ang="16200000">
                  <a:pos x="wd2" y="hd2"/>
                </a:cxn>
              </a:cxnLst>
              <a:rect l="0" t="0" r="r" b="b"/>
              <a:pathLst>
                <a:path w="21521" h="21116" extrusionOk="0">
                  <a:moveTo>
                    <a:pt x="21521" y="13"/>
                  </a:moveTo>
                  <a:cubicBezTo>
                    <a:pt x="21600" y="-484"/>
                    <a:pt x="8558" y="13479"/>
                    <a:pt x="8933" y="13772"/>
                  </a:cubicBezTo>
                  <a:cubicBezTo>
                    <a:pt x="6785" y="12126"/>
                    <a:pt x="2898" y="10471"/>
                    <a:pt x="0" y="10120"/>
                  </a:cubicBezTo>
                  <a:cubicBezTo>
                    <a:pt x="1254" y="12620"/>
                    <a:pt x="2166" y="14279"/>
                    <a:pt x="4430" y="16128"/>
                  </a:cubicBezTo>
                  <a:cubicBezTo>
                    <a:pt x="4883" y="16498"/>
                    <a:pt x="10336" y="20581"/>
                    <a:pt x="9763" y="21116"/>
                  </a:cubicBezTo>
                  <a:cubicBezTo>
                    <a:pt x="14957" y="16270"/>
                    <a:pt x="20402" y="7017"/>
                    <a:pt x="21521" y="13"/>
                  </a:cubicBezTo>
                  <a:close/>
                </a:path>
              </a:pathLst>
            </a:custGeom>
            <a:grpFill/>
            <a:ln w="38100" cap="flat">
              <a:solidFill>
                <a:schemeClr val="tx1"/>
              </a:solidFill>
              <a:prstDash val="solid"/>
              <a:miter lim="400000"/>
            </a:ln>
            <a:effectLst/>
          </p:spPr>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3000">
                  <a:solidFill>
                    <a:srgbClr val="FFFFFF"/>
                  </a:solidFill>
                  <a:effectLst>
                    <a:outerShdw blurRad="38100" dist="12700" dir="5400000" rotWithShape="0">
                      <a:srgbClr val="000000">
                        <a:alpha val="50000"/>
                      </a:srgbClr>
                    </a:outerShdw>
                  </a:effectLst>
                </a:defRPr>
              </a:pPr>
              <a:endParaRPr b="1">
                <a:cs typeface="+mn-ea"/>
                <a:sym typeface="+mn-lt"/>
              </a:endParaRPr>
            </a:p>
          </p:txBody>
        </p:sp>
      </p:grpSp>
      <p:grpSp>
        <p:nvGrpSpPr>
          <p:cNvPr id="33" name="Group 44"/>
          <p:cNvGrpSpPr/>
          <p:nvPr/>
        </p:nvGrpSpPr>
        <p:grpSpPr>
          <a:xfrm>
            <a:off x="6825233" y="4388820"/>
            <a:ext cx="363108" cy="407831"/>
            <a:chOff x="-1" y="-1"/>
            <a:chExt cx="807368" cy="906809"/>
          </a:xfrm>
          <a:noFill/>
        </p:grpSpPr>
        <p:sp>
          <p:nvSpPr>
            <p:cNvPr id="34" name="Shape 42"/>
            <p:cNvSpPr/>
            <p:nvPr/>
          </p:nvSpPr>
          <p:spPr>
            <a:xfrm>
              <a:off x="-1" y="101600"/>
              <a:ext cx="792823" cy="805208"/>
            </a:xfrm>
            <a:custGeom>
              <a:avLst/>
              <a:gdLst/>
              <a:ahLst/>
              <a:cxnLst>
                <a:cxn ang="0">
                  <a:pos x="wd2" y="hd2"/>
                </a:cxn>
                <a:cxn ang="5400000">
                  <a:pos x="wd2" y="hd2"/>
                </a:cxn>
                <a:cxn ang="10800000">
                  <a:pos x="wd2" y="hd2"/>
                </a:cxn>
                <a:cxn ang="16200000">
                  <a:pos x="wd2" y="hd2"/>
                </a:cxn>
              </a:cxnLst>
              <a:rect l="0" t="0" r="r" b="b"/>
              <a:pathLst>
                <a:path w="19846" h="19829" extrusionOk="0">
                  <a:moveTo>
                    <a:pt x="13770" y="824"/>
                  </a:moveTo>
                  <a:cubicBezTo>
                    <a:pt x="8089" y="-376"/>
                    <a:pt x="1804" y="-1265"/>
                    <a:pt x="353" y="5681"/>
                  </a:cubicBezTo>
                  <a:cubicBezTo>
                    <a:pt x="-441" y="9482"/>
                    <a:pt x="-115" y="16268"/>
                    <a:pt x="3660" y="18583"/>
                  </a:cubicBezTo>
                  <a:cubicBezTo>
                    <a:pt x="6516" y="20335"/>
                    <a:pt x="12966" y="20052"/>
                    <a:pt x="15977" y="18892"/>
                  </a:cubicBezTo>
                  <a:cubicBezTo>
                    <a:pt x="21159" y="16897"/>
                    <a:pt x="19879" y="11191"/>
                    <a:pt x="19174" y="6766"/>
                  </a:cubicBezTo>
                </a:path>
              </a:pathLst>
            </a:custGeom>
            <a:grpFill/>
            <a:ln w="38100" cap="flat">
              <a:solidFill>
                <a:schemeClr val="tx1"/>
              </a:solidFill>
              <a:prstDash val="solid"/>
              <a:miter lim="400000"/>
            </a:ln>
            <a:effectLst/>
          </p:spPr>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3000">
                  <a:solidFill>
                    <a:srgbClr val="FFFFFF"/>
                  </a:solidFill>
                  <a:effectLst>
                    <a:outerShdw blurRad="38100" dist="12700" dir="5400000" rotWithShape="0">
                      <a:srgbClr val="000000">
                        <a:alpha val="50000"/>
                      </a:srgbClr>
                    </a:outerShdw>
                  </a:effectLst>
                </a:defRPr>
              </a:pPr>
              <a:endParaRPr b="1">
                <a:cs typeface="+mn-ea"/>
                <a:sym typeface="+mn-lt"/>
              </a:endParaRPr>
            </a:p>
          </p:txBody>
        </p:sp>
        <p:sp>
          <p:nvSpPr>
            <p:cNvPr id="35" name="Shape 43"/>
            <p:cNvSpPr/>
            <p:nvPr/>
          </p:nvSpPr>
          <p:spPr>
            <a:xfrm>
              <a:off x="165100" y="-1"/>
              <a:ext cx="642267" cy="718972"/>
            </a:xfrm>
            <a:custGeom>
              <a:avLst/>
              <a:gdLst/>
              <a:ahLst/>
              <a:cxnLst>
                <a:cxn ang="0">
                  <a:pos x="wd2" y="hd2"/>
                </a:cxn>
                <a:cxn ang="5400000">
                  <a:pos x="wd2" y="hd2"/>
                </a:cxn>
                <a:cxn ang="10800000">
                  <a:pos x="wd2" y="hd2"/>
                </a:cxn>
                <a:cxn ang="16200000">
                  <a:pos x="wd2" y="hd2"/>
                </a:cxn>
              </a:cxnLst>
              <a:rect l="0" t="0" r="r" b="b"/>
              <a:pathLst>
                <a:path w="21521" h="21116" extrusionOk="0">
                  <a:moveTo>
                    <a:pt x="21521" y="13"/>
                  </a:moveTo>
                  <a:cubicBezTo>
                    <a:pt x="21600" y="-484"/>
                    <a:pt x="8558" y="13479"/>
                    <a:pt x="8933" y="13772"/>
                  </a:cubicBezTo>
                  <a:cubicBezTo>
                    <a:pt x="6785" y="12126"/>
                    <a:pt x="2898" y="10471"/>
                    <a:pt x="0" y="10120"/>
                  </a:cubicBezTo>
                  <a:cubicBezTo>
                    <a:pt x="1254" y="12620"/>
                    <a:pt x="2166" y="14279"/>
                    <a:pt x="4430" y="16128"/>
                  </a:cubicBezTo>
                  <a:cubicBezTo>
                    <a:pt x="4883" y="16498"/>
                    <a:pt x="10336" y="20581"/>
                    <a:pt x="9763" y="21116"/>
                  </a:cubicBezTo>
                  <a:cubicBezTo>
                    <a:pt x="14957" y="16270"/>
                    <a:pt x="20402" y="7017"/>
                    <a:pt x="21521" y="13"/>
                  </a:cubicBezTo>
                  <a:close/>
                </a:path>
              </a:pathLst>
            </a:custGeom>
            <a:grpFill/>
            <a:ln w="38100" cap="flat">
              <a:solidFill>
                <a:schemeClr val="tx1"/>
              </a:solidFill>
              <a:prstDash val="solid"/>
              <a:miter lim="400000"/>
            </a:ln>
            <a:effectLst/>
          </p:spPr>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3000">
                  <a:solidFill>
                    <a:srgbClr val="FFFFFF"/>
                  </a:solidFill>
                  <a:effectLst>
                    <a:outerShdw blurRad="38100" dist="12700" dir="5400000" rotWithShape="0">
                      <a:srgbClr val="000000">
                        <a:alpha val="50000"/>
                      </a:srgbClr>
                    </a:outerShdw>
                  </a:effectLst>
                </a:defRPr>
              </a:pPr>
              <a:endParaRPr b="1">
                <a:cs typeface="+mn-ea"/>
                <a:sym typeface="+mn-lt"/>
              </a:endParaRPr>
            </a:p>
          </p:txBody>
        </p:sp>
      </p:grpSp>
      <p:grpSp>
        <p:nvGrpSpPr>
          <p:cNvPr id="36" name="Group 44"/>
          <p:cNvGrpSpPr/>
          <p:nvPr/>
        </p:nvGrpSpPr>
        <p:grpSpPr>
          <a:xfrm>
            <a:off x="1458246" y="2294158"/>
            <a:ext cx="363108" cy="407831"/>
            <a:chOff x="-1" y="-1"/>
            <a:chExt cx="807368" cy="906809"/>
          </a:xfrm>
          <a:noFill/>
        </p:grpSpPr>
        <p:sp>
          <p:nvSpPr>
            <p:cNvPr id="37" name="Shape 42"/>
            <p:cNvSpPr/>
            <p:nvPr/>
          </p:nvSpPr>
          <p:spPr>
            <a:xfrm>
              <a:off x="-1" y="101600"/>
              <a:ext cx="792823" cy="805208"/>
            </a:xfrm>
            <a:custGeom>
              <a:avLst/>
              <a:gdLst/>
              <a:ahLst/>
              <a:cxnLst>
                <a:cxn ang="0">
                  <a:pos x="wd2" y="hd2"/>
                </a:cxn>
                <a:cxn ang="5400000">
                  <a:pos x="wd2" y="hd2"/>
                </a:cxn>
                <a:cxn ang="10800000">
                  <a:pos x="wd2" y="hd2"/>
                </a:cxn>
                <a:cxn ang="16200000">
                  <a:pos x="wd2" y="hd2"/>
                </a:cxn>
              </a:cxnLst>
              <a:rect l="0" t="0" r="r" b="b"/>
              <a:pathLst>
                <a:path w="19846" h="19829" extrusionOk="0">
                  <a:moveTo>
                    <a:pt x="13770" y="824"/>
                  </a:moveTo>
                  <a:cubicBezTo>
                    <a:pt x="8089" y="-376"/>
                    <a:pt x="1804" y="-1265"/>
                    <a:pt x="353" y="5681"/>
                  </a:cubicBezTo>
                  <a:cubicBezTo>
                    <a:pt x="-441" y="9482"/>
                    <a:pt x="-115" y="16268"/>
                    <a:pt x="3660" y="18583"/>
                  </a:cubicBezTo>
                  <a:cubicBezTo>
                    <a:pt x="6516" y="20335"/>
                    <a:pt x="12966" y="20052"/>
                    <a:pt x="15977" y="18892"/>
                  </a:cubicBezTo>
                  <a:cubicBezTo>
                    <a:pt x="21159" y="16897"/>
                    <a:pt x="19879" y="11191"/>
                    <a:pt x="19174" y="6766"/>
                  </a:cubicBezTo>
                </a:path>
              </a:pathLst>
            </a:custGeom>
            <a:grpFill/>
            <a:ln w="38100" cap="flat">
              <a:solidFill>
                <a:schemeClr val="tx1"/>
              </a:solidFill>
              <a:prstDash val="solid"/>
              <a:miter lim="400000"/>
            </a:ln>
            <a:effectLst/>
          </p:spPr>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3000">
                  <a:solidFill>
                    <a:srgbClr val="FFFFFF"/>
                  </a:solidFill>
                  <a:effectLst>
                    <a:outerShdw blurRad="38100" dist="12700" dir="5400000" rotWithShape="0">
                      <a:srgbClr val="000000">
                        <a:alpha val="50000"/>
                      </a:srgbClr>
                    </a:outerShdw>
                  </a:effectLst>
                </a:defRPr>
              </a:pPr>
              <a:endParaRPr b="1">
                <a:cs typeface="+mn-ea"/>
                <a:sym typeface="+mn-lt"/>
              </a:endParaRPr>
            </a:p>
          </p:txBody>
        </p:sp>
        <p:sp>
          <p:nvSpPr>
            <p:cNvPr id="38" name="Shape 43"/>
            <p:cNvSpPr/>
            <p:nvPr/>
          </p:nvSpPr>
          <p:spPr>
            <a:xfrm>
              <a:off x="165100" y="-1"/>
              <a:ext cx="642267" cy="718972"/>
            </a:xfrm>
            <a:custGeom>
              <a:avLst/>
              <a:gdLst/>
              <a:ahLst/>
              <a:cxnLst>
                <a:cxn ang="0">
                  <a:pos x="wd2" y="hd2"/>
                </a:cxn>
                <a:cxn ang="5400000">
                  <a:pos x="wd2" y="hd2"/>
                </a:cxn>
                <a:cxn ang="10800000">
                  <a:pos x="wd2" y="hd2"/>
                </a:cxn>
                <a:cxn ang="16200000">
                  <a:pos x="wd2" y="hd2"/>
                </a:cxn>
              </a:cxnLst>
              <a:rect l="0" t="0" r="r" b="b"/>
              <a:pathLst>
                <a:path w="21521" h="21116" extrusionOk="0">
                  <a:moveTo>
                    <a:pt x="21521" y="13"/>
                  </a:moveTo>
                  <a:cubicBezTo>
                    <a:pt x="21600" y="-484"/>
                    <a:pt x="8558" y="13479"/>
                    <a:pt x="8933" y="13772"/>
                  </a:cubicBezTo>
                  <a:cubicBezTo>
                    <a:pt x="6785" y="12126"/>
                    <a:pt x="2898" y="10471"/>
                    <a:pt x="0" y="10120"/>
                  </a:cubicBezTo>
                  <a:cubicBezTo>
                    <a:pt x="1254" y="12620"/>
                    <a:pt x="2166" y="14279"/>
                    <a:pt x="4430" y="16128"/>
                  </a:cubicBezTo>
                  <a:cubicBezTo>
                    <a:pt x="4883" y="16498"/>
                    <a:pt x="10336" y="20581"/>
                    <a:pt x="9763" y="21116"/>
                  </a:cubicBezTo>
                  <a:cubicBezTo>
                    <a:pt x="14957" y="16270"/>
                    <a:pt x="20402" y="7017"/>
                    <a:pt x="21521" y="13"/>
                  </a:cubicBezTo>
                  <a:close/>
                </a:path>
              </a:pathLst>
            </a:custGeom>
            <a:grpFill/>
            <a:ln w="38100" cap="flat">
              <a:solidFill>
                <a:schemeClr val="tx1"/>
              </a:solidFill>
              <a:prstDash val="solid"/>
              <a:miter lim="400000"/>
            </a:ln>
            <a:effectLst/>
          </p:spPr>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3000">
                  <a:solidFill>
                    <a:srgbClr val="FFFFFF"/>
                  </a:solidFill>
                  <a:effectLst>
                    <a:outerShdw blurRad="38100" dist="12700" dir="5400000" rotWithShape="0">
                      <a:srgbClr val="000000">
                        <a:alpha val="50000"/>
                      </a:srgbClr>
                    </a:outerShdw>
                  </a:effectLst>
                </a:defRPr>
              </a:pPr>
              <a:endParaRPr b="1">
                <a:cs typeface="+mn-ea"/>
                <a:sym typeface="+mn-lt"/>
              </a:endParaRPr>
            </a:p>
          </p:txBody>
        </p:sp>
      </p:grpSp>
      <p:grpSp>
        <p:nvGrpSpPr>
          <p:cNvPr id="39" name="Group 44"/>
          <p:cNvGrpSpPr/>
          <p:nvPr/>
        </p:nvGrpSpPr>
        <p:grpSpPr>
          <a:xfrm>
            <a:off x="1544321" y="4392883"/>
            <a:ext cx="363108" cy="407831"/>
            <a:chOff x="-1" y="-1"/>
            <a:chExt cx="807368" cy="906809"/>
          </a:xfrm>
          <a:noFill/>
        </p:grpSpPr>
        <p:sp>
          <p:nvSpPr>
            <p:cNvPr id="40" name="Shape 42"/>
            <p:cNvSpPr/>
            <p:nvPr/>
          </p:nvSpPr>
          <p:spPr>
            <a:xfrm>
              <a:off x="-1" y="101600"/>
              <a:ext cx="792823" cy="805208"/>
            </a:xfrm>
            <a:custGeom>
              <a:avLst/>
              <a:gdLst/>
              <a:ahLst/>
              <a:cxnLst>
                <a:cxn ang="0">
                  <a:pos x="wd2" y="hd2"/>
                </a:cxn>
                <a:cxn ang="5400000">
                  <a:pos x="wd2" y="hd2"/>
                </a:cxn>
                <a:cxn ang="10800000">
                  <a:pos x="wd2" y="hd2"/>
                </a:cxn>
                <a:cxn ang="16200000">
                  <a:pos x="wd2" y="hd2"/>
                </a:cxn>
              </a:cxnLst>
              <a:rect l="0" t="0" r="r" b="b"/>
              <a:pathLst>
                <a:path w="19846" h="19829" extrusionOk="0">
                  <a:moveTo>
                    <a:pt x="13770" y="824"/>
                  </a:moveTo>
                  <a:cubicBezTo>
                    <a:pt x="8089" y="-376"/>
                    <a:pt x="1804" y="-1265"/>
                    <a:pt x="353" y="5681"/>
                  </a:cubicBezTo>
                  <a:cubicBezTo>
                    <a:pt x="-441" y="9482"/>
                    <a:pt x="-115" y="16268"/>
                    <a:pt x="3660" y="18583"/>
                  </a:cubicBezTo>
                  <a:cubicBezTo>
                    <a:pt x="6516" y="20335"/>
                    <a:pt x="12966" y="20052"/>
                    <a:pt x="15977" y="18892"/>
                  </a:cubicBezTo>
                  <a:cubicBezTo>
                    <a:pt x="21159" y="16897"/>
                    <a:pt x="19879" y="11191"/>
                    <a:pt x="19174" y="6766"/>
                  </a:cubicBezTo>
                </a:path>
              </a:pathLst>
            </a:custGeom>
            <a:grpFill/>
            <a:ln w="38100" cap="flat">
              <a:solidFill>
                <a:schemeClr val="tx1"/>
              </a:solidFill>
              <a:prstDash val="solid"/>
              <a:miter lim="400000"/>
            </a:ln>
            <a:effectLst/>
          </p:spPr>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3000">
                  <a:solidFill>
                    <a:srgbClr val="FFFFFF"/>
                  </a:solidFill>
                  <a:effectLst>
                    <a:outerShdw blurRad="38100" dist="12700" dir="5400000" rotWithShape="0">
                      <a:srgbClr val="000000">
                        <a:alpha val="50000"/>
                      </a:srgbClr>
                    </a:outerShdw>
                  </a:effectLst>
                </a:defRPr>
              </a:pPr>
              <a:endParaRPr b="1">
                <a:cs typeface="+mn-ea"/>
                <a:sym typeface="+mn-lt"/>
              </a:endParaRPr>
            </a:p>
          </p:txBody>
        </p:sp>
        <p:sp>
          <p:nvSpPr>
            <p:cNvPr id="41" name="Shape 43"/>
            <p:cNvSpPr/>
            <p:nvPr/>
          </p:nvSpPr>
          <p:spPr>
            <a:xfrm>
              <a:off x="165100" y="-1"/>
              <a:ext cx="642267" cy="718972"/>
            </a:xfrm>
            <a:custGeom>
              <a:avLst/>
              <a:gdLst/>
              <a:ahLst/>
              <a:cxnLst>
                <a:cxn ang="0">
                  <a:pos x="wd2" y="hd2"/>
                </a:cxn>
                <a:cxn ang="5400000">
                  <a:pos x="wd2" y="hd2"/>
                </a:cxn>
                <a:cxn ang="10800000">
                  <a:pos x="wd2" y="hd2"/>
                </a:cxn>
                <a:cxn ang="16200000">
                  <a:pos x="wd2" y="hd2"/>
                </a:cxn>
              </a:cxnLst>
              <a:rect l="0" t="0" r="r" b="b"/>
              <a:pathLst>
                <a:path w="21521" h="21116" extrusionOk="0">
                  <a:moveTo>
                    <a:pt x="21521" y="13"/>
                  </a:moveTo>
                  <a:cubicBezTo>
                    <a:pt x="21600" y="-484"/>
                    <a:pt x="8558" y="13479"/>
                    <a:pt x="8933" y="13772"/>
                  </a:cubicBezTo>
                  <a:cubicBezTo>
                    <a:pt x="6785" y="12126"/>
                    <a:pt x="2898" y="10471"/>
                    <a:pt x="0" y="10120"/>
                  </a:cubicBezTo>
                  <a:cubicBezTo>
                    <a:pt x="1254" y="12620"/>
                    <a:pt x="2166" y="14279"/>
                    <a:pt x="4430" y="16128"/>
                  </a:cubicBezTo>
                  <a:cubicBezTo>
                    <a:pt x="4883" y="16498"/>
                    <a:pt x="10336" y="20581"/>
                    <a:pt x="9763" y="21116"/>
                  </a:cubicBezTo>
                  <a:cubicBezTo>
                    <a:pt x="14957" y="16270"/>
                    <a:pt x="20402" y="7017"/>
                    <a:pt x="21521" y="13"/>
                  </a:cubicBezTo>
                  <a:close/>
                </a:path>
              </a:pathLst>
            </a:custGeom>
            <a:grpFill/>
            <a:ln w="38100" cap="flat">
              <a:solidFill>
                <a:schemeClr val="tx1"/>
              </a:solidFill>
              <a:prstDash val="solid"/>
              <a:miter lim="400000"/>
            </a:ln>
            <a:effectLst/>
          </p:spPr>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3000">
                  <a:solidFill>
                    <a:srgbClr val="FFFFFF"/>
                  </a:solidFill>
                  <a:effectLst>
                    <a:outerShdw blurRad="38100" dist="12700" dir="5400000" rotWithShape="0">
                      <a:srgbClr val="000000">
                        <a:alpha val="50000"/>
                      </a:srgbClr>
                    </a:outerShdw>
                  </a:effectLst>
                </a:defRPr>
              </a:pPr>
              <a:endParaRPr b="1">
                <a:cs typeface="+mn-ea"/>
                <a:sym typeface="+mn-lt"/>
              </a:endParaRPr>
            </a:p>
          </p:txBody>
        </p:sp>
      </p:grpSp>
      <p:sp>
        <p:nvSpPr>
          <p:cNvPr id="42" name="TextBox 2"/>
          <p:cNvSpPr txBox="1"/>
          <p:nvPr/>
        </p:nvSpPr>
        <p:spPr>
          <a:xfrm>
            <a:off x="1114696" y="571195"/>
            <a:ext cx="3467616"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cs typeface="+mn-ea"/>
                <a:sym typeface="+mn-lt"/>
              </a:rPr>
              <a:t>输入本页标题内容</a:t>
            </a:r>
            <a:endParaRPr lang="en-GB" altLang="zh-CN" sz="3200" dirty="0">
              <a:cs typeface="+mn-ea"/>
              <a:sym typeface="+mn-lt"/>
            </a:endParaRPr>
          </a:p>
        </p:txBody>
      </p:sp>
      <p:sp>
        <p:nvSpPr>
          <p:cNvPr id="43" name="Freeform 56"/>
          <p:cNvSpPr/>
          <p:nvPr/>
        </p:nvSpPr>
        <p:spPr bwMode="auto">
          <a:xfrm>
            <a:off x="642040" y="1178631"/>
            <a:ext cx="3789365" cy="79473"/>
          </a:xfrm>
          <a:custGeom>
            <a:avLst/>
            <a:gdLst>
              <a:gd name="T0" fmla="*/ 527 w 7950"/>
              <a:gd name="T1" fmla="*/ 290 h 587"/>
              <a:gd name="T2" fmla="*/ 327 w 7950"/>
              <a:gd name="T3" fmla="*/ 288 h 587"/>
              <a:gd name="T4" fmla="*/ 228 w 7950"/>
              <a:gd name="T5" fmla="*/ 296 h 587"/>
              <a:gd name="T6" fmla="*/ 142 w 7950"/>
              <a:gd name="T7" fmla="*/ 316 h 587"/>
              <a:gd name="T8" fmla="*/ 73 w 7950"/>
              <a:gd name="T9" fmla="*/ 351 h 587"/>
              <a:gd name="T10" fmla="*/ 23 w 7950"/>
              <a:gd name="T11" fmla="*/ 405 h 587"/>
              <a:gd name="T12" fmla="*/ 21 w 7950"/>
              <a:gd name="T13" fmla="*/ 485 h 587"/>
              <a:gd name="T14" fmla="*/ 64 w 7950"/>
              <a:gd name="T15" fmla="*/ 524 h 587"/>
              <a:gd name="T16" fmla="*/ 109 w 7950"/>
              <a:gd name="T17" fmla="*/ 541 h 587"/>
              <a:gd name="T18" fmla="*/ 182 w 7950"/>
              <a:gd name="T19" fmla="*/ 548 h 587"/>
              <a:gd name="T20" fmla="*/ 270 w 7950"/>
              <a:gd name="T21" fmla="*/ 548 h 587"/>
              <a:gd name="T22" fmla="*/ 376 w 7950"/>
              <a:gd name="T23" fmla="*/ 528 h 587"/>
              <a:gd name="T24" fmla="*/ 515 w 7950"/>
              <a:gd name="T25" fmla="*/ 505 h 587"/>
              <a:gd name="T26" fmla="*/ 710 w 7950"/>
              <a:gd name="T27" fmla="*/ 506 h 587"/>
              <a:gd name="T28" fmla="*/ 997 w 7950"/>
              <a:gd name="T29" fmla="*/ 534 h 587"/>
              <a:gd name="T30" fmla="*/ 1360 w 7950"/>
              <a:gd name="T31" fmla="*/ 571 h 587"/>
              <a:gd name="T32" fmla="*/ 1727 w 7950"/>
              <a:gd name="T33" fmla="*/ 587 h 587"/>
              <a:gd name="T34" fmla="*/ 2179 w 7950"/>
              <a:gd name="T35" fmla="*/ 578 h 587"/>
              <a:gd name="T36" fmla="*/ 2733 w 7950"/>
              <a:gd name="T37" fmla="*/ 529 h 587"/>
              <a:gd name="T38" fmla="*/ 3404 w 7950"/>
              <a:gd name="T39" fmla="*/ 430 h 587"/>
              <a:gd name="T40" fmla="*/ 3882 w 7950"/>
              <a:gd name="T41" fmla="*/ 347 h 587"/>
              <a:gd name="T42" fmla="*/ 4267 w 7950"/>
              <a:gd name="T43" fmla="*/ 299 h 587"/>
              <a:gd name="T44" fmla="*/ 4651 w 7950"/>
              <a:gd name="T45" fmla="*/ 268 h 587"/>
              <a:gd name="T46" fmla="*/ 5037 w 7950"/>
              <a:gd name="T47" fmla="*/ 253 h 587"/>
              <a:gd name="T48" fmla="*/ 5423 w 7950"/>
              <a:gd name="T49" fmla="*/ 249 h 587"/>
              <a:gd name="T50" fmla="*/ 5810 w 7950"/>
              <a:gd name="T51" fmla="*/ 256 h 587"/>
              <a:gd name="T52" fmla="*/ 6493 w 7950"/>
              <a:gd name="T53" fmla="*/ 284 h 587"/>
              <a:gd name="T54" fmla="*/ 6816 w 7950"/>
              <a:gd name="T55" fmla="*/ 302 h 587"/>
              <a:gd name="T56" fmla="*/ 6982 w 7950"/>
              <a:gd name="T57" fmla="*/ 315 h 587"/>
              <a:gd name="T58" fmla="*/ 7153 w 7950"/>
              <a:gd name="T59" fmla="*/ 327 h 587"/>
              <a:gd name="T60" fmla="*/ 7350 w 7950"/>
              <a:gd name="T61" fmla="*/ 334 h 587"/>
              <a:gd name="T62" fmla="*/ 7513 w 7950"/>
              <a:gd name="T63" fmla="*/ 338 h 587"/>
              <a:gd name="T64" fmla="*/ 7693 w 7950"/>
              <a:gd name="T65" fmla="*/ 358 h 587"/>
              <a:gd name="T66" fmla="*/ 7798 w 7950"/>
              <a:gd name="T67" fmla="*/ 368 h 587"/>
              <a:gd name="T68" fmla="*/ 7840 w 7950"/>
              <a:gd name="T69" fmla="*/ 357 h 587"/>
              <a:gd name="T70" fmla="*/ 7877 w 7950"/>
              <a:gd name="T71" fmla="*/ 327 h 587"/>
              <a:gd name="T72" fmla="*/ 7926 w 7950"/>
              <a:gd name="T73" fmla="*/ 253 h 587"/>
              <a:gd name="T74" fmla="*/ 7907 w 7950"/>
              <a:gd name="T75" fmla="*/ 168 h 587"/>
              <a:gd name="T76" fmla="*/ 7854 w 7950"/>
              <a:gd name="T77" fmla="*/ 127 h 587"/>
              <a:gd name="T78" fmla="*/ 7801 w 7950"/>
              <a:gd name="T79" fmla="*/ 101 h 587"/>
              <a:gd name="T80" fmla="*/ 7746 w 7950"/>
              <a:gd name="T81" fmla="*/ 86 h 587"/>
              <a:gd name="T82" fmla="*/ 7633 w 7950"/>
              <a:gd name="T83" fmla="*/ 78 h 587"/>
              <a:gd name="T84" fmla="*/ 5468 w 7950"/>
              <a:gd name="T85" fmla="*/ 0 h 587"/>
              <a:gd name="T86" fmla="*/ 4811 w 7950"/>
              <a:gd name="T87" fmla="*/ 5 h 587"/>
              <a:gd name="T88" fmla="*/ 4500 w 7950"/>
              <a:gd name="T89" fmla="*/ 15 h 587"/>
              <a:gd name="T90" fmla="*/ 4249 w 7950"/>
              <a:gd name="T91" fmla="*/ 33 h 587"/>
              <a:gd name="T92" fmla="*/ 4018 w 7950"/>
              <a:gd name="T93" fmla="*/ 61 h 587"/>
              <a:gd name="T94" fmla="*/ 3629 w 7950"/>
              <a:gd name="T95" fmla="*/ 126 h 587"/>
              <a:gd name="T96" fmla="*/ 2831 w 7950"/>
              <a:gd name="T97" fmla="*/ 265 h 587"/>
              <a:gd name="T98" fmla="*/ 2570 w 7950"/>
              <a:gd name="T99" fmla="*/ 299 h 587"/>
              <a:gd name="T100" fmla="*/ 2316 w 7950"/>
              <a:gd name="T101" fmla="*/ 318 h 587"/>
              <a:gd name="T102" fmla="*/ 2062 w 7950"/>
              <a:gd name="T103" fmla="*/ 325 h 587"/>
              <a:gd name="T104" fmla="*/ 1548 w 7950"/>
              <a:gd name="T105" fmla="*/ 315 h 587"/>
              <a:gd name="T106" fmla="*/ 1004 w 7950"/>
              <a:gd name="T107" fmla="*/ 29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50" h="587">
                <a:moveTo>
                  <a:pt x="714" y="294"/>
                </a:moveTo>
                <a:lnTo>
                  <a:pt x="651" y="293"/>
                </a:lnTo>
                <a:lnTo>
                  <a:pt x="588" y="292"/>
                </a:lnTo>
                <a:lnTo>
                  <a:pt x="527" y="290"/>
                </a:lnTo>
                <a:lnTo>
                  <a:pt x="468" y="288"/>
                </a:lnTo>
                <a:lnTo>
                  <a:pt x="410" y="287"/>
                </a:lnTo>
                <a:lnTo>
                  <a:pt x="354" y="287"/>
                </a:lnTo>
                <a:lnTo>
                  <a:pt x="327" y="288"/>
                </a:lnTo>
                <a:lnTo>
                  <a:pt x="301" y="289"/>
                </a:lnTo>
                <a:lnTo>
                  <a:pt x="276" y="291"/>
                </a:lnTo>
                <a:lnTo>
                  <a:pt x="252" y="293"/>
                </a:lnTo>
                <a:lnTo>
                  <a:pt x="228" y="296"/>
                </a:lnTo>
                <a:lnTo>
                  <a:pt x="205" y="300"/>
                </a:lnTo>
                <a:lnTo>
                  <a:pt x="183" y="304"/>
                </a:lnTo>
                <a:lnTo>
                  <a:pt x="162" y="309"/>
                </a:lnTo>
                <a:lnTo>
                  <a:pt x="142" y="316"/>
                </a:lnTo>
                <a:lnTo>
                  <a:pt x="123" y="323"/>
                </a:lnTo>
                <a:lnTo>
                  <a:pt x="106" y="331"/>
                </a:lnTo>
                <a:lnTo>
                  <a:pt x="89" y="340"/>
                </a:lnTo>
                <a:lnTo>
                  <a:pt x="73" y="351"/>
                </a:lnTo>
                <a:lnTo>
                  <a:pt x="59" y="362"/>
                </a:lnTo>
                <a:lnTo>
                  <a:pt x="46" y="375"/>
                </a:lnTo>
                <a:lnTo>
                  <a:pt x="34" y="390"/>
                </a:lnTo>
                <a:lnTo>
                  <a:pt x="23" y="405"/>
                </a:lnTo>
                <a:lnTo>
                  <a:pt x="14" y="423"/>
                </a:lnTo>
                <a:lnTo>
                  <a:pt x="6" y="441"/>
                </a:lnTo>
                <a:lnTo>
                  <a:pt x="0" y="462"/>
                </a:lnTo>
                <a:lnTo>
                  <a:pt x="21" y="485"/>
                </a:lnTo>
                <a:lnTo>
                  <a:pt x="39" y="503"/>
                </a:lnTo>
                <a:lnTo>
                  <a:pt x="47" y="511"/>
                </a:lnTo>
                <a:lnTo>
                  <a:pt x="56" y="518"/>
                </a:lnTo>
                <a:lnTo>
                  <a:pt x="64" y="524"/>
                </a:lnTo>
                <a:lnTo>
                  <a:pt x="74" y="529"/>
                </a:lnTo>
                <a:lnTo>
                  <a:pt x="84" y="534"/>
                </a:lnTo>
                <a:lnTo>
                  <a:pt x="96" y="538"/>
                </a:lnTo>
                <a:lnTo>
                  <a:pt x="109" y="541"/>
                </a:lnTo>
                <a:lnTo>
                  <a:pt x="123" y="544"/>
                </a:lnTo>
                <a:lnTo>
                  <a:pt x="140" y="546"/>
                </a:lnTo>
                <a:lnTo>
                  <a:pt x="160" y="547"/>
                </a:lnTo>
                <a:lnTo>
                  <a:pt x="182" y="548"/>
                </a:lnTo>
                <a:lnTo>
                  <a:pt x="207" y="549"/>
                </a:lnTo>
                <a:lnTo>
                  <a:pt x="230" y="549"/>
                </a:lnTo>
                <a:lnTo>
                  <a:pt x="251" y="549"/>
                </a:lnTo>
                <a:lnTo>
                  <a:pt x="270" y="548"/>
                </a:lnTo>
                <a:lnTo>
                  <a:pt x="288" y="546"/>
                </a:lnTo>
                <a:lnTo>
                  <a:pt x="320" y="541"/>
                </a:lnTo>
                <a:lnTo>
                  <a:pt x="348" y="535"/>
                </a:lnTo>
                <a:lnTo>
                  <a:pt x="376" y="528"/>
                </a:lnTo>
                <a:lnTo>
                  <a:pt x="403" y="521"/>
                </a:lnTo>
                <a:lnTo>
                  <a:pt x="434" y="515"/>
                </a:lnTo>
                <a:lnTo>
                  <a:pt x="469" y="510"/>
                </a:lnTo>
                <a:lnTo>
                  <a:pt x="515" y="505"/>
                </a:lnTo>
                <a:lnTo>
                  <a:pt x="562" y="502"/>
                </a:lnTo>
                <a:lnTo>
                  <a:pt x="610" y="502"/>
                </a:lnTo>
                <a:lnTo>
                  <a:pt x="660" y="503"/>
                </a:lnTo>
                <a:lnTo>
                  <a:pt x="710" y="506"/>
                </a:lnTo>
                <a:lnTo>
                  <a:pt x="764" y="510"/>
                </a:lnTo>
                <a:lnTo>
                  <a:pt x="819" y="515"/>
                </a:lnTo>
                <a:lnTo>
                  <a:pt x="876" y="521"/>
                </a:lnTo>
                <a:lnTo>
                  <a:pt x="997" y="534"/>
                </a:lnTo>
                <a:lnTo>
                  <a:pt x="1131" y="549"/>
                </a:lnTo>
                <a:lnTo>
                  <a:pt x="1204" y="557"/>
                </a:lnTo>
                <a:lnTo>
                  <a:pt x="1280" y="564"/>
                </a:lnTo>
                <a:lnTo>
                  <a:pt x="1360" y="571"/>
                </a:lnTo>
                <a:lnTo>
                  <a:pt x="1445" y="576"/>
                </a:lnTo>
                <a:lnTo>
                  <a:pt x="1535" y="581"/>
                </a:lnTo>
                <a:lnTo>
                  <a:pt x="1628" y="585"/>
                </a:lnTo>
                <a:lnTo>
                  <a:pt x="1727" y="587"/>
                </a:lnTo>
                <a:lnTo>
                  <a:pt x="1831" y="587"/>
                </a:lnTo>
                <a:lnTo>
                  <a:pt x="1942" y="586"/>
                </a:lnTo>
                <a:lnTo>
                  <a:pt x="2057" y="583"/>
                </a:lnTo>
                <a:lnTo>
                  <a:pt x="2179" y="578"/>
                </a:lnTo>
                <a:lnTo>
                  <a:pt x="2308" y="570"/>
                </a:lnTo>
                <a:lnTo>
                  <a:pt x="2442" y="559"/>
                </a:lnTo>
                <a:lnTo>
                  <a:pt x="2584" y="545"/>
                </a:lnTo>
                <a:lnTo>
                  <a:pt x="2733" y="529"/>
                </a:lnTo>
                <a:lnTo>
                  <a:pt x="2889" y="510"/>
                </a:lnTo>
                <a:lnTo>
                  <a:pt x="3053" y="487"/>
                </a:lnTo>
                <a:lnTo>
                  <a:pt x="3225" y="460"/>
                </a:lnTo>
                <a:lnTo>
                  <a:pt x="3404" y="430"/>
                </a:lnTo>
                <a:lnTo>
                  <a:pt x="3593" y="396"/>
                </a:lnTo>
                <a:lnTo>
                  <a:pt x="3689" y="378"/>
                </a:lnTo>
                <a:lnTo>
                  <a:pt x="3785" y="362"/>
                </a:lnTo>
                <a:lnTo>
                  <a:pt x="3882" y="347"/>
                </a:lnTo>
                <a:lnTo>
                  <a:pt x="3978" y="333"/>
                </a:lnTo>
                <a:lnTo>
                  <a:pt x="4074" y="321"/>
                </a:lnTo>
                <a:lnTo>
                  <a:pt x="4170" y="309"/>
                </a:lnTo>
                <a:lnTo>
                  <a:pt x="4267" y="299"/>
                </a:lnTo>
                <a:lnTo>
                  <a:pt x="4363" y="290"/>
                </a:lnTo>
                <a:lnTo>
                  <a:pt x="4458" y="282"/>
                </a:lnTo>
                <a:lnTo>
                  <a:pt x="4554" y="275"/>
                </a:lnTo>
                <a:lnTo>
                  <a:pt x="4651" y="268"/>
                </a:lnTo>
                <a:lnTo>
                  <a:pt x="4747" y="263"/>
                </a:lnTo>
                <a:lnTo>
                  <a:pt x="4843" y="259"/>
                </a:lnTo>
                <a:lnTo>
                  <a:pt x="4940" y="255"/>
                </a:lnTo>
                <a:lnTo>
                  <a:pt x="5037" y="253"/>
                </a:lnTo>
                <a:lnTo>
                  <a:pt x="5133" y="251"/>
                </a:lnTo>
                <a:lnTo>
                  <a:pt x="5229" y="250"/>
                </a:lnTo>
                <a:lnTo>
                  <a:pt x="5325" y="249"/>
                </a:lnTo>
                <a:lnTo>
                  <a:pt x="5423" y="249"/>
                </a:lnTo>
                <a:lnTo>
                  <a:pt x="5519" y="250"/>
                </a:lnTo>
                <a:lnTo>
                  <a:pt x="5616" y="251"/>
                </a:lnTo>
                <a:lnTo>
                  <a:pt x="5712" y="253"/>
                </a:lnTo>
                <a:lnTo>
                  <a:pt x="5810" y="256"/>
                </a:lnTo>
                <a:lnTo>
                  <a:pt x="5907" y="259"/>
                </a:lnTo>
                <a:lnTo>
                  <a:pt x="6101" y="266"/>
                </a:lnTo>
                <a:lnTo>
                  <a:pt x="6297" y="274"/>
                </a:lnTo>
                <a:lnTo>
                  <a:pt x="6493" y="284"/>
                </a:lnTo>
                <a:lnTo>
                  <a:pt x="6688" y="294"/>
                </a:lnTo>
                <a:lnTo>
                  <a:pt x="6732" y="296"/>
                </a:lnTo>
                <a:lnTo>
                  <a:pt x="6775" y="299"/>
                </a:lnTo>
                <a:lnTo>
                  <a:pt x="6816" y="302"/>
                </a:lnTo>
                <a:lnTo>
                  <a:pt x="6858" y="305"/>
                </a:lnTo>
                <a:lnTo>
                  <a:pt x="6900" y="309"/>
                </a:lnTo>
                <a:lnTo>
                  <a:pt x="6941" y="312"/>
                </a:lnTo>
                <a:lnTo>
                  <a:pt x="6982" y="315"/>
                </a:lnTo>
                <a:lnTo>
                  <a:pt x="7023" y="318"/>
                </a:lnTo>
                <a:lnTo>
                  <a:pt x="7066" y="322"/>
                </a:lnTo>
                <a:lnTo>
                  <a:pt x="7109" y="324"/>
                </a:lnTo>
                <a:lnTo>
                  <a:pt x="7153" y="327"/>
                </a:lnTo>
                <a:lnTo>
                  <a:pt x="7200" y="329"/>
                </a:lnTo>
                <a:lnTo>
                  <a:pt x="7247" y="331"/>
                </a:lnTo>
                <a:lnTo>
                  <a:pt x="7298" y="333"/>
                </a:lnTo>
                <a:lnTo>
                  <a:pt x="7350" y="334"/>
                </a:lnTo>
                <a:lnTo>
                  <a:pt x="7405" y="335"/>
                </a:lnTo>
                <a:lnTo>
                  <a:pt x="7443" y="335"/>
                </a:lnTo>
                <a:lnTo>
                  <a:pt x="7479" y="336"/>
                </a:lnTo>
                <a:lnTo>
                  <a:pt x="7513" y="338"/>
                </a:lnTo>
                <a:lnTo>
                  <a:pt x="7545" y="340"/>
                </a:lnTo>
                <a:lnTo>
                  <a:pt x="7601" y="346"/>
                </a:lnTo>
                <a:lnTo>
                  <a:pt x="7651" y="352"/>
                </a:lnTo>
                <a:lnTo>
                  <a:pt x="7693" y="358"/>
                </a:lnTo>
                <a:lnTo>
                  <a:pt x="7729" y="363"/>
                </a:lnTo>
                <a:lnTo>
                  <a:pt x="7760" y="367"/>
                </a:lnTo>
                <a:lnTo>
                  <a:pt x="7786" y="368"/>
                </a:lnTo>
                <a:lnTo>
                  <a:pt x="7798" y="368"/>
                </a:lnTo>
                <a:lnTo>
                  <a:pt x="7810" y="367"/>
                </a:lnTo>
                <a:lnTo>
                  <a:pt x="7820" y="365"/>
                </a:lnTo>
                <a:lnTo>
                  <a:pt x="7830" y="362"/>
                </a:lnTo>
                <a:lnTo>
                  <a:pt x="7840" y="357"/>
                </a:lnTo>
                <a:lnTo>
                  <a:pt x="7850" y="352"/>
                </a:lnTo>
                <a:lnTo>
                  <a:pt x="7859" y="345"/>
                </a:lnTo>
                <a:lnTo>
                  <a:pt x="7868" y="337"/>
                </a:lnTo>
                <a:lnTo>
                  <a:pt x="7877" y="327"/>
                </a:lnTo>
                <a:lnTo>
                  <a:pt x="7886" y="316"/>
                </a:lnTo>
                <a:lnTo>
                  <a:pt x="7895" y="303"/>
                </a:lnTo>
                <a:lnTo>
                  <a:pt x="7905" y="288"/>
                </a:lnTo>
                <a:lnTo>
                  <a:pt x="7926" y="253"/>
                </a:lnTo>
                <a:lnTo>
                  <a:pt x="7950" y="210"/>
                </a:lnTo>
                <a:lnTo>
                  <a:pt x="7935" y="195"/>
                </a:lnTo>
                <a:lnTo>
                  <a:pt x="7921" y="181"/>
                </a:lnTo>
                <a:lnTo>
                  <a:pt x="7907" y="168"/>
                </a:lnTo>
                <a:lnTo>
                  <a:pt x="7893" y="157"/>
                </a:lnTo>
                <a:lnTo>
                  <a:pt x="7880" y="146"/>
                </a:lnTo>
                <a:lnTo>
                  <a:pt x="7867" y="136"/>
                </a:lnTo>
                <a:lnTo>
                  <a:pt x="7854" y="127"/>
                </a:lnTo>
                <a:lnTo>
                  <a:pt x="7840" y="120"/>
                </a:lnTo>
                <a:lnTo>
                  <a:pt x="7827" y="113"/>
                </a:lnTo>
                <a:lnTo>
                  <a:pt x="7814" y="106"/>
                </a:lnTo>
                <a:lnTo>
                  <a:pt x="7801" y="101"/>
                </a:lnTo>
                <a:lnTo>
                  <a:pt x="7787" y="96"/>
                </a:lnTo>
                <a:lnTo>
                  <a:pt x="7774" y="92"/>
                </a:lnTo>
                <a:lnTo>
                  <a:pt x="7760" y="89"/>
                </a:lnTo>
                <a:lnTo>
                  <a:pt x="7746" y="86"/>
                </a:lnTo>
                <a:lnTo>
                  <a:pt x="7731" y="83"/>
                </a:lnTo>
                <a:lnTo>
                  <a:pt x="7701" y="80"/>
                </a:lnTo>
                <a:lnTo>
                  <a:pt x="7668" y="79"/>
                </a:lnTo>
                <a:lnTo>
                  <a:pt x="7633" y="78"/>
                </a:lnTo>
                <a:lnTo>
                  <a:pt x="7594" y="79"/>
                </a:lnTo>
                <a:lnTo>
                  <a:pt x="7507" y="82"/>
                </a:lnTo>
                <a:lnTo>
                  <a:pt x="7403" y="84"/>
                </a:lnTo>
                <a:lnTo>
                  <a:pt x="5468" y="0"/>
                </a:lnTo>
                <a:lnTo>
                  <a:pt x="5217" y="1"/>
                </a:lnTo>
                <a:lnTo>
                  <a:pt x="5000" y="2"/>
                </a:lnTo>
                <a:lnTo>
                  <a:pt x="4902" y="3"/>
                </a:lnTo>
                <a:lnTo>
                  <a:pt x="4811" y="5"/>
                </a:lnTo>
                <a:lnTo>
                  <a:pt x="4726" y="7"/>
                </a:lnTo>
                <a:lnTo>
                  <a:pt x="4646" y="9"/>
                </a:lnTo>
                <a:lnTo>
                  <a:pt x="4571" y="12"/>
                </a:lnTo>
                <a:lnTo>
                  <a:pt x="4500" y="15"/>
                </a:lnTo>
                <a:lnTo>
                  <a:pt x="4434" y="19"/>
                </a:lnTo>
                <a:lnTo>
                  <a:pt x="4370" y="23"/>
                </a:lnTo>
                <a:lnTo>
                  <a:pt x="4309" y="28"/>
                </a:lnTo>
                <a:lnTo>
                  <a:pt x="4249" y="33"/>
                </a:lnTo>
                <a:lnTo>
                  <a:pt x="4190" y="39"/>
                </a:lnTo>
                <a:lnTo>
                  <a:pt x="4133" y="46"/>
                </a:lnTo>
                <a:lnTo>
                  <a:pt x="4076" y="53"/>
                </a:lnTo>
                <a:lnTo>
                  <a:pt x="4018" y="61"/>
                </a:lnTo>
                <a:lnTo>
                  <a:pt x="3959" y="70"/>
                </a:lnTo>
                <a:lnTo>
                  <a:pt x="3899" y="80"/>
                </a:lnTo>
                <a:lnTo>
                  <a:pt x="3770" y="101"/>
                </a:lnTo>
                <a:lnTo>
                  <a:pt x="3629" y="126"/>
                </a:lnTo>
                <a:lnTo>
                  <a:pt x="3469" y="155"/>
                </a:lnTo>
                <a:lnTo>
                  <a:pt x="3285" y="187"/>
                </a:lnTo>
                <a:lnTo>
                  <a:pt x="3074" y="224"/>
                </a:lnTo>
                <a:lnTo>
                  <a:pt x="2831" y="265"/>
                </a:lnTo>
                <a:lnTo>
                  <a:pt x="2765" y="275"/>
                </a:lnTo>
                <a:lnTo>
                  <a:pt x="2700" y="284"/>
                </a:lnTo>
                <a:lnTo>
                  <a:pt x="2635" y="292"/>
                </a:lnTo>
                <a:lnTo>
                  <a:pt x="2570" y="299"/>
                </a:lnTo>
                <a:lnTo>
                  <a:pt x="2506" y="305"/>
                </a:lnTo>
                <a:lnTo>
                  <a:pt x="2443" y="310"/>
                </a:lnTo>
                <a:lnTo>
                  <a:pt x="2379" y="315"/>
                </a:lnTo>
                <a:lnTo>
                  <a:pt x="2316" y="318"/>
                </a:lnTo>
                <a:lnTo>
                  <a:pt x="2252" y="321"/>
                </a:lnTo>
                <a:lnTo>
                  <a:pt x="2188" y="323"/>
                </a:lnTo>
                <a:lnTo>
                  <a:pt x="2125" y="324"/>
                </a:lnTo>
                <a:lnTo>
                  <a:pt x="2062" y="325"/>
                </a:lnTo>
                <a:lnTo>
                  <a:pt x="1935" y="325"/>
                </a:lnTo>
                <a:lnTo>
                  <a:pt x="1807" y="323"/>
                </a:lnTo>
                <a:lnTo>
                  <a:pt x="1678" y="320"/>
                </a:lnTo>
                <a:lnTo>
                  <a:pt x="1548" y="315"/>
                </a:lnTo>
                <a:lnTo>
                  <a:pt x="1415" y="311"/>
                </a:lnTo>
                <a:lnTo>
                  <a:pt x="1281" y="306"/>
                </a:lnTo>
                <a:lnTo>
                  <a:pt x="1145" y="301"/>
                </a:lnTo>
                <a:lnTo>
                  <a:pt x="1004" y="297"/>
                </a:lnTo>
                <a:lnTo>
                  <a:pt x="861" y="295"/>
                </a:lnTo>
                <a:lnTo>
                  <a:pt x="714" y="294"/>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nvGrpSpPr>
          <p:cNvPr id="44" name="组合 43"/>
          <p:cNvGrpSpPr/>
          <p:nvPr/>
        </p:nvGrpSpPr>
        <p:grpSpPr>
          <a:xfrm>
            <a:off x="642040" y="661641"/>
            <a:ext cx="472656" cy="448521"/>
            <a:chOff x="4219575" y="3103563"/>
            <a:chExt cx="746125" cy="708025"/>
          </a:xfrm>
          <a:solidFill>
            <a:schemeClr val="tx1"/>
          </a:solidFill>
        </p:grpSpPr>
        <p:sp>
          <p:nvSpPr>
            <p:cNvPr id="45" name="Freeform 356"/>
            <p:cNvSpPr/>
            <p:nvPr/>
          </p:nvSpPr>
          <p:spPr bwMode="auto">
            <a:xfrm>
              <a:off x="4276725" y="3703638"/>
              <a:ext cx="17463" cy="60325"/>
            </a:xfrm>
            <a:custGeom>
              <a:avLst/>
              <a:gdLst/>
              <a:ahLst/>
              <a:cxnLst>
                <a:cxn ang="0">
                  <a:pos x="24" y="4"/>
                </a:cxn>
                <a:cxn ang="0">
                  <a:pos x="24" y="4"/>
                </a:cxn>
                <a:cxn ang="0">
                  <a:pos x="22" y="18"/>
                </a:cxn>
                <a:cxn ang="0">
                  <a:pos x="20" y="31"/>
                </a:cxn>
                <a:cxn ang="0">
                  <a:pos x="12" y="57"/>
                </a:cxn>
                <a:cxn ang="0">
                  <a:pos x="7" y="69"/>
                </a:cxn>
                <a:cxn ang="0">
                  <a:pos x="4" y="83"/>
                </a:cxn>
                <a:cxn ang="0">
                  <a:pos x="1" y="95"/>
                </a:cxn>
                <a:cxn ang="0">
                  <a:pos x="0" y="109"/>
                </a:cxn>
                <a:cxn ang="0">
                  <a:pos x="0" y="109"/>
                </a:cxn>
                <a:cxn ang="0">
                  <a:pos x="0" y="111"/>
                </a:cxn>
                <a:cxn ang="0">
                  <a:pos x="1" y="113"/>
                </a:cxn>
                <a:cxn ang="0">
                  <a:pos x="3" y="114"/>
                </a:cxn>
                <a:cxn ang="0">
                  <a:pos x="4" y="114"/>
                </a:cxn>
                <a:cxn ang="0">
                  <a:pos x="6" y="114"/>
                </a:cxn>
                <a:cxn ang="0">
                  <a:pos x="7" y="113"/>
                </a:cxn>
                <a:cxn ang="0">
                  <a:pos x="9" y="111"/>
                </a:cxn>
                <a:cxn ang="0">
                  <a:pos x="10" y="109"/>
                </a:cxn>
                <a:cxn ang="0">
                  <a:pos x="10" y="109"/>
                </a:cxn>
                <a:cxn ang="0">
                  <a:pos x="11" y="95"/>
                </a:cxn>
                <a:cxn ang="0">
                  <a:pos x="14" y="83"/>
                </a:cxn>
                <a:cxn ang="0">
                  <a:pos x="17" y="69"/>
                </a:cxn>
                <a:cxn ang="0">
                  <a:pos x="21" y="57"/>
                </a:cxn>
                <a:cxn ang="0">
                  <a:pos x="29" y="31"/>
                </a:cxn>
                <a:cxn ang="0">
                  <a:pos x="32" y="18"/>
                </a:cxn>
                <a:cxn ang="0">
                  <a:pos x="33" y="4"/>
                </a:cxn>
                <a:cxn ang="0">
                  <a:pos x="33" y="4"/>
                </a:cxn>
                <a:cxn ang="0">
                  <a:pos x="33" y="2"/>
                </a:cxn>
                <a:cxn ang="0">
                  <a:pos x="32" y="1"/>
                </a:cxn>
                <a:cxn ang="0">
                  <a:pos x="30" y="0"/>
                </a:cxn>
                <a:cxn ang="0">
                  <a:pos x="28" y="0"/>
                </a:cxn>
                <a:cxn ang="0">
                  <a:pos x="27" y="0"/>
                </a:cxn>
                <a:cxn ang="0">
                  <a:pos x="25" y="1"/>
                </a:cxn>
                <a:cxn ang="0">
                  <a:pos x="24" y="2"/>
                </a:cxn>
                <a:cxn ang="0">
                  <a:pos x="24" y="4"/>
                </a:cxn>
                <a:cxn ang="0">
                  <a:pos x="24" y="4"/>
                </a:cxn>
              </a:cxnLst>
              <a:rect l="0" t="0" r="r" b="b"/>
              <a:pathLst>
                <a:path w="33" h="114">
                  <a:moveTo>
                    <a:pt x="24" y="4"/>
                  </a:moveTo>
                  <a:lnTo>
                    <a:pt x="24" y="4"/>
                  </a:lnTo>
                  <a:lnTo>
                    <a:pt x="22" y="18"/>
                  </a:lnTo>
                  <a:lnTo>
                    <a:pt x="20" y="31"/>
                  </a:lnTo>
                  <a:lnTo>
                    <a:pt x="12" y="57"/>
                  </a:lnTo>
                  <a:lnTo>
                    <a:pt x="7" y="69"/>
                  </a:lnTo>
                  <a:lnTo>
                    <a:pt x="4" y="83"/>
                  </a:lnTo>
                  <a:lnTo>
                    <a:pt x="1" y="95"/>
                  </a:lnTo>
                  <a:lnTo>
                    <a:pt x="0" y="109"/>
                  </a:lnTo>
                  <a:lnTo>
                    <a:pt x="0" y="109"/>
                  </a:lnTo>
                  <a:lnTo>
                    <a:pt x="0" y="111"/>
                  </a:lnTo>
                  <a:lnTo>
                    <a:pt x="1" y="113"/>
                  </a:lnTo>
                  <a:lnTo>
                    <a:pt x="3" y="114"/>
                  </a:lnTo>
                  <a:lnTo>
                    <a:pt x="4" y="114"/>
                  </a:lnTo>
                  <a:lnTo>
                    <a:pt x="6" y="114"/>
                  </a:lnTo>
                  <a:lnTo>
                    <a:pt x="7" y="113"/>
                  </a:lnTo>
                  <a:lnTo>
                    <a:pt x="9" y="111"/>
                  </a:lnTo>
                  <a:lnTo>
                    <a:pt x="10" y="109"/>
                  </a:lnTo>
                  <a:lnTo>
                    <a:pt x="10" y="109"/>
                  </a:lnTo>
                  <a:lnTo>
                    <a:pt x="11" y="95"/>
                  </a:lnTo>
                  <a:lnTo>
                    <a:pt x="14" y="83"/>
                  </a:lnTo>
                  <a:lnTo>
                    <a:pt x="17" y="69"/>
                  </a:lnTo>
                  <a:lnTo>
                    <a:pt x="21" y="57"/>
                  </a:lnTo>
                  <a:lnTo>
                    <a:pt x="29" y="31"/>
                  </a:lnTo>
                  <a:lnTo>
                    <a:pt x="32" y="18"/>
                  </a:lnTo>
                  <a:lnTo>
                    <a:pt x="33" y="4"/>
                  </a:lnTo>
                  <a:lnTo>
                    <a:pt x="33" y="4"/>
                  </a:lnTo>
                  <a:lnTo>
                    <a:pt x="33" y="2"/>
                  </a:lnTo>
                  <a:lnTo>
                    <a:pt x="32" y="1"/>
                  </a:lnTo>
                  <a:lnTo>
                    <a:pt x="30" y="0"/>
                  </a:lnTo>
                  <a:lnTo>
                    <a:pt x="28" y="0"/>
                  </a:lnTo>
                  <a:lnTo>
                    <a:pt x="27" y="0"/>
                  </a:lnTo>
                  <a:lnTo>
                    <a:pt x="25" y="1"/>
                  </a:lnTo>
                  <a:lnTo>
                    <a:pt x="24" y="2"/>
                  </a:lnTo>
                  <a:lnTo>
                    <a:pt x="24" y="4"/>
                  </a:lnTo>
                  <a:lnTo>
                    <a:pt x="2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6" name="Freeform 357"/>
            <p:cNvSpPr/>
            <p:nvPr/>
          </p:nvSpPr>
          <p:spPr bwMode="auto">
            <a:xfrm>
              <a:off x="4314825" y="3724275"/>
              <a:ext cx="17463" cy="57150"/>
            </a:xfrm>
            <a:custGeom>
              <a:avLst/>
              <a:gdLst/>
              <a:ahLst/>
              <a:cxnLst>
                <a:cxn ang="0">
                  <a:pos x="23" y="4"/>
                </a:cxn>
                <a:cxn ang="0">
                  <a:pos x="23" y="4"/>
                </a:cxn>
                <a:cxn ang="0">
                  <a:pos x="18" y="17"/>
                </a:cxn>
                <a:cxn ang="0">
                  <a:pos x="14" y="29"/>
                </a:cxn>
                <a:cxn ang="0">
                  <a:pos x="9" y="43"/>
                </a:cxn>
                <a:cxn ang="0">
                  <a:pos x="4" y="55"/>
                </a:cxn>
                <a:cxn ang="0">
                  <a:pos x="4" y="55"/>
                </a:cxn>
                <a:cxn ang="0">
                  <a:pos x="2" y="68"/>
                </a:cxn>
                <a:cxn ang="0">
                  <a:pos x="1" y="80"/>
                </a:cxn>
                <a:cxn ang="0">
                  <a:pos x="0" y="105"/>
                </a:cxn>
                <a:cxn ang="0">
                  <a:pos x="0" y="105"/>
                </a:cxn>
                <a:cxn ang="0">
                  <a:pos x="0" y="106"/>
                </a:cxn>
                <a:cxn ang="0">
                  <a:pos x="1" y="108"/>
                </a:cxn>
                <a:cxn ang="0">
                  <a:pos x="2" y="109"/>
                </a:cxn>
                <a:cxn ang="0">
                  <a:pos x="4" y="109"/>
                </a:cxn>
                <a:cxn ang="0">
                  <a:pos x="6" y="109"/>
                </a:cxn>
                <a:cxn ang="0">
                  <a:pos x="7" y="108"/>
                </a:cxn>
                <a:cxn ang="0">
                  <a:pos x="8" y="106"/>
                </a:cxn>
                <a:cxn ang="0">
                  <a:pos x="9" y="105"/>
                </a:cxn>
                <a:cxn ang="0">
                  <a:pos x="9" y="105"/>
                </a:cxn>
                <a:cxn ang="0">
                  <a:pos x="9" y="93"/>
                </a:cxn>
                <a:cxn ang="0">
                  <a:pos x="11" y="83"/>
                </a:cxn>
                <a:cxn ang="0">
                  <a:pos x="13" y="62"/>
                </a:cxn>
                <a:cxn ang="0">
                  <a:pos x="13" y="62"/>
                </a:cxn>
                <a:cxn ang="0">
                  <a:pos x="14" y="55"/>
                </a:cxn>
                <a:cxn ang="0">
                  <a:pos x="16" y="48"/>
                </a:cxn>
                <a:cxn ang="0">
                  <a:pos x="21" y="33"/>
                </a:cxn>
                <a:cxn ang="0">
                  <a:pos x="27" y="20"/>
                </a:cxn>
                <a:cxn ang="0">
                  <a:pos x="33" y="6"/>
                </a:cxn>
                <a:cxn ang="0">
                  <a:pos x="33" y="6"/>
                </a:cxn>
                <a:cxn ang="0">
                  <a:pos x="33" y="4"/>
                </a:cxn>
                <a:cxn ang="0">
                  <a:pos x="32" y="3"/>
                </a:cxn>
                <a:cxn ang="0">
                  <a:pos x="31" y="1"/>
                </a:cxn>
                <a:cxn ang="0">
                  <a:pos x="28" y="0"/>
                </a:cxn>
                <a:cxn ang="0">
                  <a:pos x="27" y="0"/>
                </a:cxn>
                <a:cxn ang="0">
                  <a:pos x="25" y="0"/>
                </a:cxn>
                <a:cxn ang="0">
                  <a:pos x="24" y="1"/>
                </a:cxn>
                <a:cxn ang="0">
                  <a:pos x="23" y="4"/>
                </a:cxn>
                <a:cxn ang="0">
                  <a:pos x="23" y="4"/>
                </a:cxn>
              </a:cxnLst>
              <a:rect l="0" t="0" r="r" b="b"/>
              <a:pathLst>
                <a:path w="33" h="109">
                  <a:moveTo>
                    <a:pt x="23" y="4"/>
                  </a:moveTo>
                  <a:lnTo>
                    <a:pt x="23" y="4"/>
                  </a:lnTo>
                  <a:lnTo>
                    <a:pt x="18" y="17"/>
                  </a:lnTo>
                  <a:lnTo>
                    <a:pt x="14" y="29"/>
                  </a:lnTo>
                  <a:lnTo>
                    <a:pt x="9" y="43"/>
                  </a:lnTo>
                  <a:lnTo>
                    <a:pt x="4" y="55"/>
                  </a:lnTo>
                  <a:lnTo>
                    <a:pt x="4" y="55"/>
                  </a:lnTo>
                  <a:lnTo>
                    <a:pt x="2" y="68"/>
                  </a:lnTo>
                  <a:lnTo>
                    <a:pt x="1" y="80"/>
                  </a:lnTo>
                  <a:lnTo>
                    <a:pt x="0" y="105"/>
                  </a:lnTo>
                  <a:lnTo>
                    <a:pt x="0" y="105"/>
                  </a:lnTo>
                  <a:lnTo>
                    <a:pt x="0" y="106"/>
                  </a:lnTo>
                  <a:lnTo>
                    <a:pt x="1" y="108"/>
                  </a:lnTo>
                  <a:lnTo>
                    <a:pt x="2" y="109"/>
                  </a:lnTo>
                  <a:lnTo>
                    <a:pt x="4" y="109"/>
                  </a:lnTo>
                  <a:lnTo>
                    <a:pt x="6" y="109"/>
                  </a:lnTo>
                  <a:lnTo>
                    <a:pt x="7" y="108"/>
                  </a:lnTo>
                  <a:lnTo>
                    <a:pt x="8" y="106"/>
                  </a:lnTo>
                  <a:lnTo>
                    <a:pt x="9" y="105"/>
                  </a:lnTo>
                  <a:lnTo>
                    <a:pt x="9" y="105"/>
                  </a:lnTo>
                  <a:lnTo>
                    <a:pt x="9" y="93"/>
                  </a:lnTo>
                  <a:lnTo>
                    <a:pt x="11" y="83"/>
                  </a:lnTo>
                  <a:lnTo>
                    <a:pt x="13" y="62"/>
                  </a:lnTo>
                  <a:lnTo>
                    <a:pt x="13" y="62"/>
                  </a:lnTo>
                  <a:lnTo>
                    <a:pt x="14" y="55"/>
                  </a:lnTo>
                  <a:lnTo>
                    <a:pt x="16" y="48"/>
                  </a:lnTo>
                  <a:lnTo>
                    <a:pt x="21" y="33"/>
                  </a:lnTo>
                  <a:lnTo>
                    <a:pt x="27" y="20"/>
                  </a:lnTo>
                  <a:lnTo>
                    <a:pt x="33" y="6"/>
                  </a:lnTo>
                  <a:lnTo>
                    <a:pt x="33" y="6"/>
                  </a:lnTo>
                  <a:lnTo>
                    <a:pt x="33" y="4"/>
                  </a:lnTo>
                  <a:lnTo>
                    <a:pt x="32" y="3"/>
                  </a:lnTo>
                  <a:lnTo>
                    <a:pt x="31" y="1"/>
                  </a:lnTo>
                  <a:lnTo>
                    <a:pt x="28" y="0"/>
                  </a:lnTo>
                  <a:lnTo>
                    <a:pt x="27" y="0"/>
                  </a:lnTo>
                  <a:lnTo>
                    <a:pt x="25" y="0"/>
                  </a:lnTo>
                  <a:lnTo>
                    <a:pt x="24" y="1"/>
                  </a:lnTo>
                  <a:lnTo>
                    <a:pt x="23" y="4"/>
                  </a:lnTo>
                  <a:lnTo>
                    <a:pt x="2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7" name="Freeform 358"/>
            <p:cNvSpPr/>
            <p:nvPr/>
          </p:nvSpPr>
          <p:spPr bwMode="auto">
            <a:xfrm>
              <a:off x="4352925" y="3725863"/>
              <a:ext cx="22225" cy="55563"/>
            </a:xfrm>
            <a:custGeom>
              <a:avLst/>
              <a:gdLst/>
              <a:ahLst/>
              <a:cxnLst>
                <a:cxn ang="0">
                  <a:pos x="33" y="5"/>
                </a:cxn>
                <a:cxn ang="0">
                  <a:pos x="33" y="5"/>
                </a:cxn>
                <a:cxn ang="0">
                  <a:pos x="32" y="11"/>
                </a:cxn>
                <a:cxn ang="0">
                  <a:pos x="30" y="17"/>
                </a:cxn>
                <a:cxn ang="0">
                  <a:pos x="25" y="30"/>
                </a:cxn>
                <a:cxn ang="0">
                  <a:pos x="18" y="41"/>
                </a:cxn>
                <a:cxn ang="0">
                  <a:pos x="13" y="52"/>
                </a:cxn>
                <a:cxn ang="0">
                  <a:pos x="13" y="52"/>
                </a:cxn>
                <a:cxn ang="0">
                  <a:pos x="9" y="64"/>
                </a:cxn>
                <a:cxn ang="0">
                  <a:pos x="5" y="75"/>
                </a:cxn>
                <a:cxn ang="0">
                  <a:pos x="0" y="98"/>
                </a:cxn>
                <a:cxn ang="0">
                  <a:pos x="0" y="98"/>
                </a:cxn>
                <a:cxn ang="0">
                  <a:pos x="0" y="100"/>
                </a:cxn>
                <a:cxn ang="0">
                  <a:pos x="0" y="102"/>
                </a:cxn>
                <a:cxn ang="0">
                  <a:pos x="1" y="103"/>
                </a:cxn>
                <a:cxn ang="0">
                  <a:pos x="3" y="104"/>
                </a:cxn>
                <a:cxn ang="0">
                  <a:pos x="5" y="104"/>
                </a:cxn>
                <a:cxn ang="0">
                  <a:pos x="6" y="104"/>
                </a:cxn>
                <a:cxn ang="0">
                  <a:pos x="8" y="103"/>
                </a:cxn>
                <a:cxn ang="0">
                  <a:pos x="8" y="101"/>
                </a:cxn>
                <a:cxn ang="0">
                  <a:pos x="8" y="101"/>
                </a:cxn>
                <a:cxn ang="0">
                  <a:pos x="16" y="72"/>
                </a:cxn>
                <a:cxn ang="0">
                  <a:pos x="21" y="58"/>
                </a:cxn>
                <a:cxn ang="0">
                  <a:pos x="27" y="45"/>
                </a:cxn>
                <a:cxn ang="0">
                  <a:pos x="27" y="45"/>
                </a:cxn>
                <a:cxn ang="0">
                  <a:pos x="36" y="25"/>
                </a:cxn>
                <a:cxn ang="0">
                  <a:pos x="40" y="15"/>
                </a:cxn>
                <a:cxn ang="0">
                  <a:pos x="42" y="5"/>
                </a:cxn>
                <a:cxn ang="0">
                  <a:pos x="42" y="5"/>
                </a:cxn>
                <a:cxn ang="0">
                  <a:pos x="42" y="3"/>
                </a:cxn>
                <a:cxn ang="0">
                  <a:pos x="41" y="1"/>
                </a:cxn>
                <a:cxn ang="0">
                  <a:pos x="39" y="1"/>
                </a:cxn>
                <a:cxn ang="0">
                  <a:pos x="38" y="0"/>
                </a:cxn>
                <a:cxn ang="0">
                  <a:pos x="34" y="1"/>
                </a:cxn>
                <a:cxn ang="0">
                  <a:pos x="33" y="3"/>
                </a:cxn>
                <a:cxn ang="0">
                  <a:pos x="33" y="5"/>
                </a:cxn>
                <a:cxn ang="0">
                  <a:pos x="33" y="5"/>
                </a:cxn>
              </a:cxnLst>
              <a:rect l="0" t="0" r="r" b="b"/>
              <a:pathLst>
                <a:path w="42" h="104">
                  <a:moveTo>
                    <a:pt x="33" y="5"/>
                  </a:moveTo>
                  <a:lnTo>
                    <a:pt x="33" y="5"/>
                  </a:lnTo>
                  <a:lnTo>
                    <a:pt x="32" y="11"/>
                  </a:lnTo>
                  <a:lnTo>
                    <a:pt x="30" y="17"/>
                  </a:lnTo>
                  <a:lnTo>
                    <a:pt x="25" y="30"/>
                  </a:lnTo>
                  <a:lnTo>
                    <a:pt x="18" y="41"/>
                  </a:lnTo>
                  <a:lnTo>
                    <a:pt x="13" y="52"/>
                  </a:lnTo>
                  <a:lnTo>
                    <a:pt x="13" y="52"/>
                  </a:lnTo>
                  <a:lnTo>
                    <a:pt x="9" y="64"/>
                  </a:lnTo>
                  <a:lnTo>
                    <a:pt x="5" y="75"/>
                  </a:lnTo>
                  <a:lnTo>
                    <a:pt x="0" y="98"/>
                  </a:lnTo>
                  <a:lnTo>
                    <a:pt x="0" y="98"/>
                  </a:lnTo>
                  <a:lnTo>
                    <a:pt x="0" y="100"/>
                  </a:lnTo>
                  <a:lnTo>
                    <a:pt x="0" y="102"/>
                  </a:lnTo>
                  <a:lnTo>
                    <a:pt x="1" y="103"/>
                  </a:lnTo>
                  <a:lnTo>
                    <a:pt x="3" y="104"/>
                  </a:lnTo>
                  <a:lnTo>
                    <a:pt x="5" y="104"/>
                  </a:lnTo>
                  <a:lnTo>
                    <a:pt x="6" y="104"/>
                  </a:lnTo>
                  <a:lnTo>
                    <a:pt x="8" y="103"/>
                  </a:lnTo>
                  <a:lnTo>
                    <a:pt x="8" y="101"/>
                  </a:lnTo>
                  <a:lnTo>
                    <a:pt x="8" y="101"/>
                  </a:lnTo>
                  <a:lnTo>
                    <a:pt x="16" y="72"/>
                  </a:lnTo>
                  <a:lnTo>
                    <a:pt x="21" y="58"/>
                  </a:lnTo>
                  <a:lnTo>
                    <a:pt x="27" y="45"/>
                  </a:lnTo>
                  <a:lnTo>
                    <a:pt x="27" y="45"/>
                  </a:lnTo>
                  <a:lnTo>
                    <a:pt x="36" y="25"/>
                  </a:lnTo>
                  <a:lnTo>
                    <a:pt x="40" y="15"/>
                  </a:lnTo>
                  <a:lnTo>
                    <a:pt x="42" y="5"/>
                  </a:lnTo>
                  <a:lnTo>
                    <a:pt x="42" y="5"/>
                  </a:lnTo>
                  <a:lnTo>
                    <a:pt x="42" y="3"/>
                  </a:lnTo>
                  <a:lnTo>
                    <a:pt x="41" y="1"/>
                  </a:lnTo>
                  <a:lnTo>
                    <a:pt x="39" y="1"/>
                  </a:lnTo>
                  <a:lnTo>
                    <a:pt x="38" y="0"/>
                  </a:lnTo>
                  <a:lnTo>
                    <a:pt x="34" y="1"/>
                  </a:lnTo>
                  <a:lnTo>
                    <a:pt x="33" y="3"/>
                  </a:lnTo>
                  <a:lnTo>
                    <a:pt x="33" y="5"/>
                  </a:lnTo>
                  <a:lnTo>
                    <a:pt x="33"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8" name="Freeform 359"/>
            <p:cNvSpPr/>
            <p:nvPr/>
          </p:nvSpPr>
          <p:spPr bwMode="auto">
            <a:xfrm>
              <a:off x="4387850" y="3729038"/>
              <a:ext cx="26988" cy="57150"/>
            </a:xfrm>
            <a:custGeom>
              <a:avLst/>
              <a:gdLst/>
              <a:ahLst/>
              <a:cxnLst>
                <a:cxn ang="0">
                  <a:pos x="42" y="4"/>
                </a:cxn>
                <a:cxn ang="0">
                  <a:pos x="42" y="4"/>
                </a:cxn>
                <a:cxn ang="0">
                  <a:pos x="41" y="10"/>
                </a:cxn>
                <a:cxn ang="0">
                  <a:pos x="40" y="15"/>
                </a:cxn>
                <a:cxn ang="0">
                  <a:pos x="35" y="26"/>
                </a:cxn>
                <a:cxn ang="0">
                  <a:pos x="24" y="44"/>
                </a:cxn>
                <a:cxn ang="0">
                  <a:pos x="24" y="44"/>
                </a:cxn>
                <a:cxn ang="0">
                  <a:pos x="22" y="49"/>
                </a:cxn>
                <a:cxn ang="0">
                  <a:pos x="20" y="56"/>
                </a:cxn>
                <a:cxn ang="0">
                  <a:pos x="16" y="67"/>
                </a:cxn>
                <a:cxn ang="0">
                  <a:pos x="16" y="67"/>
                </a:cxn>
                <a:cxn ang="0">
                  <a:pos x="9" y="84"/>
                </a:cxn>
                <a:cxn ang="0">
                  <a:pos x="0" y="101"/>
                </a:cxn>
                <a:cxn ang="0">
                  <a:pos x="0" y="101"/>
                </a:cxn>
                <a:cxn ang="0">
                  <a:pos x="0" y="103"/>
                </a:cxn>
                <a:cxn ang="0">
                  <a:pos x="0" y="105"/>
                </a:cxn>
                <a:cxn ang="0">
                  <a:pos x="1" y="107"/>
                </a:cxn>
                <a:cxn ang="0">
                  <a:pos x="2" y="108"/>
                </a:cxn>
                <a:cxn ang="0">
                  <a:pos x="4" y="108"/>
                </a:cxn>
                <a:cxn ang="0">
                  <a:pos x="6" y="108"/>
                </a:cxn>
                <a:cxn ang="0">
                  <a:pos x="7" y="108"/>
                </a:cxn>
                <a:cxn ang="0">
                  <a:pos x="8" y="106"/>
                </a:cxn>
                <a:cxn ang="0">
                  <a:pos x="8" y="106"/>
                </a:cxn>
                <a:cxn ang="0">
                  <a:pos x="22" y="77"/>
                </a:cxn>
                <a:cxn ang="0">
                  <a:pos x="22" y="77"/>
                </a:cxn>
                <a:cxn ang="0">
                  <a:pos x="25" y="70"/>
                </a:cxn>
                <a:cxn ang="0">
                  <a:pos x="28" y="62"/>
                </a:cxn>
                <a:cxn ang="0">
                  <a:pos x="31" y="53"/>
                </a:cxn>
                <a:cxn ang="0">
                  <a:pos x="34" y="46"/>
                </a:cxn>
                <a:cxn ang="0">
                  <a:pos x="34" y="46"/>
                </a:cxn>
                <a:cxn ang="0">
                  <a:pos x="45" y="26"/>
                </a:cxn>
                <a:cxn ang="0">
                  <a:pos x="49" y="15"/>
                </a:cxn>
                <a:cxn ang="0">
                  <a:pos x="51" y="10"/>
                </a:cxn>
                <a:cxn ang="0">
                  <a:pos x="52" y="4"/>
                </a:cxn>
                <a:cxn ang="0">
                  <a:pos x="52" y="4"/>
                </a:cxn>
                <a:cxn ang="0">
                  <a:pos x="52" y="2"/>
                </a:cxn>
                <a:cxn ang="0">
                  <a:pos x="51" y="1"/>
                </a:cxn>
                <a:cxn ang="0">
                  <a:pos x="49" y="0"/>
                </a:cxn>
                <a:cxn ang="0">
                  <a:pos x="47" y="0"/>
                </a:cxn>
                <a:cxn ang="0">
                  <a:pos x="44" y="1"/>
                </a:cxn>
                <a:cxn ang="0">
                  <a:pos x="43" y="2"/>
                </a:cxn>
                <a:cxn ang="0">
                  <a:pos x="42" y="4"/>
                </a:cxn>
                <a:cxn ang="0">
                  <a:pos x="42" y="4"/>
                </a:cxn>
              </a:cxnLst>
              <a:rect l="0" t="0" r="r" b="b"/>
              <a:pathLst>
                <a:path w="52" h="108">
                  <a:moveTo>
                    <a:pt x="42" y="4"/>
                  </a:moveTo>
                  <a:lnTo>
                    <a:pt x="42" y="4"/>
                  </a:lnTo>
                  <a:lnTo>
                    <a:pt x="41" y="10"/>
                  </a:lnTo>
                  <a:lnTo>
                    <a:pt x="40" y="15"/>
                  </a:lnTo>
                  <a:lnTo>
                    <a:pt x="35" y="26"/>
                  </a:lnTo>
                  <a:lnTo>
                    <a:pt x="24" y="44"/>
                  </a:lnTo>
                  <a:lnTo>
                    <a:pt x="24" y="44"/>
                  </a:lnTo>
                  <a:lnTo>
                    <a:pt x="22" y="49"/>
                  </a:lnTo>
                  <a:lnTo>
                    <a:pt x="20" y="56"/>
                  </a:lnTo>
                  <a:lnTo>
                    <a:pt x="16" y="67"/>
                  </a:lnTo>
                  <a:lnTo>
                    <a:pt x="16" y="67"/>
                  </a:lnTo>
                  <a:lnTo>
                    <a:pt x="9" y="84"/>
                  </a:lnTo>
                  <a:lnTo>
                    <a:pt x="0" y="101"/>
                  </a:lnTo>
                  <a:lnTo>
                    <a:pt x="0" y="101"/>
                  </a:lnTo>
                  <a:lnTo>
                    <a:pt x="0" y="103"/>
                  </a:lnTo>
                  <a:lnTo>
                    <a:pt x="0" y="105"/>
                  </a:lnTo>
                  <a:lnTo>
                    <a:pt x="1" y="107"/>
                  </a:lnTo>
                  <a:lnTo>
                    <a:pt x="2" y="108"/>
                  </a:lnTo>
                  <a:lnTo>
                    <a:pt x="4" y="108"/>
                  </a:lnTo>
                  <a:lnTo>
                    <a:pt x="6" y="108"/>
                  </a:lnTo>
                  <a:lnTo>
                    <a:pt x="7" y="108"/>
                  </a:lnTo>
                  <a:lnTo>
                    <a:pt x="8" y="106"/>
                  </a:lnTo>
                  <a:lnTo>
                    <a:pt x="8" y="106"/>
                  </a:lnTo>
                  <a:lnTo>
                    <a:pt x="22" y="77"/>
                  </a:lnTo>
                  <a:lnTo>
                    <a:pt x="22" y="77"/>
                  </a:lnTo>
                  <a:lnTo>
                    <a:pt x="25" y="70"/>
                  </a:lnTo>
                  <a:lnTo>
                    <a:pt x="28" y="62"/>
                  </a:lnTo>
                  <a:lnTo>
                    <a:pt x="31" y="53"/>
                  </a:lnTo>
                  <a:lnTo>
                    <a:pt x="34" y="46"/>
                  </a:lnTo>
                  <a:lnTo>
                    <a:pt x="34" y="46"/>
                  </a:lnTo>
                  <a:lnTo>
                    <a:pt x="45" y="26"/>
                  </a:lnTo>
                  <a:lnTo>
                    <a:pt x="49" y="15"/>
                  </a:lnTo>
                  <a:lnTo>
                    <a:pt x="51" y="10"/>
                  </a:lnTo>
                  <a:lnTo>
                    <a:pt x="52" y="4"/>
                  </a:lnTo>
                  <a:lnTo>
                    <a:pt x="52" y="4"/>
                  </a:lnTo>
                  <a:lnTo>
                    <a:pt x="52" y="2"/>
                  </a:lnTo>
                  <a:lnTo>
                    <a:pt x="51" y="1"/>
                  </a:lnTo>
                  <a:lnTo>
                    <a:pt x="49" y="0"/>
                  </a:lnTo>
                  <a:lnTo>
                    <a:pt x="47" y="0"/>
                  </a:lnTo>
                  <a:lnTo>
                    <a:pt x="44" y="1"/>
                  </a:lnTo>
                  <a:lnTo>
                    <a:pt x="43" y="2"/>
                  </a:lnTo>
                  <a:lnTo>
                    <a:pt x="42" y="4"/>
                  </a:lnTo>
                  <a:lnTo>
                    <a:pt x="4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9" name="Freeform 360"/>
            <p:cNvSpPr/>
            <p:nvPr/>
          </p:nvSpPr>
          <p:spPr bwMode="auto">
            <a:xfrm>
              <a:off x="4438650" y="3730625"/>
              <a:ext cx="23813" cy="55563"/>
            </a:xfrm>
            <a:custGeom>
              <a:avLst/>
              <a:gdLst/>
              <a:ahLst/>
              <a:cxnLst>
                <a:cxn ang="0">
                  <a:pos x="37" y="5"/>
                </a:cxn>
                <a:cxn ang="0">
                  <a:pos x="37" y="5"/>
                </a:cxn>
                <a:cxn ang="0">
                  <a:pos x="35" y="17"/>
                </a:cxn>
                <a:cxn ang="0">
                  <a:pos x="32" y="29"/>
                </a:cxn>
                <a:cxn ang="0">
                  <a:pos x="27" y="41"/>
                </a:cxn>
                <a:cxn ang="0">
                  <a:pos x="21" y="53"/>
                </a:cxn>
                <a:cxn ang="0">
                  <a:pos x="8" y="75"/>
                </a:cxn>
                <a:cxn ang="0">
                  <a:pos x="3" y="87"/>
                </a:cxn>
                <a:cxn ang="0">
                  <a:pos x="0" y="99"/>
                </a:cxn>
                <a:cxn ang="0">
                  <a:pos x="0" y="99"/>
                </a:cxn>
                <a:cxn ang="0">
                  <a:pos x="0" y="100"/>
                </a:cxn>
                <a:cxn ang="0">
                  <a:pos x="0" y="102"/>
                </a:cxn>
                <a:cxn ang="0">
                  <a:pos x="2" y="103"/>
                </a:cxn>
                <a:cxn ang="0">
                  <a:pos x="3" y="104"/>
                </a:cxn>
                <a:cxn ang="0">
                  <a:pos x="5" y="104"/>
                </a:cxn>
                <a:cxn ang="0">
                  <a:pos x="6" y="104"/>
                </a:cxn>
                <a:cxn ang="0">
                  <a:pos x="8" y="103"/>
                </a:cxn>
                <a:cxn ang="0">
                  <a:pos x="9" y="101"/>
                </a:cxn>
                <a:cxn ang="0">
                  <a:pos x="9" y="101"/>
                </a:cxn>
                <a:cxn ang="0">
                  <a:pos x="12" y="89"/>
                </a:cxn>
                <a:cxn ang="0">
                  <a:pos x="17" y="76"/>
                </a:cxn>
                <a:cxn ang="0">
                  <a:pos x="30" y="54"/>
                </a:cxn>
                <a:cxn ang="0">
                  <a:pos x="36" y="42"/>
                </a:cxn>
                <a:cxn ang="0">
                  <a:pos x="41" y="30"/>
                </a:cxn>
                <a:cxn ang="0">
                  <a:pos x="45" y="17"/>
                </a:cxn>
                <a:cxn ang="0">
                  <a:pos x="46" y="5"/>
                </a:cxn>
                <a:cxn ang="0">
                  <a:pos x="46" y="5"/>
                </a:cxn>
                <a:cxn ang="0">
                  <a:pos x="46" y="3"/>
                </a:cxn>
                <a:cxn ang="0">
                  <a:pos x="45" y="2"/>
                </a:cxn>
                <a:cxn ang="0">
                  <a:pos x="44" y="1"/>
                </a:cxn>
                <a:cxn ang="0">
                  <a:pos x="42" y="0"/>
                </a:cxn>
                <a:cxn ang="0">
                  <a:pos x="40" y="1"/>
                </a:cxn>
                <a:cxn ang="0">
                  <a:pos x="39" y="2"/>
                </a:cxn>
                <a:cxn ang="0">
                  <a:pos x="38" y="3"/>
                </a:cxn>
                <a:cxn ang="0">
                  <a:pos x="37" y="5"/>
                </a:cxn>
                <a:cxn ang="0">
                  <a:pos x="37" y="5"/>
                </a:cxn>
              </a:cxnLst>
              <a:rect l="0" t="0" r="r" b="b"/>
              <a:pathLst>
                <a:path w="46" h="104">
                  <a:moveTo>
                    <a:pt x="37" y="5"/>
                  </a:moveTo>
                  <a:lnTo>
                    <a:pt x="37" y="5"/>
                  </a:lnTo>
                  <a:lnTo>
                    <a:pt x="35" y="17"/>
                  </a:lnTo>
                  <a:lnTo>
                    <a:pt x="32" y="29"/>
                  </a:lnTo>
                  <a:lnTo>
                    <a:pt x="27" y="41"/>
                  </a:lnTo>
                  <a:lnTo>
                    <a:pt x="21" y="53"/>
                  </a:lnTo>
                  <a:lnTo>
                    <a:pt x="8" y="75"/>
                  </a:lnTo>
                  <a:lnTo>
                    <a:pt x="3" y="87"/>
                  </a:lnTo>
                  <a:lnTo>
                    <a:pt x="0" y="99"/>
                  </a:lnTo>
                  <a:lnTo>
                    <a:pt x="0" y="99"/>
                  </a:lnTo>
                  <a:lnTo>
                    <a:pt x="0" y="100"/>
                  </a:lnTo>
                  <a:lnTo>
                    <a:pt x="0" y="102"/>
                  </a:lnTo>
                  <a:lnTo>
                    <a:pt x="2" y="103"/>
                  </a:lnTo>
                  <a:lnTo>
                    <a:pt x="3" y="104"/>
                  </a:lnTo>
                  <a:lnTo>
                    <a:pt x="5" y="104"/>
                  </a:lnTo>
                  <a:lnTo>
                    <a:pt x="6" y="104"/>
                  </a:lnTo>
                  <a:lnTo>
                    <a:pt x="8" y="103"/>
                  </a:lnTo>
                  <a:lnTo>
                    <a:pt x="9" y="101"/>
                  </a:lnTo>
                  <a:lnTo>
                    <a:pt x="9" y="101"/>
                  </a:lnTo>
                  <a:lnTo>
                    <a:pt x="12" y="89"/>
                  </a:lnTo>
                  <a:lnTo>
                    <a:pt x="17" y="76"/>
                  </a:lnTo>
                  <a:lnTo>
                    <a:pt x="30" y="54"/>
                  </a:lnTo>
                  <a:lnTo>
                    <a:pt x="36" y="42"/>
                  </a:lnTo>
                  <a:lnTo>
                    <a:pt x="41" y="30"/>
                  </a:lnTo>
                  <a:lnTo>
                    <a:pt x="45" y="17"/>
                  </a:lnTo>
                  <a:lnTo>
                    <a:pt x="46" y="5"/>
                  </a:lnTo>
                  <a:lnTo>
                    <a:pt x="46" y="5"/>
                  </a:lnTo>
                  <a:lnTo>
                    <a:pt x="46" y="3"/>
                  </a:lnTo>
                  <a:lnTo>
                    <a:pt x="45" y="2"/>
                  </a:lnTo>
                  <a:lnTo>
                    <a:pt x="44" y="1"/>
                  </a:lnTo>
                  <a:lnTo>
                    <a:pt x="42" y="0"/>
                  </a:lnTo>
                  <a:lnTo>
                    <a:pt x="40" y="1"/>
                  </a:lnTo>
                  <a:lnTo>
                    <a:pt x="39" y="2"/>
                  </a:lnTo>
                  <a:lnTo>
                    <a:pt x="38" y="3"/>
                  </a:lnTo>
                  <a:lnTo>
                    <a:pt x="37" y="5"/>
                  </a:lnTo>
                  <a:lnTo>
                    <a:pt x="37"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0" name="Freeform 361"/>
            <p:cNvSpPr/>
            <p:nvPr/>
          </p:nvSpPr>
          <p:spPr bwMode="auto">
            <a:xfrm>
              <a:off x="4478338" y="3732213"/>
              <a:ext cx="25400" cy="52388"/>
            </a:xfrm>
            <a:custGeom>
              <a:avLst/>
              <a:gdLst/>
              <a:ahLst/>
              <a:cxnLst>
                <a:cxn ang="0">
                  <a:pos x="39" y="3"/>
                </a:cxn>
                <a:cxn ang="0">
                  <a:pos x="39" y="3"/>
                </a:cxn>
                <a:cxn ang="0">
                  <a:pos x="34" y="14"/>
                </a:cxn>
                <a:cxn ang="0">
                  <a:pos x="29" y="26"/>
                </a:cxn>
                <a:cxn ang="0">
                  <a:pos x="18" y="47"/>
                </a:cxn>
                <a:cxn ang="0">
                  <a:pos x="13" y="58"/>
                </a:cxn>
                <a:cxn ang="0">
                  <a:pos x="8" y="69"/>
                </a:cxn>
                <a:cxn ang="0">
                  <a:pos x="3" y="80"/>
                </a:cxn>
                <a:cxn ang="0">
                  <a:pos x="0" y="93"/>
                </a:cxn>
                <a:cxn ang="0">
                  <a:pos x="0" y="93"/>
                </a:cxn>
                <a:cxn ang="0">
                  <a:pos x="0" y="95"/>
                </a:cxn>
                <a:cxn ang="0">
                  <a:pos x="1" y="97"/>
                </a:cxn>
                <a:cxn ang="0">
                  <a:pos x="4" y="98"/>
                </a:cxn>
                <a:cxn ang="0">
                  <a:pos x="6" y="99"/>
                </a:cxn>
                <a:cxn ang="0">
                  <a:pos x="8" y="98"/>
                </a:cxn>
                <a:cxn ang="0">
                  <a:pos x="9" y="97"/>
                </a:cxn>
                <a:cxn ang="0">
                  <a:pos x="10" y="95"/>
                </a:cxn>
                <a:cxn ang="0">
                  <a:pos x="10" y="95"/>
                </a:cxn>
                <a:cxn ang="0">
                  <a:pos x="13" y="84"/>
                </a:cxn>
                <a:cxn ang="0">
                  <a:pos x="17" y="72"/>
                </a:cxn>
                <a:cxn ang="0">
                  <a:pos x="22" y="61"/>
                </a:cxn>
                <a:cxn ang="0">
                  <a:pos x="27" y="49"/>
                </a:cxn>
                <a:cxn ang="0">
                  <a:pos x="39" y="28"/>
                </a:cxn>
                <a:cxn ang="0">
                  <a:pos x="44" y="16"/>
                </a:cxn>
                <a:cxn ang="0">
                  <a:pos x="48" y="5"/>
                </a:cxn>
                <a:cxn ang="0">
                  <a:pos x="48" y="5"/>
                </a:cxn>
                <a:cxn ang="0">
                  <a:pos x="48" y="3"/>
                </a:cxn>
                <a:cxn ang="0">
                  <a:pos x="47" y="2"/>
                </a:cxn>
                <a:cxn ang="0">
                  <a:pos x="46" y="0"/>
                </a:cxn>
                <a:cxn ang="0">
                  <a:pos x="45" y="0"/>
                </a:cxn>
                <a:cxn ang="0">
                  <a:pos x="43" y="0"/>
                </a:cxn>
                <a:cxn ang="0">
                  <a:pos x="41" y="0"/>
                </a:cxn>
                <a:cxn ang="0">
                  <a:pos x="40" y="1"/>
                </a:cxn>
                <a:cxn ang="0">
                  <a:pos x="39" y="3"/>
                </a:cxn>
                <a:cxn ang="0">
                  <a:pos x="39" y="3"/>
                </a:cxn>
              </a:cxnLst>
              <a:rect l="0" t="0" r="r" b="b"/>
              <a:pathLst>
                <a:path w="48" h="99">
                  <a:moveTo>
                    <a:pt x="39" y="3"/>
                  </a:moveTo>
                  <a:lnTo>
                    <a:pt x="39" y="3"/>
                  </a:lnTo>
                  <a:lnTo>
                    <a:pt x="34" y="14"/>
                  </a:lnTo>
                  <a:lnTo>
                    <a:pt x="29" y="26"/>
                  </a:lnTo>
                  <a:lnTo>
                    <a:pt x="18" y="47"/>
                  </a:lnTo>
                  <a:lnTo>
                    <a:pt x="13" y="58"/>
                  </a:lnTo>
                  <a:lnTo>
                    <a:pt x="8" y="69"/>
                  </a:lnTo>
                  <a:lnTo>
                    <a:pt x="3" y="80"/>
                  </a:lnTo>
                  <a:lnTo>
                    <a:pt x="0" y="93"/>
                  </a:lnTo>
                  <a:lnTo>
                    <a:pt x="0" y="93"/>
                  </a:lnTo>
                  <a:lnTo>
                    <a:pt x="0" y="95"/>
                  </a:lnTo>
                  <a:lnTo>
                    <a:pt x="1" y="97"/>
                  </a:lnTo>
                  <a:lnTo>
                    <a:pt x="4" y="98"/>
                  </a:lnTo>
                  <a:lnTo>
                    <a:pt x="6" y="99"/>
                  </a:lnTo>
                  <a:lnTo>
                    <a:pt x="8" y="98"/>
                  </a:lnTo>
                  <a:lnTo>
                    <a:pt x="9" y="97"/>
                  </a:lnTo>
                  <a:lnTo>
                    <a:pt x="10" y="95"/>
                  </a:lnTo>
                  <a:lnTo>
                    <a:pt x="10" y="95"/>
                  </a:lnTo>
                  <a:lnTo>
                    <a:pt x="13" y="84"/>
                  </a:lnTo>
                  <a:lnTo>
                    <a:pt x="17" y="72"/>
                  </a:lnTo>
                  <a:lnTo>
                    <a:pt x="22" y="61"/>
                  </a:lnTo>
                  <a:lnTo>
                    <a:pt x="27" y="49"/>
                  </a:lnTo>
                  <a:lnTo>
                    <a:pt x="39" y="28"/>
                  </a:lnTo>
                  <a:lnTo>
                    <a:pt x="44" y="16"/>
                  </a:lnTo>
                  <a:lnTo>
                    <a:pt x="48" y="5"/>
                  </a:lnTo>
                  <a:lnTo>
                    <a:pt x="48" y="5"/>
                  </a:lnTo>
                  <a:lnTo>
                    <a:pt x="48" y="3"/>
                  </a:lnTo>
                  <a:lnTo>
                    <a:pt x="47" y="2"/>
                  </a:lnTo>
                  <a:lnTo>
                    <a:pt x="46" y="0"/>
                  </a:lnTo>
                  <a:lnTo>
                    <a:pt x="45" y="0"/>
                  </a:lnTo>
                  <a:lnTo>
                    <a:pt x="43" y="0"/>
                  </a:lnTo>
                  <a:lnTo>
                    <a:pt x="41" y="0"/>
                  </a:lnTo>
                  <a:lnTo>
                    <a:pt x="40" y="1"/>
                  </a:lnTo>
                  <a:lnTo>
                    <a:pt x="39" y="3"/>
                  </a:lnTo>
                  <a:lnTo>
                    <a:pt x="3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1" name="Freeform 362"/>
            <p:cNvSpPr/>
            <p:nvPr/>
          </p:nvSpPr>
          <p:spPr bwMode="auto">
            <a:xfrm>
              <a:off x="4508500" y="3738563"/>
              <a:ext cx="19050" cy="55563"/>
            </a:xfrm>
            <a:custGeom>
              <a:avLst/>
              <a:gdLst/>
              <a:ahLst/>
              <a:cxnLst>
                <a:cxn ang="0">
                  <a:pos x="29" y="5"/>
                </a:cxn>
                <a:cxn ang="0">
                  <a:pos x="29" y="5"/>
                </a:cxn>
                <a:cxn ang="0">
                  <a:pos x="27" y="17"/>
                </a:cxn>
                <a:cxn ang="0">
                  <a:pos x="24" y="29"/>
                </a:cxn>
                <a:cxn ang="0">
                  <a:pos x="15" y="51"/>
                </a:cxn>
                <a:cxn ang="0">
                  <a:pos x="15" y="51"/>
                </a:cxn>
                <a:cxn ang="0">
                  <a:pos x="14" y="56"/>
                </a:cxn>
                <a:cxn ang="0">
                  <a:pos x="13" y="61"/>
                </a:cxn>
                <a:cxn ang="0">
                  <a:pos x="12" y="73"/>
                </a:cxn>
                <a:cxn ang="0">
                  <a:pos x="12" y="73"/>
                </a:cxn>
                <a:cxn ang="0">
                  <a:pos x="9" y="79"/>
                </a:cxn>
                <a:cxn ang="0">
                  <a:pos x="7" y="85"/>
                </a:cxn>
                <a:cxn ang="0">
                  <a:pos x="1" y="97"/>
                </a:cxn>
                <a:cxn ang="0">
                  <a:pos x="1" y="97"/>
                </a:cxn>
                <a:cxn ang="0">
                  <a:pos x="0" y="99"/>
                </a:cxn>
                <a:cxn ang="0">
                  <a:pos x="0" y="102"/>
                </a:cxn>
                <a:cxn ang="0">
                  <a:pos x="1" y="103"/>
                </a:cxn>
                <a:cxn ang="0">
                  <a:pos x="2" y="104"/>
                </a:cxn>
                <a:cxn ang="0">
                  <a:pos x="4" y="105"/>
                </a:cxn>
                <a:cxn ang="0">
                  <a:pos x="6" y="105"/>
                </a:cxn>
                <a:cxn ang="0">
                  <a:pos x="7" y="104"/>
                </a:cxn>
                <a:cxn ang="0">
                  <a:pos x="9" y="103"/>
                </a:cxn>
                <a:cxn ang="0">
                  <a:pos x="9" y="103"/>
                </a:cxn>
                <a:cxn ang="0">
                  <a:pos x="15" y="92"/>
                </a:cxn>
                <a:cxn ang="0">
                  <a:pos x="19" y="81"/>
                </a:cxn>
                <a:cxn ang="0">
                  <a:pos x="22" y="70"/>
                </a:cxn>
                <a:cxn ang="0">
                  <a:pos x="24" y="57"/>
                </a:cxn>
                <a:cxn ang="0">
                  <a:pos x="24" y="57"/>
                </a:cxn>
                <a:cxn ang="0">
                  <a:pos x="25" y="51"/>
                </a:cxn>
                <a:cxn ang="0">
                  <a:pos x="27" y="45"/>
                </a:cxn>
                <a:cxn ang="0">
                  <a:pos x="31" y="31"/>
                </a:cxn>
                <a:cxn ang="0">
                  <a:pos x="35" y="19"/>
                </a:cxn>
                <a:cxn ang="0">
                  <a:pos x="37" y="12"/>
                </a:cxn>
                <a:cxn ang="0">
                  <a:pos x="38" y="5"/>
                </a:cxn>
                <a:cxn ang="0">
                  <a:pos x="38" y="5"/>
                </a:cxn>
                <a:cxn ang="0">
                  <a:pos x="37" y="3"/>
                </a:cxn>
                <a:cxn ang="0">
                  <a:pos x="37" y="1"/>
                </a:cxn>
                <a:cxn ang="0">
                  <a:pos x="35" y="1"/>
                </a:cxn>
                <a:cxn ang="0">
                  <a:pos x="33" y="0"/>
                </a:cxn>
                <a:cxn ang="0">
                  <a:pos x="32" y="1"/>
                </a:cxn>
                <a:cxn ang="0">
                  <a:pos x="30" y="1"/>
                </a:cxn>
                <a:cxn ang="0">
                  <a:pos x="29" y="3"/>
                </a:cxn>
                <a:cxn ang="0">
                  <a:pos x="29" y="5"/>
                </a:cxn>
                <a:cxn ang="0">
                  <a:pos x="29" y="5"/>
                </a:cxn>
              </a:cxnLst>
              <a:rect l="0" t="0" r="r" b="b"/>
              <a:pathLst>
                <a:path w="38" h="105">
                  <a:moveTo>
                    <a:pt x="29" y="5"/>
                  </a:moveTo>
                  <a:lnTo>
                    <a:pt x="29" y="5"/>
                  </a:lnTo>
                  <a:lnTo>
                    <a:pt x="27" y="17"/>
                  </a:lnTo>
                  <a:lnTo>
                    <a:pt x="24" y="29"/>
                  </a:lnTo>
                  <a:lnTo>
                    <a:pt x="15" y="51"/>
                  </a:lnTo>
                  <a:lnTo>
                    <a:pt x="15" y="51"/>
                  </a:lnTo>
                  <a:lnTo>
                    <a:pt x="14" y="56"/>
                  </a:lnTo>
                  <a:lnTo>
                    <a:pt x="13" y="61"/>
                  </a:lnTo>
                  <a:lnTo>
                    <a:pt x="12" y="73"/>
                  </a:lnTo>
                  <a:lnTo>
                    <a:pt x="12" y="73"/>
                  </a:lnTo>
                  <a:lnTo>
                    <a:pt x="9" y="79"/>
                  </a:lnTo>
                  <a:lnTo>
                    <a:pt x="7" y="85"/>
                  </a:lnTo>
                  <a:lnTo>
                    <a:pt x="1" y="97"/>
                  </a:lnTo>
                  <a:lnTo>
                    <a:pt x="1" y="97"/>
                  </a:lnTo>
                  <a:lnTo>
                    <a:pt x="0" y="99"/>
                  </a:lnTo>
                  <a:lnTo>
                    <a:pt x="0" y="102"/>
                  </a:lnTo>
                  <a:lnTo>
                    <a:pt x="1" y="103"/>
                  </a:lnTo>
                  <a:lnTo>
                    <a:pt x="2" y="104"/>
                  </a:lnTo>
                  <a:lnTo>
                    <a:pt x="4" y="105"/>
                  </a:lnTo>
                  <a:lnTo>
                    <a:pt x="6" y="105"/>
                  </a:lnTo>
                  <a:lnTo>
                    <a:pt x="7" y="104"/>
                  </a:lnTo>
                  <a:lnTo>
                    <a:pt x="9" y="103"/>
                  </a:lnTo>
                  <a:lnTo>
                    <a:pt x="9" y="103"/>
                  </a:lnTo>
                  <a:lnTo>
                    <a:pt x="15" y="92"/>
                  </a:lnTo>
                  <a:lnTo>
                    <a:pt x="19" y="81"/>
                  </a:lnTo>
                  <a:lnTo>
                    <a:pt x="22" y="70"/>
                  </a:lnTo>
                  <a:lnTo>
                    <a:pt x="24" y="57"/>
                  </a:lnTo>
                  <a:lnTo>
                    <a:pt x="24" y="57"/>
                  </a:lnTo>
                  <a:lnTo>
                    <a:pt x="25" y="51"/>
                  </a:lnTo>
                  <a:lnTo>
                    <a:pt x="27" y="45"/>
                  </a:lnTo>
                  <a:lnTo>
                    <a:pt x="31" y="31"/>
                  </a:lnTo>
                  <a:lnTo>
                    <a:pt x="35" y="19"/>
                  </a:lnTo>
                  <a:lnTo>
                    <a:pt x="37" y="12"/>
                  </a:lnTo>
                  <a:lnTo>
                    <a:pt x="38" y="5"/>
                  </a:lnTo>
                  <a:lnTo>
                    <a:pt x="38" y="5"/>
                  </a:lnTo>
                  <a:lnTo>
                    <a:pt x="37" y="3"/>
                  </a:lnTo>
                  <a:lnTo>
                    <a:pt x="37" y="1"/>
                  </a:lnTo>
                  <a:lnTo>
                    <a:pt x="35" y="1"/>
                  </a:lnTo>
                  <a:lnTo>
                    <a:pt x="33" y="0"/>
                  </a:lnTo>
                  <a:lnTo>
                    <a:pt x="32" y="1"/>
                  </a:lnTo>
                  <a:lnTo>
                    <a:pt x="30" y="1"/>
                  </a:lnTo>
                  <a:lnTo>
                    <a:pt x="29" y="3"/>
                  </a:lnTo>
                  <a:lnTo>
                    <a:pt x="29" y="5"/>
                  </a:lnTo>
                  <a:lnTo>
                    <a:pt x="2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2" name="Freeform 363"/>
            <p:cNvSpPr/>
            <p:nvPr/>
          </p:nvSpPr>
          <p:spPr bwMode="auto">
            <a:xfrm>
              <a:off x="4545013" y="3736975"/>
              <a:ext cx="15875" cy="49213"/>
            </a:xfrm>
            <a:custGeom>
              <a:avLst/>
              <a:gdLst/>
              <a:ahLst/>
              <a:cxnLst>
                <a:cxn ang="0">
                  <a:pos x="19" y="4"/>
                </a:cxn>
                <a:cxn ang="0">
                  <a:pos x="19" y="4"/>
                </a:cxn>
                <a:cxn ang="0">
                  <a:pos x="19" y="16"/>
                </a:cxn>
                <a:cxn ang="0">
                  <a:pos x="17" y="26"/>
                </a:cxn>
                <a:cxn ang="0">
                  <a:pos x="13" y="47"/>
                </a:cxn>
                <a:cxn ang="0">
                  <a:pos x="8" y="68"/>
                </a:cxn>
                <a:cxn ang="0">
                  <a:pos x="0" y="89"/>
                </a:cxn>
                <a:cxn ang="0">
                  <a:pos x="0" y="89"/>
                </a:cxn>
                <a:cxn ang="0">
                  <a:pos x="0" y="90"/>
                </a:cxn>
                <a:cxn ang="0">
                  <a:pos x="0" y="92"/>
                </a:cxn>
                <a:cxn ang="0">
                  <a:pos x="2" y="93"/>
                </a:cxn>
                <a:cxn ang="0">
                  <a:pos x="4" y="94"/>
                </a:cxn>
                <a:cxn ang="0">
                  <a:pos x="6" y="94"/>
                </a:cxn>
                <a:cxn ang="0">
                  <a:pos x="7" y="94"/>
                </a:cxn>
                <a:cxn ang="0">
                  <a:pos x="9" y="93"/>
                </a:cxn>
                <a:cxn ang="0">
                  <a:pos x="10" y="91"/>
                </a:cxn>
                <a:cxn ang="0">
                  <a:pos x="10" y="91"/>
                </a:cxn>
                <a:cxn ang="0">
                  <a:pos x="17" y="69"/>
                </a:cxn>
                <a:cxn ang="0">
                  <a:pos x="22" y="49"/>
                </a:cxn>
                <a:cxn ang="0">
                  <a:pos x="27" y="27"/>
                </a:cxn>
                <a:cxn ang="0">
                  <a:pos x="28" y="16"/>
                </a:cxn>
                <a:cxn ang="0">
                  <a:pos x="28" y="4"/>
                </a:cxn>
                <a:cxn ang="0">
                  <a:pos x="28"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8" h="94">
                  <a:moveTo>
                    <a:pt x="19" y="4"/>
                  </a:moveTo>
                  <a:lnTo>
                    <a:pt x="19" y="4"/>
                  </a:lnTo>
                  <a:lnTo>
                    <a:pt x="19" y="16"/>
                  </a:lnTo>
                  <a:lnTo>
                    <a:pt x="17" y="26"/>
                  </a:lnTo>
                  <a:lnTo>
                    <a:pt x="13" y="47"/>
                  </a:lnTo>
                  <a:lnTo>
                    <a:pt x="8" y="68"/>
                  </a:lnTo>
                  <a:lnTo>
                    <a:pt x="0" y="89"/>
                  </a:lnTo>
                  <a:lnTo>
                    <a:pt x="0" y="89"/>
                  </a:lnTo>
                  <a:lnTo>
                    <a:pt x="0" y="90"/>
                  </a:lnTo>
                  <a:lnTo>
                    <a:pt x="0" y="92"/>
                  </a:lnTo>
                  <a:lnTo>
                    <a:pt x="2" y="93"/>
                  </a:lnTo>
                  <a:lnTo>
                    <a:pt x="4" y="94"/>
                  </a:lnTo>
                  <a:lnTo>
                    <a:pt x="6" y="94"/>
                  </a:lnTo>
                  <a:lnTo>
                    <a:pt x="7" y="94"/>
                  </a:lnTo>
                  <a:lnTo>
                    <a:pt x="9" y="93"/>
                  </a:lnTo>
                  <a:lnTo>
                    <a:pt x="10" y="91"/>
                  </a:lnTo>
                  <a:lnTo>
                    <a:pt x="10" y="91"/>
                  </a:lnTo>
                  <a:lnTo>
                    <a:pt x="17" y="69"/>
                  </a:lnTo>
                  <a:lnTo>
                    <a:pt x="22" y="49"/>
                  </a:lnTo>
                  <a:lnTo>
                    <a:pt x="27" y="27"/>
                  </a:lnTo>
                  <a:lnTo>
                    <a:pt x="28" y="16"/>
                  </a:lnTo>
                  <a:lnTo>
                    <a:pt x="28" y="4"/>
                  </a:lnTo>
                  <a:lnTo>
                    <a:pt x="28" y="4"/>
                  </a:lnTo>
                  <a:lnTo>
                    <a:pt x="28" y="2"/>
                  </a:lnTo>
                  <a:lnTo>
                    <a:pt x="27" y="1"/>
                  </a:lnTo>
                  <a:lnTo>
                    <a:pt x="26" y="0"/>
                  </a:lnTo>
                  <a:lnTo>
                    <a:pt x="24" y="0"/>
                  </a:lnTo>
                  <a:lnTo>
                    <a:pt x="22" y="0"/>
                  </a:lnTo>
                  <a:lnTo>
                    <a:pt x="21" y="1"/>
                  </a:lnTo>
                  <a:lnTo>
                    <a:pt x="20" y="2"/>
                  </a:lnTo>
                  <a:lnTo>
                    <a:pt x="19" y="4"/>
                  </a:lnTo>
                  <a:lnTo>
                    <a:pt x="1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3" name="Freeform 364"/>
            <p:cNvSpPr/>
            <p:nvPr/>
          </p:nvSpPr>
          <p:spPr bwMode="auto">
            <a:xfrm>
              <a:off x="4605338" y="3643313"/>
              <a:ext cx="47625" cy="82550"/>
            </a:xfrm>
            <a:custGeom>
              <a:avLst/>
              <a:gdLst/>
              <a:ahLst/>
              <a:cxnLst>
                <a:cxn ang="0">
                  <a:pos x="81" y="3"/>
                </a:cxn>
                <a:cxn ang="0">
                  <a:pos x="79" y="12"/>
                </a:cxn>
                <a:cxn ang="0">
                  <a:pos x="74" y="16"/>
                </a:cxn>
                <a:cxn ang="0">
                  <a:pos x="63" y="24"/>
                </a:cxn>
                <a:cxn ang="0">
                  <a:pos x="61" y="27"/>
                </a:cxn>
                <a:cxn ang="0">
                  <a:pos x="56" y="41"/>
                </a:cxn>
                <a:cxn ang="0">
                  <a:pos x="50" y="50"/>
                </a:cxn>
                <a:cxn ang="0">
                  <a:pos x="37" y="68"/>
                </a:cxn>
                <a:cxn ang="0">
                  <a:pos x="31" y="77"/>
                </a:cxn>
                <a:cxn ang="0">
                  <a:pos x="12" y="109"/>
                </a:cxn>
                <a:cxn ang="0">
                  <a:pos x="4" y="127"/>
                </a:cxn>
                <a:cxn ang="0">
                  <a:pos x="1" y="144"/>
                </a:cxn>
                <a:cxn ang="0">
                  <a:pos x="0" y="146"/>
                </a:cxn>
                <a:cxn ang="0">
                  <a:pos x="0" y="149"/>
                </a:cxn>
                <a:cxn ang="0">
                  <a:pos x="2" y="154"/>
                </a:cxn>
                <a:cxn ang="0">
                  <a:pos x="5" y="155"/>
                </a:cxn>
                <a:cxn ang="0">
                  <a:pos x="8" y="154"/>
                </a:cxn>
                <a:cxn ang="0">
                  <a:pos x="9" y="149"/>
                </a:cxn>
                <a:cxn ang="0">
                  <a:pos x="10" y="143"/>
                </a:cxn>
                <a:cxn ang="0">
                  <a:pos x="15" y="125"/>
                </a:cxn>
                <a:cxn ang="0">
                  <a:pos x="26" y="101"/>
                </a:cxn>
                <a:cxn ang="0">
                  <a:pos x="41" y="78"/>
                </a:cxn>
                <a:cxn ang="0">
                  <a:pos x="56" y="57"/>
                </a:cxn>
                <a:cxn ang="0">
                  <a:pos x="65" y="42"/>
                </a:cxn>
                <a:cxn ang="0">
                  <a:pos x="75" y="27"/>
                </a:cxn>
                <a:cxn ang="0">
                  <a:pos x="81" y="23"/>
                </a:cxn>
                <a:cxn ang="0">
                  <a:pos x="88" y="12"/>
                </a:cxn>
                <a:cxn ang="0">
                  <a:pos x="90" y="5"/>
                </a:cxn>
                <a:cxn ang="0">
                  <a:pos x="89" y="2"/>
                </a:cxn>
                <a:cxn ang="0">
                  <a:pos x="85" y="0"/>
                </a:cxn>
                <a:cxn ang="0">
                  <a:pos x="82" y="1"/>
                </a:cxn>
                <a:cxn ang="0">
                  <a:pos x="81" y="3"/>
                </a:cxn>
              </a:cxnLst>
              <a:rect l="0" t="0" r="r" b="b"/>
              <a:pathLst>
                <a:path w="90" h="155">
                  <a:moveTo>
                    <a:pt x="81" y="3"/>
                  </a:moveTo>
                  <a:lnTo>
                    <a:pt x="81" y="3"/>
                  </a:lnTo>
                  <a:lnTo>
                    <a:pt x="80" y="8"/>
                  </a:lnTo>
                  <a:lnTo>
                    <a:pt x="79" y="12"/>
                  </a:lnTo>
                  <a:lnTo>
                    <a:pt x="76" y="14"/>
                  </a:lnTo>
                  <a:lnTo>
                    <a:pt x="74" y="16"/>
                  </a:lnTo>
                  <a:lnTo>
                    <a:pt x="69" y="19"/>
                  </a:lnTo>
                  <a:lnTo>
                    <a:pt x="63" y="24"/>
                  </a:lnTo>
                  <a:lnTo>
                    <a:pt x="63" y="24"/>
                  </a:lnTo>
                  <a:lnTo>
                    <a:pt x="61" y="27"/>
                  </a:lnTo>
                  <a:lnTo>
                    <a:pt x="59" y="33"/>
                  </a:lnTo>
                  <a:lnTo>
                    <a:pt x="56" y="41"/>
                  </a:lnTo>
                  <a:lnTo>
                    <a:pt x="56" y="41"/>
                  </a:lnTo>
                  <a:lnTo>
                    <a:pt x="50" y="50"/>
                  </a:lnTo>
                  <a:lnTo>
                    <a:pt x="43" y="58"/>
                  </a:lnTo>
                  <a:lnTo>
                    <a:pt x="37" y="68"/>
                  </a:lnTo>
                  <a:lnTo>
                    <a:pt x="31" y="77"/>
                  </a:lnTo>
                  <a:lnTo>
                    <a:pt x="31" y="77"/>
                  </a:lnTo>
                  <a:lnTo>
                    <a:pt x="22" y="92"/>
                  </a:lnTo>
                  <a:lnTo>
                    <a:pt x="12" y="109"/>
                  </a:lnTo>
                  <a:lnTo>
                    <a:pt x="8" y="117"/>
                  </a:lnTo>
                  <a:lnTo>
                    <a:pt x="4" y="127"/>
                  </a:lnTo>
                  <a:lnTo>
                    <a:pt x="2" y="135"/>
                  </a:lnTo>
                  <a:lnTo>
                    <a:pt x="1" y="144"/>
                  </a:lnTo>
                  <a:lnTo>
                    <a:pt x="1" y="144"/>
                  </a:lnTo>
                  <a:lnTo>
                    <a:pt x="0" y="146"/>
                  </a:lnTo>
                  <a:lnTo>
                    <a:pt x="0" y="149"/>
                  </a:lnTo>
                  <a:lnTo>
                    <a:pt x="0" y="149"/>
                  </a:lnTo>
                  <a:lnTo>
                    <a:pt x="0" y="151"/>
                  </a:lnTo>
                  <a:lnTo>
                    <a:pt x="2" y="154"/>
                  </a:lnTo>
                  <a:lnTo>
                    <a:pt x="3" y="155"/>
                  </a:lnTo>
                  <a:lnTo>
                    <a:pt x="5" y="155"/>
                  </a:lnTo>
                  <a:lnTo>
                    <a:pt x="6" y="155"/>
                  </a:lnTo>
                  <a:lnTo>
                    <a:pt x="8" y="154"/>
                  </a:lnTo>
                  <a:lnTo>
                    <a:pt x="9" y="151"/>
                  </a:lnTo>
                  <a:lnTo>
                    <a:pt x="9" y="149"/>
                  </a:lnTo>
                  <a:lnTo>
                    <a:pt x="9" y="149"/>
                  </a:lnTo>
                  <a:lnTo>
                    <a:pt x="10" y="143"/>
                  </a:lnTo>
                  <a:lnTo>
                    <a:pt x="10" y="137"/>
                  </a:lnTo>
                  <a:lnTo>
                    <a:pt x="15" y="125"/>
                  </a:lnTo>
                  <a:lnTo>
                    <a:pt x="20" y="112"/>
                  </a:lnTo>
                  <a:lnTo>
                    <a:pt x="26" y="101"/>
                  </a:lnTo>
                  <a:lnTo>
                    <a:pt x="34" y="89"/>
                  </a:lnTo>
                  <a:lnTo>
                    <a:pt x="41" y="78"/>
                  </a:lnTo>
                  <a:lnTo>
                    <a:pt x="56" y="57"/>
                  </a:lnTo>
                  <a:lnTo>
                    <a:pt x="56" y="57"/>
                  </a:lnTo>
                  <a:lnTo>
                    <a:pt x="61" y="49"/>
                  </a:lnTo>
                  <a:lnTo>
                    <a:pt x="65" y="42"/>
                  </a:lnTo>
                  <a:lnTo>
                    <a:pt x="69" y="34"/>
                  </a:lnTo>
                  <a:lnTo>
                    <a:pt x="75" y="27"/>
                  </a:lnTo>
                  <a:lnTo>
                    <a:pt x="75" y="27"/>
                  </a:lnTo>
                  <a:lnTo>
                    <a:pt x="81" y="23"/>
                  </a:lnTo>
                  <a:lnTo>
                    <a:pt x="85" y="18"/>
                  </a:lnTo>
                  <a:lnTo>
                    <a:pt x="88" y="12"/>
                  </a:lnTo>
                  <a:lnTo>
                    <a:pt x="90" y="5"/>
                  </a:lnTo>
                  <a:lnTo>
                    <a:pt x="90" y="5"/>
                  </a:lnTo>
                  <a:lnTo>
                    <a:pt x="90" y="3"/>
                  </a:lnTo>
                  <a:lnTo>
                    <a:pt x="89" y="2"/>
                  </a:lnTo>
                  <a:lnTo>
                    <a:pt x="87" y="0"/>
                  </a:lnTo>
                  <a:lnTo>
                    <a:pt x="85" y="0"/>
                  </a:lnTo>
                  <a:lnTo>
                    <a:pt x="83" y="0"/>
                  </a:lnTo>
                  <a:lnTo>
                    <a:pt x="82" y="1"/>
                  </a:lnTo>
                  <a:lnTo>
                    <a:pt x="81" y="3"/>
                  </a:lnTo>
                  <a:lnTo>
                    <a:pt x="8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4" name="Freeform 365"/>
            <p:cNvSpPr/>
            <p:nvPr/>
          </p:nvSpPr>
          <p:spPr bwMode="auto">
            <a:xfrm>
              <a:off x="4610100" y="3646488"/>
              <a:ext cx="71438" cy="104775"/>
            </a:xfrm>
            <a:custGeom>
              <a:avLst/>
              <a:gdLst/>
              <a:ahLst/>
              <a:cxnLst>
                <a:cxn ang="0">
                  <a:pos x="126" y="1"/>
                </a:cxn>
                <a:cxn ang="0">
                  <a:pos x="126" y="1"/>
                </a:cxn>
                <a:cxn ang="0">
                  <a:pos x="115" y="9"/>
                </a:cxn>
                <a:cxn ang="0">
                  <a:pos x="105" y="17"/>
                </a:cxn>
                <a:cxn ang="0">
                  <a:pos x="96" y="27"/>
                </a:cxn>
                <a:cxn ang="0">
                  <a:pos x="87" y="37"/>
                </a:cxn>
                <a:cxn ang="0">
                  <a:pos x="80" y="47"/>
                </a:cxn>
                <a:cxn ang="0">
                  <a:pos x="73" y="59"/>
                </a:cxn>
                <a:cxn ang="0">
                  <a:pos x="59" y="82"/>
                </a:cxn>
                <a:cxn ang="0">
                  <a:pos x="59" y="82"/>
                </a:cxn>
                <a:cxn ang="0">
                  <a:pos x="44" y="109"/>
                </a:cxn>
                <a:cxn ang="0">
                  <a:pos x="28" y="136"/>
                </a:cxn>
                <a:cxn ang="0">
                  <a:pos x="13" y="164"/>
                </a:cxn>
                <a:cxn ang="0">
                  <a:pos x="7" y="178"/>
                </a:cxn>
                <a:cxn ang="0">
                  <a:pos x="0" y="193"/>
                </a:cxn>
                <a:cxn ang="0">
                  <a:pos x="0" y="193"/>
                </a:cxn>
                <a:cxn ang="0">
                  <a:pos x="0" y="195"/>
                </a:cxn>
                <a:cxn ang="0">
                  <a:pos x="1" y="197"/>
                </a:cxn>
                <a:cxn ang="0">
                  <a:pos x="2" y="198"/>
                </a:cxn>
                <a:cxn ang="0">
                  <a:pos x="3" y="199"/>
                </a:cxn>
                <a:cxn ang="0">
                  <a:pos x="6" y="199"/>
                </a:cxn>
                <a:cxn ang="0">
                  <a:pos x="8" y="198"/>
                </a:cxn>
                <a:cxn ang="0">
                  <a:pos x="9" y="197"/>
                </a:cxn>
                <a:cxn ang="0">
                  <a:pos x="10" y="196"/>
                </a:cxn>
                <a:cxn ang="0">
                  <a:pos x="10" y="196"/>
                </a:cxn>
                <a:cxn ang="0">
                  <a:pos x="15" y="183"/>
                </a:cxn>
                <a:cxn ang="0">
                  <a:pos x="21" y="170"/>
                </a:cxn>
                <a:cxn ang="0">
                  <a:pos x="33" y="147"/>
                </a:cxn>
                <a:cxn ang="0">
                  <a:pos x="47" y="124"/>
                </a:cxn>
                <a:cxn ang="0">
                  <a:pos x="60" y="100"/>
                </a:cxn>
                <a:cxn ang="0">
                  <a:pos x="60" y="100"/>
                </a:cxn>
                <a:cxn ang="0">
                  <a:pos x="74" y="74"/>
                </a:cxn>
                <a:cxn ang="0">
                  <a:pos x="82" y="62"/>
                </a:cxn>
                <a:cxn ang="0">
                  <a:pos x="89" y="49"/>
                </a:cxn>
                <a:cxn ang="0">
                  <a:pos x="98" y="38"/>
                </a:cxn>
                <a:cxn ang="0">
                  <a:pos x="108" y="28"/>
                </a:cxn>
                <a:cxn ang="0">
                  <a:pos x="119" y="17"/>
                </a:cxn>
                <a:cxn ang="0">
                  <a:pos x="130" y="9"/>
                </a:cxn>
                <a:cxn ang="0">
                  <a:pos x="130" y="9"/>
                </a:cxn>
                <a:cxn ang="0">
                  <a:pos x="133" y="7"/>
                </a:cxn>
                <a:cxn ang="0">
                  <a:pos x="134" y="6"/>
                </a:cxn>
                <a:cxn ang="0">
                  <a:pos x="133" y="4"/>
                </a:cxn>
                <a:cxn ang="0">
                  <a:pos x="133" y="2"/>
                </a:cxn>
                <a:cxn ang="0">
                  <a:pos x="132" y="1"/>
                </a:cxn>
                <a:cxn ang="0">
                  <a:pos x="129" y="0"/>
                </a:cxn>
                <a:cxn ang="0">
                  <a:pos x="128" y="0"/>
                </a:cxn>
                <a:cxn ang="0">
                  <a:pos x="126" y="1"/>
                </a:cxn>
                <a:cxn ang="0">
                  <a:pos x="126" y="1"/>
                </a:cxn>
              </a:cxnLst>
              <a:rect l="0" t="0" r="r" b="b"/>
              <a:pathLst>
                <a:path w="134" h="199">
                  <a:moveTo>
                    <a:pt x="126" y="1"/>
                  </a:moveTo>
                  <a:lnTo>
                    <a:pt x="126" y="1"/>
                  </a:lnTo>
                  <a:lnTo>
                    <a:pt x="115" y="9"/>
                  </a:lnTo>
                  <a:lnTo>
                    <a:pt x="105" y="17"/>
                  </a:lnTo>
                  <a:lnTo>
                    <a:pt x="96" y="27"/>
                  </a:lnTo>
                  <a:lnTo>
                    <a:pt x="87" y="37"/>
                  </a:lnTo>
                  <a:lnTo>
                    <a:pt x="80" y="47"/>
                  </a:lnTo>
                  <a:lnTo>
                    <a:pt x="73" y="59"/>
                  </a:lnTo>
                  <a:lnTo>
                    <a:pt x="59" y="82"/>
                  </a:lnTo>
                  <a:lnTo>
                    <a:pt x="59" y="82"/>
                  </a:lnTo>
                  <a:lnTo>
                    <a:pt x="44" y="109"/>
                  </a:lnTo>
                  <a:lnTo>
                    <a:pt x="28" y="136"/>
                  </a:lnTo>
                  <a:lnTo>
                    <a:pt x="13" y="164"/>
                  </a:lnTo>
                  <a:lnTo>
                    <a:pt x="7" y="178"/>
                  </a:lnTo>
                  <a:lnTo>
                    <a:pt x="0" y="193"/>
                  </a:lnTo>
                  <a:lnTo>
                    <a:pt x="0" y="193"/>
                  </a:lnTo>
                  <a:lnTo>
                    <a:pt x="0" y="195"/>
                  </a:lnTo>
                  <a:lnTo>
                    <a:pt x="1" y="197"/>
                  </a:lnTo>
                  <a:lnTo>
                    <a:pt x="2" y="198"/>
                  </a:lnTo>
                  <a:lnTo>
                    <a:pt x="3" y="199"/>
                  </a:lnTo>
                  <a:lnTo>
                    <a:pt x="6" y="199"/>
                  </a:lnTo>
                  <a:lnTo>
                    <a:pt x="8" y="198"/>
                  </a:lnTo>
                  <a:lnTo>
                    <a:pt x="9" y="197"/>
                  </a:lnTo>
                  <a:lnTo>
                    <a:pt x="10" y="196"/>
                  </a:lnTo>
                  <a:lnTo>
                    <a:pt x="10" y="196"/>
                  </a:lnTo>
                  <a:lnTo>
                    <a:pt x="15" y="183"/>
                  </a:lnTo>
                  <a:lnTo>
                    <a:pt x="21" y="170"/>
                  </a:lnTo>
                  <a:lnTo>
                    <a:pt x="33" y="147"/>
                  </a:lnTo>
                  <a:lnTo>
                    <a:pt x="47" y="124"/>
                  </a:lnTo>
                  <a:lnTo>
                    <a:pt x="60" y="100"/>
                  </a:lnTo>
                  <a:lnTo>
                    <a:pt x="60" y="100"/>
                  </a:lnTo>
                  <a:lnTo>
                    <a:pt x="74" y="74"/>
                  </a:lnTo>
                  <a:lnTo>
                    <a:pt x="82" y="62"/>
                  </a:lnTo>
                  <a:lnTo>
                    <a:pt x="89" y="49"/>
                  </a:lnTo>
                  <a:lnTo>
                    <a:pt x="98" y="38"/>
                  </a:lnTo>
                  <a:lnTo>
                    <a:pt x="108" y="28"/>
                  </a:lnTo>
                  <a:lnTo>
                    <a:pt x="119" y="17"/>
                  </a:lnTo>
                  <a:lnTo>
                    <a:pt x="130" y="9"/>
                  </a:lnTo>
                  <a:lnTo>
                    <a:pt x="130" y="9"/>
                  </a:lnTo>
                  <a:lnTo>
                    <a:pt x="133" y="7"/>
                  </a:lnTo>
                  <a:lnTo>
                    <a:pt x="134" y="6"/>
                  </a:lnTo>
                  <a:lnTo>
                    <a:pt x="133" y="4"/>
                  </a:lnTo>
                  <a:lnTo>
                    <a:pt x="133" y="2"/>
                  </a:lnTo>
                  <a:lnTo>
                    <a:pt x="132" y="1"/>
                  </a:lnTo>
                  <a:lnTo>
                    <a:pt x="129" y="0"/>
                  </a:lnTo>
                  <a:lnTo>
                    <a:pt x="128" y="0"/>
                  </a:lnTo>
                  <a:lnTo>
                    <a:pt x="126" y="1"/>
                  </a:lnTo>
                  <a:lnTo>
                    <a:pt x="12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5" name="Freeform 366"/>
            <p:cNvSpPr/>
            <p:nvPr/>
          </p:nvSpPr>
          <p:spPr bwMode="auto">
            <a:xfrm>
              <a:off x="4624388" y="3638550"/>
              <a:ext cx="84138" cy="130175"/>
            </a:xfrm>
            <a:custGeom>
              <a:avLst/>
              <a:gdLst/>
              <a:ahLst/>
              <a:cxnLst>
                <a:cxn ang="0">
                  <a:pos x="152" y="1"/>
                </a:cxn>
                <a:cxn ang="0">
                  <a:pos x="137" y="15"/>
                </a:cxn>
                <a:cxn ang="0">
                  <a:pos x="123" y="30"/>
                </a:cxn>
                <a:cxn ang="0">
                  <a:pos x="99" y="66"/>
                </a:cxn>
                <a:cxn ang="0">
                  <a:pos x="67" y="121"/>
                </a:cxn>
                <a:cxn ang="0">
                  <a:pos x="56" y="138"/>
                </a:cxn>
                <a:cxn ang="0">
                  <a:pos x="32" y="174"/>
                </a:cxn>
                <a:cxn ang="0">
                  <a:pos x="12" y="211"/>
                </a:cxn>
                <a:cxn ang="0">
                  <a:pos x="1" y="229"/>
                </a:cxn>
                <a:cxn ang="0">
                  <a:pos x="0" y="238"/>
                </a:cxn>
                <a:cxn ang="0">
                  <a:pos x="4" y="246"/>
                </a:cxn>
                <a:cxn ang="0">
                  <a:pos x="6" y="247"/>
                </a:cxn>
                <a:cxn ang="0">
                  <a:pos x="12" y="246"/>
                </a:cxn>
                <a:cxn ang="0">
                  <a:pos x="14" y="242"/>
                </a:cxn>
                <a:cxn ang="0">
                  <a:pos x="16" y="241"/>
                </a:cxn>
                <a:cxn ang="0">
                  <a:pos x="17" y="236"/>
                </a:cxn>
                <a:cxn ang="0">
                  <a:pos x="15" y="234"/>
                </a:cxn>
                <a:cxn ang="0">
                  <a:pos x="12" y="234"/>
                </a:cxn>
                <a:cxn ang="0">
                  <a:pos x="10" y="234"/>
                </a:cxn>
                <a:cxn ang="0">
                  <a:pos x="12" y="229"/>
                </a:cxn>
                <a:cxn ang="0">
                  <a:pos x="22" y="210"/>
                </a:cxn>
                <a:cxn ang="0">
                  <a:pos x="33" y="191"/>
                </a:cxn>
                <a:cxn ang="0">
                  <a:pos x="53" y="160"/>
                </a:cxn>
                <a:cxn ang="0">
                  <a:pos x="73" y="129"/>
                </a:cxn>
                <a:cxn ang="0">
                  <a:pos x="92" y="98"/>
                </a:cxn>
                <a:cxn ang="0">
                  <a:pos x="121" y="50"/>
                </a:cxn>
                <a:cxn ang="0">
                  <a:pos x="144" y="21"/>
                </a:cxn>
                <a:cxn ang="0">
                  <a:pos x="157" y="10"/>
                </a:cxn>
                <a:cxn ang="0">
                  <a:pos x="158" y="9"/>
                </a:cxn>
                <a:cxn ang="0">
                  <a:pos x="158" y="2"/>
                </a:cxn>
                <a:cxn ang="0">
                  <a:pos x="156" y="0"/>
                </a:cxn>
                <a:cxn ang="0">
                  <a:pos x="152" y="1"/>
                </a:cxn>
              </a:cxnLst>
              <a:rect l="0" t="0" r="r" b="b"/>
              <a:pathLst>
                <a:path w="159" h="247">
                  <a:moveTo>
                    <a:pt x="152" y="1"/>
                  </a:moveTo>
                  <a:lnTo>
                    <a:pt x="152" y="1"/>
                  </a:lnTo>
                  <a:lnTo>
                    <a:pt x="145" y="8"/>
                  </a:lnTo>
                  <a:lnTo>
                    <a:pt x="137" y="15"/>
                  </a:lnTo>
                  <a:lnTo>
                    <a:pt x="129" y="23"/>
                  </a:lnTo>
                  <a:lnTo>
                    <a:pt x="123" y="30"/>
                  </a:lnTo>
                  <a:lnTo>
                    <a:pt x="111" y="48"/>
                  </a:lnTo>
                  <a:lnTo>
                    <a:pt x="99" y="66"/>
                  </a:lnTo>
                  <a:lnTo>
                    <a:pt x="79" y="103"/>
                  </a:lnTo>
                  <a:lnTo>
                    <a:pt x="67" y="121"/>
                  </a:lnTo>
                  <a:lnTo>
                    <a:pt x="56" y="138"/>
                  </a:lnTo>
                  <a:lnTo>
                    <a:pt x="56" y="138"/>
                  </a:lnTo>
                  <a:lnTo>
                    <a:pt x="44" y="155"/>
                  </a:lnTo>
                  <a:lnTo>
                    <a:pt x="32" y="174"/>
                  </a:lnTo>
                  <a:lnTo>
                    <a:pt x="12" y="211"/>
                  </a:lnTo>
                  <a:lnTo>
                    <a:pt x="12" y="211"/>
                  </a:lnTo>
                  <a:lnTo>
                    <a:pt x="6" y="219"/>
                  </a:lnTo>
                  <a:lnTo>
                    <a:pt x="1" y="229"/>
                  </a:lnTo>
                  <a:lnTo>
                    <a:pt x="0" y="233"/>
                  </a:lnTo>
                  <a:lnTo>
                    <a:pt x="0" y="238"/>
                  </a:lnTo>
                  <a:lnTo>
                    <a:pt x="1" y="242"/>
                  </a:lnTo>
                  <a:lnTo>
                    <a:pt x="4" y="246"/>
                  </a:lnTo>
                  <a:lnTo>
                    <a:pt x="4" y="246"/>
                  </a:lnTo>
                  <a:lnTo>
                    <a:pt x="6" y="247"/>
                  </a:lnTo>
                  <a:lnTo>
                    <a:pt x="9" y="247"/>
                  </a:lnTo>
                  <a:lnTo>
                    <a:pt x="12" y="246"/>
                  </a:lnTo>
                  <a:lnTo>
                    <a:pt x="13" y="244"/>
                  </a:lnTo>
                  <a:lnTo>
                    <a:pt x="14" y="242"/>
                  </a:lnTo>
                  <a:lnTo>
                    <a:pt x="14" y="242"/>
                  </a:lnTo>
                  <a:lnTo>
                    <a:pt x="16" y="241"/>
                  </a:lnTo>
                  <a:lnTo>
                    <a:pt x="17" y="240"/>
                  </a:lnTo>
                  <a:lnTo>
                    <a:pt x="17" y="236"/>
                  </a:lnTo>
                  <a:lnTo>
                    <a:pt x="16" y="235"/>
                  </a:lnTo>
                  <a:lnTo>
                    <a:pt x="15" y="234"/>
                  </a:lnTo>
                  <a:lnTo>
                    <a:pt x="14" y="233"/>
                  </a:lnTo>
                  <a:lnTo>
                    <a:pt x="12" y="234"/>
                  </a:lnTo>
                  <a:lnTo>
                    <a:pt x="12" y="234"/>
                  </a:lnTo>
                  <a:lnTo>
                    <a:pt x="10" y="234"/>
                  </a:lnTo>
                  <a:lnTo>
                    <a:pt x="10" y="234"/>
                  </a:lnTo>
                  <a:lnTo>
                    <a:pt x="12" y="229"/>
                  </a:lnTo>
                  <a:lnTo>
                    <a:pt x="15" y="222"/>
                  </a:lnTo>
                  <a:lnTo>
                    <a:pt x="22" y="210"/>
                  </a:lnTo>
                  <a:lnTo>
                    <a:pt x="33" y="191"/>
                  </a:lnTo>
                  <a:lnTo>
                    <a:pt x="33" y="191"/>
                  </a:lnTo>
                  <a:lnTo>
                    <a:pt x="43" y="176"/>
                  </a:lnTo>
                  <a:lnTo>
                    <a:pt x="53" y="160"/>
                  </a:lnTo>
                  <a:lnTo>
                    <a:pt x="73" y="129"/>
                  </a:lnTo>
                  <a:lnTo>
                    <a:pt x="73" y="129"/>
                  </a:lnTo>
                  <a:lnTo>
                    <a:pt x="83" y="114"/>
                  </a:lnTo>
                  <a:lnTo>
                    <a:pt x="92" y="98"/>
                  </a:lnTo>
                  <a:lnTo>
                    <a:pt x="111" y="65"/>
                  </a:lnTo>
                  <a:lnTo>
                    <a:pt x="121" y="50"/>
                  </a:lnTo>
                  <a:lnTo>
                    <a:pt x="131" y="34"/>
                  </a:lnTo>
                  <a:lnTo>
                    <a:pt x="144" y="21"/>
                  </a:lnTo>
                  <a:lnTo>
                    <a:pt x="150" y="15"/>
                  </a:lnTo>
                  <a:lnTo>
                    <a:pt x="157" y="10"/>
                  </a:lnTo>
                  <a:lnTo>
                    <a:pt x="157" y="10"/>
                  </a:lnTo>
                  <a:lnTo>
                    <a:pt x="158" y="9"/>
                  </a:lnTo>
                  <a:lnTo>
                    <a:pt x="159" y="6"/>
                  </a:lnTo>
                  <a:lnTo>
                    <a:pt x="158" y="2"/>
                  </a:lnTo>
                  <a:lnTo>
                    <a:pt x="157" y="1"/>
                  </a:lnTo>
                  <a:lnTo>
                    <a:pt x="156" y="0"/>
                  </a:lnTo>
                  <a:lnTo>
                    <a:pt x="154" y="0"/>
                  </a:lnTo>
                  <a:lnTo>
                    <a:pt x="152" y="1"/>
                  </a:lnTo>
                  <a:lnTo>
                    <a:pt x="15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6" name="Freeform 367"/>
            <p:cNvSpPr/>
            <p:nvPr/>
          </p:nvSpPr>
          <p:spPr bwMode="auto">
            <a:xfrm>
              <a:off x="4648200" y="3646488"/>
              <a:ext cx="80963" cy="120650"/>
            </a:xfrm>
            <a:custGeom>
              <a:avLst/>
              <a:gdLst/>
              <a:ahLst/>
              <a:cxnLst>
                <a:cxn ang="0">
                  <a:pos x="143" y="2"/>
                </a:cxn>
                <a:cxn ang="0">
                  <a:pos x="143" y="2"/>
                </a:cxn>
                <a:cxn ang="0">
                  <a:pos x="132" y="14"/>
                </a:cxn>
                <a:cxn ang="0">
                  <a:pos x="120" y="28"/>
                </a:cxn>
                <a:cxn ang="0">
                  <a:pos x="110" y="41"/>
                </a:cxn>
                <a:cxn ang="0">
                  <a:pos x="100" y="54"/>
                </a:cxn>
                <a:cxn ang="0">
                  <a:pos x="81" y="83"/>
                </a:cxn>
                <a:cxn ang="0">
                  <a:pos x="63" y="113"/>
                </a:cxn>
                <a:cxn ang="0">
                  <a:pos x="63" y="113"/>
                </a:cxn>
                <a:cxn ang="0">
                  <a:pos x="47" y="141"/>
                </a:cxn>
                <a:cxn ang="0">
                  <a:pos x="32" y="169"/>
                </a:cxn>
                <a:cxn ang="0">
                  <a:pos x="32" y="169"/>
                </a:cxn>
                <a:cxn ang="0">
                  <a:pos x="24" y="182"/>
                </a:cxn>
                <a:cxn ang="0">
                  <a:pos x="15" y="195"/>
                </a:cxn>
                <a:cxn ang="0">
                  <a:pos x="7" y="207"/>
                </a:cxn>
                <a:cxn ang="0">
                  <a:pos x="1" y="221"/>
                </a:cxn>
                <a:cxn ang="0">
                  <a:pos x="1" y="221"/>
                </a:cxn>
                <a:cxn ang="0">
                  <a:pos x="0" y="223"/>
                </a:cxn>
                <a:cxn ang="0">
                  <a:pos x="1" y="225"/>
                </a:cxn>
                <a:cxn ang="0">
                  <a:pos x="2" y="227"/>
                </a:cxn>
                <a:cxn ang="0">
                  <a:pos x="5" y="228"/>
                </a:cxn>
                <a:cxn ang="0">
                  <a:pos x="9" y="228"/>
                </a:cxn>
                <a:cxn ang="0">
                  <a:pos x="9" y="228"/>
                </a:cxn>
                <a:cxn ang="0">
                  <a:pos x="12" y="227"/>
                </a:cxn>
                <a:cxn ang="0">
                  <a:pos x="14" y="224"/>
                </a:cxn>
                <a:cxn ang="0">
                  <a:pos x="13" y="221"/>
                </a:cxn>
                <a:cxn ang="0">
                  <a:pos x="12" y="219"/>
                </a:cxn>
                <a:cxn ang="0">
                  <a:pos x="12" y="219"/>
                </a:cxn>
                <a:cxn ang="0">
                  <a:pos x="17" y="209"/>
                </a:cxn>
                <a:cxn ang="0">
                  <a:pos x="23" y="200"/>
                </a:cxn>
                <a:cxn ang="0">
                  <a:pos x="36" y="180"/>
                </a:cxn>
                <a:cxn ang="0">
                  <a:pos x="36" y="180"/>
                </a:cxn>
                <a:cxn ang="0">
                  <a:pos x="52" y="153"/>
                </a:cxn>
                <a:cxn ang="0">
                  <a:pos x="67" y="125"/>
                </a:cxn>
                <a:cxn ang="0">
                  <a:pos x="67" y="125"/>
                </a:cxn>
                <a:cxn ang="0">
                  <a:pos x="85" y="94"/>
                </a:cxn>
                <a:cxn ang="0">
                  <a:pos x="105" y="64"/>
                </a:cxn>
                <a:cxn ang="0">
                  <a:pos x="115" y="49"/>
                </a:cxn>
                <a:cxn ang="0">
                  <a:pos x="127" y="35"/>
                </a:cxn>
                <a:cxn ang="0">
                  <a:pos x="138" y="21"/>
                </a:cxn>
                <a:cxn ang="0">
                  <a:pos x="150" y="8"/>
                </a:cxn>
                <a:cxn ang="0">
                  <a:pos x="150" y="8"/>
                </a:cxn>
                <a:cxn ang="0">
                  <a:pos x="151" y="6"/>
                </a:cxn>
                <a:cxn ang="0">
                  <a:pos x="151" y="5"/>
                </a:cxn>
                <a:cxn ang="0">
                  <a:pos x="150" y="3"/>
                </a:cxn>
                <a:cxn ang="0">
                  <a:pos x="149" y="2"/>
                </a:cxn>
                <a:cxn ang="0">
                  <a:pos x="148" y="1"/>
                </a:cxn>
                <a:cxn ang="0">
                  <a:pos x="146" y="0"/>
                </a:cxn>
                <a:cxn ang="0">
                  <a:pos x="145" y="0"/>
                </a:cxn>
                <a:cxn ang="0">
                  <a:pos x="143" y="2"/>
                </a:cxn>
                <a:cxn ang="0">
                  <a:pos x="143" y="2"/>
                </a:cxn>
              </a:cxnLst>
              <a:rect l="0" t="0" r="r" b="b"/>
              <a:pathLst>
                <a:path w="151" h="228">
                  <a:moveTo>
                    <a:pt x="143" y="2"/>
                  </a:moveTo>
                  <a:lnTo>
                    <a:pt x="143" y="2"/>
                  </a:lnTo>
                  <a:lnTo>
                    <a:pt x="132" y="14"/>
                  </a:lnTo>
                  <a:lnTo>
                    <a:pt x="120" y="28"/>
                  </a:lnTo>
                  <a:lnTo>
                    <a:pt x="110" y="41"/>
                  </a:lnTo>
                  <a:lnTo>
                    <a:pt x="100" y="54"/>
                  </a:lnTo>
                  <a:lnTo>
                    <a:pt x="81" y="83"/>
                  </a:lnTo>
                  <a:lnTo>
                    <a:pt x="63" y="113"/>
                  </a:lnTo>
                  <a:lnTo>
                    <a:pt x="63" y="113"/>
                  </a:lnTo>
                  <a:lnTo>
                    <a:pt x="47" y="141"/>
                  </a:lnTo>
                  <a:lnTo>
                    <a:pt x="32" y="169"/>
                  </a:lnTo>
                  <a:lnTo>
                    <a:pt x="32" y="169"/>
                  </a:lnTo>
                  <a:lnTo>
                    <a:pt x="24" y="182"/>
                  </a:lnTo>
                  <a:lnTo>
                    <a:pt x="15" y="195"/>
                  </a:lnTo>
                  <a:lnTo>
                    <a:pt x="7" y="207"/>
                  </a:lnTo>
                  <a:lnTo>
                    <a:pt x="1" y="221"/>
                  </a:lnTo>
                  <a:lnTo>
                    <a:pt x="1" y="221"/>
                  </a:lnTo>
                  <a:lnTo>
                    <a:pt x="0" y="223"/>
                  </a:lnTo>
                  <a:lnTo>
                    <a:pt x="1" y="225"/>
                  </a:lnTo>
                  <a:lnTo>
                    <a:pt x="2" y="227"/>
                  </a:lnTo>
                  <a:lnTo>
                    <a:pt x="5" y="228"/>
                  </a:lnTo>
                  <a:lnTo>
                    <a:pt x="9" y="228"/>
                  </a:lnTo>
                  <a:lnTo>
                    <a:pt x="9" y="228"/>
                  </a:lnTo>
                  <a:lnTo>
                    <a:pt x="12" y="227"/>
                  </a:lnTo>
                  <a:lnTo>
                    <a:pt x="14" y="224"/>
                  </a:lnTo>
                  <a:lnTo>
                    <a:pt x="13" y="221"/>
                  </a:lnTo>
                  <a:lnTo>
                    <a:pt x="12" y="219"/>
                  </a:lnTo>
                  <a:lnTo>
                    <a:pt x="12" y="219"/>
                  </a:lnTo>
                  <a:lnTo>
                    <a:pt x="17" y="209"/>
                  </a:lnTo>
                  <a:lnTo>
                    <a:pt x="23" y="200"/>
                  </a:lnTo>
                  <a:lnTo>
                    <a:pt x="36" y="180"/>
                  </a:lnTo>
                  <a:lnTo>
                    <a:pt x="36" y="180"/>
                  </a:lnTo>
                  <a:lnTo>
                    <a:pt x="52" y="153"/>
                  </a:lnTo>
                  <a:lnTo>
                    <a:pt x="67" y="125"/>
                  </a:lnTo>
                  <a:lnTo>
                    <a:pt x="67" y="125"/>
                  </a:lnTo>
                  <a:lnTo>
                    <a:pt x="85" y="94"/>
                  </a:lnTo>
                  <a:lnTo>
                    <a:pt x="105" y="64"/>
                  </a:lnTo>
                  <a:lnTo>
                    <a:pt x="115" y="49"/>
                  </a:lnTo>
                  <a:lnTo>
                    <a:pt x="127" y="35"/>
                  </a:lnTo>
                  <a:lnTo>
                    <a:pt x="138" y="21"/>
                  </a:lnTo>
                  <a:lnTo>
                    <a:pt x="150" y="8"/>
                  </a:lnTo>
                  <a:lnTo>
                    <a:pt x="150" y="8"/>
                  </a:lnTo>
                  <a:lnTo>
                    <a:pt x="151" y="6"/>
                  </a:lnTo>
                  <a:lnTo>
                    <a:pt x="151" y="5"/>
                  </a:lnTo>
                  <a:lnTo>
                    <a:pt x="150" y="3"/>
                  </a:lnTo>
                  <a:lnTo>
                    <a:pt x="149" y="2"/>
                  </a:lnTo>
                  <a:lnTo>
                    <a:pt x="148" y="1"/>
                  </a:lnTo>
                  <a:lnTo>
                    <a:pt x="146" y="0"/>
                  </a:lnTo>
                  <a:lnTo>
                    <a:pt x="145" y="0"/>
                  </a:lnTo>
                  <a:lnTo>
                    <a:pt x="143" y="2"/>
                  </a:lnTo>
                  <a:lnTo>
                    <a:pt x="14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7" name="Freeform 368"/>
            <p:cNvSpPr/>
            <p:nvPr/>
          </p:nvSpPr>
          <p:spPr bwMode="auto">
            <a:xfrm>
              <a:off x="4708525" y="3648075"/>
              <a:ext cx="52388" cy="69850"/>
            </a:xfrm>
            <a:custGeom>
              <a:avLst/>
              <a:gdLst/>
              <a:ahLst/>
              <a:cxnLst>
                <a:cxn ang="0">
                  <a:pos x="92" y="1"/>
                </a:cxn>
                <a:cxn ang="0">
                  <a:pos x="92" y="1"/>
                </a:cxn>
                <a:cxn ang="0">
                  <a:pos x="79" y="15"/>
                </a:cxn>
                <a:cxn ang="0">
                  <a:pos x="66" y="30"/>
                </a:cxn>
                <a:cxn ang="0">
                  <a:pos x="54" y="44"/>
                </a:cxn>
                <a:cxn ang="0">
                  <a:pos x="43" y="60"/>
                </a:cxn>
                <a:cxn ang="0">
                  <a:pos x="21" y="92"/>
                </a:cxn>
                <a:cxn ang="0">
                  <a:pos x="1" y="125"/>
                </a:cxn>
                <a:cxn ang="0">
                  <a:pos x="1" y="125"/>
                </a:cxn>
                <a:cxn ang="0">
                  <a:pos x="0" y="127"/>
                </a:cxn>
                <a:cxn ang="0">
                  <a:pos x="1" y="129"/>
                </a:cxn>
                <a:cxn ang="0">
                  <a:pos x="1" y="131"/>
                </a:cxn>
                <a:cxn ang="0">
                  <a:pos x="3" y="132"/>
                </a:cxn>
                <a:cxn ang="0">
                  <a:pos x="4" y="132"/>
                </a:cxn>
                <a:cxn ang="0">
                  <a:pos x="6" y="132"/>
                </a:cxn>
                <a:cxn ang="0">
                  <a:pos x="8" y="132"/>
                </a:cxn>
                <a:cxn ang="0">
                  <a:pos x="10" y="130"/>
                </a:cxn>
                <a:cxn ang="0">
                  <a:pos x="10" y="130"/>
                </a:cxn>
                <a:cxn ang="0">
                  <a:pos x="29" y="97"/>
                </a:cxn>
                <a:cxn ang="0">
                  <a:pos x="50" y="66"/>
                </a:cxn>
                <a:cxn ang="0">
                  <a:pos x="61" y="51"/>
                </a:cxn>
                <a:cxn ang="0">
                  <a:pos x="74" y="36"/>
                </a:cxn>
                <a:cxn ang="0">
                  <a:pos x="86" y="22"/>
                </a:cxn>
                <a:cxn ang="0">
                  <a:pos x="98" y="8"/>
                </a:cxn>
                <a:cxn ang="0">
                  <a:pos x="98" y="8"/>
                </a:cxn>
                <a:cxn ang="0">
                  <a:pos x="99" y="6"/>
                </a:cxn>
                <a:cxn ang="0">
                  <a:pos x="100" y="4"/>
                </a:cxn>
                <a:cxn ang="0">
                  <a:pos x="99" y="3"/>
                </a:cxn>
                <a:cxn ang="0">
                  <a:pos x="98" y="1"/>
                </a:cxn>
                <a:cxn ang="0">
                  <a:pos x="97" y="0"/>
                </a:cxn>
                <a:cxn ang="0">
                  <a:pos x="95" y="0"/>
                </a:cxn>
                <a:cxn ang="0">
                  <a:pos x="93" y="0"/>
                </a:cxn>
                <a:cxn ang="0">
                  <a:pos x="92" y="1"/>
                </a:cxn>
                <a:cxn ang="0">
                  <a:pos x="92" y="1"/>
                </a:cxn>
              </a:cxnLst>
              <a:rect l="0" t="0" r="r" b="b"/>
              <a:pathLst>
                <a:path w="100" h="132">
                  <a:moveTo>
                    <a:pt x="92" y="1"/>
                  </a:moveTo>
                  <a:lnTo>
                    <a:pt x="92" y="1"/>
                  </a:lnTo>
                  <a:lnTo>
                    <a:pt x="79" y="15"/>
                  </a:lnTo>
                  <a:lnTo>
                    <a:pt x="66" y="30"/>
                  </a:lnTo>
                  <a:lnTo>
                    <a:pt x="54" y="44"/>
                  </a:lnTo>
                  <a:lnTo>
                    <a:pt x="43" y="60"/>
                  </a:lnTo>
                  <a:lnTo>
                    <a:pt x="21" y="92"/>
                  </a:lnTo>
                  <a:lnTo>
                    <a:pt x="1" y="125"/>
                  </a:lnTo>
                  <a:lnTo>
                    <a:pt x="1" y="125"/>
                  </a:lnTo>
                  <a:lnTo>
                    <a:pt x="0" y="127"/>
                  </a:lnTo>
                  <a:lnTo>
                    <a:pt x="1" y="129"/>
                  </a:lnTo>
                  <a:lnTo>
                    <a:pt x="1" y="131"/>
                  </a:lnTo>
                  <a:lnTo>
                    <a:pt x="3" y="132"/>
                  </a:lnTo>
                  <a:lnTo>
                    <a:pt x="4" y="132"/>
                  </a:lnTo>
                  <a:lnTo>
                    <a:pt x="6" y="132"/>
                  </a:lnTo>
                  <a:lnTo>
                    <a:pt x="8" y="132"/>
                  </a:lnTo>
                  <a:lnTo>
                    <a:pt x="10" y="130"/>
                  </a:lnTo>
                  <a:lnTo>
                    <a:pt x="10" y="130"/>
                  </a:lnTo>
                  <a:lnTo>
                    <a:pt x="29" y="97"/>
                  </a:lnTo>
                  <a:lnTo>
                    <a:pt x="50" y="66"/>
                  </a:lnTo>
                  <a:lnTo>
                    <a:pt x="61" y="51"/>
                  </a:lnTo>
                  <a:lnTo>
                    <a:pt x="74" y="36"/>
                  </a:lnTo>
                  <a:lnTo>
                    <a:pt x="86" y="22"/>
                  </a:lnTo>
                  <a:lnTo>
                    <a:pt x="98" y="8"/>
                  </a:lnTo>
                  <a:lnTo>
                    <a:pt x="98" y="8"/>
                  </a:lnTo>
                  <a:lnTo>
                    <a:pt x="99" y="6"/>
                  </a:lnTo>
                  <a:lnTo>
                    <a:pt x="100" y="4"/>
                  </a:lnTo>
                  <a:lnTo>
                    <a:pt x="99" y="3"/>
                  </a:lnTo>
                  <a:lnTo>
                    <a:pt x="98" y="1"/>
                  </a:lnTo>
                  <a:lnTo>
                    <a:pt x="97" y="0"/>
                  </a:lnTo>
                  <a:lnTo>
                    <a:pt x="95" y="0"/>
                  </a:lnTo>
                  <a:lnTo>
                    <a:pt x="93" y="0"/>
                  </a:lnTo>
                  <a:lnTo>
                    <a:pt x="92" y="1"/>
                  </a:lnTo>
                  <a:lnTo>
                    <a:pt x="9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8" name="Freeform 369"/>
            <p:cNvSpPr/>
            <p:nvPr/>
          </p:nvSpPr>
          <p:spPr bwMode="auto">
            <a:xfrm>
              <a:off x="4749800" y="3648075"/>
              <a:ext cx="39688" cy="52388"/>
            </a:xfrm>
            <a:custGeom>
              <a:avLst/>
              <a:gdLst/>
              <a:ahLst/>
              <a:cxnLst>
                <a:cxn ang="0">
                  <a:pos x="66" y="4"/>
                </a:cxn>
                <a:cxn ang="0">
                  <a:pos x="66" y="4"/>
                </a:cxn>
                <a:cxn ang="0">
                  <a:pos x="65" y="10"/>
                </a:cxn>
                <a:cxn ang="0">
                  <a:pos x="62" y="14"/>
                </a:cxn>
                <a:cxn ang="0">
                  <a:pos x="59" y="20"/>
                </a:cxn>
                <a:cxn ang="0">
                  <a:pos x="54" y="24"/>
                </a:cxn>
                <a:cxn ang="0">
                  <a:pos x="45" y="32"/>
                </a:cxn>
                <a:cxn ang="0">
                  <a:pos x="41" y="36"/>
                </a:cxn>
                <a:cxn ang="0">
                  <a:pos x="38" y="40"/>
                </a:cxn>
                <a:cxn ang="0">
                  <a:pos x="38" y="40"/>
                </a:cxn>
                <a:cxn ang="0">
                  <a:pos x="29" y="54"/>
                </a:cxn>
                <a:cxn ang="0">
                  <a:pos x="18" y="66"/>
                </a:cxn>
                <a:cxn ang="0">
                  <a:pos x="9" y="78"/>
                </a:cxn>
                <a:cxn ang="0">
                  <a:pos x="0" y="92"/>
                </a:cxn>
                <a:cxn ang="0">
                  <a:pos x="0" y="92"/>
                </a:cxn>
                <a:cxn ang="0">
                  <a:pos x="0" y="94"/>
                </a:cxn>
                <a:cxn ang="0">
                  <a:pos x="0" y="96"/>
                </a:cxn>
                <a:cxn ang="0">
                  <a:pos x="1" y="97"/>
                </a:cxn>
                <a:cxn ang="0">
                  <a:pos x="2" y="99"/>
                </a:cxn>
                <a:cxn ang="0">
                  <a:pos x="4" y="99"/>
                </a:cxn>
                <a:cxn ang="0">
                  <a:pos x="5" y="99"/>
                </a:cxn>
                <a:cxn ang="0">
                  <a:pos x="7" y="98"/>
                </a:cxn>
                <a:cxn ang="0">
                  <a:pos x="8" y="97"/>
                </a:cxn>
                <a:cxn ang="0">
                  <a:pos x="8" y="97"/>
                </a:cxn>
                <a:cxn ang="0">
                  <a:pos x="17" y="82"/>
                </a:cxn>
                <a:cxn ang="0">
                  <a:pos x="28" y="66"/>
                </a:cxn>
                <a:cxn ang="0">
                  <a:pos x="40" y="52"/>
                </a:cxn>
                <a:cxn ang="0">
                  <a:pos x="52" y="38"/>
                </a:cxn>
                <a:cxn ang="0">
                  <a:pos x="52" y="38"/>
                </a:cxn>
                <a:cxn ang="0">
                  <a:pos x="60" y="31"/>
                </a:cxn>
                <a:cxn ang="0">
                  <a:pos x="67" y="23"/>
                </a:cxn>
                <a:cxn ang="0">
                  <a:pos x="70" y="18"/>
                </a:cxn>
                <a:cxn ang="0">
                  <a:pos x="72" y="14"/>
                </a:cxn>
                <a:cxn ang="0">
                  <a:pos x="74" y="10"/>
                </a:cxn>
                <a:cxn ang="0">
                  <a:pos x="75" y="4"/>
                </a:cxn>
                <a:cxn ang="0">
                  <a:pos x="75" y="4"/>
                </a:cxn>
                <a:cxn ang="0">
                  <a:pos x="75" y="3"/>
                </a:cxn>
                <a:cxn ang="0">
                  <a:pos x="74" y="1"/>
                </a:cxn>
                <a:cxn ang="0">
                  <a:pos x="73" y="0"/>
                </a:cxn>
                <a:cxn ang="0">
                  <a:pos x="71" y="0"/>
                </a:cxn>
                <a:cxn ang="0">
                  <a:pos x="68" y="1"/>
                </a:cxn>
                <a:cxn ang="0">
                  <a:pos x="67" y="3"/>
                </a:cxn>
                <a:cxn ang="0">
                  <a:pos x="66" y="4"/>
                </a:cxn>
                <a:cxn ang="0">
                  <a:pos x="66" y="4"/>
                </a:cxn>
              </a:cxnLst>
              <a:rect l="0" t="0" r="r" b="b"/>
              <a:pathLst>
                <a:path w="75" h="99">
                  <a:moveTo>
                    <a:pt x="66" y="4"/>
                  </a:moveTo>
                  <a:lnTo>
                    <a:pt x="66" y="4"/>
                  </a:lnTo>
                  <a:lnTo>
                    <a:pt x="65" y="10"/>
                  </a:lnTo>
                  <a:lnTo>
                    <a:pt x="62" y="14"/>
                  </a:lnTo>
                  <a:lnTo>
                    <a:pt x="59" y="20"/>
                  </a:lnTo>
                  <a:lnTo>
                    <a:pt x="54" y="24"/>
                  </a:lnTo>
                  <a:lnTo>
                    <a:pt x="45" y="32"/>
                  </a:lnTo>
                  <a:lnTo>
                    <a:pt x="41" y="36"/>
                  </a:lnTo>
                  <a:lnTo>
                    <a:pt x="38" y="40"/>
                  </a:lnTo>
                  <a:lnTo>
                    <a:pt x="38" y="40"/>
                  </a:lnTo>
                  <a:lnTo>
                    <a:pt x="29" y="54"/>
                  </a:lnTo>
                  <a:lnTo>
                    <a:pt x="18" y="66"/>
                  </a:lnTo>
                  <a:lnTo>
                    <a:pt x="9" y="78"/>
                  </a:lnTo>
                  <a:lnTo>
                    <a:pt x="0" y="92"/>
                  </a:lnTo>
                  <a:lnTo>
                    <a:pt x="0" y="92"/>
                  </a:lnTo>
                  <a:lnTo>
                    <a:pt x="0" y="94"/>
                  </a:lnTo>
                  <a:lnTo>
                    <a:pt x="0" y="96"/>
                  </a:lnTo>
                  <a:lnTo>
                    <a:pt x="1" y="97"/>
                  </a:lnTo>
                  <a:lnTo>
                    <a:pt x="2" y="99"/>
                  </a:lnTo>
                  <a:lnTo>
                    <a:pt x="4" y="99"/>
                  </a:lnTo>
                  <a:lnTo>
                    <a:pt x="5" y="99"/>
                  </a:lnTo>
                  <a:lnTo>
                    <a:pt x="7" y="98"/>
                  </a:lnTo>
                  <a:lnTo>
                    <a:pt x="8" y="97"/>
                  </a:lnTo>
                  <a:lnTo>
                    <a:pt x="8" y="97"/>
                  </a:lnTo>
                  <a:lnTo>
                    <a:pt x="17" y="82"/>
                  </a:lnTo>
                  <a:lnTo>
                    <a:pt x="28" y="66"/>
                  </a:lnTo>
                  <a:lnTo>
                    <a:pt x="40" y="52"/>
                  </a:lnTo>
                  <a:lnTo>
                    <a:pt x="52" y="38"/>
                  </a:lnTo>
                  <a:lnTo>
                    <a:pt x="52" y="38"/>
                  </a:lnTo>
                  <a:lnTo>
                    <a:pt x="60" y="31"/>
                  </a:lnTo>
                  <a:lnTo>
                    <a:pt x="67" y="23"/>
                  </a:lnTo>
                  <a:lnTo>
                    <a:pt x="70" y="18"/>
                  </a:lnTo>
                  <a:lnTo>
                    <a:pt x="72" y="14"/>
                  </a:lnTo>
                  <a:lnTo>
                    <a:pt x="74" y="10"/>
                  </a:lnTo>
                  <a:lnTo>
                    <a:pt x="75" y="4"/>
                  </a:lnTo>
                  <a:lnTo>
                    <a:pt x="75" y="4"/>
                  </a:lnTo>
                  <a:lnTo>
                    <a:pt x="75" y="3"/>
                  </a:lnTo>
                  <a:lnTo>
                    <a:pt x="74" y="1"/>
                  </a:lnTo>
                  <a:lnTo>
                    <a:pt x="73" y="0"/>
                  </a:lnTo>
                  <a:lnTo>
                    <a:pt x="71" y="0"/>
                  </a:lnTo>
                  <a:lnTo>
                    <a:pt x="68" y="1"/>
                  </a:lnTo>
                  <a:lnTo>
                    <a:pt x="67" y="3"/>
                  </a:lnTo>
                  <a:lnTo>
                    <a:pt x="66" y="4"/>
                  </a:lnTo>
                  <a:lnTo>
                    <a:pt x="66"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9" name="Freeform 370"/>
            <p:cNvSpPr/>
            <p:nvPr/>
          </p:nvSpPr>
          <p:spPr bwMode="auto">
            <a:xfrm>
              <a:off x="4384675" y="3116263"/>
              <a:ext cx="22225" cy="38100"/>
            </a:xfrm>
            <a:custGeom>
              <a:avLst/>
              <a:gdLst/>
              <a:ahLst/>
              <a:cxnLst>
                <a:cxn ang="0">
                  <a:pos x="38" y="0"/>
                </a:cxn>
                <a:cxn ang="0">
                  <a:pos x="33" y="0"/>
                </a:cxn>
                <a:cxn ang="0">
                  <a:pos x="33" y="0"/>
                </a:cxn>
                <a:cxn ang="0">
                  <a:pos x="31" y="0"/>
                </a:cxn>
                <a:cxn ang="0">
                  <a:pos x="29" y="2"/>
                </a:cxn>
                <a:cxn ang="0">
                  <a:pos x="29" y="2"/>
                </a:cxn>
                <a:cxn ang="0">
                  <a:pos x="19" y="18"/>
                </a:cxn>
                <a:cxn ang="0">
                  <a:pos x="10" y="35"/>
                </a:cxn>
                <a:cxn ang="0">
                  <a:pos x="10" y="35"/>
                </a:cxn>
                <a:cxn ang="0">
                  <a:pos x="6" y="42"/>
                </a:cxn>
                <a:cxn ang="0">
                  <a:pos x="2" y="50"/>
                </a:cxn>
                <a:cxn ang="0">
                  <a:pos x="0" y="59"/>
                </a:cxn>
                <a:cxn ang="0">
                  <a:pos x="0" y="63"/>
                </a:cxn>
                <a:cxn ang="0">
                  <a:pos x="0" y="67"/>
                </a:cxn>
                <a:cxn ang="0">
                  <a:pos x="0" y="67"/>
                </a:cxn>
                <a:cxn ang="0">
                  <a:pos x="1" y="69"/>
                </a:cxn>
                <a:cxn ang="0">
                  <a:pos x="3" y="70"/>
                </a:cxn>
                <a:cxn ang="0">
                  <a:pos x="4" y="70"/>
                </a:cxn>
                <a:cxn ang="0">
                  <a:pos x="6" y="70"/>
                </a:cxn>
                <a:cxn ang="0">
                  <a:pos x="8" y="69"/>
                </a:cxn>
                <a:cxn ang="0">
                  <a:pos x="9" y="68"/>
                </a:cxn>
                <a:cxn ang="0">
                  <a:pos x="9" y="67"/>
                </a:cxn>
                <a:cxn ang="0">
                  <a:pos x="9" y="65"/>
                </a:cxn>
                <a:cxn ang="0">
                  <a:pos x="9" y="65"/>
                </a:cxn>
                <a:cxn ang="0">
                  <a:pos x="9" y="61"/>
                </a:cxn>
                <a:cxn ang="0">
                  <a:pos x="9" y="57"/>
                </a:cxn>
                <a:cxn ang="0">
                  <a:pos x="13" y="48"/>
                </a:cxn>
                <a:cxn ang="0">
                  <a:pos x="22" y="33"/>
                </a:cxn>
                <a:cxn ang="0">
                  <a:pos x="22" y="33"/>
                </a:cxn>
                <a:cxn ang="0">
                  <a:pos x="33" y="15"/>
                </a:cxn>
                <a:cxn ang="0">
                  <a:pos x="33" y="15"/>
                </a:cxn>
                <a:cxn ang="0">
                  <a:pos x="36" y="9"/>
                </a:cxn>
                <a:cxn ang="0">
                  <a:pos x="36" y="9"/>
                </a:cxn>
                <a:cxn ang="0">
                  <a:pos x="38" y="9"/>
                </a:cxn>
                <a:cxn ang="0">
                  <a:pos x="38" y="9"/>
                </a:cxn>
                <a:cxn ang="0">
                  <a:pos x="40" y="9"/>
                </a:cxn>
                <a:cxn ang="0">
                  <a:pos x="41" y="8"/>
                </a:cxn>
                <a:cxn ang="0">
                  <a:pos x="42" y="6"/>
                </a:cxn>
                <a:cxn ang="0">
                  <a:pos x="42" y="4"/>
                </a:cxn>
                <a:cxn ang="0">
                  <a:pos x="42" y="3"/>
                </a:cxn>
                <a:cxn ang="0">
                  <a:pos x="41" y="1"/>
                </a:cxn>
                <a:cxn ang="0">
                  <a:pos x="40" y="0"/>
                </a:cxn>
                <a:cxn ang="0">
                  <a:pos x="38" y="0"/>
                </a:cxn>
                <a:cxn ang="0">
                  <a:pos x="38" y="0"/>
                </a:cxn>
              </a:cxnLst>
              <a:rect l="0" t="0" r="r" b="b"/>
              <a:pathLst>
                <a:path w="42" h="70">
                  <a:moveTo>
                    <a:pt x="38" y="0"/>
                  </a:moveTo>
                  <a:lnTo>
                    <a:pt x="33" y="0"/>
                  </a:lnTo>
                  <a:lnTo>
                    <a:pt x="33" y="0"/>
                  </a:lnTo>
                  <a:lnTo>
                    <a:pt x="31" y="0"/>
                  </a:lnTo>
                  <a:lnTo>
                    <a:pt x="29" y="2"/>
                  </a:lnTo>
                  <a:lnTo>
                    <a:pt x="29" y="2"/>
                  </a:lnTo>
                  <a:lnTo>
                    <a:pt x="19" y="18"/>
                  </a:lnTo>
                  <a:lnTo>
                    <a:pt x="10" y="35"/>
                  </a:lnTo>
                  <a:lnTo>
                    <a:pt x="10" y="35"/>
                  </a:lnTo>
                  <a:lnTo>
                    <a:pt x="6" y="42"/>
                  </a:lnTo>
                  <a:lnTo>
                    <a:pt x="2" y="50"/>
                  </a:lnTo>
                  <a:lnTo>
                    <a:pt x="0" y="59"/>
                  </a:lnTo>
                  <a:lnTo>
                    <a:pt x="0" y="63"/>
                  </a:lnTo>
                  <a:lnTo>
                    <a:pt x="0" y="67"/>
                  </a:lnTo>
                  <a:lnTo>
                    <a:pt x="0" y="67"/>
                  </a:lnTo>
                  <a:lnTo>
                    <a:pt x="1" y="69"/>
                  </a:lnTo>
                  <a:lnTo>
                    <a:pt x="3" y="70"/>
                  </a:lnTo>
                  <a:lnTo>
                    <a:pt x="4" y="70"/>
                  </a:lnTo>
                  <a:lnTo>
                    <a:pt x="6" y="70"/>
                  </a:lnTo>
                  <a:lnTo>
                    <a:pt x="8" y="69"/>
                  </a:lnTo>
                  <a:lnTo>
                    <a:pt x="9" y="68"/>
                  </a:lnTo>
                  <a:lnTo>
                    <a:pt x="9" y="67"/>
                  </a:lnTo>
                  <a:lnTo>
                    <a:pt x="9" y="65"/>
                  </a:lnTo>
                  <a:lnTo>
                    <a:pt x="9" y="65"/>
                  </a:lnTo>
                  <a:lnTo>
                    <a:pt x="9" y="61"/>
                  </a:lnTo>
                  <a:lnTo>
                    <a:pt x="9" y="57"/>
                  </a:lnTo>
                  <a:lnTo>
                    <a:pt x="13" y="48"/>
                  </a:lnTo>
                  <a:lnTo>
                    <a:pt x="22" y="33"/>
                  </a:lnTo>
                  <a:lnTo>
                    <a:pt x="22" y="33"/>
                  </a:lnTo>
                  <a:lnTo>
                    <a:pt x="33" y="15"/>
                  </a:lnTo>
                  <a:lnTo>
                    <a:pt x="33" y="15"/>
                  </a:lnTo>
                  <a:lnTo>
                    <a:pt x="36" y="9"/>
                  </a:lnTo>
                  <a:lnTo>
                    <a:pt x="36" y="9"/>
                  </a:lnTo>
                  <a:lnTo>
                    <a:pt x="38" y="9"/>
                  </a:lnTo>
                  <a:lnTo>
                    <a:pt x="38" y="9"/>
                  </a:lnTo>
                  <a:lnTo>
                    <a:pt x="40" y="9"/>
                  </a:lnTo>
                  <a:lnTo>
                    <a:pt x="41" y="8"/>
                  </a:lnTo>
                  <a:lnTo>
                    <a:pt x="42" y="6"/>
                  </a:lnTo>
                  <a:lnTo>
                    <a:pt x="42" y="4"/>
                  </a:lnTo>
                  <a:lnTo>
                    <a:pt x="42" y="3"/>
                  </a:lnTo>
                  <a:lnTo>
                    <a:pt x="41" y="1"/>
                  </a:lnTo>
                  <a:lnTo>
                    <a:pt x="40" y="0"/>
                  </a:lnTo>
                  <a:lnTo>
                    <a:pt x="38" y="0"/>
                  </a:lnTo>
                  <a:lnTo>
                    <a:pt x="38"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0" name="Freeform 371"/>
            <p:cNvSpPr/>
            <p:nvPr/>
          </p:nvSpPr>
          <p:spPr bwMode="auto">
            <a:xfrm>
              <a:off x="4446588" y="3108325"/>
              <a:ext cx="34925" cy="47625"/>
            </a:xfrm>
            <a:custGeom>
              <a:avLst/>
              <a:gdLst/>
              <a:ahLst/>
              <a:cxnLst>
                <a:cxn ang="0">
                  <a:pos x="55" y="2"/>
                </a:cxn>
                <a:cxn ang="0">
                  <a:pos x="55" y="2"/>
                </a:cxn>
                <a:cxn ang="0">
                  <a:pos x="46" y="15"/>
                </a:cxn>
                <a:cxn ang="0">
                  <a:pos x="36" y="26"/>
                </a:cxn>
                <a:cxn ang="0">
                  <a:pos x="26" y="39"/>
                </a:cxn>
                <a:cxn ang="0">
                  <a:pos x="16" y="50"/>
                </a:cxn>
                <a:cxn ang="0">
                  <a:pos x="16" y="50"/>
                </a:cxn>
                <a:cxn ang="0">
                  <a:pos x="10" y="58"/>
                </a:cxn>
                <a:cxn ang="0">
                  <a:pos x="4" y="69"/>
                </a:cxn>
                <a:cxn ang="0">
                  <a:pos x="1" y="75"/>
                </a:cxn>
                <a:cxn ang="0">
                  <a:pos x="0" y="80"/>
                </a:cxn>
                <a:cxn ang="0">
                  <a:pos x="0" y="85"/>
                </a:cxn>
                <a:cxn ang="0">
                  <a:pos x="1" y="87"/>
                </a:cxn>
                <a:cxn ang="0">
                  <a:pos x="4" y="89"/>
                </a:cxn>
                <a:cxn ang="0">
                  <a:pos x="4" y="89"/>
                </a:cxn>
                <a:cxn ang="0">
                  <a:pos x="6" y="90"/>
                </a:cxn>
                <a:cxn ang="0">
                  <a:pos x="8" y="90"/>
                </a:cxn>
                <a:cxn ang="0">
                  <a:pos x="9" y="90"/>
                </a:cxn>
                <a:cxn ang="0">
                  <a:pos x="11" y="89"/>
                </a:cxn>
                <a:cxn ang="0">
                  <a:pos x="12" y="87"/>
                </a:cxn>
                <a:cxn ang="0">
                  <a:pos x="12" y="86"/>
                </a:cxn>
                <a:cxn ang="0">
                  <a:pos x="12" y="84"/>
                </a:cxn>
                <a:cxn ang="0">
                  <a:pos x="11" y="82"/>
                </a:cxn>
                <a:cxn ang="0">
                  <a:pos x="11" y="82"/>
                </a:cxn>
                <a:cxn ang="0">
                  <a:pos x="10" y="80"/>
                </a:cxn>
                <a:cxn ang="0">
                  <a:pos x="10" y="77"/>
                </a:cxn>
                <a:cxn ang="0">
                  <a:pos x="12" y="74"/>
                </a:cxn>
                <a:cxn ang="0">
                  <a:pos x="14" y="69"/>
                </a:cxn>
                <a:cxn ang="0">
                  <a:pos x="21" y="57"/>
                </a:cxn>
                <a:cxn ang="0">
                  <a:pos x="31" y="46"/>
                </a:cxn>
                <a:cxn ang="0">
                  <a:pos x="51" y="22"/>
                </a:cxn>
                <a:cxn ang="0">
                  <a:pos x="63" y="8"/>
                </a:cxn>
                <a:cxn ang="0">
                  <a:pos x="63" y="8"/>
                </a:cxn>
                <a:cxn ang="0">
                  <a:pos x="65" y="6"/>
                </a:cxn>
                <a:cxn ang="0">
                  <a:pos x="65" y="3"/>
                </a:cxn>
                <a:cxn ang="0">
                  <a:pos x="63" y="2"/>
                </a:cxn>
                <a:cxn ang="0">
                  <a:pos x="62" y="1"/>
                </a:cxn>
                <a:cxn ang="0">
                  <a:pos x="58" y="0"/>
                </a:cxn>
                <a:cxn ang="0">
                  <a:pos x="56" y="1"/>
                </a:cxn>
                <a:cxn ang="0">
                  <a:pos x="55" y="2"/>
                </a:cxn>
                <a:cxn ang="0">
                  <a:pos x="55" y="2"/>
                </a:cxn>
              </a:cxnLst>
              <a:rect l="0" t="0" r="r" b="b"/>
              <a:pathLst>
                <a:path w="65" h="90">
                  <a:moveTo>
                    <a:pt x="55" y="2"/>
                  </a:moveTo>
                  <a:lnTo>
                    <a:pt x="55" y="2"/>
                  </a:lnTo>
                  <a:lnTo>
                    <a:pt x="46" y="15"/>
                  </a:lnTo>
                  <a:lnTo>
                    <a:pt x="36" y="26"/>
                  </a:lnTo>
                  <a:lnTo>
                    <a:pt x="26" y="39"/>
                  </a:lnTo>
                  <a:lnTo>
                    <a:pt x="16" y="50"/>
                  </a:lnTo>
                  <a:lnTo>
                    <a:pt x="16" y="50"/>
                  </a:lnTo>
                  <a:lnTo>
                    <a:pt x="10" y="58"/>
                  </a:lnTo>
                  <a:lnTo>
                    <a:pt x="4" y="69"/>
                  </a:lnTo>
                  <a:lnTo>
                    <a:pt x="1" y="75"/>
                  </a:lnTo>
                  <a:lnTo>
                    <a:pt x="0" y="80"/>
                  </a:lnTo>
                  <a:lnTo>
                    <a:pt x="0" y="85"/>
                  </a:lnTo>
                  <a:lnTo>
                    <a:pt x="1" y="87"/>
                  </a:lnTo>
                  <a:lnTo>
                    <a:pt x="4" y="89"/>
                  </a:lnTo>
                  <a:lnTo>
                    <a:pt x="4" y="89"/>
                  </a:lnTo>
                  <a:lnTo>
                    <a:pt x="6" y="90"/>
                  </a:lnTo>
                  <a:lnTo>
                    <a:pt x="8" y="90"/>
                  </a:lnTo>
                  <a:lnTo>
                    <a:pt x="9" y="90"/>
                  </a:lnTo>
                  <a:lnTo>
                    <a:pt x="11" y="89"/>
                  </a:lnTo>
                  <a:lnTo>
                    <a:pt x="12" y="87"/>
                  </a:lnTo>
                  <a:lnTo>
                    <a:pt x="12" y="86"/>
                  </a:lnTo>
                  <a:lnTo>
                    <a:pt x="12" y="84"/>
                  </a:lnTo>
                  <a:lnTo>
                    <a:pt x="11" y="82"/>
                  </a:lnTo>
                  <a:lnTo>
                    <a:pt x="11" y="82"/>
                  </a:lnTo>
                  <a:lnTo>
                    <a:pt x="10" y="80"/>
                  </a:lnTo>
                  <a:lnTo>
                    <a:pt x="10" y="77"/>
                  </a:lnTo>
                  <a:lnTo>
                    <a:pt x="12" y="74"/>
                  </a:lnTo>
                  <a:lnTo>
                    <a:pt x="14" y="69"/>
                  </a:lnTo>
                  <a:lnTo>
                    <a:pt x="21" y="57"/>
                  </a:lnTo>
                  <a:lnTo>
                    <a:pt x="31" y="46"/>
                  </a:lnTo>
                  <a:lnTo>
                    <a:pt x="51" y="22"/>
                  </a:lnTo>
                  <a:lnTo>
                    <a:pt x="63" y="8"/>
                  </a:lnTo>
                  <a:lnTo>
                    <a:pt x="63" y="8"/>
                  </a:lnTo>
                  <a:lnTo>
                    <a:pt x="65" y="6"/>
                  </a:lnTo>
                  <a:lnTo>
                    <a:pt x="65" y="3"/>
                  </a:lnTo>
                  <a:lnTo>
                    <a:pt x="63" y="2"/>
                  </a:lnTo>
                  <a:lnTo>
                    <a:pt x="62" y="1"/>
                  </a:lnTo>
                  <a:lnTo>
                    <a:pt x="58" y="0"/>
                  </a:lnTo>
                  <a:lnTo>
                    <a:pt x="56" y="1"/>
                  </a:lnTo>
                  <a:lnTo>
                    <a:pt x="55" y="2"/>
                  </a:lnTo>
                  <a:lnTo>
                    <a:pt x="55"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1" name="Freeform 372"/>
            <p:cNvSpPr/>
            <p:nvPr/>
          </p:nvSpPr>
          <p:spPr bwMode="auto">
            <a:xfrm>
              <a:off x="4516438" y="3119438"/>
              <a:ext cx="22225" cy="39688"/>
            </a:xfrm>
            <a:custGeom>
              <a:avLst/>
              <a:gdLst/>
              <a:ahLst/>
              <a:cxnLst>
                <a:cxn ang="0">
                  <a:pos x="34" y="1"/>
                </a:cxn>
                <a:cxn ang="0">
                  <a:pos x="34" y="1"/>
                </a:cxn>
                <a:cxn ang="0">
                  <a:pos x="29" y="5"/>
                </a:cxn>
                <a:cxn ang="0">
                  <a:pos x="24" y="10"/>
                </a:cxn>
                <a:cxn ang="0">
                  <a:pos x="16" y="21"/>
                </a:cxn>
                <a:cxn ang="0">
                  <a:pos x="10" y="33"/>
                </a:cxn>
                <a:cxn ang="0">
                  <a:pos x="5" y="45"/>
                </a:cxn>
                <a:cxn ang="0">
                  <a:pos x="5" y="45"/>
                </a:cxn>
                <a:cxn ang="0">
                  <a:pos x="3" y="54"/>
                </a:cxn>
                <a:cxn ang="0">
                  <a:pos x="0" y="63"/>
                </a:cxn>
                <a:cxn ang="0">
                  <a:pos x="0" y="67"/>
                </a:cxn>
                <a:cxn ang="0">
                  <a:pos x="2" y="71"/>
                </a:cxn>
                <a:cxn ang="0">
                  <a:pos x="4" y="73"/>
                </a:cxn>
                <a:cxn ang="0">
                  <a:pos x="9" y="75"/>
                </a:cxn>
                <a:cxn ang="0">
                  <a:pos x="9" y="75"/>
                </a:cxn>
                <a:cxn ang="0">
                  <a:pos x="11" y="75"/>
                </a:cxn>
                <a:cxn ang="0">
                  <a:pos x="12" y="74"/>
                </a:cxn>
                <a:cxn ang="0">
                  <a:pos x="13" y="72"/>
                </a:cxn>
                <a:cxn ang="0">
                  <a:pos x="13" y="71"/>
                </a:cxn>
                <a:cxn ang="0">
                  <a:pos x="12" y="67"/>
                </a:cxn>
                <a:cxn ang="0">
                  <a:pos x="11" y="66"/>
                </a:cxn>
                <a:cxn ang="0">
                  <a:pos x="9" y="66"/>
                </a:cxn>
                <a:cxn ang="0">
                  <a:pos x="9" y="66"/>
                </a:cxn>
                <a:cxn ang="0">
                  <a:pos x="19" y="35"/>
                </a:cxn>
                <a:cxn ang="0">
                  <a:pos x="19" y="35"/>
                </a:cxn>
                <a:cxn ang="0">
                  <a:pos x="23" y="28"/>
                </a:cxn>
                <a:cxn ang="0">
                  <a:pos x="29" y="21"/>
                </a:cxn>
                <a:cxn ang="0">
                  <a:pos x="34" y="13"/>
                </a:cxn>
                <a:cxn ang="0">
                  <a:pos x="41" y="7"/>
                </a:cxn>
                <a:cxn ang="0">
                  <a:pos x="41" y="7"/>
                </a:cxn>
                <a:cxn ang="0">
                  <a:pos x="42" y="6"/>
                </a:cxn>
                <a:cxn ang="0">
                  <a:pos x="42" y="4"/>
                </a:cxn>
                <a:cxn ang="0">
                  <a:pos x="42" y="3"/>
                </a:cxn>
                <a:cxn ang="0">
                  <a:pos x="41" y="1"/>
                </a:cxn>
                <a:cxn ang="0">
                  <a:pos x="38" y="0"/>
                </a:cxn>
                <a:cxn ang="0">
                  <a:pos x="36" y="0"/>
                </a:cxn>
                <a:cxn ang="0">
                  <a:pos x="34" y="1"/>
                </a:cxn>
                <a:cxn ang="0">
                  <a:pos x="34" y="1"/>
                </a:cxn>
              </a:cxnLst>
              <a:rect l="0" t="0" r="r" b="b"/>
              <a:pathLst>
                <a:path w="42" h="75">
                  <a:moveTo>
                    <a:pt x="34" y="1"/>
                  </a:moveTo>
                  <a:lnTo>
                    <a:pt x="34" y="1"/>
                  </a:lnTo>
                  <a:lnTo>
                    <a:pt x="29" y="5"/>
                  </a:lnTo>
                  <a:lnTo>
                    <a:pt x="24" y="10"/>
                  </a:lnTo>
                  <a:lnTo>
                    <a:pt x="16" y="21"/>
                  </a:lnTo>
                  <a:lnTo>
                    <a:pt x="10" y="33"/>
                  </a:lnTo>
                  <a:lnTo>
                    <a:pt x="5" y="45"/>
                  </a:lnTo>
                  <a:lnTo>
                    <a:pt x="5" y="45"/>
                  </a:lnTo>
                  <a:lnTo>
                    <a:pt x="3" y="54"/>
                  </a:lnTo>
                  <a:lnTo>
                    <a:pt x="0" y="63"/>
                  </a:lnTo>
                  <a:lnTo>
                    <a:pt x="0" y="67"/>
                  </a:lnTo>
                  <a:lnTo>
                    <a:pt x="2" y="71"/>
                  </a:lnTo>
                  <a:lnTo>
                    <a:pt x="4" y="73"/>
                  </a:lnTo>
                  <a:lnTo>
                    <a:pt x="9" y="75"/>
                  </a:lnTo>
                  <a:lnTo>
                    <a:pt x="9" y="75"/>
                  </a:lnTo>
                  <a:lnTo>
                    <a:pt x="11" y="75"/>
                  </a:lnTo>
                  <a:lnTo>
                    <a:pt x="12" y="74"/>
                  </a:lnTo>
                  <a:lnTo>
                    <a:pt x="13" y="72"/>
                  </a:lnTo>
                  <a:lnTo>
                    <a:pt x="13" y="71"/>
                  </a:lnTo>
                  <a:lnTo>
                    <a:pt x="12" y="67"/>
                  </a:lnTo>
                  <a:lnTo>
                    <a:pt x="11" y="66"/>
                  </a:lnTo>
                  <a:lnTo>
                    <a:pt x="9" y="66"/>
                  </a:lnTo>
                  <a:lnTo>
                    <a:pt x="9" y="66"/>
                  </a:lnTo>
                  <a:lnTo>
                    <a:pt x="19" y="35"/>
                  </a:lnTo>
                  <a:lnTo>
                    <a:pt x="19" y="35"/>
                  </a:lnTo>
                  <a:lnTo>
                    <a:pt x="23" y="28"/>
                  </a:lnTo>
                  <a:lnTo>
                    <a:pt x="29" y="21"/>
                  </a:lnTo>
                  <a:lnTo>
                    <a:pt x="34" y="13"/>
                  </a:lnTo>
                  <a:lnTo>
                    <a:pt x="41" y="7"/>
                  </a:lnTo>
                  <a:lnTo>
                    <a:pt x="41" y="7"/>
                  </a:lnTo>
                  <a:lnTo>
                    <a:pt x="42" y="6"/>
                  </a:lnTo>
                  <a:lnTo>
                    <a:pt x="42" y="4"/>
                  </a:lnTo>
                  <a:lnTo>
                    <a:pt x="42" y="3"/>
                  </a:lnTo>
                  <a:lnTo>
                    <a:pt x="41" y="1"/>
                  </a:lnTo>
                  <a:lnTo>
                    <a:pt x="38" y="0"/>
                  </a:lnTo>
                  <a:lnTo>
                    <a:pt x="36" y="0"/>
                  </a:lnTo>
                  <a:lnTo>
                    <a:pt x="34" y="1"/>
                  </a:lnTo>
                  <a:lnTo>
                    <a:pt x="3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2" name="Freeform 373"/>
            <p:cNvSpPr/>
            <p:nvPr/>
          </p:nvSpPr>
          <p:spPr bwMode="auto">
            <a:xfrm>
              <a:off x="4583113" y="3121025"/>
              <a:ext cx="26988" cy="34925"/>
            </a:xfrm>
            <a:custGeom>
              <a:avLst/>
              <a:gdLst/>
              <a:ahLst/>
              <a:cxnLst>
                <a:cxn ang="0">
                  <a:pos x="43" y="1"/>
                </a:cxn>
                <a:cxn ang="0">
                  <a:pos x="43" y="1"/>
                </a:cxn>
                <a:cxn ang="0">
                  <a:pos x="37" y="7"/>
                </a:cxn>
                <a:cxn ang="0">
                  <a:pos x="31" y="15"/>
                </a:cxn>
                <a:cxn ang="0">
                  <a:pos x="21" y="29"/>
                </a:cxn>
                <a:cxn ang="0">
                  <a:pos x="12" y="45"/>
                </a:cxn>
                <a:cxn ang="0">
                  <a:pos x="7" y="52"/>
                </a:cxn>
                <a:cxn ang="0">
                  <a:pos x="1" y="58"/>
                </a:cxn>
                <a:cxn ang="0">
                  <a:pos x="1" y="58"/>
                </a:cxn>
                <a:cxn ang="0">
                  <a:pos x="0" y="60"/>
                </a:cxn>
                <a:cxn ang="0">
                  <a:pos x="0" y="62"/>
                </a:cxn>
                <a:cxn ang="0">
                  <a:pos x="0" y="63"/>
                </a:cxn>
                <a:cxn ang="0">
                  <a:pos x="1" y="65"/>
                </a:cxn>
                <a:cxn ang="0">
                  <a:pos x="3" y="66"/>
                </a:cxn>
                <a:cxn ang="0">
                  <a:pos x="4" y="66"/>
                </a:cxn>
                <a:cxn ang="0">
                  <a:pos x="6" y="66"/>
                </a:cxn>
                <a:cxn ang="0">
                  <a:pos x="8" y="65"/>
                </a:cxn>
                <a:cxn ang="0">
                  <a:pos x="8" y="65"/>
                </a:cxn>
                <a:cxn ang="0">
                  <a:pos x="13" y="58"/>
                </a:cxn>
                <a:cxn ang="0">
                  <a:pos x="18" y="51"/>
                </a:cxn>
                <a:cxn ang="0">
                  <a:pos x="28" y="36"/>
                </a:cxn>
                <a:cxn ang="0">
                  <a:pos x="38" y="21"/>
                </a:cxn>
                <a:cxn ang="0">
                  <a:pos x="44" y="15"/>
                </a:cxn>
                <a:cxn ang="0">
                  <a:pos x="50" y="8"/>
                </a:cxn>
                <a:cxn ang="0">
                  <a:pos x="50" y="8"/>
                </a:cxn>
                <a:cxn ang="0">
                  <a:pos x="51" y="6"/>
                </a:cxn>
                <a:cxn ang="0">
                  <a:pos x="51" y="5"/>
                </a:cxn>
                <a:cxn ang="0">
                  <a:pos x="51" y="3"/>
                </a:cxn>
                <a:cxn ang="0">
                  <a:pos x="50" y="2"/>
                </a:cxn>
                <a:cxn ang="0">
                  <a:pos x="47" y="0"/>
                </a:cxn>
                <a:cxn ang="0">
                  <a:pos x="45" y="0"/>
                </a:cxn>
                <a:cxn ang="0">
                  <a:pos x="43" y="1"/>
                </a:cxn>
                <a:cxn ang="0">
                  <a:pos x="43" y="1"/>
                </a:cxn>
              </a:cxnLst>
              <a:rect l="0" t="0" r="r" b="b"/>
              <a:pathLst>
                <a:path w="51" h="66">
                  <a:moveTo>
                    <a:pt x="43" y="1"/>
                  </a:moveTo>
                  <a:lnTo>
                    <a:pt x="43" y="1"/>
                  </a:lnTo>
                  <a:lnTo>
                    <a:pt x="37" y="7"/>
                  </a:lnTo>
                  <a:lnTo>
                    <a:pt x="31" y="15"/>
                  </a:lnTo>
                  <a:lnTo>
                    <a:pt x="21" y="29"/>
                  </a:lnTo>
                  <a:lnTo>
                    <a:pt x="12" y="45"/>
                  </a:lnTo>
                  <a:lnTo>
                    <a:pt x="7" y="52"/>
                  </a:lnTo>
                  <a:lnTo>
                    <a:pt x="1" y="58"/>
                  </a:lnTo>
                  <a:lnTo>
                    <a:pt x="1" y="58"/>
                  </a:lnTo>
                  <a:lnTo>
                    <a:pt x="0" y="60"/>
                  </a:lnTo>
                  <a:lnTo>
                    <a:pt x="0" y="62"/>
                  </a:lnTo>
                  <a:lnTo>
                    <a:pt x="0" y="63"/>
                  </a:lnTo>
                  <a:lnTo>
                    <a:pt x="1" y="65"/>
                  </a:lnTo>
                  <a:lnTo>
                    <a:pt x="3" y="66"/>
                  </a:lnTo>
                  <a:lnTo>
                    <a:pt x="4" y="66"/>
                  </a:lnTo>
                  <a:lnTo>
                    <a:pt x="6" y="66"/>
                  </a:lnTo>
                  <a:lnTo>
                    <a:pt x="8" y="65"/>
                  </a:lnTo>
                  <a:lnTo>
                    <a:pt x="8" y="65"/>
                  </a:lnTo>
                  <a:lnTo>
                    <a:pt x="13" y="58"/>
                  </a:lnTo>
                  <a:lnTo>
                    <a:pt x="18" y="51"/>
                  </a:lnTo>
                  <a:lnTo>
                    <a:pt x="28" y="36"/>
                  </a:lnTo>
                  <a:lnTo>
                    <a:pt x="38" y="21"/>
                  </a:lnTo>
                  <a:lnTo>
                    <a:pt x="44" y="15"/>
                  </a:lnTo>
                  <a:lnTo>
                    <a:pt x="50" y="8"/>
                  </a:lnTo>
                  <a:lnTo>
                    <a:pt x="50" y="8"/>
                  </a:lnTo>
                  <a:lnTo>
                    <a:pt x="51" y="6"/>
                  </a:lnTo>
                  <a:lnTo>
                    <a:pt x="51" y="5"/>
                  </a:lnTo>
                  <a:lnTo>
                    <a:pt x="51" y="3"/>
                  </a:lnTo>
                  <a:lnTo>
                    <a:pt x="50" y="2"/>
                  </a:lnTo>
                  <a:lnTo>
                    <a:pt x="47" y="0"/>
                  </a:lnTo>
                  <a:lnTo>
                    <a:pt x="45" y="0"/>
                  </a:lnTo>
                  <a:lnTo>
                    <a:pt x="43" y="1"/>
                  </a:lnTo>
                  <a:lnTo>
                    <a:pt x="43"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3" name="Freeform 374"/>
            <p:cNvSpPr/>
            <p:nvPr/>
          </p:nvSpPr>
          <p:spPr bwMode="auto">
            <a:xfrm>
              <a:off x="4638675" y="3114675"/>
              <a:ext cx="26988" cy="44450"/>
            </a:xfrm>
            <a:custGeom>
              <a:avLst/>
              <a:gdLst/>
              <a:ahLst/>
              <a:cxnLst>
                <a:cxn ang="0">
                  <a:pos x="42" y="3"/>
                </a:cxn>
                <a:cxn ang="0">
                  <a:pos x="42" y="3"/>
                </a:cxn>
                <a:cxn ang="0">
                  <a:pos x="40" y="8"/>
                </a:cxn>
                <a:cxn ang="0">
                  <a:pos x="37" y="12"/>
                </a:cxn>
                <a:cxn ang="0">
                  <a:pos x="30" y="22"/>
                </a:cxn>
                <a:cxn ang="0">
                  <a:pos x="14" y="40"/>
                </a:cxn>
                <a:cxn ang="0">
                  <a:pos x="14" y="40"/>
                </a:cxn>
                <a:cxn ang="0">
                  <a:pos x="8" y="49"/>
                </a:cxn>
                <a:cxn ang="0">
                  <a:pos x="4" y="59"/>
                </a:cxn>
                <a:cxn ang="0">
                  <a:pos x="1" y="69"/>
                </a:cxn>
                <a:cxn ang="0">
                  <a:pos x="0" y="79"/>
                </a:cxn>
                <a:cxn ang="0">
                  <a:pos x="0" y="79"/>
                </a:cxn>
                <a:cxn ang="0">
                  <a:pos x="0" y="81"/>
                </a:cxn>
                <a:cxn ang="0">
                  <a:pos x="1" y="83"/>
                </a:cxn>
                <a:cxn ang="0">
                  <a:pos x="2" y="83"/>
                </a:cxn>
                <a:cxn ang="0">
                  <a:pos x="4" y="84"/>
                </a:cxn>
                <a:cxn ang="0">
                  <a:pos x="6" y="83"/>
                </a:cxn>
                <a:cxn ang="0">
                  <a:pos x="7" y="83"/>
                </a:cxn>
                <a:cxn ang="0">
                  <a:pos x="8" y="81"/>
                </a:cxn>
                <a:cxn ang="0">
                  <a:pos x="9" y="79"/>
                </a:cxn>
                <a:cxn ang="0">
                  <a:pos x="9" y="79"/>
                </a:cxn>
                <a:cxn ang="0">
                  <a:pos x="10" y="74"/>
                </a:cxn>
                <a:cxn ang="0">
                  <a:pos x="11" y="68"/>
                </a:cxn>
                <a:cxn ang="0">
                  <a:pos x="14" y="58"/>
                </a:cxn>
                <a:cxn ang="0">
                  <a:pos x="21" y="49"/>
                </a:cxn>
                <a:cxn ang="0">
                  <a:pos x="27" y="40"/>
                </a:cxn>
                <a:cxn ang="0">
                  <a:pos x="40" y="23"/>
                </a:cxn>
                <a:cxn ang="0">
                  <a:pos x="46" y="14"/>
                </a:cxn>
                <a:cxn ang="0">
                  <a:pos x="52" y="5"/>
                </a:cxn>
                <a:cxn ang="0">
                  <a:pos x="52" y="5"/>
                </a:cxn>
                <a:cxn ang="0">
                  <a:pos x="52" y="3"/>
                </a:cxn>
                <a:cxn ang="0">
                  <a:pos x="52" y="2"/>
                </a:cxn>
                <a:cxn ang="0">
                  <a:pos x="51" y="0"/>
                </a:cxn>
                <a:cxn ang="0">
                  <a:pos x="49" y="0"/>
                </a:cxn>
                <a:cxn ang="0">
                  <a:pos x="45" y="0"/>
                </a:cxn>
                <a:cxn ang="0">
                  <a:pos x="43" y="1"/>
                </a:cxn>
                <a:cxn ang="0">
                  <a:pos x="42" y="3"/>
                </a:cxn>
                <a:cxn ang="0">
                  <a:pos x="42" y="3"/>
                </a:cxn>
              </a:cxnLst>
              <a:rect l="0" t="0" r="r" b="b"/>
              <a:pathLst>
                <a:path w="52" h="84">
                  <a:moveTo>
                    <a:pt x="42" y="3"/>
                  </a:moveTo>
                  <a:lnTo>
                    <a:pt x="42" y="3"/>
                  </a:lnTo>
                  <a:lnTo>
                    <a:pt x="40" y="8"/>
                  </a:lnTo>
                  <a:lnTo>
                    <a:pt x="37" y="12"/>
                  </a:lnTo>
                  <a:lnTo>
                    <a:pt x="30" y="22"/>
                  </a:lnTo>
                  <a:lnTo>
                    <a:pt x="14" y="40"/>
                  </a:lnTo>
                  <a:lnTo>
                    <a:pt x="14" y="40"/>
                  </a:lnTo>
                  <a:lnTo>
                    <a:pt x="8" y="49"/>
                  </a:lnTo>
                  <a:lnTo>
                    <a:pt x="4" y="59"/>
                  </a:lnTo>
                  <a:lnTo>
                    <a:pt x="1" y="69"/>
                  </a:lnTo>
                  <a:lnTo>
                    <a:pt x="0" y="79"/>
                  </a:lnTo>
                  <a:lnTo>
                    <a:pt x="0" y="79"/>
                  </a:lnTo>
                  <a:lnTo>
                    <a:pt x="0" y="81"/>
                  </a:lnTo>
                  <a:lnTo>
                    <a:pt x="1" y="83"/>
                  </a:lnTo>
                  <a:lnTo>
                    <a:pt x="2" y="83"/>
                  </a:lnTo>
                  <a:lnTo>
                    <a:pt x="4" y="84"/>
                  </a:lnTo>
                  <a:lnTo>
                    <a:pt x="6" y="83"/>
                  </a:lnTo>
                  <a:lnTo>
                    <a:pt x="7" y="83"/>
                  </a:lnTo>
                  <a:lnTo>
                    <a:pt x="8" y="81"/>
                  </a:lnTo>
                  <a:lnTo>
                    <a:pt x="9" y="79"/>
                  </a:lnTo>
                  <a:lnTo>
                    <a:pt x="9" y="79"/>
                  </a:lnTo>
                  <a:lnTo>
                    <a:pt x="10" y="74"/>
                  </a:lnTo>
                  <a:lnTo>
                    <a:pt x="11" y="68"/>
                  </a:lnTo>
                  <a:lnTo>
                    <a:pt x="14" y="58"/>
                  </a:lnTo>
                  <a:lnTo>
                    <a:pt x="21" y="49"/>
                  </a:lnTo>
                  <a:lnTo>
                    <a:pt x="27" y="40"/>
                  </a:lnTo>
                  <a:lnTo>
                    <a:pt x="40" y="23"/>
                  </a:lnTo>
                  <a:lnTo>
                    <a:pt x="46" y="14"/>
                  </a:lnTo>
                  <a:lnTo>
                    <a:pt x="52" y="5"/>
                  </a:lnTo>
                  <a:lnTo>
                    <a:pt x="52" y="5"/>
                  </a:lnTo>
                  <a:lnTo>
                    <a:pt x="52" y="3"/>
                  </a:lnTo>
                  <a:lnTo>
                    <a:pt x="52" y="2"/>
                  </a:lnTo>
                  <a:lnTo>
                    <a:pt x="51" y="0"/>
                  </a:lnTo>
                  <a:lnTo>
                    <a:pt x="49" y="0"/>
                  </a:lnTo>
                  <a:lnTo>
                    <a:pt x="45" y="0"/>
                  </a:lnTo>
                  <a:lnTo>
                    <a:pt x="43" y="1"/>
                  </a:lnTo>
                  <a:lnTo>
                    <a:pt x="42" y="3"/>
                  </a:lnTo>
                  <a:lnTo>
                    <a:pt x="42"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4" name="Freeform 375"/>
            <p:cNvSpPr/>
            <p:nvPr/>
          </p:nvSpPr>
          <p:spPr bwMode="auto">
            <a:xfrm>
              <a:off x="4686300" y="3121025"/>
              <a:ext cx="25400" cy="38100"/>
            </a:xfrm>
            <a:custGeom>
              <a:avLst/>
              <a:gdLst/>
              <a:ahLst/>
              <a:cxnLst>
                <a:cxn ang="0">
                  <a:pos x="38" y="2"/>
                </a:cxn>
                <a:cxn ang="0">
                  <a:pos x="38" y="2"/>
                </a:cxn>
                <a:cxn ang="0">
                  <a:pos x="34" y="10"/>
                </a:cxn>
                <a:cxn ang="0">
                  <a:pos x="29" y="19"/>
                </a:cxn>
                <a:cxn ang="0">
                  <a:pos x="17" y="33"/>
                </a:cxn>
                <a:cxn ang="0">
                  <a:pos x="12" y="40"/>
                </a:cxn>
                <a:cxn ang="0">
                  <a:pos x="7" y="48"/>
                </a:cxn>
                <a:cxn ang="0">
                  <a:pos x="3" y="56"/>
                </a:cxn>
                <a:cxn ang="0">
                  <a:pos x="0" y="65"/>
                </a:cxn>
                <a:cxn ang="0">
                  <a:pos x="0" y="65"/>
                </a:cxn>
                <a:cxn ang="0">
                  <a:pos x="0" y="67"/>
                </a:cxn>
                <a:cxn ang="0">
                  <a:pos x="1" y="69"/>
                </a:cxn>
                <a:cxn ang="0">
                  <a:pos x="2" y="70"/>
                </a:cxn>
                <a:cxn ang="0">
                  <a:pos x="4" y="71"/>
                </a:cxn>
                <a:cxn ang="0">
                  <a:pos x="5" y="71"/>
                </a:cxn>
                <a:cxn ang="0">
                  <a:pos x="7" y="70"/>
                </a:cxn>
                <a:cxn ang="0">
                  <a:pos x="8" y="69"/>
                </a:cxn>
                <a:cxn ang="0">
                  <a:pos x="9" y="67"/>
                </a:cxn>
                <a:cxn ang="0">
                  <a:pos x="9" y="67"/>
                </a:cxn>
                <a:cxn ang="0">
                  <a:pos x="12" y="59"/>
                </a:cxn>
                <a:cxn ang="0">
                  <a:pos x="16" y="52"/>
                </a:cxn>
                <a:cxn ang="0">
                  <a:pos x="21" y="44"/>
                </a:cxn>
                <a:cxn ang="0">
                  <a:pos x="27" y="37"/>
                </a:cxn>
                <a:cxn ang="0">
                  <a:pos x="37" y="23"/>
                </a:cxn>
                <a:cxn ang="0">
                  <a:pos x="42" y="16"/>
                </a:cxn>
                <a:cxn ang="0">
                  <a:pos x="46" y="7"/>
                </a:cxn>
                <a:cxn ang="0">
                  <a:pos x="46" y="7"/>
                </a:cxn>
                <a:cxn ang="0">
                  <a:pos x="47" y="5"/>
                </a:cxn>
                <a:cxn ang="0">
                  <a:pos x="46" y="3"/>
                </a:cxn>
                <a:cxn ang="0">
                  <a:pos x="44" y="0"/>
                </a:cxn>
                <a:cxn ang="0">
                  <a:pos x="42" y="0"/>
                </a:cxn>
                <a:cxn ang="0">
                  <a:pos x="41" y="0"/>
                </a:cxn>
                <a:cxn ang="0">
                  <a:pos x="39" y="1"/>
                </a:cxn>
                <a:cxn ang="0">
                  <a:pos x="38" y="2"/>
                </a:cxn>
                <a:cxn ang="0">
                  <a:pos x="38" y="2"/>
                </a:cxn>
              </a:cxnLst>
              <a:rect l="0" t="0" r="r" b="b"/>
              <a:pathLst>
                <a:path w="47" h="71">
                  <a:moveTo>
                    <a:pt x="38" y="2"/>
                  </a:moveTo>
                  <a:lnTo>
                    <a:pt x="38" y="2"/>
                  </a:lnTo>
                  <a:lnTo>
                    <a:pt x="34" y="10"/>
                  </a:lnTo>
                  <a:lnTo>
                    <a:pt x="29" y="19"/>
                  </a:lnTo>
                  <a:lnTo>
                    <a:pt x="17" y="33"/>
                  </a:lnTo>
                  <a:lnTo>
                    <a:pt x="12" y="40"/>
                  </a:lnTo>
                  <a:lnTo>
                    <a:pt x="7" y="48"/>
                  </a:lnTo>
                  <a:lnTo>
                    <a:pt x="3" y="56"/>
                  </a:lnTo>
                  <a:lnTo>
                    <a:pt x="0" y="65"/>
                  </a:lnTo>
                  <a:lnTo>
                    <a:pt x="0" y="65"/>
                  </a:lnTo>
                  <a:lnTo>
                    <a:pt x="0" y="67"/>
                  </a:lnTo>
                  <a:lnTo>
                    <a:pt x="1" y="69"/>
                  </a:lnTo>
                  <a:lnTo>
                    <a:pt x="2" y="70"/>
                  </a:lnTo>
                  <a:lnTo>
                    <a:pt x="4" y="71"/>
                  </a:lnTo>
                  <a:lnTo>
                    <a:pt x="5" y="71"/>
                  </a:lnTo>
                  <a:lnTo>
                    <a:pt x="7" y="70"/>
                  </a:lnTo>
                  <a:lnTo>
                    <a:pt x="8" y="69"/>
                  </a:lnTo>
                  <a:lnTo>
                    <a:pt x="9" y="67"/>
                  </a:lnTo>
                  <a:lnTo>
                    <a:pt x="9" y="67"/>
                  </a:lnTo>
                  <a:lnTo>
                    <a:pt x="12" y="59"/>
                  </a:lnTo>
                  <a:lnTo>
                    <a:pt x="16" y="52"/>
                  </a:lnTo>
                  <a:lnTo>
                    <a:pt x="21" y="44"/>
                  </a:lnTo>
                  <a:lnTo>
                    <a:pt x="27" y="37"/>
                  </a:lnTo>
                  <a:lnTo>
                    <a:pt x="37" y="23"/>
                  </a:lnTo>
                  <a:lnTo>
                    <a:pt x="42" y="16"/>
                  </a:lnTo>
                  <a:lnTo>
                    <a:pt x="46" y="7"/>
                  </a:lnTo>
                  <a:lnTo>
                    <a:pt x="46" y="7"/>
                  </a:lnTo>
                  <a:lnTo>
                    <a:pt x="47" y="5"/>
                  </a:lnTo>
                  <a:lnTo>
                    <a:pt x="46" y="3"/>
                  </a:lnTo>
                  <a:lnTo>
                    <a:pt x="44" y="0"/>
                  </a:lnTo>
                  <a:lnTo>
                    <a:pt x="42" y="0"/>
                  </a:lnTo>
                  <a:lnTo>
                    <a:pt x="41" y="0"/>
                  </a:lnTo>
                  <a:lnTo>
                    <a:pt x="39" y="1"/>
                  </a:lnTo>
                  <a:lnTo>
                    <a:pt x="38" y="2"/>
                  </a:lnTo>
                  <a:lnTo>
                    <a:pt x="3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5" name="Freeform 376"/>
            <p:cNvSpPr/>
            <p:nvPr/>
          </p:nvSpPr>
          <p:spPr bwMode="auto">
            <a:xfrm>
              <a:off x="4721225" y="3125788"/>
              <a:ext cx="33338" cy="38100"/>
            </a:xfrm>
            <a:custGeom>
              <a:avLst/>
              <a:gdLst/>
              <a:ahLst/>
              <a:cxnLst>
                <a:cxn ang="0">
                  <a:pos x="54" y="1"/>
                </a:cxn>
                <a:cxn ang="0">
                  <a:pos x="54" y="1"/>
                </a:cxn>
                <a:cxn ang="0">
                  <a:pos x="40" y="17"/>
                </a:cxn>
                <a:cxn ang="0">
                  <a:pos x="28" y="32"/>
                </a:cxn>
                <a:cxn ang="0">
                  <a:pos x="15" y="49"/>
                </a:cxn>
                <a:cxn ang="0">
                  <a:pos x="2" y="63"/>
                </a:cxn>
                <a:cxn ang="0">
                  <a:pos x="2" y="63"/>
                </a:cxn>
                <a:cxn ang="0">
                  <a:pos x="0" y="66"/>
                </a:cxn>
                <a:cxn ang="0">
                  <a:pos x="0" y="68"/>
                </a:cxn>
                <a:cxn ang="0">
                  <a:pos x="1" y="69"/>
                </a:cxn>
                <a:cxn ang="0">
                  <a:pos x="2" y="71"/>
                </a:cxn>
                <a:cxn ang="0">
                  <a:pos x="3" y="72"/>
                </a:cxn>
                <a:cxn ang="0">
                  <a:pos x="5" y="72"/>
                </a:cxn>
                <a:cxn ang="0">
                  <a:pos x="6" y="72"/>
                </a:cxn>
                <a:cxn ang="0">
                  <a:pos x="8" y="71"/>
                </a:cxn>
                <a:cxn ang="0">
                  <a:pos x="8" y="71"/>
                </a:cxn>
                <a:cxn ang="0">
                  <a:pos x="22" y="55"/>
                </a:cxn>
                <a:cxn ang="0">
                  <a:pos x="34" y="40"/>
                </a:cxn>
                <a:cxn ang="0">
                  <a:pos x="47" y="24"/>
                </a:cxn>
                <a:cxn ang="0">
                  <a:pos x="61" y="9"/>
                </a:cxn>
                <a:cxn ang="0">
                  <a:pos x="61" y="9"/>
                </a:cxn>
                <a:cxn ang="0">
                  <a:pos x="62" y="7"/>
                </a:cxn>
                <a:cxn ang="0">
                  <a:pos x="62" y="6"/>
                </a:cxn>
                <a:cxn ang="0">
                  <a:pos x="61" y="4"/>
                </a:cxn>
                <a:cxn ang="0">
                  <a:pos x="60" y="3"/>
                </a:cxn>
                <a:cxn ang="0">
                  <a:pos x="59" y="1"/>
                </a:cxn>
                <a:cxn ang="0">
                  <a:pos x="57" y="0"/>
                </a:cxn>
                <a:cxn ang="0">
                  <a:pos x="56" y="0"/>
                </a:cxn>
                <a:cxn ang="0">
                  <a:pos x="54" y="1"/>
                </a:cxn>
                <a:cxn ang="0">
                  <a:pos x="54" y="1"/>
                </a:cxn>
              </a:cxnLst>
              <a:rect l="0" t="0" r="r" b="b"/>
              <a:pathLst>
                <a:path w="62" h="72">
                  <a:moveTo>
                    <a:pt x="54" y="1"/>
                  </a:moveTo>
                  <a:lnTo>
                    <a:pt x="54" y="1"/>
                  </a:lnTo>
                  <a:lnTo>
                    <a:pt x="40" y="17"/>
                  </a:lnTo>
                  <a:lnTo>
                    <a:pt x="28" y="32"/>
                  </a:lnTo>
                  <a:lnTo>
                    <a:pt x="15" y="49"/>
                  </a:lnTo>
                  <a:lnTo>
                    <a:pt x="2" y="63"/>
                  </a:lnTo>
                  <a:lnTo>
                    <a:pt x="2" y="63"/>
                  </a:lnTo>
                  <a:lnTo>
                    <a:pt x="0" y="66"/>
                  </a:lnTo>
                  <a:lnTo>
                    <a:pt x="0" y="68"/>
                  </a:lnTo>
                  <a:lnTo>
                    <a:pt x="1" y="69"/>
                  </a:lnTo>
                  <a:lnTo>
                    <a:pt x="2" y="71"/>
                  </a:lnTo>
                  <a:lnTo>
                    <a:pt x="3" y="72"/>
                  </a:lnTo>
                  <a:lnTo>
                    <a:pt x="5" y="72"/>
                  </a:lnTo>
                  <a:lnTo>
                    <a:pt x="6" y="72"/>
                  </a:lnTo>
                  <a:lnTo>
                    <a:pt x="8" y="71"/>
                  </a:lnTo>
                  <a:lnTo>
                    <a:pt x="8" y="71"/>
                  </a:lnTo>
                  <a:lnTo>
                    <a:pt x="22" y="55"/>
                  </a:lnTo>
                  <a:lnTo>
                    <a:pt x="34" y="40"/>
                  </a:lnTo>
                  <a:lnTo>
                    <a:pt x="47" y="24"/>
                  </a:lnTo>
                  <a:lnTo>
                    <a:pt x="61" y="9"/>
                  </a:lnTo>
                  <a:lnTo>
                    <a:pt x="61" y="9"/>
                  </a:lnTo>
                  <a:lnTo>
                    <a:pt x="62" y="7"/>
                  </a:lnTo>
                  <a:lnTo>
                    <a:pt x="62" y="6"/>
                  </a:lnTo>
                  <a:lnTo>
                    <a:pt x="61" y="4"/>
                  </a:lnTo>
                  <a:lnTo>
                    <a:pt x="60" y="3"/>
                  </a:lnTo>
                  <a:lnTo>
                    <a:pt x="59" y="1"/>
                  </a:lnTo>
                  <a:lnTo>
                    <a:pt x="57" y="0"/>
                  </a:lnTo>
                  <a:lnTo>
                    <a:pt x="56" y="0"/>
                  </a:lnTo>
                  <a:lnTo>
                    <a:pt x="54" y="1"/>
                  </a:lnTo>
                  <a:lnTo>
                    <a:pt x="5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6" name="Freeform 377"/>
            <p:cNvSpPr/>
            <p:nvPr/>
          </p:nvSpPr>
          <p:spPr bwMode="auto">
            <a:xfrm>
              <a:off x="4311650" y="3119438"/>
              <a:ext cx="20638" cy="39688"/>
            </a:xfrm>
            <a:custGeom>
              <a:avLst/>
              <a:gdLst/>
              <a:ahLst/>
              <a:cxnLst>
                <a:cxn ang="0">
                  <a:pos x="39" y="4"/>
                </a:cxn>
                <a:cxn ang="0">
                  <a:pos x="39" y="4"/>
                </a:cxn>
                <a:cxn ang="0">
                  <a:pos x="38" y="2"/>
                </a:cxn>
                <a:cxn ang="0">
                  <a:pos x="37" y="1"/>
                </a:cxn>
                <a:cxn ang="0">
                  <a:pos x="35" y="0"/>
                </a:cxn>
                <a:cxn ang="0">
                  <a:pos x="33" y="0"/>
                </a:cxn>
                <a:cxn ang="0">
                  <a:pos x="31" y="0"/>
                </a:cxn>
                <a:cxn ang="0">
                  <a:pos x="30" y="1"/>
                </a:cxn>
                <a:cxn ang="0">
                  <a:pos x="29" y="2"/>
                </a:cxn>
                <a:cxn ang="0">
                  <a:pos x="29" y="4"/>
                </a:cxn>
                <a:cxn ang="0">
                  <a:pos x="29" y="4"/>
                </a:cxn>
                <a:cxn ang="0">
                  <a:pos x="29" y="14"/>
                </a:cxn>
                <a:cxn ang="0">
                  <a:pos x="28" y="24"/>
                </a:cxn>
                <a:cxn ang="0">
                  <a:pos x="26" y="33"/>
                </a:cxn>
                <a:cxn ang="0">
                  <a:pos x="24" y="38"/>
                </a:cxn>
                <a:cxn ang="0">
                  <a:pos x="21" y="42"/>
                </a:cxn>
                <a:cxn ang="0">
                  <a:pos x="21" y="42"/>
                </a:cxn>
                <a:cxn ang="0">
                  <a:pos x="17" y="50"/>
                </a:cxn>
                <a:cxn ang="0">
                  <a:pos x="12" y="56"/>
                </a:cxn>
                <a:cxn ang="0">
                  <a:pos x="1" y="68"/>
                </a:cxn>
                <a:cxn ang="0">
                  <a:pos x="1" y="68"/>
                </a:cxn>
                <a:cxn ang="0">
                  <a:pos x="0" y="70"/>
                </a:cxn>
                <a:cxn ang="0">
                  <a:pos x="0" y="71"/>
                </a:cxn>
                <a:cxn ang="0">
                  <a:pos x="1" y="73"/>
                </a:cxn>
                <a:cxn ang="0">
                  <a:pos x="2" y="74"/>
                </a:cxn>
                <a:cxn ang="0">
                  <a:pos x="6" y="75"/>
                </a:cxn>
                <a:cxn ang="0">
                  <a:pos x="8" y="74"/>
                </a:cxn>
                <a:cxn ang="0">
                  <a:pos x="10" y="73"/>
                </a:cxn>
                <a:cxn ang="0">
                  <a:pos x="10" y="73"/>
                </a:cxn>
                <a:cxn ang="0">
                  <a:pos x="15" y="65"/>
                </a:cxn>
                <a:cxn ang="0">
                  <a:pos x="22" y="57"/>
                </a:cxn>
                <a:cxn ang="0">
                  <a:pos x="28" y="50"/>
                </a:cxn>
                <a:cxn ang="0">
                  <a:pos x="33" y="41"/>
                </a:cxn>
                <a:cxn ang="0">
                  <a:pos x="33" y="41"/>
                </a:cxn>
                <a:cxn ang="0">
                  <a:pos x="35" y="37"/>
                </a:cxn>
                <a:cxn ang="0">
                  <a:pos x="37" y="32"/>
                </a:cxn>
                <a:cxn ang="0">
                  <a:pos x="39" y="23"/>
                </a:cxn>
                <a:cxn ang="0">
                  <a:pos x="39" y="4"/>
                </a:cxn>
                <a:cxn ang="0">
                  <a:pos x="39" y="4"/>
                </a:cxn>
              </a:cxnLst>
              <a:rect l="0" t="0" r="r" b="b"/>
              <a:pathLst>
                <a:path w="39" h="75">
                  <a:moveTo>
                    <a:pt x="39" y="4"/>
                  </a:moveTo>
                  <a:lnTo>
                    <a:pt x="39" y="4"/>
                  </a:lnTo>
                  <a:lnTo>
                    <a:pt x="38" y="2"/>
                  </a:lnTo>
                  <a:lnTo>
                    <a:pt x="37" y="1"/>
                  </a:lnTo>
                  <a:lnTo>
                    <a:pt x="35" y="0"/>
                  </a:lnTo>
                  <a:lnTo>
                    <a:pt x="33" y="0"/>
                  </a:lnTo>
                  <a:lnTo>
                    <a:pt x="31" y="0"/>
                  </a:lnTo>
                  <a:lnTo>
                    <a:pt x="30" y="1"/>
                  </a:lnTo>
                  <a:lnTo>
                    <a:pt x="29" y="2"/>
                  </a:lnTo>
                  <a:lnTo>
                    <a:pt x="29" y="4"/>
                  </a:lnTo>
                  <a:lnTo>
                    <a:pt x="29" y="4"/>
                  </a:lnTo>
                  <a:lnTo>
                    <a:pt x="29" y="14"/>
                  </a:lnTo>
                  <a:lnTo>
                    <a:pt x="28" y="24"/>
                  </a:lnTo>
                  <a:lnTo>
                    <a:pt x="26" y="33"/>
                  </a:lnTo>
                  <a:lnTo>
                    <a:pt x="24" y="38"/>
                  </a:lnTo>
                  <a:lnTo>
                    <a:pt x="21" y="42"/>
                  </a:lnTo>
                  <a:lnTo>
                    <a:pt x="21" y="42"/>
                  </a:lnTo>
                  <a:lnTo>
                    <a:pt x="17" y="50"/>
                  </a:lnTo>
                  <a:lnTo>
                    <a:pt x="12" y="56"/>
                  </a:lnTo>
                  <a:lnTo>
                    <a:pt x="1" y="68"/>
                  </a:lnTo>
                  <a:lnTo>
                    <a:pt x="1" y="68"/>
                  </a:lnTo>
                  <a:lnTo>
                    <a:pt x="0" y="70"/>
                  </a:lnTo>
                  <a:lnTo>
                    <a:pt x="0" y="71"/>
                  </a:lnTo>
                  <a:lnTo>
                    <a:pt x="1" y="73"/>
                  </a:lnTo>
                  <a:lnTo>
                    <a:pt x="2" y="74"/>
                  </a:lnTo>
                  <a:lnTo>
                    <a:pt x="6" y="75"/>
                  </a:lnTo>
                  <a:lnTo>
                    <a:pt x="8" y="74"/>
                  </a:lnTo>
                  <a:lnTo>
                    <a:pt x="10" y="73"/>
                  </a:lnTo>
                  <a:lnTo>
                    <a:pt x="10" y="73"/>
                  </a:lnTo>
                  <a:lnTo>
                    <a:pt x="15" y="65"/>
                  </a:lnTo>
                  <a:lnTo>
                    <a:pt x="22" y="57"/>
                  </a:lnTo>
                  <a:lnTo>
                    <a:pt x="28" y="50"/>
                  </a:lnTo>
                  <a:lnTo>
                    <a:pt x="33" y="41"/>
                  </a:lnTo>
                  <a:lnTo>
                    <a:pt x="33" y="41"/>
                  </a:lnTo>
                  <a:lnTo>
                    <a:pt x="35" y="37"/>
                  </a:lnTo>
                  <a:lnTo>
                    <a:pt x="37" y="32"/>
                  </a:lnTo>
                  <a:lnTo>
                    <a:pt x="39" y="23"/>
                  </a:lnTo>
                  <a:lnTo>
                    <a:pt x="39" y="4"/>
                  </a:lnTo>
                  <a:lnTo>
                    <a:pt x="3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7" name="Freeform 378"/>
            <p:cNvSpPr/>
            <p:nvPr/>
          </p:nvSpPr>
          <p:spPr bwMode="auto">
            <a:xfrm>
              <a:off x="4568825" y="3319463"/>
              <a:ext cx="41275" cy="146050"/>
            </a:xfrm>
            <a:custGeom>
              <a:avLst/>
              <a:gdLst/>
              <a:ahLst/>
              <a:cxnLst>
                <a:cxn ang="0">
                  <a:pos x="72" y="2"/>
                </a:cxn>
                <a:cxn ang="0">
                  <a:pos x="72" y="2"/>
                </a:cxn>
                <a:cxn ang="0">
                  <a:pos x="64" y="16"/>
                </a:cxn>
                <a:cxn ang="0">
                  <a:pos x="58" y="30"/>
                </a:cxn>
                <a:cxn ang="0">
                  <a:pos x="51" y="45"/>
                </a:cxn>
                <a:cxn ang="0">
                  <a:pos x="47" y="60"/>
                </a:cxn>
                <a:cxn ang="0">
                  <a:pos x="40" y="91"/>
                </a:cxn>
                <a:cxn ang="0">
                  <a:pos x="34" y="122"/>
                </a:cxn>
                <a:cxn ang="0">
                  <a:pos x="34" y="122"/>
                </a:cxn>
                <a:cxn ang="0">
                  <a:pos x="26" y="158"/>
                </a:cxn>
                <a:cxn ang="0">
                  <a:pos x="17" y="195"/>
                </a:cxn>
                <a:cxn ang="0">
                  <a:pos x="17" y="195"/>
                </a:cxn>
                <a:cxn ang="0">
                  <a:pos x="12" y="214"/>
                </a:cxn>
                <a:cxn ang="0">
                  <a:pos x="7" y="233"/>
                </a:cxn>
                <a:cxn ang="0">
                  <a:pos x="3" y="251"/>
                </a:cxn>
                <a:cxn ang="0">
                  <a:pos x="1" y="260"/>
                </a:cxn>
                <a:cxn ang="0">
                  <a:pos x="0" y="270"/>
                </a:cxn>
                <a:cxn ang="0">
                  <a:pos x="0" y="270"/>
                </a:cxn>
                <a:cxn ang="0">
                  <a:pos x="0" y="272"/>
                </a:cxn>
                <a:cxn ang="0">
                  <a:pos x="1" y="274"/>
                </a:cxn>
                <a:cxn ang="0">
                  <a:pos x="3" y="274"/>
                </a:cxn>
                <a:cxn ang="0">
                  <a:pos x="5" y="275"/>
                </a:cxn>
                <a:cxn ang="0">
                  <a:pos x="6" y="274"/>
                </a:cxn>
                <a:cxn ang="0">
                  <a:pos x="8" y="274"/>
                </a:cxn>
                <a:cxn ang="0">
                  <a:pos x="9" y="272"/>
                </a:cxn>
                <a:cxn ang="0">
                  <a:pos x="9" y="270"/>
                </a:cxn>
                <a:cxn ang="0">
                  <a:pos x="9" y="270"/>
                </a:cxn>
                <a:cxn ang="0">
                  <a:pos x="10" y="260"/>
                </a:cxn>
                <a:cxn ang="0">
                  <a:pos x="12" y="251"/>
                </a:cxn>
                <a:cxn ang="0">
                  <a:pos x="16" y="234"/>
                </a:cxn>
                <a:cxn ang="0">
                  <a:pos x="21" y="216"/>
                </a:cxn>
                <a:cxn ang="0">
                  <a:pos x="27" y="197"/>
                </a:cxn>
                <a:cxn ang="0">
                  <a:pos x="27" y="197"/>
                </a:cxn>
                <a:cxn ang="0">
                  <a:pos x="40" y="133"/>
                </a:cxn>
                <a:cxn ang="0">
                  <a:pos x="40" y="133"/>
                </a:cxn>
                <a:cxn ang="0">
                  <a:pos x="47" y="100"/>
                </a:cxn>
                <a:cxn ang="0">
                  <a:pos x="55" y="68"/>
                </a:cxn>
                <a:cxn ang="0">
                  <a:pos x="60" y="52"/>
                </a:cxn>
                <a:cxn ang="0">
                  <a:pos x="65" y="36"/>
                </a:cxn>
                <a:cxn ang="0">
                  <a:pos x="72" y="21"/>
                </a:cxn>
                <a:cxn ang="0">
                  <a:pos x="80" y="6"/>
                </a:cxn>
                <a:cxn ang="0">
                  <a:pos x="80" y="6"/>
                </a:cxn>
                <a:cxn ang="0">
                  <a:pos x="80" y="5"/>
                </a:cxn>
                <a:cxn ang="0">
                  <a:pos x="80" y="3"/>
                </a:cxn>
                <a:cxn ang="0">
                  <a:pos x="79" y="2"/>
                </a:cxn>
                <a:cxn ang="0">
                  <a:pos x="78" y="0"/>
                </a:cxn>
                <a:cxn ang="0">
                  <a:pos x="77" y="0"/>
                </a:cxn>
                <a:cxn ang="0">
                  <a:pos x="75" y="0"/>
                </a:cxn>
                <a:cxn ang="0">
                  <a:pos x="73" y="0"/>
                </a:cxn>
                <a:cxn ang="0">
                  <a:pos x="72" y="2"/>
                </a:cxn>
                <a:cxn ang="0">
                  <a:pos x="72" y="2"/>
                </a:cxn>
              </a:cxnLst>
              <a:rect l="0" t="0" r="r" b="b"/>
              <a:pathLst>
                <a:path w="80" h="275">
                  <a:moveTo>
                    <a:pt x="72" y="2"/>
                  </a:moveTo>
                  <a:lnTo>
                    <a:pt x="72" y="2"/>
                  </a:lnTo>
                  <a:lnTo>
                    <a:pt x="64" y="16"/>
                  </a:lnTo>
                  <a:lnTo>
                    <a:pt x="58" y="30"/>
                  </a:lnTo>
                  <a:lnTo>
                    <a:pt x="51" y="45"/>
                  </a:lnTo>
                  <a:lnTo>
                    <a:pt x="47" y="60"/>
                  </a:lnTo>
                  <a:lnTo>
                    <a:pt x="40" y="91"/>
                  </a:lnTo>
                  <a:lnTo>
                    <a:pt x="34" y="122"/>
                  </a:lnTo>
                  <a:lnTo>
                    <a:pt x="34" y="122"/>
                  </a:lnTo>
                  <a:lnTo>
                    <a:pt x="26" y="158"/>
                  </a:lnTo>
                  <a:lnTo>
                    <a:pt x="17" y="195"/>
                  </a:lnTo>
                  <a:lnTo>
                    <a:pt x="17" y="195"/>
                  </a:lnTo>
                  <a:lnTo>
                    <a:pt x="12" y="214"/>
                  </a:lnTo>
                  <a:lnTo>
                    <a:pt x="7" y="233"/>
                  </a:lnTo>
                  <a:lnTo>
                    <a:pt x="3" y="251"/>
                  </a:lnTo>
                  <a:lnTo>
                    <a:pt x="1" y="260"/>
                  </a:lnTo>
                  <a:lnTo>
                    <a:pt x="0" y="270"/>
                  </a:lnTo>
                  <a:lnTo>
                    <a:pt x="0" y="270"/>
                  </a:lnTo>
                  <a:lnTo>
                    <a:pt x="0" y="272"/>
                  </a:lnTo>
                  <a:lnTo>
                    <a:pt x="1" y="274"/>
                  </a:lnTo>
                  <a:lnTo>
                    <a:pt x="3" y="274"/>
                  </a:lnTo>
                  <a:lnTo>
                    <a:pt x="5" y="275"/>
                  </a:lnTo>
                  <a:lnTo>
                    <a:pt x="6" y="274"/>
                  </a:lnTo>
                  <a:lnTo>
                    <a:pt x="8" y="274"/>
                  </a:lnTo>
                  <a:lnTo>
                    <a:pt x="9" y="272"/>
                  </a:lnTo>
                  <a:lnTo>
                    <a:pt x="9" y="270"/>
                  </a:lnTo>
                  <a:lnTo>
                    <a:pt x="9" y="270"/>
                  </a:lnTo>
                  <a:lnTo>
                    <a:pt x="10" y="260"/>
                  </a:lnTo>
                  <a:lnTo>
                    <a:pt x="12" y="251"/>
                  </a:lnTo>
                  <a:lnTo>
                    <a:pt x="16" y="234"/>
                  </a:lnTo>
                  <a:lnTo>
                    <a:pt x="21" y="216"/>
                  </a:lnTo>
                  <a:lnTo>
                    <a:pt x="27" y="197"/>
                  </a:lnTo>
                  <a:lnTo>
                    <a:pt x="27" y="197"/>
                  </a:lnTo>
                  <a:lnTo>
                    <a:pt x="40" y="133"/>
                  </a:lnTo>
                  <a:lnTo>
                    <a:pt x="40" y="133"/>
                  </a:lnTo>
                  <a:lnTo>
                    <a:pt x="47" y="100"/>
                  </a:lnTo>
                  <a:lnTo>
                    <a:pt x="55" y="68"/>
                  </a:lnTo>
                  <a:lnTo>
                    <a:pt x="60" y="52"/>
                  </a:lnTo>
                  <a:lnTo>
                    <a:pt x="65" y="36"/>
                  </a:lnTo>
                  <a:lnTo>
                    <a:pt x="72" y="21"/>
                  </a:lnTo>
                  <a:lnTo>
                    <a:pt x="80" y="6"/>
                  </a:lnTo>
                  <a:lnTo>
                    <a:pt x="80" y="6"/>
                  </a:lnTo>
                  <a:lnTo>
                    <a:pt x="80" y="5"/>
                  </a:lnTo>
                  <a:lnTo>
                    <a:pt x="80" y="3"/>
                  </a:lnTo>
                  <a:lnTo>
                    <a:pt x="79" y="2"/>
                  </a:lnTo>
                  <a:lnTo>
                    <a:pt x="78" y="0"/>
                  </a:lnTo>
                  <a:lnTo>
                    <a:pt x="77" y="0"/>
                  </a:lnTo>
                  <a:lnTo>
                    <a:pt x="75" y="0"/>
                  </a:lnTo>
                  <a:lnTo>
                    <a:pt x="73" y="0"/>
                  </a:lnTo>
                  <a:lnTo>
                    <a:pt x="72" y="2"/>
                  </a:lnTo>
                  <a:lnTo>
                    <a:pt x="7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8" name="Freeform 379"/>
            <p:cNvSpPr/>
            <p:nvPr/>
          </p:nvSpPr>
          <p:spPr bwMode="auto">
            <a:xfrm>
              <a:off x="4610100" y="3270250"/>
              <a:ext cx="46038" cy="166688"/>
            </a:xfrm>
            <a:custGeom>
              <a:avLst/>
              <a:gdLst/>
              <a:ahLst/>
              <a:cxnLst>
                <a:cxn ang="0">
                  <a:pos x="77" y="3"/>
                </a:cxn>
                <a:cxn ang="0">
                  <a:pos x="77" y="3"/>
                </a:cxn>
                <a:cxn ang="0">
                  <a:pos x="72" y="21"/>
                </a:cxn>
                <a:cxn ang="0">
                  <a:pos x="65" y="38"/>
                </a:cxn>
                <a:cxn ang="0">
                  <a:pos x="58" y="55"/>
                </a:cxn>
                <a:cxn ang="0">
                  <a:pos x="53" y="72"/>
                </a:cxn>
                <a:cxn ang="0">
                  <a:pos x="53" y="72"/>
                </a:cxn>
                <a:cxn ang="0">
                  <a:pos x="31" y="156"/>
                </a:cxn>
                <a:cxn ang="0">
                  <a:pos x="31" y="156"/>
                </a:cxn>
                <a:cxn ang="0">
                  <a:pos x="27" y="177"/>
                </a:cxn>
                <a:cxn ang="0">
                  <a:pos x="24" y="197"/>
                </a:cxn>
                <a:cxn ang="0">
                  <a:pos x="20" y="219"/>
                </a:cxn>
                <a:cxn ang="0">
                  <a:pos x="16" y="240"/>
                </a:cxn>
                <a:cxn ang="0">
                  <a:pos x="16" y="240"/>
                </a:cxn>
                <a:cxn ang="0">
                  <a:pos x="7" y="276"/>
                </a:cxn>
                <a:cxn ang="0">
                  <a:pos x="2" y="293"/>
                </a:cxn>
                <a:cxn ang="0">
                  <a:pos x="0" y="313"/>
                </a:cxn>
                <a:cxn ang="0">
                  <a:pos x="0" y="313"/>
                </a:cxn>
                <a:cxn ang="0">
                  <a:pos x="1" y="315"/>
                </a:cxn>
                <a:cxn ang="0">
                  <a:pos x="1" y="316"/>
                </a:cxn>
                <a:cxn ang="0">
                  <a:pos x="3" y="317"/>
                </a:cxn>
                <a:cxn ang="0">
                  <a:pos x="6" y="317"/>
                </a:cxn>
                <a:cxn ang="0">
                  <a:pos x="7" y="317"/>
                </a:cxn>
                <a:cxn ang="0">
                  <a:pos x="9" y="316"/>
                </a:cxn>
                <a:cxn ang="0">
                  <a:pos x="10" y="315"/>
                </a:cxn>
                <a:cxn ang="0">
                  <a:pos x="10" y="313"/>
                </a:cxn>
                <a:cxn ang="0">
                  <a:pos x="10" y="313"/>
                </a:cxn>
                <a:cxn ang="0">
                  <a:pos x="11" y="303"/>
                </a:cxn>
                <a:cxn ang="0">
                  <a:pos x="13" y="292"/>
                </a:cxn>
                <a:cxn ang="0">
                  <a:pos x="17" y="273"/>
                </a:cxn>
                <a:cxn ang="0">
                  <a:pos x="27" y="234"/>
                </a:cxn>
                <a:cxn ang="0">
                  <a:pos x="27" y="234"/>
                </a:cxn>
                <a:cxn ang="0">
                  <a:pos x="31" y="215"/>
                </a:cxn>
                <a:cxn ang="0">
                  <a:pos x="34" y="196"/>
                </a:cxn>
                <a:cxn ang="0">
                  <a:pos x="36" y="177"/>
                </a:cxn>
                <a:cxn ang="0">
                  <a:pos x="41" y="158"/>
                </a:cxn>
                <a:cxn ang="0">
                  <a:pos x="41" y="158"/>
                </a:cxn>
                <a:cxn ang="0">
                  <a:pos x="60" y="84"/>
                </a:cxn>
                <a:cxn ang="0">
                  <a:pos x="60" y="84"/>
                </a:cxn>
                <a:cxn ang="0">
                  <a:pos x="66" y="64"/>
                </a:cxn>
                <a:cxn ang="0">
                  <a:pos x="73" y="44"/>
                </a:cxn>
                <a:cxn ang="0">
                  <a:pos x="80" y="26"/>
                </a:cxn>
                <a:cxn ang="0">
                  <a:pos x="86" y="6"/>
                </a:cxn>
                <a:cxn ang="0">
                  <a:pos x="86" y="6"/>
                </a:cxn>
                <a:cxn ang="0">
                  <a:pos x="86" y="4"/>
                </a:cxn>
                <a:cxn ang="0">
                  <a:pos x="85" y="2"/>
                </a:cxn>
                <a:cxn ang="0">
                  <a:pos x="84" y="1"/>
                </a:cxn>
                <a:cxn ang="0">
                  <a:pos x="82" y="0"/>
                </a:cxn>
                <a:cxn ang="0">
                  <a:pos x="81" y="0"/>
                </a:cxn>
                <a:cxn ang="0">
                  <a:pos x="79" y="0"/>
                </a:cxn>
                <a:cxn ang="0">
                  <a:pos x="78" y="1"/>
                </a:cxn>
                <a:cxn ang="0">
                  <a:pos x="77" y="3"/>
                </a:cxn>
                <a:cxn ang="0">
                  <a:pos x="77" y="3"/>
                </a:cxn>
              </a:cxnLst>
              <a:rect l="0" t="0" r="r" b="b"/>
              <a:pathLst>
                <a:path w="86" h="317">
                  <a:moveTo>
                    <a:pt x="77" y="3"/>
                  </a:moveTo>
                  <a:lnTo>
                    <a:pt x="77" y="3"/>
                  </a:lnTo>
                  <a:lnTo>
                    <a:pt x="72" y="21"/>
                  </a:lnTo>
                  <a:lnTo>
                    <a:pt x="65" y="38"/>
                  </a:lnTo>
                  <a:lnTo>
                    <a:pt x="58" y="55"/>
                  </a:lnTo>
                  <a:lnTo>
                    <a:pt x="53" y="72"/>
                  </a:lnTo>
                  <a:lnTo>
                    <a:pt x="53" y="72"/>
                  </a:lnTo>
                  <a:lnTo>
                    <a:pt x="31" y="156"/>
                  </a:lnTo>
                  <a:lnTo>
                    <a:pt x="31" y="156"/>
                  </a:lnTo>
                  <a:lnTo>
                    <a:pt x="27" y="177"/>
                  </a:lnTo>
                  <a:lnTo>
                    <a:pt x="24" y="197"/>
                  </a:lnTo>
                  <a:lnTo>
                    <a:pt x="20" y="219"/>
                  </a:lnTo>
                  <a:lnTo>
                    <a:pt x="16" y="240"/>
                  </a:lnTo>
                  <a:lnTo>
                    <a:pt x="16" y="240"/>
                  </a:lnTo>
                  <a:lnTo>
                    <a:pt x="7" y="276"/>
                  </a:lnTo>
                  <a:lnTo>
                    <a:pt x="2" y="293"/>
                  </a:lnTo>
                  <a:lnTo>
                    <a:pt x="0" y="313"/>
                  </a:lnTo>
                  <a:lnTo>
                    <a:pt x="0" y="313"/>
                  </a:lnTo>
                  <a:lnTo>
                    <a:pt x="1" y="315"/>
                  </a:lnTo>
                  <a:lnTo>
                    <a:pt x="1" y="316"/>
                  </a:lnTo>
                  <a:lnTo>
                    <a:pt x="3" y="317"/>
                  </a:lnTo>
                  <a:lnTo>
                    <a:pt x="6" y="317"/>
                  </a:lnTo>
                  <a:lnTo>
                    <a:pt x="7" y="317"/>
                  </a:lnTo>
                  <a:lnTo>
                    <a:pt x="9" y="316"/>
                  </a:lnTo>
                  <a:lnTo>
                    <a:pt x="10" y="315"/>
                  </a:lnTo>
                  <a:lnTo>
                    <a:pt x="10" y="313"/>
                  </a:lnTo>
                  <a:lnTo>
                    <a:pt x="10" y="313"/>
                  </a:lnTo>
                  <a:lnTo>
                    <a:pt x="11" y="303"/>
                  </a:lnTo>
                  <a:lnTo>
                    <a:pt x="13" y="292"/>
                  </a:lnTo>
                  <a:lnTo>
                    <a:pt x="17" y="273"/>
                  </a:lnTo>
                  <a:lnTo>
                    <a:pt x="27" y="234"/>
                  </a:lnTo>
                  <a:lnTo>
                    <a:pt x="27" y="234"/>
                  </a:lnTo>
                  <a:lnTo>
                    <a:pt x="31" y="215"/>
                  </a:lnTo>
                  <a:lnTo>
                    <a:pt x="34" y="196"/>
                  </a:lnTo>
                  <a:lnTo>
                    <a:pt x="36" y="177"/>
                  </a:lnTo>
                  <a:lnTo>
                    <a:pt x="41" y="158"/>
                  </a:lnTo>
                  <a:lnTo>
                    <a:pt x="41" y="158"/>
                  </a:lnTo>
                  <a:lnTo>
                    <a:pt x="60" y="84"/>
                  </a:lnTo>
                  <a:lnTo>
                    <a:pt x="60" y="84"/>
                  </a:lnTo>
                  <a:lnTo>
                    <a:pt x="66" y="64"/>
                  </a:lnTo>
                  <a:lnTo>
                    <a:pt x="73" y="44"/>
                  </a:lnTo>
                  <a:lnTo>
                    <a:pt x="80" y="26"/>
                  </a:lnTo>
                  <a:lnTo>
                    <a:pt x="86" y="6"/>
                  </a:lnTo>
                  <a:lnTo>
                    <a:pt x="86" y="6"/>
                  </a:lnTo>
                  <a:lnTo>
                    <a:pt x="86" y="4"/>
                  </a:lnTo>
                  <a:lnTo>
                    <a:pt x="85" y="2"/>
                  </a:lnTo>
                  <a:lnTo>
                    <a:pt x="84" y="1"/>
                  </a:lnTo>
                  <a:lnTo>
                    <a:pt x="82" y="0"/>
                  </a:lnTo>
                  <a:lnTo>
                    <a:pt x="81" y="0"/>
                  </a:lnTo>
                  <a:lnTo>
                    <a:pt x="79" y="0"/>
                  </a:lnTo>
                  <a:lnTo>
                    <a:pt x="78" y="1"/>
                  </a:lnTo>
                  <a:lnTo>
                    <a:pt x="77" y="3"/>
                  </a:lnTo>
                  <a:lnTo>
                    <a:pt x="7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9" name="Freeform 380"/>
            <p:cNvSpPr/>
            <p:nvPr/>
          </p:nvSpPr>
          <p:spPr bwMode="auto">
            <a:xfrm>
              <a:off x="4660900" y="3228975"/>
              <a:ext cx="38100" cy="158750"/>
            </a:xfrm>
            <a:custGeom>
              <a:avLst/>
              <a:gdLst/>
              <a:ahLst/>
              <a:cxnLst>
                <a:cxn ang="0">
                  <a:pos x="62" y="5"/>
                </a:cxn>
                <a:cxn ang="0">
                  <a:pos x="62" y="5"/>
                </a:cxn>
                <a:cxn ang="0">
                  <a:pos x="59" y="23"/>
                </a:cxn>
                <a:cxn ang="0">
                  <a:pos x="56" y="43"/>
                </a:cxn>
                <a:cxn ang="0">
                  <a:pos x="46" y="80"/>
                </a:cxn>
                <a:cxn ang="0">
                  <a:pos x="46" y="80"/>
                </a:cxn>
                <a:cxn ang="0">
                  <a:pos x="35" y="117"/>
                </a:cxn>
                <a:cxn ang="0">
                  <a:pos x="31" y="136"/>
                </a:cxn>
                <a:cxn ang="0">
                  <a:pos x="27" y="155"/>
                </a:cxn>
                <a:cxn ang="0">
                  <a:pos x="27" y="155"/>
                </a:cxn>
                <a:cxn ang="0">
                  <a:pos x="20" y="189"/>
                </a:cxn>
                <a:cxn ang="0">
                  <a:pos x="13" y="224"/>
                </a:cxn>
                <a:cxn ang="0">
                  <a:pos x="6" y="259"/>
                </a:cxn>
                <a:cxn ang="0">
                  <a:pos x="2" y="276"/>
                </a:cxn>
                <a:cxn ang="0">
                  <a:pos x="0" y="294"/>
                </a:cxn>
                <a:cxn ang="0">
                  <a:pos x="0" y="294"/>
                </a:cxn>
                <a:cxn ang="0">
                  <a:pos x="0" y="296"/>
                </a:cxn>
                <a:cxn ang="0">
                  <a:pos x="1" y="297"/>
                </a:cxn>
                <a:cxn ang="0">
                  <a:pos x="3" y="298"/>
                </a:cxn>
                <a:cxn ang="0">
                  <a:pos x="4" y="298"/>
                </a:cxn>
                <a:cxn ang="0">
                  <a:pos x="8" y="297"/>
                </a:cxn>
                <a:cxn ang="0">
                  <a:pos x="10" y="296"/>
                </a:cxn>
                <a:cxn ang="0">
                  <a:pos x="10" y="294"/>
                </a:cxn>
                <a:cxn ang="0">
                  <a:pos x="10" y="294"/>
                </a:cxn>
                <a:cxn ang="0">
                  <a:pos x="13" y="274"/>
                </a:cxn>
                <a:cxn ang="0">
                  <a:pos x="16" y="255"/>
                </a:cxn>
                <a:cxn ang="0">
                  <a:pos x="24" y="216"/>
                </a:cxn>
                <a:cxn ang="0">
                  <a:pos x="24" y="216"/>
                </a:cxn>
                <a:cxn ang="0">
                  <a:pos x="31" y="177"/>
                </a:cxn>
                <a:cxn ang="0">
                  <a:pos x="35" y="159"/>
                </a:cxn>
                <a:cxn ang="0">
                  <a:pos x="41" y="140"/>
                </a:cxn>
                <a:cxn ang="0">
                  <a:pos x="41" y="140"/>
                </a:cxn>
                <a:cxn ang="0">
                  <a:pos x="46" y="122"/>
                </a:cxn>
                <a:cxn ang="0">
                  <a:pos x="50" y="103"/>
                </a:cxn>
                <a:cxn ang="0">
                  <a:pos x="55" y="84"/>
                </a:cxn>
                <a:cxn ang="0">
                  <a:pos x="59" y="66"/>
                </a:cxn>
                <a:cxn ang="0">
                  <a:pos x="59" y="66"/>
                </a:cxn>
                <a:cxn ang="0">
                  <a:pos x="63" y="51"/>
                </a:cxn>
                <a:cxn ang="0">
                  <a:pos x="68" y="36"/>
                </a:cxn>
                <a:cxn ang="0">
                  <a:pos x="70" y="20"/>
                </a:cxn>
                <a:cxn ang="0">
                  <a:pos x="72" y="5"/>
                </a:cxn>
                <a:cxn ang="0">
                  <a:pos x="72" y="5"/>
                </a:cxn>
                <a:cxn ang="0">
                  <a:pos x="72" y="3"/>
                </a:cxn>
                <a:cxn ang="0">
                  <a:pos x="71" y="2"/>
                </a:cxn>
                <a:cxn ang="0">
                  <a:pos x="69" y="1"/>
                </a:cxn>
                <a:cxn ang="0">
                  <a:pos x="68" y="0"/>
                </a:cxn>
                <a:cxn ang="0">
                  <a:pos x="65" y="1"/>
                </a:cxn>
                <a:cxn ang="0">
                  <a:pos x="63" y="2"/>
                </a:cxn>
                <a:cxn ang="0">
                  <a:pos x="62" y="3"/>
                </a:cxn>
                <a:cxn ang="0">
                  <a:pos x="62" y="5"/>
                </a:cxn>
                <a:cxn ang="0">
                  <a:pos x="62" y="5"/>
                </a:cxn>
              </a:cxnLst>
              <a:rect l="0" t="0" r="r" b="b"/>
              <a:pathLst>
                <a:path w="72" h="298">
                  <a:moveTo>
                    <a:pt x="62" y="5"/>
                  </a:moveTo>
                  <a:lnTo>
                    <a:pt x="62" y="5"/>
                  </a:lnTo>
                  <a:lnTo>
                    <a:pt x="59" y="23"/>
                  </a:lnTo>
                  <a:lnTo>
                    <a:pt x="56" y="43"/>
                  </a:lnTo>
                  <a:lnTo>
                    <a:pt x="46" y="80"/>
                  </a:lnTo>
                  <a:lnTo>
                    <a:pt x="46" y="80"/>
                  </a:lnTo>
                  <a:lnTo>
                    <a:pt x="35" y="117"/>
                  </a:lnTo>
                  <a:lnTo>
                    <a:pt x="31" y="136"/>
                  </a:lnTo>
                  <a:lnTo>
                    <a:pt x="27" y="155"/>
                  </a:lnTo>
                  <a:lnTo>
                    <a:pt x="27" y="155"/>
                  </a:lnTo>
                  <a:lnTo>
                    <a:pt x="20" y="189"/>
                  </a:lnTo>
                  <a:lnTo>
                    <a:pt x="13" y="224"/>
                  </a:lnTo>
                  <a:lnTo>
                    <a:pt x="6" y="259"/>
                  </a:lnTo>
                  <a:lnTo>
                    <a:pt x="2" y="276"/>
                  </a:lnTo>
                  <a:lnTo>
                    <a:pt x="0" y="294"/>
                  </a:lnTo>
                  <a:lnTo>
                    <a:pt x="0" y="294"/>
                  </a:lnTo>
                  <a:lnTo>
                    <a:pt x="0" y="296"/>
                  </a:lnTo>
                  <a:lnTo>
                    <a:pt x="1" y="297"/>
                  </a:lnTo>
                  <a:lnTo>
                    <a:pt x="3" y="298"/>
                  </a:lnTo>
                  <a:lnTo>
                    <a:pt x="4" y="298"/>
                  </a:lnTo>
                  <a:lnTo>
                    <a:pt x="8" y="297"/>
                  </a:lnTo>
                  <a:lnTo>
                    <a:pt x="10" y="296"/>
                  </a:lnTo>
                  <a:lnTo>
                    <a:pt x="10" y="294"/>
                  </a:lnTo>
                  <a:lnTo>
                    <a:pt x="10" y="294"/>
                  </a:lnTo>
                  <a:lnTo>
                    <a:pt x="13" y="274"/>
                  </a:lnTo>
                  <a:lnTo>
                    <a:pt x="16" y="255"/>
                  </a:lnTo>
                  <a:lnTo>
                    <a:pt x="24" y="216"/>
                  </a:lnTo>
                  <a:lnTo>
                    <a:pt x="24" y="216"/>
                  </a:lnTo>
                  <a:lnTo>
                    <a:pt x="31" y="177"/>
                  </a:lnTo>
                  <a:lnTo>
                    <a:pt x="35" y="159"/>
                  </a:lnTo>
                  <a:lnTo>
                    <a:pt x="41" y="140"/>
                  </a:lnTo>
                  <a:lnTo>
                    <a:pt x="41" y="140"/>
                  </a:lnTo>
                  <a:lnTo>
                    <a:pt x="46" y="122"/>
                  </a:lnTo>
                  <a:lnTo>
                    <a:pt x="50" y="103"/>
                  </a:lnTo>
                  <a:lnTo>
                    <a:pt x="55" y="84"/>
                  </a:lnTo>
                  <a:lnTo>
                    <a:pt x="59" y="66"/>
                  </a:lnTo>
                  <a:lnTo>
                    <a:pt x="59" y="66"/>
                  </a:lnTo>
                  <a:lnTo>
                    <a:pt x="63" y="51"/>
                  </a:lnTo>
                  <a:lnTo>
                    <a:pt x="68" y="36"/>
                  </a:lnTo>
                  <a:lnTo>
                    <a:pt x="70" y="20"/>
                  </a:lnTo>
                  <a:lnTo>
                    <a:pt x="72" y="5"/>
                  </a:lnTo>
                  <a:lnTo>
                    <a:pt x="72" y="5"/>
                  </a:lnTo>
                  <a:lnTo>
                    <a:pt x="72" y="3"/>
                  </a:lnTo>
                  <a:lnTo>
                    <a:pt x="71" y="2"/>
                  </a:lnTo>
                  <a:lnTo>
                    <a:pt x="69" y="1"/>
                  </a:lnTo>
                  <a:lnTo>
                    <a:pt x="68" y="0"/>
                  </a:lnTo>
                  <a:lnTo>
                    <a:pt x="65" y="1"/>
                  </a:lnTo>
                  <a:lnTo>
                    <a:pt x="63" y="2"/>
                  </a:lnTo>
                  <a:lnTo>
                    <a:pt x="62" y="3"/>
                  </a:lnTo>
                  <a:lnTo>
                    <a:pt x="62" y="5"/>
                  </a:lnTo>
                  <a:lnTo>
                    <a:pt x="62"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0" name="Freeform 381"/>
            <p:cNvSpPr/>
            <p:nvPr/>
          </p:nvSpPr>
          <p:spPr bwMode="auto">
            <a:xfrm>
              <a:off x="4719638" y="3197225"/>
              <a:ext cx="39688" cy="139700"/>
            </a:xfrm>
            <a:custGeom>
              <a:avLst/>
              <a:gdLst/>
              <a:ahLst/>
              <a:cxnLst>
                <a:cxn ang="0">
                  <a:pos x="66" y="3"/>
                </a:cxn>
                <a:cxn ang="0">
                  <a:pos x="66" y="3"/>
                </a:cxn>
                <a:cxn ang="0">
                  <a:pos x="55" y="28"/>
                </a:cxn>
                <a:cxn ang="0">
                  <a:pos x="49" y="40"/>
                </a:cxn>
                <a:cxn ang="0">
                  <a:pos x="44" y="53"/>
                </a:cxn>
                <a:cxn ang="0">
                  <a:pos x="44" y="53"/>
                </a:cxn>
                <a:cxn ang="0">
                  <a:pos x="39" y="72"/>
                </a:cxn>
                <a:cxn ang="0">
                  <a:pos x="35" y="91"/>
                </a:cxn>
                <a:cxn ang="0">
                  <a:pos x="31" y="109"/>
                </a:cxn>
                <a:cxn ang="0">
                  <a:pos x="26" y="128"/>
                </a:cxn>
                <a:cxn ang="0">
                  <a:pos x="26" y="128"/>
                </a:cxn>
                <a:cxn ang="0">
                  <a:pos x="22" y="144"/>
                </a:cxn>
                <a:cxn ang="0">
                  <a:pos x="18" y="160"/>
                </a:cxn>
                <a:cxn ang="0">
                  <a:pos x="15" y="176"/>
                </a:cxn>
                <a:cxn ang="0">
                  <a:pos x="12" y="193"/>
                </a:cxn>
                <a:cxn ang="0">
                  <a:pos x="12" y="193"/>
                </a:cxn>
                <a:cxn ang="0">
                  <a:pos x="5" y="227"/>
                </a:cxn>
                <a:cxn ang="0">
                  <a:pos x="2" y="243"/>
                </a:cxn>
                <a:cxn ang="0">
                  <a:pos x="0" y="260"/>
                </a:cxn>
                <a:cxn ang="0">
                  <a:pos x="0" y="260"/>
                </a:cxn>
                <a:cxn ang="0">
                  <a:pos x="0" y="262"/>
                </a:cxn>
                <a:cxn ang="0">
                  <a:pos x="1" y="263"/>
                </a:cxn>
                <a:cxn ang="0">
                  <a:pos x="2" y="264"/>
                </a:cxn>
                <a:cxn ang="0">
                  <a:pos x="4" y="264"/>
                </a:cxn>
                <a:cxn ang="0">
                  <a:pos x="7" y="263"/>
                </a:cxn>
                <a:cxn ang="0">
                  <a:pos x="8" y="262"/>
                </a:cxn>
                <a:cxn ang="0">
                  <a:pos x="9" y="260"/>
                </a:cxn>
                <a:cxn ang="0">
                  <a:pos x="9" y="260"/>
                </a:cxn>
                <a:cxn ang="0">
                  <a:pos x="12" y="241"/>
                </a:cxn>
                <a:cxn ang="0">
                  <a:pos x="15" y="224"/>
                </a:cxn>
                <a:cxn ang="0">
                  <a:pos x="24" y="188"/>
                </a:cxn>
                <a:cxn ang="0">
                  <a:pos x="24" y="188"/>
                </a:cxn>
                <a:cxn ang="0">
                  <a:pos x="30" y="155"/>
                </a:cxn>
                <a:cxn ang="0">
                  <a:pos x="33" y="138"/>
                </a:cxn>
                <a:cxn ang="0">
                  <a:pos x="37" y="123"/>
                </a:cxn>
                <a:cxn ang="0">
                  <a:pos x="37" y="123"/>
                </a:cxn>
                <a:cxn ang="0">
                  <a:pos x="45" y="89"/>
                </a:cxn>
                <a:cxn ang="0">
                  <a:pos x="54" y="55"/>
                </a:cxn>
                <a:cxn ang="0">
                  <a:pos x="54" y="55"/>
                </a:cxn>
                <a:cxn ang="0">
                  <a:pos x="59" y="43"/>
                </a:cxn>
                <a:cxn ang="0">
                  <a:pos x="64" y="31"/>
                </a:cxn>
                <a:cxn ang="0">
                  <a:pos x="75" y="5"/>
                </a:cxn>
                <a:cxn ang="0">
                  <a:pos x="75" y="5"/>
                </a:cxn>
                <a:cxn ang="0">
                  <a:pos x="75" y="4"/>
                </a:cxn>
                <a:cxn ang="0">
                  <a:pos x="75" y="2"/>
                </a:cxn>
                <a:cxn ang="0">
                  <a:pos x="74" y="1"/>
                </a:cxn>
                <a:cxn ang="0">
                  <a:pos x="72" y="0"/>
                </a:cxn>
                <a:cxn ang="0">
                  <a:pos x="69" y="0"/>
                </a:cxn>
                <a:cxn ang="0">
                  <a:pos x="67" y="1"/>
                </a:cxn>
                <a:cxn ang="0">
                  <a:pos x="66" y="3"/>
                </a:cxn>
                <a:cxn ang="0">
                  <a:pos x="66" y="3"/>
                </a:cxn>
              </a:cxnLst>
              <a:rect l="0" t="0" r="r" b="b"/>
              <a:pathLst>
                <a:path w="75" h="264">
                  <a:moveTo>
                    <a:pt x="66" y="3"/>
                  </a:moveTo>
                  <a:lnTo>
                    <a:pt x="66" y="3"/>
                  </a:lnTo>
                  <a:lnTo>
                    <a:pt x="55" y="28"/>
                  </a:lnTo>
                  <a:lnTo>
                    <a:pt x="49" y="40"/>
                  </a:lnTo>
                  <a:lnTo>
                    <a:pt x="44" y="53"/>
                  </a:lnTo>
                  <a:lnTo>
                    <a:pt x="44" y="53"/>
                  </a:lnTo>
                  <a:lnTo>
                    <a:pt x="39" y="72"/>
                  </a:lnTo>
                  <a:lnTo>
                    <a:pt x="35" y="91"/>
                  </a:lnTo>
                  <a:lnTo>
                    <a:pt x="31" y="109"/>
                  </a:lnTo>
                  <a:lnTo>
                    <a:pt x="26" y="128"/>
                  </a:lnTo>
                  <a:lnTo>
                    <a:pt x="26" y="128"/>
                  </a:lnTo>
                  <a:lnTo>
                    <a:pt x="22" y="144"/>
                  </a:lnTo>
                  <a:lnTo>
                    <a:pt x="18" y="160"/>
                  </a:lnTo>
                  <a:lnTo>
                    <a:pt x="15" y="176"/>
                  </a:lnTo>
                  <a:lnTo>
                    <a:pt x="12" y="193"/>
                  </a:lnTo>
                  <a:lnTo>
                    <a:pt x="12" y="193"/>
                  </a:lnTo>
                  <a:lnTo>
                    <a:pt x="5" y="227"/>
                  </a:lnTo>
                  <a:lnTo>
                    <a:pt x="2" y="243"/>
                  </a:lnTo>
                  <a:lnTo>
                    <a:pt x="0" y="260"/>
                  </a:lnTo>
                  <a:lnTo>
                    <a:pt x="0" y="260"/>
                  </a:lnTo>
                  <a:lnTo>
                    <a:pt x="0" y="262"/>
                  </a:lnTo>
                  <a:lnTo>
                    <a:pt x="1" y="263"/>
                  </a:lnTo>
                  <a:lnTo>
                    <a:pt x="2" y="264"/>
                  </a:lnTo>
                  <a:lnTo>
                    <a:pt x="4" y="264"/>
                  </a:lnTo>
                  <a:lnTo>
                    <a:pt x="7" y="263"/>
                  </a:lnTo>
                  <a:lnTo>
                    <a:pt x="8" y="262"/>
                  </a:lnTo>
                  <a:lnTo>
                    <a:pt x="9" y="260"/>
                  </a:lnTo>
                  <a:lnTo>
                    <a:pt x="9" y="260"/>
                  </a:lnTo>
                  <a:lnTo>
                    <a:pt x="12" y="241"/>
                  </a:lnTo>
                  <a:lnTo>
                    <a:pt x="15" y="224"/>
                  </a:lnTo>
                  <a:lnTo>
                    <a:pt x="24" y="188"/>
                  </a:lnTo>
                  <a:lnTo>
                    <a:pt x="24" y="188"/>
                  </a:lnTo>
                  <a:lnTo>
                    <a:pt x="30" y="155"/>
                  </a:lnTo>
                  <a:lnTo>
                    <a:pt x="33" y="138"/>
                  </a:lnTo>
                  <a:lnTo>
                    <a:pt x="37" y="123"/>
                  </a:lnTo>
                  <a:lnTo>
                    <a:pt x="37" y="123"/>
                  </a:lnTo>
                  <a:lnTo>
                    <a:pt x="45" y="89"/>
                  </a:lnTo>
                  <a:lnTo>
                    <a:pt x="54" y="55"/>
                  </a:lnTo>
                  <a:lnTo>
                    <a:pt x="54" y="55"/>
                  </a:lnTo>
                  <a:lnTo>
                    <a:pt x="59" y="43"/>
                  </a:lnTo>
                  <a:lnTo>
                    <a:pt x="64" y="31"/>
                  </a:lnTo>
                  <a:lnTo>
                    <a:pt x="75" y="5"/>
                  </a:lnTo>
                  <a:lnTo>
                    <a:pt x="75" y="5"/>
                  </a:lnTo>
                  <a:lnTo>
                    <a:pt x="75" y="4"/>
                  </a:lnTo>
                  <a:lnTo>
                    <a:pt x="75" y="2"/>
                  </a:lnTo>
                  <a:lnTo>
                    <a:pt x="74" y="1"/>
                  </a:lnTo>
                  <a:lnTo>
                    <a:pt x="72" y="0"/>
                  </a:lnTo>
                  <a:lnTo>
                    <a:pt x="69" y="0"/>
                  </a:lnTo>
                  <a:lnTo>
                    <a:pt x="67" y="1"/>
                  </a:lnTo>
                  <a:lnTo>
                    <a:pt x="66" y="3"/>
                  </a:lnTo>
                  <a:lnTo>
                    <a:pt x="6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1" name="Freeform 382"/>
            <p:cNvSpPr/>
            <p:nvPr/>
          </p:nvSpPr>
          <p:spPr bwMode="auto">
            <a:xfrm>
              <a:off x="4773613" y="3186113"/>
              <a:ext cx="34925" cy="101600"/>
            </a:xfrm>
            <a:custGeom>
              <a:avLst/>
              <a:gdLst/>
              <a:ahLst/>
              <a:cxnLst>
                <a:cxn ang="0">
                  <a:pos x="59" y="4"/>
                </a:cxn>
                <a:cxn ang="0">
                  <a:pos x="59" y="4"/>
                </a:cxn>
                <a:cxn ang="0">
                  <a:pos x="57" y="11"/>
                </a:cxn>
                <a:cxn ang="0">
                  <a:pos x="53" y="18"/>
                </a:cxn>
                <a:cxn ang="0">
                  <a:pos x="46" y="31"/>
                </a:cxn>
                <a:cxn ang="0">
                  <a:pos x="46" y="31"/>
                </a:cxn>
                <a:cxn ang="0">
                  <a:pos x="42" y="36"/>
                </a:cxn>
                <a:cxn ang="0">
                  <a:pos x="41" y="42"/>
                </a:cxn>
                <a:cxn ang="0">
                  <a:pos x="40" y="54"/>
                </a:cxn>
                <a:cxn ang="0">
                  <a:pos x="40" y="54"/>
                </a:cxn>
                <a:cxn ang="0">
                  <a:pos x="36" y="74"/>
                </a:cxn>
                <a:cxn ang="0">
                  <a:pos x="31" y="93"/>
                </a:cxn>
                <a:cxn ang="0">
                  <a:pos x="18" y="132"/>
                </a:cxn>
                <a:cxn ang="0">
                  <a:pos x="18" y="132"/>
                </a:cxn>
                <a:cxn ang="0">
                  <a:pos x="10" y="153"/>
                </a:cxn>
                <a:cxn ang="0">
                  <a:pos x="2" y="174"/>
                </a:cxn>
                <a:cxn ang="0">
                  <a:pos x="2" y="174"/>
                </a:cxn>
                <a:cxn ang="0">
                  <a:pos x="1" y="178"/>
                </a:cxn>
                <a:cxn ang="0">
                  <a:pos x="0" y="182"/>
                </a:cxn>
                <a:cxn ang="0">
                  <a:pos x="1" y="186"/>
                </a:cxn>
                <a:cxn ang="0">
                  <a:pos x="4" y="189"/>
                </a:cxn>
                <a:cxn ang="0">
                  <a:pos x="4" y="189"/>
                </a:cxn>
                <a:cxn ang="0">
                  <a:pos x="6" y="190"/>
                </a:cxn>
                <a:cxn ang="0">
                  <a:pos x="7" y="190"/>
                </a:cxn>
                <a:cxn ang="0">
                  <a:pos x="9" y="189"/>
                </a:cxn>
                <a:cxn ang="0">
                  <a:pos x="10" y="188"/>
                </a:cxn>
                <a:cxn ang="0">
                  <a:pos x="10" y="185"/>
                </a:cxn>
                <a:cxn ang="0">
                  <a:pos x="10" y="183"/>
                </a:cxn>
                <a:cxn ang="0">
                  <a:pos x="9" y="181"/>
                </a:cxn>
                <a:cxn ang="0">
                  <a:pos x="9" y="181"/>
                </a:cxn>
                <a:cxn ang="0">
                  <a:pos x="9" y="180"/>
                </a:cxn>
                <a:cxn ang="0">
                  <a:pos x="10" y="178"/>
                </a:cxn>
                <a:cxn ang="0">
                  <a:pos x="14" y="170"/>
                </a:cxn>
                <a:cxn ang="0">
                  <a:pos x="19" y="163"/>
                </a:cxn>
                <a:cxn ang="0">
                  <a:pos x="21" y="158"/>
                </a:cxn>
                <a:cxn ang="0">
                  <a:pos x="21" y="158"/>
                </a:cxn>
                <a:cxn ang="0">
                  <a:pos x="24" y="144"/>
                </a:cxn>
                <a:cxn ang="0">
                  <a:pos x="28" y="130"/>
                </a:cxn>
                <a:cxn ang="0">
                  <a:pos x="38" y="102"/>
                </a:cxn>
                <a:cxn ang="0">
                  <a:pos x="38" y="102"/>
                </a:cxn>
                <a:cxn ang="0">
                  <a:pos x="42" y="89"/>
                </a:cxn>
                <a:cxn ang="0">
                  <a:pos x="46" y="75"/>
                </a:cxn>
                <a:cxn ang="0">
                  <a:pos x="51" y="48"/>
                </a:cxn>
                <a:cxn ang="0">
                  <a:pos x="51" y="48"/>
                </a:cxn>
                <a:cxn ang="0">
                  <a:pos x="52" y="42"/>
                </a:cxn>
                <a:cxn ang="0">
                  <a:pos x="54" y="37"/>
                </a:cxn>
                <a:cxn ang="0">
                  <a:pos x="59" y="27"/>
                </a:cxn>
                <a:cxn ang="0">
                  <a:pos x="64" y="18"/>
                </a:cxn>
                <a:cxn ang="0">
                  <a:pos x="66" y="11"/>
                </a:cxn>
                <a:cxn ang="0">
                  <a:pos x="68" y="6"/>
                </a:cxn>
                <a:cxn ang="0">
                  <a:pos x="68" y="6"/>
                </a:cxn>
                <a:cxn ang="0">
                  <a:pos x="68" y="4"/>
                </a:cxn>
                <a:cxn ang="0">
                  <a:pos x="67" y="2"/>
                </a:cxn>
                <a:cxn ang="0">
                  <a:pos x="64" y="1"/>
                </a:cxn>
                <a:cxn ang="0">
                  <a:pos x="62" y="0"/>
                </a:cxn>
                <a:cxn ang="0">
                  <a:pos x="61" y="1"/>
                </a:cxn>
                <a:cxn ang="0">
                  <a:pos x="60" y="2"/>
                </a:cxn>
                <a:cxn ang="0">
                  <a:pos x="59" y="4"/>
                </a:cxn>
                <a:cxn ang="0">
                  <a:pos x="59" y="4"/>
                </a:cxn>
              </a:cxnLst>
              <a:rect l="0" t="0" r="r" b="b"/>
              <a:pathLst>
                <a:path w="68" h="190">
                  <a:moveTo>
                    <a:pt x="59" y="4"/>
                  </a:moveTo>
                  <a:lnTo>
                    <a:pt x="59" y="4"/>
                  </a:lnTo>
                  <a:lnTo>
                    <a:pt x="57" y="11"/>
                  </a:lnTo>
                  <a:lnTo>
                    <a:pt x="53" y="18"/>
                  </a:lnTo>
                  <a:lnTo>
                    <a:pt x="46" y="31"/>
                  </a:lnTo>
                  <a:lnTo>
                    <a:pt x="46" y="31"/>
                  </a:lnTo>
                  <a:lnTo>
                    <a:pt x="42" y="36"/>
                  </a:lnTo>
                  <a:lnTo>
                    <a:pt x="41" y="42"/>
                  </a:lnTo>
                  <a:lnTo>
                    <a:pt x="40" y="54"/>
                  </a:lnTo>
                  <a:lnTo>
                    <a:pt x="40" y="54"/>
                  </a:lnTo>
                  <a:lnTo>
                    <a:pt x="36" y="74"/>
                  </a:lnTo>
                  <a:lnTo>
                    <a:pt x="31" y="93"/>
                  </a:lnTo>
                  <a:lnTo>
                    <a:pt x="18" y="132"/>
                  </a:lnTo>
                  <a:lnTo>
                    <a:pt x="18" y="132"/>
                  </a:lnTo>
                  <a:lnTo>
                    <a:pt x="10" y="153"/>
                  </a:lnTo>
                  <a:lnTo>
                    <a:pt x="2" y="174"/>
                  </a:lnTo>
                  <a:lnTo>
                    <a:pt x="2" y="174"/>
                  </a:lnTo>
                  <a:lnTo>
                    <a:pt x="1" y="178"/>
                  </a:lnTo>
                  <a:lnTo>
                    <a:pt x="0" y="182"/>
                  </a:lnTo>
                  <a:lnTo>
                    <a:pt x="1" y="186"/>
                  </a:lnTo>
                  <a:lnTo>
                    <a:pt x="4" y="189"/>
                  </a:lnTo>
                  <a:lnTo>
                    <a:pt x="4" y="189"/>
                  </a:lnTo>
                  <a:lnTo>
                    <a:pt x="6" y="190"/>
                  </a:lnTo>
                  <a:lnTo>
                    <a:pt x="7" y="190"/>
                  </a:lnTo>
                  <a:lnTo>
                    <a:pt x="9" y="189"/>
                  </a:lnTo>
                  <a:lnTo>
                    <a:pt x="10" y="188"/>
                  </a:lnTo>
                  <a:lnTo>
                    <a:pt x="10" y="185"/>
                  </a:lnTo>
                  <a:lnTo>
                    <a:pt x="10" y="183"/>
                  </a:lnTo>
                  <a:lnTo>
                    <a:pt x="9" y="181"/>
                  </a:lnTo>
                  <a:lnTo>
                    <a:pt x="9" y="181"/>
                  </a:lnTo>
                  <a:lnTo>
                    <a:pt x="9" y="180"/>
                  </a:lnTo>
                  <a:lnTo>
                    <a:pt x="10" y="178"/>
                  </a:lnTo>
                  <a:lnTo>
                    <a:pt x="14" y="170"/>
                  </a:lnTo>
                  <a:lnTo>
                    <a:pt x="19" y="163"/>
                  </a:lnTo>
                  <a:lnTo>
                    <a:pt x="21" y="158"/>
                  </a:lnTo>
                  <a:lnTo>
                    <a:pt x="21" y="158"/>
                  </a:lnTo>
                  <a:lnTo>
                    <a:pt x="24" y="144"/>
                  </a:lnTo>
                  <a:lnTo>
                    <a:pt x="28" y="130"/>
                  </a:lnTo>
                  <a:lnTo>
                    <a:pt x="38" y="102"/>
                  </a:lnTo>
                  <a:lnTo>
                    <a:pt x="38" y="102"/>
                  </a:lnTo>
                  <a:lnTo>
                    <a:pt x="42" y="89"/>
                  </a:lnTo>
                  <a:lnTo>
                    <a:pt x="46" y="75"/>
                  </a:lnTo>
                  <a:lnTo>
                    <a:pt x="51" y="48"/>
                  </a:lnTo>
                  <a:lnTo>
                    <a:pt x="51" y="48"/>
                  </a:lnTo>
                  <a:lnTo>
                    <a:pt x="52" y="42"/>
                  </a:lnTo>
                  <a:lnTo>
                    <a:pt x="54" y="37"/>
                  </a:lnTo>
                  <a:lnTo>
                    <a:pt x="59" y="27"/>
                  </a:lnTo>
                  <a:lnTo>
                    <a:pt x="64" y="18"/>
                  </a:lnTo>
                  <a:lnTo>
                    <a:pt x="66" y="11"/>
                  </a:lnTo>
                  <a:lnTo>
                    <a:pt x="68" y="6"/>
                  </a:lnTo>
                  <a:lnTo>
                    <a:pt x="68" y="6"/>
                  </a:lnTo>
                  <a:lnTo>
                    <a:pt x="68" y="4"/>
                  </a:lnTo>
                  <a:lnTo>
                    <a:pt x="67" y="2"/>
                  </a:lnTo>
                  <a:lnTo>
                    <a:pt x="64" y="1"/>
                  </a:lnTo>
                  <a:lnTo>
                    <a:pt x="62" y="0"/>
                  </a:lnTo>
                  <a:lnTo>
                    <a:pt x="61" y="1"/>
                  </a:lnTo>
                  <a:lnTo>
                    <a:pt x="60" y="2"/>
                  </a:lnTo>
                  <a:lnTo>
                    <a:pt x="59" y="4"/>
                  </a:lnTo>
                  <a:lnTo>
                    <a:pt x="5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2" name="Freeform 383"/>
            <p:cNvSpPr/>
            <p:nvPr/>
          </p:nvSpPr>
          <p:spPr bwMode="auto">
            <a:xfrm>
              <a:off x="4829175" y="3186113"/>
              <a:ext cx="22225" cy="73025"/>
            </a:xfrm>
            <a:custGeom>
              <a:avLst/>
              <a:gdLst/>
              <a:ahLst/>
              <a:cxnLst>
                <a:cxn ang="0">
                  <a:pos x="35" y="5"/>
                </a:cxn>
                <a:cxn ang="0">
                  <a:pos x="35" y="5"/>
                </a:cxn>
                <a:cxn ang="0">
                  <a:pos x="32" y="21"/>
                </a:cxn>
                <a:cxn ang="0">
                  <a:pos x="29" y="37"/>
                </a:cxn>
                <a:cxn ang="0">
                  <a:pos x="21" y="68"/>
                </a:cxn>
                <a:cxn ang="0">
                  <a:pos x="21" y="68"/>
                </a:cxn>
                <a:cxn ang="0">
                  <a:pos x="18" y="85"/>
                </a:cxn>
                <a:cxn ang="0">
                  <a:pos x="13" y="100"/>
                </a:cxn>
                <a:cxn ang="0">
                  <a:pos x="2" y="132"/>
                </a:cxn>
                <a:cxn ang="0">
                  <a:pos x="2" y="132"/>
                </a:cxn>
                <a:cxn ang="0">
                  <a:pos x="0" y="134"/>
                </a:cxn>
                <a:cxn ang="0">
                  <a:pos x="2" y="135"/>
                </a:cxn>
                <a:cxn ang="0">
                  <a:pos x="3" y="136"/>
                </a:cxn>
                <a:cxn ang="0">
                  <a:pos x="5" y="137"/>
                </a:cxn>
                <a:cxn ang="0">
                  <a:pos x="8" y="137"/>
                </a:cxn>
                <a:cxn ang="0">
                  <a:pos x="10" y="136"/>
                </a:cxn>
                <a:cxn ang="0">
                  <a:pos x="11" y="134"/>
                </a:cxn>
                <a:cxn ang="0">
                  <a:pos x="11" y="134"/>
                </a:cxn>
                <a:cxn ang="0">
                  <a:pos x="17" y="117"/>
                </a:cxn>
                <a:cxn ang="0">
                  <a:pos x="23" y="99"/>
                </a:cxn>
                <a:cxn ang="0">
                  <a:pos x="28" y="81"/>
                </a:cxn>
                <a:cxn ang="0">
                  <a:pos x="32" y="62"/>
                </a:cxn>
                <a:cxn ang="0">
                  <a:pos x="32" y="62"/>
                </a:cxn>
                <a:cxn ang="0">
                  <a:pos x="40" y="34"/>
                </a:cxn>
                <a:cxn ang="0">
                  <a:pos x="42" y="20"/>
                </a:cxn>
                <a:cxn ang="0">
                  <a:pos x="44" y="5"/>
                </a:cxn>
                <a:cxn ang="0">
                  <a:pos x="44" y="5"/>
                </a:cxn>
                <a:cxn ang="0">
                  <a:pos x="44" y="3"/>
                </a:cxn>
                <a:cxn ang="0">
                  <a:pos x="43" y="2"/>
                </a:cxn>
                <a:cxn ang="0">
                  <a:pos x="41" y="1"/>
                </a:cxn>
                <a:cxn ang="0">
                  <a:pos x="40" y="0"/>
                </a:cxn>
                <a:cxn ang="0">
                  <a:pos x="38" y="1"/>
                </a:cxn>
                <a:cxn ang="0">
                  <a:pos x="36" y="2"/>
                </a:cxn>
                <a:cxn ang="0">
                  <a:pos x="35" y="3"/>
                </a:cxn>
                <a:cxn ang="0">
                  <a:pos x="35" y="5"/>
                </a:cxn>
                <a:cxn ang="0">
                  <a:pos x="35" y="5"/>
                </a:cxn>
              </a:cxnLst>
              <a:rect l="0" t="0" r="r" b="b"/>
              <a:pathLst>
                <a:path w="44" h="137">
                  <a:moveTo>
                    <a:pt x="35" y="5"/>
                  </a:moveTo>
                  <a:lnTo>
                    <a:pt x="35" y="5"/>
                  </a:lnTo>
                  <a:lnTo>
                    <a:pt x="32" y="21"/>
                  </a:lnTo>
                  <a:lnTo>
                    <a:pt x="29" y="37"/>
                  </a:lnTo>
                  <a:lnTo>
                    <a:pt x="21" y="68"/>
                  </a:lnTo>
                  <a:lnTo>
                    <a:pt x="21" y="68"/>
                  </a:lnTo>
                  <a:lnTo>
                    <a:pt x="18" y="85"/>
                  </a:lnTo>
                  <a:lnTo>
                    <a:pt x="13" y="100"/>
                  </a:lnTo>
                  <a:lnTo>
                    <a:pt x="2" y="132"/>
                  </a:lnTo>
                  <a:lnTo>
                    <a:pt x="2" y="132"/>
                  </a:lnTo>
                  <a:lnTo>
                    <a:pt x="0" y="134"/>
                  </a:lnTo>
                  <a:lnTo>
                    <a:pt x="2" y="135"/>
                  </a:lnTo>
                  <a:lnTo>
                    <a:pt x="3" y="136"/>
                  </a:lnTo>
                  <a:lnTo>
                    <a:pt x="5" y="137"/>
                  </a:lnTo>
                  <a:lnTo>
                    <a:pt x="8" y="137"/>
                  </a:lnTo>
                  <a:lnTo>
                    <a:pt x="10" y="136"/>
                  </a:lnTo>
                  <a:lnTo>
                    <a:pt x="11" y="134"/>
                  </a:lnTo>
                  <a:lnTo>
                    <a:pt x="11" y="134"/>
                  </a:lnTo>
                  <a:lnTo>
                    <a:pt x="17" y="117"/>
                  </a:lnTo>
                  <a:lnTo>
                    <a:pt x="23" y="99"/>
                  </a:lnTo>
                  <a:lnTo>
                    <a:pt x="28" y="81"/>
                  </a:lnTo>
                  <a:lnTo>
                    <a:pt x="32" y="62"/>
                  </a:lnTo>
                  <a:lnTo>
                    <a:pt x="32" y="62"/>
                  </a:lnTo>
                  <a:lnTo>
                    <a:pt x="40" y="34"/>
                  </a:lnTo>
                  <a:lnTo>
                    <a:pt x="42" y="20"/>
                  </a:lnTo>
                  <a:lnTo>
                    <a:pt x="44" y="5"/>
                  </a:lnTo>
                  <a:lnTo>
                    <a:pt x="44" y="5"/>
                  </a:lnTo>
                  <a:lnTo>
                    <a:pt x="44" y="3"/>
                  </a:lnTo>
                  <a:lnTo>
                    <a:pt x="43" y="2"/>
                  </a:lnTo>
                  <a:lnTo>
                    <a:pt x="41" y="1"/>
                  </a:lnTo>
                  <a:lnTo>
                    <a:pt x="40" y="0"/>
                  </a:lnTo>
                  <a:lnTo>
                    <a:pt x="38" y="1"/>
                  </a:lnTo>
                  <a:lnTo>
                    <a:pt x="36" y="2"/>
                  </a:lnTo>
                  <a:lnTo>
                    <a:pt x="35" y="3"/>
                  </a:lnTo>
                  <a:lnTo>
                    <a:pt x="35" y="5"/>
                  </a:lnTo>
                  <a:lnTo>
                    <a:pt x="35"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3" name="Freeform 384"/>
            <p:cNvSpPr/>
            <p:nvPr/>
          </p:nvSpPr>
          <p:spPr bwMode="auto">
            <a:xfrm>
              <a:off x="4884738" y="3184525"/>
              <a:ext cx="9525" cy="12700"/>
            </a:xfrm>
            <a:custGeom>
              <a:avLst/>
              <a:gdLst/>
              <a:ahLst/>
              <a:cxnLst>
                <a:cxn ang="0">
                  <a:pos x="10" y="1"/>
                </a:cxn>
                <a:cxn ang="0">
                  <a:pos x="10" y="1"/>
                </a:cxn>
                <a:cxn ang="0">
                  <a:pos x="3" y="9"/>
                </a:cxn>
                <a:cxn ang="0">
                  <a:pos x="1" y="13"/>
                </a:cxn>
                <a:cxn ang="0">
                  <a:pos x="0" y="19"/>
                </a:cxn>
                <a:cxn ang="0">
                  <a:pos x="0" y="19"/>
                </a:cxn>
                <a:cxn ang="0">
                  <a:pos x="0" y="21"/>
                </a:cxn>
                <a:cxn ang="0">
                  <a:pos x="1" y="22"/>
                </a:cxn>
                <a:cxn ang="0">
                  <a:pos x="2" y="23"/>
                </a:cxn>
                <a:cxn ang="0">
                  <a:pos x="4" y="23"/>
                </a:cxn>
                <a:cxn ang="0">
                  <a:pos x="7" y="22"/>
                </a:cxn>
                <a:cxn ang="0">
                  <a:pos x="8" y="21"/>
                </a:cxn>
                <a:cxn ang="0">
                  <a:pos x="9" y="19"/>
                </a:cxn>
                <a:cxn ang="0">
                  <a:pos x="9" y="19"/>
                </a:cxn>
                <a:cxn ang="0">
                  <a:pos x="10" y="15"/>
                </a:cxn>
                <a:cxn ang="0">
                  <a:pos x="12" y="12"/>
                </a:cxn>
                <a:cxn ang="0">
                  <a:pos x="17" y="8"/>
                </a:cxn>
                <a:cxn ang="0">
                  <a:pos x="17" y="8"/>
                </a:cxn>
                <a:cxn ang="0">
                  <a:pos x="18" y="6"/>
                </a:cxn>
                <a:cxn ang="0">
                  <a:pos x="18" y="4"/>
                </a:cxn>
                <a:cxn ang="0">
                  <a:pos x="17" y="3"/>
                </a:cxn>
                <a:cxn ang="0">
                  <a:pos x="16" y="1"/>
                </a:cxn>
                <a:cxn ang="0">
                  <a:pos x="15" y="0"/>
                </a:cxn>
                <a:cxn ang="0">
                  <a:pos x="13" y="0"/>
                </a:cxn>
                <a:cxn ang="0">
                  <a:pos x="12" y="0"/>
                </a:cxn>
                <a:cxn ang="0">
                  <a:pos x="10" y="1"/>
                </a:cxn>
                <a:cxn ang="0">
                  <a:pos x="10" y="1"/>
                </a:cxn>
              </a:cxnLst>
              <a:rect l="0" t="0" r="r" b="b"/>
              <a:pathLst>
                <a:path w="18" h="23">
                  <a:moveTo>
                    <a:pt x="10" y="1"/>
                  </a:moveTo>
                  <a:lnTo>
                    <a:pt x="10" y="1"/>
                  </a:lnTo>
                  <a:lnTo>
                    <a:pt x="3" y="9"/>
                  </a:lnTo>
                  <a:lnTo>
                    <a:pt x="1" y="13"/>
                  </a:lnTo>
                  <a:lnTo>
                    <a:pt x="0" y="19"/>
                  </a:lnTo>
                  <a:lnTo>
                    <a:pt x="0" y="19"/>
                  </a:lnTo>
                  <a:lnTo>
                    <a:pt x="0" y="21"/>
                  </a:lnTo>
                  <a:lnTo>
                    <a:pt x="1" y="22"/>
                  </a:lnTo>
                  <a:lnTo>
                    <a:pt x="2" y="23"/>
                  </a:lnTo>
                  <a:lnTo>
                    <a:pt x="4" y="23"/>
                  </a:lnTo>
                  <a:lnTo>
                    <a:pt x="7" y="22"/>
                  </a:lnTo>
                  <a:lnTo>
                    <a:pt x="8" y="21"/>
                  </a:lnTo>
                  <a:lnTo>
                    <a:pt x="9" y="19"/>
                  </a:lnTo>
                  <a:lnTo>
                    <a:pt x="9" y="19"/>
                  </a:lnTo>
                  <a:lnTo>
                    <a:pt x="10" y="15"/>
                  </a:lnTo>
                  <a:lnTo>
                    <a:pt x="12" y="12"/>
                  </a:lnTo>
                  <a:lnTo>
                    <a:pt x="17" y="8"/>
                  </a:lnTo>
                  <a:lnTo>
                    <a:pt x="17" y="8"/>
                  </a:lnTo>
                  <a:lnTo>
                    <a:pt x="18" y="6"/>
                  </a:lnTo>
                  <a:lnTo>
                    <a:pt x="18" y="4"/>
                  </a:lnTo>
                  <a:lnTo>
                    <a:pt x="17" y="3"/>
                  </a:lnTo>
                  <a:lnTo>
                    <a:pt x="16" y="1"/>
                  </a:lnTo>
                  <a:lnTo>
                    <a:pt x="15" y="0"/>
                  </a:lnTo>
                  <a:lnTo>
                    <a:pt x="13" y="0"/>
                  </a:lnTo>
                  <a:lnTo>
                    <a:pt x="12" y="0"/>
                  </a:lnTo>
                  <a:lnTo>
                    <a:pt x="10" y="1"/>
                  </a:lnTo>
                  <a:lnTo>
                    <a:pt x="1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4" name="Freeform 385"/>
            <p:cNvSpPr/>
            <p:nvPr/>
          </p:nvSpPr>
          <p:spPr bwMode="auto">
            <a:xfrm>
              <a:off x="4586288" y="3460750"/>
              <a:ext cx="165100" cy="39688"/>
            </a:xfrm>
            <a:custGeom>
              <a:avLst/>
              <a:gdLst/>
              <a:ahLst/>
              <a:cxnLst>
                <a:cxn ang="0">
                  <a:pos x="306" y="66"/>
                </a:cxn>
                <a:cxn ang="0">
                  <a:pos x="306" y="66"/>
                </a:cxn>
                <a:cxn ang="0">
                  <a:pos x="297" y="67"/>
                </a:cxn>
                <a:cxn ang="0">
                  <a:pos x="288" y="66"/>
                </a:cxn>
                <a:cxn ang="0">
                  <a:pos x="279" y="63"/>
                </a:cxn>
                <a:cxn ang="0">
                  <a:pos x="268" y="59"/>
                </a:cxn>
                <a:cxn ang="0">
                  <a:pos x="249" y="51"/>
                </a:cxn>
                <a:cxn ang="0">
                  <a:pos x="232" y="45"/>
                </a:cxn>
                <a:cxn ang="0">
                  <a:pos x="232" y="45"/>
                </a:cxn>
                <a:cxn ang="0">
                  <a:pos x="194" y="35"/>
                </a:cxn>
                <a:cxn ang="0">
                  <a:pos x="157" y="24"/>
                </a:cxn>
                <a:cxn ang="0">
                  <a:pos x="157" y="24"/>
                </a:cxn>
                <a:cxn ang="0">
                  <a:pos x="139" y="20"/>
                </a:cxn>
                <a:cxn ang="0">
                  <a:pos x="121" y="17"/>
                </a:cxn>
                <a:cxn ang="0">
                  <a:pos x="102" y="14"/>
                </a:cxn>
                <a:cxn ang="0">
                  <a:pos x="85" y="11"/>
                </a:cxn>
                <a:cxn ang="0">
                  <a:pos x="85" y="11"/>
                </a:cxn>
                <a:cxn ang="0">
                  <a:pos x="64" y="7"/>
                </a:cxn>
                <a:cxn ang="0">
                  <a:pos x="44" y="3"/>
                </a:cxn>
                <a:cxn ang="0">
                  <a:pos x="25" y="1"/>
                </a:cxn>
                <a:cxn ang="0">
                  <a:pos x="4" y="0"/>
                </a:cxn>
                <a:cxn ang="0">
                  <a:pos x="4" y="0"/>
                </a:cxn>
                <a:cxn ang="0">
                  <a:pos x="2" y="0"/>
                </a:cxn>
                <a:cxn ang="0">
                  <a:pos x="1" y="1"/>
                </a:cxn>
                <a:cxn ang="0">
                  <a:pos x="0" y="2"/>
                </a:cxn>
                <a:cxn ang="0">
                  <a:pos x="0" y="4"/>
                </a:cxn>
                <a:cxn ang="0">
                  <a:pos x="0" y="6"/>
                </a:cxn>
                <a:cxn ang="0">
                  <a:pos x="1" y="7"/>
                </a:cxn>
                <a:cxn ang="0">
                  <a:pos x="2" y="8"/>
                </a:cxn>
                <a:cxn ang="0">
                  <a:pos x="4" y="9"/>
                </a:cxn>
                <a:cxn ang="0">
                  <a:pos x="4" y="9"/>
                </a:cxn>
                <a:cxn ang="0">
                  <a:pos x="26" y="10"/>
                </a:cxn>
                <a:cxn ang="0">
                  <a:pos x="47" y="13"/>
                </a:cxn>
                <a:cxn ang="0">
                  <a:pos x="68" y="17"/>
                </a:cxn>
                <a:cxn ang="0">
                  <a:pos x="90" y="21"/>
                </a:cxn>
                <a:cxn ang="0">
                  <a:pos x="90" y="21"/>
                </a:cxn>
                <a:cxn ang="0">
                  <a:pos x="109" y="25"/>
                </a:cxn>
                <a:cxn ang="0">
                  <a:pos x="130" y="30"/>
                </a:cxn>
                <a:cxn ang="0">
                  <a:pos x="151" y="34"/>
                </a:cxn>
                <a:cxn ang="0">
                  <a:pos x="170" y="39"/>
                </a:cxn>
                <a:cxn ang="0">
                  <a:pos x="170" y="39"/>
                </a:cxn>
                <a:cxn ang="0">
                  <a:pos x="191" y="45"/>
                </a:cxn>
                <a:cxn ang="0">
                  <a:pos x="213" y="50"/>
                </a:cxn>
                <a:cxn ang="0">
                  <a:pos x="234" y="56"/>
                </a:cxn>
                <a:cxn ang="0">
                  <a:pos x="255" y="63"/>
                </a:cxn>
                <a:cxn ang="0">
                  <a:pos x="255" y="63"/>
                </a:cxn>
                <a:cxn ang="0">
                  <a:pos x="281" y="73"/>
                </a:cxn>
                <a:cxn ang="0">
                  <a:pos x="288" y="74"/>
                </a:cxn>
                <a:cxn ang="0">
                  <a:pos x="294" y="75"/>
                </a:cxn>
                <a:cxn ang="0">
                  <a:pos x="301" y="76"/>
                </a:cxn>
                <a:cxn ang="0">
                  <a:pos x="309" y="75"/>
                </a:cxn>
                <a:cxn ang="0">
                  <a:pos x="309" y="75"/>
                </a:cxn>
                <a:cxn ang="0">
                  <a:pos x="311" y="74"/>
                </a:cxn>
                <a:cxn ang="0">
                  <a:pos x="312" y="73"/>
                </a:cxn>
                <a:cxn ang="0">
                  <a:pos x="312" y="71"/>
                </a:cxn>
                <a:cxn ang="0">
                  <a:pos x="312" y="70"/>
                </a:cxn>
                <a:cxn ang="0">
                  <a:pos x="310" y="67"/>
                </a:cxn>
                <a:cxn ang="0">
                  <a:pos x="308" y="66"/>
                </a:cxn>
                <a:cxn ang="0">
                  <a:pos x="306" y="66"/>
                </a:cxn>
                <a:cxn ang="0">
                  <a:pos x="306" y="66"/>
                </a:cxn>
              </a:cxnLst>
              <a:rect l="0" t="0" r="r" b="b"/>
              <a:pathLst>
                <a:path w="312" h="76">
                  <a:moveTo>
                    <a:pt x="306" y="66"/>
                  </a:moveTo>
                  <a:lnTo>
                    <a:pt x="306" y="66"/>
                  </a:lnTo>
                  <a:lnTo>
                    <a:pt x="297" y="67"/>
                  </a:lnTo>
                  <a:lnTo>
                    <a:pt x="288" y="66"/>
                  </a:lnTo>
                  <a:lnTo>
                    <a:pt x="279" y="63"/>
                  </a:lnTo>
                  <a:lnTo>
                    <a:pt x="268" y="59"/>
                  </a:lnTo>
                  <a:lnTo>
                    <a:pt x="249" y="51"/>
                  </a:lnTo>
                  <a:lnTo>
                    <a:pt x="232" y="45"/>
                  </a:lnTo>
                  <a:lnTo>
                    <a:pt x="232" y="45"/>
                  </a:lnTo>
                  <a:lnTo>
                    <a:pt x="194" y="35"/>
                  </a:lnTo>
                  <a:lnTo>
                    <a:pt x="157" y="24"/>
                  </a:lnTo>
                  <a:lnTo>
                    <a:pt x="157" y="24"/>
                  </a:lnTo>
                  <a:lnTo>
                    <a:pt x="139" y="20"/>
                  </a:lnTo>
                  <a:lnTo>
                    <a:pt x="121" y="17"/>
                  </a:lnTo>
                  <a:lnTo>
                    <a:pt x="102" y="14"/>
                  </a:lnTo>
                  <a:lnTo>
                    <a:pt x="85" y="11"/>
                  </a:lnTo>
                  <a:lnTo>
                    <a:pt x="85" y="11"/>
                  </a:lnTo>
                  <a:lnTo>
                    <a:pt x="64" y="7"/>
                  </a:lnTo>
                  <a:lnTo>
                    <a:pt x="44" y="3"/>
                  </a:lnTo>
                  <a:lnTo>
                    <a:pt x="25" y="1"/>
                  </a:lnTo>
                  <a:lnTo>
                    <a:pt x="4" y="0"/>
                  </a:lnTo>
                  <a:lnTo>
                    <a:pt x="4" y="0"/>
                  </a:lnTo>
                  <a:lnTo>
                    <a:pt x="2" y="0"/>
                  </a:lnTo>
                  <a:lnTo>
                    <a:pt x="1" y="1"/>
                  </a:lnTo>
                  <a:lnTo>
                    <a:pt x="0" y="2"/>
                  </a:lnTo>
                  <a:lnTo>
                    <a:pt x="0" y="4"/>
                  </a:lnTo>
                  <a:lnTo>
                    <a:pt x="0" y="6"/>
                  </a:lnTo>
                  <a:lnTo>
                    <a:pt x="1" y="7"/>
                  </a:lnTo>
                  <a:lnTo>
                    <a:pt x="2" y="8"/>
                  </a:lnTo>
                  <a:lnTo>
                    <a:pt x="4" y="9"/>
                  </a:lnTo>
                  <a:lnTo>
                    <a:pt x="4" y="9"/>
                  </a:lnTo>
                  <a:lnTo>
                    <a:pt x="26" y="10"/>
                  </a:lnTo>
                  <a:lnTo>
                    <a:pt x="47" y="13"/>
                  </a:lnTo>
                  <a:lnTo>
                    <a:pt x="68" y="17"/>
                  </a:lnTo>
                  <a:lnTo>
                    <a:pt x="90" y="21"/>
                  </a:lnTo>
                  <a:lnTo>
                    <a:pt x="90" y="21"/>
                  </a:lnTo>
                  <a:lnTo>
                    <a:pt x="109" y="25"/>
                  </a:lnTo>
                  <a:lnTo>
                    <a:pt x="130" y="30"/>
                  </a:lnTo>
                  <a:lnTo>
                    <a:pt x="151" y="34"/>
                  </a:lnTo>
                  <a:lnTo>
                    <a:pt x="170" y="39"/>
                  </a:lnTo>
                  <a:lnTo>
                    <a:pt x="170" y="39"/>
                  </a:lnTo>
                  <a:lnTo>
                    <a:pt x="191" y="45"/>
                  </a:lnTo>
                  <a:lnTo>
                    <a:pt x="213" y="50"/>
                  </a:lnTo>
                  <a:lnTo>
                    <a:pt x="234" y="56"/>
                  </a:lnTo>
                  <a:lnTo>
                    <a:pt x="255" y="63"/>
                  </a:lnTo>
                  <a:lnTo>
                    <a:pt x="255" y="63"/>
                  </a:lnTo>
                  <a:lnTo>
                    <a:pt x="281" y="73"/>
                  </a:lnTo>
                  <a:lnTo>
                    <a:pt x="288" y="74"/>
                  </a:lnTo>
                  <a:lnTo>
                    <a:pt x="294" y="75"/>
                  </a:lnTo>
                  <a:lnTo>
                    <a:pt x="301" y="76"/>
                  </a:lnTo>
                  <a:lnTo>
                    <a:pt x="309" y="75"/>
                  </a:lnTo>
                  <a:lnTo>
                    <a:pt x="309" y="75"/>
                  </a:lnTo>
                  <a:lnTo>
                    <a:pt x="311" y="74"/>
                  </a:lnTo>
                  <a:lnTo>
                    <a:pt x="312" y="73"/>
                  </a:lnTo>
                  <a:lnTo>
                    <a:pt x="312" y="71"/>
                  </a:lnTo>
                  <a:lnTo>
                    <a:pt x="312" y="70"/>
                  </a:lnTo>
                  <a:lnTo>
                    <a:pt x="310" y="67"/>
                  </a:lnTo>
                  <a:lnTo>
                    <a:pt x="308" y="66"/>
                  </a:lnTo>
                  <a:lnTo>
                    <a:pt x="306" y="66"/>
                  </a:lnTo>
                  <a:lnTo>
                    <a:pt x="306" y="6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5" name="Freeform 386"/>
            <p:cNvSpPr/>
            <p:nvPr/>
          </p:nvSpPr>
          <p:spPr bwMode="auto">
            <a:xfrm>
              <a:off x="4660900" y="3400425"/>
              <a:ext cx="171450" cy="47625"/>
            </a:xfrm>
            <a:custGeom>
              <a:avLst/>
              <a:gdLst/>
              <a:ahLst/>
              <a:cxnLst>
                <a:cxn ang="0">
                  <a:pos x="319" y="80"/>
                </a:cxn>
                <a:cxn ang="0">
                  <a:pos x="319" y="80"/>
                </a:cxn>
                <a:cxn ang="0">
                  <a:pos x="278" y="76"/>
                </a:cxn>
                <a:cxn ang="0">
                  <a:pos x="239" y="71"/>
                </a:cxn>
                <a:cxn ang="0">
                  <a:pos x="199" y="63"/>
                </a:cxn>
                <a:cxn ang="0">
                  <a:pos x="160" y="54"/>
                </a:cxn>
                <a:cxn ang="0">
                  <a:pos x="160" y="54"/>
                </a:cxn>
                <a:cxn ang="0">
                  <a:pos x="121" y="42"/>
                </a:cxn>
                <a:cxn ang="0">
                  <a:pos x="83" y="31"/>
                </a:cxn>
                <a:cxn ang="0">
                  <a:pos x="63" y="25"/>
                </a:cxn>
                <a:cxn ang="0">
                  <a:pos x="45" y="19"/>
                </a:cxn>
                <a:cxn ang="0">
                  <a:pos x="26" y="10"/>
                </a:cxn>
                <a:cxn ang="0">
                  <a:pos x="8" y="1"/>
                </a:cxn>
                <a:cxn ang="0">
                  <a:pos x="8" y="1"/>
                </a:cxn>
                <a:cxn ang="0">
                  <a:pos x="6" y="0"/>
                </a:cxn>
                <a:cxn ang="0">
                  <a:pos x="3" y="1"/>
                </a:cxn>
                <a:cxn ang="0">
                  <a:pos x="2" y="2"/>
                </a:cxn>
                <a:cxn ang="0">
                  <a:pos x="1" y="3"/>
                </a:cxn>
                <a:cxn ang="0">
                  <a:pos x="0" y="5"/>
                </a:cxn>
                <a:cxn ang="0">
                  <a:pos x="0" y="6"/>
                </a:cxn>
                <a:cxn ang="0">
                  <a:pos x="1" y="8"/>
                </a:cxn>
                <a:cxn ang="0">
                  <a:pos x="2" y="9"/>
                </a:cxn>
                <a:cxn ang="0">
                  <a:pos x="2" y="9"/>
                </a:cxn>
                <a:cxn ang="0">
                  <a:pos x="21" y="19"/>
                </a:cxn>
                <a:cxn ang="0">
                  <a:pos x="41" y="27"/>
                </a:cxn>
                <a:cxn ang="0">
                  <a:pos x="59" y="33"/>
                </a:cxn>
                <a:cxn ang="0">
                  <a:pos x="79" y="39"/>
                </a:cxn>
                <a:cxn ang="0">
                  <a:pos x="118" y="51"/>
                </a:cxn>
                <a:cxn ang="0">
                  <a:pos x="157" y="62"/>
                </a:cxn>
                <a:cxn ang="0">
                  <a:pos x="157" y="62"/>
                </a:cxn>
                <a:cxn ang="0">
                  <a:pos x="177" y="68"/>
                </a:cxn>
                <a:cxn ang="0">
                  <a:pos x="197" y="72"/>
                </a:cxn>
                <a:cxn ang="0">
                  <a:pos x="217" y="77"/>
                </a:cxn>
                <a:cxn ang="0">
                  <a:pos x="237" y="80"/>
                </a:cxn>
                <a:cxn ang="0">
                  <a:pos x="277" y="87"/>
                </a:cxn>
                <a:cxn ang="0">
                  <a:pos x="319" y="91"/>
                </a:cxn>
                <a:cxn ang="0">
                  <a:pos x="319" y="91"/>
                </a:cxn>
                <a:cxn ang="0">
                  <a:pos x="321" y="90"/>
                </a:cxn>
                <a:cxn ang="0">
                  <a:pos x="322" y="90"/>
                </a:cxn>
                <a:cxn ang="0">
                  <a:pos x="323" y="88"/>
                </a:cxn>
                <a:cxn ang="0">
                  <a:pos x="323" y="86"/>
                </a:cxn>
                <a:cxn ang="0">
                  <a:pos x="322" y="83"/>
                </a:cxn>
                <a:cxn ang="0">
                  <a:pos x="321" y="82"/>
                </a:cxn>
                <a:cxn ang="0">
                  <a:pos x="319" y="80"/>
                </a:cxn>
                <a:cxn ang="0">
                  <a:pos x="319" y="80"/>
                </a:cxn>
              </a:cxnLst>
              <a:rect l="0" t="0" r="r" b="b"/>
              <a:pathLst>
                <a:path w="323" h="91">
                  <a:moveTo>
                    <a:pt x="319" y="80"/>
                  </a:moveTo>
                  <a:lnTo>
                    <a:pt x="319" y="80"/>
                  </a:lnTo>
                  <a:lnTo>
                    <a:pt x="278" y="76"/>
                  </a:lnTo>
                  <a:lnTo>
                    <a:pt x="239" y="71"/>
                  </a:lnTo>
                  <a:lnTo>
                    <a:pt x="199" y="63"/>
                  </a:lnTo>
                  <a:lnTo>
                    <a:pt x="160" y="54"/>
                  </a:lnTo>
                  <a:lnTo>
                    <a:pt x="160" y="54"/>
                  </a:lnTo>
                  <a:lnTo>
                    <a:pt x="121" y="42"/>
                  </a:lnTo>
                  <a:lnTo>
                    <a:pt x="83" y="31"/>
                  </a:lnTo>
                  <a:lnTo>
                    <a:pt x="63" y="25"/>
                  </a:lnTo>
                  <a:lnTo>
                    <a:pt x="45" y="19"/>
                  </a:lnTo>
                  <a:lnTo>
                    <a:pt x="26" y="10"/>
                  </a:lnTo>
                  <a:lnTo>
                    <a:pt x="8" y="1"/>
                  </a:lnTo>
                  <a:lnTo>
                    <a:pt x="8" y="1"/>
                  </a:lnTo>
                  <a:lnTo>
                    <a:pt x="6" y="0"/>
                  </a:lnTo>
                  <a:lnTo>
                    <a:pt x="3" y="1"/>
                  </a:lnTo>
                  <a:lnTo>
                    <a:pt x="2" y="2"/>
                  </a:lnTo>
                  <a:lnTo>
                    <a:pt x="1" y="3"/>
                  </a:lnTo>
                  <a:lnTo>
                    <a:pt x="0" y="5"/>
                  </a:lnTo>
                  <a:lnTo>
                    <a:pt x="0" y="6"/>
                  </a:lnTo>
                  <a:lnTo>
                    <a:pt x="1" y="8"/>
                  </a:lnTo>
                  <a:lnTo>
                    <a:pt x="2" y="9"/>
                  </a:lnTo>
                  <a:lnTo>
                    <a:pt x="2" y="9"/>
                  </a:lnTo>
                  <a:lnTo>
                    <a:pt x="21" y="19"/>
                  </a:lnTo>
                  <a:lnTo>
                    <a:pt x="41" y="27"/>
                  </a:lnTo>
                  <a:lnTo>
                    <a:pt x="59" y="33"/>
                  </a:lnTo>
                  <a:lnTo>
                    <a:pt x="79" y="39"/>
                  </a:lnTo>
                  <a:lnTo>
                    <a:pt x="118" y="51"/>
                  </a:lnTo>
                  <a:lnTo>
                    <a:pt x="157" y="62"/>
                  </a:lnTo>
                  <a:lnTo>
                    <a:pt x="157" y="62"/>
                  </a:lnTo>
                  <a:lnTo>
                    <a:pt x="177" y="68"/>
                  </a:lnTo>
                  <a:lnTo>
                    <a:pt x="197" y="72"/>
                  </a:lnTo>
                  <a:lnTo>
                    <a:pt x="217" y="77"/>
                  </a:lnTo>
                  <a:lnTo>
                    <a:pt x="237" y="80"/>
                  </a:lnTo>
                  <a:lnTo>
                    <a:pt x="277" y="87"/>
                  </a:lnTo>
                  <a:lnTo>
                    <a:pt x="319" y="91"/>
                  </a:lnTo>
                  <a:lnTo>
                    <a:pt x="319" y="91"/>
                  </a:lnTo>
                  <a:lnTo>
                    <a:pt x="321" y="90"/>
                  </a:lnTo>
                  <a:lnTo>
                    <a:pt x="322" y="90"/>
                  </a:lnTo>
                  <a:lnTo>
                    <a:pt x="323" y="88"/>
                  </a:lnTo>
                  <a:lnTo>
                    <a:pt x="323" y="86"/>
                  </a:lnTo>
                  <a:lnTo>
                    <a:pt x="322" y="83"/>
                  </a:lnTo>
                  <a:lnTo>
                    <a:pt x="321" y="82"/>
                  </a:lnTo>
                  <a:lnTo>
                    <a:pt x="319" y="80"/>
                  </a:lnTo>
                  <a:lnTo>
                    <a:pt x="319" y="8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6" name="Freeform 387"/>
            <p:cNvSpPr/>
            <p:nvPr/>
          </p:nvSpPr>
          <p:spPr bwMode="auto">
            <a:xfrm>
              <a:off x="4708525" y="3362325"/>
              <a:ext cx="158750" cy="50800"/>
            </a:xfrm>
            <a:custGeom>
              <a:avLst/>
              <a:gdLst/>
              <a:ahLst/>
              <a:cxnLst>
                <a:cxn ang="0">
                  <a:pos x="294" y="84"/>
                </a:cxn>
                <a:cxn ang="0">
                  <a:pos x="294" y="84"/>
                </a:cxn>
                <a:cxn ang="0">
                  <a:pos x="290" y="85"/>
                </a:cxn>
                <a:cxn ang="0">
                  <a:pos x="287" y="85"/>
                </a:cxn>
                <a:cxn ang="0">
                  <a:pos x="282" y="83"/>
                </a:cxn>
                <a:cxn ang="0">
                  <a:pos x="278" y="79"/>
                </a:cxn>
                <a:cxn ang="0">
                  <a:pos x="273" y="76"/>
                </a:cxn>
                <a:cxn ang="0">
                  <a:pos x="273" y="76"/>
                </a:cxn>
                <a:cxn ang="0">
                  <a:pos x="266" y="72"/>
                </a:cxn>
                <a:cxn ang="0">
                  <a:pos x="257" y="69"/>
                </a:cxn>
                <a:cxn ang="0">
                  <a:pos x="240" y="63"/>
                </a:cxn>
                <a:cxn ang="0">
                  <a:pos x="240" y="63"/>
                </a:cxn>
                <a:cxn ang="0">
                  <a:pos x="222" y="58"/>
                </a:cxn>
                <a:cxn ang="0">
                  <a:pos x="205" y="52"/>
                </a:cxn>
                <a:cxn ang="0">
                  <a:pos x="169" y="45"/>
                </a:cxn>
                <a:cxn ang="0">
                  <a:pos x="169" y="45"/>
                </a:cxn>
                <a:cxn ang="0">
                  <a:pos x="128" y="36"/>
                </a:cxn>
                <a:cxn ang="0">
                  <a:pos x="87" y="25"/>
                </a:cxn>
                <a:cxn ang="0">
                  <a:pos x="67" y="20"/>
                </a:cxn>
                <a:cxn ang="0">
                  <a:pos x="47" y="14"/>
                </a:cxn>
                <a:cxn ang="0">
                  <a:pos x="27" y="8"/>
                </a:cxn>
                <a:cxn ang="0">
                  <a:pos x="7" y="0"/>
                </a:cxn>
                <a:cxn ang="0">
                  <a:pos x="7" y="0"/>
                </a:cxn>
                <a:cxn ang="0">
                  <a:pos x="5" y="0"/>
                </a:cxn>
                <a:cxn ang="0">
                  <a:pos x="3" y="0"/>
                </a:cxn>
                <a:cxn ang="0">
                  <a:pos x="1" y="2"/>
                </a:cxn>
                <a:cxn ang="0">
                  <a:pos x="0" y="4"/>
                </a:cxn>
                <a:cxn ang="0">
                  <a:pos x="0" y="6"/>
                </a:cxn>
                <a:cxn ang="0">
                  <a:pos x="1" y="7"/>
                </a:cxn>
                <a:cxn ang="0">
                  <a:pos x="3" y="8"/>
                </a:cxn>
                <a:cxn ang="0">
                  <a:pos x="3" y="8"/>
                </a:cxn>
                <a:cxn ang="0">
                  <a:pos x="23" y="16"/>
                </a:cxn>
                <a:cxn ang="0">
                  <a:pos x="43" y="23"/>
                </a:cxn>
                <a:cxn ang="0">
                  <a:pos x="63" y="30"/>
                </a:cxn>
                <a:cxn ang="0">
                  <a:pos x="84" y="35"/>
                </a:cxn>
                <a:cxn ang="0">
                  <a:pos x="125" y="44"/>
                </a:cxn>
                <a:cxn ang="0">
                  <a:pos x="167" y="54"/>
                </a:cxn>
                <a:cxn ang="0">
                  <a:pos x="167" y="54"/>
                </a:cxn>
                <a:cxn ang="0">
                  <a:pos x="210" y="65"/>
                </a:cxn>
                <a:cxn ang="0">
                  <a:pos x="232" y="70"/>
                </a:cxn>
                <a:cxn ang="0">
                  <a:pos x="253" y="78"/>
                </a:cxn>
                <a:cxn ang="0">
                  <a:pos x="253" y="78"/>
                </a:cxn>
                <a:cxn ang="0">
                  <a:pos x="263" y="83"/>
                </a:cxn>
                <a:cxn ang="0">
                  <a:pos x="274" y="90"/>
                </a:cxn>
                <a:cxn ang="0">
                  <a:pos x="279" y="93"/>
                </a:cxn>
                <a:cxn ang="0">
                  <a:pos x="285" y="95"/>
                </a:cxn>
                <a:cxn ang="0">
                  <a:pos x="290" y="95"/>
                </a:cxn>
                <a:cxn ang="0">
                  <a:pos x="296" y="94"/>
                </a:cxn>
                <a:cxn ang="0">
                  <a:pos x="296" y="94"/>
                </a:cxn>
                <a:cxn ang="0">
                  <a:pos x="298" y="93"/>
                </a:cxn>
                <a:cxn ang="0">
                  <a:pos x="299" y="92"/>
                </a:cxn>
                <a:cxn ang="0">
                  <a:pos x="299" y="87"/>
                </a:cxn>
                <a:cxn ang="0">
                  <a:pos x="298" y="86"/>
                </a:cxn>
                <a:cxn ang="0">
                  <a:pos x="297" y="84"/>
                </a:cxn>
                <a:cxn ang="0">
                  <a:pos x="296" y="84"/>
                </a:cxn>
                <a:cxn ang="0">
                  <a:pos x="294" y="84"/>
                </a:cxn>
                <a:cxn ang="0">
                  <a:pos x="294" y="84"/>
                </a:cxn>
              </a:cxnLst>
              <a:rect l="0" t="0" r="r" b="b"/>
              <a:pathLst>
                <a:path w="299" h="95">
                  <a:moveTo>
                    <a:pt x="294" y="84"/>
                  </a:moveTo>
                  <a:lnTo>
                    <a:pt x="294" y="84"/>
                  </a:lnTo>
                  <a:lnTo>
                    <a:pt x="290" y="85"/>
                  </a:lnTo>
                  <a:lnTo>
                    <a:pt x="287" y="85"/>
                  </a:lnTo>
                  <a:lnTo>
                    <a:pt x="282" y="83"/>
                  </a:lnTo>
                  <a:lnTo>
                    <a:pt x="278" y="79"/>
                  </a:lnTo>
                  <a:lnTo>
                    <a:pt x="273" y="76"/>
                  </a:lnTo>
                  <a:lnTo>
                    <a:pt x="273" y="76"/>
                  </a:lnTo>
                  <a:lnTo>
                    <a:pt x="266" y="72"/>
                  </a:lnTo>
                  <a:lnTo>
                    <a:pt x="257" y="69"/>
                  </a:lnTo>
                  <a:lnTo>
                    <a:pt x="240" y="63"/>
                  </a:lnTo>
                  <a:lnTo>
                    <a:pt x="240" y="63"/>
                  </a:lnTo>
                  <a:lnTo>
                    <a:pt x="222" y="58"/>
                  </a:lnTo>
                  <a:lnTo>
                    <a:pt x="205" y="52"/>
                  </a:lnTo>
                  <a:lnTo>
                    <a:pt x="169" y="45"/>
                  </a:lnTo>
                  <a:lnTo>
                    <a:pt x="169" y="45"/>
                  </a:lnTo>
                  <a:lnTo>
                    <a:pt x="128" y="36"/>
                  </a:lnTo>
                  <a:lnTo>
                    <a:pt x="87" y="25"/>
                  </a:lnTo>
                  <a:lnTo>
                    <a:pt x="67" y="20"/>
                  </a:lnTo>
                  <a:lnTo>
                    <a:pt x="47" y="14"/>
                  </a:lnTo>
                  <a:lnTo>
                    <a:pt x="27" y="8"/>
                  </a:lnTo>
                  <a:lnTo>
                    <a:pt x="7" y="0"/>
                  </a:lnTo>
                  <a:lnTo>
                    <a:pt x="7" y="0"/>
                  </a:lnTo>
                  <a:lnTo>
                    <a:pt x="5" y="0"/>
                  </a:lnTo>
                  <a:lnTo>
                    <a:pt x="3" y="0"/>
                  </a:lnTo>
                  <a:lnTo>
                    <a:pt x="1" y="2"/>
                  </a:lnTo>
                  <a:lnTo>
                    <a:pt x="0" y="4"/>
                  </a:lnTo>
                  <a:lnTo>
                    <a:pt x="0" y="6"/>
                  </a:lnTo>
                  <a:lnTo>
                    <a:pt x="1" y="7"/>
                  </a:lnTo>
                  <a:lnTo>
                    <a:pt x="3" y="8"/>
                  </a:lnTo>
                  <a:lnTo>
                    <a:pt x="3" y="8"/>
                  </a:lnTo>
                  <a:lnTo>
                    <a:pt x="23" y="16"/>
                  </a:lnTo>
                  <a:lnTo>
                    <a:pt x="43" y="23"/>
                  </a:lnTo>
                  <a:lnTo>
                    <a:pt x="63" y="30"/>
                  </a:lnTo>
                  <a:lnTo>
                    <a:pt x="84" y="35"/>
                  </a:lnTo>
                  <a:lnTo>
                    <a:pt x="125" y="44"/>
                  </a:lnTo>
                  <a:lnTo>
                    <a:pt x="167" y="54"/>
                  </a:lnTo>
                  <a:lnTo>
                    <a:pt x="167" y="54"/>
                  </a:lnTo>
                  <a:lnTo>
                    <a:pt x="210" y="65"/>
                  </a:lnTo>
                  <a:lnTo>
                    <a:pt x="232" y="70"/>
                  </a:lnTo>
                  <a:lnTo>
                    <a:pt x="253" y="78"/>
                  </a:lnTo>
                  <a:lnTo>
                    <a:pt x="253" y="78"/>
                  </a:lnTo>
                  <a:lnTo>
                    <a:pt x="263" y="83"/>
                  </a:lnTo>
                  <a:lnTo>
                    <a:pt x="274" y="90"/>
                  </a:lnTo>
                  <a:lnTo>
                    <a:pt x="279" y="93"/>
                  </a:lnTo>
                  <a:lnTo>
                    <a:pt x="285" y="95"/>
                  </a:lnTo>
                  <a:lnTo>
                    <a:pt x="290" y="95"/>
                  </a:lnTo>
                  <a:lnTo>
                    <a:pt x="296" y="94"/>
                  </a:lnTo>
                  <a:lnTo>
                    <a:pt x="296" y="94"/>
                  </a:lnTo>
                  <a:lnTo>
                    <a:pt x="298" y="93"/>
                  </a:lnTo>
                  <a:lnTo>
                    <a:pt x="299" y="92"/>
                  </a:lnTo>
                  <a:lnTo>
                    <a:pt x="299" y="87"/>
                  </a:lnTo>
                  <a:lnTo>
                    <a:pt x="298" y="86"/>
                  </a:lnTo>
                  <a:lnTo>
                    <a:pt x="297" y="84"/>
                  </a:lnTo>
                  <a:lnTo>
                    <a:pt x="296" y="84"/>
                  </a:lnTo>
                  <a:lnTo>
                    <a:pt x="294" y="84"/>
                  </a:lnTo>
                  <a:lnTo>
                    <a:pt x="294" y="8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7" name="Freeform 388"/>
            <p:cNvSpPr/>
            <p:nvPr/>
          </p:nvSpPr>
          <p:spPr bwMode="auto">
            <a:xfrm>
              <a:off x="4737100" y="3335338"/>
              <a:ext cx="131763" cy="30163"/>
            </a:xfrm>
            <a:custGeom>
              <a:avLst/>
              <a:gdLst/>
              <a:ahLst/>
              <a:cxnLst>
                <a:cxn ang="0">
                  <a:pos x="246" y="48"/>
                </a:cxn>
                <a:cxn ang="0">
                  <a:pos x="214" y="44"/>
                </a:cxn>
                <a:cxn ang="0">
                  <a:pos x="148" y="32"/>
                </a:cxn>
                <a:cxn ang="0">
                  <a:pos x="116" y="25"/>
                </a:cxn>
                <a:cxn ang="0">
                  <a:pos x="88" y="20"/>
                </a:cxn>
                <a:cxn ang="0">
                  <a:pos x="60" y="18"/>
                </a:cxn>
                <a:cxn ang="0">
                  <a:pos x="36" y="12"/>
                </a:cxn>
                <a:cxn ang="0">
                  <a:pos x="13" y="6"/>
                </a:cxn>
                <a:cxn ang="0">
                  <a:pos x="14" y="5"/>
                </a:cxn>
                <a:cxn ang="0">
                  <a:pos x="13" y="3"/>
                </a:cxn>
                <a:cxn ang="0">
                  <a:pos x="11" y="1"/>
                </a:cxn>
                <a:cxn ang="0">
                  <a:pos x="7" y="1"/>
                </a:cxn>
                <a:cxn ang="0">
                  <a:pos x="5" y="3"/>
                </a:cxn>
                <a:cxn ang="0">
                  <a:pos x="4" y="5"/>
                </a:cxn>
                <a:cxn ang="0">
                  <a:pos x="1" y="6"/>
                </a:cxn>
                <a:cxn ang="0">
                  <a:pos x="0" y="9"/>
                </a:cxn>
                <a:cxn ang="0">
                  <a:pos x="2" y="13"/>
                </a:cxn>
                <a:cxn ang="0">
                  <a:pos x="4" y="14"/>
                </a:cxn>
                <a:cxn ang="0">
                  <a:pos x="21" y="19"/>
                </a:cxn>
                <a:cxn ang="0">
                  <a:pos x="32" y="24"/>
                </a:cxn>
                <a:cxn ang="0">
                  <a:pos x="38" y="25"/>
                </a:cxn>
                <a:cxn ang="0">
                  <a:pos x="60" y="27"/>
                </a:cxn>
                <a:cxn ang="0">
                  <a:pos x="96" y="31"/>
                </a:cxn>
                <a:cxn ang="0">
                  <a:pos x="131" y="38"/>
                </a:cxn>
                <a:cxn ang="0">
                  <a:pos x="159" y="44"/>
                </a:cxn>
                <a:cxn ang="0">
                  <a:pos x="218" y="55"/>
                </a:cxn>
                <a:cxn ang="0">
                  <a:pos x="246" y="57"/>
                </a:cxn>
                <a:cxn ang="0">
                  <a:pos x="248" y="57"/>
                </a:cxn>
                <a:cxn ang="0">
                  <a:pos x="251" y="54"/>
                </a:cxn>
                <a:cxn ang="0">
                  <a:pos x="251" y="51"/>
                </a:cxn>
                <a:cxn ang="0">
                  <a:pos x="248" y="48"/>
                </a:cxn>
                <a:cxn ang="0">
                  <a:pos x="246" y="48"/>
                </a:cxn>
              </a:cxnLst>
              <a:rect l="0" t="0" r="r" b="b"/>
              <a:pathLst>
                <a:path w="251" h="57">
                  <a:moveTo>
                    <a:pt x="246" y="48"/>
                  </a:moveTo>
                  <a:lnTo>
                    <a:pt x="246" y="48"/>
                  </a:lnTo>
                  <a:lnTo>
                    <a:pt x="230" y="46"/>
                  </a:lnTo>
                  <a:lnTo>
                    <a:pt x="214" y="44"/>
                  </a:lnTo>
                  <a:lnTo>
                    <a:pt x="181" y="39"/>
                  </a:lnTo>
                  <a:lnTo>
                    <a:pt x="148" y="32"/>
                  </a:lnTo>
                  <a:lnTo>
                    <a:pt x="116" y="25"/>
                  </a:lnTo>
                  <a:lnTo>
                    <a:pt x="116" y="25"/>
                  </a:lnTo>
                  <a:lnTo>
                    <a:pt x="102" y="22"/>
                  </a:lnTo>
                  <a:lnTo>
                    <a:pt x="88" y="20"/>
                  </a:lnTo>
                  <a:lnTo>
                    <a:pt x="60" y="18"/>
                  </a:lnTo>
                  <a:lnTo>
                    <a:pt x="60" y="18"/>
                  </a:lnTo>
                  <a:lnTo>
                    <a:pt x="48" y="15"/>
                  </a:lnTo>
                  <a:lnTo>
                    <a:pt x="36" y="12"/>
                  </a:lnTo>
                  <a:lnTo>
                    <a:pt x="25" y="9"/>
                  </a:lnTo>
                  <a:lnTo>
                    <a:pt x="13" y="6"/>
                  </a:lnTo>
                  <a:lnTo>
                    <a:pt x="13" y="6"/>
                  </a:lnTo>
                  <a:lnTo>
                    <a:pt x="14" y="5"/>
                  </a:lnTo>
                  <a:lnTo>
                    <a:pt x="14" y="5"/>
                  </a:lnTo>
                  <a:lnTo>
                    <a:pt x="13" y="3"/>
                  </a:lnTo>
                  <a:lnTo>
                    <a:pt x="12" y="1"/>
                  </a:lnTo>
                  <a:lnTo>
                    <a:pt x="11" y="1"/>
                  </a:lnTo>
                  <a:lnTo>
                    <a:pt x="9" y="0"/>
                  </a:lnTo>
                  <a:lnTo>
                    <a:pt x="7" y="1"/>
                  </a:lnTo>
                  <a:lnTo>
                    <a:pt x="6" y="1"/>
                  </a:lnTo>
                  <a:lnTo>
                    <a:pt x="5" y="3"/>
                  </a:lnTo>
                  <a:lnTo>
                    <a:pt x="4" y="5"/>
                  </a:lnTo>
                  <a:lnTo>
                    <a:pt x="4" y="5"/>
                  </a:lnTo>
                  <a:lnTo>
                    <a:pt x="2" y="5"/>
                  </a:lnTo>
                  <a:lnTo>
                    <a:pt x="1" y="6"/>
                  </a:lnTo>
                  <a:lnTo>
                    <a:pt x="0" y="8"/>
                  </a:lnTo>
                  <a:lnTo>
                    <a:pt x="0" y="9"/>
                  </a:lnTo>
                  <a:lnTo>
                    <a:pt x="1" y="12"/>
                  </a:lnTo>
                  <a:lnTo>
                    <a:pt x="2" y="13"/>
                  </a:lnTo>
                  <a:lnTo>
                    <a:pt x="4" y="14"/>
                  </a:lnTo>
                  <a:lnTo>
                    <a:pt x="4" y="14"/>
                  </a:lnTo>
                  <a:lnTo>
                    <a:pt x="14" y="17"/>
                  </a:lnTo>
                  <a:lnTo>
                    <a:pt x="21" y="19"/>
                  </a:lnTo>
                  <a:lnTo>
                    <a:pt x="25" y="21"/>
                  </a:lnTo>
                  <a:lnTo>
                    <a:pt x="32" y="24"/>
                  </a:lnTo>
                  <a:lnTo>
                    <a:pt x="32" y="24"/>
                  </a:lnTo>
                  <a:lnTo>
                    <a:pt x="38" y="25"/>
                  </a:lnTo>
                  <a:lnTo>
                    <a:pt x="45" y="26"/>
                  </a:lnTo>
                  <a:lnTo>
                    <a:pt x="60" y="27"/>
                  </a:lnTo>
                  <a:lnTo>
                    <a:pt x="60" y="27"/>
                  </a:lnTo>
                  <a:lnTo>
                    <a:pt x="96" y="31"/>
                  </a:lnTo>
                  <a:lnTo>
                    <a:pt x="114" y="34"/>
                  </a:lnTo>
                  <a:lnTo>
                    <a:pt x="131" y="38"/>
                  </a:lnTo>
                  <a:lnTo>
                    <a:pt x="131" y="38"/>
                  </a:lnTo>
                  <a:lnTo>
                    <a:pt x="159" y="44"/>
                  </a:lnTo>
                  <a:lnTo>
                    <a:pt x="188" y="51"/>
                  </a:lnTo>
                  <a:lnTo>
                    <a:pt x="218" y="55"/>
                  </a:lnTo>
                  <a:lnTo>
                    <a:pt x="232" y="56"/>
                  </a:lnTo>
                  <a:lnTo>
                    <a:pt x="246" y="57"/>
                  </a:lnTo>
                  <a:lnTo>
                    <a:pt x="246" y="57"/>
                  </a:lnTo>
                  <a:lnTo>
                    <a:pt x="248" y="57"/>
                  </a:lnTo>
                  <a:lnTo>
                    <a:pt x="250" y="56"/>
                  </a:lnTo>
                  <a:lnTo>
                    <a:pt x="251" y="54"/>
                  </a:lnTo>
                  <a:lnTo>
                    <a:pt x="251" y="53"/>
                  </a:lnTo>
                  <a:lnTo>
                    <a:pt x="251" y="51"/>
                  </a:lnTo>
                  <a:lnTo>
                    <a:pt x="250" y="50"/>
                  </a:lnTo>
                  <a:lnTo>
                    <a:pt x="248" y="48"/>
                  </a:lnTo>
                  <a:lnTo>
                    <a:pt x="246" y="48"/>
                  </a:lnTo>
                  <a:lnTo>
                    <a:pt x="246" y="4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8" name="Freeform 389"/>
            <p:cNvSpPr/>
            <p:nvPr/>
          </p:nvSpPr>
          <p:spPr bwMode="auto">
            <a:xfrm>
              <a:off x="4838700" y="3271838"/>
              <a:ext cx="112713" cy="6350"/>
            </a:xfrm>
            <a:custGeom>
              <a:avLst/>
              <a:gdLst/>
              <a:ahLst/>
              <a:cxnLst>
                <a:cxn ang="0">
                  <a:pos x="209" y="0"/>
                </a:cxn>
                <a:cxn ang="0">
                  <a:pos x="5" y="0"/>
                </a:cxn>
                <a:cxn ang="0">
                  <a:pos x="5" y="0"/>
                </a:cxn>
                <a:cxn ang="0">
                  <a:pos x="3" y="1"/>
                </a:cxn>
                <a:cxn ang="0">
                  <a:pos x="1" y="2"/>
                </a:cxn>
                <a:cxn ang="0">
                  <a:pos x="0" y="3"/>
                </a:cxn>
                <a:cxn ang="0">
                  <a:pos x="0" y="5"/>
                </a:cxn>
                <a:cxn ang="0">
                  <a:pos x="0" y="7"/>
                </a:cxn>
                <a:cxn ang="0">
                  <a:pos x="1" y="8"/>
                </a:cxn>
                <a:cxn ang="0">
                  <a:pos x="3" y="9"/>
                </a:cxn>
                <a:cxn ang="0">
                  <a:pos x="5" y="11"/>
                </a:cxn>
                <a:cxn ang="0">
                  <a:pos x="209" y="11"/>
                </a:cxn>
                <a:cxn ang="0">
                  <a:pos x="209" y="11"/>
                </a:cxn>
                <a:cxn ang="0">
                  <a:pos x="211" y="9"/>
                </a:cxn>
                <a:cxn ang="0">
                  <a:pos x="212" y="8"/>
                </a:cxn>
                <a:cxn ang="0">
                  <a:pos x="213" y="7"/>
                </a:cxn>
                <a:cxn ang="0">
                  <a:pos x="213" y="5"/>
                </a:cxn>
                <a:cxn ang="0">
                  <a:pos x="213" y="3"/>
                </a:cxn>
                <a:cxn ang="0">
                  <a:pos x="212" y="2"/>
                </a:cxn>
                <a:cxn ang="0">
                  <a:pos x="211" y="1"/>
                </a:cxn>
                <a:cxn ang="0">
                  <a:pos x="209" y="0"/>
                </a:cxn>
                <a:cxn ang="0">
                  <a:pos x="209" y="0"/>
                </a:cxn>
              </a:cxnLst>
              <a:rect l="0" t="0" r="r" b="b"/>
              <a:pathLst>
                <a:path w="213" h="11">
                  <a:moveTo>
                    <a:pt x="209" y="0"/>
                  </a:moveTo>
                  <a:lnTo>
                    <a:pt x="5" y="0"/>
                  </a:lnTo>
                  <a:lnTo>
                    <a:pt x="5" y="0"/>
                  </a:lnTo>
                  <a:lnTo>
                    <a:pt x="3" y="1"/>
                  </a:lnTo>
                  <a:lnTo>
                    <a:pt x="1" y="2"/>
                  </a:lnTo>
                  <a:lnTo>
                    <a:pt x="0" y="3"/>
                  </a:lnTo>
                  <a:lnTo>
                    <a:pt x="0" y="5"/>
                  </a:lnTo>
                  <a:lnTo>
                    <a:pt x="0" y="7"/>
                  </a:lnTo>
                  <a:lnTo>
                    <a:pt x="1" y="8"/>
                  </a:lnTo>
                  <a:lnTo>
                    <a:pt x="3" y="9"/>
                  </a:lnTo>
                  <a:lnTo>
                    <a:pt x="5" y="11"/>
                  </a:lnTo>
                  <a:lnTo>
                    <a:pt x="209" y="11"/>
                  </a:lnTo>
                  <a:lnTo>
                    <a:pt x="209" y="11"/>
                  </a:lnTo>
                  <a:lnTo>
                    <a:pt x="211" y="9"/>
                  </a:lnTo>
                  <a:lnTo>
                    <a:pt x="212" y="8"/>
                  </a:lnTo>
                  <a:lnTo>
                    <a:pt x="213" y="7"/>
                  </a:lnTo>
                  <a:lnTo>
                    <a:pt x="213" y="5"/>
                  </a:lnTo>
                  <a:lnTo>
                    <a:pt x="213" y="3"/>
                  </a:lnTo>
                  <a:lnTo>
                    <a:pt x="212" y="2"/>
                  </a:lnTo>
                  <a:lnTo>
                    <a:pt x="211" y="1"/>
                  </a:lnTo>
                  <a:lnTo>
                    <a:pt x="209" y="0"/>
                  </a:lnTo>
                  <a:lnTo>
                    <a:pt x="209"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9" name="Freeform 390"/>
            <p:cNvSpPr/>
            <p:nvPr/>
          </p:nvSpPr>
          <p:spPr bwMode="auto">
            <a:xfrm>
              <a:off x="4260850" y="3252788"/>
              <a:ext cx="73025" cy="128588"/>
            </a:xfrm>
            <a:custGeom>
              <a:avLst/>
              <a:gdLst/>
              <a:ahLst/>
              <a:cxnLst>
                <a:cxn ang="0">
                  <a:pos x="127" y="2"/>
                </a:cxn>
                <a:cxn ang="0">
                  <a:pos x="127" y="2"/>
                </a:cxn>
                <a:cxn ang="0">
                  <a:pos x="93" y="60"/>
                </a:cxn>
                <a:cxn ang="0">
                  <a:pos x="61" y="118"/>
                </a:cxn>
                <a:cxn ang="0">
                  <a:pos x="30" y="177"/>
                </a:cxn>
                <a:cxn ang="0">
                  <a:pos x="15" y="207"/>
                </a:cxn>
                <a:cxn ang="0">
                  <a:pos x="0" y="237"/>
                </a:cxn>
                <a:cxn ang="0">
                  <a:pos x="0" y="237"/>
                </a:cxn>
                <a:cxn ang="0">
                  <a:pos x="0" y="239"/>
                </a:cxn>
                <a:cxn ang="0">
                  <a:pos x="0" y="241"/>
                </a:cxn>
                <a:cxn ang="0">
                  <a:pos x="2" y="243"/>
                </a:cxn>
                <a:cxn ang="0">
                  <a:pos x="4" y="244"/>
                </a:cxn>
                <a:cxn ang="0">
                  <a:pos x="7" y="244"/>
                </a:cxn>
                <a:cxn ang="0">
                  <a:pos x="8" y="243"/>
                </a:cxn>
                <a:cxn ang="0">
                  <a:pos x="9" y="242"/>
                </a:cxn>
                <a:cxn ang="0">
                  <a:pos x="9" y="242"/>
                </a:cxn>
                <a:cxn ang="0">
                  <a:pos x="23" y="211"/>
                </a:cxn>
                <a:cxn ang="0">
                  <a:pos x="39" y="182"/>
                </a:cxn>
                <a:cxn ang="0">
                  <a:pos x="70" y="123"/>
                </a:cxn>
                <a:cxn ang="0">
                  <a:pos x="102" y="65"/>
                </a:cxn>
                <a:cxn ang="0">
                  <a:pos x="136" y="7"/>
                </a:cxn>
                <a:cxn ang="0">
                  <a:pos x="136" y="7"/>
                </a:cxn>
                <a:cxn ang="0">
                  <a:pos x="136" y="5"/>
                </a:cxn>
                <a:cxn ang="0">
                  <a:pos x="136" y="3"/>
                </a:cxn>
                <a:cxn ang="0">
                  <a:pos x="135" y="2"/>
                </a:cxn>
                <a:cxn ang="0">
                  <a:pos x="134" y="1"/>
                </a:cxn>
                <a:cxn ang="0">
                  <a:pos x="131" y="0"/>
                </a:cxn>
                <a:cxn ang="0">
                  <a:pos x="130" y="0"/>
                </a:cxn>
                <a:cxn ang="0">
                  <a:pos x="128" y="1"/>
                </a:cxn>
                <a:cxn ang="0">
                  <a:pos x="127" y="2"/>
                </a:cxn>
                <a:cxn ang="0">
                  <a:pos x="127" y="2"/>
                </a:cxn>
              </a:cxnLst>
              <a:rect l="0" t="0" r="r" b="b"/>
              <a:pathLst>
                <a:path w="136" h="244">
                  <a:moveTo>
                    <a:pt x="127" y="2"/>
                  </a:moveTo>
                  <a:lnTo>
                    <a:pt x="127" y="2"/>
                  </a:lnTo>
                  <a:lnTo>
                    <a:pt x="93" y="60"/>
                  </a:lnTo>
                  <a:lnTo>
                    <a:pt x="61" y="118"/>
                  </a:lnTo>
                  <a:lnTo>
                    <a:pt x="30" y="177"/>
                  </a:lnTo>
                  <a:lnTo>
                    <a:pt x="15" y="207"/>
                  </a:lnTo>
                  <a:lnTo>
                    <a:pt x="0" y="237"/>
                  </a:lnTo>
                  <a:lnTo>
                    <a:pt x="0" y="237"/>
                  </a:lnTo>
                  <a:lnTo>
                    <a:pt x="0" y="239"/>
                  </a:lnTo>
                  <a:lnTo>
                    <a:pt x="0" y="241"/>
                  </a:lnTo>
                  <a:lnTo>
                    <a:pt x="2" y="243"/>
                  </a:lnTo>
                  <a:lnTo>
                    <a:pt x="4" y="244"/>
                  </a:lnTo>
                  <a:lnTo>
                    <a:pt x="7" y="244"/>
                  </a:lnTo>
                  <a:lnTo>
                    <a:pt x="8" y="243"/>
                  </a:lnTo>
                  <a:lnTo>
                    <a:pt x="9" y="242"/>
                  </a:lnTo>
                  <a:lnTo>
                    <a:pt x="9" y="242"/>
                  </a:lnTo>
                  <a:lnTo>
                    <a:pt x="23" y="211"/>
                  </a:lnTo>
                  <a:lnTo>
                    <a:pt x="39" y="182"/>
                  </a:lnTo>
                  <a:lnTo>
                    <a:pt x="70" y="123"/>
                  </a:lnTo>
                  <a:lnTo>
                    <a:pt x="102" y="65"/>
                  </a:lnTo>
                  <a:lnTo>
                    <a:pt x="136" y="7"/>
                  </a:lnTo>
                  <a:lnTo>
                    <a:pt x="136" y="7"/>
                  </a:lnTo>
                  <a:lnTo>
                    <a:pt x="136" y="5"/>
                  </a:lnTo>
                  <a:lnTo>
                    <a:pt x="136" y="3"/>
                  </a:lnTo>
                  <a:lnTo>
                    <a:pt x="135" y="2"/>
                  </a:lnTo>
                  <a:lnTo>
                    <a:pt x="134" y="1"/>
                  </a:lnTo>
                  <a:lnTo>
                    <a:pt x="131" y="0"/>
                  </a:lnTo>
                  <a:lnTo>
                    <a:pt x="130" y="0"/>
                  </a:lnTo>
                  <a:lnTo>
                    <a:pt x="128" y="1"/>
                  </a:lnTo>
                  <a:lnTo>
                    <a:pt x="127" y="2"/>
                  </a:lnTo>
                  <a:lnTo>
                    <a:pt x="12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0" name="Freeform 391"/>
            <p:cNvSpPr/>
            <p:nvPr/>
          </p:nvSpPr>
          <p:spPr bwMode="auto">
            <a:xfrm>
              <a:off x="4311650" y="3292475"/>
              <a:ext cx="50800" cy="82550"/>
            </a:xfrm>
            <a:custGeom>
              <a:avLst/>
              <a:gdLst/>
              <a:ahLst/>
              <a:cxnLst>
                <a:cxn ang="0">
                  <a:pos x="90" y="3"/>
                </a:cxn>
                <a:cxn ang="0">
                  <a:pos x="90" y="3"/>
                </a:cxn>
                <a:cxn ang="0">
                  <a:pos x="45" y="75"/>
                </a:cxn>
                <a:cxn ang="0">
                  <a:pos x="23" y="111"/>
                </a:cxn>
                <a:cxn ang="0">
                  <a:pos x="1" y="148"/>
                </a:cxn>
                <a:cxn ang="0">
                  <a:pos x="1" y="148"/>
                </a:cxn>
                <a:cxn ang="0">
                  <a:pos x="0" y="150"/>
                </a:cxn>
                <a:cxn ang="0">
                  <a:pos x="1" y="151"/>
                </a:cxn>
                <a:cxn ang="0">
                  <a:pos x="2" y="153"/>
                </a:cxn>
                <a:cxn ang="0">
                  <a:pos x="3" y="154"/>
                </a:cxn>
                <a:cxn ang="0">
                  <a:pos x="4" y="154"/>
                </a:cxn>
                <a:cxn ang="0">
                  <a:pos x="6" y="154"/>
                </a:cxn>
                <a:cxn ang="0">
                  <a:pos x="9" y="154"/>
                </a:cxn>
                <a:cxn ang="0">
                  <a:pos x="10" y="152"/>
                </a:cxn>
                <a:cxn ang="0">
                  <a:pos x="10" y="152"/>
                </a:cxn>
                <a:cxn ang="0">
                  <a:pos x="31" y="116"/>
                </a:cxn>
                <a:cxn ang="0">
                  <a:pos x="53" y="80"/>
                </a:cxn>
                <a:cxn ang="0">
                  <a:pos x="98" y="8"/>
                </a:cxn>
                <a:cxn ang="0">
                  <a:pos x="98" y="8"/>
                </a:cxn>
                <a:cxn ang="0">
                  <a:pos x="98" y="6"/>
                </a:cxn>
                <a:cxn ang="0">
                  <a:pos x="98" y="4"/>
                </a:cxn>
                <a:cxn ang="0">
                  <a:pos x="97" y="3"/>
                </a:cxn>
                <a:cxn ang="0">
                  <a:pos x="96" y="0"/>
                </a:cxn>
                <a:cxn ang="0">
                  <a:pos x="94" y="0"/>
                </a:cxn>
                <a:cxn ang="0">
                  <a:pos x="93" y="0"/>
                </a:cxn>
                <a:cxn ang="0">
                  <a:pos x="91" y="0"/>
                </a:cxn>
                <a:cxn ang="0">
                  <a:pos x="90" y="3"/>
                </a:cxn>
                <a:cxn ang="0">
                  <a:pos x="90" y="3"/>
                </a:cxn>
              </a:cxnLst>
              <a:rect l="0" t="0" r="r" b="b"/>
              <a:pathLst>
                <a:path w="98" h="154">
                  <a:moveTo>
                    <a:pt x="90" y="3"/>
                  </a:moveTo>
                  <a:lnTo>
                    <a:pt x="90" y="3"/>
                  </a:lnTo>
                  <a:lnTo>
                    <a:pt x="45" y="75"/>
                  </a:lnTo>
                  <a:lnTo>
                    <a:pt x="23" y="111"/>
                  </a:lnTo>
                  <a:lnTo>
                    <a:pt x="1" y="148"/>
                  </a:lnTo>
                  <a:lnTo>
                    <a:pt x="1" y="148"/>
                  </a:lnTo>
                  <a:lnTo>
                    <a:pt x="0" y="150"/>
                  </a:lnTo>
                  <a:lnTo>
                    <a:pt x="1" y="151"/>
                  </a:lnTo>
                  <a:lnTo>
                    <a:pt x="2" y="153"/>
                  </a:lnTo>
                  <a:lnTo>
                    <a:pt x="3" y="154"/>
                  </a:lnTo>
                  <a:lnTo>
                    <a:pt x="4" y="154"/>
                  </a:lnTo>
                  <a:lnTo>
                    <a:pt x="6" y="154"/>
                  </a:lnTo>
                  <a:lnTo>
                    <a:pt x="9" y="154"/>
                  </a:lnTo>
                  <a:lnTo>
                    <a:pt x="10" y="152"/>
                  </a:lnTo>
                  <a:lnTo>
                    <a:pt x="10" y="152"/>
                  </a:lnTo>
                  <a:lnTo>
                    <a:pt x="31" y="116"/>
                  </a:lnTo>
                  <a:lnTo>
                    <a:pt x="53" y="80"/>
                  </a:lnTo>
                  <a:lnTo>
                    <a:pt x="98" y="8"/>
                  </a:lnTo>
                  <a:lnTo>
                    <a:pt x="98" y="8"/>
                  </a:lnTo>
                  <a:lnTo>
                    <a:pt x="98" y="6"/>
                  </a:lnTo>
                  <a:lnTo>
                    <a:pt x="98" y="4"/>
                  </a:lnTo>
                  <a:lnTo>
                    <a:pt x="97" y="3"/>
                  </a:lnTo>
                  <a:lnTo>
                    <a:pt x="96" y="0"/>
                  </a:lnTo>
                  <a:lnTo>
                    <a:pt x="94" y="0"/>
                  </a:lnTo>
                  <a:lnTo>
                    <a:pt x="93" y="0"/>
                  </a:lnTo>
                  <a:lnTo>
                    <a:pt x="91" y="0"/>
                  </a:lnTo>
                  <a:lnTo>
                    <a:pt x="90" y="3"/>
                  </a:lnTo>
                  <a:lnTo>
                    <a:pt x="90"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1" name="Freeform 392"/>
            <p:cNvSpPr/>
            <p:nvPr/>
          </p:nvSpPr>
          <p:spPr bwMode="auto">
            <a:xfrm>
              <a:off x="4529138" y="3536950"/>
              <a:ext cx="41275" cy="85725"/>
            </a:xfrm>
            <a:custGeom>
              <a:avLst/>
              <a:gdLst/>
              <a:ahLst/>
              <a:cxnLst>
                <a:cxn ang="0">
                  <a:pos x="71" y="3"/>
                </a:cxn>
                <a:cxn ang="0">
                  <a:pos x="71" y="3"/>
                </a:cxn>
                <a:cxn ang="0">
                  <a:pos x="52" y="40"/>
                </a:cxn>
                <a:cxn ang="0">
                  <a:pos x="33" y="79"/>
                </a:cxn>
                <a:cxn ang="0">
                  <a:pos x="17" y="117"/>
                </a:cxn>
                <a:cxn ang="0">
                  <a:pos x="0" y="156"/>
                </a:cxn>
                <a:cxn ang="0">
                  <a:pos x="0" y="156"/>
                </a:cxn>
                <a:cxn ang="0">
                  <a:pos x="0" y="158"/>
                </a:cxn>
                <a:cxn ang="0">
                  <a:pos x="1" y="159"/>
                </a:cxn>
                <a:cxn ang="0">
                  <a:pos x="2" y="160"/>
                </a:cxn>
                <a:cxn ang="0">
                  <a:pos x="3" y="161"/>
                </a:cxn>
                <a:cxn ang="0">
                  <a:pos x="8" y="161"/>
                </a:cxn>
                <a:cxn ang="0">
                  <a:pos x="9" y="160"/>
                </a:cxn>
                <a:cxn ang="0">
                  <a:pos x="10" y="158"/>
                </a:cxn>
                <a:cxn ang="0">
                  <a:pos x="10" y="158"/>
                </a:cxn>
                <a:cxn ang="0">
                  <a:pos x="25" y="120"/>
                </a:cxn>
                <a:cxn ang="0">
                  <a:pos x="43" y="82"/>
                </a:cxn>
                <a:cxn ang="0">
                  <a:pos x="60" y="45"/>
                </a:cxn>
                <a:cxn ang="0">
                  <a:pos x="79" y="7"/>
                </a:cxn>
                <a:cxn ang="0">
                  <a:pos x="79" y="7"/>
                </a:cxn>
                <a:cxn ang="0">
                  <a:pos x="80" y="5"/>
                </a:cxn>
                <a:cxn ang="0">
                  <a:pos x="79" y="4"/>
                </a:cxn>
                <a:cxn ang="0">
                  <a:pos x="78" y="2"/>
                </a:cxn>
                <a:cxn ang="0">
                  <a:pos x="77" y="1"/>
                </a:cxn>
                <a:cxn ang="0">
                  <a:pos x="76" y="0"/>
                </a:cxn>
                <a:cxn ang="0">
                  <a:pos x="74" y="0"/>
                </a:cxn>
                <a:cxn ang="0">
                  <a:pos x="72" y="1"/>
                </a:cxn>
                <a:cxn ang="0">
                  <a:pos x="71" y="3"/>
                </a:cxn>
                <a:cxn ang="0">
                  <a:pos x="71" y="3"/>
                </a:cxn>
              </a:cxnLst>
              <a:rect l="0" t="0" r="r" b="b"/>
              <a:pathLst>
                <a:path w="80" h="161">
                  <a:moveTo>
                    <a:pt x="71" y="3"/>
                  </a:moveTo>
                  <a:lnTo>
                    <a:pt x="71" y="3"/>
                  </a:lnTo>
                  <a:lnTo>
                    <a:pt x="52" y="40"/>
                  </a:lnTo>
                  <a:lnTo>
                    <a:pt x="33" y="79"/>
                  </a:lnTo>
                  <a:lnTo>
                    <a:pt x="17" y="117"/>
                  </a:lnTo>
                  <a:lnTo>
                    <a:pt x="0" y="156"/>
                  </a:lnTo>
                  <a:lnTo>
                    <a:pt x="0" y="156"/>
                  </a:lnTo>
                  <a:lnTo>
                    <a:pt x="0" y="158"/>
                  </a:lnTo>
                  <a:lnTo>
                    <a:pt x="1" y="159"/>
                  </a:lnTo>
                  <a:lnTo>
                    <a:pt x="2" y="160"/>
                  </a:lnTo>
                  <a:lnTo>
                    <a:pt x="3" y="161"/>
                  </a:lnTo>
                  <a:lnTo>
                    <a:pt x="8" y="161"/>
                  </a:lnTo>
                  <a:lnTo>
                    <a:pt x="9" y="160"/>
                  </a:lnTo>
                  <a:lnTo>
                    <a:pt x="10" y="158"/>
                  </a:lnTo>
                  <a:lnTo>
                    <a:pt x="10" y="158"/>
                  </a:lnTo>
                  <a:lnTo>
                    <a:pt x="25" y="120"/>
                  </a:lnTo>
                  <a:lnTo>
                    <a:pt x="43" y="82"/>
                  </a:lnTo>
                  <a:lnTo>
                    <a:pt x="60" y="45"/>
                  </a:lnTo>
                  <a:lnTo>
                    <a:pt x="79" y="7"/>
                  </a:lnTo>
                  <a:lnTo>
                    <a:pt x="79" y="7"/>
                  </a:lnTo>
                  <a:lnTo>
                    <a:pt x="80" y="5"/>
                  </a:lnTo>
                  <a:lnTo>
                    <a:pt x="79" y="4"/>
                  </a:lnTo>
                  <a:lnTo>
                    <a:pt x="78" y="2"/>
                  </a:lnTo>
                  <a:lnTo>
                    <a:pt x="77" y="1"/>
                  </a:lnTo>
                  <a:lnTo>
                    <a:pt x="76" y="0"/>
                  </a:lnTo>
                  <a:lnTo>
                    <a:pt x="74" y="0"/>
                  </a:lnTo>
                  <a:lnTo>
                    <a:pt x="72" y="1"/>
                  </a:lnTo>
                  <a:lnTo>
                    <a:pt x="71" y="3"/>
                  </a:lnTo>
                  <a:lnTo>
                    <a:pt x="7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2" name="Freeform 393"/>
            <p:cNvSpPr/>
            <p:nvPr/>
          </p:nvSpPr>
          <p:spPr bwMode="auto">
            <a:xfrm>
              <a:off x="4592638" y="3511550"/>
              <a:ext cx="31750" cy="57150"/>
            </a:xfrm>
            <a:custGeom>
              <a:avLst/>
              <a:gdLst/>
              <a:ahLst/>
              <a:cxnLst>
                <a:cxn ang="0">
                  <a:pos x="51" y="4"/>
                </a:cxn>
                <a:cxn ang="0">
                  <a:pos x="51" y="4"/>
                </a:cxn>
                <a:cxn ang="0">
                  <a:pos x="50" y="10"/>
                </a:cxn>
                <a:cxn ang="0">
                  <a:pos x="49" y="17"/>
                </a:cxn>
                <a:cxn ang="0">
                  <a:pos x="43" y="30"/>
                </a:cxn>
                <a:cxn ang="0">
                  <a:pos x="29" y="53"/>
                </a:cxn>
                <a:cxn ang="0">
                  <a:pos x="29" y="53"/>
                </a:cxn>
                <a:cxn ang="0">
                  <a:pos x="16" y="78"/>
                </a:cxn>
                <a:cxn ang="0">
                  <a:pos x="1" y="103"/>
                </a:cxn>
                <a:cxn ang="0">
                  <a:pos x="1" y="103"/>
                </a:cxn>
                <a:cxn ang="0">
                  <a:pos x="0" y="104"/>
                </a:cxn>
                <a:cxn ang="0">
                  <a:pos x="1" y="106"/>
                </a:cxn>
                <a:cxn ang="0">
                  <a:pos x="1" y="108"/>
                </a:cxn>
                <a:cxn ang="0">
                  <a:pos x="3" y="109"/>
                </a:cxn>
                <a:cxn ang="0">
                  <a:pos x="4" y="109"/>
                </a:cxn>
                <a:cxn ang="0">
                  <a:pos x="6" y="109"/>
                </a:cxn>
                <a:cxn ang="0">
                  <a:pos x="8" y="109"/>
                </a:cxn>
                <a:cxn ang="0">
                  <a:pos x="10" y="107"/>
                </a:cxn>
                <a:cxn ang="0">
                  <a:pos x="10" y="107"/>
                </a:cxn>
                <a:cxn ang="0">
                  <a:pos x="18" y="94"/>
                </a:cxn>
                <a:cxn ang="0">
                  <a:pos x="26" y="80"/>
                </a:cxn>
                <a:cxn ang="0">
                  <a:pos x="41" y="51"/>
                </a:cxn>
                <a:cxn ang="0">
                  <a:pos x="41" y="51"/>
                </a:cxn>
                <a:cxn ang="0">
                  <a:pos x="53" y="29"/>
                </a:cxn>
                <a:cxn ang="0">
                  <a:pos x="58" y="17"/>
                </a:cxn>
                <a:cxn ang="0">
                  <a:pos x="60" y="11"/>
                </a:cxn>
                <a:cxn ang="0">
                  <a:pos x="61" y="4"/>
                </a:cxn>
                <a:cxn ang="0">
                  <a:pos x="61" y="4"/>
                </a:cxn>
                <a:cxn ang="0">
                  <a:pos x="60" y="2"/>
                </a:cxn>
                <a:cxn ang="0">
                  <a:pos x="60" y="1"/>
                </a:cxn>
                <a:cxn ang="0">
                  <a:pos x="58" y="0"/>
                </a:cxn>
                <a:cxn ang="0">
                  <a:pos x="56" y="0"/>
                </a:cxn>
                <a:cxn ang="0">
                  <a:pos x="53" y="1"/>
                </a:cxn>
                <a:cxn ang="0">
                  <a:pos x="52" y="2"/>
                </a:cxn>
                <a:cxn ang="0">
                  <a:pos x="51" y="4"/>
                </a:cxn>
                <a:cxn ang="0">
                  <a:pos x="51" y="4"/>
                </a:cxn>
              </a:cxnLst>
              <a:rect l="0" t="0" r="r" b="b"/>
              <a:pathLst>
                <a:path w="61" h="109">
                  <a:moveTo>
                    <a:pt x="51" y="4"/>
                  </a:moveTo>
                  <a:lnTo>
                    <a:pt x="51" y="4"/>
                  </a:lnTo>
                  <a:lnTo>
                    <a:pt x="50" y="10"/>
                  </a:lnTo>
                  <a:lnTo>
                    <a:pt x="49" y="17"/>
                  </a:lnTo>
                  <a:lnTo>
                    <a:pt x="43" y="30"/>
                  </a:lnTo>
                  <a:lnTo>
                    <a:pt x="29" y="53"/>
                  </a:lnTo>
                  <a:lnTo>
                    <a:pt x="29" y="53"/>
                  </a:lnTo>
                  <a:lnTo>
                    <a:pt x="16" y="78"/>
                  </a:lnTo>
                  <a:lnTo>
                    <a:pt x="1" y="103"/>
                  </a:lnTo>
                  <a:lnTo>
                    <a:pt x="1" y="103"/>
                  </a:lnTo>
                  <a:lnTo>
                    <a:pt x="0" y="104"/>
                  </a:lnTo>
                  <a:lnTo>
                    <a:pt x="1" y="106"/>
                  </a:lnTo>
                  <a:lnTo>
                    <a:pt x="1" y="108"/>
                  </a:lnTo>
                  <a:lnTo>
                    <a:pt x="3" y="109"/>
                  </a:lnTo>
                  <a:lnTo>
                    <a:pt x="4" y="109"/>
                  </a:lnTo>
                  <a:lnTo>
                    <a:pt x="6" y="109"/>
                  </a:lnTo>
                  <a:lnTo>
                    <a:pt x="8" y="109"/>
                  </a:lnTo>
                  <a:lnTo>
                    <a:pt x="10" y="107"/>
                  </a:lnTo>
                  <a:lnTo>
                    <a:pt x="10" y="107"/>
                  </a:lnTo>
                  <a:lnTo>
                    <a:pt x="18" y="94"/>
                  </a:lnTo>
                  <a:lnTo>
                    <a:pt x="26" y="80"/>
                  </a:lnTo>
                  <a:lnTo>
                    <a:pt x="41" y="51"/>
                  </a:lnTo>
                  <a:lnTo>
                    <a:pt x="41" y="51"/>
                  </a:lnTo>
                  <a:lnTo>
                    <a:pt x="53" y="29"/>
                  </a:lnTo>
                  <a:lnTo>
                    <a:pt x="58" y="17"/>
                  </a:lnTo>
                  <a:lnTo>
                    <a:pt x="60" y="11"/>
                  </a:lnTo>
                  <a:lnTo>
                    <a:pt x="61" y="4"/>
                  </a:lnTo>
                  <a:lnTo>
                    <a:pt x="61" y="4"/>
                  </a:lnTo>
                  <a:lnTo>
                    <a:pt x="60" y="2"/>
                  </a:lnTo>
                  <a:lnTo>
                    <a:pt x="60" y="1"/>
                  </a:lnTo>
                  <a:lnTo>
                    <a:pt x="58" y="0"/>
                  </a:lnTo>
                  <a:lnTo>
                    <a:pt x="56" y="0"/>
                  </a:lnTo>
                  <a:lnTo>
                    <a:pt x="53" y="1"/>
                  </a:lnTo>
                  <a:lnTo>
                    <a:pt x="52" y="2"/>
                  </a:lnTo>
                  <a:lnTo>
                    <a:pt x="51" y="4"/>
                  </a:lnTo>
                  <a:lnTo>
                    <a:pt x="51"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3" name="Freeform 394"/>
            <p:cNvSpPr/>
            <p:nvPr/>
          </p:nvSpPr>
          <p:spPr bwMode="auto">
            <a:xfrm>
              <a:off x="4638675" y="3521075"/>
              <a:ext cx="22225" cy="50800"/>
            </a:xfrm>
            <a:custGeom>
              <a:avLst/>
              <a:gdLst/>
              <a:ahLst/>
              <a:cxnLst>
                <a:cxn ang="0">
                  <a:pos x="32" y="4"/>
                </a:cxn>
                <a:cxn ang="0">
                  <a:pos x="32" y="4"/>
                </a:cxn>
                <a:cxn ang="0">
                  <a:pos x="31" y="17"/>
                </a:cxn>
                <a:cxn ang="0">
                  <a:pos x="28" y="28"/>
                </a:cxn>
                <a:cxn ang="0">
                  <a:pos x="25" y="38"/>
                </a:cxn>
                <a:cxn ang="0">
                  <a:pos x="20" y="50"/>
                </a:cxn>
                <a:cxn ang="0">
                  <a:pos x="10" y="70"/>
                </a:cxn>
                <a:cxn ang="0">
                  <a:pos x="0" y="92"/>
                </a:cxn>
                <a:cxn ang="0">
                  <a:pos x="0" y="92"/>
                </a:cxn>
                <a:cxn ang="0">
                  <a:pos x="0" y="94"/>
                </a:cxn>
                <a:cxn ang="0">
                  <a:pos x="0" y="95"/>
                </a:cxn>
                <a:cxn ang="0">
                  <a:pos x="2" y="96"/>
                </a:cxn>
                <a:cxn ang="0">
                  <a:pos x="3" y="97"/>
                </a:cxn>
                <a:cxn ang="0">
                  <a:pos x="7" y="97"/>
                </a:cxn>
                <a:cxn ang="0">
                  <a:pos x="8" y="96"/>
                </a:cxn>
                <a:cxn ang="0">
                  <a:pos x="9" y="94"/>
                </a:cxn>
                <a:cxn ang="0">
                  <a:pos x="9" y="94"/>
                </a:cxn>
                <a:cxn ang="0">
                  <a:pos x="20" y="72"/>
                </a:cxn>
                <a:cxn ang="0">
                  <a:pos x="30" y="51"/>
                </a:cxn>
                <a:cxn ang="0">
                  <a:pos x="34" y="39"/>
                </a:cxn>
                <a:cxn ang="0">
                  <a:pos x="37" y="28"/>
                </a:cxn>
                <a:cxn ang="0">
                  <a:pos x="40" y="17"/>
                </a:cxn>
                <a:cxn ang="0">
                  <a:pos x="41" y="4"/>
                </a:cxn>
                <a:cxn ang="0">
                  <a:pos x="41" y="4"/>
                </a:cxn>
                <a:cxn ang="0">
                  <a:pos x="41" y="2"/>
                </a:cxn>
                <a:cxn ang="0">
                  <a:pos x="40" y="1"/>
                </a:cxn>
                <a:cxn ang="0">
                  <a:pos x="38" y="0"/>
                </a:cxn>
                <a:cxn ang="0">
                  <a:pos x="37" y="0"/>
                </a:cxn>
                <a:cxn ang="0">
                  <a:pos x="35" y="0"/>
                </a:cxn>
                <a:cxn ang="0">
                  <a:pos x="33" y="1"/>
                </a:cxn>
                <a:cxn ang="0">
                  <a:pos x="32" y="2"/>
                </a:cxn>
                <a:cxn ang="0">
                  <a:pos x="32" y="4"/>
                </a:cxn>
                <a:cxn ang="0">
                  <a:pos x="32" y="4"/>
                </a:cxn>
              </a:cxnLst>
              <a:rect l="0" t="0" r="r" b="b"/>
              <a:pathLst>
                <a:path w="41" h="97">
                  <a:moveTo>
                    <a:pt x="32" y="4"/>
                  </a:moveTo>
                  <a:lnTo>
                    <a:pt x="32" y="4"/>
                  </a:lnTo>
                  <a:lnTo>
                    <a:pt x="31" y="17"/>
                  </a:lnTo>
                  <a:lnTo>
                    <a:pt x="28" y="28"/>
                  </a:lnTo>
                  <a:lnTo>
                    <a:pt x="25" y="38"/>
                  </a:lnTo>
                  <a:lnTo>
                    <a:pt x="20" y="50"/>
                  </a:lnTo>
                  <a:lnTo>
                    <a:pt x="10" y="70"/>
                  </a:lnTo>
                  <a:lnTo>
                    <a:pt x="0" y="92"/>
                  </a:lnTo>
                  <a:lnTo>
                    <a:pt x="0" y="92"/>
                  </a:lnTo>
                  <a:lnTo>
                    <a:pt x="0" y="94"/>
                  </a:lnTo>
                  <a:lnTo>
                    <a:pt x="0" y="95"/>
                  </a:lnTo>
                  <a:lnTo>
                    <a:pt x="2" y="96"/>
                  </a:lnTo>
                  <a:lnTo>
                    <a:pt x="3" y="97"/>
                  </a:lnTo>
                  <a:lnTo>
                    <a:pt x="7" y="97"/>
                  </a:lnTo>
                  <a:lnTo>
                    <a:pt x="8" y="96"/>
                  </a:lnTo>
                  <a:lnTo>
                    <a:pt x="9" y="94"/>
                  </a:lnTo>
                  <a:lnTo>
                    <a:pt x="9" y="94"/>
                  </a:lnTo>
                  <a:lnTo>
                    <a:pt x="20" y="72"/>
                  </a:lnTo>
                  <a:lnTo>
                    <a:pt x="30" y="51"/>
                  </a:lnTo>
                  <a:lnTo>
                    <a:pt x="34" y="39"/>
                  </a:lnTo>
                  <a:lnTo>
                    <a:pt x="37" y="28"/>
                  </a:lnTo>
                  <a:lnTo>
                    <a:pt x="40" y="17"/>
                  </a:lnTo>
                  <a:lnTo>
                    <a:pt x="41" y="4"/>
                  </a:lnTo>
                  <a:lnTo>
                    <a:pt x="41" y="4"/>
                  </a:lnTo>
                  <a:lnTo>
                    <a:pt x="41" y="2"/>
                  </a:lnTo>
                  <a:lnTo>
                    <a:pt x="40" y="1"/>
                  </a:lnTo>
                  <a:lnTo>
                    <a:pt x="38" y="0"/>
                  </a:lnTo>
                  <a:lnTo>
                    <a:pt x="37" y="0"/>
                  </a:lnTo>
                  <a:lnTo>
                    <a:pt x="35" y="0"/>
                  </a:lnTo>
                  <a:lnTo>
                    <a:pt x="33" y="1"/>
                  </a:lnTo>
                  <a:lnTo>
                    <a:pt x="32" y="2"/>
                  </a:lnTo>
                  <a:lnTo>
                    <a:pt x="32" y="4"/>
                  </a:lnTo>
                  <a:lnTo>
                    <a:pt x="3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4" name="Freeform 395"/>
            <p:cNvSpPr/>
            <p:nvPr/>
          </p:nvSpPr>
          <p:spPr bwMode="auto">
            <a:xfrm>
              <a:off x="4719638" y="3544888"/>
              <a:ext cx="55563" cy="80963"/>
            </a:xfrm>
            <a:custGeom>
              <a:avLst/>
              <a:gdLst/>
              <a:ahLst/>
              <a:cxnLst>
                <a:cxn ang="0">
                  <a:pos x="96" y="1"/>
                </a:cxn>
                <a:cxn ang="0">
                  <a:pos x="96" y="1"/>
                </a:cxn>
                <a:cxn ang="0">
                  <a:pos x="81" y="16"/>
                </a:cxn>
                <a:cxn ang="0">
                  <a:pos x="68" y="32"/>
                </a:cxn>
                <a:cxn ang="0">
                  <a:pos x="42" y="65"/>
                </a:cxn>
                <a:cxn ang="0">
                  <a:pos x="42" y="65"/>
                </a:cxn>
                <a:cxn ang="0">
                  <a:pos x="35" y="74"/>
                </a:cxn>
                <a:cxn ang="0">
                  <a:pos x="30" y="84"/>
                </a:cxn>
                <a:cxn ang="0">
                  <a:pos x="20" y="105"/>
                </a:cxn>
                <a:cxn ang="0">
                  <a:pos x="10" y="126"/>
                </a:cxn>
                <a:cxn ang="0">
                  <a:pos x="1" y="147"/>
                </a:cxn>
                <a:cxn ang="0">
                  <a:pos x="1" y="147"/>
                </a:cxn>
                <a:cxn ang="0">
                  <a:pos x="0" y="149"/>
                </a:cxn>
                <a:cxn ang="0">
                  <a:pos x="1" y="150"/>
                </a:cxn>
                <a:cxn ang="0">
                  <a:pos x="1" y="152"/>
                </a:cxn>
                <a:cxn ang="0">
                  <a:pos x="3" y="154"/>
                </a:cxn>
                <a:cxn ang="0">
                  <a:pos x="4" y="155"/>
                </a:cxn>
                <a:cxn ang="0">
                  <a:pos x="6" y="155"/>
                </a:cxn>
                <a:cxn ang="0">
                  <a:pos x="7" y="154"/>
                </a:cxn>
                <a:cxn ang="0">
                  <a:pos x="9" y="151"/>
                </a:cxn>
                <a:cxn ang="0">
                  <a:pos x="9" y="151"/>
                </a:cxn>
                <a:cxn ang="0">
                  <a:pos x="17" y="133"/>
                </a:cxn>
                <a:cxn ang="0">
                  <a:pos x="26" y="113"/>
                </a:cxn>
                <a:cxn ang="0">
                  <a:pos x="34" y="94"/>
                </a:cxn>
                <a:cxn ang="0">
                  <a:pos x="39" y="84"/>
                </a:cxn>
                <a:cxn ang="0">
                  <a:pos x="45" y="76"/>
                </a:cxn>
                <a:cxn ang="0">
                  <a:pos x="45" y="76"/>
                </a:cxn>
                <a:cxn ang="0">
                  <a:pos x="59" y="58"/>
                </a:cxn>
                <a:cxn ang="0">
                  <a:pos x="73" y="41"/>
                </a:cxn>
                <a:cxn ang="0">
                  <a:pos x="88" y="23"/>
                </a:cxn>
                <a:cxn ang="0">
                  <a:pos x="103" y="7"/>
                </a:cxn>
                <a:cxn ang="0">
                  <a:pos x="103" y="7"/>
                </a:cxn>
                <a:cxn ang="0">
                  <a:pos x="104" y="6"/>
                </a:cxn>
                <a:cxn ang="0">
                  <a:pos x="104" y="4"/>
                </a:cxn>
                <a:cxn ang="0">
                  <a:pos x="104" y="2"/>
                </a:cxn>
                <a:cxn ang="0">
                  <a:pos x="103" y="1"/>
                </a:cxn>
                <a:cxn ang="0">
                  <a:pos x="101" y="0"/>
                </a:cxn>
                <a:cxn ang="0">
                  <a:pos x="100" y="0"/>
                </a:cxn>
                <a:cxn ang="0">
                  <a:pos x="98" y="0"/>
                </a:cxn>
                <a:cxn ang="0">
                  <a:pos x="96" y="1"/>
                </a:cxn>
                <a:cxn ang="0">
                  <a:pos x="96" y="1"/>
                </a:cxn>
              </a:cxnLst>
              <a:rect l="0" t="0" r="r" b="b"/>
              <a:pathLst>
                <a:path w="104" h="155">
                  <a:moveTo>
                    <a:pt x="96" y="1"/>
                  </a:moveTo>
                  <a:lnTo>
                    <a:pt x="96" y="1"/>
                  </a:lnTo>
                  <a:lnTo>
                    <a:pt x="81" y="16"/>
                  </a:lnTo>
                  <a:lnTo>
                    <a:pt x="68" y="32"/>
                  </a:lnTo>
                  <a:lnTo>
                    <a:pt x="42" y="65"/>
                  </a:lnTo>
                  <a:lnTo>
                    <a:pt x="42" y="65"/>
                  </a:lnTo>
                  <a:lnTo>
                    <a:pt x="35" y="74"/>
                  </a:lnTo>
                  <a:lnTo>
                    <a:pt x="30" y="84"/>
                  </a:lnTo>
                  <a:lnTo>
                    <a:pt x="20" y="105"/>
                  </a:lnTo>
                  <a:lnTo>
                    <a:pt x="10" y="126"/>
                  </a:lnTo>
                  <a:lnTo>
                    <a:pt x="1" y="147"/>
                  </a:lnTo>
                  <a:lnTo>
                    <a:pt x="1" y="147"/>
                  </a:lnTo>
                  <a:lnTo>
                    <a:pt x="0" y="149"/>
                  </a:lnTo>
                  <a:lnTo>
                    <a:pt x="1" y="150"/>
                  </a:lnTo>
                  <a:lnTo>
                    <a:pt x="1" y="152"/>
                  </a:lnTo>
                  <a:lnTo>
                    <a:pt x="3" y="154"/>
                  </a:lnTo>
                  <a:lnTo>
                    <a:pt x="4" y="155"/>
                  </a:lnTo>
                  <a:lnTo>
                    <a:pt x="6" y="155"/>
                  </a:lnTo>
                  <a:lnTo>
                    <a:pt x="7" y="154"/>
                  </a:lnTo>
                  <a:lnTo>
                    <a:pt x="9" y="151"/>
                  </a:lnTo>
                  <a:lnTo>
                    <a:pt x="9" y="151"/>
                  </a:lnTo>
                  <a:lnTo>
                    <a:pt x="17" y="133"/>
                  </a:lnTo>
                  <a:lnTo>
                    <a:pt x="26" y="113"/>
                  </a:lnTo>
                  <a:lnTo>
                    <a:pt x="34" y="94"/>
                  </a:lnTo>
                  <a:lnTo>
                    <a:pt x="39" y="84"/>
                  </a:lnTo>
                  <a:lnTo>
                    <a:pt x="45" y="76"/>
                  </a:lnTo>
                  <a:lnTo>
                    <a:pt x="45" y="76"/>
                  </a:lnTo>
                  <a:lnTo>
                    <a:pt x="59" y="58"/>
                  </a:lnTo>
                  <a:lnTo>
                    <a:pt x="73" y="41"/>
                  </a:lnTo>
                  <a:lnTo>
                    <a:pt x="88" y="23"/>
                  </a:lnTo>
                  <a:lnTo>
                    <a:pt x="103" y="7"/>
                  </a:lnTo>
                  <a:lnTo>
                    <a:pt x="103" y="7"/>
                  </a:lnTo>
                  <a:lnTo>
                    <a:pt x="104" y="6"/>
                  </a:lnTo>
                  <a:lnTo>
                    <a:pt x="104" y="4"/>
                  </a:lnTo>
                  <a:lnTo>
                    <a:pt x="104" y="2"/>
                  </a:lnTo>
                  <a:lnTo>
                    <a:pt x="103" y="1"/>
                  </a:lnTo>
                  <a:lnTo>
                    <a:pt x="101" y="0"/>
                  </a:lnTo>
                  <a:lnTo>
                    <a:pt x="100" y="0"/>
                  </a:lnTo>
                  <a:lnTo>
                    <a:pt x="98" y="0"/>
                  </a:lnTo>
                  <a:lnTo>
                    <a:pt x="96" y="1"/>
                  </a:lnTo>
                  <a:lnTo>
                    <a:pt x="9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5" name="Freeform 396"/>
            <p:cNvSpPr/>
            <p:nvPr/>
          </p:nvSpPr>
          <p:spPr bwMode="auto">
            <a:xfrm>
              <a:off x="4219575" y="3103563"/>
              <a:ext cx="604838" cy="708025"/>
            </a:xfrm>
            <a:custGeom>
              <a:avLst/>
              <a:gdLst/>
              <a:ahLst/>
              <a:cxnLst>
                <a:cxn ang="0">
                  <a:pos x="691" y="1338"/>
                </a:cxn>
                <a:cxn ang="0">
                  <a:pos x="661" y="1332"/>
                </a:cxn>
                <a:cxn ang="0">
                  <a:pos x="581" y="1332"/>
                </a:cxn>
                <a:cxn ang="0">
                  <a:pos x="509" y="1331"/>
                </a:cxn>
                <a:cxn ang="0">
                  <a:pos x="487" y="1329"/>
                </a:cxn>
                <a:cxn ang="0">
                  <a:pos x="346" y="1332"/>
                </a:cxn>
                <a:cxn ang="0">
                  <a:pos x="227" y="1324"/>
                </a:cxn>
                <a:cxn ang="0">
                  <a:pos x="107" y="1276"/>
                </a:cxn>
                <a:cxn ang="0">
                  <a:pos x="26" y="1174"/>
                </a:cxn>
                <a:cxn ang="0">
                  <a:pos x="14" y="1125"/>
                </a:cxn>
                <a:cxn ang="0">
                  <a:pos x="14" y="1040"/>
                </a:cxn>
                <a:cxn ang="0">
                  <a:pos x="11" y="848"/>
                </a:cxn>
                <a:cxn ang="0">
                  <a:pos x="5" y="639"/>
                </a:cxn>
                <a:cxn ang="0">
                  <a:pos x="0" y="262"/>
                </a:cxn>
                <a:cxn ang="0">
                  <a:pos x="4" y="169"/>
                </a:cxn>
                <a:cxn ang="0">
                  <a:pos x="43" y="68"/>
                </a:cxn>
                <a:cxn ang="0">
                  <a:pos x="174" y="11"/>
                </a:cxn>
                <a:cxn ang="0">
                  <a:pos x="398" y="2"/>
                </a:cxn>
                <a:cxn ang="0">
                  <a:pos x="580" y="8"/>
                </a:cxn>
                <a:cxn ang="0">
                  <a:pos x="893" y="18"/>
                </a:cxn>
                <a:cxn ang="0">
                  <a:pos x="1050" y="43"/>
                </a:cxn>
                <a:cxn ang="0">
                  <a:pos x="1101" y="104"/>
                </a:cxn>
                <a:cxn ang="0">
                  <a:pos x="1104" y="157"/>
                </a:cxn>
                <a:cxn ang="0">
                  <a:pos x="1081" y="159"/>
                </a:cxn>
                <a:cxn ang="0">
                  <a:pos x="1069" y="123"/>
                </a:cxn>
                <a:cxn ang="0">
                  <a:pos x="1017" y="66"/>
                </a:cxn>
                <a:cxn ang="0">
                  <a:pos x="935" y="54"/>
                </a:cxn>
                <a:cxn ang="0">
                  <a:pos x="613" y="49"/>
                </a:cxn>
                <a:cxn ang="0">
                  <a:pos x="445" y="38"/>
                </a:cxn>
                <a:cxn ang="0">
                  <a:pos x="247" y="35"/>
                </a:cxn>
                <a:cxn ang="0">
                  <a:pos x="128" y="61"/>
                </a:cxn>
                <a:cxn ang="0">
                  <a:pos x="59" y="111"/>
                </a:cxn>
                <a:cxn ang="0">
                  <a:pos x="41" y="193"/>
                </a:cxn>
                <a:cxn ang="0">
                  <a:pos x="35" y="262"/>
                </a:cxn>
                <a:cxn ang="0">
                  <a:pos x="39" y="299"/>
                </a:cxn>
                <a:cxn ang="0">
                  <a:pos x="45" y="732"/>
                </a:cxn>
                <a:cxn ang="0">
                  <a:pos x="50" y="996"/>
                </a:cxn>
                <a:cxn ang="0">
                  <a:pos x="49" y="1106"/>
                </a:cxn>
                <a:cxn ang="0">
                  <a:pos x="52" y="1136"/>
                </a:cxn>
                <a:cxn ang="0">
                  <a:pos x="85" y="1207"/>
                </a:cxn>
                <a:cxn ang="0">
                  <a:pos x="189" y="1281"/>
                </a:cxn>
                <a:cxn ang="0">
                  <a:pos x="259" y="1287"/>
                </a:cxn>
                <a:cxn ang="0">
                  <a:pos x="384" y="1298"/>
                </a:cxn>
                <a:cxn ang="0">
                  <a:pos x="466" y="1292"/>
                </a:cxn>
                <a:cxn ang="0">
                  <a:pos x="602" y="1297"/>
                </a:cxn>
                <a:cxn ang="0">
                  <a:pos x="682" y="1297"/>
                </a:cxn>
                <a:cxn ang="0">
                  <a:pos x="713" y="1294"/>
                </a:cxn>
                <a:cxn ang="0">
                  <a:pos x="781" y="1271"/>
                </a:cxn>
                <a:cxn ang="0">
                  <a:pos x="969" y="1143"/>
                </a:cxn>
                <a:cxn ang="0">
                  <a:pos x="1093" y="1056"/>
                </a:cxn>
                <a:cxn ang="0">
                  <a:pos x="1108" y="1031"/>
                </a:cxn>
                <a:cxn ang="0">
                  <a:pos x="1096" y="668"/>
                </a:cxn>
                <a:cxn ang="0">
                  <a:pos x="1112" y="658"/>
                </a:cxn>
                <a:cxn ang="0">
                  <a:pos x="1132" y="676"/>
                </a:cxn>
                <a:cxn ang="0">
                  <a:pos x="1135" y="1062"/>
                </a:cxn>
                <a:cxn ang="0">
                  <a:pos x="1074" y="1111"/>
                </a:cxn>
                <a:cxn ang="0">
                  <a:pos x="931" y="1212"/>
                </a:cxn>
                <a:cxn ang="0">
                  <a:pos x="765" y="1319"/>
                </a:cxn>
                <a:cxn ang="0">
                  <a:pos x="719" y="1332"/>
                </a:cxn>
              </a:cxnLst>
              <a:rect l="0" t="0" r="r" b="b"/>
              <a:pathLst>
                <a:path w="1145" h="1338">
                  <a:moveTo>
                    <a:pt x="707" y="1338"/>
                  </a:moveTo>
                  <a:lnTo>
                    <a:pt x="707" y="1338"/>
                  </a:lnTo>
                  <a:lnTo>
                    <a:pt x="703" y="1338"/>
                  </a:lnTo>
                  <a:lnTo>
                    <a:pt x="700" y="1337"/>
                  </a:lnTo>
                  <a:lnTo>
                    <a:pt x="698" y="1336"/>
                  </a:lnTo>
                  <a:lnTo>
                    <a:pt x="696" y="1337"/>
                  </a:lnTo>
                  <a:lnTo>
                    <a:pt x="696" y="1337"/>
                  </a:lnTo>
                  <a:lnTo>
                    <a:pt x="691" y="1338"/>
                  </a:lnTo>
                  <a:lnTo>
                    <a:pt x="691" y="1338"/>
                  </a:lnTo>
                  <a:lnTo>
                    <a:pt x="685" y="1337"/>
                  </a:lnTo>
                  <a:lnTo>
                    <a:pt x="678" y="1333"/>
                  </a:lnTo>
                  <a:lnTo>
                    <a:pt x="678" y="1333"/>
                  </a:lnTo>
                  <a:lnTo>
                    <a:pt x="675" y="1332"/>
                  </a:lnTo>
                  <a:lnTo>
                    <a:pt x="671" y="1332"/>
                  </a:lnTo>
                  <a:lnTo>
                    <a:pt x="671" y="1332"/>
                  </a:lnTo>
                  <a:lnTo>
                    <a:pt x="661" y="1332"/>
                  </a:lnTo>
                  <a:lnTo>
                    <a:pt x="648" y="1333"/>
                  </a:lnTo>
                  <a:lnTo>
                    <a:pt x="648" y="1333"/>
                  </a:lnTo>
                  <a:lnTo>
                    <a:pt x="638" y="1334"/>
                  </a:lnTo>
                  <a:lnTo>
                    <a:pt x="638" y="1334"/>
                  </a:lnTo>
                  <a:lnTo>
                    <a:pt x="615" y="1334"/>
                  </a:lnTo>
                  <a:lnTo>
                    <a:pt x="615" y="1334"/>
                  </a:lnTo>
                  <a:lnTo>
                    <a:pt x="600" y="1334"/>
                  </a:lnTo>
                  <a:lnTo>
                    <a:pt x="581" y="1332"/>
                  </a:lnTo>
                  <a:lnTo>
                    <a:pt x="581" y="1332"/>
                  </a:lnTo>
                  <a:lnTo>
                    <a:pt x="569" y="1331"/>
                  </a:lnTo>
                  <a:lnTo>
                    <a:pt x="554" y="1329"/>
                  </a:lnTo>
                  <a:lnTo>
                    <a:pt x="554" y="1329"/>
                  </a:lnTo>
                  <a:lnTo>
                    <a:pt x="534" y="1331"/>
                  </a:lnTo>
                  <a:lnTo>
                    <a:pt x="534" y="1331"/>
                  </a:lnTo>
                  <a:lnTo>
                    <a:pt x="513" y="1331"/>
                  </a:lnTo>
                  <a:lnTo>
                    <a:pt x="509" y="1331"/>
                  </a:lnTo>
                  <a:lnTo>
                    <a:pt x="509" y="1331"/>
                  </a:lnTo>
                  <a:lnTo>
                    <a:pt x="503" y="1329"/>
                  </a:lnTo>
                  <a:lnTo>
                    <a:pt x="496" y="1328"/>
                  </a:lnTo>
                  <a:lnTo>
                    <a:pt x="495" y="1327"/>
                  </a:lnTo>
                  <a:lnTo>
                    <a:pt x="492" y="1328"/>
                  </a:lnTo>
                  <a:lnTo>
                    <a:pt x="492" y="1328"/>
                  </a:lnTo>
                  <a:lnTo>
                    <a:pt x="487" y="1329"/>
                  </a:lnTo>
                  <a:lnTo>
                    <a:pt x="487" y="1329"/>
                  </a:lnTo>
                  <a:lnTo>
                    <a:pt x="461" y="1329"/>
                  </a:lnTo>
                  <a:lnTo>
                    <a:pt x="436" y="1332"/>
                  </a:lnTo>
                  <a:lnTo>
                    <a:pt x="436" y="1332"/>
                  </a:lnTo>
                  <a:lnTo>
                    <a:pt x="410" y="1333"/>
                  </a:lnTo>
                  <a:lnTo>
                    <a:pt x="384" y="1334"/>
                  </a:lnTo>
                  <a:lnTo>
                    <a:pt x="384" y="1334"/>
                  </a:lnTo>
                  <a:lnTo>
                    <a:pt x="364" y="1333"/>
                  </a:lnTo>
                  <a:lnTo>
                    <a:pt x="346" y="1332"/>
                  </a:lnTo>
                  <a:lnTo>
                    <a:pt x="346" y="1332"/>
                  </a:lnTo>
                  <a:lnTo>
                    <a:pt x="327" y="1329"/>
                  </a:lnTo>
                  <a:lnTo>
                    <a:pt x="308" y="1329"/>
                  </a:lnTo>
                  <a:lnTo>
                    <a:pt x="308" y="1329"/>
                  </a:lnTo>
                  <a:lnTo>
                    <a:pt x="274" y="1327"/>
                  </a:lnTo>
                  <a:lnTo>
                    <a:pt x="240" y="1325"/>
                  </a:lnTo>
                  <a:lnTo>
                    <a:pt x="227" y="1324"/>
                  </a:lnTo>
                  <a:lnTo>
                    <a:pt x="227" y="1324"/>
                  </a:lnTo>
                  <a:lnTo>
                    <a:pt x="208" y="1322"/>
                  </a:lnTo>
                  <a:lnTo>
                    <a:pt x="191" y="1318"/>
                  </a:lnTo>
                  <a:lnTo>
                    <a:pt x="174" y="1313"/>
                  </a:lnTo>
                  <a:lnTo>
                    <a:pt x="159" y="1307"/>
                  </a:lnTo>
                  <a:lnTo>
                    <a:pt x="159" y="1307"/>
                  </a:lnTo>
                  <a:lnTo>
                    <a:pt x="140" y="1297"/>
                  </a:lnTo>
                  <a:lnTo>
                    <a:pt x="124" y="1287"/>
                  </a:lnTo>
                  <a:lnTo>
                    <a:pt x="107" y="1276"/>
                  </a:lnTo>
                  <a:lnTo>
                    <a:pt x="93" y="1263"/>
                  </a:lnTo>
                  <a:lnTo>
                    <a:pt x="78" y="1249"/>
                  </a:lnTo>
                  <a:lnTo>
                    <a:pt x="65" y="1234"/>
                  </a:lnTo>
                  <a:lnTo>
                    <a:pt x="52" y="1219"/>
                  </a:lnTo>
                  <a:lnTo>
                    <a:pt x="40" y="1201"/>
                  </a:lnTo>
                  <a:lnTo>
                    <a:pt x="40" y="1201"/>
                  </a:lnTo>
                  <a:lnTo>
                    <a:pt x="30" y="1183"/>
                  </a:lnTo>
                  <a:lnTo>
                    <a:pt x="26" y="1174"/>
                  </a:lnTo>
                  <a:lnTo>
                    <a:pt x="22" y="1164"/>
                  </a:lnTo>
                  <a:lnTo>
                    <a:pt x="19" y="1155"/>
                  </a:lnTo>
                  <a:lnTo>
                    <a:pt x="17" y="1146"/>
                  </a:lnTo>
                  <a:lnTo>
                    <a:pt x="15" y="1136"/>
                  </a:lnTo>
                  <a:lnTo>
                    <a:pt x="14" y="1126"/>
                  </a:lnTo>
                  <a:lnTo>
                    <a:pt x="14" y="1125"/>
                  </a:lnTo>
                  <a:lnTo>
                    <a:pt x="14" y="1125"/>
                  </a:lnTo>
                  <a:lnTo>
                    <a:pt x="14" y="1125"/>
                  </a:lnTo>
                  <a:lnTo>
                    <a:pt x="13" y="1118"/>
                  </a:lnTo>
                  <a:lnTo>
                    <a:pt x="12" y="1111"/>
                  </a:lnTo>
                  <a:lnTo>
                    <a:pt x="11" y="1096"/>
                  </a:lnTo>
                  <a:lnTo>
                    <a:pt x="12" y="1081"/>
                  </a:lnTo>
                  <a:lnTo>
                    <a:pt x="13" y="1065"/>
                  </a:lnTo>
                  <a:lnTo>
                    <a:pt x="13" y="1065"/>
                  </a:lnTo>
                  <a:lnTo>
                    <a:pt x="14" y="1040"/>
                  </a:lnTo>
                  <a:lnTo>
                    <a:pt x="14" y="1040"/>
                  </a:lnTo>
                  <a:lnTo>
                    <a:pt x="14" y="997"/>
                  </a:lnTo>
                  <a:lnTo>
                    <a:pt x="14" y="997"/>
                  </a:lnTo>
                  <a:lnTo>
                    <a:pt x="14" y="945"/>
                  </a:lnTo>
                  <a:lnTo>
                    <a:pt x="14" y="895"/>
                  </a:lnTo>
                  <a:lnTo>
                    <a:pt x="14" y="895"/>
                  </a:lnTo>
                  <a:lnTo>
                    <a:pt x="13" y="871"/>
                  </a:lnTo>
                  <a:lnTo>
                    <a:pt x="11" y="848"/>
                  </a:lnTo>
                  <a:lnTo>
                    <a:pt x="11" y="848"/>
                  </a:lnTo>
                  <a:lnTo>
                    <a:pt x="8" y="815"/>
                  </a:lnTo>
                  <a:lnTo>
                    <a:pt x="7" y="799"/>
                  </a:lnTo>
                  <a:lnTo>
                    <a:pt x="8" y="782"/>
                  </a:lnTo>
                  <a:lnTo>
                    <a:pt x="8" y="782"/>
                  </a:lnTo>
                  <a:lnTo>
                    <a:pt x="9" y="747"/>
                  </a:lnTo>
                  <a:lnTo>
                    <a:pt x="9" y="711"/>
                  </a:lnTo>
                  <a:lnTo>
                    <a:pt x="7" y="675"/>
                  </a:lnTo>
                  <a:lnTo>
                    <a:pt x="5" y="639"/>
                  </a:lnTo>
                  <a:lnTo>
                    <a:pt x="5" y="639"/>
                  </a:lnTo>
                  <a:lnTo>
                    <a:pt x="2" y="589"/>
                  </a:lnTo>
                  <a:lnTo>
                    <a:pt x="1" y="564"/>
                  </a:lnTo>
                  <a:lnTo>
                    <a:pt x="0" y="539"/>
                  </a:lnTo>
                  <a:lnTo>
                    <a:pt x="0" y="280"/>
                  </a:lnTo>
                  <a:lnTo>
                    <a:pt x="0" y="280"/>
                  </a:lnTo>
                  <a:lnTo>
                    <a:pt x="0" y="272"/>
                  </a:lnTo>
                  <a:lnTo>
                    <a:pt x="0" y="262"/>
                  </a:lnTo>
                  <a:lnTo>
                    <a:pt x="3" y="243"/>
                  </a:lnTo>
                  <a:lnTo>
                    <a:pt x="3" y="243"/>
                  </a:lnTo>
                  <a:lnTo>
                    <a:pt x="4" y="230"/>
                  </a:lnTo>
                  <a:lnTo>
                    <a:pt x="5" y="219"/>
                  </a:lnTo>
                  <a:lnTo>
                    <a:pt x="4" y="196"/>
                  </a:lnTo>
                  <a:lnTo>
                    <a:pt x="4" y="196"/>
                  </a:lnTo>
                  <a:lnTo>
                    <a:pt x="4" y="183"/>
                  </a:lnTo>
                  <a:lnTo>
                    <a:pt x="4" y="169"/>
                  </a:lnTo>
                  <a:lnTo>
                    <a:pt x="5" y="157"/>
                  </a:lnTo>
                  <a:lnTo>
                    <a:pt x="7" y="145"/>
                  </a:lnTo>
                  <a:lnTo>
                    <a:pt x="7" y="145"/>
                  </a:lnTo>
                  <a:lnTo>
                    <a:pt x="12" y="126"/>
                  </a:lnTo>
                  <a:lnTo>
                    <a:pt x="18" y="109"/>
                  </a:lnTo>
                  <a:lnTo>
                    <a:pt x="26" y="93"/>
                  </a:lnTo>
                  <a:lnTo>
                    <a:pt x="34" y="80"/>
                  </a:lnTo>
                  <a:lnTo>
                    <a:pt x="43" y="68"/>
                  </a:lnTo>
                  <a:lnTo>
                    <a:pt x="54" y="58"/>
                  </a:lnTo>
                  <a:lnTo>
                    <a:pt x="68" y="48"/>
                  </a:lnTo>
                  <a:lnTo>
                    <a:pt x="84" y="39"/>
                  </a:lnTo>
                  <a:lnTo>
                    <a:pt x="84" y="39"/>
                  </a:lnTo>
                  <a:lnTo>
                    <a:pt x="100" y="33"/>
                  </a:lnTo>
                  <a:lnTo>
                    <a:pt x="114" y="28"/>
                  </a:lnTo>
                  <a:lnTo>
                    <a:pt x="144" y="19"/>
                  </a:lnTo>
                  <a:lnTo>
                    <a:pt x="174" y="11"/>
                  </a:lnTo>
                  <a:lnTo>
                    <a:pt x="204" y="6"/>
                  </a:lnTo>
                  <a:lnTo>
                    <a:pt x="233" y="3"/>
                  </a:lnTo>
                  <a:lnTo>
                    <a:pt x="262" y="1"/>
                  </a:lnTo>
                  <a:lnTo>
                    <a:pt x="290" y="0"/>
                  </a:lnTo>
                  <a:lnTo>
                    <a:pt x="317" y="0"/>
                  </a:lnTo>
                  <a:lnTo>
                    <a:pt x="317" y="0"/>
                  </a:lnTo>
                  <a:lnTo>
                    <a:pt x="358" y="0"/>
                  </a:lnTo>
                  <a:lnTo>
                    <a:pt x="398" y="2"/>
                  </a:lnTo>
                  <a:lnTo>
                    <a:pt x="398" y="2"/>
                  </a:lnTo>
                  <a:lnTo>
                    <a:pt x="441" y="3"/>
                  </a:lnTo>
                  <a:lnTo>
                    <a:pt x="483" y="3"/>
                  </a:lnTo>
                  <a:lnTo>
                    <a:pt x="483" y="3"/>
                  </a:lnTo>
                  <a:lnTo>
                    <a:pt x="507" y="4"/>
                  </a:lnTo>
                  <a:lnTo>
                    <a:pt x="532" y="5"/>
                  </a:lnTo>
                  <a:lnTo>
                    <a:pt x="580" y="8"/>
                  </a:lnTo>
                  <a:lnTo>
                    <a:pt x="580" y="8"/>
                  </a:lnTo>
                  <a:lnTo>
                    <a:pt x="629" y="11"/>
                  </a:lnTo>
                  <a:lnTo>
                    <a:pt x="654" y="12"/>
                  </a:lnTo>
                  <a:lnTo>
                    <a:pt x="678" y="12"/>
                  </a:lnTo>
                  <a:lnTo>
                    <a:pt x="678" y="12"/>
                  </a:lnTo>
                  <a:lnTo>
                    <a:pt x="730" y="14"/>
                  </a:lnTo>
                  <a:lnTo>
                    <a:pt x="783" y="15"/>
                  </a:lnTo>
                  <a:lnTo>
                    <a:pt x="881" y="17"/>
                  </a:lnTo>
                  <a:lnTo>
                    <a:pt x="893" y="18"/>
                  </a:lnTo>
                  <a:lnTo>
                    <a:pt x="893" y="18"/>
                  </a:lnTo>
                  <a:lnTo>
                    <a:pt x="930" y="19"/>
                  </a:lnTo>
                  <a:lnTo>
                    <a:pt x="968" y="22"/>
                  </a:lnTo>
                  <a:lnTo>
                    <a:pt x="985" y="24"/>
                  </a:lnTo>
                  <a:lnTo>
                    <a:pt x="1003" y="27"/>
                  </a:lnTo>
                  <a:lnTo>
                    <a:pt x="1019" y="31"/>
                  </a:lnTo>
                  <a:lnTo>
                    <a:pt x="1035" y="37"/>
                  </a:lnTo>
                  <a:lnTo>
                    <a:pt x="1050" y="43"/>
                  </a:lnTo>
                  <a:lnTo>
                    <a:pt x="1064" y="52"/>
                  </a:lnTo>
                  <a:lnTo>
                    <a:pt x="1075" y="62"/>
                  </a:lnTo>
                  <a:lnTo>
                    <a:pt x="1081" y="68"/>
                  </a:lnTo>
                  <a:lnTo>
                    <a:pt x="1085" y="74"/>
                  </a:lnTo>
                  <a:lnTo>
                    <a:pt x="1090" y="81"/>
                  </a:lnTo>
                  <a:lnTo>
                    <a:pt x="1095" y="89"/>
                  </a:lnTo>
                  <a:lnTo>
                    <a:pt x="1098" y="96"/>
                  </a:lnTo>
                  <a:lnTo>
                    <a:pt x="1101" y="104"/>
                  </a:lnTo>
                  <a:lnTo>
                    <a:pt x="1104" y="114"/>
                  </a:lnTo>
                  <a:lnTo>
                    <a:pt x="1106" y="124"/>
                  </a:lnTo>
                  <a:lnTo>
                    <a:pt x="1107" y="134"/>
                  </a:lnTo>
                  <a:lnTo>
                    <a:pt x="1108" y="145"/>
                  </a:lnTo>
                  <a:lnTo>
                    <a:pt x="1108" y="145"/>
                  </a:lnTo>
                  <a:lnTo>
                    <a:pt x="1107" y="152"/>
                  </a:lnTo>
                  <a:lnTo>
                    <a:pt x="1106" y="154"/>
                  </a:lnTo>
                  <a:lnTo>
                    <a:pt x="1104" y="157"/>
                  </a:lnTo>
                  <a:lnTo>
                    <a:pt x="1104" y="157"/>
                  </a:lnTo>
                  <a:lnTo>
                    <a:pt x="1101" y="159"/>
                  </a:lnTo>
                  <a:lnTo>
                    <a:pt x="1098" y="160"/>
                  </a:lnTo>
                  <a:lnTo>
                    <a:pt x="1095" y="161"/>
                  </a:lnTo>
                  <a:lnTo>
                    <a:pt x="1090" y="162"/>
                  </a:lnTo>
                  <a:lnTo>
                    <a:pt x="1090" y="162"/>
                  </a:lnTo>
                  <a:lnTo>
                    <a:pt x="1084" y="161"/>
                  </a:lnTo>
                  <a:lnTo>
                    <a:pt x="1081" y="159"/>
                  </a:lnTo>
                  <a:lnTo>
                    <a:pt x="1078" y="157"/>
                  </a:lnTo>
                  <a:lnTo>
                    <a:pt x="1076" y="155"/>
                  </a:lnTo>
                  <a:lnTo>
                    <a:pt x="1074" y="152"/>
                  </a:lnTo>
                  <a:lnTo>
                    <a:pt x="1072" y="149"/>
                  </a:lnTo>
                  <a:lnTo>
                    <a:pt x="1072" y="145"/>
                  </a:lnTo>
                  <a:lnTo>
                    <a:pt x="1072" y="145"/>
                  </a:lnTo>
                  <a:lnTo>
                    <a:pt x="1071" y="133"/>
                  </a:lnTo>
                  <a:lnTo>
                    <a:pt x="1069" y="123"/>
                  </a:lnTo>
                  <a:lnTo>
                    <a:pt x="1066" y="114"/>
                  </a:lnTo>
                  <a:lnTo>
                    <a:pt x="1062" y="104"/>
                  </a:lnTo>
                  <a:lnTo>
                    <a:pt x="1056" y="96"/>
                  </a:lnTo>
                  <a:lnTo>
                    <a:pt x="1050" y="89"/>
                  </a:lnTo>
                  <a:lnTo>
                    <a:pt x="1044" y="83"/>
                  </a:lnTo>
                  <a:lnTo>
                    <a:pt x="1036" y="77"/>
                  </a:lnTo>
                  <a:lnTo>
                    <a:pt x="1026" y="71"/>
                  </a:lnTo>
                  <a:lnTo>
                    <a:pt x="1017" y="66"/>
                  </a:lnTo>
                  <a:lnTo>
                    <a:pt x="1006" y="62"/>
                  </a:lnTo>
                  <a:lnTo>
                    <a:pt x="994" y="59"/>
                  </a:lnTo>
                  <a:lnTo>
                    <a:pt x="981" y="57"/>
                  </a:lnTo>
                  <a:lnTo>
                    <a:pt x="968" y="55"/>
                  </a:lnTo>
                  <a:lnTo>
                    <a:pt x="952" y="54"/>
                  </a:lnTo>
                  <a:lnTo>
                    <a:pt x="937" y="54"/>
                  </a:lnTo>
                  <a:lnTo>
                    <a:pt x="935" y="54"/>
                  </a:lnTo>
                  <a:lnTo>
                    <a:pt x="935" y="54"/>
                  </a:lnTo>
                  <a:lnTo>
                    <a:pt x="897" y="53"/>
                  </a:lnTo>
                  <a:lnTo>
                    <a:pt x="861" y="51"/>
                  </a:lnTo>
                  <a:lnTo>
                    <a:pt x="861" y="51"/>
                  </a:lnTo>
                  <a:lnTo>
                    <a:pt x="825" y="50"/>
                  </a:lnTo>
                  <a:lnTo>
                    <a:pt x="788" y="49"/>
                  </a:lnTo>
                  <a:lnTo>
                    <a:pt x="630" y="49"/>
                  </a:lnTo>
                  <a:lnTo>
                    <a:pt x="630" y="49"/>
                  </a:lnTo>
                  <a:lnTo>
                    <a:pt x="613" y="49"/>
                  </a:lnTo>
                  <a:lnTo>
                    <a:pt x="597" y="48"/>
                  </a:lnTo>
                  <a:lnTo>
                    <a:pt x="564" y="45"/>
                  </a:lnTo>
                  <a:lnTo>
                    <a:pt x="564" y="45"/>
                  </a:lnTo>
                  <a:lnTo>
                    <a:pt x="531" y="40"/>
                  </a:lnTo>
                  <a:lnTo>
                    <a:pt x="514" y="39"/>
                  </a:lnTo>
                  <a:lnTo>
                    <a:pt x="497" y="39"/>
                  </a:lnTo>
                  <a:lnTo>
                    <a:pt x="497" y="39"/>
                  </a:lnTo>
                  <a:lnTo>
                    <a:pt x="445" y="38"/>
                  </a:lnTo>
                  <a:lnTo>
                    <a:pt x="392" y="35"/>
                  </a:lnTo>
                  <a:lnTo>
                    <a:pt x="392" y="35"/>
                  </a:lnTo>
                  <a:lnTo>
                    <a:pt x="344" y="33"/>
                  </a:lnTo>
                  <a:lnTo>
                    <a:pt x="344" y="33"/>
                  </a:lnTo>
                  <a:lnTo>
                    <a:pt x="311" y="32"/>
                  </a:lnTo>
                  <a:lnTo>
                    <a:pt x="311" y="32"/>
                  </a:lnTo>
                  <a:lnTo>
                    <a:pt x="283" y="33"/>
                  </a:lnTo>
                  <a:lnTo>
                    <a:pt x="247" y="35"/>
                  </a:lnTo>
                  <a:lnTo>
                    <a:pt x="227" y="37"/>
                  </a:lnTo>
                  <a:lnTo>
                    <a:pt x="207" y="40"/>
                  </a:lnTo>
                  <a:lnTo>
                    <a:pt x="188" y="43"/>
                  </a:lnTo>
                  <a:lnTo>
                    <a:pt x="169" y="49"/>
                  </a:lnTo>
                  <a:lnTo>
                    <a:pt x="168" y="49"/>
                  </a:lnTo>
                  <a:lnTo>
                    <a:pt x="168" y="49"/>
                  </a:lnTo>
                  <a:lnTo>
                    <a:pt x="147" y="55"/>
                  </a:lnTo>
                  <a:lnTo>
                    <a:pt x="128" y="61"/>
                  </a:lnTo>
                  <a:lnTo>
                    <a:pt x="109" y="68"/>
                  </a:lnTo>
                  <a:lnTo>
                    <a:pt x="101" y="72"/>
                  </a:lnTo>
                  <a:lnTo>
                    <a:pt x="93" y="78"/>
                  </a:lnTo>
                  <a:lnTo>
                    <a:pt x="84" y="83"/>
                  </a:lnTo>
                  <a:lnTo>
                    <a:pt x="77" y="89"/>
                  </a:lnTo>
                  <a:lnTo>
                    <a:pt x="70" y="95"/>
                  </a:lnTo>
                  <a:lnTo>
                    <a:pt x="64" y="102"/>
                  </a:lnTo>
                  <a:lnTo>
                    <a:pt x="59" y="111"/>
                  </a:lnTo>
                  <a:lnTo>
                    <a:pt x="53" y="120"/>
                  </a:lnTo>
                  <a:lnTo>
                    <a:pt x="49" y="130"/>
                  </a:lnTo>
                  <a:lnTo>
                    <a:pt x="45" y="142"/>
                  </a:lnTo>
                  <a:lnTo>
                    <a:pt x="45" y="142"/>
                  </a:lnTo>
                  <a:lnTo>
                    <a:pt x="42" y="155"/>
                  </a:lnTo>
                  <a:lnTo>
                    <a:pt x="41" y="167"/>
                  </a:lnTo>
                  <a:lnTo>
                    <a:pt x="41" y="181"/>
                  </a:lnTo>
                  <a:lnTo>
                    <a:pt x="41" y="193"/>
                  </a:lnTo>
                  <a:lnTo>
                    <a:pt x="41" y="193"/>
                  </a:lnTo>
                  <a:lnTo>
                    <a:pt x="42" y="209"/>
                  </a:lnTo>
                  <a:lnTo>
                    <a:pt x="41" y="224"/>
                  </a:lnTo>
                  <a:lnTo>
                    <a:pt x="41" y="224"/>
                  </a:lnTo>
                  <a:lnTo>
                    <a:pt x="38" y="240"/>
                  </a:lnTo>
                  <a:lnTo>
                    <a:pt x="38" y="240"/>
                  </a:lnTo>
                  <a:lnTo>
                    <a:pt x="36" y="251"/>
                  </a:lnTo>
                  <a:lnTo>
                    <a:pt x="35" y="262"/>
                  </a:lnTo>
                  <a:lnTo>
                    <a:pt x="35" y="268"/>
                  </a:lnTo>
                  <a:lnTo>
                    <a:pt x="35" y="273"/>
                  </a:lnTo>
                  <a:lnTo>
                    <a:pt x="37" y="278"/>
                  </a:lnTo>
                  <a:lnTo>
                    <a:pt x="39" y="282"/>
                  </a:lnTo>
                  <a:lnTo>
                    <a:pt x="39" y="282"/>
                  </a:lnTo>
                  <a:lnTo>
                    <a:pt x="41" y="288"/>
                  </a:lnTo>
                  <a:lnTo>
                    <a:pt x="41" y="294"/>
                  </a:lnTo>
                  <a:lnTo>
                    <a:pt x="39" y="299"/>
                  </a:lnTo>
                  <a:lnTo>
                    <a:pt x="38" y="302"/>
                  </a:lnTo>
                  <a:lnTo>
                    <a:pt x="36" y="303"/>
                  </a:lnTo>
                  <a:lnTo>
                    <a:pt x="36" y="305"/>
                  </a:lnTo>
                  <a:lnTo>
                    <a:pt x="36" y="305"/>
                  </a:lnTo>
                  <a:lnTo>
                    <a:pt x="37" y="404"/>
                  </a:lnTo>
                  <a:lnTo>
                    <a:pt x="38" y="509"/>
                  </a:lnTo>
                  <a:lnTo>
                    <a:pt x="40" y="620"/>
                  </a:lnTo>
                  <a:lnTo>
                    <a:pt x="45" y="732"/>
                  </a:lnTo>
                  <a:lnTo>
                    <a:pt x="45" y="732"/>
                  </a:lnTo>
                  <a:lnTo>
                    <a:pt x="47" y="788"/>
                  </a:lnTo>
                  <a:lnTo>
                    <a:pt x="49" y="845"/>
                  </a:lnTo>
                  <a:lnTo>
                    <a:pt x="50" y="905"/>
                  </a:lnTo>
                  <a:lnTo>
                    <a:pt x="50" y="965"/>
                  </a:lnTo>
                  <a:lnTo>
                    <a:pt x="50" y="965"/>
                  </a:lnTo>
                  <a:lnTo>
                    <a:pt x="50" y="996"/>
                  </a:lnTo>
                  <a:lnTo>
                    <a:pt x="50" y="996"/>
                  </a:lnTo>
                  <a:lnTo>
                    <a:pt x="50" y="1033"/>
                  </a:lnTo>
                  <a:lnTo>
                    <a:pt x="50" y="1070"/>
                  </a:lnTo>
                  <a:lnTo>
                    <a:pt x="50" y="1075"/>
                  </a:lnTo>
                  <a:lnTo>
                    <a:pt x="50" y="1075"/>
                  </a:lnTo>
                  <a:lnTo>
                    <a:pt x="49" y="1099"/>
                  </a:lnTo>
                  <a:lnTo>
                    <a:pt x="49" y="1099"/>
                  </a:lnTo>
                  <a:lnTo>
                    <a:pt x="50" y="1106"/>
                  </a:lnTo>
                  <a:lnTo>
                    <a:pt x="49" y="1106"/>
                  </a:lnTo>
                  <a:lnTo>
                    <a:pt x="50" y="1116"/>
                  </a:lnTo>
                  <a:lnTo>
                    <a:pt x="50" y="1119"/>
                  </a:lnTo>
                  <a:lnTo>
                    <a:pt x="51" y="1121"/>
                  </a:lnTo>
                  <a:lnTo>
                    <a:pt x="51" y="1121"/>
                  </a:lnTo>
                  <a:lnTo>
                    <a:pt x="52" y="1124"/>
                  </a:lnTo>
                  <a:lnTo>
                    <a:pt x="53" y="1128"/>
                  </a:lnTo>
                  <a:lnTo>
                    <a:pt x="53" y="1132"/>
                  </a:lnTo>
                  <a:lnTo>
                    <a:pt x="52" y="1136"/>
                  </a:lnTo>
                  <a:lnTo>
                    <a:pt x="52" y="1137"/>
                  </a:lnTo>
                  <a:lnTo>
                    <a:pt x="52" y="1138"/>
                  </a:lnTo>
                  <a:lnTo>
                    <a:pt x="52" y="1138"/>
                  </a:lnTo>
                  <a:lnTo>
                    <a:pt x="57" y="1153"/>
                  </a:lnTo>
                  <a:lnTo>
                    <a:pt x="62" y="1167"/>
                  </a:lnTo>
                  <a:lnTo>
                    <a:pt x="69" y="1181"/>
                  </a:lnTo>
                  <a:lnTo>
                    <a:pt x="76" y="1194"/>
                  </a:lnTo>
                  <a:lnTo>
                    <a:pt x="85" y="1207"/>
                  </a:lnTo>
                  <a:lnTo>
                    <a:pt x="96" y="1219"/>
                  </a:lnTo>
                  <a:lnTo>
                    <a:pt x="107" y="1230"/>
                  </a:lnTo>
                  <a:lnTo>
                    <a:pt x="120" y="1242"/>
                  </a:lnTo>
                  <a:lnTo>
                    <a:pt x="133" y="1252"/>
                  </a:lnTo>
                  <a:lnTo>
                    <a:pt x="146" y="1260"/>
                  </a:lnTo>
                  <a:lnTo>
                    <a:pt x="160" y="1269"/>
                  </a:lnTo>
                  <a:lnTo>
                    <a:pt x="174" y="1275"/>
                  </a:lnTo>
                  <a:lnTo>
                    <a:pt x="189" y="1281"/>
                  </a:lnTo>
                  <a:lnTo>
                    <a:pt x="202" y="1285"/>
                  </a:lnTo>
                  <a:lnTo>
                    <a:pt x="217" y="1287"/>
                  </a:lnTo>
                  <a:lnTo>
                    <a:pt x="231" y="1288"/>
                  </a:lnTo>
                  <a:lnTo>
                    <a:pt x="231" y="1288"/>
                  </a:lnTo>
                  <a:lnTo>
                    <a:pt x="240" y="1287"/>
                  </a:lnTo>
                  <a:lnTo>
                    <a:pt x="240" y="1287"/>
                  </a:lnTo>
                  <a:lnTo>
                    <a:pt x="259" y="1287"/>
                  </a:lnTo>
                  <a:lnTo>
                    <a:pt x="259" y="1287"/>
                  </a:lnTo>
                  <a:lnTo>
                    <a:pt x="278" y="1287"/>
                  </a:lnTo>
                  <a:lnTo>
                    <a:pt x="296" y="1289"/>
                  </a:lnTo>
                  <a:lnTo>
                    <a:pt x="332" y="1293"/>
                  </a:lnTo>
                  <a:lnTo>
                    <a:pt x="332" y="1293"/>
                  </a:lnTo>
                  <a:lnTo>
                    <a:pt x="349" y="1296"/>
                  </a:lnTo>
                  <a:lnTo>
                    <a:pt x="349" y="1296"/>
                  </a:lnTo>
                  <a:lnTo>
                    <a:pt x="366" y="1297"/>
                  </a:lnTo>
                  <a:lnTo>
                    <a:pt x="384" y="1298"/>
                  </a:lnTo>
                  <a:lnTo>
                    <a:pt x="384" y="1298"/>
                  </a:lnTo>
                  <a:lnTo>
                    <a:pt x="411" y="1297"/>
                  </a:lnTo>
                  <a:lnTo>
                    <a:pt x="437" y="1295"/>
                  </a:lnTo>
                  <a:lnTo>
                    <a:pt x="437" y="1295"/>
                  </a:lnTo>
                  <a:lnTo>
                    <a:pt x="462" y="1293"/>
                  </a:lnTo>
                  <a:lnTo>
                    <a:pt x="465" y="1293"/>
                  </a:lnTo>
                  <a:lnTo>
                    <a:pt x="466" y="1292"/>
                  </a:lnTo>
                  <a:lnTo>
                    <a:pt x="466" y="1292"/>
                  </a:lnTo>
                  <a:lnTo>
                    <a:pt x="471" y="1289"/>
                  </a:lnTo>
                  <a:lnTo>
                    <a:pt x="476" y="1288"/>
                  </a:lnTo>
                  <a:lnTo>
                    <a:pt x="478" y="1288"/>
                  </a:lnTo>
                  <a:lnTo>
                    <a:pt x="478" y="1288"/>
                  </a:lnTo>
                  <a:lnTo>
                    <a:pt x="528" y="1292"/>
                  </a:lnTo>
                  <a:lnTo>
                    <a:pt x="528" y="1292"/>
                  </a:lnTo>
                  <a:lnTo>
                    <a:pt x="577" y="1295"/>
                  </a:lnTo>
                  <a:lnTo>
                    <a:pt x="602" y="1297"/>
                  </a:lnTo>
                  <a:lnTo>
                    <a:pt x="627" y="1297"/>
                  </a:lnTo>
                  <a:lnTo>
                    <a:pt x="627" y="1297"/>
                  </a:lnTo>
                  <a:lnTo>
                    <a:pt x="645" y="1296"/>
                  </a:lnTo>
                  <a:lnTo>
                    <a:pt x="645" y="1296"/>
                  </a:lnTo>
                  <a:lnTo>
                    <a:pt x="665" y="1296"/>
                  </a:lnTo>
                  <a:lnTo>
                    <a:pt x="665" y="1296"/>
                  </a:lnTo>
                  <a:lnTo>
                    <a:pt x="674" y="1296"/>
                  </a:lnTo>
                  <a:lnTo>
                    <a:pt x="682" y="1297"/>
                  </a:lnTo>
                  <a:lnTo>
                    <a:pt x="690" y="1300"/>
                  </a:lnTo>
                  <a:lnTo>
                    <a:pt x="697" y="1303"/>
                  </a:lnTo>
                  <a:lnTo>
                    <a:pt x="699" y="1304"/>
                  </a:lnTo>
                  <a:lnTo>
                    <a:pt x="703" y="1303"/>
                  </a:lnTo>
                  <a:lnTo>
                    <a:pt x="704" y="1302"/>
                  </a:lnTo>
                  <a:lnTo>
                    <a:pt x="704" y="1302"/>
                  </a:lnTo>
                  <a:lnTo>
                    <a:pt x="708" y="1297"/>
                  </a:lnTo>
                  <a:lnTo>
                    <a:pt x="713" y="1294"/>
                  </a:lnTo>
                  <a:lnTo>
                    <a:pt x="725" y="1289"/>
                  </a:lnTo>
                  <a:lnTo>
                    <a:pt x="736" y="1285"/>
                  </a:lnTo>
                  <a:lnTo>
                    <a:pt x="749" y="1281"/>
                  </a:lnTo>
                  <a:lnTo>
                    <a:pt x="749" y="1281"/>
                  </a:lnTo>
                  <a:lnTo>
                    <a:pt x="765" y="1277"/>
                  </a:lnTo>
                  <a:lnTo>
                    <a:pt x="772" y="1274"/>
                  </a:lnTo>
                  <a:lnTo>
                    <a:pt x="781" y="1271"/>
                  </a:lnTo>
                  <a:lnTo>
                    <a:pt x="781" y="1271"/>
                  </a:lnTo>
                  <a:lnTo>
                    <a:pt x="812" y="1254"/>
                  </a:lnTo>
                  <a:lnTo>
                    <a:pt x="843" y="1233"/>
                  </a:lnTo>
                  <a:lnTo>
                    <a:pt x="875" y="1211"/>
                  </a:lnTo>
                  <a:lnTo>
                    <a:pt x="908" y="1185"/>
                  </a:lnTo>
                  <a:lnTo>
                    <a:pt x="908" y="1185"/>
                  </a:lnTo>
                  <a:lnTo>
                    <a:pt x="922" y="1174"/>
                  </a:lnTo>
                  <a:lnTo>
                    <a:pt x="938" y="1162"/>
                  </a:lnTo>
                  <a:lnTo>
                    <a:pt x="969" y="1143"/>
                  </a:lnTo>
                  <a:lnTo>
                    <a:pt x="969" y="1143"/>
                  </a:lnTo>
                  <a:lnTo>
                    <a:pt x="992" y="1127"/>
                  </a:lnTo>
                  <a:lnTo>
                    <a:pt x="1016" y="1111"/>
                  </a:lnTo>
                  <a:lnTo>
                    <a:pt x="1016" y="1111"/>
                  </a:lnTo>
                  <a:lnTo>
                    <a:pt x="1029" y="1101"/>
                  </a:lnTo>
                  <a:lnTo>
                    <a:pt x="1029" y="1101"/>
                  </a:lnTo>
                  <a:lnTo>
                    <a:pt x="1070" y="1073"/>
                  </a:lnTo>
                  <a:lnTo>
                    <a:pt x="1093" y="1056"/>
                  </a:lnTo>
                  <a:lnTo>
                    <a:pt x="1099" y="1051"/>
                  </a:lnTo>
                  <a:lnTo>
                    <a:pt x="1103" y="1046"/>
                  </a:lnTo>
                  <a:lnTo>
                    <a:pt x="1104" y="1043"/>
                  </a:lnTo>
                  <a:lnTo>
                    <a:pt x="1105" y="1041"/>
                  </a:lnTo>
                  <a:lnTo>
                    <a:pt x="1105" y="1041"/>
                  </a:lnTo>
                  <a:lnTo>
                    <a:pt x="1106" y="1036"/>
                  </a:lnTo>
                  <a:lnTo>
                    <a:pt x="1107" y="1032"/>
                  </a:lnTo>
                  <a:lnTo>
                    <a:pt x="1108" y="1031"/>
                  </a:lnTo>
                  <a:lnTo>
                    <a:pt x="1108" y="1029"/>
                  </a:lnTo>
                  <a:lnTo>
                    <a:pt x="1108" y="1029"/>
                  </a:lnTo>
                  <a:lnTo>
                    <a:pt x="1106" y="946"/>
                  </a:lnTo>
                  <a:lnTo>
                    <a:pt x="1104" y="859"/>
                  </a:lnTo>
                  <a:lnTo>
                    <a:pt x="1100" y="770"/>
                  </a:lnTo>
                  <a:lnTo>
                    <a:pt x="1096" y="676"/>
                  </a:lnTo>
                  <a:lnTo>
                    <a:pt x="1096" y="676"/>
                  </a:lnTo>
                  <a:lnTo>
                    <a:pt x="1096" y="668"/>
                  </a:lnTo>
                  <a:lnTo>
                    <a:pt x="1098" y="666"/>
                  </a:lnTo>
                  <a:lnTo>
                    <a:pt x="1099" y="663"/>
                  </a:lnTo>
                  <a:lnTo>
                    <a:pt x="1099" y="663"/>
                  </a:lnTo>
                  <a:lnTo>
                    <a:pt x="1102" y="661"/>
                  </a:lnTo>
                  <a:lnTo>
                    <a:pt x="1105" y="660"/>
                  </a:lnTo>
                  <a:lnTo>
                    <a:pt x="1108" y="659"/>
                  </a:lnTo>
                  <a:lnTo>
                    <a:pt x="1112" y="658"/>
                  </a:lnTo>
                  <a:lnTo>
                    <a:pt x="1112" y="658"/>
                  </a:lnTo>
                  <a:lnTo>
                    <a:pt x="1118" y="659"/>
                  </a:lnTo>
                  <a:lnTo>
                    <a:pt x="1123" y="661"/>
                  </a:lnTo>
                  <a:lnTo>
                    <a:pt x="1125" y="662"/>
                  </a:lnTo>
                  <a:lnTo>
                    <a:pt x="1128" y="665"/>
                  </a:lnTo>
                  <a:lnTo>
                    <a:pt x="1130" y="668"/>
                  </a:lnTo>
                  <a:lnTo>
                    <a:pt x="1131" y="672"/>
                  </a:lnTo>
                  <a:lnTo>
                    <a:pt x="1132" y="676"/>
                  </a:lnTo>
                  <a:lnTo>
                    <a:pt x="1132" y="676"/>
                  </a:lnTo>
                  <a:lnTo>
                    <a:pt x="1137" y="780"/>
                  </a:lnTo>
                  <a:lnTo>
                    <a:pt x="1140" y="877"/>
                  </a:lnTo>
                  <a:lnTo>
                    <a:pt x="1143" y="967"/>
                  </a:lnTo>
                  <a:lnTo>
                    <a:pt x="1145" y="1053"/>
                  </a:lnTo>
                  <a:lnTo>
                    <a:pt x="1139" y="1053"/>
                  </a:lnTo>
                  <a:lnTo>
                    <a:pt x="1137" y="1057"/>
                  </a:lnTo>
                  <a:lnTo>
                    <a:pt x="1137" y="1057"/>
                  </a:lnTo>
                  <a:lnTo>
                    <a:pt x="1135" y="1062"/>
                  </a:lnTo>
                  <a:lnTo>
                    <a:pt x="1131" y="1067"/>
                  </a:lnTo>
                  <a:lnTo>
                    <a:pt x="1127" y="1072"/>
                  </a:lnTo>
                  <a:lnTo>
                    <a:pt x="1121" y="1076"/>
                  </a:lnTo>
                  <a:lnTo>
                    <a:pt x="1110" y="1085"/>
                  </a:lnTo>
                  <a:lnTo>
                    <a:pt x="1098" y="1093"/>
                  </a:lnTo>
                  <a:lnTo>
                    <a:pt x="1098" y="1093"/>
                  </a:lnTo>
                  <a:lnTo>
                    <a:pt x="1085" y="1101"/>
                  </a:lnTo>
                  <a:lnTo>
                    <a:pt x="1074" y="1111"/>
                  </a:lnTo>
                  <a:lnTo>
                    <a:pt x="1074" y="1111"/>
                  </a:lnTo>
                  <a:lnTo>
                    <a:pt x="1054" y="1125"/>
                  </a:lnTo>
                  <a:lnTo>
                    <a:pt x="1035" y="1139"/>
                  </a:lnTo>
                  <a:lnTo>
                    <a:pt x="995" y="1166"/>
                  </a:lnTo>
                  <a:lnTo>
                    <a:pt x="995" y="1166"/>
                  </a:lnTo>
                  <a:lnTo>
                    <a:pt x="954" y="1194"/>
                  </a:lnTo>
                  <a:lnTo>
                    <a:pt x="954" y="1194"/>
                  </a:lnTo>
                  <a:lnTo>
                    <a:pt x="931" y="1212"/>
                  </a:lnTo>
                  <a:lnTo>
                    <a:pt x="908" y="1229"/>
                  </a:lnTo>
                  <a:lnTo>
                    <a:pt x="908" y="1229"/>
                  </a:lnTo>
                  <a:lnTo>
                    <a:pt x="865" y="1262"/>
                  </a:lnTo>
                  <a:lnTo>
                    <a:pt x="844" y="1277"/>
                  </a:lnTo>
                  <a:lnTo>
                    <a:pt x="822" y="1291"/>
                  </a:lnTo>
                  <a:lnTo>
                    <a:pt x="799" y="1304"/>
                  </a:lnTo>
                  <a:lnTo>
                    <a:pt x="776" y="1315"/>
                  </a:lnTo>
                  <a:lnTo>
                    <a:pt x="765" y="1319"/>
                  </a:lnTo>
                  <a:lnTo>
                    <a:pt x="753" y="1322"/>
                  </a:lnTo>
                  <a:lnTo>
                    <a:pt x="740" y="1325"/>
                  </a:lnTo>
                  <a:lnTo>
                    <a:pt x="729" y="1328"/>
                  </a:lnTo>
                  <a:lnTo>
                    <a:pt x="727" y="1328"/>
                  </a:lnTo>
                  <a:lnTo>
                    <a:pt x="726" y="1329"/>
                  </a:lnTo>
                  <a:lnTo>
                    <a:pt x="726" y="1329"/>
                  </a:lnTo>
                  <a:lnTo>
                    <a:pt x="723" y="1331"/>
                  </a:lnTo>
                  <a:lnTo>
                    <a:pt x="719" y="1332"/>
                  </a:lnTo>
                  <a:lnTo>
                    <a:pt x="712" y="1334"/>
                  </a:lnTo>
                  <a:lnTo>
                    <a:pt x="713" y="1337"/>
                  </a:lnTo>
                  <a:lnTo>
                    <a:pt x="713" y="1337"/>
                  </a:lnTo>
                  <a:lnTo>
                    <a:pt x="710" y="1338"/>
                  </a:lnTo>
                  <a:lnTo>
                    <a:pt x="710" y="1338"/>
                  </a:lnTo>
                  <a:lnTo>
                    <a:pt x="707" y="1338"/>
                  </a:lnTo>
                  <a:lnTo>
                    <a:pt x="707" y="133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6" name="Freeform 397"/>
            <p:cNvSpPr>
              <a:spLocks noEditPoints="1"/>
            </p:cNvSpPr>
            <p:nvPr/>
          </p:nvSpPr>
          <p:spPr bwMode="auto">
            <a:xfrm>
              <a:off x="4422775" y="3170238"/>
              <a:ext cx="542925" cy="473075"/>
            </a:xfrm>
            <a:custGeom>
              <a:avLst/>
              <a:gdLst/>
              <a:ahLst/>
              <a:cxnLst>
                <a:cxn ang="0">
                  <a:pos x="2" y="884"/>
                </a:cxn>
                <a:cxn ang="0">
                  <a:pos x="4" y="861"/>
                </a:cxn>
                <a:cxn ang="0">
                  <a:pos x="45" y="818"/>
                </a:cxn>
                <a:cxn ang="0">
                  <a:pos x="132" y="715"/>
                </a:cxn>
                <a:cxn ang="0">
                  <a:pos x="182" y="635"/>
                </a:cxn>
                <a:cxn ang="0">
                  <a:pos x="192" y="564"/>
                </a:cxn>
                <a:cxn ang="0">
                  <a:pos x="207" y="470"/>
                </a:cxn>
                <a:cxn ang="0">
                  <a:pos x="253" y="351"/>
                </a:cxn>
                <a:cxn ang="0">
                  <a:pos x="358" y="215"/>
                </a:cxn>
                <a:cxn ang="0">
                  <a:pos x="517" y="90"/>
                </a:cxn>
                <a:cxn ang="0">
                  <a:pos x="663" y="24"/>
                </a:cxn>
                <a:cxn ang="0">
                  <a:pos x="817" y="2"/>
                </a:cxn>
                <a:cxn ang="0">
                  <a:pos x="943" y="2"/>
                </a:cxn>
                <a:cxn ang="0">
                  <a:pos x="1002" y="16"/>
                </a:cxn>
                <a:cxn ang="0">
                  <a:pos x="1020" y="26"/>
                </a:cxn>
                <a:cxn ang="0">
                  <a:pos x="1022" y="133"/>
                </a:cxn>
                <a:cxn ang="0">
                  <a:pos x="979" y="246"/>
                </a:cxn>
                <a:cxn ang="0">
                  <a:pos x="962" y="260"/>
                </a:cxn>
                <a:cxn ang="0">
                  <a:pos x="893" y="274"/>
                </a:cxn>
                <a:cxn ang="0">
                  <a:pos x="808" y="306"/>
                </a:cxn>
                <a:cxn ang="0">
                  <a:pos x="918" y="339"/>
                </a:cxn>
                <a:cxn ang="0">
                  <a:pos x="927" y="359"/>
                </a:cxn>
                <a:cxn ang="0">
                  <a:pos x="913" y="390"/>
                </a:cxn>
                <a:cxn ang="0">
                  <a:pos x="814" y="507"/>
                </a:cxn>
                <a:cxn ang="0">
                  <a:pos x="649" y="614"/>
                </a:cxn>
                <a:cxn ang="0">
                  <a:pos x="475" y="674"/>
                </a:cxn>
                <a:cxn ang="0">
                  <a:pos x="252" y="686"/>
                </a:cxn>
                <a:cxn ang="0">
                  <a:pos x="211" y="689"/>
                </a:cxn>
                <a:cxn ang="0">
                  <a:pos x="126" y="777"/>
                </a:cxn>
                <a:cxn ang="0">
                  <a:pos x="53" y="863"/>
                </a:cxn>
                <a:cxn ang="0">
                  <a:pos x="17" y="894"/>
                </a:cxn>
                <a:cxn ang="0">
                  <a:pos x="745" y="48"/>
                </a:cxn>
                <a:cxn ang="0">
                  <a:pos x="624" y="74"/>
                </a:cxn>
                <a:cxn ang="0">
                  <a:pos x="505" y="137"/>
                </a:cxn>
                <a:cxn ang="0">
                  <a:pos x="419" y="211"/>
                </a:cxn>
                <a:cxn ang="0">
                  <a:pos x="291" y="355"/>
                </a:cxn>
                <a:cxn ang="0">
                  <a:pos x="241" y="484"/>
                </a:cxn>
                <a:cxn ang="0">
                  <a:pos x="228" y="573"/>
                </a:cxn>
                <a:cxn ang="0">
                  <a:pos x="224" y="646"/>
                </a:cxn>
                <a:cxn ang="0">
                  <a:pos x="307" y="651"/>
                </a:cxn>
                <a:cxn ang="0">
                  <a:pos x="441" y="639"/>
                </a:cxn>
                <a:cxn ang="0">
                  <a:pos x="535" y="627"/>
                </a:cxn>
                <a:cxn ang="0">
                  <a:pos x="630" y="583"/>
                </a:cxn>
                <a:cxn ang="0">
                  <a:pos x="705" y="540"/>
                </a:cxn>
                <a:cxn ang="0">
                  <a:pos x="803" y="471"/>
                </a:cxn>
                <a:cxn ang="0">
                  <a:pos x="872" y="385"/>
                </a:cxn>
                <a:cxn ang="0">
                  <a:pos x="826" y="349"/>
                </a:cxn>
                <a:cxn ang="0">
                  <a:pos x="717" y="321"/>
                </a:cxn>
                <a:cxn ang="0">
                  <a:pos x="657" y="300"/>
                </a:cxn>
                <a:cxn ang="0">
                  <a:pos x="647" y="280"/>
                </a:cxn>
                <a:cxn ang="0">
                  <a:pos x="659" y="257"/>
                </a:cxn>
                <a:cxn ang="0">
                  <a:pos x="843" y="243"/>
                </a:cxn>
                <a:cxn ang="0">
                  <a:pos x="959" y="205"/>
                </a:cxn>
                <a:cxn ang="0">
                  <a:pos x="990" y="94"/>
                </a:cxn>
                <a:cxn ang="0">
                  <a:pos x="979" y="41"/>
                </a:cxn>
                <a:cxn ang="0">
                  <a:pos x="974" y="45"/>
                </a:cxn>
                <a:cxn ang="0">
                  <a:pos x="957" y="41"/>
                </a:cxn>
              </a:cxnLst>
              <a:rect l="0" t="0" r="r" b="b"/>
              <a:pathLst>
                <a:path w="1026" h="894">
                  <a:moveTo>
                    <a:pt x="17" y="894"/>
                  </a:moveTo>
                  <a:lnTo>
                    <a:pt x="17" y="894"/>
                  </a:lnTo>
                  <a:lnTo>
                    <a:pt x="11" y="893"/>
                  </a:lnTo>
                  <a:lnTo>
                    <a:pt x="8" y="892"/>
                  </a:lnTo>
                  <a:lnTo>
                    <a:pt x="6" y="891"/>
                  </a:lnTo>
                  <a:lnTo>
                    <a:pt x="3" y="887"/>
                  </a:lnTo>
                  <a:lnTo>
                    <a:pt x="2" y="884"/>
                  </a:lnTo>
                  <a:lnTo>
                    <a:pt x="1" y="881"/>
                  </a:lnTo>
                  <a:lnTo>
                    <a:pt x="0" y="877"/>
                  </a:lnTo>
                  <a:lnTo>
                    <a:pt x="0" y="872"/>
                  </a:lnTo>
                  <a:lnTo>
                    <a:pt x="0" y="872"/>
                  </a:lnTo>
                  <a:lnTo>
                    <a:pt x="1" y="869"/>
                  </a:lnTo>
                  <a:lnTo>
                    <a:pt x="1" y="866"/>
                  </a:lnTo>
                  <a:lnTo>
                    <a:pt x="4" y="861"/>
                  </a:lnTo>
                  <a:lnTo>
                    <a:pt x="7" y="857"/>
                  </a:lnTo>
                  <a:lnTo>
                    <a:pt x="10" y="856"/>
                  </a:lnTo>
                  <a:lnTo>
                    <a:pt x="12" y="855"/>
                  </a:lnTo>
                  <a:lnTo>
                    <a:pt x="13" y="854"/>
                  </a:lnTo>
                  <a:lnTo>
                    <a:pt x="13" y="854"/>
                  </a:lnTo>
                  <a:lnTo>
                    <a:pt x="29" y="836"/>
                  </a:lnTo>
                  <a:lnTo>
                    <a:pt x="45" y="818"/>
                  </a:lnTo>
                  <a:lnTo>
                    <a:pt x="45" y="818"/>
                  </a:lnTo>
                  <a:lnTo>
                    <a:pt x="69" y="791"/>
                  </a:lnTo>
                  <a:lnTo>
                    <a:pt x="82" y="777"/>
                  </a:lnTo>
                  <a:lnTo>
                    <a:pt x="93" y="761"/>
                  </a:lnTo>
                  <a:lnTo>
                    <a:pt x="93" y="761"/>
                  </a:lnTo>
                  <a:lnTo>
                    <a:pt x="112" y="738"/>
                  </a:lnTo>
                  <a:lnTo>
                    <a:pt x="132" y="715"/>
                  </a:lnTo>
                  <a:lnTo>
                    <a:pt x="153" y="692"/>
                  </a:lnTo>
                  <a:lnTo>
                    <a:pt x="176" y="670"/>
                  </a:lnTo>
                  <a:lnTo>
                    <a:pt x="188" y="658"/>
                  </a:lnTo>
                  <a:lnTo>
                    <a:pt x="187" y="655"/>
                  </a:lnTo>
                  <a:lnTo>
                    <a:pt x="187" y="655"/>
                  </a:lnTo>
                  <a:lnTo>
                    <a:pt x="184" y="645"/>
                  </a:lnTo>
                  <a:lnTo>
                    <a:pt x="182" y="635"/>
                  </a:lnTo>
                  <a:lnTo>
                    <a:pt x="181" y="627"/>
                  </a:lnTo>
                  <a:lnTo>
                    <a:pt x="181" y="621"/>
                  </a:lnTo>
                  <a:lnTo>
                    <a:pt x="181" y="621"/>
                  </a:lnTo>
                  <a:lnTo>
                    <a:pt x="183" y="603"/>
                  </a:lnTo>
                  <a:lnTo>
                    <a:pt x="187" y="586"/>
                  </a:lnTo>
                  <a:lnTo>
                    <a:pt x="187" y="586"/>
                  </a:lnTo>
                  <a:lnTo>
                    <a:pt x="192" y="564"/>
                  </a:lnTo>
                  <a:lnTo>
                    <a:pt x="193" y="553"/>
                  </a:lnTo>
                  <a:lnTo>
                    <a:pt x="194" y="540"/>
                  </a:lnTo>
                  <a:lnTo>
                    <a:pt x="194" y="540"/>
                  </a:lnTo>
                  <a:lnTo>
                    <a:pt x="196" y="524"/>
                  </a:lnTo>
                  <a:lnTo>
                    <a:pt x="198" y="506"/>
                  </a:lnTo>
                  <a:lnTo>
                    <a:pt x="202" y="489"/>
                  </a:lnTo>
                  <a:lnTo>
                    <a:pt x="207" y="470"/>
                  </a:lnTo>
                  <a:lnTo>
                    <a:pt x="212" y="452"/>
                  </a:lnTo>
                  <a:lnTo>
                    <a:pt x="218" y="432"/>
                  </a:lnTo>
                  <a:lnTo>
                    <a:pt x="225" y="412"/>
                  </a:lnTo>
                  <a:lnTo>
                    <a:pt x="233" y="392"/>
                  </a:lnTo>
                  <a:lnTo>
                    <a:pt x="233" y="392"/>
                  </a:lnTo>
                  <a:lnTo>
                    <a:pt x="243" y="371"/>
                  </a:lnTo>
                  <a:lnTo>
                    <a:pt x="253" y="351"/>
                  </a:lnTo>
                  <a:lnTo>
                    <a:pt x="264" y="332"/>
                  </a:lnTo>
                  <a:lnTo>
                    <a:pt x="276" y="313"/>
                  </a:lnTo>
                  <a:lnTo>
                    <a:pt x="289" y="296"/>
                  </a:lnTo>
                  <a:lnTo>
                    <a:pt x="302" y="278"/>
                  </a:lnTo>
                  <a:lnTo>
                    <a:pt x="315" y="261"/>
                  </a:lnTo>
                  <a:lnTo>
                    <a:pt x="329" y="245"/>
                  </a:lnTo>
                  <a:lnTo>
                    <a:pt x="358" y="215"/>
                  </a:lnTo>
                  <a:lnTo>
                    <a:pt x="388" y="188"/>
                  </a:lnTo>
                  <a:lnTo>
                    <a:pt x="417" y="162"/>
                  </a:lnTo>
                  <a:lnTo>
                    <a:pt x="446" y="140"/>
                  </a:lnTo>
                  <a:lnTo>
                    <a:pt x="446" y="140"/>
                  </a:lnTo>
                  <a:lnTo>
                    <a:pt x="464" y="126"/>
                  </a:lnTo>
                  <a:lnTo>
                    <a:pt x="481" y="114"/>
                  </a:lnTo>
                  <a:lnTo>
                    <a:pt x="517" y="90"/>
                  </a:lnTo>
                  <a:lnTo>
                    <a:pt x="555" y="69"/>
                  </a:lnTo>
                  <a:lnTo>
                    <a:pt x="592" y="49"/>
                  </a:lnTo>
                  <a:lnTo>
                    <a:pt x="592" y="49"/>
                  </a:lnTo>
                  <a:lnTo>
                    <a:pt x="609" y="40"/>
                  </a:lnTo>
                  <a:lnTo>
                    <a:pt x="627" y="34"/>
                  </a:lnTo>
                  <a:lnTo>
                    <a:pt x="645" y="28"/>
                  </a:lnTo>
                  <a:lnTo>
                    <a:pt x="663" y="24"/>
                  </a:lnTo>
                  <a:lnTo>
                    <a:pt x="681" y="20"/>
                  </a:lnTo>
                  <a:lnTo>
                    <a:pt x="699" y="17"/>
                  </a:lnTo>
                  <a:lnTo>
                    <a:pt x="737" y="11"/>
                  </a:lnTo>
                  <a:lnTo>
                    <a:pt x="745" y="10"/>
                  </a:lnTo>
                  <a:lnTo>
                    <a:pt x="745" y="10"/>
                  </a:lnTo>
                  <a:lnTo>
                    <a:pt x="782" y="5"/>
                  </a:lnTo>
                  <a:lnTo>
                    <a:pt x="817" y="2"/>
                  </a:lnTo>
                  <a:lnTo>
                    <a:pt x="848" y="0"/>
                  </a:lnTo>
                  <a:lnTo>
                    <a:pt x="878" y="0"/>
                  </a:lnTo>
                  <a:lnTo>
                    <a:pt x="878" y="0"/>
                  </a:lnTo>
                  <a:lnTo>
                    <a:pt x="902" y="0"/>
                  </a:lnTo>
                  <a:lnTo>
                    <a:pt x="924" y="1"/>
                  </a:lnTo>
                  <a:lnTo>
                    <a:pt x="924" y="1"/>
                  </a:lnTo>
                  <a:lnTo>
                    <a:pt x="943" y="2"/>
                  </a:lnTo>
                  <a:lnTo>
                    <a:pt x="943" y="2"/>
                  </a:lnTo>
                  <a:lnTo>
                    <a:pt x="959" y="3"/>
                  </a:lnTo>
                  <a:lnTo>
                    <a:pt x="975" y="5"/>
                  </a:lnTo>
                  <a:lnTo>
                    <a:pt x="982" y="6"/>
                  </a:lnTo>
                  <a:lnTo>
                    <a:pt x="990" y="8"/>
                  </a:lnTo>
                  <a:lnTo>
                    <a:pt x="997" y="11"/>
                  </a:lnTo>
                  <a:lnTo>
                    <a:pt x="1002" y="16"/>
                  </a:lnTo>
                  <a:lnTo>
                    <a:pt x="1003" y="16"/>
                  </a:lnTo>
                  <a:lnTo>
                    <a:pt x="1005" y="17"/>
                  </a:lnTo>
                  <a:lnTo>
                    <a:pt x="1005" y="17"/>
                  </a:lnTo>
                  <a:lnTo>
                    <a:pt x="1010" y="18"/>
                  </a:lnTo>
                  <a:lnTo>
                    <a:pt x="1016" y="21"/>
                  </a:lnTo>
                  <a:lnTo>
                    <a:pt x="1018" y="24"/>
                  </a:lnTo>
                  <a:lnTo>
                    <a:pt x="1020" y="26"/>
                  </a:lnTo>
                  <a:lnTo>
                    <a:pt x="1022" y="30"/>
                  </a:lnTo>
                  <a:lnTo>
                    <a:pt x="1023" y="33"/>
                  </a:lnTo>
                  <a:lnTo>
                    <a:pt x="1023" y="33"/>
                  </a:lnTo>
                  <a:lnTo>
                    <a:pt x="1026" y="61"/>
                  </a:lnTo>
                  <a:lnTo>
                    <a:pt x="1026" y="86"/>
                  </a:lnTo>
                  <a:lnTo>
                    <a:pt x="1025" y="110"/>
                  </a:lnTo>
                  <a:lnTo>
                    <a:pt x="1022" y="133"/>
                  </a:lnTo>
                  <a:lnTo>
                    <a:pt x="1022" y="133"/>
                  </a:lnTo>
                  <a:lnTo>
                    <a:pt x="1016" y="154"/>
                  </a:lnTo>
                  <a:lnTo>
                    <a:pt x="1010" y="174"/>
                  </a:lnTo>
                  <a:lnTo>
                    <a:pt x="1002" y="193"/>
                  </a:lnTo>
                  <a:lnTo>
                    <a:pt x="994" y="213"/>
                  </a:lnTo>
                  <a:lnTo>
                    <a:pt x="994" y="213"/>
                  </a:lnTo>
                  <a:lnTo>
                    <a:pt x="979" y="246"/>
                  </a:lnTo>
                  <a:lnTo>
                    <a:pt x="979" y="246"/>
                  </a:lnTo>
                  <a:lnTo>
                    <a:pt x="976" y="251"/>
                  </a:lnTo>
                  <a:lnTo>
                    <a:pt x="973" y="254"/>
                  </a:lnTo>
                  <a:lnTo>
                    <a:pt x="969" y="256"/>
                  </a:lnTo>
                  <a:lnTo>
                    <a:pt x="966" y="257"/>
                  </a:lnTo>
                  <a:lnTo>
                    <a:pt x="963" y="258"/>
                  </a:lnTo>
                  <a:lnTo>
                    <a:pt x="962" y="260"/>
                  </a:lnTo>
                  <a:lnTo>
                    <a:pt x="962" y="260"/>
                  </a:lnTo>
                  <a:lnTo>
                    <a:pt x="960" y="262"/>
                  </a:lnTo>
                  <a:lnTo>
                    <a:pt x="956" y="266"/>
                  </a:lnTo>
                  <a:lnTo>
                    <a:pt x="952" y="268"/>
                  </a:lnTo>
                  <a:lnTo>
                    <a:pt x="947" y="269"/>
                  </a:lnTo>
                  <a:lnTo>
                    <a:pt x="947" y="269"/>
                  </a:lnTo>
                  <a:lnTo>
                    <a:pt x="893" y="274"/>
                  </a:lnTo>
                  <a:lnTo>
                    <a:pt x="841" y="279"/>
                  </a:lnTo>
                  <a:lnTo>
                    <a:pt x="841" y="279"/>
                  </a:lnTo>
                  <a:lnTo>
                    <a:pt x="780" y="286"/>
                  </a:lnTo>
                  <a:lnTo>
                    <a:pt x="779" y="298"/>
                  </a:lnTo>
                  <a:lnTo>
                    <a:pt x="779" y="298"/>
                  </a:lnTo>
                  <a:lnTo>
                    <a:pt x="795" y="302"/>
                  </a:lnTo>
                  <a:lnTo>
                    <a:pt x="808" y="306"/>
                  </a:lnTo>
                  <a:lnTo>
                    <a:pt x="808" y="306"/>
                  </a:lnTo>
                  <a:lnTo>
                    <a:pt x="833" y="316"/>
                  </a:lnTo>
                  <a:lnTo>
                    <a:pt x="858" y="324"/>
                  </a:lnTo>
                  <a:lnTo>
                    <a:pt x="887" y="333"/>
                  </a:lnTo>
                  <a:lnTo>
                    <a:pt x="915" y="338"/>
                  </a:lnTo>
                  <a:lnTo>
                    <a:pt x="915" y="338"/>
                  </a:lnTo>
                  <a:lnTo>
                    <a:pt x="918" y="339"/>
                  </a:lnTo>
                  <a:lnTo>
                    <a:pt x="921" y="341"/>
                  </a:lnTo>
                  <a:lnTo>
                    <a:pt x="924" y="343"/>
                  </a:lnTo>
                  <a:lnTo>
                    <a:pt x="925" y="345"/>
                  </a:lnTo>
                  <a:lnTo>
                    <a:pt x="925" y="345"/>
                  </a:lnTo>
                  <a:lnTo>
                    <a:pt x="928" y="349"/>
                  </a:lnTo>
                  <a:lnTo>
                    <a:pt x="928" y="353"/>
                  </a:lnTo>
                  <a:lnTo>
                    <a:pt x="927" y="359"/>
                  </a:lnTo>
                  <a:lnTo>
                    <a:pt x="924" y="363"/>
                  </a:lnTo>
                  <a:lnTo>
                    <a:pt x="923" y="364"/>
                  </a:lnTo>
                  <a:lnTo>
                    <a:pt x="923" y="365"/>
                  </a:lnTo>
                  <a:lnTo>
                    <a:pt x="923" y="365"/>
                  </a:lnTo>
                  <a:lnTo>
                    <a:pt x="922" y="369"/>
                  </a:lnTo>
                  <a:lnTo>
                    <a:pt x="922" y="369"/>
                  </a:lnTo>
                  <a:lnTo>
                    <a:pt x="913" y="390"/>
                  </a:lnTo>
                  <a:lnTo>
                    <a:pt x="902" y="409"/>
                  </a:lnTo>
                  <a:lnTo>
                    <a:pt x="889" y="428"/>
                  </a:lnTo>
                  <a:lnTo>
                    <a:pt x="877" y="445"/>
                  </a:lnTo>
                  <a:lnTo>
                    <a:pt x="862" y="462"/>
                  </a:lnTo>
                  <a:lnTo>
                    <a:pt x="847" y="478"/>
                  </a:lnTo>
                  <a:lnTo>
                    <a:pt x="831" y="493"/>
                  </a:lnTo>
                  <a:lnTo>
                    <a:pt x="814" y="507"/>
                  </a:lnTo>
                  <a:lnTo>
                    <a:pt x="796" y="521"/>
                  </a:lnTo>
                  <a:lnTo>
                    <a:pt x="779" y="534"/>
                  </a:lnTo>
                  <a:lnTo>
                    <a:pt x="742" y="559"/>
                  </a:lnTo>
                  <a:lnTo>
                    <a:pt x="703" y="583"/>
                  </a:lnTo>
                  <a:lnTo>
                    <a:pt x="664" y="605"/>
                  </a:lnTo>
                  <a:lnTo>
                    <a:pt x="649" y="614"/>
                  </a:lnTo>
                  <a:lnTo>
                    <a:pt x="649" y="614"/>
                  </a:lnTo>
                  <a:lnTo>
                    <a:pt x="625" y="627"/>
                  </a:lnTo>
                  <a:lnTo>
                    <a:pt x="601" y="637"/>
                  </a:lnTo>
                  <a:lnTo>
                    <a:pt x="576" y="648"/>
                  </a:lnTo>
                  <a:lnTo>
                    <a:pt x="552" y="656"/>
                  </a:lnTo>
                  <a:lnTo>
                    <a:pt x="526" y="662"/>
                  </a:lnTo>
                  <a:lnTo>
                    <a:pt x="501" y="668"/>
                  </a:lnTo>
                  <a:lnTo>
                    <a:pt x="475" y="674"/>
                  </a:lnTo>
                  <a:lnTo>
                    <a:pt x="449" y="677"/>
                  </a:lnTo>
                  <a:lnTo>
                    <a:pt x="423" y="680"/>
                  </a:lnTo>
                  <a:lnTo>
                    <a:pt x="398" y="682"/>
                  </a:lnTo>
                  <a:lnTo>
                    <a:pt x="348" y="685"/>
                  </a:lnTo>
                  <a:lnTo>
                    <a:pt x="298" y="686"/>
                  </a:lnTo>
                  <a:lnTo>
                    <a:pt x="252" y="686"/>
                  </a:lnTo>
                  <a:lnTo>
                    <a:pt x="252" y="686"/>
                  </a:lnTo>
                  <a:lnTo>
                    <a:pt x="225" y="686"/>
                  </a:lnTo>
                  <a:lnTo>
                    <a:pt x="224" y="687"/>
                  </a:lnTo>
                  <a:lnTo>
                    <a:pt x="224" y="687"/>
                  </a:lnTo>
                  <a:lnTo>
                    <a:pt x="220" y="689"/>
                  </a:lnTo>
                  <a:lnTo>
                    <a:pt x="215" y="690"/>
                  </a:lnTo>
                  <a:lnTo>
                    <a:pt x="215" y="690"/>
                  </a:lnTo>
                  <a:lnTo>
                    <a:pt x="211" y="689"/>
                  </a:lnTo>
                  <a:lnTo>
                    <a:pt x="208" y="689"/>
                  </a:lnTo>
                  <a:lnTo>
                    <a:pt x="199" y="697"/>
                  </a:lnTo>
                  <a:lnTo>
                    <a:pt x="199" y="697"/>
                  </a:lnTo>
                  <a:lnTo>
                    <a:pt x="178" y="719"/>
                  </a:lnTo>
                  <a:lnTo>
                    <a:pt x="156" y="742"/>
                  </a:lnTo>
                  <a:lnTo>
                    <a:pt x="135" y="766"/>
                  </a:lnTo>
                  <a:lnTo>
                    <a:pt x="126" y="777"/>
                  </a:lnTo>
                  <a:lnTo>
                    <a:pt x="117" y="789"/>
                  </a:lnTo>
                  <a:lnTo>
                    <a:pt x="117" y="789"/>
                  </a:lnTo>
                  <a:lnTo>
                    <a:pt x="106" y="804"/>
                  </a:lnTo>
                  <a:lnTo>
                    <a:pt x="96" y="817"/>
                  </a:lnTo>
                  <a:lnTo>
                    <a:pt x="72" y="842"/>
                  </a:lnTo>
                  <a:lnTo>
                    <a:pt x="72" y="842"/>
                  </a:lnTo>
                  <a:lnTo>
                    <a:pt x="53" y="863"/>
                  </a:lnTo>
                  <a:lnTo>
                    <a:pt x="43" y="874"/>
                  </a:lnTo>
                  <a:lnTo>
                    <a:pt x="34" y="885"/>
                  </a:lnTo>
                  <a:lnTo>
                    <a:pt x="34" y="885"/>
                  </a:lnTo>
                  <a:lnTo>
                    <a:pt x="31" y="888"/>
                  </a:lnTo>
                  <a:lnTo>
                    <a:pt x="27" y="892"/>
                  </a:lnTo>
                  <a:lnTo>
                    <a:pt x="22" y="894"/>
                  </a:lnTo>
                  <a:lnTo>
                    <a:pt x="17" y="894"/>
                  </a:lnTo>
                  <a:lnTo>
                    <a:pt x="17" y="894"/>
                  </a:lnTo>
                  <a:close/>
                  <a:moveTo>
                    <a:pt x="884" y="36"/>
                  </a:moveTo>
                  <a:lnTo>
                    <a:pt x="884" y="36"/>
                  </a:lnTo>
                  <a:lnTo>
                    <a:pt x="861" y="37"/>
                  </a:lnTo>
                  <a:lnTo>
                    <a:pt x="861" y="37"/>
                  </a:lnTo>
                  <a:lnTo>
                    <a:pt x="782" y="43"/>
                  </a:lnTo>
                  <a:lnTo>
                    <a:pt x="745" y="48"/>
                  </a:lnTo>
                  <a:lnTo>
                    <a:pt x="709" y="53"/>
                  </a:lnTo>
                  <a:lnTo>
                    <a:pt x="709" y="53"/>
                  </a:lnTo>
                  <a:lnTo>
                    <a:pt x="692" y="55"/>
                  </a:lnTo>
                  <a:lnTo>
                    <a:pt x="676" y="59"/>
                  </a:lnTo>
                  <a:lnTo>
                    <a:pt x="658" y="63"/>
                  </a:lnTo>
                  <a:lnTo>
                    <a:pt x="640" y="68"/>
                  </a:lnTo>
                  <a:lnTo>
                    <a:pt x="624" y="74"/>
                  </a:lnTo>
                  <a:lnTo>
                    <a:pt x="606" y="82"/>
                  </a:lnTo>
                  <a:lnTo>
                    <a:pt x="589" y="90"/>
                  </a:lnTo>
                  <a:lnTo>
                    <a:pt x="571" y="98"/>
                  </a:lnTo>
                  <a:lnTo>
                    <a:pt x="555" y="106"/>
                  </a:lnTo>
                  <a:lnTo>
                    <a:pt x="538" y="117"/>
                  </a:lnTo>
                  <a:lnTo>
                    <a:pt x="522" y="127"/>
                  </a:lnTo>
                  <a:lnTo>
                    <a:pt x="505" y="137"/>
                  </a:lnTo>
                  <a:lnTo>
                    <a:pt x="490" y="149"/>
                  </a:lnTo>
                  <a:lnTo>
                    <a:pt x="474" y="161"/>
                  </a:lnTo>
                  <a:lnTo>
                    <a:pt x="460" y="174"/>
                  </a:lnTo>
                  <a:lnTo>
                    <a:pt x="446" y="186"/>
                  </a:lnTo>
                  <a:lnTo>
                    <a:pt x="446" y="186"/>
                  </a:lnTo>
                  <a:lnTo>
                    <a:pt x="419" y="211"/>
                  </a:lnTo>
                  <a:lnTo>
                    <a:pt x="419" y="211"/>
                  </a:lnTo>
                  <a:lnTo>
                    <a:pt x="396" y="234"/>
                  </a:lnTo>
                  <a:lnTo>
                    <a:pt x="372" y="256"/>
                  </a:lnTo>
                  <a:lnTo>
                    <a:pt x="349" y="279"/>
                  </a:lnTo>
                  <a:lnTo>
                    <a:pt x="328" y="304"/>
                  </a:lnTo>
                  <a:lnTo>
                    <a:pt x="309" y="329"/>
                  </a:lnTo>
                  <a:lnTo>
                    <a:pt x="300" y="342"/>
                  </a:lnTo>
                  <a:lnTo>
                    <a:pt x="291" y="355"/>
                  </a:lnTo>
                  <a:lnTo>
                    <a:pt x="283" y="370"/>
                  </a:lnTo>
                  <a:lnTo>
                    <a:pt x="276" y="384"/>
                  </a:lnTo>
                  <a:lnTo>
                    <a:pt x="269" y="400"/>
                  </a:lnTo>
                  <a:lnTo>
                    <a:pt x="262" y="415"/>
                  </a:lnTo>
                  <a:lnTo>
                    <a:pt x="262" y="415"/>
                  </a:lnTo>
                  <a:lnTo>
                    <a:pt x="251" y="449"/>
                  </a:lnTo>
                  <a:lnTo>
                    <a:pt x="241" y="484"/>
                  </a:lnTo>
                  <a:lnTo>
                    <a:pt x="237" y="501"/>
                  </a:lnTo>
                  <a:lnTo>
                    <a:pt x="233" y="519"/>
                  </a:lnTo>
                  <a:lnTo>
                    <a:pt x="231" y="536"/>
                  </a:lnTo>
                  <a:lnTo>
                    <a:pt x="230" y="555"/>
                  </a:lnTo>
                  <a:lnTo>
                    <a:pt x="230" y="555"/>
                  </a:lnTo>
                  <a:lnTo>
                    <a:pt x="230" y="564"/>
                  </a:lnTo>
                  <a:lnTo>
                    <a:pt x="228" y="573"/>
                  </a:lnTo>
                  <a:lnTo>
                    <a:pt x="223" y="592"/>
                  </a:lnTo>
                  <a:lnTo>
                    <a:pt x="221" y="599"/>
                  </a:lnTo>
                  <a:lnTo>
                    <a:pt x="221" y="599"/>
                  </a:lnTo>
                  <a:lnTo>
                    <a:pt x="220" y="609"/>
                  </a:lnTo>
                  <a:lnTo>
                    <a:pt x="221" y="620"/>
                  </a:lnTo>
                  <a:lnTo>
                    <a:pt x="224" y="645"/>
                  </a:lnTo>
                  <a:lnTo>
                    <a:pt x="224" y="646"/>
                  </a:lnTo>
                  <a:lnTo>
                    <a:pt x="226" y="648"/>
                  </a:lnTo>
                  <a:lnTo>
                    <a:pt x="228" y="650"/>
                  </a:lnTo>
                  <a:lnTo>
                    <a:pt x="230" y="650"/>
                  </a:lnTo>
                  <a:lnTo>
                    <a:pt x="230" y="650"/>
                  </a:lnTo>
                  <a:lnTo>
                    <a:pt x="262" y="651"/>
                  </a:lnTo>
                  <a:lnTo>
                    <a:pt x="262" y="651"/>
                  </a:lnTo>
                  <a:lnTo>
                    <a:pt x="307" y="651"/>
                  </a:lnTo>
                  <a:lnTo>
                    <a:pt x="307" y="651"/>
                  </a:lnTo>
                  <a:lnTo>
                    <a:pt x="339" y="651"/>
                  </a:lnTo>
                  <a:lnTo>
                    <a:pt x="372" y="649"/>
                  </a:lnTo>
                  <a:lnTo>
                    <a:pt x="406" y="646"/>
                  </a:lnTo>
                  <a:lnTo>
                    <a:pt x="423" y="644"/>
                  </a:lnTo>
                  <a:lnTo>
                    <a:pt x="441" y="639"/>
                  </a:lnTo>
                  <a:lnTo>
                    <a:pt x="441" y="639"/>
                  </a:lnTo>
                  <a:lnTo>
                    <a:pt x="461" y="636"/>
                  </a:lnTo>
                  <a:lnTo>
                    <a:pt x="481" y="635"/>
                  </a:lnTo>
                  <a:lnTo>
                    <a:pt x="481" y="635"/>
                  </a:lnTo>
                  <a:lnTo>
                    <a:pt x="509" y="632"/>
                  </a:lnTo>
                  <a:lnTo>
                    <a:pt x="523" y="630"/>
                  </a:lnTo>
                  <a:lnTo>
                    <a:pt x="535" y="627"/>
                  </a:lnTo>
                  <a:lnTo>
                    <a:pt x="535" y="627"/>
                  </a:lnTo>
                  <a:lnTo>
                    <a:pt x="551" y="621"/>
                  </a:lnTo>
                  <a:lnTo>
                    <a:pt x="565" y="615"/>
                  </a:lnTo>
                  <a:lnTo>
                    <a:pt x="594" y="601"/>
                  </a:lnTo>
                  <a:lnTo>
                    <a:pt x="594" y="601"/>
                  </a:lnTo>
                  <a:lnTo>
                    <a:pt x="611" y="592"/>
                  </a:lnTo>
                  <a:lnTo>
                    <a:pt x="630" y="583"/>
                  </a:lnTo>
                  <a:lnTo>
                    <a:pt x="630" y="583"/>
                  </a:lnTo>
                  <a:lnTo>
                    <a:pt x="640" y="578"/>
                  </a:lnTo>
                  <a:lnTo>
                    <a:pt x="652" y="572"/>
                  </a:lnTo>
                  <a:lnTo>
                    <a:pt x="674" y="559"/>
                  </a:lnTo>
                  <a:lnTo>
                    <a:pt x="674" y="559"/>
                  </a:lnTo>
                  <a:lnTo>
                    <a:pt x="692" y="549"/>
                  </a:lnTo>
                  <a:lnTo>
                    <a:pt x="692" y="549"/>
                  </a:lnTo>
                  <a:lnTo>
                    <a:pt x="705" y="540"/>
                  </a:lnTo>
                  <a:lnTo>
                    <a:pt x="705" y="540"/>
                  </a:lnTo>
                  <a:lnTo>
                    <a:pt x="726" y="529"/>
                  </a:lnTo>
                  <a:lnTo>
                    <a:pt x="746" y="517"/>
                  </a:lnTo>
                  <a:lnTo>
                    <a:pt x="764" y="504"/>
                  </a:lnTo>
                  <a:lnTo>
                    <a:pt x="783" y="490"/>
                  </a:lnTo>
                  <a:lnTo>
                    <a:pt x="783" y="490"/>
                  </a:lnTo>
                  <a:lnTo>
                    <a:pt x="803" y="471"/>
                  </a:lnTo>
                  <a:lnTo>
                    <a:pt x="820" y="453"/>
                  </a:lnTo>
                  <a:lnTo>
                    <a:pt x="837" y="433"/>
                  </a:lnTo>
                  <a:lnTo>
                    <a:pt x="851" y="413"/>
                  </a:lnTo>
                  <a:lnTo>
                    <a:pt x="851" y="413"/>
                  </a:lnTo>
                  <a:lnTo>
                    <a:pt x="865" y="396"/>
                  </a:lnTo>
                  <a:lnTo>
                    <a:pt x="865" y="396"/>
                  </a:lnTo>
                  <a:lnTo>
                    <a:pt x="872" y="385"/>
                  </a:lnTo>
                  <a:lnTo>
                    <a:pt x="880" y="375"/>
                  </a:lnTo>
                  <a:lnTo>
                    <a:pt x="884" y="368"/>
                  </a:lnTo>
                  <a:lnTo>
                    <a:pt x="876" y="366"/>
                  </a:lnTo>
                  <a:lnTo>
                    <a:pt x="876" y="366"/>
                  </a:lnTo>
                  <a:lnTo>
                    <a:pt x="851" y="359"/>
                  </a:lnTo>
                  <a:lnTo>
                    <a:pt x="826" y="349"/>
                  </a:lnTo>
                  <a:lnTo>
                    <a:pt x="826" y="349"/>
                  </a:lnTo>
                  <a:lnTo>
                    <a:pt x="805" y="342"/>
                  </a:lnTo>
                  <a:lnTo>
                    <a:pt x="782" y="335"/>
                  </a:lnTo>
                  <a:lnTo>
                    <a:pt x="782" y="335"/>
                  </a:lnTo>
                  <a:lnTo>
                    <a:pt x="759" y="330"/>
                  </a:lnTo>
                  <a:lnTo>
                    <a:pt x="736" y="324"/>
                  </a:lnTo>
                  <a:lnTo>
                    <a:pt x="736" y="324"/>
                  </a:lnTo>
                  <a:lnTo>
                    <a:pt x="717" y="321"/>
                  </a:lnTo>
                  <a:lnTo>
                    <a:pt x="698" y="317"/>
                  </a:lnTo>
                  <a:lnTo>
                    <a:pt x="681" y="312"/>
                  </a:lnTo>
                  <a:lnTo>
                    <a:pt x="671" y="308"/>
                  </a:lnTo>
                  <a:lnTo>
                    <a:pt x="663" y="305"/>
                  </a:lnTo>
                  <a:lnTo>
                    <a:pt x="663" y="305"/>
                  </a:lnTo>
                  <a:lnTo>
                    <a:pt x="660" y="302"/>
                  </a:lnTo>
                  <a:lnTo>
                    <a:pt x="657" y="300"/>
                  </a:lnTo>
                  <a:lnTo>
                    <a:pt x="656" y="297"/>
                  </a:lnTo>
                  <a:lnTo>
                    <a:pt x="655" y="293"/>
                  </a:lnTo>
                  <a:lnTo>
                    <a:pt x="655" y="290"/>
                  </a:lnTo>
                  <a:lnTo>
                    <a:pt x="653" y="289"/>
                  </a:lnTo>
                  <a:lnTo>
                    <a:pt x="653" y="289"/>
                  </a:lnTo>
                  <a:lnTo>
                    <a:pt x="649" y="285"/>
                  </a:lnTo>
                  <a:lnTo>
                    <a:pt x="647" y="280"/>
                  </a:lnTo>
                  <a:lnTo>
                    <a:pt x="646" y="274"/>
                  </a:lnTo>
                  <a:lnTo>
                    <a:pt x="647" y="268"/>
                  </a:lnTo>
                  <a:lnTo>
                    <a:pt x="647" y="268"/>
                  </a:lnTo>
                  <a:lnTo>
                    <a:pt x="649" y="265"/>
                  </a:lnTo>
                  <a:lnTo>
                    <a:pt x="652" y="260"/>
                  </a:lnTo>
                  <a:lnTo>
                    <a:pt x="656" y="257"/>
                  </a:lnTo>
                  <a:lnTo>
                    <a:pt x="659" y="257"/>
                  </a:lnTo>
                  <a:lnTo>
                    <a:pt x="663" y="256"/>
                  </a:lnTo>
                  <a:lnTo>
                    <a:pt x="663" y="256"/>
                  </a:lnTo>
                  <a:lnTo>
                    <a:pt x="709" y="255"/>
                  </a:lnTo>
                  <a:lnTo>
                    <a:pt x="753" y="252"/>
                  </a:lnTo>
                  <a:lnTo>
                    <a:pt x="798" y="248"/>
                  </a:lnTo>
                  <a:lnTo>
                    <a:pt x="843" y="243"/>
                  </a:lnTo>
                  <a:lnTo>
                    <a:pt x="843" y="243"/>
                  </a:lnTo>
                  <a:lnTo>
                    <a:pt x="892" y="238"/>
                  </a:lnTo>
                  <a:lnTo>
                    <a:pt x="942" y="234"/>
                  </a:lnTo>
                  <a:lnTo>
                    <a:pt x="946" y="234"/>
                  </a:lnTo>
                  <a:lnTo>
                    <a:pt x="947" y="229"/>
                  </a:lnTo>
                  <a:lnTo>
                    <a:pt x="947" y="229"/>
                  </a:lnTo>
                  <a:lnTo>
                    <a:pt x="959" y="205"/>
                  </a:lnTo>
                  <a:lnTo>
                    <a:pt x="959" y="205"/>
                  </a:lnTo>
                  <a:lnTo>
                    <a:pt x="967" y="188"/>
                  </a:lnTo>
                  <a:lnTo>
                    <a:pt x="974" y="171"/>
                  </a:lnTo>
                  <a:lnTo>
                    <a:pt x="980" y="153"/>
                  </a:lnTo>
                  <a:lnTo>
                    <a:pt x="985" y="135"/>
                  </a:lnTo>
                  <a:lnTo>
                    <a:pt x="985" y="135"/>
                  </a:lnTo>
                  <a:lnTo>
                    <a:pt x="987" y="115"/>
                  </a:lnTo>
                  <a:lnTo>
                    <a:pt x="990" y="94"/>
                  </a:lnTo>
                  <a:lnTo>
                    <a:pt x="990" y="73"/>
                  </a:lnTo>
                  <a:lnTo>
                    <a:pt x="988" y="52"/>
                  </a:lnTo>
                  <a:lnTo>
                    <a:pt x="988" y="50"/>
                  </a:lnTo>
                  <a:lnTo>
                    <a:pt x="985" y="48"/>
                  </a:lnTo>
                  <a:lnTo>
                    <a:pt x="985" y="48"/>
                  </a:lnTo>
                  <a:lnTo>
                    <a:pt x="982" y="46"/>
                  </a:lnTo>
                  <a:lnTo>
                    <a:pt x="979" y="41"/>
                  </a:lnTo>
                  <a:lnTo>
                    <a:pt x="971" y="48"/>
                  </a:lnTo>
                  <a:lnTo>
                    <a:pt x="971" y="48"/>
                  </a:lnTo>
                  <a:lnTo>
                    <a:pt x="971" y="47"/>
                  </a:lnTo>
                  <a:lnTo>
                    <a:pt x="971" y="47"/>
                  </a:lnTo>
                  <a:lnTo>
                    <a:pt x="973" y="45"/>
                  </a:lnTo>
                  <a:lnTo>
                    <a:pt x="974" y="45"/>
                  </a:lnTo>
                  <a:lnTo>
                    <a:pt x="974" y="45"/>
                  </a:lnTo>
                  <a:lnTo>
                    <a:pt x="974" y="45"/>
                  </a:lnTo>
                  <a:lnTo>
                    <a:pt x="974" y="45"/>
                  </a:lnTo>
                  <a:lnTo>
                    <a:pt x="967" y="43"/>
                  </a:lnTo>
                  <a:lnTo>
                    <a:pt x="967" y="43"/>
                  </a:lnTo>
                  <a:lnTo>
                    <a:pt x="962" y="41"/>
                  </a:lnTo>
                  <a:lnTo>
                    <a:pt x="957" y="41"/>
                  </a:lnTo>
                  <a:lnTo>
                    <a:pt x="957" y="41"/>
                  </a:lnTo>
                  <a:lnTo>
                    <a:pt x="925" y="37"/>
                  </a:lnTo>
                  <a:lnTo>
                    <a:pt x="921" y="37"/>
                  </a:lnTo>
                  <a:lnTo>
                    <a:pt x="921" y="37"/>
                  </a:lnTo>
                  <a:lnTo>
                    <a:pt x="884" y="36"/>
                  </a:lnTo>
                  <a:lnTo>
                    <a:pt x="884"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7" name="Freeform 398"/>
            <p:cNvSpPr/>
            <p:nvPr/>
          </p:nvSpPr>
          <p:spPr bwMode="auto">
            <a:xfrm>
              <a:off x="4587875" y="3630613"/>
              <a:ext cx="239713" cy="161925"/>
            </a:xfrm>
            <a:custGeom>
              <a:avLst/>
              <a:gdLst/>
              <a:ahLst/>
              <a:cxnLst>
                <a:cxn ang="0">
                  <a:pos x="19" y="306"/>
                </a:cxn>
                <a:cxn ang="0">
                  <a:pos x="9" y="303"/>
                </a:cxn>
                <a:cxn ang="0">
                  <a:pos x="4" y="299"/>
                </a:cxn>
                <a:cxn ang="0">
                  <a:pos x="1" y="292"/>
                </a:cxn>
                <a:cxn ang="0">
                  <a:pos x="0" y="288"/>
                </a:cxn>
                <a:cxn ang="0">
                  <a:pos x="1" y="227"/>
                </a:cxn>
                <a:cxn ang="0">
                  <a:pos x="4" y="165"/>
                </a:cxn>
                <a:cxn ang="0">
                  <a:pos x="8" y="89"/>
                </a:cxn>
                <a:cxn ang="0">
                  <a:pos x="8" y="63"/>
                </a:cxn>
                <a:cxn ang="0">
                  <a:pos x="11" y="34"/>
                </a:cxn>
                <a:cxn ang="0">
                  <a:pos x="19" y="18"/>
                </a:cxn>
                <a:cxn ang="0">
                  <a:pos x="25" y="11"/>
                </a:cxn>
                <a:cxn ang="0">
                  <a:pos x="34" y="6"/>
                </a:cxn>
                <a:cxn ang="0">
                  <a:pos x="51" y="1"/>
                </a:cxn>
                <a:cxn ang="0">
                  <a:pos x="64" y="0"/>
                </a:cxn>
                <a:cxn ang="0">
                  <a:pos x="70" y="0"/>
                </a:cxn>
                <a:cxn ang="0">
                  <a:pos x="153" y="7"/>
                </a:cxn>
                <a:cxn ang="0">
                  <a:pos x="234" y="18"/>
                </a:cxn>
                <a:cxn ang="0">
                  <a:pos x="284" y="26"/>
                </a:cxn>
                <a:cxn ang="0">
                  <a:pos x="385" y="37"/>
                </a:cxn>
                <a:cxn ang="0">
                  <a:pos x="436" y="38"/>
                </a:cxn>
                <a:cxn ang="0">
                  <a:pos x="440" y="39"/>
                </a:cxn>
                <a:cxn ang="0">
                  <a:pos x="446" y="41"/>
                </a:cxn>
                <a:cxn ang="0">
                  <a:pos x="450" y="46"/>
                </a:cxn>
                <a:cxn ang="0">
                  <a:pos x="452" y="57"/>
                </a:cxn>
                <a:cxn ang="0">
                  <a:pos x="451" y="63"/>
                </a:cxn>
                <a:cxn ang="0">
                  <a:pos x="448" y="69"/>
                </a:cxn>
                <a:cxn ang="0">
                  <a:pos x="443" y="73"/>
                </a:cxn>
                <a:cxn ang="0">
                  <a:pos x="436" y="74"/>
                </a:cxn>
                <a:cxn ang="0">
                  <a:pos x="410" y="73"/>
                </a:cxn>
                <a:cxn ang="0">
                  <a:pos x="335" y="67"/>
                </a:cxn>
                <a:cxn ang="0">
                  <a:pos x="293" y="64"/>
                </a:cxn>
                <a:cxn ang="0">
                  <a:pos x="249" y="59"/>
                </a:cxn>
                <a:cxn ang="0">
                  <a:pos x="167" y="49"/>
                </a:cxn>
                <a:cxn ang="0">
                  <a:pos x="131" y="43"/>
                </a:cxn>
                <a:cxn ang="0">
                  <a:pos x="77" y="37"/>
                </a:cxn>
                <a:cxn ang="0">
                  <a:pos x="59" y="36"/>
                </a:cxn>
                <a:cxn ang="0">
                  <a:pos x="54" y="37"/>
                </a:cxn>
                <a:cxn ang="0">
                  <a:pos x="49" y="40"/>
                </a:cxn>
                <a:cxn ang="0">
                  <a:pos x="45" y="47"/>
                </a:cxn>
                <a:cxn ang="0">
                  <a:pos x="43" y="66"/>
                </a:cxn>
                <a:cxn ang="0">
                  <a:pos x="44" y="76"/>
                </a:cxn>
                <a:cxn ang="0">
                  <a:pos x="45" y="90"/>
                </a:cxn>
                <a:cxn ang="0">
                  <a:pos x="42" y="113"/>
                </a:cxn>
                <a:cxn ang="0">
                  <a:pos x="40" y="161"/>
                </a:cxn>
                <a:cxn ang="0">
                  <a:pos x="41" y="184"/>
                </a:cxn>
                <a:cxn ang="0">
                  <a:pos x="41" y="207"/>
                </a:cxn>
                <a:cxn ang="0">
                  <a:pos x="38" y="245"/>
                </a:cxn>
                <a:cxn ang="0">
                  <a:pos x="37" y="266"/>
                </a:cxn>
                <a:cxn ang="0">
                  <a:pos x="36" y="289"/>
                </a:cxn>
                <a:cxn ang="0">
                  <a:pos x="35" y="295"/>
                </a:cxn>
                <a:cxn ang="0">
                  <a:pos x="32" y="300"/>
                </a:cxn>
                <a:cxn ang="0">
                  <a:pos x="29" y="302"/>
                </a:cxn>
                <a:cxn ang="0">
                  <a:pos x="23" y="306"/>
                </a:cxn>
                <a:cxn ang="0">
                  <a:pos x="19" y="306"/>
                </a:cxn>
              </a:cxnLst>
              <a:rect l="0" t="0" r="r" b="b"/>
              <a:pathLst>
                <a:path w="452" h="306">
                  <a:moveTo>
                    <a:pt x="19" y="306"/>
                  </a:moveTo>
                  <a:lnTo>
                    <a:pt x="19" y="306"/>
                  </a:lnTo>
                  <a:lnTo>
                    <a:pt x="12" y="304"/>
                  </a:lnTo>
                  <a:lnTo>
                    <a:pt x="9" y="303"/>
                  </a:lnTo>
                  <a:lnTo>
                    <a:pt x="6" y="301"/>
                  </a:lnTo>
                  <a:lnTo>
                    <a:pt x="4" y="299"/>
                  </a:lnTo>
                  <a:lnTo>
                    <a:pt x="2" y="296"/>
                  </a:lnTo>
                  <a:lnTo>
                    <a:pt x="1" y="292"/>
                  </a:lnTo>
                  <a:lnTo>
                    <a:pt x="0" y="288"/>
                  </a:lnTo>
                  <a:lnTo>
                    <a:pt x="0" y="288"/>
                  </a:lnTo>
                  <a:lnTo>
                    <a:pt x="0" y="257"/>
                  </a:lnTo>
                  <a:lnTo>
                    <a:pt x="1" y="227"/>
                  </a:lnTo>
                  <a:lnTo>
                    <a:pt x="4" y="165"/>
                  </a:lnTo>
                  <a:lnTo>
                    <a:pt x="4" y="165"/>
                  </a:lnTo>
                  <a:lnTo>
                    <a:pt x="7" y="114"/>
                  </a:lnTo>
                  <a:lnTo>
                    <a:pt x="8" y="89"/>
                  </a:lnTo>
                  <a:lnTo>
                    <a:pt x="8" y="63"/>
                  </a:lnTo>
                  <a:lnTo>
                    <a:pt x="8" y="63"/>
                  </a:lnTo>
                  <a:lnTo>
                    <a:pt x="9" y="47"/>
                  </a:lnTo>
                  <a:lnTo>
                    <a:pt x="11" y="34"/>
                  </a:lnTo>
                  <a:lnTo>
                    <a:pt x="15" y="24"/>
                  </a:lnTo>
                  <a:lnTo>
                    <a:pt x="19" y="18"/>
                  </a:lnTo>
                  <a:lnTo>
                    <a:pt x="22" y="14"/>
                  </a:lnTo>
                  <a:lnTo>
                    <a:pt x="25" y="11"/>
                  </a:lnTo>
                  <a:lnTo>
                    <a:pt x="29" y="8"/>
                  </a:lnTo>
                  <a:lnTo>
                    <a:pt x="34" y="6"/>
                  </a:lnTo>
                  <a:lnTo>
                    <a:pt x="39" y="4"/>
                  </a:lnTo>
                  <a:lnTo>
                    <a:pt x="51" y="1"/>
                  </a:lnTo>
                  <a:lnTo>
                    <a:pt x="64" y="0"/>
                  </a:lnTo>
                  <a:lnTo>
                    <a:pt x="64" y="0"/>
                  </a:lnTo>
                  <a:lnTo>
                    <a:pt x="70" y="0"/>
                  </a:lnTo>
                  <a:lnTo>
                    <a:pt x="70" y="0"/>
                  </a:lnTo>
                  <a:lnTo>
                    <a:pt x="112" y="3"/>
                  </a:lnTo>
                  <a:lnTo>
                    <a:pt x="153" y="7"/>
                  </a:lnTo>
                  <a:lnTo>
                    <a:pt x="193" y="13"/>
                  </a:lnTo>
                  <a:lnTo>
                    <a:pt x="234" y="18"/>
                  </a:lnTo>
                  <a:lnTo>
                    <a:pt x="234" y="18"/>
                  </a:lnTo>
                  <a:lnTo>
                    <a:pt x="284" y="26"/>
                  </a:lnTo>
                  <a:lnTo>
                    <a:pt x="335" y="32"/>
                  </a:lnTo>
                  <a:lnTo>
                    <a:pt x="385" y="37"/>
                  </a:lnTo>
                  <a:lnTo>
                    <a:pt x="410" y="38"/>
                  </a:lnTo>
                  <a:lnTo>
                    <a:pt x="436" y="38"/>
                  </a:lnTo>
                  <a:lnTo>
                    <a:pt x="436" y="38"/>
                  </a:lnTo>
                  <a:lnTo>
                    <a:pt x="440" y="39"/>
                  </a:lnTo>
                  <a:lnTo>
                    <a:pt x="443" y="40"/>
                  </a:lnTo>
                  <a:lnTo>
                    <a:pt x="446" y="41"/>
                  </a:lnTo>
                  <a:lnTo>
                    <a:pt x="448" y="44"/>
                  </a:lnTo>
                  <a:lnTo>
                    <a:pt x="450" y="46"/>
                  </a:lnTo>
                  <a:lnTo>
                    <a:pt x="451" y="49"/>
                  </a:lnTo>
                  <a:lnTo>
                    <a:pt x="452" y="57"/>
                  </a:lnTo>
                  <a:lnTo>
                    <a:pt x="452" y="57"/>
                  </a:lnTo>
                  <a:lnTo>
                    <a:pt x="451" y="63"/>
                  </a:lnTo>
                  <a:lnTo>
                    <a:pt x="450" y="66"/>
                  </a:lnTo>
                  <a:lnTo>
                    <a:pt x="448" y="69"/>
                  </a:lnTo>
                  <a:lnTo>
                    <a:pt x="446" y="71"/>
                  </a:lnTo>
                  <a:lnTo>
                    <a:pt x="443" y="73"/>
                  </a:lnTo>
                  <a:lnTo>
                    <a:pt x="440" y="74"/>
                  </a:lnTo>
                  <a:lnTo>
                    <a:pt x="436" y="74"/>
                  </a:lnTo>
                  <a:lnTo>
                    <a:pt x="436" y="74"/>
                  </a:lnTo>
                  <a:lnTo>
                    <a:pt x="410" y="73"/>
                  </a:lnTo>
                  <a:lnTo>
                    <a:pt x="384" y="72"/>
                  </a:lnTo>
                  <a:lnTo>
                    <a:pt x="335" y="67"/>
                  </a:lnTo>
                  <a:lnTo>
                    <a:pt x="335" y="67"/>
                  </a:lnTo>
                  <a:lnTo>
                    <a:pt x="293" y="64"/>
                  </a:lnTo>
                  <a:lnTo>
                    <a:pt x="293" y="64"/>
                  </a:lnTo>
                  <a:lnTo>
                    <a:pt x="249" y="59"/>
                  </a:lnTo>
                  <a:lnTo>
                    <a:pt x="207" y="55"/>
                  </a:lnTo>
                  <a:lnTo>
                    <a:pt x="167" y="49"/>
                  </a:lnTo>
                  <a:lnTo>
                    <a:pt x="131" y="43"/>
                  </a:lnTo>
                  <a:lnTo>
                    <a:pt x="131" y="43"/>
                  </a:lnTo>
                  <a:lnTo>
                    <a:pt x="97" y="38"/>
                  </a:lnTo>
                  <a:lnTo>
                    <a:pt x="77" y="37"/>
                  </a:lnTo>
                  <a:lnTo>
                    <a:pt x="59" y="36"/>
                  </a:lnTo>
                  <a:lnTo>
                    <a:pt x="59" y="36"/>
                  </a:lnTo>
                  <a:lnTo>
                    <a:pt x="59" y="36"/>
                  </a:lnTo>
                  <a:lnTo>
                    <a:pt x="54" y="37"/>
                  </a:lnTo>
                  <a:lnTo>
                    <a:pt x="49" y="40"/>
                  </a:lnTo>
                  <a:lnTo>
                    <a:pt x="49" y="40"/>
                  </a:lnTo>
                  <a:lnTo>
                    <a:pt x="46" y="43"/>
                  </a:lnTo>
                  <a:lnTo>
                    <a:pt x="45" y="47"/>
                  </a:lnTo>
                  <a:lnTo>
                    <a:pt x="43" y="56"/>
                  </a:lnTo>
                  <a:lnTo>
                    <a:pt x="43" y="66"/>
                  </a:lnTo>
                  <a:lnTo>
                    <a:pt x="44" y="76"/>
                  </a:lnTo>
                  <a:lnTo>
                    <a:pt x="44" y="76"/>
                  </a:lnTo>
                  <a:lnTo>
                    <a:pt x="45" y="84"/>
                  </a:lnTo>
                  <a:lnTo>
                    <a:pt x="45" y="90"/>
                  </a:lnTo>
                  <a:lnTo>
                    <a:pt x="45" y="90"/>
                  </a:lnTo>
                  <a:lnTo>
                    <a:pt x="42" y="113"/>
                  </a:lnTo>
                  <a:lnTo>
                    <a:pt x="41" y="137"/>
                  </a:lnTo>
                  <a:lnTo>
                    <a:pt x="40" y="161"/>
                  </a:lnTo>
                  <a:lnTo>
                    <a:pt x="41" y="184"/>
                  </a:lnTo>
                  <a:lnTo>
                    <a:pt x="41" y="184"/>
                  </a:lnTo>
                  <a:lnTo>
                    <a:pt x="41" y="207"/>
                  </a:lnTo>
                  <a:lnTo>
                    <a:pt x="41" y="207"/>
                  </a:lnTo>
                  <a:lnTo>
                    <a:pt x="40" y="226"/>
                  </a:lnTo>
                  <a:lnTo>
                    <a:pt x="38" y="245"/>
                  </a:lnTo>
                  <a:lnTo>
                    <a:pt x="38" y="245"/>
                  </a:lnTo>
                  <a:lnTo>
                    <a:pt x="37" y="266"/>
                  </a:lnTo>
                  <a:lnTo>
                    <a:pt x="36" y="289"/>
                  </a:lnTo>
                  <a:lnTo>
                    <a:pt x="36" y="289"/>
                  </a:lnTo>
                  <a:lnTo>
                    <a:pt x="36" y="292"/>
                  </a:lnTo>
                  <a:lnTo>
                    <a:pt x="35" y="295"/>
                  </a:lnTo>
                  <a:lnTo>
                    <a:pt x="34" y="298"/>
                  </a:lnTo>
                  <a:lnTo>
                    <a:pt x="32" y="300"/>
                  </a:lnTo>
                  <a:lnTo>
                    <a:pt x="32" y="300"/>
                  </a:lnTo>
                  <a:lnTo>
                    <a:pt x="29" y="302"/>
                  </a:lnTo>
                  <a:lnTo>
                    <a:pt x="26" y="304"/>
                  </a:lnTo>
                  <a:lnTo>
                    <a:pt x="23" y="306"/>
                  </a:lnTo>
                  <a:lnTo>
                    <a:pt x="19" y="306"/>
                  </a:lnTo>
                  <a:lnTo>
                    <a:pt x="19" y="30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8" name="Freeform 399"/>
            <p:cNvSpPr/>
            <p:nvPr/>
          </p:nvSpPr>
          <p:spPr bwMode="auto">
            <a:xfrm>
              <a:off x="4329113" y="3263900"/>
              <a:ext cx="242888" cy="22225"/>
            </a:xfrm>
            <a:custGeom>
              <a:avLst/>
              <a:gdLst/>
              <a:ahLst/>
              <a:cxnLst>
                <a:cxn ang="0">
                  <a:pos x="189" y="42"/>
                </a:cxn>
                <a:cxn ang="0">
                  <a:pos x="174" y="42"/>
                </a:cxn>
                <a:cxn ang="0">
                  <a:pos x="116" y="40"/>
                </a:cxn>
                <a:cxn ang="0">
                  <a:pos x="43" y="38"/>
                </a:cxn>
                <a:cxn ang="0">
                  <a:pos x="18" y="36"/>
                </a:cxn>
                <a:cxn ang="0">
                  <a:pos x="11" y="34"/>
                </a:cxn>
                <a:cxn ang="0">
                  <a:pos x="5" y="29"/>
                </a:cxn>
                <a:cxn ang="0">
                  <a:pos x="1" y="22"/>
                </a:cxn>
                <a:cxn ang="0">
                  <a:pos x="0" y="15"/>
                </a:cxn>
                <a:cxn ang="0">
                  <a:pos x="5" y="5"/>
                </a:cxn>
                <a:cxn ang="0">
                  <a:pos x="9" y="1"/>
                </a:cxn>
                <a:cxn ang="0">
                  <a:pos x="16" y="0"/>
                </a:cxn>
                <a:cxn ang="0">
                  <a:pos x="17" y="0"/>
                </a:cxn>
                <a:cxn ang="0">
                  <a:pos x="61" y="3"/>
                </a:cxn>
                <a:cxn ang="0">
                  <a:pos x="106" y="4"/>
                </a:cxn>
                <a:cxn ang="0">
                  <a:pos x="189" y="7"/>
                </a:cxn>
                <a:cxn ang="0">
                  <a:pos x="218" y="8"/>
                </a:cxn>
                <a:cxn ang="0">
                  <a:pos x="257" y="7"/>
                </a:cxn>
                <a:cxn ang="0">
                  <a:pos x="300" y="6"/>
                </a:cxn>
                <a:cxn ang="0">
                  <a:pos x="393" y="4"/>
                </a:cxn>
                <a:cxn ang="0">
                  <a:pos x="424" y="4"/>
                </a:cxn>
                <a:cxn ang="0">
                  <a:pos x="447" y="6"/>
                </a:cxn>
                <a:cxn ang="0">
                  <a:pos x="454" y="9"/>
                </a:cxn>
                <a:cxn ang="0">
                  <a:pos x="458" y="13"/>
                </a:cxn>
                <a:cxn ang="0">
                  <a:pos x="459" y="22"/>
                </a:cxn>
                <a:cxn ang="0">
                  <a:pos x="457" y="29"/>
                </a:cxn>
                <a:cxn ang="0">
                  <a:pos x="453" y="35"/>
                </a:cxn>
                <a:cxn ang="0">
                  <a:pos x="448" y="40"/>
                </a:cxn>
                <a:cxn ang="0">
                  <a:pos x="439" y="41"/>
                </a:cxn>
                <a:cxn ang="0">
                  <a:pos x="439" y="41"/>
                </a:cxn>
                <a:cxn ang="0">
                  <a:pos x="436" y="41"/>
                </a:cxn>
                <a:cxn ang="0">
                  <a:pos x="424" y="39"/>
                </a:cxn>
                <a:cxn ang="0">
                  <a:pos x="372" y="38"/>
                </a:cxn>
                <a:cxn ang="0">
                  <a:pos x="322" y="38"/>
                </a:cxn>
                <a:cxn ang="0">
                  <a:pos x="268" y="40"/>
                </a:cxn>
                <a:cxn ang="0">
                  <a:pos x="189" y="42"/>
                </a:cxn>
              </a:cxnLst>
              <a:rect l="0" t="0" r="r" b="b"/>
              <a:pathLst>
                <a:path w="459" h="42">
                  <a:moveTo>
                    <a:pt x="189" y="42"/>
                  </a:moveTo>
                  <a:lnTo>
                    <a:pt x="189" y="42"/>
                  </a:lnTo>
                  <a:lnTo>
                    <a:pt x="174" y="42"/>
                  </a:lnTo>
                  <a:lnTo>
                    <a:pt x="174" y="42"/>
                  </a:lnTo>
                  <a:lnTo>
                    <a:pt x="116" y="40"/>
                  </a:lnTo>
                  <a:lnTo>
                    <a:pt x="116" y="40"/>
                  </a:lnTo>
                  <a:lnTo>
                    <a:pt x="68" y="39"/>
                  </a:lnTo>
                  <a:lnTo>
                    <a:pt x="43" y="38"/>
                  </a:lnTo>
                  <a:lnTo>
                    <a:pt x="18" y="36"/>
                  </a:lnTo>
                  <a:lnTo>
                    <a:pt x="18" y="36"/>
                  </a:lnTo>
                  <a:lnTo>
                    <a:pt x="14" y="35"/>
                  </a:lnTo>
                  <a:lnTo>
                    <a:pt x="11" y="34"/>
                  </a:lnTo>
                  <a:lnTo>
                    <a:pt x="8" y="32"/>
                  </a:lnTo>
                  <a:lnTo>
                    <a:pt x="5" y="29"/>
                  </a:lnTo>
                  <a:lnTo>
                    <a:pt x="2" y="26"/>
                  </a:lnTo>
                  <a:lnTo>
                    <a:pt x="1" y="22"/>
                  </a:lnTo>
                  <a:lnTo>
                    <a:pt x="0" y="15"/>
                  </a:lnTo>
                  <a:lnTo>
                    <a:pt x="0" y="15"/>
                  </a:lnTo>
                  <a:lnTo>
                    <a:pt x="1" y="10"/>
                  </a:lnTo>
                  <a:lnTo>
                    <a:pt x="5" y="5"/>
                  </a:lnTo>
                  <a:lnTo>
                    <a:pt x="7" y="3"/>
                  </a:lnTo>
                  <a:lnTo>
                    <a:pt x="9" y="1"/>
                  </a:lnTo>
                  <a:lnTo>
                    <a:pt x="12" y="1"/>
                  </a:lnTo>
                  <a:lnTo>
                    <a:pt x="16" y="0"/>
                  </a:lnTo>
                  <a:lnTo>
                    <a:pt x="16" y="0"/>
                  </a:lnTo>
                  <a:lnTo>
                    <a:pt x="17" y="0"/>
                  </a:lnTo>
                  <a:lnTo>
                    <a:pt x="17" y="0"/>
                  </a:lnTo>
                  <a:lnTo>
                    <a:pt x="61" y="3"/>
                  </a:lnTo>
                  <a:lnTo>
                    <a:pt x="106" y="4"/>
                  </a:lnTo>
                  <a:lnTo>
                    <a:pt x="106" y="4"/>
                  </a:lnTo>
                  <a:lnTo>
                    <a:pt x="147" y="5"/>
                  </a:lnTo>
                  <a:lnTo>
                    <a:pt x="189" y="7"/>
                  </a:lnTo>
                  <a:lnTo>
                    <a:pt x="189" y="7"/>
                  </a:lnTo>
                  <a:lnTo>
                    <a:pt x="218" y="8"/>
                  </a:lnTo>
                  <a:lnTo>
                    <a:pt x="218" y="8"/>
                  </a:lnTo>
                  <a:lnTo>
                    <a:pt x="257" y="7"/>
                  </a:lnTo>
                  <a:lnTo>
                    <a:pt x="300" y="6"/>
                  </a:lnTo>
                  <a:lnTo>
                    <a:pt x="300" y="6"/>
                  </a:lnTo>
                  <a:lnTo>
                    <a:pt x="347" y="4"/>
                  </a:lnTo>
                  <a:lnTo>
                    <a:pt x="393" y="4"/>
                  </a:lnTo>
                  <a:lnTo>
                    <a:pt x="393" y="4"/>
                  </a:lnTo>
                  <a:lnTo>
                    <a:pt x="424" y="4"/>
                  </a:lnTo>
                  <a:lnTo>
                    <a:pt x="447" y="6"/>
                  </a:lnTo>
                  <a:lnTo>
                    <a:pt x="447" y="6"/>
                  </a:lnTo>
                  <a:lnTo>
                    <a:pt x="451" y="7"/>
                  </a:lnTo>
                  <a:lnTo>
                    <a:pt x="454" y="9"/>
                  </a:lnTo>
                  <a:lnTo>
                    <a:pt x="456" y="11"/>
                  </a:lnTo>
                  <a:lnTo>
                    <a:pt x="458" y="13"/>
                  </a:lnTo>
                  <a:lnTo>
                    <a:pt x="459" y="18"/>
                  </a:lnTo>
                  <a:lnTo>
                    <a:pt x="459" y="22"/>
                  </a:lnTo>
                  <a:lnTo>
                    <a:pt x="459" y="22"/>
                  </a:lnTo>
                  <a:lnTo>
                    <a:pt x="457" y="29"/>
                  </a:lnTo>
                  <a:lnTo>
                    <a:pt x="456" y="32"/>
                  </a:lnTo>
                  <a:lnTo>
                    <a:pt x="453" y="35"/>
                  </a:lnTo>
                  <a:lnTo>
                    <a:pt x="451" y="38"/>
                  </a:lnTo>
                  <a:lnTo>
                    <a:pt x="448" y="40"/>
                  </a:lnTo>
                  <a:lnTo>
                    <a:pt x="444" y="41"/>
                  </a:lnTo>
                  <a:lnTo>
                    <a:pt x="439" y="41"/>
                  </a:lnTo>
                  <a:lnTo>
                    <a:pt x="439" y="41"/>
                  </a:lnTo>
                  <a:lnTo>
                    <a:pt x="439" y="41"/>
                  </a:lnTo>
                  <a:lnTo>
                    <a:pt x="439" y="41"/>
                  </a:lnTo>
                  <a:lnTo>
                    <a:pt x="436" y="41"/>
                  </a:lnTo>
                  <a:lnTo>
                    <a:pt x="436" y="41"/>
                  </a:lnTo>
                  <a:lnTo>
                    <a:pt x="424" y="39"/>
                  </a:lnTo>
                  <a:lnTo>
                    <a:pt x="410" y="38"/>
                  </a:lnTo>
                  <a:lnTo>
                    <a:pt x="372" y="38"/>
                  </a:lnTo>
                  <a:lnTo>
                    <a:pt x="372" y="38"/>
                  </a:lnTo>
                  <a:lnTo>
                    <a:pt x="322" y="38"/>
                  </a:lnTo>
                  <a:lnTo>
                    <a:pt x="268" y="40"/>
                  </a:lnTo>
                  <a:lnTo>
                    <a:pt x="268" y="40"/>
                  </a:lnTo>
                  <a:lnTo>
                    <a:pt x="226" y="41"/>
                  </a:lnTo>
                  <a:lnTo>
                    <a:pt x="189" y="42"/>
                  </a:lnTo>
                  <a:lnTo>
                    <a:pt x="189"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9" name="Freeform 400"/>
            <p:cNvSpPr/>
            <p:nvPr/>
          </p:nvSpPr>
          <p:spPr bwMode="auto">
            <a:xfrm>
              <a:off x="4335463" y="3346450"/>
              <a:ext cx="173038" cy="19050"/>
            </a:xfrm>
            <a:custGeom>
              <a:avLst/>
              <a:gdLst/>
              <a:ahLst/>
              <a:cxnLst>
                <a:cxn ang="0">
                  <a:pos x="17" y="36"/>
                </a:cxn>
                <a:cxn ang="0">
                  <a:pos x="17" y="36"/>
                </a:cxn>
                <a:cxn ang="0">
                  <a:pos x="13" y="35"/>
                </a:cxn>
                <a:cxn ang="0">
                  <a:pos x="10" y="34"/>
                </a:cxn>
                <a:cxn ang="0">
                  <a:pos x="7" y="32"/>
                </a:cxn>
                <a:cxn ang="0">
                  <a:pos x="4" y="30"/>
                </a:cxn>
                <a:cxn ang="0">
                  <a:pos x="3" y="28"/>
                </a:cxn>
                <a:cxn ang="0">
                  <a:pos x="1" y="25"/>
                </a:cxn>
                <a:cxn ang="0">
                  <a:pos x="0" y="17"/>
                </a:cxn>
                <a:cxn ang="0">
                  <a:pos x="0" y="17"/>
                </a:cxn>
                <a:cxn ang="0">
                  <a:pos x="1" y="11"/>
                </a:cxn>
                <a:cxn ang="0">
                  <a:pos x="3" y="8"/>
                </a:cxn>
                <a:cxn ang="0">
                  <a:pos x="4" y="5"/>
                </a:cxn>
                <a:cxn ang="0">
                  <a:pos x="7" y="3"/>
                </a:cxn>
                <a:cxn ang="0">
                  <a:pos x="10" y="1"/>
                </a:cxn>
                <a:cxn ang="0">
                  <a:pos x="13" y="0"/>
                </a:cxn>
                <a:cxn ang="0">
                  <a:pos x="17" y="0"/>
                </a:cxn>
                <a:cxn ang="0">
                  <a:pos x="312" y="0"/>
                </a:cxn>
                <a:cxn ang="0">
                  <a:pos x="312" y="0"/>
                </a:cxn>
                <a:cxn ang="0">
                  <a:pos x="316" y="0"/>
                </a:cxn>
                <a:cxn ang="0">
                  <a:pos x="319" y="1"/>
                </a:cxn>
                <a:cxn ang="0">
                  <a:pos x="322" y="3"/>
                </a:cxn>
                <a:cxn ang="0">
                  <a:pos x="324" y="5"/>
                </a:cxn>
                <a:cxn ang="0">
                  <a:pos x="326" y="8"/>
                </a:cxn>
                <a:cxn ang="0">
                  <a:pos x="327" y="11"/>
                </a:cxn>
                <a:cxn ang="0">
                  <a:pos x="328" y="17"/>
                </a:cxn>
                <a:cxn ang="0">
                  <a:pos x="328" y="17"/>
                </a:cxn>
                <a:cxn ang="0">
                  <a:pos x="327" y="25"/>
                </a:cxn>
                <a:cxn ang="0">
                  <a:pos x="326" y="28"/>
                </a:cxn>
                <a:cxn ang="0">
                  <a:pos x="324" y="30"/>
                </a:cxn>
                <a:cxn ang="0">
                  <a:pos x="322" y="32"/>
                </a:cxn>
                <a:cxn ang="0">
                  <a:pos x="319" y="34"/>
                </a:cxn>
                <a:cxn ang="0">
                  <a:pos x="316" y="35"/>
                </a:cxn>
                <a:cxn ang="0">
                  <a:pos x="312" y="36"/>
                </a:cxn>
                <a:cxn ang="0">
                  <a:pos x="17" y="36"/>
                </a:cxn>
              </a:cxnLst>
              <a:rect l="0" t="0" r="r" b="b"/>
              <a:pathLst>
                <a:path w="328" h="36">
                  <a:moveTo>
                    <a:pt x="17" y="36"/>
                  </a:moveTo>
                  <a:lnTo>
                    <a:pt x="17" y="36"/>
                  </a:lnTo>
                  <a:lnTo>
                    <a:pt x="13" y="35"/>
                  </a:lnTo>
                  <a:lnTo>
                    <a:pt x="10" y="34"/>
                  </a:lnTo>
                  <a:lnTo>
                    <a:pt x="7" y="32"/>
                  </a:lnTo>
                  <a:lnTo>
                    <a:pt x="4" y="30"/>
                  </a:lnTo>
                  <a:lnTo>
                    <a:pt x="3" y="28"/>
                  </a:lnTo>
                  <a:lnTo>
                    <a:pt x="1" y="25"/>
                  </a:lnTo>
                  <a:lnTo>
                    <a:pt x="0" y="17"/>
                  </a:lnTo>
                  <a:lnTo>
                    <a:pt x="0" y="17"/>
                  </a:lnTo>
                  <a:lnTo>
                    <a:pt x="1" y="11"/>
                  </a:lnTo>
                  <a:lnTo>
                    <a:pt x="3" y="8"/>
                  </a:lnTo>
                  <a:lnTo>
                    <a:pt x="4" y="5"/>
                  </a:lnTo>
                  <a:lnTo>
                    <a:pt x="7" y="3"/>
                  </a:lnTo>
                  <a:lnTo>
                    <a:pt x="10" y="1"/>
                  </a:lnTo>
                  <a:lnTo>
                    <a:pt x="13" y="0"/>
                  </a:lnTo>
                  <a:lnTo>
                    <a:pt x="17" y="0"/>
                  </a:lnTo>
                  <a:lnTo>
                    <a:pt x="312" y="0"/>
                  </a:lnTo>
                  <a:lnTo>
                    <a:pt x="312" y="0"/>
                  </a:lnTo>
                  <a:lnTo>
                    <a:pt x="316" y="0"/>
                  </a:lnTo>
                  <a:lnTo>
                    <a:pt x="319" y="1"/>
                  </a:lnTo>
                  <a:lnTo>
                    <a:pt x="322" y="3"/>
                  </a:lnTo>
                  <a:lnTo>
                    <a:pt x="324" y="5"/>
                  </a:lnTo>
                  <a:lnTo>
                    <a:pt x="326" y="8"/>
                  </a:lnTo>
                  <a:lnTo>
                    <a:pt x="327" y="11"/>
                  </a:lnTo>
                  <a:lnTo>
                    <a:pt x="328" y="17"/>
                  </a:lnTo>
                  <a:lnTo>
                    <a:pt x="328" y="17"/>
                  </a:lnTo>
                  <a:lnTo>
                    <a:pt x="327" y="25"/>
                  </a:lnTo>
                  <a:lnTo>
                    <a:pt x="326" y="28"/>
                  </a:lnTo>
                  <a:lnTo>
                    <a:pt x="324" y="30"/>
                  </a:lnTo>
                  <a:lnTo>
                    <a:pt x="322" y="32"/>
                  </a:lnTo>
                  <a:lnTo>
                    <a:pt x="319" y="34"/>
                  </a:lnTo>
                  <a:lnTo>
                    <a:pt x="316" y="35"/>
                  </a:lnTo>
                  <a:lnTo>
                    <a:pt x="312" y="36"/>
                  </a:lnTo>
                  <a:lnTo>
                    <a:pt x="17"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0" name="Freeform 401"/>
            <p:cNvSpPr/>
            <p:nvPr/>
          </p:nvSpPr>
          <p:spPr bwMode="auto">
            <a:xfrm>
              <a:off x="4332288" y="3421063"/>
              <a:ext cx="63500" cy="23813"/>
            </a:xfrm>
            <a:custGeom>
              <a:avLst/>
              <a:gdLst/>
              <a:ahLst/>
              <a:cxnLst>
                <a:cxn ang="0">
                  <a:pos x="79" y="44"/>
                </a:cxn>
                <a:cxn ang="0">
                  <a:pos x="61" y="40"/>
                </a:cxn>
                <a:cxn ang="0">
                  <a:pos x="57" y="39"/>
                </a:cxn>
                <a:cxn ang="0">
                  <a:pos x="54" y="37"/>
                </a:cxn>
                <a:cxn ang="0">
                  <a:pos x="53" y="36"/>
                </a:cxn>
                <a:cxn ang="0">
                  <a:pos x="44" y="35"/>
                </a:cxn>
                <a:cxn ang="0">
                  <a:pos x="40" y="35"/>
                </a:cxn>
                <a:cxn ang="0">
                  <a:pos x="33" y="36"/>
                </a:cxn>
                <a:cxn ang="0">
                  <a:pos x="16" y="37"/>
                </a:cxn>
                <a:cxn ang="0">
                  <a:pos x="16" y="37"/>
                </a:cxn>
                <a:cxn ang="0">
                  <a:pos x="9" y="36"/>
                </a:cxn>
                <a:cxn ang="0">
                  <a:pos x="4" y="32"/>
                </a:cxn>
                <a:cxn ang="0">
                  <a:pos x="0" y="21"/>
                </a:cxn>
                <a:cxn ang="0">
                  <a:pos x="1" y="15"/>
                </a:cxn>
                <a:cxn ang="0">
                  <a:pos x="4" y="8"/>
                </a:cxn>
                <a:cxn ang="0">
                  <a:pos x="9" y="3"/>
                </a:cxn>
                <a:cxn ang="0">
                  <a:pos x="17" y="1"/>
                </a:cxn>
                <a:cxn ang="0">
                  <a:pos x="29" y="1"/>
                </a:cxn>
                <a:cxn ang="0">
                  <a:pos x="45" y="0"/>
                </a:cxn>
                <a:cxn ang="0">
                  <a:pos x="57" y="1"/>
                </a:cxn>
                <a:cxn ang="0">
                  <a:pos x="67" y="3"/>
                </a:cxn>
                <a:cxn ang="0">
                  <a:pos x="74" y="6"/>
                </a:cxn>
                <a:cxn ang="0">
                  <a:pos x="102" y="6"/>
                </a:cxn>
                <a:cxn ang="0">
                  <a:pos x="110" y="8"/>
                </a:cxn>
                <a:cxn ang="0">
                  <a:pos x="115" y="13"/>
                </a:cxn>
                <a:cxn ang="0">
                  <a:pos x="118" y="18"/>
                </a:cxn>
                <a:cxn ang="0">
                  <a:pos x="119" y="25"/>
                </a:cxn>
                <a:cxn ang="0">
                  <a:pos x="117" y="34"/>
                </a:cxn>
                <a:cxn ang="0">
                  <a:pos x="112" y="39"/>
                </a:cxn>
                <a:cxn ang="0">
                  <a:pos x="106" y="43"/>
                </a:cxn>
                <a:cxn ang="0">
                  <a:pos x="102" y="43"/>
                </a:cxn>
                <a:cxn ang="0">
                  <a:pos x="90" y="43"/>
                </a:cxn>
                <a:cxn ang="0">
                  <a:pos x="79" y="44"/>
                </a:cxn>
              </a:cxnLst>
              <a:rect l="0" t="0" r="r" b="b"/>
              <a:pathLst>
                <a:path w="119" h="44">
                  <a:moveTo>
                    <a:pt x="79" y="44"/>
                  </a:moveTo>
                  <a:lnTo>
                    <a:pt x="79" y="44"/>
                  </a:lnTo>
                  <a:lnTo>
                    <a:pt x="69" y="43"/>
                  </a:lnTo>
                  <a:lnTo>
                    <a:pt x="61" y="40"/>
                  </a:lnTo>
                  <a:lnTo>
                    <a:pt x="61" y="40"/>
                  </a:lnTo>
                  <a:lnTo>
                    <a:pt x="57" y="39"/>
                  </a:lnTo>
                  <a:lnTo>
                    <a:pt x="54" y="37"/>
                  </a:lnTo>
                  <a:lnTo>
                    <a:pt x="54" y="37"/>
                  </a:lnTo>
                  <a:lnTo>
                    <a:pt x="53" y="36"/>
                  </a:lnTo>
                  <a:lnTo>
                    <a:pt x="53" y="36"/>
                  </a:lnTo>
                  <a:lnTo>
                    <a:pt x="44" y="35"/>
                  </a:lnTo>
                  <a:lnTo>
                    <a:pt x="44" y="35"/>
                  </a:lnTo>
                  <a:lnTo>
                    <a:pt x="40" y="35"/>
                  </a:lnTo>
                  <a:lnTo>
                    <a:pt x="40" y="35"/>
                  </a:lnTo>
                  <a:lnTo>
                    <a:pt x="33" y="36"/>
                  </a:lnTo>
                  <a:lnTo>
                    <a:pt x="33" y="36"/>
                  </a:lnTo>
                  <a:lnTo>
                    <a:pt x="16" y="37"/>
                  </a:lnTo>
                  <a:lnTo>
                    <a:pt x="16" y="37"/>
                  </a:lnTo>
                  <a:lnTo>
                    <a:pt x="16" y="37"/>
                  </a:lnTo>
                  <a:lnTo>
                    <a:pt x="16" y="37"/>
                  </a:lnTo>
                  <a:lnTo>
                    <a:pt x="12" y="37"/>
                  </a:lnTo>
                  <a:lnTo>
                    <a:pt x="9" y="36"/>
                  </a:lnTo>
                  <a:lnTo>
                    <a:pt x="6" y="34"/>
                  </a:lnTo>
                  <a:lnTo>
                    <a:pt x="4" y="32"/>
                  </a:lnTo>
                  <a:lnTo>
                    <a:pt x="1" y="27"/>
                  </a:lnTo>
                  <a:lnTo>
                    <a:pt x="0" y="21"/>
                  </a:lnTo>
                  <a:lnTo>
                    <a:pt x="0" y="21"/>
                  </a:lnTo>
                  <a:lnTo>
                    <a:pt x="1" y="15"/>
                  </a:lnTo>
                  <a:lnTo>
                    <a:pt x="2" y="12"/>
                  </a:lnTo>
                  <a:lnTo>
                    <a:pt x="4" y="8"/>
                  </a:lnTo>
                  <a:lnTo>
                    <a:pt x="6" y="5"/>
                  </a:lnTo>
                  <a:lnTo>
                    <a:pt x="9" y="3"/>
                  </a:lnTo>
                  <a:lnTo>
                    <a:pt x="13" y="2"/>
                  </a:lnTo>
                  <a:lnTo>
                    <a:pt x="17" y="1"/>
                  </a:lnTo>
                  <a:lnTo>
                    <a:pt x="17" y="1"/>
                  </a:lnTo>
                  <a:lnTo>
                    <a:pt x="29" y="1"/>
                  </a:lnTo>
                  <a:lnTo>
                    <a:pt x="29" y="1"/>
                  </a:lnTo>
                  <a:lnTo>
                    <a:pt x="45" y="0"/>
                  </a:lnTo>
                  <a:lnTo>
                    <a:pt x="45" y="0"/>
                  </a:lnTo>
                  <a:lnTo>
                    <a:pt x="57" y="1"/>
                  </a:lnTo>
                  <a:lnTo>
                    <a:pt x="67" y="3"/>
                  </a:lnTo>
                  <a:lnTo>
                    <a:pt x="67" y="3"/>
                  </a:lnTo>
                  <a:lnTo>
                    <a:pt x="72" y="5"/>
                  </a:lnTo>
                  <a:lnTo>
                    <a:pt x="74" y="6"/>
                  </a:lnTo>
                  <a:lnTo>
                    <a:pt x="102" y="6"/>
                  </a:lnTo>
                  <a:lnTo>
                    <a:pt x="102" y="6"/>
                  </a:lnTo>
                  <a:lnTo>
                    <a:pt x="106" y="6"/>
                  </a:lnTo>
                  <a:lnTo>
                    <a:pt x="110" y="8"/>
                  </a:lnTo>
                  <a:lnTo>
                    <a:pt x="112" y="9"/>
                  </a:lnTo>
                  <a:lnTo>
                    <a:pt x="115" y="13"/>
                  </a:lnTo>
                  <a:lnTo>
                    <a:pt x="117" y="15"/>
                  </a:lnTo>
                  <a:lnTo>
                    <a:pt x="118" y="18"/>
                  </a:lnTo>
                  <a:lnTo>
                    <a:pt x="119" y="25"/>
                  </a:lnTo>
                  <a:lnTo>
                    <a:pt x="119" y="25"/>
                  </a:lnTo>
                  <a:lnTo>
                    <a:pt x="118" y="31"/>
                  </a:lnTo>
                  <a:lnTo>
                    <a:pt x="117" y="34"/>
                  </a:lnTo>
                  <a:lnTo>
                    <a:pt x="115" y="36"/>
                  </a:lnTo>
                  <a:lnTo>
                    <a:pt x="112" y="39"/>
                  </a:lnTo>
                  <a:lnTo>
                    <a:pt x="110" y="40"/>
                  </a:lnTo>
                  <a:lnTo>
                    <a:pt x="106" y="43"/>
                  </a:lnTo>
                  <a:lnTo>
                    <a:pt x="102" y="43"/>
                  </a:lnTo>
                  <a:lnTo>
                    <a:pt x="102" y="43"/>
                  </a:lnTo>
                  <a:lnTo>
                    <a:pt x="90" y="43"/>
                  </a:lnTo>
                  <a:lnTo>
                    <a:pt x="90" y="43"/>
                  </a:lnTo>
                  <a:lnTo>
                    <a:pt x="79" y="44"/>
                  </a:lnTo>
                  <a:lnTo>
                    <a:pt x="79" y="4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1" name="Freeform 402"/>
            <p:cNvSpPr/>
            <p:nvPr/>
          </p:nvSpPr>
          <p:spPr bwMode="auto">
            <a:xfrm>
              <a:off x="4427538" y="3421063"/>
              <a:ext cx="68263" cy="22225"/>
            </a:xfrm>
            <a:custGeom>
              <a:avLst/>
              <a:gdLst/>
              <a:ahLst/>
              <a:cxnLst>
                <a:cxn ang="0">
                  <a:pos x="18" y="42"/>
                </a:cxn>
                <a:cxn ang="0">
                  <a:pos x="18" y="42"/>
                </a:cxn>
                <a:cxn ang="0">
                  <a:pos x="14" y="42"/>
                </a:cxn>
                <a:cxn ang="0">
                  <a:pos x="10" y="39"/>
                </a:cxn>
                <a:cxn ang="0">
                  <a:pos x="7" y="38"/>
                </a:cxn>
                <a:cxn ang="0">
                  <a:pos x="4" y="36"/>
                </a:cxn>
                <a:cxn ang="0">
                  <a:pos x="2" y="33"/>
                </a:cxn>
                <a:cxn ang="0">
                  <a:pos x="1" y="30"/>
                </a:cxn>
                <a:cxn ang="0">
                  <a:pos x="0" y="24"/>
                </a:cxn>
                <a:cxn ang="0">
                  <a:pos x="0" y="24"/>
                </a:cxn>
                <a:cxn ang="0">
                  <a:pos x="1" y="17"/>
                </a:cxn>
                <a:cxn ang="0">
                  <a:pos x="2" y="14"/>
                </a:cxn>
                <a:cxn ang="0">
                  <a:pos x="4" y="12"/>
                </a:cxn>
                <a:cxn ang="0">
                  <a:pos x="8" y="8"/>
                </a:cxn>
                <a:cxn ang="0">
                  <a:pos x="10" y="7"/>
                </a:cxn>
                <a:cxn ang="0">
                  <a:pos x="14" y="5"/>
                </a:cxn>
                <a:cxn ang="0">
                  <a:pos x="18" y="5"/>
                </a:cxn>
                <a:cxn ang="0">
                  <a:pos x="18" y="5"/>
                </a:cxn>
                <a:cxn ang="0">
                  <a:pos x="42" y="4"/>
                </a:cxn>
                <a:cxn ang="0">
                  <a:pos x="65" y="3"/>
                </a:cxn>
                <a:cxn ang="0">
                  <a:pos x="65" y="3"/>
                </a:cxn>
                <a:cxn ang="0">
                  <a:pos x="89" y="1"/>
                </a:cxn>
                <a:cxn ang="0">
                  <a:pos x="113" y="0"/>
                </a:cxn>
                <a:cxn ang="0">
                  <a:pos x="113" y="0"/>
                </a:cxn>
                <a:cxn ang="0">
                  <a:pos x="117" y="1"/>
                </a:cxn>
                <a:cxn ang="0">
                  <a:pos x="120" y="2"/>
                </a:cxn>
                <a:cxn ang="0">
                  <a:pos x="123" y="4"/>
                </a:cxn>
                <a:cxn ang="0">
                  <a:pos x="125" y="6"/>
                </a:cxn>
                <a:cxn ang="0">
                  <a:pos x="127" y="8"/>
                </a:cxn>
                <a:cxn ang="0">
                  <a:pos x="128" y="12"/>
                </a:cxn>
                <a:cxn ang="0">
                  <a:pos x="129" y="19"/>
                </a:cxn>
                <a:cxn ang="0">
                  <a:pos x="129" y="19"/>
                </a:cxn>
                <a:cxn ang="0">
                  <a:pos x="128" y="25"/>
                </a:cxn>
                <a:cxn ang="0">
                  <a:pos x="127" y="28"/>
                </a:cxn>
                <a:cxn ang="0">
                  <a:pos x="125" y="31"/>
                </a:cxn>
                <a:cxn ang="0">
                  <a:pos x="123" y="33"/>
                </a:cxn>
                <a:cxn ang="0">
                  <a:pos x="120" y="35"/>
                </a:cxn>
                <a:cxn ang="0">
                  <a:pos x="117" y="36"/>
                </a:cxn>
                <a:cxn ang="0">
                  <a:pos x="113" y="36"/>
                </a:cxn>
                <a:cxn ang="0">
                  <a:pos x="113" y="36"/>
                </a:cxn>
                <a:cxn ang="0">
                  <a:pos x="88" y="37"/>
                </a:cxn>
                <a:cxn ang="0">
                  <a:pos x="64" y="39"/>
                </a:cxn>
                <a:cxn ang="0">
                  <a:pos x="64" y="39"/>
                </a:cxn>
                <a:cxn ang="0">
                  <a:pos x="42" y="41"/>
                </a:cxn>
                <a:cxn ang="0">
                  <a:pos x="18" y="42"/>
                </a:cxn>
                <a:cxn ang="0">
                  <a:pos x="18" y="42"/>
                </a:cxn>
              </a:cxnLst>
              <a:rect l="0" t="0" r="r" b="b"/>
              <a:pathLst>
                <a:path w="129" h="42">
                  <a:moveTo>
                    <a:pt x="18" y="42"/>
                  </a:moveTo>
                  <a:lnTo>
                    <a:pt x="18" y="42"/>
                  </a:lnTo>
                  <a:lnTo>
                    <a:pt x="14" y="42"/>
                  </a:lnTo>
                  <a:lnTo>
                    <a:pt x="10" y="39"/>
                  </a:lnTo>
                  <a:lnTo>
                    <a:pt x="7" y="38"/>
                  </a:lnTo>
                  <a:lnTo>
                    <a:pt x="4" y="36"/>
                  </a:lnTo>
                  <a:lnTo>
                    <a:pt x="2" y="33"/>
                  </a:lnTo>
                  <a:lnTo>
                    <a:pt x="1" y="30"/>
                  </a:lnTo>
                  <a:lnTo>
                    <a:pt x="0" y="24"/>
                  </a:lnTo>
                  <a:lnTo>
                    <a:pt x="0" y="24"/>
                  </a:lnTo>
                  <a:lnTo>
                    <a:pt x="1" y="17"/>
                  </a:lnTo>
                  <a:lnTo>
                    <a:pt x="2" y="14"/>
                  </a:lnTo>
                  <a:lnTo>
                    <a:pt x="4" y="12"/>
                  </a:lnTo>
                  <a:lnTo>
                    <a:pt x="8" y="8"/>
                  </a:lnTo>
                  <a:lnTo>
                    <a:pt x="10" y="7"/>
                  </a:lnTo>
                  <a:lnTo>
                    <a:pt x="14" y="5"/>
                  </a:lnTo>
                  <a:lnTo>
                    <a:pt x="18" y="5"/>
                  </a:lnTo>
                  <a:lnTo>
                    <a:pt x="18" y="5"/>
                  </a:lnTo>
                  <a:lnTo>
                    <a:pt x="42" y="4"/>
                  </a:lnTo>
                  <a:lnTo>
                    <a:pt x="65" y="3"/>
                  </a:lnTo>
                  <a:lnTo>
                    <a:pt x="65" y="3"/>
                  </a:lnTo>
                  <a:lnTo>
                    <a:pt x="89" y="1"/>
                  </a:lnTo>
                  <a:lnTo>
                    <a:pt x="113" y="0"/>
                  </a:lnTo>
                  <a:lnTo>
                    <a:pt x="113" y="0"/>
                  </a:lnTo>
                  <a:lnTo>
                    <a:pt x="117" y="1"/>
                  </a:lnTo>
                  <a:lnTo>
                    <a:pt x="120" y="2"/>
                  </a:lnTo>
                  <a:lnTo>
                    <a:pt x="123" y="4"/>
                  </a:lnTo>
                  <a:lnTo>
                    <a:pt x="125" y="6"/>
                  </a:lnTo>
                  <a:lnTo>
                    <a:pt x="127" y="8"/>
                  </a:lnTo>
                  <a:lnTo>
                    <a:pt x="128" y="12"/>
                  </a:lnTo>
                  <a:lnTo>
                    <a:pt x="129" y="19"/>
                  </a:lnTo>
                  <a:lnTo>
                    <a:pt x="129" y="19"/>
                  </a:lnTo>
                  <a:lnTo>
                    <a:pt x="128" y="25"/>
                  </a:lnTo>
                  <a:lnTo>
                    <a:pt x="127" y="28"/>
                  </a:lnTo>
                  <a:lnTo>
                    <a:pt x="125" y="31"/>
                  </a:lnTo>
                  <a:lnTo>
                    <a:pt x="123" y="33"/>
                  </a:lnTo>
                  <a:lnTo>
                    <a:pt x="120" y="35"/>
                  </a:lnTo>
                  <a:lnTo>
                    <a:pt x="117" y="36"/>
                  </a:lnTo>
                  <a:lnTo>
                    <a:pt x="113" y="36"/>
                  </a:lnTo>
                  <a:lnTo>
                    <a:pt x="113" y="36"/>
                  </a:lnTo>
                  <a:lnTo>
                    <a:pt x="88" y="37"/>
                  </a:lnTo>
                  <a:lnTo>
                    <a:pt x="64" y="39"/>
                  </a:lnTo>
                  <a:lnTo>
                    <a:pt x="64" y="39"/>
                  </a:lnTo>
                  <a:lnTo>
                    <a:pt x="42" y="41"/>
                  </a:lnTo>
                  <a:lnTo>
                    <a:pt x="18" y="42"/>
                  </a:lnTo>
                  <a:lnTo>
                    <a:pt x="18"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2" name="Freeform 403"/>
            <p:cNvSpPr/>
            <p:nvPr/>
          </p:nvSpPr>
          <p:spPr bwMode="auto">
            <a:xfrm>
              <a:off x="4335463" y="3495675"/>
              <a:ext cx="128588" cy="20638"/>
            </a:xfrm>
            <a:custGeom>
              <a:avLst/>
              <a:gdLst/>
              <a:ahLst/>
              <a:cxnLst>
                <a:cxn ang="0">
                  <a:pos x="226" y="40"/>
                </a:cxn>
                <a:cxn ang="0">
                  <a:pos x="226" y="40"/>
                </a:cxn>
                <a:cxn ang="0">
                  <a:pos x="173" y="39"/>
                </a:cxn>
                <a:cxn ang="0">
                  <a:pos x="122" y="38"/>
                </a:cxn>
                <a:cxn ang="0">
                  <a:pos x="122" y="38"/>
                </a:cxn>
                <a:cxn ang="0">
                  <a:pos x="70" y="36"/>
                </a:cxn>
                <a:cxn ang="0">
                  <a:pos x="17" y="35"/>
                </a:cxn>
                <a:cxn ang="0">
                  <a:pos x="17" y="35"/>
                </a:cxn>
                <a:cxn ang="0">
                  <a:pos x="13" y="35"/>
                </a:cxn>
                <a:cxn ang="0">
                  <a:pos x="10" y="34"/>
                </a:cxn>
                <a:cxn ang="0">
                  <a:pos x="7" y="32"/>
                </a:cxn>
                <a:cxn ang="0">
                  <a:pos x="4" y="30"/>
                </a:cxn>
                <a:cxn ang="0">
                  <a:pos x="3" y="26"/>
                </a:cxn>
                <a:cxn ang="0">
                  <a:pos x="1" y="23"/>
                </a:cxn>
                <a:cxn ang="0">
                  <a:pos x="0" y="17"/>
                </a:cxn>
                <a:cxn ang="0">
                  <a:pos x="0" y="17"/>
                </a:cxn>
                <a:cxn ang="0">
                  <a:pos x="1" y="11"/>
                </a:cxn>
                <a:cxn ang="0">
                  <a:pos x="3" y="8"/>
                </a:cxn>
                <a:cxn ang="0">
                  <a:pos x="4" y="5"/>
                </a:cxn>
                <a:cxn ang="0">
                  <a:pos x="7" y="3"/>
                </a:cxn>
                <a:cxn ang="0">
                  <a:pos x="10" y="1"/>
                </a:cxn>
                <a:cxn ang="0">
                  <a:pos x="13" y="0"/>
                </a:cxn>
                <a:cxn ang="0">
                  <a:pos x="17" y="0"/>
                </a:cxn>
                <a:cxn ang="0">
                  <a:pos x="17" y="0"/>
                </a:cxn>
                <a:cxn ang="0">
                  <a:pos x="70" y="0"/>
                </a:cxn>
                <a:cxn ang="0">
                  <a:pos x="122" y="2"/>
                </a:cxn>
                <a:cxn ang="0">
                  <a:pos x="122" y="2"/>
                </a:cxn>
                <a:cxn ang="0">
                  <a:pos x="173" y="3"/>
                </a:cxn>
                <a:cxn ang="0">
                  <a:pos x="226" y="4"/>
                </a:cxn>
                <a:cxn ang="0">
                  <a:pos x="226" y="4"/>
                </a:cxn>
                <a:cxn ang="0">
                  <a:pos x="230" y="5"/>
                </a:cxn>
                <a:cxn ang="0">
                  <a:pos x="233" y="6"/>
                </a:cxn>
                <a:cxn ang="0">
                  <a:pos x="236" y="7"/>
                </a:cxn>
                <a:cxn ang="0">
                  <a:pos x="239" y="10"/>
                </a:cxn>
                <a:cxn ang="0">
                  <a:pos x="240" y="12"/>
                </a:cxn>
                <a:cxn ang="0">
                  <a:pos x="242" y="15"/>
                </a:cxn>
                <a:cxn ang="0">
                  <a:pos x="243" y="22"/>
                </a:cxn>
                <a:cxn ang="0">
                  <a:pos x="243" y="22"/>
                </a:cxn>
                <a:cxn ang="0">
                  <a:pos x="242" y="29"/>
                </a:cxn>
                <a:cxn ang="0">
                  <a:pos x="240" y="32"/>
                </a:cxn>
                <a:cxn ang="0">
                  <a:pos x="239" y="35"/>
                </a:cxn>
                <a:cxn ang="0">
                  <a:pos x="236" y="37"/>
                </a:cxn>
                <a:cxn ang="0">
                  <a:pos x="233" y="39"/>
                </a:cxn>
                <a:cxn ang="0">
                  <a:pos x="230" y="40"/>
                </a:cxn>
                <a:cxn ang="0">
                  <a:pos x="226" y="40"/>
                </a:cxn>
                <a:cxn ang="0">
                  <a:pos x="226" y="40"/>
                </a:cxn>
              </a:cxnLst>
              <a:rect l="0" t="0" r="r" b="b"/>
              <a:pathLst>
                <a:path w="243" h="40">
                  <a:moveTo>
                    <a:pt x="226" y="40"/>
                  </a:moveTo>
                  <a:lnTo>
                    <a:pt x="226" y="40"/>
                  </a:lnTo>
                  <a:lnTo>
                    <a:pt x="173" y="39"/>
                  </a:lnTo>
                  <a:lnTo>
                    <a:pt x="122" y="38"/>
                  </a:lnTo>
                  <a:lnTo>
                    <a:pt x="122" y="38"/>
                  </a:lnTo>
                  <a:lnTo>
                    <a:pt x="70" y="36"/>
                  </a:lnTo>
                  <a:lnTo>
                    <a:pt x="17" y="35"/>
                  </a:lnTo>
                  <a:lnTo>
                    <a:pt x="17" y="35"/>
                  </a:lnTo>
                  <a:lnTo>
                    <a:pt x="13" y="35"/>
                  </a:lnTo>
                  <a:lnTo>
                    <a:pt x="10" y="34"/>
                  </a:lnTo>
                  <a:lnTo>
                    <a:pt x="7" y="32"/>
                  </a:lnTo>
                  <a:lnTo>
                    <a:pt x="4" y="30"/>
                  </a:lnTo>
                  <a:lnTo>
                    <a:pt x="3" y="26"/>
                  </a:lnTo>
                  <a:lnTo>
                    <a:pt x="1" y="23"/>
                  </a:lnTo>
                  <a:lnTo>
                    <a:pt x="0" y="17"/>
                  </a:lnTo>
                  <a:lnTo>
                    <a:pt x="0" y="17"/>
                  </a:lnTo>
                  <a:lnTo>
                    <a:pt x="1" y="11"/>
                  </a:lnTo>
                  <a:lnTo>
                    <a:pt x="3" y="8"/>
                  </a:lnTo>
                  <a:lnTo>
                    <a:pt x="4" y="5"/>
                  </a:lnTo>
                  <a:lnTo>
                    <a:pt x="7" y="3"/>
                  </a:lnTo>
                  <a:lnTo>
                    <a:pt x="10" y="1"/>
                  </a:lnTo>
                  <a:lnTo>
                    <a:pt x="13" y="0"/>
                  </a:lnTo>
                  <a:lnTo>
                    <a:pt x="17" y="0"/>
                  </a:lnTo>
                  <a:lnTo>
                    <a:pt x="17" y="0"/>
                  </a:lnTo>
                  <a:lnTo>
                    <a:pt x="70" y="0"/>
                  </a:lnTo>
                  <a:lnTo>
                    <a:pt x="122" y="2"/>
                  </a:lnTo>
                  <a:lnTo>
                    <a:pt x="122" y="2"/>
                  </a:lnTo>
                  <a:lnTo>
                    <a:pt x="173" y="3"/>
                  </a:lnTo>
                  <a:lnTo>
                    <a:pt x="226" y="4"/>
                  </a:lnTo>
                  <a:lnTo>
                    <a:pt x="226" y="4"/>
                  </a:lnTo>
                  <a:lnTo>
                    <a:pt x="230" y="5"/>
                  </a:lnTo>
                  <a:lnTo>
                    <a:pt x="233" y="6"/>
                  </a:lnTo>
                  <a:lnTo>
                    <a:pt x="236" y="7"/>
                  </a:lnTo>
                  <a:lnTo>
                    <a:pt x="239" y="10"/>
                  </a:lnTo>
                  <a:lnTo>
                    <a:pt x="240" y="12"/>
                  </a:lnTo>
                  <a:lnTo>
                    <a:pt x="242" y="15"/>
                  </a:lnTo>
                  <a:lnTo>
                    <a:pt x="243" y="22"/>
                  </a:lnTo>
                  <a:lnTo>
                    <a:pt x="243" y="22"/>
                  </a:lnTo>
                  <a:lnTo>
                    <a:pt x="242" y="29"/>
                  </a:lnTo>
                  <a:lnTo>
                    <a:pt x="240" y="32"/>
                  </a:lnTo>
                  <a:lnTo>
                    <a:pt x="239" y="35"/>
                  </a:lnTo>
                  <a:lnTo>
                    <a:pt x="236" y="37"/>
                  </a:lnTo>
                  <a:lnTo>
                    <a:pt x="233" y="39"/>
                  </a:lnTo>
                  <a:lnTo>
                    <a:pt x="230" y="40"/>
                  </a:lnTo>
                  <a:lnTo>
                    <a:pt x="226" y="40"/>
                  </a:lnTo>
                  <a:lnTo>
                    <a:pt x="226" y="4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3" name="Freeform 404"/>
            <p:cNvSpPr/>
            <p:nvPr/>
          </p:nvSpPr>
          <p:spPr bwMode="auto">
            <a:xfrm>
              <a:off x="4332288" y="3560763"/>
              <a:ext cx="77788" cy="19050"/>
            </a:xfrm>
            <a:custGeom>
              <a:avLst/>
              <a:gdLst/>
              <a:ahLst/>
              <a:cxnLst>
                <a:cxn ang="0">
                  <a:pos x="16" y="36"/>
                </a:cxn>
                <a:cxn ang="0">
                  <a:pos x="16" y="36"/>
                </a:cxn>
                <a:cxn ang="0">
                  <a:pos x="12" y="35"/>
                </a:cxn>
                <a:cxn ang="0">
                  <a:pos x="9" y="34"/>
                </a:cxn>
                <a:cxn ang="0">
                  <a:pos x="6" y="33"/>
                </a:cxn>
                <a:cxn ang="0">
                  <a:pos x="4" y="30"/>
                </a:cxn>
                <a:cxn ang="0">
                  <a:pos x="2" y="27"/>
                </a:cxn>
                <a:cxn ang="0">
                  <a:pos x="1" y="24"/>
                </a:cxn>
                <a:cxn ang="0">
                  <a:pos x="0" y="17"/>
                </a:cxn>
                <a:cxn ang="0">
                  <a:pos x="0" y="17"/>
                </a:cxn>
                <a:cxn ang="0">
                  <a:pos x="1" y="11"/>
                </a:cxn>
                <a:cxn ang="0">
                  <a:pos x="2" y="8"/>
                </a:cxn>
                <a:cxn ang="0">
                  <a:pos x="4" y="5"/>
                </a:cxn>
                <a:cxn ang="0">
                  <a:pos x="6" y="3"/>
                </a:cxn>
                <a:cxn ang="0">
                  <a:pos x="9" y="1"/>
                </a:cxn>
                <a:cxn ang="0">
                  <a:pos x="12" y="0"/>
                </a:cxn>
                <a:cxn ang="0">
                  <a:pos x="16" y="0"/>
                </a:cxn>
                <a:cxn ang="0">
                  <a:pos x="131" y="0"/>
                </a:cxn>
                <a:cxn ang="0">
                  <a:pos x="131" y="0"/>
                </a:cxn>
                <a:cxn ang="0">
                  <a:pos x="135" y="0"/>
                </a:cxn>
                <a:cxn ang="0">
                  <a:pos x="138" y="1"/>
                </a:cxn>
                <a:cxn ang="0">
                  <a:pos x="141" y="3"/>
                </a:cxn>
                <a:cxn ang="0">
                  <a:pos x="143" y="5"/>
                </a:cxn>
                <a:cxn ang="0">
                  <a:pos x="145" y="8"/>
                </a:cxn>
                <a:cxn ang="0">
                  <a:pos x="146" y="11"/>
                </a:cxn>
                <a:cxn ang="0">
                  <a:pos x="147" y="17"/>
                </a:cxn>
                <a:cxn ang="0">
                  <a:pos x="147" y="17"/>
                </a:cxn>
                <a:cxn ang="0">
                  <a:pos x="146" y="24"/>
                </a:cxn>
                <a:cxn ang="0">
                  <a:pos x="145" y="27"/>
                </a:cxn>
                <a:cxn ang="0">
                  <a:pos x="143" y="30"/>
                </a:cxn>
                <a:cxn ang="0">
                  <a:pos x="141" y="33"/>
                </a:cxn>
                <a:cxn ang="0">
                  <a:pos x="138" y="34"/>
                </a:cxn>
                <a:cxn ang="0">
                  <a:pos x="135" y="35"/>
                </a:cxn>
                <a:cxn ang="0">
                  <a:pos x="131" y="36"/>
                </a:cxn>
                <a:cxn ang="0">
                  <a:pos x="16" y="36"/>
                </a:cxn>
              </a:cxnLst>
              <a:rect l="0" t="0" r="r" b="b"/>
              <a:pathLst>
                <a:path w="147" h="36">
                  <a:moveTo>
                    <a:pt x="16" y="36"/>
                  </a:moveTo>
                  <a:lnTo>
                    <a:pt x="16" y="36"/>
                  </a:lnTo>
                  <a:lnTo>
                    <a:pt x="12" y="35"/>
                  </a:lnTo>
                  <a:lnTo>
                    <a:pt x="9" y="34"/>
                  </a:lnTo>
                  <a:lnTo>
                    <a:pt x="6" y="33"/>
                  </a:lnTo>
                  <a:lnTo>
                    <a:pt x="4" y="30"/>
                  </a:lnTo>
                  <a:lnTo>
                    <a:pt x="2" y="27"/>
                  </a:lnTo>
                  <a:lnTo>
                    <a:pt x="1" y="24"/>
                  </a:lnTo>
                  <a:lnTo>
                    <a:pt x="0" y="17"/>
                  </a:lnTo>
                  <a:lnTo>
                    <a:pt x="0" y="17"/>
                  </a:lnTo>
                  <a:lnTo>
                    <a:pt x="1" y="11"/>
                  </a:lnTo>
                  <a:lnTo>
                    <a:pt x="2" y="8"/>
                  </a:lnTo>
                  <a:lnTo>
                    <a:pt x="4" y="5"/>
                  </a:lnTo>
                  <a:lnTo>
                    <a:pt x="6" y="3"/>
                  </a:lnTo>
                  <a:lnTo>
                    <a:pt x="9" y="1"/>
                  </a:lnTo>
                  <a:lnTo>
                    <a:pt x="12" y="0"/>
                  </a:lnTo>
                  <a:lnTo>
                    <a:pt x="16" y="0"/>
                  </a:lnTo>
                  <a:lnTo>
                    <a:pt x="131" y="0"/>
                  </a:lnTo>
                  <a:lnTo>
                    <a:pt x="131" y="0"/>
                  </a:lnTo>
                  <a:lnTo>
                    <a:pt x="135" y="0"/>
                  </a:lnTo>
                  <a:lnTo>
                    <a:pt x="138" y="1"/>
                  </a:lnTo>
                  <a:lnTo>
                    <a:pt x="141" y="3"/>
                  </a:lnTo>
                  <a:lnTo>
                    <a:pt x="143" y="5"/>
                  </a:lnTo>
                  <a:lnTo>
                    <a:pt x="145" y="8"/>
                  </a:lnTo>
                  <a:lnTo>
                    <a:pt x="146" y="11"/>
                  </a:lnTo>
                  <a:lnTo>
                    <a:pt x="147" y="17"/>
                  </a:lnTo>
                  <a:lnTo>
                    <a:pt x="147" y="17"/>
                  </a:lnTo>
                  <a:lnTo>
                    <a:pt x="146" y="24"/>
                  </a:lnTo>
                  <a:lnTo>
                    <a:pt x="145" y="27"/>
                  </a:lnTo>
                  <a:lnTo>
                    <a:pt x="143" y="30"/>
                  </a:lnTo>
                  <a:lnTo>
                    <a:pt x="141" y="33"/>
                  </a:lnTo>
                  <a:lnTo>
                    <a:pt x="138" y="34"/>
                  </a:lnTo>
                  <a:lnTo>
                    <a:pt x="135" y="35"/>
                  </a:lnTo>
                  <a:lnTo>
                    <a:pt x="131" y="36"/>
                  </a:lnTo>
                  <a:lnTo>
                    <a:pt x="16"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4" name="Freeform 405"/>
            <p:cNvSpPr/>
            <p:nvPr/>
          </p:nvSpPr>
          <p:spPr bwMode="auto">
            <a:xfrm>
              <a:off x="4329113" y="3621088"/>
              <a:ext cx="66675" cy="20638"/>
            </a:xfrm>
            <a:custGeom>
              <a:avLst/>
              <a:gdLst/>
              <a:ahLst/>
              <a:cxnLst>
                <a:cxn ang="0">
                  <a:pos x="19" y="41"/>
                </a:cxn>
                <a:cxn ang="0">
                  <a:pos x="19" y="41"/>
                </a:cxn>
                <a:cxn ang="0">
                  <a:pos x="15" y="39"/>
                </a:cxn>
                <a:cxn ang="0">
                  <a:pos x="12" y="38"/>
                </a:cxn>
                <a:cxn ang="0">
                  <a:pos x="9" y="37"/>
                </a:cxn>
                <a:cxn ang="0">
                  <a:pos x="7" y="34"/>
                </a:cxn>
                <a:cxn ang="0">
                  <a:pos x="3" y="32"/>
                </a:cxn>
                <a:cxn ang="0">
                  <a:pos x="2" y="29"/>
                </a:cxn>
                <a:cxn ang="0">
                  <a:pos x="1" y="26"/>
                </a:cxn>
                <a:cxn ang="0">
                  <a:pos x="0" y="22"/>
                </a:cxn>
                <a:cxn ang="0">
                  <a:pos x="0" y="18"/>
                </a:cxn>
                <a:cxn ang="0">
                  <a:pos x="0" y="18"/>
                </a:cxn>
                <a:cxn ang="0">
                  <a:pos x="1" y="14"/>
                </a:cxn>
                <a:cxn ang="0">
                  <a:pos x="2" y="10"/>
                </a:cxn>
                <a:cxn ang="0">
                  <a:pos x="5" y="6"/>
                </a:cxn>
                <a:cxn ang="0">
                  <a:pos x="7" y="4"/>
                </a:cxn>
                <a:cxn ang="0">
                  <a:pos x="9" y="2"/>
                </a:cxn>
                <a:cxn ang="0">
                  <a:pos x="12" y="1"/>
                </a:cxn>
                <a:cxn ang="0">
                  <a:pos x="19" y="0"/>
                </a:cxn>
                <a:cxn ang="0">
                  <a:pos x="19" y="0"/>
                </a:cxn>
                <a:cxn ang="0">
                  <a:pos x="24" y="1"/>
                </a:cxn>
                <a:cxn ang="0">
                  <a:pos x="29" y="3"/>
                </a:cxn>
                <a:cxn ang="0">
                  <a:pos x="31" y="4"/>
                </a:cxn>
                <a:cxn ang="0">
                  <a:pos x="109" y="4"/>
                </a:cxn>
                <a:cxn ang="0">
                  <a:pos x="109" y="4"/>
                </a:cxn>
                <a:cxn ang="0">
                  <a:pos x="113" y="4"/>
                </a:cxn>
                <a:cxn ang="0">
                  <a:pos x="117" y="5"/>
                </a:cxn>
                <a:cxn ang="0">
                  <a:pos x="119" y="7"/>
                </a:cxn>
                <a:cxn ang="0">
                  <a:pos x="122" y="10"/>
                </a:cxn>
                <a:cxn ang="0">
                  <a:pos x="124" y="13"/>
                </a:cxn>
                <a:cxn ang="0">
                  <a:pos x="125" y="16"/>
                </a:cxn>
                <a:cxn ang="0">
                  <a:pos x="126" y="22"/>
                </a:cxn>
                <a:cxn ang="0">
                  <a:pos x="126" y="22"/>
                </a:cxn>
                <a:cxn ang="0">
                  <a:pos x="125" y="29"/>
                </a:cxn>
                <a:cxn ang="0">
                  <a:pos x="124" y="31"/>
                </a:cxn>
                <a:cxn ang="0">
                  <a:pos x="122" y="34"/>
                </a:cxn>
                <a:cxn ang="0">
                  <a:pos x="119" y="36"/>
                </a:cxn>
                <a:cxn ang="0">
                  <a:pos x="117" y="38"/>
                </a:cxn>
                <a:cxn ang="0">
                  <a:pos x="113" y="39"/>
                </a:cxn>
                <a:cxn ang="0">
                  <a:pos x="109" y="41"/>
                </a:cxn>
                <a:cxn ang="0">
                  <a:pos x="19" y="41"/>
                </a:cxn>
              </a:cxnLst>
              <a:rect l="0" t="0" r="r" b="b"/>
              <a:pathLst>
                <a:path w="126" h="41">
                  <a:moveTo>
                    <a:pt x="19" y="41"/>
                  </a:moveTo>
                  <a:lnTo>
                    <a:pt x="19" y="41"/>
                  </a:lnTo>
                  <a:lnTo>
                    <a:pt x="15" y="39"/>
                  </a:lnTo>
                  <a:lnTo>
                    <a:pt x="12" y="38"/>
                  </a:lnTo>
                  <a:lnTo>
                    <a:pt x="9" y="37"/>
                  </a:lnTo>
                  <a:lnTo>
                    <a:pt x="7" y="34"/>
                  </a:lnTo>
                  <a:lnTo>
                    <a:pt x="3" y="32"/>
                  </a:lnTo>
                  <a:lnTo>
                    <a:pt x="2" y="29"/>
                  </a:lnTo>
                  <a:lnTo>
                    <a:pt x="1" y="26"/>
                  </a:lnTo>
                  <a:lnTo>
                    <a:pt x="0" y="22"/>
                  </a:lnTo>
                  <a:lnTo>
                    <a:pt x="0" y="18"/>
                  </a:lnTo>
                  <a:lnTo>
                    <a:pt x="0" y="18"/>
                  </a:lnTo>
                  <a:lnTo>
                    <a:pt x="1" y="14"/>
                  </a:lnTo>
                  <a:lnTo>
                    <a:pt x="2" y="10"/>
                  </a:lnTo>
                  <a:lnTo>
                    <a:pt x="5" y="6"/>
                  </a:lnTo>
                  <a:lnTo>
                    <a:pt x="7" y="4"/>
                  </a:lnTo>
                  <a:lnTo>
                    <a:pt x="9" y="2"/>
                  </a:lnTo>
                  <a:lnTo>
                    <a:pt x="12" y="1"/>
                  </a:lnTo>
                  <a:lnTo>
                    <a:pt x="19" y="0"/>
                  </a:lnTo>
                  <a:lnTo>
                    <a:pt x="19" y="0"/>
                  </a:lnTo>
                  <a:lnTo>
                    <a:pt x="24" y="1"/>
                  </a:lnTo>
                  <a:lnTo>
                    <a:pt x="29" y="3"/>
                  </a:lnTo>
                  <a:lnTo>
                    <a:pt x="31" y="4"/>
                  </a:lnTo>
                  <a:lnTo>
                    <a:pt x="109" y="4"/>
                  </a:lnTo>
                  <a:lnTo>
                    <a:pt x="109" y="4"/>
                  </a:lnTo>
                  <a:lnTo>
                    <a:pt x="113" y="4"/>
                  </a:lnTo>
                  <a:lnTo>
                    <a:pt x="117" y="5"/>
                  </a:lnTo>
                  <a:lnTo>
                    <a:pt x="119" y="7"/>
                  </a:lnTo>
                  <a:lnTo>
                    <a:pt x="122" y="10"/>
                  </a:lnTo>
                  <a:lnTo>
                    <a:pt x="124" y="13"/>
                  </a:lnTo>
                  <a:lnTo>
                    <a:pt x="125" y="16"/>
                  </a:lnTo>
                  <a:lnTo>
                    <a:pt x="126" y="22"/>
                  </a:lnTo>
                  <a:lnTo>
                    <a:pt x="126" y="22"/>
                  </a:lnTo>
                  <a:lnTo>
                    <a:pt x="125" y="29"/>
                  </a:lnTo>
                  <a:lnTo>
                    <a:pt x="124" y="31"/>
                  </a:lnTo>
                  <a:lnTo>
                    <a:pt x="122" y="34"/>
                  </a:lnTo>
                  <a:lnTo>
                    <a:pt x="119" y="36"/>
                  </a:lnTo>
                  <a:lnTo>
                    <a:pt x="117" y="38"/>
                  </a:lnTo>
                  <a:lnTo>
                    <a:pt x="113" y="39"/>
                  </a:lnTo>
                  <a:lnTo>
                    <a:pt x="109" y="41"/>
                  </a:lnTo>
                  <a:lnTo>
                    <a:pt x="19" y="4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5" name="Freeform 407"/>
            <p:cNvSpPr/>
            <p:nvPr/>
          </p:nvSpPr>
          <p:spPr bwMode="auto">
            <a:xfrm>
              <a:off x="4535488" y="3187700"/>
              <a:ext cx="396875" cy="330200"/>
            </a:xfrm>
            <a:custGeom>
              <a:avLst/>
              <a:gdLst/>
              <a:ahLst/>
              <a:cxnLst>
                <a:cxn ang="0">
                  <a:pos x="12" y="623"/>
                </a:cxn>
                <a:cxn ang="0">
                  <a:pos x="2" y="616"/>
                </a:cxn>
                <a:cxn ang="0">
                  <a:pos x="0" y="610"/>
                </a:cxn>
                <a:cxn ang="0">
                  <a:pos x="1" y="602"/>
                </a:cxn>
                <a:cxn ang="0">
                  <a:pos x="16" y="580"/>
                </a:cxn>
                <a:cxn ang="0">
                  <a:pos x="37" y="561"/>
                </a:cxn>
                <a:cxn ang="0">
                  <a:pos x="58" y="541"/>
                </a:cxn>
                <a:cxn ang="0">
                  <a:pos x="137" y="452"/>
                </a:cxn>
                <a:cxn ang="0">
                  <a:pos x="181" y="404"/>
                </a:cxn>
                <a:cxn ang="0">
                  <a:pos x="252" y="340"/>
                </a:cxn>
                <a:cxn ang="0">
                  <a:pos x="328" y="280"/>
                </a:cxn>
                <a:cxn ang="0">
                  <a:pos x="479" y="173"/>
                </a:cxn>
                <a:cxn ang="0">
                  <a:pos x="552" y="122"/>
                </a:cxn>
                <a:cxn ang="0">
                  <a:pos x="606" y="80"/>
                </a:cxn>
                <a:cxn ang="0">
                  <a:pos x="636" y="59"/>
                </a:cxn>
                <a:cxn ang="0">
                  <a:pos x="657" y="45"/>
                </a:cxn>
                <a:cxn ang="0">
                  <a:pos x="692" y="23"/>
                </a:cxn>
                <a:cxn ang="0">
                  <a:pos x="697" y="21"/>
                </a:cxn>
                <a:cxn ang="0">
                  <a:pos x="722" y="6"/>
                </a:cxn>
                <a:cxn ang="0">
                  <a:pos x="727" y="2"/>
                </a:cxn>
                <a:cxn ang="0">
                  <a:pos x="733" y="0"/>
                </a:cxn>
                <a:cxn ang="0">
                  <a:pos x="748" y="7"/>
                </a:cxn>
                <a:cxn ang="0">
                  <a:pos x="752" y="16"/>
                </a:cxn>
                <a:cxn ang="0">
                  <a:pos x="748" y="32"/>
                </a:cxn>
                <a:cxn ang="0">
                  <a:pos x="736" y="41"/>
                </a:cxn>
                <a:cxn ang="0">
                  <a:pos x="694" y="67"/>
                </a:cxn>
                <a:cxn ang="0">
                  <a:pos x="668" y="82"/>
                </a:cxn>
                <a:cxn ang="0">
                  <a:pos x="639" y="101"/>
                </a:cxn>
                <a:cxn ang="0">
                  <a:pos x="593" y="139"/>
                </a:cxn>
                <a:cxn ang="0">
                  <a:pos x="539" y="176"/>
                </a:cxn>
                <a:cxn ang="0">
                  <a:pos x="472" y="218"/>
                </a:cxn>
                <a:cxn ang="0">
                  <a:pos x="392" y="275"/>
                </a:cxn>
                <a:cxn ang="0">
                  <a:pos x="358" y="305"/>
                </a:cxn>
                <a:cxn ang="0">
                  <a:pos x="296" y="354"/>
                </a:cxn>
                <a:cxn ang="0">
                  <a:pos x="209" y="427"/>
                </a:cxn>
                <a:cxn ang="0">
                  <a:pos x="183" y="454"/>
                </a:cxn>
                <a:cxn ang="0">
                  <a:pos x="140" y="502"/>
                </a:cxn>
                <a:cxn ang="0">
                  <a:pos x="100" y="550"/>
                </a:cxn>
                <a:cxn ang="0">
                  <a:pos x="65" y="586"/>
                </a:cxn>
                <a:cxn ang="0">
                  <a:pos x="56" y="592"/>
                </a:cxn>
                <a:cxn ang="0">
                  <a:pos x="40" y="604"/>
                </a:cxn>
                <a:cxn ang="0">
                  <a:pos x="33" y="616"/>
                </a:cxn>
                <a:cxn ang="0">
                  <a:pos x="17" y="623"/>
                </a:cxn>
              </a:cxnLst>
              <a:rect l="0" t="0" r="r" b="b"/>
              <a:pathLst>
                <a:path w="752" h="623">
                  <a:moveTo>
                    <a:pt x="17" y="623"/>
                  </a:moveTo>
                  <a:lnTo>
                    <a:pt x="17" y="623"/>
                  </a:lnTo>
                  <a:lnTo>
                    <a:pt x="12" y="623"/>
                  </a:lnTo>
                  <a:lnTo>
                    <a:pt x="8" y="621"/>
                  </a:lnTo>
                  <a:lnTo>
                    <a:pt x="4" y="619"/>
                  </a:lnTo>
                  <a:lnTo>
                    <a:pt x="2" y="616"/>
                  </a:lnTo>
                  <a:lnTo>
                    <a:pt x="2" y="616"/>
                  </a:lnTo>
                  <a:lnTo>
                    <a:pt x="0" y="613"/>
                  </a:lnTo>
                  <a:lnTo>
                    <a:pt x="0" y="610"/>
                  </a:lnTo>
                  <a:lnTo>
                    <a:pt x="0" y="606"/>
                  </a:lnTo>
                  <a:lnTo>
                    <a:pt x="1" y="602"/>
                  </a:lnTo>
                  <a:lnTo>
                    <a:pt x="1" y="602"/>
                  </a:lnTo>
                  <a:lnTo>
                    <a:pt x="4" y="596"/>
                  </a:lnTo>
                  <a:lnTo>
                    <a:pt x="8" y="590"/>
                  </a:lnTo>
                  <a:lnTo>
                    <a:pt x="16" y="580"/>
                  </a:lnTo>
                  <a:lnTo>
                    <a:pt x="26" y="570"/>
                  </a:lnTo>
                  <a:lnTo>
                    <a:pt x="37" y="561"/>
                  </a:lnTo>
                  <a:lnTo>
                    <a:pt x="37" y="561"/>
                  </a:lnTo>
                  <a:lnTo>
                    <a:pt x="47" y="552"/>
                  </a:lnTo>
                  <a:lnTo>
                    <a:pt x="58" y="541"/>
                  </a:lnTo>
                  <a:lnTo>
                    <a:pt x="58" y="541"/>
                  </a:lnTo>
                  <a:lnTo>
                    <a:pt x="78" y="520"/>
                  </a:lnTo>
                  <a:lnTo>
                    <a:pt x="98" y="498"/>
                  </a:lnTo>
                  <a:lnTo>
                    <a:pt x="137" y="452"/>
                  </a:lnTo>
                  <a:lnTo>
                    <a:pt x="137" y="452"/>
                  </a:lnTo>
                  <a:lnTo>
                    <a:pt x="158" y="428"/>
                  </a:lnTo>
                  <a:lnTo>
                    <a:pt x="181" y="404"/>
                  </a:lnTo>
                  <a:lnTo>
                    <a:pt x="203" y="381"/>
                  </a:lnTo>
                  <a:lnTo>
                    <a:pt x="228" y="361"/>
                  </a:lnTo>
                  <a:lnTo>
                    <a:pt x="252" y="340"/>
                  </a:lnTo>
                  <a:lnTo>
                    <a:pt x="278" y="319"/>
                  </a:lnTo>
                  <a:lnTo>
                    <a:pt x="328" y="280"/>
                  </a:lnTo>
                  <a:lnTo>
                    <a:pt x="328" y="280"/>
                  </a:lnTo>
                  <a:lnTo>
                    <a:pt x="378" y="243"/>
                  </a:lnTo>
                  <a:lnTo>
                    <a:pt x="428" y="207"/>
                  </a:lnTo>
                  <a:lnTo>
                    <a:pt x="479" y="173"/>
                  </a:lnTo>
                  <a:lnTo>
                    <a:pt x="527" y="141"/>
                  </a:lnTo>
                  <a:lnTo>
                    <a:pt x="527" y="141"/>
                  </a:lnTo>
                  <a:lnTo>
                    <a:pt x="552" y="122"/>
                  </a:lnTo>
                  <a:lnTo>
                    <a:pt x="577" y="102"/>
                  </a:lnTo>
                  <a:lnTo>
                    <a:pt x="577" y="102"/>
                  </a:lnTo>
                  <a:lnTo>
                    <a:pt x="606" y="80"/>
                  </a:lnTo>
                  <a:lnTo>
                    <a:pt x="621" y="69"/>
                  </a:lnTo>
                  <a:lnTo>
                    <a:pt x="636" y="59"/>
                  </a:lnTo>
                  <a:lnTo>
                    <a:pt x="636" y="59"/>
                  </a:lnTo>
                  <a:lnTo>
                    <a:pt x="646" y="52"/>
                  </a:lnTo>
                  <a:lnTo>
                    <a:pt x="657" y="45"/>
                  </a:lnTo>
                  <a:lnTo>
                    <a:pt x="657" y="45"/>
                  </a:lnTo>
                  <a:lnTo>
                    <a:pt x="674" y="32"/>
                  </a:lnTo>
                  <a:lnTo>
                    <a:pt x="683" y="27"/>
                  </a:lnTo>
                  <a:lnTo>
                    <a:pt x="692" y="23"/>
                  </a:lnTo>
                  <a:lnTo>
                    <a:pt x="692" y="23"/>
                  </a:lnTo>
                  <a:lnTo>
                    <a:pt x="697" y="21"/>
                  </a:lnTo>
                  <a:lnTo>
                    <a:pt x="697" y="21"/>
                  </a:lnTo>
                  <a:lnTo>
                    <a:pt x="710" y="15"/>
                  </a:lnTo>
                  <a:lnTo>
                    <a:pt x="717" y="10"/>
                  </a:lnTo>
                  <a:lnTo>
                    <a:pt x="722" y="6"/>
                  </a:lnTo>
                  <a:lnTo>
                    <a:pt x="722" y="6"/>
                  </a:lnTo>
                  <a:lnTo>
                    <a:pt x="725" y="3"/>
                  </a:lnTo>
                  <a:lnTo>
                    <a:pt x="727" y="2"/>
                  </a:lnTo>
                  <a:lnTo>
                    <a:pt x="730" y="0"/>
                  </a:lnTo>
                  <a:lnTo>
                    <a:pt x="733" y="0"/>
                  </a:lnTo>
                  <a:lnTo>
                    <a:pt x="733" y="0"/>
                  </a:lnTo>
                  <a:lnTo>
                    <a:pt x="738" y="1"/>
                  </a:lnTo>
                  <a:lnTo>
                    <a:pt x="743" y="3"/>
                  </a:lnTo>
                  <a:lnTo>
                    <a:pt x="748" y="7"/>
                  </a:lnTo>
                  <a:lnTo>
                    <a:pt x="751" y="13"/>
                  </a:lnTo>
                  <a:lnTo>
                    <a:pt x="751" y="13"/>
                  </a:lnTo>
                  <a:lnTo>
                    <a:pt x="752" y="16"/>
                  </a:lnTo>
                  <a:lnTo>
                    <a:pt x="752" y="21"/>
                  </a:lnTo>
                  <a:lnTo>
                    <a:pt x="751" y="26"/>
                  </a:lnTo>
                  <a:lnTo>
                    <a:pt x="748" y="32"/>
                  </a:lnTo>
                  <a:lnTo>
                    <a:pt x="748" y="32"/>
                  </a:lnTo>
                  <a:lnTo>
                    <a:pt x="741" y="37"/>
                  </a:lnTo>
                  <a:lnTo>
                    <a:pt x="736" y="41"/>
                  </a:lnTo>
                  <a:lnTo>
                    <a:pt x="723" y="51"/>
                  </a:lnTo>
                  <a:lnTo>
                    <a:pt x="708" y="59"/>
                  </a:lnTo>
                  <a:lnTo>
                    <a:pt x="694" y="67"/>
                  </a:lnTo>
                  <a:lnTo>
                    <a:pt x="694" y="67"/>
                  </a:lnTo>
                  <a:lnTo>
                    <a:pt x="680" y="75"/>
                  </a:lnTo>
                  <a:lnTo>
                    <a:pt x="668" y="82"/>
                  </a:lnTo>
                  <a:lnTo>
                    <a:pt x="668" y="82"/>
                  </a:lnTo>
                  <a:lnTo>
                    <a:pt x="654" y="91"/>
                  </a:lnTo>
                  <a:lnTo>
                    <a:pt x="639" y="101"/>
                  </a:lnTo>
                  <a:lnTo>
                    <a:pt x="612" y="122"/>
                  </a:lnTo>
                  <a:lnTo>
                    <a:pt x="612" y="122"/>
                  </a:lnTo>
                  <a:lnTo>
                    <a:pt x="593" y="139"/>
                  </a:lnTo>
                  <a:lnTo>
                    <a:pt x="573" y="153"/>
                  </a:lnTo>
                  <a:lnTo>
                    <a:pt x="573" y="153"/>
                  </a:lnTo>
                  <a:lnTo>
                    <a:pt x="539" y="176"/>
                  </a:lnTo>
                  <a:lnTo>
                    <a:pt x="505" y="196"/>
                  </a:lnTo>
                  <a:lnTo>
                    <a:pt x="505" y="196"/>
                  </a:lnTo>
                  <a:lnTo>
                    <a:pt x="472" y="218"/>
                  </a:lnTo>
                  <a:lnTo>
                    <a:pt x="439" y="239"/>
                  </a:lnTo>
                  <a:lnTo>
                    <a:pt x="408" y="263"/>
                  </a:lnTo>
                  <a:lnTo>
                    <a:pt x="392" y="275"/>
                  </a:lnTo>
                  <a:lnTo>
                    <a:pt x="378" y="287"/>
                  </a:lnTo>
                  <a:lnTo>
                    <a:pt x="378" y="287"/>
                  </a:lnTo>
                  <a:lnTo>
                    <a:pt x="358" y="305"/>
                  </a:lnTo>
                  <a:lnTo>
                    <a:pt x="338" y="322"/>
                  </a:lnTo>
                  <a:lnTo>
                    <a:pt x="296" y="354"/>
                  </a:lnTo>
                  <a:lnTo>
                    <a:pt x="296" y="354"/>
                  </a:lnTo>
                  <a:lnTo>
                    <a:pt x="267" y="377"/>
                  </a:lnTo>
                  <a:lnTo>
                    <a:pt x="238" y="401"/>
                  </a:lnTo>
                  <a:lnTo>
                    <a:pt x="209" y="427"/>
                  </a:lnTo>
                  <a:lnTo>
                    <a:pt x="196" y="440"/>
                  </a:lnTo>
                  <a:lnTo>
                    <a:pt x="183" y="454"/>
                  </a:lnTo>
                  <a:lnTo>
                    <a:pt x="183" y="454"/>
                  </a:lnTo>
                  <a:lnTo>
                    <a:pt x="161" y="478"/>
                  </a:lnTo>
                  <a:lnTo>
                    <a:pt x="140" y="502"/>
                  </a:lnTo>
                  <a:lnTo>
                    <a:pt x="140" y="502"/>
                  </a:lnTo>
                  <a:lnTo>
                    <a:pt x="104" y="545"/>
                  </a:lnTo>
                  <a:lnTo>
                    <a:pt x="100" y="550"/>
                  </a:lnTo>
                  <a:lnTo>
                    <a:pt x="100" y="550"/>
                  </a:lnTo>
                  <a:lnTo>
                    <a:pt x="82" y="568"/>
                  </a:lnTo>
                  <a:lnTo>
                    <a:pt x="74" y="578"/>
                  </a:lnTo>
                  <a:lnTo>
                    <a:pt x="65" y="586"/>
                  </a:lnTo>
                  <a:lnTo>
                    <a:pt x="65" y="586"/>
                  </a:lnTo>
                  <a:lnTo>
                    <a:pt x="56" y="592"/>
                  </a:lnTo>
                  <a:lnTo>
                    <a:pt x="56" y="592"/>
                  </a:lnTo>
                  <a:lnTo>
                    <a:pt x="50" y="596"/>
                  </a:lnTo>
                  <a:lnTo>
                    <a:pt x="44" y="600"/>
                  </a:lnTo>
                  <a:lnTo>
                    <a:pt x="40" y="604"/>
                  </a:lnTo>
                  <a:lnTo>
                    <a:pt x="36" y="611"/>
                  </a:lnTo>
                  <a:lnTo>
                    <a:pt x="36" y="611"/>
                  </a:lnTo>
                  <a:lnTo>
                    <a:pt x="33" y="616"/>
                  </a:lnTo>
                  <a:lnTo>
                    <a:pt x="29" y="620"/>
                  </a:lnTo>
                  <a:lnTo>
                    <a:pt x="24" y="622"/>
                  </a:lnTo>
                  <a:lnTo>
                    <a:pt x="17" y="623"/>
                  </a:lnTo>
                  <a:lnTo>
                    <a:pt x="17" y="62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179645" y="4504338"/>
            <a:ext cx="1620957" cy="338554"/>
          </a:xfrm>
          <a:prstGeom prst="rect">
            <a:avLst/>
          </a:prstGeom>
          <a:noFill/>
        </p:spPr>
        <p:txBody>
          <a:bodyPr wrap="none" rtlCol="0">
            <a:spAutoFit/>
          </a:bodyPr>
          <a:lstStyle/>
          <a:p>
            <a:pPr algn="ctr"/>
            <a:r>
              <a:rPr lang="zh-CN" altLang="en-US" sz="1600" b="1" dirty="0">
                <a:cs typeface="+mn-ea"/>
                <a:sym typeface="+mn-lt"/>
              </a:rPr>
              <a:t>输入您的小标题</a:t>
            </a:r>
            <a:endParaRPr lang="id-ID" sz="1600" b="1" dirty="0">
              <a:cs typeface="+mn-ea"/>
              <a:sym typeface="+mn-lt"/>
            </a:endParaRPr>
          </a:p>
        </p:txBody>
      </p:sp>
      <p:sp>
        <p:nvSpPr>
          <p:cNvPr id="10" name="Rectangle 9"/>
          <p:cNvSpPr/>
          <p:nvPr/>
        </p:nvSpPr>
        <p:spPr>
          <a:xfrm>
            <a:off x="741259" y="4762177"/>
            <a:ext cx="2497727" cy="923330"/>
          </a:xfrm>
          <a:prstGeom prst="rect">
            <a:avLst/>
          </a:prstGeom>
        </p:spPr>
        <p:txBody>
          <a:bodyPr wrap="square">
            <a:spAutoFit/>
          </a:bodyPr>
          <a:lstStyle/>
          <a:p>
            <a:pPr algn="ctr">
              <a:lnSpc>
                <a:spcPct val="150000"/>
              </a:lnSpc>
            </a:pPr>
            <a:r>
              <a:rPr lang="id-ID" sz="1200" dirty="0">
                <a:cs typeface="+mn-ea"/>
                <a:sym typeface="+mn-lt"/>
              </a:rPr>
              <a:t>Suitable for all categories business and personal presentation</a:t>
            </a:r>
          </a:p>
        </p:txBody>
      </p:sp>
      <p:sp>
        <p:nvSpPr>
          <p:cNvPr id="11" name="TextBox 10"/>
          <p:cNvSpPr txBox="1"/>
          <p:nvPr/>
        </p:nvSpPr>
        <p:spPr>
          <a:xfrm>
            <a:off x="3892740" y="4504338"/>
            <a:ext cx="1620957" cy="338554"/>
          </a:xfrm>
          <a:prstGeom prst="rect">
            <a:avLst/>
          </a:prstGeom>
          <a:noFill/>
        </p:spPr>
        <p:txBody>
          <a:bodyPr wrap="none" rtlCol="0">
            <a:spAutoFit/>
          </a:bodyPr>
          <a:lstStyle/>
          <a:p>
            <a:pPr algn="ctr"/>
            <a:r>
              <a:rPr lang="zh-CN" altLang="en-US" sz="1600" b="1" dirty="0">
                <a:cs typeface="+mn-ea"/>
                <a:sym typeface="+mn-lt"/>
              </a:rPr>
              <a:t>输入您的小标题</a:t>
            </a:r>
            <a:endParaRPr lang="id-ID" altLang="zh-CN" sz="1600" b="1" dirty="0">
              <a:cs typeface="+mn-ea"/>
              <a:sym typeface="+mn-lt"/>
            </a:endParaRPr>
          </a:p>
        </p:txBody>
      </p:sp>
      <p:sp>
        <p:nvSpPr>
          <p:cNvPr id="12" name="Rectangle 11"/>
          <p:cNvSpPr/>
          <p:nvPr/>
        </p:nvSpPr>
        <p:spPr>
          <a:xfrm>
            <a:off x="3481621" y="4762177"/>
            <a:ext cx="2443194" cy="923330"/>
          </a:xfrm>
          <a:prstGeom prst="rect">
            <a:avLst/>
          </a:prstGeom>
        </p:spPr>
        <p:txBody>
          <a:bodyPr wrap="square">
            <a:spAutoFit/>
          </a:bodyPr>
          <a:lstStyle/>
          <a:p>
            <a:pPr algn="ctr">
              <a:lnSpc>
                <a:spcPct val="150000"/>
              </a:lnSpc>
            </a:pPr>
            <a:r>
              <a:rPr lang="id-ID" sz="1200" dirty="0">
                <a:cs typeface="+mn-ea"/>
                <a:sym typeface="+mn-lt"/>
              </a:rPr>
              <a:t>Suitable for all categories business and personal presentation</a:t>
            </a:r>
          </a:p>
        </p:txBody>
      </p:sp>
      <p:sp>
        <p:nvSpPr>
          <p:cNvPr id="15" name="TextBox 14"/>
          <p:cNvSpPr txBox="1"/>
          <p:nvPr/>
        </p:nvSpPr>
        <p:spPr>
          <a:xfrm>
            <a:off x="6603812" y="4504338"/>
            <a:ext cx="1643399" cy="338554"/>
          </a:xfrm>
          <a:prstGeom prst="rect">
            <a:avLst/>
          </a:prstGeom>
          <a:noFill/>
        </p:spPr>
        <p:txBody>
          <a:bodyPr wrap="none" rtlCol="0">
            <a:spAutoFit/>
          </a:bodyPr>
          <a:lstStyle/>
          <a:p>
            <a:pPr algn="ctr"/>
            <a:r>
              <a:rPr lang="zh-CN" altLang="en-US" sz="1600" b="1" dirty="0">
                <a:cs typeface="+mn-ea"/>
                <a:sym typeface="+mn-lt"/>
              </a:rPr>
              <a:t>输入您的小标题</a:t>
            </a:r>
            <a:endParaRPr lang="id-ID" altLang="zh-CN" sz="1600" b="1" dirty="0">
              <a:cs typeface="+mn-ea"/>
              <a:sym typeface="+mn-lt"/>
            </a:endParaRPr>
          </a:p>
        </p:txBody>
      </p:sp>
      <p:sp>
        <p:nvSpPr>
          <p:cNvPr id="16" name="Rectangle 15"/>
          <p:cNvSpPr/>
          <p:nvPr/>
        </p:nvSpPr>
        <p:spPr>
          <a:xfrm>
            <a:off x="6108969" y="4762177"/>
            <a:ext cx="2633084" cy="892745"/>
          </a:xfrm>
          <a:prstGeom prst="rect">
            <a:avLst/>
          </a:prstGeom>
        </p:spPr>
        <p:txBody>
          <a:bodyPr wrap="square">
            <a:spAutoFit/>
          </a:bodyPr>
          <a:lstStyle/>
          <a:p>
            <a:pPr algn="ctr">
              <a:lnSpc>
                <a:spcPct val="150000"/>
              </a:lnSpc>
            </a:pPr>
            <a:r>
              <a:rPr lang="id-ID" sz="1200" dirty="0">
                <a:cs typeface="+mn-ea"/>
                <a:sym typeface="+mn-lt"/>
              </a:rPr>
              <a:t>Suitable for all categories business and personal presentation</a:t>
            </a:r>
          </a:p>
        </p:txBody>
      </p:sp>
      <p:sp>
        <p:nvSpPr>
          <p:cNvPr id="17" name="TextBox 16"/>
          <p:cNvSpPr txBox="1"/>
          <p:nvPr/>
        </p:nvSpPr>
        <p:spPr>
          <a:xfrm>
            <a:off x="9323720" y="4504338"/>
            <a:ext cx="1620958" cy="338554"/>
          </a:xfrm>
          <a:prstGeom prst="rect">
            <a:avLst/>
          </a:prstGeom>
          <a:noFill/>
        </p:spPr>
        <p:txBody>
          <a:bodyPr wrap="none" rtlCol="0">
            <a:spAutoFit/>
          </a:bodyPr>
          <a:lstStyle/>
          <a:p>
            <a:pPr algn="ctr"/>
            <a:r>
              <a:rPr lang="zh-CN" altLang="en-US" sz="1600" b="1" dirty="0">
                <a:cs typeface="+mn-ea"/>
                <a:sym typeface="+mn-lt"/>
              </a:rPr>
              <a:t>输入您的小标题</a:t>
            </a:r>
            <a:endParaRPr lang="id-ID" altLang="zh-CN" sz="1600" b="1" dirty="0">
              <a:cs typeface="+mn-ea"/>
              <a:sym typeface="+mn-lt"/>
            </a:endParaRPr>
          </a:p>
        </p:txBody>
      </p:sp>
      <p:sp>
        <p:nvSpPr>
          <p:cNvPr id="18" name="Rectangle 17"/>
          <p:cNvSpPr/>
          <p:nvPr/>
        </p:nvSpPr>
        <p:spPr>
          <a:xfrm>
            <a:off x="8817657" y="4762177"/>
            <a:ext cx="2633084" cy="892745"/>
          </a:xfrm>
          <a:prstGeom prst="rect">
            <a:avLst/>
          </a:prstGeom>
        </p:spPr>
        <p:txBody>
          <a:bodyPr wrap="square">
            <a:spAutoFit/>
          </a:bodyPr>
          <a:lstStyle/>
          <a:p>
            <a:pPr algn="ctr">
              <a:lnSpc>
                <a:spcPct val="150000"/>
              </a:lnSpc>
            </a:pPr>
            <a:r>
              <a:rPr lang="id-ID" sz="1200" dirty="0">
                <a:cs typeface="+mn-ea"/>
                <a:sym typeface="+mn-lt"/>
              </a:rPr>
              <a:t>Suitable for all categories business and personal presentation</a:t>
            </a:r>
          </a:p>
        </p:txBody>
      </p:sp>
      <p:sp>
        <p:nvSpPr>
          <p:cNvPr id="19" name="Content Placeholder 11"/>
          <p:cNvSpPr txBox="1"/>
          <p:nvPr/>
        </p:nvSpPr>
        <p:spPr>
          <a:xfrm>
            <a:off x="695850" y="2059929"/>
            <a:ext cx="10913521" cy="12714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None/>
            </a:pPr>
            <a:r>
              <a:rPr lang="en-US" sz="1400" dirty="0">
                <a:cs typeface="+mn-ea"/>
                <a:sym typeface="+mn-lt"/>
              </a:rPr>
              <a:t>Value is a product of trust. The trust your clients have in you. The trust you have in your people, strategies and systems. And the trust you have in your business advisors. As the world's leading professional services firm, we know that value and trust are also the ingredients of a quality relationship — and that they are earned over more than a single engagement.</a:t>
            </a:r>
          </a:p>
        </p:txBody>
      </p:sp>
      <p:sp>
        <p:nvSpPr>
          <p:cNvPr id="24" name="Freeform 23"/>
          <p:cNvSpPr>
            <a:spLocks noEditPoints="1"/>
          </p:cNvSpPr>
          <p:nvPr/>
        </p:nvSpPr>
        <p:spPr bwMode="auto">
          <a:xfrm>
            <a:off x="4224856" y="3520330"/>
            <a:ext cx="947568" cy="786498"/>
          </a:xfrm>
          <a:custGeom>
            <a:avLst/>
            <a:gdLst>
              <a:gd name="T0" fmla="*/ 1739 w 2215"/>
              <a:gd name="T1" fmla="*/ 649 h 1836"/>
              <a:gd name="T2" fmla="*/ 2037 w 2215"/>
              <a:gd name="T3" fmla="*/ 577 h 1836"/>
              <a:gd name="T4" fmla="*/ 2128 w 2215"/>
              <a:gd name="T5" fmla="*/ 666 h 1836"/>
              <a:gd name="T6" fmla="*/ 1975 w 2215"/>
              <a:gd name="T7" fmla="*/ 878 h 1836"/>
              <a:gd name="T8" fmla="*/ 1725 w 2215"/>
              <a:gd name="T9" fmla="*/ 867 h 1836"/>
              <a:gd name="T10" fmla="*/ 1587 w 2215"/>
              <a:gd name="T11" fmla="*/ 742 h 1836"/>
              <a:gd name="T12" fmla="*/ 1461 w 2215"/>
              <a:gd name="T13" fmla="*/ 781 h 1836"/>
              <a:gd name="T14" fmla="*/ 958 w 2215"/>
              <a:gd name="T15" fmla="*/ 1158 h 1836"/>
              <a:gd name="T16" fmla="*/ 820 w 2215"/>
              <a:gd name="T17" fmla="*/ 1314 h 1836"/>
              <a:gd name="T18" fmla="*/ 824 w 2215"/>
              <a:gd name="T19" fmla="*/ 1501 h 1836"/>
              <a:gd name="T20" fmla="*/ 589 w 2215"/>
              <a:gd name="T21" fmla="*/ 1719 h 1836"/>
              <a:gd name="T22" fmla="*/ 283 w 2215"/>
              <a:gd name="T23" fmla="*/ 1696 h 1836"/>
              <a:gd name="T24" fmla="*/ 365 w 2215"/>
              <a:gd name="T25" fmla="*/ 1538 h 1836"/>
              <a:gd name="T26" fmla="*/ 593 w 2215"/>
              <a:gd name="T27" fmla="*/ 1371 h 1836"/>
              <a:gd name="T28" fmla="*/ 695 w 2215"/>
              <a:gd name="T29" fmla="*/ 1207 h 1836"/>
              <a:gd name="T30" fmla="*/ 613 w 2215"/>
              <a:gd name="T31" fmla="*/ 1116 h 1836"/>
              <a:gd name="T32" fmla="*/ 316 w 2215"/>
              <a:gd name="T33" fmla="*/ 1192 h 1836"/>
              <a:gd name="T34" fmla="*/ 109 w 2215"/>
              <a:gd name="T35" fmla="*/ 1071 h 1836"/>
              <a:gd name="T36" fmla="*/ 219 w 2215"/>
              <a:gd name="T37" fmla="*/ 931 h 1836"/>
              <a:gd name="T38" fmla="*/ 377 w 2215"/>
              <a:gd name="T39" fmla="*/ 883 h 1836"/>
              <a:gd name="T40" fmla="*/ 544 w 2215"/>
              <a:gd name="T41" fmla="*/ 926 h 1836"/>
              <a:gd name="T42" fmla="*/ 638 w 2215"/>
              <a:gd name="T43" fmla="*/ 1022 h 1836"/>
              <a:gd name="T44" fmla="*/ 820 w 2215"/>
              <a:gd name="T45" fmla="*/ 958 h 1836"/>
              <a:gd name="T46" fmla="*/ 1179 w 2215"/>
              <a:gd name="T47" fmla="*/ 687 h 1836"/>
              <a:gd name="T48" fmla="*/ 1378 w 2215"/>
              <a:gd name="T49" fmla="*/ 589 h 1836"/>
              <a:gd name="T50" fmla="*/ 1387 w 2215"/>
              <a:gd name="T51" fmla="*/ 460 h 1836"/>
              <a:gd name="T52" fmla="*/ 1436 w 2215"/>
              <a:gd name="T53" fmla="*/ 225 h 1836"/>
              <a:gd name="T54" fmla="*/ 1613 w 2215"/>
              <a:gd name="T55" fmla="*/ 96 h 1836"/>
              <a:gd name="T56" fmla="*/ 1797 w 2215"/>
              <a:gd name="T57" fmla="*/ 105 h 1836"/>
              <a:gd name="T58" fmla="*/ 1838 w 2215"/>
              <a:gd name="T59" fmla="*/ 278 h 1836"/>
              <a:gd name="T60" fmla="*/ 1648 w 2215"/>
              <a:gd name="T61" fmla="*/ 443 h 1836"/>
              <a:gd name="T62" fmla="*/ 1119 w 2215"/>
              <a:gd name="T63" fmla="*/ 628 h 1836"/>
              <a:gd name="T64" fmla="*/ 686 w 2215"/>
              <a:gd name="T65" fmla="*/ 930 h 1836"/>
              <a:gd name="T66" fmla="*/ 464 w 2215"/>
              <a:gd name="T67" fmla="*/ 804 h 1836"/>
              <a:gd name="T68" fmla="*/ 181 w 2215"/>
              <a:gd name="T69" fmla="*/ 851 h 1836"/>
              <a:gd name="T70" fmla="*/ 13 w 2215"/>
              <a:gd name="T71" fmla="*/ 1087 h 1836"/>
              <a:gd name="T72" fmla="*/ 19 w 2215"/>
              <a:gd name="T73" fmla="*/ 1409 h 1836"/>
              <a:gd name="T74" fmla="*/ 211 w 2215"/>
              <a:gd name="T75" fmla="*/ 1341 h 1836"/>
              <a:gd name="T76" fmla="*/ 571 w 2215"/>
              <a:gd name="T77" fmla="*/ 1201 h 1836"/>
              <a:gd name="T78" fmla="*/ 424 w 2215"/>
              <a:gd name="T79" fmla="*/ 1403 h 1836"/>
              <a:gd name="T80" fmla="*/ 102 w 2215"/>
              <a:gd name="T81" fmla="*/ 1556 h 1836"/>
              <a:gd name="T82" fmla="*/ 137 w 2215"/>
              <a:gd name="T83" fmla="*/ 1668 h 1836"/>
              <a:gd name="T84" fmla="*/ 279 w 2215"/>
              <a:gd name="T85" fmla="*/ 1792 h 1836"/>
              <a:gd name="T86" fmla="*/ 503 w 2215"/>
              <a:gd name="T87" fmla="*/ 1834 h 1836"/>
              <a:gd name="T88" fmla="*/ 738 w 2215"/>
              <a:gd name="T89" fmla="*/ 1733 h 1836"/>
              <a:gd name="T90" fmla="*/ 905 w 2215"/>
              <a:gd name="T91" fmla="*/ 1540 h 1836"/>
              <a:gd name="T92" fmla="*/ 919 w 2215"/>
              <a:gd name="T93" fmla="*/ 1319 h 1836"/>
              <a:gd name="T94" fmla="*/ 1136 w 2215"/>
              <a:gd name="T95" fmla="*/ 1144 h 1836"/>
              <a:gd name="T96" fmla="*/ 1572 w 2215"/>
              <a:gd name="T97" fmla="*/ 860 h 1836"/>
              <a:gd name="T98" fmla="*/ 1766 w 2215"/>
              <a:gd name="T99" fmla="*/ 972 h 1836"/>
              <a:gd name="T100" fmla="*/ 2017 w 2215"/>
              <a:gd name="T101" fmla="*/ 953 h 1836"/>
              <a:gd name="T102" fmla="*/ 2175 w 2215"/>
              <a:gd name="T103" fmla="*/ 812 h 1836"/>
              <a:gd name="T104" fmla="*/ 2202 w 2215"/>
              <a:gd name="T105" fmla="*/ 521 h 1836"/>
              <a:gd name="T106" fmla="*/ 2140 w 2215"/>
              <a:gd name="T107" fmla="*/ 434 h 1836"/>
              <a:gd name="T108" fmla="*/ 1939 w 2215"/>
              <a:gd name="T109" fmla="*/ 531 h 1836"/>
              <a:gd name="T110" fmla="*/ 1717 w 2215"/>
              <a:gd name="T111" fmla="*/ 517 h 1836"/>
              <a:gd name="T112" fmla="*/ 1868 w 2215"/>
              <a:gd name="T113" fmla="*/ 359 h 1836"/>
              <a:gd name="T114" fmla="*/ 2012 w 2215"/>
              <a:gd name="T115" fmla="*/ 222 h 1836"/>
              <a:gd name="T116" fmla="*/ 1883 w 2215"/>
              <a:gd name="T117" fmla="*/ 53 h 1836"/>
              <a:gd name="T118" fmla="*/ 1738 w 2215"/>
              <a:gd name="T119" fmla="*/ 0 h 1836"/>
              <a:gd name="T120" fmla="*/ 1490 w 2215"/>
              <a:gd name="T121" fmla="*/ 56 h 1836"/>
              <a:gd name="T122" fmla="*/ 1330 w 2215"/>
              <a:gd name="T123" fmla="*/ 236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15" h="1836">
                <a:moveTo>
                  <a:pt x="1628" y="514"/>
                </a:moveTo>
                <a:lnTo>
                  <a:pt x="1629" y="537"/>
                </a:lnTo>
                <a:lnTo>
                  <a:pt x="1632" y="558"/>
                </a:lnTo>
                <a:lnTo>
                  <a:pt x="1638" y="576"/>
                </a:lnTo>
                <a:lnTo>
                  <a:pt x="1644" y="592"/>
                </a:lnTo>
                <a:lnTo>
                  <a:pt x="1654" y="606"/>
                </a:lnTo>
                <a:lnTo>
                  <a:pt x="1665" y="617"/>
                </a:lnTo>
                <a:lnTo>
                  <a:pt x="1677" y="627"/>
                </a:lnTo>
                <a:lnTo>
                  <a:pt x="1691" y="636"/>
                </a:lnTo>
                <a:lnTo>
                  <a:pt x="1706" y="641"/>
                </a:lnTo>
                <a:lnTo>
                  <a:pt x="1722" y="646"/>
                </a:lnTo>
                <a:lnTo>
                  <a:pt x="1739" y="649"/>
                </a:lnTo>
                <a:lnTo>
                  <a:pt x="1757" y="650"/>
                </a:lnTo>
                <a:lnTo>
                  <a:pt x="1777" y="650"/>
                </a:lnTo>
                <a:lnTo>
                  <a:pt x="1796" y="649"/>
                </a:lnTo>
                <a:lnTo>
                  <a:pt x="1816" y="647"/>
                </a:lnTo>
                <a:lnTo>
                  <a:pt x="1836" y="643"/>
                </a:lnTo>
                <a:lnTo>
                  <a:pt x="1857" y="639"/>
                </a:lnTo>
                <a:lnTo>
                  <a:pt x="1879" y="634"/>
                </a:lnTo>
                <a:lnTo>
                  <a:pt x="1899" y="628"/>
                </a:lnTo>
                <a:lnTo>
                  <a:pt x="1920" y="622"/>
                </a:lnTo>
                <a:lnTo>
                  <a:pt x="1961" y="608"/>
                </a:lnTo>
                <a:lnTo>
                  <a:pt x="2000" y="592"/>
                </a:lnTo>
                <a:lnTo>
                  <a:pt x="2037" y="577"/>
                </a:lnTo>
                <a:lnTo>
                  <a:pt x="2068" y="562"/>
                </a:lnTo>
                <a:lnTo>
                  <a:pt x="2095" y="549"/>
                </a:lnTo>
                <a:lnTo>
                  <a:pt x="2117" y="538"/>
                </a:lnTo>
                <a:lnTo>
                  <a:pt x="2117" y="558"/>
                </a:lnTo>
                <a:lnTo>
                  <a:pt x="2119" y="573"/>
                </a:lnTo>
                <a:lnTo>
                  <a:pt x="2120" y="584"/>
                </a:lnTo>
                <a:lnTo>
                  <a:pt x="2124" y="593"/>
                </a:lnTo>
                <a:lnTo>
                  <a:pt x="2126" y="602"/>
                </a:lnTo>
                <a:lnTo>
                  <a:pt x="2127" y="612"/>
                </a:lnTo>
                <a:lnTo>
                  <a:pt x="2129" y="623"/>
                </a:lnTo>
                <a:lnTo>
                  <a:pt x="2129" y="636"/>
                </a:lnTo>
                <a:lnTo>
                  <a:pt x="2128" y="666"/>
                </a:lnTo>
                <a:lnTo>
                  <a:pt x="2125" y="694"/>
                </a:lnTo>
                <a:lnTo>
                  <a:pt x="2119" y="720"/>
                </a:lnTo>
                <a:lnTo>
                  <a:pt x="2112" y="744"/>
                </a:lnTo>
                <a:lnTo>
                  <a:pt x="2102" y="766"/>
                </a:lnTo>
                <a:lnTo>
                  <a:pt x="2091" y="787"/>
                </a:lnTo>
                <a:lnTo>
                  <a:pt x="2078" y="804"/>
                </a:lnTo>
                <a:lnTo>
                  <a:pt x="2064" y="821"/>
                </a:lnTo>
                <a:lnTo>
                  <a:pt x="2049" y="836"/>
                </a:lnTo>
                <a:lnTo>
                  <a:pt x="2031" y="849"/>
                </a:lnTo>
                <a:lnTo>
                  <a:pt x="2014" y="859"/>
                </a:lnTo>
                <a:lnTo>
                  <a:pt x="1995" y="869"/>
                </a:lnTo>
                <a:lnTo>
                  <a:pt x="1975" y="878"/>
                </a:lnTo>
                <a:lnTo>
                  <a:pt x="1956" y="884"/>
                </a:lnTo>
                <a:lnTo>
                  <a:pt x="1934" y="889"/>
                </a:lnTo>
                <a:lnTo>
                  <a:pt x="1913" y="893"/>
                </a:lnTo>
                <a:lnTo>
                  <a:pt x="1892" y="895"/>
                </a:lnTo>
                <a:lnTo>
                  <a:pt x="1870" y="895"/>
                </a:lnTo>
                <a:lnTo>
                  <a:pt x="1848" y="895"/>
                </a:lnTo>
                <a:lnTo>
                  <a:pt x="1826" y="893"/>
                </a:lnTo>
                <a:lnTo>
                  <a:pt x="1805" y="890"/>
                </a:lnTo>
                <a:lnTo>
                  <a:pt x="1784" y="887"/>
                </a:lnTo>
                <a:lnTo>
                  <a:pt x="1764" y="881"/>
                </a:lnTo>
                <a:lnTo>
                  <a:pt x="1743" y="875"/>
                </a:lnTo>
                <a:lnTo>
                  <a:pt x="1725" y="867"/>
                </a:lnTo>
                <a:lnTo>
                  <a:pt x="1706" y="858"/>
                </a:lnTo>
                <a:lnTo>
                  <a:pt x="1689" y="849"/>
                </a:lnTo>
                <a:lnTo>
                  <a:pt x="1672" y="838"/>
                </a:lnTo>
                <a:lnTo>
                  <a:pt x="1658" y="827"/>
                </a:lnTo>
                <a:lnTo>
                  <a:pt x="1644" y="815"/>
                </a:lnTo>
                <a:lnTo>
                  <a:pt x="1632" y="802"/>
                </a:lnTo>
                <a:lnTo>
                  <a:pt x="1623" y="788"/>
                </a:lnTo>
                <a:lnTo>
                  <a:pt x="1614" y="776"/>
                </a:lnTo>
                <a:lnTo>
                  <a:pt x="1606" y="764"/>
                </a:lnTo>
                <a:lnTo>
                  <a:pt x="1599" y="754"/>
                </a:lnTo>
                <a:lnTo>
                  <a:pt x="1591" y="745"/>
                </a:lnTo>
                <a:lnTo>
                  <a:pt x="1587" y="742"/>
                </a:lnTo>
                <a:lnTo>
                  <a:pt x="1584" y="740"/>
                </a:lnTo>
                <a:lnTo>
                  <a:pt x="1579" y="737"/>
                </a:lnTo>
                <a:lnTo>
                  <a:pt x="1575" y="736"/>
                </a:lnTo>
                <a:lnTo>
                  <a:pt x="1569" y="735"/>
                </a:lnTo>
                <a:lnTo>
                  <a:pt x="1565" y="733"/>
                </a:lnTo>
                <a:lnTo>
                  <a:pt x="1559" y="733"/>
                </a:lnTo>
                <a:lnTo>
                  <a:pt x="1553" y="735"/>
                </a:lnTo>
                <a:lnTo>
                  <a:pt x="1540" y="738"/>
                </a:lnTo>
                <a:lnTo>
                  <a:pt x="1525" y="743"/>
                </a:lnTo>
                <a:lnTo>
                  <a:pt x="1507" y="753"/>
                </a:lnTo>
                <a:lnTo>
                  <a:pt x="1486" y="765"/>
                </a:lnTo>
                <a:lnTo>
                  <a:pt x="1461" y="781"/>
                </a:lnTo>
                <a:lnTo>
                  <a:pt x="1433" y="801"/>
                </a:lnTo>
                <a:lnTo>
                  <a:pt x="1401" y="824"/>
                </a:lnTo>
                <a:lnTo>
                  <a:pt x="1366" y="851"/>
                </a:lnTo>
                <a:lnTo>
                  <a:pt x="1189" y="993"/>
                </a:lnTo>
                <a:lnTo>
                  <a:pt x="1148" y="1025"/>
                </a:lnTo>
                <a:lnTo>
                  <a:pt x="1104" y="1060"/>
                </a:lnTo>
                <a:lnTo>
                  <a:pt x="1081" y="1078"/>
                </a:lnTo>
                <a:lnTo>
                  <a:pt x="1058" y="1094"/>
                </a:lnTo>
                <a:lnTo>
                  <a:pt x="1034" y="1111"/>
                </a:lnTo>
                <a:lnTo>
                  <a:pt x="1009" y="1128"/>
                </a:lnTo>
                <a:lnTo>
                  <a:pt x="983" y="1143"/>
                </a:lnTo>
                <a:lnTo>
                  <a:pt x="958" y="1158"/>
                </a:lnTo>
                <a:lnTo>
                  <a:pt x="931" y="1172"/>
                </a:lnTo>
                <a:lnTo>
                  <a:pt x="905" y="1185"/>
                </a:lnTo>
                <a:lnTo>
                  <a:pt x="878" y="1197"/>
                </a:lnTo>
                <a:lnTo>
                  <a:pt x="850" y="1208"/>
                </a:lnTo>
                <a:lnTo>
                  <a:pt x="823" y="1217"/>
                </a:lnTo>
                <a:lnTo>
                  <a:pt x="795" y="1224"/>
                </a:lnTo>
                <a:lnTo>
                  <a:pt x="796" y="1242"/>
                </a:lnTo>
                <a:lnTo>
                  <a:pt x="797" y="1256"/>
                </a:lnTo>
                <a:lnTo>
                  <a:pt x="799" y="1269"/>
                </a:lnTo>
                <a:lnTo>
                  <a:pt x="803" y="1279"/>
                </a:lnTo>
                <a:lnTo>
                  <a:pt x="811" y="1298"/>
                </a:lnTo>
                <a:lnTo>
                  <a:pt x="820" y="1314"/>
                </a:lnTo>
                <a:lnTo>
                  <a:pt x="824" y="1322"/>
                </a:lnTo>
                <a:lnTo>
                  <a:pt x="829" y="1331"/>
                </a:lnTo>
                <a:lnTo>
                  <a:pt x="833" y="1339"/>
                </a:lnTo>
                <a:lnTo>
                  <a:pt x="836" y="1349"/>
                </a:lnTo>
                <a:lnTo>
                  <a:pt x="840" y="1361"/>
                </a:lnTo>
                <a:lnTo>
                  <a:pt x="842" y="1374"/>
                </a:lnTo>
                <a:lnTo>
                  <a:pt x="844" y="1390"/>
                </a:lnTo>
                <a:lnTo>
                  <a:pt x="844" y="1408"/>
                </a:lnTo>
                <a:lnTo>
                  <a:pt x="843" y="1431"/>
                </a:lnTo>
                <a:lnTo>
                  <a:pt x="839" y="1454"/>
                </a:lnTo>
                <a:lnTo>
                  <a:pt x="833" y="1478"/>
                </a:lnTo>
                <a:lnTo>
                  <a:pt x="824" y="1501"/>
                </a:lnTo>
                <a:lnTo>
                  <a:pt x="812" y="1524"/>
                </a:lnTo>
                <a:lnTo>
                  <a:pt x="799" y="1547"/>
                </a:lnTo>
                <a:lnTo>
                  <a:pt x="785" y="1568"/>
                </a:lnTo>
                <a:lnTo>
                  <a:pt x="768" y="1589"/>
                </a:lnTo>
                <a:lnTo>
                  <a:pt x="751" y="1609"/>
                </a:lnTo>
                <a:lnTo>
                  <a:pt x="730" y="1628"/>
                </a:lnTo>
                <a:lnTo>
                  <a:pt x="709" y="1646"/>
                </a:lnTo>
                <a:lnTo>
                  <a:pt x="687" y="1664"/>
                </a:lnTo>
                <a:lnTo>
                  <a:pt x="664" y="1680"/>
                </a:lnTo>
                <a:lnTo>
                  <a:pt x="640" y="1694"/>
                </a:lnTo>
                <a:lnTo>
                  <a:pt x="615" y="1707"/>
                </a:lnTo>
                <a:lnTo>
                  <a:pt x="589" y="1719"/>
                </a:lnTo>
                <a:lnTo>
                  <a:pt x="563" y="1729"/>
                </a:lnTo>
                <a:lnTo>
                  <a:pt x="536" y="1736"/>
                </a:lnTo>
                <a:lnTo>
                  <a:pt x="510" y="1743"/>
                </a:lnTo>
                <a:lnTo>
                  <a:pt x="483" y="1747"/>
                </a:lnTo>
                <a:lnTo>
                  <a:pt x="457" y="1750"/>
                </a:lnTo>
                <a:lnTo>
                  <a:pt x="430" y="1750"/>
                </a:lnTo>
                <a:lnTo>
                  <a:pt x="404" y="1747"/>
                </a:lnTo>
                <a:lnTo>
                  <a:pt x="379" y="1742"/>
                </a:lnTo>
                <a:lnTo>
                  <a:pt x="353" y="1734"/>
                </a:lnTo>
                <a:lnTo>
                  <a:pt x="329" y="1725"/>
                </a:lnTo>
                <a:lnTo>
                  <a:pt x="306" y="1713"/>
                </a:lnTo>
                <a:lnTo>
                  <a:pt x="283" y="1696"/>
                </a:lnTo>
                <a:lnTo>
                  <a:pt x="263" y="1678"/>
                </a:lnTo>
                <a:lnTo>
                  <a:pt x="243" y="1656"/>
                </a:lnTo>
                <a:lnTo>
                  <a:pt x="225" y="1631"/>
                </a:lnTo>
                <a:lnTo>
                  <a:pt x="208" y="1604"/>
                </a:lnTo>
                <a:lnTo>
                  <a:pt x="226" y="1594"/>
                </a:lnTo>
                <a:lnTo>
                  <a:pt x="242" y="1587"/>
                </a:lnTo>
                <a:lnTo>
                  <a:pt x="258" y="1580"/>
                </a:lnTo>
                <a:lnTo>
                  <a:pt x="272" y="1575"/>
                </a:lnTo>
                <a:lnTo>
                  <a:pt x="302" y="1564"/>
                </a:lnTo>
                <a:lnTo>
                  <a:pt x="332" y="1552"/>
                </a:lnTo>
                <a:lnTo>
                  <a:pt x="347" y="1545"/>
                </a:lnTo>
                <a:lnTo>
                  <a:pt x="365" y="1538"/>
                </a:lnTo>
                <a:lnTo>
                  <a:pt x="382" y="1529"/>
                </a:lnTo>
                <a:lnTo>
                  <a:pt x="401" y="1518"/>
                </a:lnTo>
                <a:lnTo>
                  <a:pt x="422" y="1505"/>
                </a:lnTo>
                <a:lnTo>
                  <a:pt x="446" y="1491"/>
                </a:lnTo>
                <a:lnTo>
                  <a:pt x="471" y="1474"/>
                </a:lnTo>
                <a:lnTo>
                  <a:pt x="498" y="1453"/>
                </a:lnTo>
                <a:lnTo>
                  <a:pt x="515" y="1440"/>
                </a:lnTo>
                <a:lnTo>
                  <a:pt x="533" y="1427"/>
                </a:lnTo>
                <a:lnTo>
                  <a:pt x="549" y="1413"/>
                </a:lnTo>
                <a:lnTo>
                  <a:pt x="564" y="1399"/>
                </a:lnTo>
                <a:lnTo>
                  <a:pt x="579" y="1385"/>
                </a:lnTo>
                <a:lnTo>
                  <a:pt x="593" y="1371"/>
                </a:lnTo>
                <a:lnTo>
                  <a:pt x="608" y="1355"/>
                </a:lnTo>
                <a:lnTo>
                  <a:pt x="619" y="1341"/>
                </a:lnTo>
                <a:lnTo>
                  <a:pt x="631" y="1327"/>
                </a:lnTo>
                <a:lnTo>
                  <a:pt x="643" y="1313"/>
                </a:lnTo>
                <a:lnTo>
                  <a:pt x="653" y="1299"/>
                </a:lnTo>
                <a:lnTo>
                  <a:pt x="663" y="1285"/>
                </a:lnTo>
                <a:lnTo>
                  <a:pt x="670" y="1271"/>
                </a:lnTo>
                <a:lnTo>
                  <a:pt x="678" y="1258"/>
                </a:lnTo>
                <a:lnTo>
                  <a:pt x="685" y="1245"/>
                </a:lnTo>
                <a:lnTo>
                  <a:pt x="689" y="1232"/>
                </a:lnTo>
                <a:lnTo>
                  <a:pt x="693" y="1219"/>
                </a:lnTo>
                <a:lnTo>
                  <a:pt x="695" y="1207"/>
                </a:lnTo>
                <a:lnTo>
                  <a:pt x="696" y="1196"/>
                </a:lnTo>
                <a:lnTo>
                  <a:pt x="696" y="1185"/>
                </a:lnTo>
                <a:lnTo>
                  <a:pt x="695" y="1174"/>
                </a:lnTo>
                <a:lnTo>
                  <a:pt x="692" y="1164"/>
                </a:lnTo>
                <a:lnTo>
                  <a:pt x="688" y="1156"/>
                </a:lnTo>
                <a:lnTo>
                  <a:pt x="682" y="1147"/>
                </a:lnTo>
                <a:lnTo>
                  <a:pt x="675" y="1139"/>
                </a:lnTo>
                <a:lnTo>
                  <a:pt x="665" y="1133"/>
                </a:lnTo>
                <a:lnTo>
                  <a:pt x="655" y="1128"/>
                </a:lnTo>
                <a:lnTo>
                  <a:pt x="642" y="1123"/>
                </a:lnTo>
                <a:lnTo>
                  <a:pt x="628" y="1119"/>
                </a:lnTo>
                <a:lnTo>
                  <a:pt x="613" y="1116"/>
                </a:lnTo>
                <a:lnTo>
                  <a:pt x="595" y="1115"/>
                </a:lnTo>
                <a:lnTo>
                  <a:pt x="575" y="1113"/>
                </a:lnTo>
                <a:lnTo>
                  <a:pt x="561" y="1115"/>
                </a:lnTo>
                <a:lnTo>
                  <a:pt x="547" y="1116"/>
                </a:lnTo>
                <a:lnTo>
                  <a:pt x="533" y="1118"/>
                </a:lnTo>
                <a:lnTo>
                  <a:pt x="518" y="1120"/>
                </a:lnTo>
                <a:lnTo>
                  <a:pt x="486" y="1128"/>
                </a:lnTo>
                <a:lnTo>
                  <a:pt x="452" y="1136"/>
                </a:lnTo>
                <a:lnTo>
                  <a:pt x="419" y="1148"/>
                </a:lnTo>
                <a:lnTo>
                  <a:pt x="385" y="1161"/>
                </a:lnTo>
                <a:lnTo>
                  <a:pt x="350" y="1175"/>
                </a:lnTo>
                <a:lnTo>
                  <a:pt x="316" y="1192"/>
                </a:lnTo>
                <a:lnTo>
                  <a:pt x="249" y="1223"/>
                </a:lnTo>
                <a:lnTo>
                  <a:pt x="186" y="1256"/>
                </a:lnTo>
                <a:lnTo>
                  <a:pt x="130" y="1286"/>
                </a:lnTo>
                <a:lnTo>
                  <a:pt x="86" y="1310"/>
                </a:lnTo>
                <a:lnTo>
                  <a:pt x="86" y="1263"/>
                </a:lnTo>
                <a:lnTo>
                  <a:pt x="87" y="1220"/>
                </a:lnTo>
                <a:lnTo>
                  <a:pt x="88" y="1179"/>
                </a:lnTo>
                <a:lnTo>
                  <a:pt x="92" y="1141"/>
                </a:lnTo>
                <a:lnTo>
                  <a:pt x="96" y="1122"/>
                </a:lnTo>
                <a:lnTo>
                  <a:pt x="99" y="1105"/>
                </a:lnTo>
                <a:lnTo>
                  <a:pt x="103" y="1087"/>
                </a:lnTo>
                <a:lnTo>
                  <a:pt x="109" y="1071"/>
                </a:lnTo>
                <a:lnTo>
                  <a:pt x="114" y="1055"/>
                </a:lnTo>
                <a:lnTo>
                  <a:pt x="122" y="1039"/>
                </a:lnTo>
                <a:lnTo>
                  <a:pt x="130" y="1023"/>
                </a:lnTo>
                <a:lnTo>
                  <a:pt x="139" y="1008"/>
                </a:lnTo>
                <a:lnTo>
                  <a:pt x="148" y="997"/>
                </a:lnTo>
                <a:lnTo>
                  <a:pt x="156" y="985"/>
                </a:lnTo>
                <a:lnTo>
                  <a:pt x="166" y="976"/>
                </a:lnTo>
                <a:lnTo>
                  <a:pt x="176" y="965"/>
                </a:lnTo>
                <a:lnTo>
                  <a:pt x="186" y="956"/>
                </a:lnTo>
                <a:lnTo>
                  <a:pt x="196" y="947"/>
                </a:lnTo>
                <a:lnTo>
                  <a:pt x="208" y="939"/>
                </a:lnTo>
                <a:lnTo>
                  <a:pt x="219" y="931"/>
                </a:lnTo>
                <a:lnTo>
                  <a:pt x="231" y="923"/>
                </a:lnTo>
                <a:lnTo>
                  <a:pt x="243" y="917"/>
                </a:lnTo>
                <a:lnTo>
                  <a:pt x="256" y="910"/>
                </a:lnTo>
                <a:lnTo>
                  <a:pt x="268" y="905"/>
                </a:lnTo>
                <a:lnTo>
                  <a:pt x="281" y="901"/>
                </a:lnTo>
                <a:lnTo>
                  <a:pt x="294" y="896"/>
                </a:lnTo>
                <a:lnTo>
                  <a:pt x="308" y="892"/>
                </a:lnTo>
                <a:lnTo>
                  <a:pt x="321" y="890"/>
                </a:lnTo>
                <a:lnTo>
                  <a:pt x="335" y="887"/>
                </a:lnTo>
                <a:lnTo>
                  <a:pt x="348" y="884"/>
                </a:lnTo>
                <a:lnTo>
                  <a:pt x="362" y="883"/>
                </a:lnTo>
                <a:lnTo>
                  <a:pt x="377" y="883"/>
                </a:lnTo>
                <a:lnTo>
                  <a:pt x="391" y="883"/>
                </a:lnTo>
                <a:lnTo>
                  <a:pt x="405" y="883"/>
                </a:lnTo>
                <a:lnTo>
                  <a:pt x="419" y="884"/>
                </a:lnTo>
                <a:lnTo>
                  <a:pt x="433" y="887"/>
                </a:lnTo>
                <a:lnTo>
                  <a:pt x="447" y="889"/>
                </a:lnTo>
                <a:lnTo>
                  <a:pt x="461" y="892"/>
                </a:lnTo>
                <a:lnTo>
                  <a:pt x="475" y="896"/>
                </a:lnTo>
                <a:lnTo>
                  <a:pt x="489" y="901"/>
                </a:lnTo>
                <a:lnTo>
                  <a:pt x="502" y="906"/>
                </a:lnTo>
                <a:lnTo>
                  <a:pt x="516" y="912"/>
                </a:lnTo>
                <a:lnTo>
                  <a:pt x="529" y="918"/>
                </a:lnTo>
                <a:lnTo>
                  <a:pt x="544" y="926"/>
                </a:lnTo>
                <a:lnTo>
                  <a:pt x="551" y="931"/>
                </a:lnTo>
                <a:lnTo>
                  <a:pt x="559" y="936"/>
                </a:lnTo>
                <a:lnTo>
                  <a:pt x="565" y="943"/>
                </a:lnTo>
                <a:lnTo>
                  <a:pt x="571" y="950"/>
                </a:lnTo>
                <a:lnTo>
                  <a:pt x="581" y="964"/>
                </a:lnTo>
                <a:lnTo>
                  <a:pt x="591" y="978"/>
                </a:lnTo>
                <a:lnTo>
                  <a:pt x="601" y="992"/>
                </a:lnTo>
                <a:lnTo>
                  <a:pt x="612" y="1005"/>
                </a:lnTo>
                <a:lnTo>
                  <a:pt x="617" y="1010"/>
                </a:lnTo>
                <a:lnTo>
                  <a:pt x="624" y="1015"/>
                </a:lnTo>
                <a:lnTo>
                  <a:pt x="630" y="1019"/>
                </a:lnTo>
                <a:lnTo>
                  <a:pt x="638" y="1022"/>
                </a:lnTo>
                <a:lnTo>
                  <a:pt x="647" y="1025"/>
                </a:lnTo>
                <a:lnTo>
                  <a:pt x="655" y="1027"/>
                </a:lnTo>
                <a:lnTo>
                  <a:pt x="666" y="1027"/>
                </a:lnTo>
                <a:lnTo>
                  <a:pt x="677" y="1025"/>
                </a:lnTo>
                <a:lnTo>
                  <a:pt x="690" y="1023"/>
                </a:lnTo>
                <a:lnTo>
                  <a:pt x="704" y="1019"/>
                </a:lnTo>
                <a:lnTo>
                  <a:pt x="719" y="1014"/>
                </a:lnTo>
                <a:lnTo>
                  <a:pt x="735" y="1006"/>
                </a:lnTo>
                <a:lnTo>
                  <a:pt x="754" y="997"/>
                </a:lnTo>
                <a:lnTo>
                  <a:pt x="775" y="986"/>
                </a:lnTo>
                <a:lnTo>
                  <a:pt x="796" y="973"/>
                </a:lnTo>
                <a:lnTo>
                  <a:pt x="820" y="958"/>
                </a:lnTo>
                <a:lnTo>
                  <a:pt x="846" y="942"/>
                </a:lnTo>
                <a:lnTo>
                  <a:pt x="874" y="922"/>
                </a:lnTo>
                <a:lnTo>
                  <a:pt x="905" y="901"/>
                </a:lnTo>
                <a:lnTo>
                  <a:pt x="937" y="876"/>
                </a:lnTo>
                <a:lnTo>
                  <a:pt x="960" y="858"/>
                </a:lnTo>
                <a:lnTo>
                  <a:pt x="982" y="841"/>
                </a:lnTo>
                <a:lnTo>
                  <a:pt x="1003" y="824"/>
                </a:lnTo>
                <a:lnTo>
                  <a:pt x="1026" y="806"/>
                </a:lnTo>
                <a:lnTo>
                  <a:pt x="1073" y="770"/>
                </a:lnTo>
                <a:lnTo>
                  <a:pt x="1112" y="739"/>
                </a:lnTo>
                <a:lnTo>
                  <a:pt x="1147" y="711"/>
                </a:lnTo>
                <a:lnTo>
                  <a:pt x="1179" y="687"/>
                </a:lnTo>
                <a:lnTo>
                  <a:pt x="1195" y="675"/>
                </a:lnTo>
                <a:lnTo>
                  <a:pt x="1213" y="664"/>
                </a:lnTo>
                <a:lnTo>
                  <a:pt x="1230" y="653"/>
                </a:lnTo>
                <a:lnTo>
                  <a:pt x="1250" y="642"/>
                </a:lnTo>
                <a:lnTo>
                  <a:pt x="1270" y="631"/>
                </a:lnTo>
                <a:lnTo>
                  <a:pt x="1293" y="621"/>
                </a:lnTo>
                <a:lnTo>
                  <a:pt x="1318" y="610"/>
                </a:lnTo>
                <a:lnTo>
                  <a:pt x="1345" y="599"/>
                </a:lnTo>
                <a:lnTo>
                  <a:pt x="1356" y="596"/>
                </a:lnTo>
                <a:lnTo>
                  <a:pt x="1367" y="593"/>
                </a:lnTo>
                <a:lnTo>
                  <a:pt x="1372" y="591"/>
                </a:lnTo>
                <a:lnTo>
                  <a:pt x="1378" y="589"/>
                </a:lnTo>
                <a:lnTo>
                  <a:pt x="1383" y="586"/>
                </a:lnTo>
                <a:lnTo>
                  <a:pt x="1388" y="583"/>
                </a:lnTo>
                <a:lnTo>
                  <a:pt x="1392" y="577"/>
                </a:lnTo>
                <a:lnTo>
                  <a:pt x="1396" y="572"/>
                </a:lnTo>
                <a:lnTo>
                  <a:pt x="1398" y="564"/>
                </a:lnTo>
                <a:lnTo>
                  <a:pt x="1400" y="555"/>
                </a:lnTo>
                <a:lnTo>
                  <a:pt x="1401" y="546"/>
                </a:lnTo>
                <a:lnTo>
                  <a:pt x="1401" y="533"/>
                </a:lnTo>
                <a:lnTo>
                  <a:pt x="1399" y="519"/>
                </a:lnTo>
                <a:lnTo>
                  <a:pt x="1396" y="502"/>
                </a:lnTo>
                <a:lnTo>
                  <a:pt x="1392" y="481"/>
                </a:lnTo>
                <a:lnTo>
                  <a:pt x="1387" y="460"/>
                </a:lnTo>
                <a:lnTo>
                  <a:pt x="1385" y="438"/>
                </a:lnTo>
                <a:lnTo>
                  <a:pt x="1383" y="418"/>
                </a:lnTo>
                <a:lnTo>
                  <a:pt x="1383" y="397"/>
                </a:lnTo>
                <a:lnTo>
                  <a:pt x="1383" y="376"/>
                </a:lnTo>
                <a:lnTo>
                  <a:pt x="1385" y="357"/>
                </a:lnTo>
                <a:lnTo>
                  <a:pt x="1388" y="337"/>
                </a:lnTo>
                <a:lnTo>
                  <a:pt x="1393" y="318"/>
                </a:lnTo>
                <a:lnTo>
                  <a:pt x="1398" y="298"/>
                </a:lnTo>
                <a:lnTo>
                  <a:pt x="1406" y="280"/>
                </a:lnTo>
                <a:lnTo>
                  <a:pt x="1414" y="261"/>
                </a:lnTo>
                <a:lnTo>
                  <a:pt x="1424" y="244"/>
                </a:lnTo>
                <a:lnTo>
                  <a:pt x="1436" y="225"/>
                </a:lnTo>
                <a:lnTo>
                  <a:pt x="1450" y="209"/>
                </a:lnTo>
                <a:lnTo>
                  <a:pt x="1465" y="192"/>
                </a:lnTo>
                <a:lnTo>
                  <a:pt x="1478" y="179"/>
                </a:lnTo>
                <a:lnTo>
                  <a:pt x="1492" y="166"/>
                </a:lnTo>
                <a:lnTo>
                  <a:pt x="1507" y="154"/>
                </a:lnTo>
                <a:lnTo>
                  <a:pt x="1521" y="143"/>
                </a:lnTo>
                <a:lnTo>
                  <a:pt x="1536" y="133"/>
                </a:lnTo>
                <a:lnTo>
                  <a:pt x="1551" y="123"/>
                </a:lnTo>
                <a:lnTo>
                  <a:pt x="1566" y="116"/>
                </a:lnTo>
                <a:lnTo>
                  <a:pt x="1581" y="108"/>
                </a:lnTo>
                <a:lnTo>
                  <a:pt x="1597" y="102"/>
                </a:lnTo>
                <a:lnTo>
                  <a:pt x="1613" y="96"/>
                </a:lnTo>
                <a:lnTo>
                  <a:pt x="1628" y="91"/>
                </a:lnTo>
                <a:lnTo>
                  <a:pt x="1644" y="88"/>
                </a:lnTo>
                <a:lnTo>
                  <a:pt x="1659" y="84"/>
                </a:lnTo>
                <a:lnTo>
                  <a:pt x="1676" y="82"/>
                </a:lnTo>
                <a:lnTo>
                  <a:pt x="1691" y="82"/>
                </a:lnTo>
                <a:lnTo>
                  <a:pt x="1707" y="82"/>
                </a:lnTo>
                <a:lnTo>
                  <a:pt x="1722" y="83"/>
                </a:lnTo>
                <a:lnTo>
                  <a:pt x="1738" y="85"/>
                </a:lnTo>
                <a:lnTo>
                  <a:pt x="1753" y="89"/>
                </a:lnTo>
                <a:lnTo>
                  <a:pt x="1768" y="93"/>
                </a:lnTo>
                <a:lnTo>
                  <a:pt x="1783" y="98"/>
                </a:lnTo>
                <a:lnTo>
                  <a:pt x="1797" y="105"/>
                </a:lnTo>
                <a:lnTo>
                  <a:pt x="1811" y="113"/>
                </a:lnTo>
                <a:lnTo>
                  <a:pt x="1825" y="121"/>
                </a:lnTo>
                <a:lnTo>
                  <a:pt x="1838" y="131"/>
                </a:lnTo>
                <a:lnTo>
                  <a:pt x="1853" y="142"/>
                </a:lnTo>
                <a:lnTo>
                  <a:pt x="1864" y="154"/>
                </a:lnTo>
                <a:lnTo>
                  <a:pt x="1877" y="167"/>
                </a:lnTo>
                <a:lnTo>
                  <a:pt x="1889" y="181"/>
                </a:lnTo>
                <a:lnTo>
                  <a:pt x="1900" y="197"/>
                </a:lnTo>
                <a:lnTo>
                  <a:pt x="1911" y="214"/>
                </a:lnTo>
                <a:lnTo>
                  <a:pt x="1921" y="232"/>
                </a:lnTo>
                <a:lnTo>
                  <a:pt x="1883" y="253"/>
                </a:lnTo>
                <a:lnTo>
                  <a:pt x="1838" y="278"/>
                </a:lnTo>
                <a:lnTo>
                  <a:pt x="1813" y="292"/>
                </a:lnTo>
                <a:lnTo>
                  <a:pt x="1790" y="307"/>
                </a:lnTo>
                <a:lnTo>
                  <a:pt x="1765" y="323"/>
                </a:lnTo>
                <a:lnTo>
                  <a:pt x="1741" y="341"/>
                </a:lnTo>
                <a:lnTo>
                  <a:pt x="1718" y="359"/>
                </a:lnTo>
                <a:lnTo>
                  <a:pt x="1697" y="379"/>
                </a:lnTo>
                <a:lnTo>
                  <a:pt x="1688" y="388"/>
                </a:lnTo>
                <a:lnTo>
                  <a:pt x="1678" y="399"/>
                </a:lnTo>
                <a:lnTo>
                  <a:pt x="1669" y="409"/>
                </a:lnTo>
                <a:lnTo>
                  <a:pt x="1661" y="420"/>
                </a:lnTo>
                <a:lnTo>
                  <a:pt x="1654" y="431"/>
                </a:lnTo>
                <a:lnTo>
                  <a:pt x="1648" y="443"/>
                </a:lnTo>
                <a:lnTo>
                  <a:pt x="1641" y="453"/>
                </a:lnTo>
                <a:lnTo>
                  <a:pt x="1637" y="465"/>
                </a:lnTo>
                <a:lnTo>
                  <a:pt x="1632" y="477"/>
                </a:lnTo>
                <a:lnTo>
                  <a:pt x="1630" y="489"/>
                </a:lnTo>
                <a:lnTo>
                  <a:pt x="1628" y="501"/>
                </a:lnTo>
                <a:lnTo>
                  <a:pt x="1628" y="514"/>
                </a:lnTo>
                <a:close/>
                <a:moveTo>
                  <a:pt x="1297" y="392"/>
                </a:moveTo>
                <a:lnTo>
                  <a:pt x="1309" y="514"/>
                </a:lnTo>
                <a:lnTo>
                  <a:pt x="1254" y="545"/>
                </a:lnTo>
                <a:lnTo>
                  <a:pt x="1204" y="573"/>
                </a:lnTo>
                <a:lnTo>
                  <a:pt x="1160" y="601"/>
                </a:lnTo>
                <a:lnTo>
                  <a:pt x="1119" y="628"/>
                </a:lnTo>
                <a:lnTo>
                  <a:pt x="1083" y="654"/>
                </a:lnTo>
                <a:lnTo>
                  <a:pt x="1049" y="679"/>
                </a:lnTo>
                <a:lnTo>
                  <a:pt x="1016" y="703"/>
                </a:lnTo>
                <a:lnTo>
                  <a:pt x="986" y="728"/>
                </a:lnTo>
                <a:lnTo>
                  <a:pt x="956" y="752"/>
                </a:lnTo>
                <a:lnTo>
                  <a:pt x="925" y="776"/>
                </a:lnTo>
                <a:lnTo>
                  <a:pt x="893" y="800"/>
                </a:lnTo>
                <a:lnTo>
                  <a:pt x="859" y="825"/>
                </a:lnTo>
                <a:lnTo>
                  <a:pt x="822" y="850"/>
                </a:lnTo>
                <a:lnTo>
                  <a:pt x="781" y="876"/>
                </a:lnTo>
                <a:lnTo>
                  <a:pt x="735" y="903"/>
                </a:lnTo>
                <a:lnTo>
                  <a:pt x="686" y="930"/>
                </a:lnTo>
                <a:lnTo>
                  <a:pt x="668" y="918"/>
                </a:lnTo>
                <a:lnTo>
                  <a:pt x="655" y="906"/>
                </a:lnTo>
                <a:lnTo>
                  <a:pt x="643" y="895"/>
                </a:lnTo>
                <a:lnTo>
                  <a:pt x="632" y="884"/>
                </a:lnTo>
                <a:lnTo>
                  <a:pt x="622" y="874"/>
                </a:lnTo>
                <a:lnTo>
                  <a:pt x="608" y="863"/>
                </a:lnTo>
                <a:lnTo>
                  <a:pt x="590" y="852"/>
                </a:lnTo>
                <a:lnTo>
                  <a:pt x="567" y="840"/>
                </a:lnTo>
                <a:lnTo>
                  <a:pt x="541" y="828"/>
                </a:lnTo>
                <a:lnTo>
                  <a:pt x="516" y="818"/>
                </a:lnTo>
                <a:lnTo>
                  <a:pt x="490" y="811"/>
                </a:lnTo>
                <a:lnTo>
                  <a:pt x="464" y="804"/>
                </a:lnTo>
                <a:lnTo>
                  <a:pt x="439" y="800"/>
                </a:lnTo>
                <a:lnTo>
                  <a:pt x="413" y="796"/>
                </a:lnTo>
                <a:lnTo>
                  <a:pt x="388" y="795"/>
                </a:lnTo>
                <a:lnTo>
                  <a:pt x="364" y="795"/>
                </a:lnTo>
                <a:lnTo>
                  <a:pt x="340" y="798"/>
                </a:lnTo>
                <a:lnTo>
                  <a:pt x="315" y="801"/>
                </a:lnTo>
                <a:lnTo>
                  <a:pt x="291" y="805"/>
                </a:lnTo>
                <a:lnTo>
                  <a:pt x="268" y="812"/>
                </a:lnTo>
                <a:lnTo>
                  <a:pt x="245" y="819"/>
                </a:lnTo>
                <a:lnTo>
                  <a:pt x="224" y="829"/>
                </a:lnTo>
                <a:lnTo>
                  <a:pt x="202" y="839"/>
                </a:lnTo>
                <a:lnTo>
                  <a:pt x="181" y="851"/>
                </a:lnTo>
                <a:lnTo>
                  <a:pt x="162" y="865"/>
                </a:lnTo>
                <a:lnTo>
                  <a:pt x="142" y="879"/>
                </a:lnTo>
                <a:lnTo>
                  <a:pt x="125" y="894"/>
                </a:lnTo>
                <a:lnTo>
                  <a:pt x="108" y="912"/>
                </a:lnTo>
                <a:lnTo>
                  <a:pt x="91" y="930"/>
                </a:lnTo>
                <a:lnTo>
                  <a:pt x="77" y="950"/>
                </a:lnTo>
                <a:lnTo>
                  <a:pt x="63" y="970"/>
                </a:lnTo>
                <a:lnTo>
                  <a:pt x="50" y="991"/>
                </a:lnTo>
                <a:lnTo>
                  <a:pt x="39" y="1014"/>
                </a:lnTo>
                <a:lnTo>
                  <a:pt x="29" y="1037"/>
                </a:lnTo>
                <a:lnTo>
                  <a:pt x="21" y="1062"/>
                </a:lnTo>
                <a:lnTo>
                  <a:pt x="13" y="1087"/>
                </a:lnTo>
                <a:lnTo>
                  <a:pt x="8" y="1115"/>
                </a:lnTo>
                <a:lnTo>
                  <a:pt x="3" y="1142"/>
                </a:lnTo>
                <a:lnTo>
                  <a:pt x="1" y="1170"/>
                </a:lnTo>
                <a:lnTo>
                  <a:pt x="0" y="1199"/>
                </a:lnTo>
                <a:lnTo>
                  <a:pt x="0" y="1256"/>
                </a:lnTo>
                <a:lnTo>
                  <a:pt x="1" y="1301"/>
                </a:lnTo>
                <a:lnTo>
                  <a:pt x="2" y="1340"/>
                </a:lnTo>
                <a:lnTo>
                  <a:pt x="6" y="1371"/>
                </a:lnTo>
                <a:lnTo>
                  <a:pt x="9" y="1383"/>
                </a:lnTo>
                <a:lnTo>
                  <a:pt x="11" y="1392"/>
                </a:lnTo>
                <a:lnTo>
                  <a:pt x="14" y="1401"/>
                </a:lnTo>
                <a:lnTo>
                  <a:pt x="19" y="1409"/>
                </a:lnTo>
                <a:lnTo>
                  <a:pt x="24" y="1414"/>
                </a:lnTo>
                <a:lnTo>
                  <a:pt x="29" y="1417"/>
                </a:lnTo>
                <a:lnTo>
                  <a:pt x="35" y="1421"/>
                </a:lnTo>
                <a:lnTo>
                  <a:pt x="42" y="1421"/>
                </a:lnTo>
                <a:lnTo>
                  <a:pt x="50" y="1421"/>
                </a:lnTo>
                <a:lnTo>
                  <a:pt x="59" y="1418"/>
                </a:lnTo>
                <a:lnTo>
                  <a:pt x="69" y="1416"/>
                </a:lnTo>
                <a:lnTo>
                  <a:pt x="79" y="1412"/>
                </a:lnTo>
                <a:lnTo>
                  <a:pt x="104" y="1400"/>
                </a:lnTo>
                <a:lnTo>
                  <a:pt x="135" y="1384"/>
                </a:lnTo>
                <a:lnTo>
                  <a:pt x="169" y="1364"/>
                </a:lnTo>
                <a:lnTo>
                  <a:pt x="211" y="1341"/>
                </a:lnTo>
                <a:lnTo>
                  <a:pt x="257" y="1316"/>
                </a:lnTo>
                <a:lnTo>
                  <a:pt x="310" y="1289"/>
                </a:lnTo>
                <a:lnTo>
                  <a:pt x="341" y="1274"/>
                </a:lnTo>
                <a:lnTo>
                  <a:pt x="374" y="1259"/>
                </a:lnTo>
                <a:lnTo>
                  <a:pt x="411" y="1244"/>
                </a:lnTo>
                <a:lnTo>
                  <a:pt x="449" y="1230"/>
                </a:lnTo>
                <a:lnTo>
                  <a:pt x="469" y="1223"/>
                </a:lnTo>
                <a:lnTo>
                  <a:pt x="488" y="1218"/>
                </a:lnTo>
                <a:lnTo>
                  <a:pt x="509" y="1212"/>
                </a:lnTo>
                <a:lnTo>
                  <a:pt x="528" y="1208"/>
                </a:lnTo>
                <a:lnTo>
                  <a:pt x="549" y="1205"/>
                </a:lnTo>
                <a:lnTo>
                  <a:pt x="571" y="1201"/>
                </a:lnTo>
                <a:lnTo>
                  <a:pt x="591" y="1200"/>
                </a:lnTo>
                <a:lnTo>
                  <a:pt x="612" y="1199"/>
                </a:lnTo>
                <a:lnTo>
                  <a:pt x="597" y="1226"/>
                </a:lnTo>
                <a:lnTo>
                  <a:pt x="580" y="1251"/>
                </a:lnTo>
                <a:lnTo>
                  <a:pt x="563" y="1275"/>
                </a:lnTo>
                <a:lnTo>
                  <a:pt x="546" y="1297"/>
                </a:lnTo>
                <a:lnTo>
                  <a:pt x="526" y="1317"/>
                </a:lnTo>
                <a:lnTo>
                  <a:pt x="507" y="1337"/>
                </a:lnTo>
                <a:lnTo>
                  <a:pt x="487" y="1355"/>
                </a:lnTo>
                <a:lnTo>
                  <a:pt x="467" y="1373"/>
                </a:lnTo>
                <a:lnTo>
                  <a:pt x="445" y="1388"/>
                </a:lnTo>
                <a:lnTo>
                  <a:pt x="424" y="1403"/>
                </a:lnTo>
                <a:lnTo>
                  <a:pt x="403" y="1416"/>
                </a:lnTo>
                <a:lnTo>
                  <a:pt x="381" y="1429"/>
                </a:lnTo>
                <a:lnTo>
                  <a:pt x="360" y="1441"/>
                </a:lnTo>
                <a:lnTo>
                  <a:pt x="339" y="1452"/>
                </a:lnTo>
                <a:lnTo>
                  <a:pt x="318" y="1462"/>
                </a:lnTo>
                <a:lnTo>
                  <a:pt x="296" y="1472"/>
                </a:lnTo>
                <a:lnTo>
                  <a:pt x="219" y="1502"/>
                </a:lnTo>
                <a:lnTo>
                  <a:pt x="156" y="1526"/>
                </a:lnTo>
                <a:lnTo>
                  <a:pt x="133" y="1537"/>
                </a:lnTo>
                <a:lnTo>
                  <a:pt x="114" y="1547"/>
                </a:lnTo>
                <a:lnTo>
                  <a:pt x="106" y="1552"/>
                </a:lnTo>
                <a:lnTo>
                  <a:pt x="102" y="1556"/>
                </a:lnTo>
                <a:lnTo>
                  <a:pt x="99" y="1562"/>
                </a:lnTo>
                <a:lnTo>
                  <a:pt x="98" y="1567"/>
                </a:lnTo>
                <a:lnTo>
                  <a:pt x="98" y="1576"/>
                </a:lnTo>
                <a:lnTo>
                  <a:pt x="100" y="1585"/>
                </a:lnTo>
                <a:lnTo>
                  <a:pt x="101" y="1593"/>
                </a:lnTo>
                <a:lnTo>
                  <a:pt x="104" y="1603"/>
                </a:lnTo>
                <a:lnTo>
                  <a:pt x="108" y="1614"/>
                </a:lnTo>
                <a:lnTo>
                  <a:pt x="112" y="1624"/>
                </a:lnTo>
                <a:lnTo>
                  <a:pt x="117" y="1634"/>
                </a:lnTo>
                <a:lnTo>
                  <a:pt x="123" y="1645"/>
                </a:lnTo>
                <a:lnTo>
                  <a:pt x="129" y="1657"/>
                </a:lnTo>
                <a:lnTo>
                  <a:pt x="137" y="1668"/>
                </a:lnTo>
                <a:lnTo>
                  <a:pt x="146" y="1679"/>
                </a:lnTo>
                <a:lnTo>
                  <a:pt x="154" y="1690"/>
                </a:lnTo>
                <a:lnTo>
                  <a:pt x="163" y="1702"/>
                </a:lnTo>
                <a:lnTo>
                  <a:pt x="174" y="1713"/>
                </a:lnTo>
                <a:lnTo>
                  <a:pt x="185" y="1723"/>
                </a:lnTo>
                <a:lnTo>
                  <a:pt x="195" y="1734"/>
                </a:lnTo>
                <a:lnTo>
                  <a:pt x="208" y="1745"/>
                </a:lnTo>
                <a:lnTo>
                  <a:pt x="220" y="1755"/>
                </a:lnTo>
                <a:lnTo>
                  <a:pt x="234" y="1765"/>
                </a:lnTo>
                <a:lnTo>
                  <a:pt x="249" y="1774"/>
                </a:lnTo>
                <a:lnTo>
                  <a:pt x="264" y="1783"/>
                </a:lnTo>
                <a:lnTo>
                  <a:pt x="279" y="1792"/>
                </a:lnTo>
                <a:lnTo>
                  <a:pt x="295" y="1799"/>
                </a:lnTo>
                <a:lnTo>
                  <a:pt x="311" y="1806"/>
                </a:lnTo>
                <a:lnTo>
                  <a:pt x="329" y="1814"/>
                </a:lnTo>
                <a:lnTo>
                  <a:pt x="346" y="1819"/>
                </a:lnTo>
                <a:lnTo>
                  <a:pt x="365" y="1824"/>
                </a:lnTo>
                <a:lnTo>
                  <a:pt x="384" y="1829"/>
                </a:lnTo>
                <a:lnTo>
                  <a:pt x="404" y="1832"/>
                </a:lnTo>
                <a:lnTo>
                  <a:pt x="423" y="1834"/>
                </a:lnTo>
                <a:lnTo>
                  <a:pt x="444" y="1836"/>
                </a:lnTo>
                <a:lnTo>
                  <a:pt x="465" y="1836"/>
                </a:lnTo>
                <a:lnTo>
                  <a:pt x="484" y="1835"/>
                </a:lnTo>
                <a:lnTo>
                  <a:pt x="503" y="1834"/>
                </a:lnTo>
                <a:lnTo>
                  <a:pt x="523" y="1831"/>
                </a:lnTo>
                <a:lnTo>
                  <a:pt x="542" y="1827"/>
                </a:lnTo>
                <a:lnTo>
                  <a:pt x="562" y="1821"/>
                </a:lnTo>
                <a:lnTo>
                  <a:pt x="583" y="1816"/>
                </a:lnTo>
                <a:lnTo>
                  <a:pt x="602" y="1808"/>
                </a:lnTo>
                <a:lnTo>
                  <a:pt x="623" y="1801"/>
                </a:lnTo>
                <a:lnTo>
                  <a:pt x="642" y="1791"/>
                </a:lnTo>
                <a:lnTo>
                  <a:pt x="662" y="1781"/>
                </a:lnTo>
                <a:lnTo>
                  <a:pt x="681" y="1770"/>
                </a:lnTo>
                <a:lnTo>
                  <a:pt x="700" y="1759"/>
                </a:lnTo>
                <a:lnTo>
                  <a:pt x="719" y="1746"/>
                </a:lnTo>
                <a:lnTo>
                  <a:pt x="738" y="1733"/>
                </a:lnTo>
                <a:lnTo>
                  <a:pt x="755" y="1720"/>
                </a:lnTo>
                <a:lnTo>
                  <a:pt x="772" y="1706"/>
                </a:lnTo>
                <a:lnTo>
                  <a:pt x="790" y="1691"/>
                </a:lnTo>
                <a:lnTo>
                  <a:pt x="806" y="1676"/>
                </a:lnTo>
                <a:lnTo>
                  <a:pt x="821" y="1661"/>
                </a:lnTo>
                <a:lnTo>
                  <a:pt x="835" y="1644"/>
                </a:lnTo>
                <a:lnTo>
                  <a:pt x="849" y="1628"/>
                </a:lnTo>
                <a:lnTo>
                  <a:pt x="862" y="1611"/>
                </a:lnTo>
                <a:lnTo>
                  <a:pt x="874" y="1593"/>
                </a:lnTo>
                <a:lnTo>
                  <a:pt x="885" y="1576"/>
                </a:lnTo>
                <a:lnTo>
                  <a:pt x="896" y="1558"/>
                </a:lnTo>
                <a:lnTo>
                  <a:pt x="905" y="1540"/>
                </a:lnTo>
                <a:lnTo>
                  <a:pt x="912" y="1523"/>
                </a:lnTo>
                <a:lnTo>
                  <a:pt x="919" y="1504"/>
                </a:lnTo>
                <a:lnTo>
                  <a:pt x="923" y="1487"/>
                </a:lnTo>
                <a:lnTo>
                  <a:pt x="927" y="1468"/>
                </a:lnTo>
                <a:lnTo>
                  <a:pt x="930" y="1450"/>
                </a:lnTo>
                <a:lnTo>
                  <a:pt x="930" y="1433"/>
                </a:lnTo>
                <a:lnTo>
                  <a:pt x="930" y="1393"/>
                </a:lnTo>
                <a:lnTo>
                  <a:pt x="930" y="1367"/>
                </a:lnTo>
                <a:lnTo>
                  <a:pt x="927" y="1351"/>
                </a:lnTo>
                <a:lnTo>
                  <a:pt x="925" y="1340"/>
                </a:lnTo>
                <a:lnTo>
                  <a:pt x="923" y="1331"/>
                </a:lnTo>
                <a:lnTo>
                  <a:pt x="919" y="1319"/>
                </a:lnTo>
                <a:lnTo>
                  <a:pt x="912" y="1301"/>
                </a:lnTo>
                <a:lnTo>
                  <a:pt x="906" y="1273"/>
                </a:lnTo>
                <a:lnTo>
                  <a:pt x="923" y="1269"/>
                </a:lnTo>
                <a:lnTo>
                  <a:pt x="940" y="1262"/>
                </a:lnTo>
                <a:lnTo>
                  <a:pt x="958" y="1255"/>
                </a:lnTo>
                <a:lnTo>
                  <a:pt x="976" y="1247"/>
                </a:lnTo>
                <a:lnTo>
                  <a:pt x="996" y="1237"/>
                </a:lnTo>
                <a:lnTo>
                  <a:pt x="1014" y="1226"/>
                </a:lnTo>
                <a:lnTo>
                  <a:pt x="1034" y="1214"/>
                </a:lnTo>
                <a:lnTo>
                  <a:pt x="1053" y="1201"/>
                </a:lnTo>
                <a:lnTo>
                  <a:pt x="1094" y="1174"/>
                </a:lnTo>
                <a:lnTo>
                  <a:pt x="1136" y="1144"/>
                </a:lnTo>
                <a:lnTo>
                  <a:pt x="1178" y="1111"/>
                </a:lnTo>
                <a:lnTo>
                  <a:pt x="1220" y="1078"/>
                </a:lnTo>
                <a:lnTo>
                  <a:pt x="1307" y="1008"/>
                </a:lnTo>
                <a:lnTo>
                  <a:pt x="1392" y="941"/>
                </a:lnTo>
                <a:lnTo>
                  <a:pt x="1434" y="909"/>
                </a:lnTo>
                <a:lnTo>
                  <a:pt x="1475" y="880"/>
                </a:lnTo>
                <a:lnTo>
                  <a:pt x="1496" y="867"/>
                </a:lnTo>
                <a:lnTo>
                  <a:pt x="1515" y="854"/>
                </a:lnTo>
                <a:lnTo>
                  <a:pt x="1535" y="843"/>
                </a:lnTo>
                <a:lnTo>
                  <a:pt x="1554" y="832"/>
                </a:lnTo>
                <a:lnTo>
                  <a:pt x="1563" y="846"/>
                </a:lnTo>
                <a:lnTo>
                  <a:pt x="1572" y="860"/>
                </a:lnTo>
                <a:lnTo>
                  <a:pt x="1584" y="874"/>
                </a:lnTo>
                <a:lnTo>
                  <a:pt x="1595" y="885"/>
                </a:lnTo>
                <a:lnTo>
                  <a:pt x="1609" y="897"/>
                </a:lnTo>
                <a:lnTo>
                  <a:pt x="1623" y="909"/>
                </a:lnTo>
                <a:lnTo>
                  <a:pt x="1638" y="919"/>
                </a:lnTo>
                <a:lnTo>
                  <a:pt x="1654" y="930"/>
                </a:lnTo>
                <a:lnTo>
                  <a:pt x="1671" y="939"/>
                </a:lnTo>
                <a:lnTo>
                  <a:pt x="1689" y="947"/>
                </a:lnTo>
                <a:lnTo>
                  <a:pt x="1707" y="954"/>
                </a:lnTo>
                <a:lnTo>
                  <a:pt x="1726" y="961"/>
                </a:lnTo>
                <a:lnTo>
                  <a:pt x="1745" y="967"/>
                </a:lnTo>
                <a:lnTo>
                  <a:pt x="1766" y="972"/>
                </a:lnTo>
                <a:lnTo>
                  <a:pt x="1785" y="976"/>
                </a:lnTo>
                <a:lnTo>
                  <a:pt x="1807" y="979"/>
                </a:lnTo>
                <a:lnTo>
                  <a:pt x="1828" y="981"/>
                </a:lnTo>
                <a:lnTo>
                  <a:pt x="1849" y="982"/>
                </a:lnTo>
                <a:lnTo>
                  <a:pt x="1870" y="982"/>
                </a:lnTo>
                <a:lnTo>
                  <a:pt x="1892" y="981"/>
                </a:lnTo>
                <a:lnTo>
                  <a:pt x="1913" y="980"/>
                </a:lnTo>
                <a:lnTo>
                  <a:pt x="1934" y="977"/>
                </a:lnTo>
                <a:lnTo>
                  <a:pt x="1956" y="972"/>
                </a:lnTo>
                <a:lnTo>
                  <a:pt x="1976" y="967"/>
                </a:lnTo>
                <a:lnTo>
                  <a:pt x="1997" y="960"/>
                </a:lnTo>
                <a:lnTo>
                  <a:pt x="2017" y="953"/>
                </a:lnTo>
                <a:lnTo>
                  <a:pt x="2037" y="943"/>
                </a:lnTo>
                <a:lnTo>
                  <a:pt x="2056" y="933"/>
                </a:lnTo>
                <a:lnTo>
                  <a:pt x="2075" y="921"/>
                </a:lnTo>
                <a:lnTo>
                  <a:pt x="2092" y="908"/>
                </a:lnTo>
                <a:lnTo>
                  <a:pt x="2110" y="894"/>
                </a:lnTo>
                <a:lnTo>
                  <a:pt x="2127" y="879"/>
                </a:lnTo>
                <a:lnTo>
                  <a:pt x="2136" y="868"/>
                </a:lnTo>
                <a:lnTo>
                  <a:pt x="2145" y="857"/>
                </a:lnTo>
                <a:lnTo>
                  <a:pt x="2153" y="846"/>
                </a:lnTo>
                <a:lnTo>
                  <a:pt x="2161" y="836"/>
                </a:lnTo>
                <a:lnTo>
                  <a:pt x="2168" y="824"/>
                </a:lnTo>
                <a:lnTo>
                  <a:pt x="2175" y="812"/>
                </a:lnTo>
                <a:lnTo>
                  <a:pt x="2180" y="799"/>
                </a:lnTo>
                <a:lnTo>
                  <a:pt x="2185" y="786"/>
                </a:lnTo>
                <a:lnTo>
                  <a:pt x="2195" y="760"/>
                </a:lnTo>
                <a:lnTo>
                  <a:pt x="2203" y="732"/>
                </a:lnTo>
                <a:lnTo>
                  <a:pt x="2208" y="705"/>
                </a:lnTo>
                <a:lnTo>
                  <a:pt x="2211" y="677"/>
                </a:lnTo>
                <a:lnTo>
                  <a:pt x="2214" y="650"/>
                </a:lnTo>
                <a:lnTo>
                  <a:pt x="2215" y="622"/>
                </a:lnTo>
                <a:lnTo>
                  <a:pt x="2214" y="596"/>
                </a:lnTo>
                <a:lnTo>
                  <a:pt x="2210" y="570"/>
                </a:lnTo>
                <a:lnTo>
                  <a:pt x="2207" y="545"/>
                </a:lnTo>
                <a:lnTo>
                  <a:pt x="2202" y="521"/>
                </a:lnTo>
                <a:lnTo>
                  <a:pt x="2196" y="499"/>
                </a:lnTo>
                <a:lnTo>
                  <a:pt x="2189" y="478"/>
                </a:lnTo>
                <a:lnTo>
                  <a:pt x="2183" y="465"/>
                </a:lnTo>
                <a:lnTo>
                  <a:pt x="2177" y="455"/>
                </a:lnTo>
                <a:lnTo>
                  <a:pt x="2172" y="449"/>
                </a:lnTo>
                <a:lnTo>
                  <a:pt x="2169" y="446"/>
                </a:lnTo>
                <a:lnTo>
                  <a:pt x="2165" y="441"/>
                </a:lnTo>
                <a:lnTo>
                  <a:pt x="2161" y="439"/>
                </a:lnTo>
                <a:lnTo>
                  <a:pt x="2156" y="437"/>
                </a:lnTo>
                <a:lnTo>
                  <a:pt x="2151" y="435"/>
                </a:lnTo>
                <a:lnTo>
                  <a:pt x="2145" y="434"/>
                </a:lnTo>
                <a:lnTo>
                  <a:pt x="2140" y="434"/>
                </a:lnTo>
                <a:lnTo>
                  <a:pt x="2134" y="434"/>
                </a:lnTo>
                <a:lnTo>
                  <a:pt x="2128" y="434"/>
                </a:lnTo>
                <a:lnTo>
                  <a:pt x="2121" y="436"/>
                </a:lnTo>
                <a:lnTo>
                  <a:pt x="2115" y="437"/>
                </a:lnTo>
                <a:lnTo>
                  <a:pt x="2110" y="440"/>
                </a:lnTo>
                <a:lnTo>
                  <a:pt x="2098" y="448"/>
                </a:lnTo>
                <a:lnTo>
                  <a:pt x="2085" y="456"/>
                </a:lnTo>
                <a:lnTo>
                  <a:pt x="2076" y="460"/>
                </a:lnTo>
                <a:lnTo>
                  <a:pt x="2028" y="487"/>
                </a:lnTo>
                <a:lnTo>
                  <a:pt x="1983" y="511"/>
                </a:lnTo>
                <a:lnTo>
                  <a:pt x="1961" y="521"/>
                </a:lnTo>
                <a:lnTo>
                  <a:pt x="1939" y="531"/>
                </a:lnTo>
                <a:lnTo>
                  <a:pt x="1918" y="539"/>
                </a:lnTo>
                <a:lnTo>
                  <a:pt x="1896" y="546"/>
                </a:lnTo>
                <a:lnTo>
                  <a:pt x="1875" y="551"/>
                </a:lnTo>
                <a:lnTo>
                  <a:pt x="1854" y="557"/>
                </a:lnTo>
                <a:lnTo>
                  <a:pt x="1832" y="559"/>
                </a:lnTo>
                <a:lnTo>
                  <a:pt x="1809" y="561"/>
                </a:lnTo>
                <a:lnTo>
                  <a:pt x="1786" y="561"/>
                </a:lnTo>
                <a:lnTo>
                  <a:pt x="1763" y="559"/>
                </a:lnTo>
                <a:lnTo>
                  <a:pt x="1739" y="555"/>
                </a:lnTo>
                <a:lnTo>
                  <a:pt x="1714" y="550"/>
                </a:lnTo>
                <a:lnTo>
                  <a:pt x="1715" y="534"/>
                </a:lnTo>
                <a:lnTo>
                  <a:pt x="1717" y="517"/>
                </a:lnTo>
                <a:lnTo>
                  <a:pt x="1721" y="502"/>
                </a:lnTo>
                <a:lnTo>
                  <a:pt x="1728" y="487"/>
                </a:lnTo>
                <a:lnTo>
                  <a:pt x="1734" y="473"/>
                </a:lnTo>
                <a:lnTo>
                  <a:pt x="1743" y="460"/>
                </a:lnTo>
                <a:lnTo>
                  <a:pt x="1753" y="448"/>
                </a:lnTo>
                <a:lnTo>
                  <a:pt x="1763" y="435"/>
                </a:lnTo>
                <a:lnTo>
                  <a:pt x="1774" y="424"/>
                </a:lnTo>
                <a:lnTo>
                  <a:pt x="1786" y="413"/>
                </a:lnTo>
                <a:lnTo>
                  <a:pt x="1798" y="402"/>
                </a:lnTo>
                <a:lnTo>
                  <a:pt x="1811" y="393"/>
                </a:lnTo>
                <a:lnTo>
                  <a:pt x="1840" y="375"/>
                </a:lnTo>
                <a:lnTo>
                  <a:pt x="1868" y="359"/>
                </a:lnTo>
                <a:lnTo>
                  <a:pt x="1923" y="331"/>
                </a:lnTo>
                <a:lnTo>
                  <a:pt x="1972" y="308"/>
                </a:lnTo>
                <a:lnTo>
                  <a:pt x="1991" y="297"/>
                </a:lnTo>
                <a:lnTo>
                  <a:pt x="2007" y="287"/>
                </a:lnTo>
                <a:lnTo>
                  <a:pt x="2012" y="283"/>
                </a:lnTo>
                <a:lnTo>
                  <a:pt x="2015" y="278"/>
                </a:lnTo>
                <a:lnTo>
                  <a:pt x="2018" y="273"/>
                </a:lnTo>
                <a:lnTo>
                  <a:pt x="2020" y="269"/>
                </a:lnTo>
                <a:lnTo>
                  <a:pt x="2018" y="257"/>
                </a:lnTo>
                <a:lnTo>
                  <a:pt x="2017" y="246"/>
                </a:lnTo>
                <a:lnTo>
                  <a:pt x="2015" y="234"/>
                </a:lnTo>
                <a:lnTo>
                  <a:pt x="2012" y="222"/>
                </a:lnTo>
                <a:lnTo>
                  <a:pt x="2009" y="210"/>
                </a:lnTo>
                <a:lnTo>
                  <a:pt x="2004" y="199"/>
                </a:lnTo>
                <a:lnTo>
                  <a:pt x="1999" y="187"/>
                </a:lnTo>
                <a:lnTo>
                  <a:pt x="1994" y="176"/>
                </a:lnTo>
                <a:lnTo>
                  <a:pt x="1987" y="164"/>
                </a:lnTo>
                <a:lnTo>
                  <a:pt x="1979" y="153"/>
                </a:lnTo>
                <a:lnTo>
                  <a:pt x="1972" y="141"/>
                </a:lnTo>
                <a:lnTo>
                  <a:pt x="1964" y="130"/>
                </a:lnTo>
                <a:lnTo>
                  <a:pt x="1946" y="109"/>
                </a:lnTo>
                <a:lnTo>
                  <a:pt x="1926" y="89"/>
                </a:lnTo>
                <a:lnTo>
                  <a:pt x="1906" y="70"/>
                </a:lnTo>
                <a:lnTo>
                  <a:pt x="1883" y="53"/>
                </a:lnTo>
                <a:lnTo>
                  <a:pt x="1872" y="45"/>
                </a:lnTo>
                <a:lnTo>
                  <a:pt x="1860" y="38"/>
                </a:lnTo>
                <a:lnTo>
                  <a:pt x="1848" y="30"/>
                </a:lnTo>
                <a:lnTo>
                  <a:pt x="1836" y="25"/>
                </a:lnTo>
                <a:lnTo>
                  <a:pt x="1823" y="19"/>
                </a:lnTo>
                <a:lnTo>
                  <a:pt x="1811" y="14"/>
                </a:lnTo>
                <a:lnTo>
                  <a:pt x="1799" y="9"/>
                </a:lnTo>
                <a:lnTo>
                  <a:pt x="1786" y="6"/>
                </a:lnTo>
                <a:lnTo>
                  <a:pt x="1774" y="3"/>
                </a:lnTo>
                <a:lnTo>
                  <a:pt x="1761" y="1"/>
                </a:lnTo>
                <a:lnTo>
                  <a:pt x="1749" y="0"/>
                </a:lnTo>
                <a:lnTo>
                  <a:pt x="1738" y="0"/>
                </a:lnTo>
                <a:lnTo>
                  <a:pt x="1710" y="0"/>
                </a:lnTo>
                <a:lnTo>
                  <a:pt x="1686" y="0"/>
                </a:lnTo>
                <a:lnTo>
                  <a:pt x="1662" y="1"/>
                </a:lnTo>
                <a:lnTo>
                  <a:pt x="1640" y="3"/>
                </a:lnTo>
                <a:lnTo>
                  <a:pt x="1619" y="5"/>
                </a:lnTo>
                <a:lnTo>
                  <a:pt x="1599" y="8"/>
                </a:lnTo>
                <a:lnTo>
                  <a:pt x="1580" y="13"/>
                </a:lnTo>
                <a:lnTo>
                  <a:pt x="1562" y="18"/>
                </a:lnTo>
                <a:lnTo>
                  <a:pt x="1543" y="26"/>
                </a:lnTo>
                <a:lnTo>
                  <a:pt x="1526" y="33"/>
                </a:lnTo>
                <a:lnTo>
                  <a:pt x="1508" y="44"/>
                </a:lnTo>
                <a:lnTo>
                  <a:pt x="1490" y="56"/>
                </a:lnTo>
                <a:lnTo>
                  <a:pt x="1471" y="70"/>
                </a:lnTo>
                <a:lnTo>
                  <a:pt x="1452" y="85"/>
                </a:lnTo>
                <a:lnTo>
                  <a:pt x="1432" y="104"/>
                </a:lnTo>
                <a:lnTo>
                  <a:pt x="1410" y="125"/>
                </a:lnTo>
                <a:lnTo>
                  <a:pt x="1398" y="136"/>
                </a:lnTo>
                <a:lnTo>
                  <a:pt x="1387" y="149"/>
                </a:lnTo>
                <a:lnTo>
                  <a:pt x="1376" y="163"/>
                </a:lnTo>
                <a:lnTo>
                  <a:pt x="1366" y="176"/>
                </a:lnTo>
                <a:lnTo>
                  <a:pt x="1356" y="190"/>
                </a:lnTo>
                <a:lnTo>
                  <a:pt x="1346" y="205"/>
                </a:lnTo>
                <a:lnTo>
                  <a:pt x="1337" y="220"/>
                </a:lnTo>
                <a:lnTo>
                  <a:pt x="1330" y="236"/>
                </a:lnTo>
                <a:lnTo>
                  <a:pt x="1322" y="253"/>
                </a:lnTo>
                <a:lnTo>
                  <a:pt x="1316" y="271"/>
                </a:lnTo>
                <a:lnTo>
                  <a:pt x="1310" y="288"/>
                </a:lnTo>
                <a:lnTo>
                  <a:pt x="1306" y="308"/>
                </a:lnTo>
                <a:lnTo>
                  <a:pt x="1302" y="328"/>
                </a:lnTo>
                <a:lnTo>
                  <a:pt x="1299" y="348"/>
                </a:lnTo>
                <a:lnTo>
                  <a:pt x="1297" y="369"/>
                </a:lnTo>
                <a:lnTo>
                  <a:pt x="1297" y="392"/>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cs typeface="+mn-ea"/>
              <a:sym typeface="+mn-lt"/>
            </a:endParaRPr>
          </a:p>
        </p:txBody>
      </p:sp>
      <p:sp>
        <p:nvSpPr>
          <p:cNvPr id="25" name="Freeform 26"/>
          <p:cNvSpPr>
            <a:spLocks noEditPoints="1"/>
          </p:cNvSpPr>
          <p:nvPr/>
        </p:nvSpPr>
        <p:spPr bwMode="auto">
          <a:xfrm>
            <a:off x="1514270" y="3643228"/>
            <a:ext cx="938998" cy="615147"/>
          </a:xfrm>
          <a:custGeom>
            <a:avLst/>
            <a:gdLst>
              <a:gd name="T0" fmla="*/ 650 w 2193"/>
              <a:gd name="T1" fmla="*/ 912 h 1439"/>
              <a:gd name="T2" fmla="*/ 894 w 2193"/>
              <a:gd name="T3" fmla="*/ 915 h 1439"/>
              <a:gd name="T4" fmla="*/ 696 w 2193"/>
              <a:gd name="T5" fmla="*/ 1284 h 1439"/>
              <a:gd name="T6" fmla="*/ 557 w 2193"/>
              <a:gd name="T7" fmla="*/ 1154 h 1439"/>
              <a:gd name="T8" fmla="*/ 528 w 2193"/>
              <a:gd name="T9" fmla="*/ 983 h 1439"/>
              <a:gd name="T10" fmla="*/ 486 w 2193"/>
              <a:gd name="T11" fmla="*/ 921 h 1439"/>
              <a:gd name="T12" fmla="*/ 240 w 2193"/>
              <a:gd name="T13" fmla="*/ 838 h 1439"/>
              <a:gd name="T14" fmla="*/ 92 w 2193"/>
              <a:gd name="T15" fmla="*/ 643 h 1439"/>
              <a:gd name="T16" fmla="*/ 134 w 2193"/>
              <a:gd name="T17" fmla="*/ 434 h 1439"/>
              <a:gd name="T18" fmla="*/ 359 w 2193"/>
              <a:gd name="T19" fmla="*/ 275 h 1439"/>
              <a:gd name="T20" fmla="*/ 625 w 2193"/>
              <a:gd name="T21" fmla="*/ 222 h 1439"/>
              <a:gd name="T22" fmla="*/ 844 w 2193"/>
              <a:gd name="T23" fmla="*/ 260 h 1439"/>
              <a:gd name="T24" fmla="*/ 952 w 2193"/>
              <a:gd name="T25" fmla="*/ 195 h 1439"/>
              <a:gd name="T26" fmla="*/ 1167 w 2193"/>
              <a:gd name="T27" fmla="*/ 100 h 1439"/>
              <a:gd name="T28" fmla="*/ 1420 w 2193"/>
              <a:gd name="T29" fmla="*/ 101 h 1439"/>
              <a:gd name="T30" fmla="*/ 1632 w 2193"/>
              <a:gd name="T31" fmla="*/ 202 h 1439"/>
              <a:gd name="T32" fmla="*/ 1704 w 2193"/>
              <a:gd name="T33" fmla="*/ 325 h 1439"/>
              <a:gd name="T34" fmla="*/ 1852 w 2193"/>
              <a:gd name="T35" fmla="*/ 388 h 1439"/>
              <a:gd name="T36" fmla="*/ 2048 w 2193"/>
              <a:gd name="T37" fmla="*/ 517 h 1439"/>
              <a:gd name="T38" fmla="*/ 2105 w 2193"/>
              <a:gd name="T39" fmla="*/ 697 h 1439"/>
              <a:gd name="T40" fmla="*/ 2025 w 2193"/>
              <a:gd name="T41" fmla="*/ 883 h 1439"/>
              <a:gd name="T42" fmla="*/ 1863 w 2193"/>
              <a:gd name="T43" fmla="*/ 995 h 1439"/>
              <a:gd name="T44" fmla="*/ 1587 w 2193"/>
              <a:gd name="T45" fmla="*/ 1037 h 1439"/>
              <a:gd name="T46" fmla="*/ 1516 w 2193"/>
              <a:gd name="T47" fmla="*/ 1138 h 1439"/>
              <a:gd name="T48" fmla="*/ 1399 w 2193"/>
              <a:gd name="T49" fmla="*/ 1275 h 1439"/>
              <a:gd name="T50" fmla="*/ 1258 w 2193"/>
              <a:gd name="T51" fmla="*/ 1277 h 1439"/>
              <a:gd name="T52" fmla="*/ 1248 w 2193"/>
              <a:gd name="T53" fmla="*/ 1017 h 1439"/>
              <a:gd name="T54" fmla="*/ 1411 w 2193"/>
              <a:gd name="T55" fmla="*/ 922 h 1439"/>
              <a:gd name="T56" fmla="*/ 1580 w 2193"/>
              <a:gd name="T57" fmla="*/ 850 h 1439"/>
              <a:gd name="T58" fmla="*/ 1409 w 2193"/>
              <a:gd name="T59" fmla="*/ 688 h 1439"/>
              <a:gd name="T60" fmla="*/ 1138 w 2193"/>
              <a:gd name="T61" fmla="*/ 407 h 1439"/>
              <a:gd name="T62" fmla="*/ 1010 w 2193"/>
              <a:gd name="T63" fmla="*/ 451 h 1439"/>
              <a:gd name="T64" fmla="*/ 662 w 2193"/>
              <a:gd name="T65" fmla="*/ 774 h 1439"/>
              <a:gd name="T66" fmla="*/ 2 w 2193"/>
              <a:gd name="T67" fmla="*/ 537 h 1439"/>
              <a:gd name="T68" fmla="*/ 101 w 2193"/>
              <a:gd name="T69" fmla="*/ 338 h 1439"/>
              <a:gd name="T70" fmla="*/ 312 w 2193"/>
              <a:gd name="T71" fmla="*/ 199 h 1439"/>
              <a:gd name="T72" fmla="*/ 509 w 2193"/>
              <a:gd name="T73" fmla="*/ 145 h 1439"/>
              <a:gd name="T74" fmla="*/ 870 w 2193"/>
              <a:gd name="T75" fmla="*/ 154 h 1439"/>
              <a:gd name="T76" fmla="*/ 1118 w 2193"/>
              <a:gd name="T77" fmla="*/ 22 h 1439"/>
              <a:gd name="T78" fmla="*/ 1461 w 2193"/>
              <a:gd name="T79" fmla="*/ 20 h 1439"/>
              <a:gd name="T80" fmla="*/ 1746 w 2193"/>
              <a:gd name="T81" fmla="*/ 210 h 1439"/>
              <a:gd name="T82" fmla="*/ 1847 w 2193"/>
              <a:gd name="T83" fmla="*/ 294 h 1439"/>
              <a:gd name="T84" fmla="*/ 2108 w 2193"/>
              <a:gd name="T85" fmla="*/ 459 h 1439"/>
              <a:gd name="T86" fmla="*/ 2187 w 2193"/>
              <a:gd name="T87" fmla="*/ 741 h 1439"/>
              <a:gd name="T88" fmla="*/ 2037 w 2193"/>
              <a:gd name="T89" fmla="*/ 988 h 1439"/>
              <a:gd name="T90" fmla="*/ 1771 w 2193"/>
              <a:gd name="T91" fmla="*/ 1105 h 1439"/>
              <a:gd name="T92" fmla="*/ 1618 w 2193"/>
              <a:gd name="T93" fmla="*/ 1142 h 1439"/>
              <a:gd name="T94" fmla="*/ 1483 w 2193"/>
              <a:gd name="T95" fmla="*/ 1315 h 1439"/>
              <a:gd name="T96" fmla="*/ 1248 w 2193"/>
              <a:gd name="T97" fmla="*/ 1420 h 1439"/>
              <a:gd name="T98" fmla="*/ 1177 w 2193"/>
              <a:gd name="T99" fmla="*/ 1403 h 1439"/>
              <a:gd name="T100" fmla="*/ 1159 w 2193"/>
              <a:gd name="T101" fmla="*/ 907 h 1439"/>
              <a:gd name="T102" fmla="*/ 1205 w 2193"/>
              <a:gd name="T103" fmla="*/ 822 h 1439"/>
              <a:gd name="T104" fmla="*/ 1427 w 2193"/>
              <a:gd name="T105" fmla="*/ 815 h 1439"/>
              <a:gd name="T106" fmla="*/ 978 w 2193"/>
              <a:gd name="T107" fmla="*/ 581 h 1439"/>
              <a:gd name="T108" fmla="*/ 746 w 2193"/>
              <a:gd name="T109" fmla="*/ 805 h 1439"/>
              <a:gd name="T110" fmla="*/ 959 w 2193"/>
              <a:gd name="T111" fmla="*/ 831 h 1439"/>
              <a:gd name="T112" fmla="*/ 1008 w 2193"/>
              <a:gd name="T113" fmla="*/ 912 h 1439"/>
              <a:gd name="T114" fmla="*/ 966 w 2193"/>
              <a:gd name="T115" fmla="*/ 1433 h 1439"/>
              <a:gd name="T116" fmla="*/ 746 w 2193"/>
              <a:gd name="T117" fmla="*/ 1404 h 1439"/>
              <a:gd name="T118" fmla="*/ 502 w 2193"/>
              <a:gd name="T119" fmla="*/ 1223 h 1439"/>
              <a:gd name="T120" fmla="*/ 369 w 2193"/>
              <a:gd name="T121" fmla="*/ 987 h 1439"/>
              <a:gd name="T122" fmla="*/ 185 w 2193"/>
              <a:gd name="T123" fmla="*/ 910 h 1439"/>
              <a:gd name="T124" fmla="*/ 51 w 2193"/>
              <a:gd name="T125" fmla="*/ 761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3" h="1439">
                <a:moveTo>
                  <a:pt x="612" y="870"/>
                </a:moveTo>
                <a:lnTo>
                  <a:pt x="613" y="882"/>
                </a:lnTo>
                <a:lnTo>
                  <a:pt x="615" y="890"/>
                </a:lnTo>
                <a:lnTo>
                  <a:pt x="616" y="895"/>
                </a:lnTo>
                <a:lnTo>
                  <a:pt x="618" y="898"/>
                </a:lnTo>
                <a:lnTo>
                  <a:pt x="621" y="901"/>
                </a:lnTo>
                <a:lnTo>
                  <a:pt x="624" y="903"/>
                </a:lnTo>
                <a:lnTo>
                  <a:pt x="631" y="908"/>
                </a:lnTo>
                <a:lnTo>
                  <a:pt x="640" y="911"/>
                </a:lnTo>
                <a:lnTo>
                  <a:pt x="650" y="912"/>
                </a:lnTo>
                <a:lnTo>
                  <a:pt x="662" y="913"/>
                </a:lnTo>
                <a:lnTo>
                  <a:pt x="692" y="912"/>
                </a:lnTo>
                <a:lnTo>
                  <a:pt x="730" y="910"/>
                </a:lnTo>
                <a:lnTo>
                  <a:pt x="777" y="908"/>
                </a:lnTo>
                <a:lnTo>
                  <a:pt x="832" y="907"/>
                </a:lnTo>
                <a:lnTo>
                  <a:pt x="846" y="907"/>
                </a:lnTo>
                <a:lnTo>
                  <a:pt x="858" y="908"/>
                </a:lnTo>
                <a:lnTo>
                  <a:pt x="868" y="910"/>
                </a:lnTo>
                <a:lnTo>
                  <a:pt x="876" y="912"/>
                </a:lnTo>
                <a:lnTo>
                  <a:pt x="894" y="915"/>
                </a:lnTo>
                <a:lnTo>
                  <a:pt x="917" y="919"/>
                </a:lnTo>
                <a:lnTo>
                  <a:pt x="917" y="1347"/>
                </a:lnTo>
                <a:lnTo>
                  <a:pt x="889" y="1346"/>
                </a:lnTo>
                <a:lnTo>
                  <a:pt x="861" y="1343"/>
                </a:lnTo>
                <a:lnTo>
                  <a:pt x="833" y="1338"/>
                </a:lnTo>
                <a:lnTo>
                  <a:pt x="805" y="1331"/>
                </a:lnTo>
                <a:lnTo>
                  <a:pt x="777" y="1321"/>
                </a:lnTo>
                <a:lnTo>
                  <a:pt x="748" y="1312"/>
                </a:lnTo>
                <a:lnTo>
                  <a:pt x="722" y="1299"/>
                </a:lnTo>
                <a:lnTo>
                  <a:pt x="696" y="1284"/>
                </a:lnTo>
                <a:lnTo>
                  <a:pt x="671" y="1269"/>
                </a:lnTo>
                <a:lnTo>
                  <a:pt x="647" y="1253"/>
                </a:lnTo>
                <a:lnTo>
                  <a:pt x="626" y="1236"/>
                </a:lnTo>
                <a:lnTo>
                  <a:pt x="605" y="1216"/>
                </a:lnTo>
                <a:lnTo>
                  <a:pt x="596" y="1206"/>
                </a:lnTo>
                <a:lnTo>
                  <a:pt x="588" y="1197"/>
                </a:lnTo>
                <a:lnTo>
                  <a:pt x="579" y="1186"/>
                </a:lnTo>
                <a:lnTo>
                  <a:pt x="572" y="1176"/>
                </a:lnTo>
                <a:lnTo>
                  <a:pt x="564" y="1165"/>
                </a:lnTo>
                <a:lnTo>
                  <a:pt x="557" y="1154"/>
                </a:lnTo>
                <a:lnTo>
                  <a:pt x="552" y="1142"/>
                </a:lnTo>
                <a:lnTo>
                  <a:pt x="547" y="1131"/>
                </a:lnTo>
                <a:lnTo>
                  <a:pt x="541" y="1118"/>
                </a:lnTo>
                <a:lnTo>
                  <a:pt x="537" y="1105"/>
                </a:lnTo>
                <a:lnTo>
                  <a:pt x="535" y="1092"/>
                </a:lnTo>
                <a:lnTo>
                  <a:pt x="531" y="1079"/>
                </a:lnTo>
                <a:lnTo>
                  <a:pt x="529" y="1053"/>
                </a:lnTo>
                <a:lnTo>
                  <a:pt x="528" y="1028"/>
                </a:lnTo>
                <a:lnTo>
                  <a:pt x="528" y="1004"/>
                </a:lnTo>
                <a:lnTo>
                  <a:pt x="528" y="983"/>
                </a:lnTo>
                <a:lnTo>
                  <a:pt x="527" y="974"/>
                </a:lnTo>
                <a:lnTo>
                  <a:pt x="526" y="964"/>
                </a:lnTo>
                <a:lnTo>
                  <a:pt x="524" y="957"/>
                </a:lnTo>
                <a:lnTo>
                  <a:pt x="521" y="949"/>
                </a:lnTo>
                <a:lnTo>
                  <a:pt x="518" y="944"/>
                </a:lnTo>
                <a:lnTo>
                  <a:pt x="515" y="939"/>
                </a:lnTo>
                <a:lnTo>
                  <a:pt x="512" y="935"/>
                </a:lnTo>
                <a:lnTo>
                  <a:pt x="508" y="932"/>
                </a:lnTo>
                <a:lnTo>
                  <a:pt x="498" y="926"/>
                </a:lnTo>
                <a:lnTo>
                  <a:pt x="486" y="921"/>
                </a:lnTo>
                <a:lnTo>
                  <a:pt x="458" y="914"/>
                </a:lnTo>
                <a:lnTo>
                  <a:pt x="423" y="908"/>
                </a:lnTo>
                <a:lnTo>
                  <a:pt x="403" y="905"/>
                </a:lnTo>
                <a:lnTo>
                  <a:pt x="383" y="900"/>
                </a:lnTo>
                <a:lnTo>
                  <a:pt x="361" y="895"/>
                </a:lnTo>
                <a:lnTo>
                  <a:pt x="338" y="888"/>
                </a:lnTo>
                <a:lnTo>
                  <a:pt x="315" y="880"/>
                </a:lnTo>
                <a:lnTo>
                  <a:pt x="290" y="869"/>
                </a:lnTo>
                <a:lnTo>
                  <a:pt x="265" y="855"/>
                </a:lnTo>
                <a:lnTo>
                  <a:pt x="240" y="838"/>
                </a:lnTo>
                <a:lnTo>
                  <a:pt x="216" y="821"/>
                </a:lnTo>
                <a:lnTo>
                  <a:pt x="194" y="804"/>
                </a:lnTo>
                <a:lnTo>
                  <a:pt x="175" y="785"/>
                </a:lnTo>
                <a:lnTo>
                  <a:pt x="157" y="766"/>
                </a:lnTo>
                <a:lnTo>
                  <a:pt x="142" y="746"/>
                </a:lnTo>
                <a:lnTo>
                  <a:pt x="128" y="726"/>
                </a:lnTo>
                <a:lnTo>
                  <a:pt x="116" y="706"/>
                </a:lnTo>
                <a:lnTo>
                  <a:pt x="106" y="685"/>
                </a:lnTo>
                <a:lnTo>
                  <a:pt x="99" y="665"/>
                </a:lnTo>
                <a:lnTo>
                  <a:pt x="92" y="643"/>
                </a:lnTo>
                <a:lnTo>
                  <a:pt x="88" y="621"/>
                </a:lnTo>
                <a:lnTo>
                  <a:pt x="86" y="601"/>
                </a:lnTo>
                <a:lnTo>
                  <a:pt x="86" y="579"/>
                </a:lnTo>
                <a:lnTo>
                  <a:pt x="87" y="557"/>
                </a:lnTo>
                <a:lnTo>
                  <a:pt x="90" y="537"/>
                </a:lnTo>
                <a:lnTo>
                  <a:pt x="95" y="515"/>
                </a:lnTo>
                <a:lnTo>
                  <a:pt x="102" y="494"/>
                </a:lnTo>
                <a:lnTo>
                  <a:pt x="112" y="474"/>
                </a:lnTo>
                <a:lnTo>
                  <a:pt x="123" y="454"/>
                </a:lnTo>
                <a:lnTo>
                  <a:pt x="134" y="434"/>
                </a:lnTo>
                <a:lnTo>
                  <a:pt x="149" y="415"/>
                </a:lnTo>
                <a:lnTo>
                  <a:pt x="165" y="396"/>
                </a:lnTo>
                <a:lnTo>
                  <a:pt x="183" y="378"/>
                </a:lnTo>
                <a:lnTo>
                  <a:pt x="203" y="361"/>
                </a:lnTo>
                <a:lnTo>
                  <a:pt x="224" y="344"/>
                </a:lnTo>
                <a:lnTo>
                  <a:pt x="248" y="329"/>
                </a:lnTo>
                <a:lnTo>
                  <a:pt x="273" y="314"/>
                </a:lnTo>
                <a:lnTo>
                  <a:pt x="300" y="300"/>
                </a:lnTo>
                <a:lnTo>
                  <a:pt x="329" y="287"/>
                </a:lnTo>
                <a:lnTo>
                  <a:pt x="359" y="275"/>
                </a:lnTo>
                <a:lnTo>
                  <a:pt x="392" y="264"/>
                </a:lnTo>
                <a:lnTo>
                  <a:pt x="425" y="255"/>
                </a:lnTo>
                <a:lnTo>
                  <a:pt x="445" y="250"/>
                </a:lnTo>
                <a:lnTo>
                  <a:pt x="467" y="246"/>
                </a:lnTo>
                <a:lnTo>
                  <a:pt x="493" y="240"/>
                </a:lnTo>
                <a:lnTo>
                  <a:pt x="522" y="235"/>
                </a:lnTo>
                <a:lnTo>
                  <a:pt x="549" y="229"/>
                </a:lnTo>
                <a:lnTo>
                  <a:pt x="577" y="226"/>
                </a:lnTo>
                <a:lnTo>
                  <a:pt x="602" y="223"/>
                </a:lnTo>
                <a:lnTo>
                  <a:pt x="625" y="222"/>
                </a:lnTo>
                <a:lnTo>
                  <a:pt x="644" y="222"/>
                </a:lnTo>
                <a:lnTo>
                  <a:pt x="668" y="224"/>
                </a:lnTo>
                <a:lnTo>
                  <a:pt x="693" y="228"/>
                </a:lnTo>
                <a:lnTo>
                  <a:pt x="720" y="233"/>
                </a:lnTo>
                <a:lnTo>
                  <a:pt x="746" y="238"/>
                </a:lnTo>
                <a:lnTo>
                  <a:pt x="771" y="243"/>
                </a:lnTo>
                <a:lnTo>
                  <a:pt x="794" y="249"/>
                </a:lnTo>
                <a:lnTo>
                  <a:pt x="813" y="253"/>
                </a:lnTo>
                <a:lnTo>
                  <a:pt x="830" y="258"/>
                </a:lnTo>
                <a:lnTo>
                  <a:pt x="844" y="260"/>
                </a:lnTo>
                <a:lnTo>
                  <a:pt x="855" y="262"/>
                </a:lnTo>
                <a:lnTo>
                  <a:pt x="865" y="262"/>
                </a:lnTo>
                <a:lnTo>
                  <a:pt x="874" y="261"/>
                </a:lnTo>
                <a:lnTo>
                  <a:pt x="882" y="259"/>
                </a:lnTo>
                <a:lnTo>
                  <a:pt x="888" y="256"/>
                </a:lnTo>
                <a:lnTo>
                  <a:pt x="894" y="252"/>
                </a:lnTo>
                <a:lnTo>
                  <a:pt x="906" y="242"/>
                </a:lnTo>
                <a:lnTo>
                  <a:pt x="917" y="228"/>
                </a:lnTo>
                <a:lnTo>
                  <a:pt x="933" y="212"/>
                </a:lnTo>
                <a:lnTo>
                  <a:pt x="952" y="195"/>
                </a:lnTo>
                <a:lnTo>
                  <a:pt x="970" y="180"/>
                </a:lnTo>
                <a:lnTo>
                  <a:pt x="989" y="169"/>
                </a:lnTo>
                <a:lnTo>
                  <a:pt x="1009" y="157"/>
                </a:lnTo>
                <a:lnTo>
                  <a:pt x="1029" y="146"/>
                </a:lnTo>
                <a:lnTo>
                  <a:pt x="1051" y="136"/>
                </a:lnTo>
                <a:lnTo>
                  <a:pt x="1073" y="127"/>
                </a:lnTo>
                <a:lnTo>
                  <a:pt x="1095" y="119"/>
                </a:lnTo>
                <a:lnTo>
                  <a:pt x="1119" y="112"/>
                </a:lnTo>
                <a:lnTo>
                  <a:pt x="1143" y="106"/>
                </a:lnTo>
                <a:lnTo>
                  <a:pt x="1167" y="100"/>
                </a:lnTo>
                <a:lnTo>
                  <a:pt x="1192" y="97"/>
                </a:lnTo>
                <a:lnTo>
                  <a:pt x="1217" y="93"/>
                </a:lnTo>
                <a:lnTo>
                  <a:pt x="1243" y="90"/>
                </a:lnTo>
                <a:lnTo>
                  <a:pt x="1268" y="89"/>
                </a:lnTo>
                <a:lnTo>
                  <a:pt x="1294" y="89"/>
                </a:lnTo>
                <a:lnTo>
                  <a:pt x="1319" y="89"/>
                </a:lnTo>
                <a:lnTo>
                  <a:pt x="1345" y="90"/>
                </a:lnTo>
                <a:lnTo>
                  <a:pt x="1370" y="94"/>
                </a:lnTo>
                <a:lnTo>
                  <a:pt x="1395" y="97"/>
                </a:lnTo>
                <a:lnTo>
                  <a:pt x="1420" y="101"/>
                </a:lnTo>
                <a:lnTo>
                  <a:pt x="1443" y="107"/>
                </a:lnTo>
                <a:lnTo>
                  <a:pt x="1467" y="113"/>
                </a:lnTo>
                <a:lnTo>
                  <a:pt x="1491" y="121"/>
                </a:lnTo>
                <a:lnTo>
                  <a:pt x="1514" y="129"/>
                </a:lnTo>
                <a:lnTo>
                  <a:pt x="1536" y="139"/>
                </a:lnTo>
                <a:lnTo>
                  <a:pt x="1556" y="149"/>
                </a:lnTo>
                <a:lnTo>
                  <a:pt x="1577" y="161"/>
                </a:lnTo>
                <a:lnTo>
                  <a:pt x="1596" y="174"/>
                </a:lnTo>
                <a:lnTo>
                  <a:pt x="1615" y="187"/>
                </a:lnTo>
                <a:lnTo>
                  <a:pt x="1632" y="202"/>
                </a:lnTo>
                <a:lnTo>
                  <a:pt x="1648" y="217"/>
                </a:lnTo>
                <a:lnTo>
                  <a:pt x="1663" y="235"/>
                </a:lnTo>
                <a:lnTo>
                  <a:pt x="1672" y="246"/>
                </a:lnTo>
                <a:lnTo>
                  <a:pt x="1679" y="256"/>
                </a:lnTo>
                <a:lnTo>
                  <a:pt x="1684" y="266"/>
                </a:lnTo>
                <a:lnTo>
                  <a:pt x="1689" y="275"/>
                </a:lnTo>
                <a:lnTo>
                  <a:pt x="1694" y="290"/>
                </a:lnTo>
                <a:lnTo>
                  <a:pt x="1697" y="303"/>
                </a:lnTo>
                <a:lnTo>
                  <a:pt x="1699" y="314"/>
                </a:lnTo>
                <a:lnTo>
                  <a:pt x="1704" y="325"/>
                </a:lnTo>
                <a:lnTo>
                  <a:pt x="1707" y="329"/>
                </a:lnTo>
                <a:lnTo>
                  <a:pt x="1711" y="335"/>
                </a:lnTo>
                <a:lnTo>
                  <a:pt x="1717" y="340"/>
                </a:lnTo>
                <a:lnTo>
                  <a:pt x="1723" y="345"/>
                </a:lnTo>
                <a:lnTo>
                  <a:pt x="1732" y="350"/>
                </a:lnTo>
                <a:lnTo>
                  <a:pt x="1746" y="354"/>
                </a:lnTo>
                <a:lnTo>
                  <a:pt x="1763" y="361"/>
                </a:lnTo>
                <a:lnTo>
                  <a:pt x="1783" y="366"/>
                </a:lnTo>
                <a:lnTo>
                  <a:pt x="1823" y="378"/>
                </a:lnTo>
                <a:lnTo>
                  <a:pt x="1852" y="388"/>
                </a:lnTo>
                <a:lnTo>
                  <a:pt x="1878" y="396"/>
                </a:lnTo>
                <a:lnTo>
                  <a:pt x="1902" y="407"/>
                </a:lnTo>
                <a:lnTo>
                  <a:pt x="1926" y="418"/>
                </a:lnTo>
                <a:lnTo>
                  <a:pt x="1947" y="431"/>
                </a:lnTo>
                <a:lnTo>
                  <a:pt x="1967" y="443"/>
                </a:lnTo>
                <a:lnTo>
                  <a:pt x="1986" y="457"/>
                </a:lnTo>
                <a:lnTo>
                  <a:pt x="2004" y="471"/>
                </a:lnTo>
                <a:lnTo>
                  <a:pt x="2019" y="487"/>
                </a:lnTo>
                <a:lnTo>
                  <a:pt x="2035" y="502"/>
                </a:lnTo>
                <a:lnTo>
                  <a:pt x="2048" y="517"/>
                </a:lnTo>
                <a:lnTo>
                  <a:pt x="2059" y="534"/>
                </a:lnTo>
                <a:lnTo>
                  <a:pt x="2070" y="551"/>
                </a:lnTo>
                <a:lnTo>
                  <a:pt x="2079" y="568"/>
                </a:lnTo>
                <a:lnTo>
                  <a:pt x="2088" y="585"/>
                </a:lnTo>
                <a:lnTo>
                  <a:pt x="2094" y="604"/>
                </a:lnTo>
                <a:lnTo>
                  <a:pt x="2099" y="622"/>
                </a:lnTo>
                <a:lnTo>
                  <a:pt x="2103" y="641"/>
                </a:lnTo>
                <a:lnTo>
                  <a:pt x="2105" y="659"/>
                </a:lnTo>
                <a:lnTo>
                  <a:pt x="2106" y="678"/>
                </a:lnTo>
                <a:lnTo>
                  <a:pt x="2105" y="697"/>
                </a:lnTo>
                <a:lnTo>
                  <a:pt x="2104" y="716"/>
                </a:lnTo>
                <a:lnTo>
                  <a:pt x="2101" y="735"/>
                </a:lnTo>
                <a:lnTo>
                  <a:pt x="2095" y="754"/>
                </a:lnTo>
                <a:lnTo>
                  <a:pt x="2090" y="773"/>
                </a:lnTo>
                <a:lnTo>
                  <a:pt x="2082" y="792"/>
                </a:lnTo>
                <a:lnTo>
                  <a:pt x="2074" y="810"/>
                </a:lnTo>
                <a:lnTo>
                  <a:pt x="2064" y="829"/>
                </a:lnTo>
                <a:lnTo>
                  <a:pt x="2052" y="847"/>
                </a:lnTo>
                <a:lnTo>
                  <a:pt x="2039" y="864"/>
                </a:lnTo>
                <a:lnTo>
                  <a:pt x="2025" y="883"/>
                </a:lnTo>
                <a:lnTo>
                  <a:pt x="2008" y="899"/>
                </a:lnTo>
                <a:lnTo>
                  <a:pt x="1992" y="916"/>
                </a:lnTo>
                <a:lnTo>
                  <a:pt x="1977" y="929"/>
                </a:lnTo>
                <a:lnTo>
                  <a:pt x="1961" y="942"/>
                </a:lnTo>
                <a:lnTo>
                  <a:pt x="1945" y="953"/>
                </a:lnTo>
                <a:lnTo>
                  <a:pt x="1929" y="963"/>
                </a:lnTo>
                <a:lnTo>
                  <a:pt x="1913" y="973"/>
                </a:lnTo>
                <a:lnTo>
                  <a:pt x="1896" y="980"/>
                </a:lnTo>
                <a:lnTo>
                  <a:pt x="1879" y="988"/>
                </a:lnTo>
                <a:lnTo>
                  <a:pt x="1863" y="995"/>
                </a:lnTo>
                <a:lnTo>
                  <a:pt x="1847" y="1000"/>
                </a:lnTo>
                <a:lnTo>
                  <a:pt x="1830" y="1005"/>
                </a:lnTo>
                <a:lnTo>
                  <a:pt x="1813" y="1009"/>
                </a:lnTo>
                <a:lnTo>
                  <a:pt x="1797" y="1013"/>
                </a:lnTo>
                <a:lnTo>
                  <a:pt x="1764" y="1018"/>
                </a:lnTo>
                <a:lnTo>
                  <a:pt x="1734" y="1023"/>
                </a:lnTo>
                <a:lnTo>
                  <a:pt x="1676" y="1027"/>
                </a:lnTo>
                <a:lnTo>
                  <a:pt x="1626" y="1032"/>
                </a:lnTo>
                <a:lnTo>
                  <a:pt x="1605" y="1034"/>
                </a:lnTo>
                <a:lnTo>
                  <a:pt x="1587" y="1037"/>
                </a:lnTo>
                <a:lnTo>
                  <a:pt x="1579" y="1039"/>
                </a:lnTo>
                <a:lnTo>
                  <a:pt x="1573" y="1041"/>
                </a:lnTo>
                <a:lnTo>
                  <a:pt x="1566" y="1045"/>
                </a:lnTo>
                <a:lnTo>
                  <a:pt x="1562" y="1049"/>
                </a:lnTo>
                <a:lnTo>
                  <a:pt x="1557" y="1054"/>
                </a:lnTo>
                <a:lnTo>
                  <a:pt x="1552" y="1065"/>
                </a:lnTo>
                <a:lnTo>
                  <a:pt x="1545" y="1079"/>
                </a:lnTo>
                <a:lnTo>
                  <a:pt x="1538" y="1097"/>
                </a:lnTo>
                <a:lnTo>
                  <a:pt x="1528" y="1116"/>
                </a:lnTo>
                <a:lnTo>
                  <a:pt x="1516" y="1138"/>
                </a:lnTo>
                <a:lnTo>
                  <a:pt x="1503" y="1162"/>
                </a:lnTo>
                <a:lnTo>
                  <a:pt x="1487" y="1186"/>
                </a:lnTo>
                <a:lnTo>
                  <a:pt x="1478" y="1198"/>
                </a:lnTo>
                <a:lnTo>
                  <a:pt x="1469" y="1210"/>
                </a:lnTo>
                <a:lnTo>
                  <a:pt x="1460" y="1221"/>
                </a:lnTo>
                <a:lnTo>
                  <a:pt x="1449" y="1232"/>
                </a:lnTo>
                <a:lnTo>
                  <a:pt x="1437" y="1244"/>
                </a:lnTo>
                <a:lnTo>
                  <a:pt x="1425" y="1255"/>
                </a:lnTo>
                <a:lnTo>
                  <a:pt x="1413" y="1265"/>
                </a:lnTo>
                <a:lnTo>
                  <a:pt x="1399" y="1275"/>
                </a:lnTo>
                <a:lnTo>
                  <a:pt x="1385" y="1284"/>
                </a:lnTo>
                <a:lnTo>
                  <a:pt x="1370" y="1292"/>
                </a:lnTo>
                <a:lnTo>
                  <a:pt x="1353" y="1300"/>
                </a:lnTo>
                <a:lnTo>
                  <a:pt x="1337" y="1306"/>
                </a:lnTo>
                <a:lnTo>
                  <a:pt x="1319" y="1313"/>
                </a:lnTo>
                <a:lnTo>
                  <a:pt x="1300" y="1317"/>
                </a:lnTo>
                <a:lnTo>
                  <a:pt x="1281" y="1320"/>
                </a:lnTo>
                <a:lnTo>
                  <a:pt x="1260" y="1324"/>
                </a:lnTo>
                <a:lnTo>
                  <a:pt x="1260" y="1300"/>
                </a:lnTo>
                <a:lnTo>
                  <a:pt x="1258" y="1277"/>
                </a:lnTo>
                <a:lnTo>
                  <a:pt x="1257" y="1255"/>
                </a:lnTo>
                <a:lnTo>
                  <a:pt x="1254" y="1232"/>
                </a:lnTo>
                <a:lnTo>
                  <a:pt x="1252" y="1208"/>
                </a:lnTo>
                <a:lnTo>
                  <a:pt x="1250" y="1183"/>
                </a:lnTo>
                <a:lnTo>
                  <a:pt x="1248" y="1156"/>
                </a:lnTo>
                <a:lnTo>
                  <a:pt x="1248" y="1127"/>
                </a:lnTo>
                <a:lnTo>
                  <a:pt x="1248" y="1100"/>
                </a:lnTo>
                <a:lnTo>
                  <a:pt x="1248" y="1072"/>
                </a:lnTo>
                <a:lnTo>
                  <a:pt x="1248" y="1045"/>
                </a:lnTo>
                <a:lnTo>
                  <a:pt x="1248" y="1017"/>
                </a:lnTo>
                <a:lnTo>
                  <a:pt x="1248" y="989"/>
                </a:lnTo>
                <a:lnTo>
                  <a:pt x="1248" y="962"/>
                </a:lnTo>
                <a:lnTo>
                  <a:pt x="1248" y="934"/>
                </a:lnTo>
                <a:lnTo>
                  <a:pt x="1248" y="907"/>
                </a:lnTo>
                <a:lnTo>
                  <a:pt x="1262" y="910"/>
                </a:lnTo>
                <a:lnTo>
                  <a:pt x="1280" y="912"/>
                </a:lnTo>
                <a:lnTo>
                  <a:pt x="1298" y="914"/>
                </a:lnTo>
                <a:lnTo>
                  <a:pt x="1319" y="916"/>
                </a:lnTo>
                <a:lnTo>
                  <a:pt x="1363" y="920"/>
                </a:lnTo>
                <a:lnTo>
                  <a:pt x="1411" y="922"/>
                </a:lnTo>
                <a:lnTo>
                  <a:pt x="1434" y="922"/>
                </a:lnTo>
                <a:lnTo>
                  <a:pt x="1456" y="922"/>
                </a:lnTo>
                <a:lnTo>
                  <a:pt x="1477" y="921"/>
                </a:lnTo>
                <a:lnTo>
                  <a:pt x="1498" y="919"/>
                </a:lnTo>
                <a:lnTo>
                  <a:pt x="1515" y="916"/>
                </a:lnTo>
                <a:lnTo>
                  <a:pt x="1531" y="914"/>
                </a:lnTo>
                <a:lnTo>
                  <a:pt x="1544" y="911"/>
                </a:lnTo>
                <a:lnTo>
                  <a:pt x="1554" y="907"/>
                </a:lnTo>
                <a:lnTo>
                  <a:pt x="1591" y="870"/>
                </a:lnTo>
                <a:lnTo>
                  <a:pt x="1580" y="850"/>
                </a:lnTo>
                <a:lnTo>
                  <a:pt x="1568" y="833"/>
                </a:lnTo>
                <a:lnTo>
                  <a:pt x="1555" y="817"/>
                </a:lnTo>
                <a:lnTo>
                  <a:pt x="1542" y="801"/>
                </a:lnTo>
                <a:lnTo>
                  <a:pt x="1529" y="787"/>
                </a:lnTo>
                <a:lnTo>
                  <a:pt x="1514" y="774"/>
                </a:lnTo>
                <a:lnTo>
                  <a:pt x="1498" y="761"/>
                </a:lnTo>
                <a:lnTo>
                  <a:pt x="1480" y="747"/>
                </a:lnTo>
                <a:lnTo>
                  <a:pt x="1455" y="728"/>
                </a:lnTo>
                <a:lnTo>
                  <a:pt x="1432" y="708"/>
                </a:lnTo>
                <a:lnTo>
                  <a:pt x="1409" y="688"/>
                </a:lnTo>
                <a:lnTo>
                  <a:pt x="1387" y="669"/>
                </a:lnTo>
                <a:lnTo>
                  <a:pt x="1345" y="630"/>
                </a:lnTo>
                <a:lnTo>
                  <a:pt x="1305" y="590"/>
                </a:lnTo>
                <a:lnTo>
                  <a:pt x="1266" y="550"/>
                </a:lnTo>
                <a:lnTo>
                  <a:pt x="1228" y="509"/>
                </a:lnTo>
                <a:lnTo>
                  <a:pt x="1190" y="469"/>
                </a:lnTo>
                <a:lnTo>
                  <a:pt x="1151" y="429"/>
                </a:lnTo>
                <a:lnTo>
                  <a:pt x="1143" y="418"/>
                </a:lnTo>
                <a:lnTo>
                  <a:pt x="1140" y="411"/>
                </a:lnTo>
                <a:lnTo>
                  <a:pt x="1138" y="407"/>
                </a:lnTo>
                <a:lnTo>
                  <a:pt x="1133" y="406"/>
                </a:lnTo>
                <a:lnTo>
                  <a:pt x="1126" y="405"/>
                </a:lnTo>
                <a:lnTo>
                  <a:pt x="1114" y="404"/>
                </a:lnTo>
                <a:lnTo>
                  <a:pt x="1103" y="405"/>
                </a:lnTo>
                <a:lnTo>
                  <a:pt x="1091" y="408"/>
                </a:lnTo>
                <a:lnTo>
                  <a:pt x="1077" y="414"/>
                </a:lnTo>
                <a:lnTo>
                  <a:pt x="1062" y="420"/>
                </a:lnTo>
                <a:lnTo>
                  <a:pt x="1045" y="429"/>
                </a:lnTo>
                <a:lnTo>
                  <a:pt x="1028" y="439"/>
                </a:lnTo>
                <a:lnTo>
                  <a:pt x="1010" y="451"/>
                </a:lnTo>
                <a:lnTo>
                  <a:pt x="990" y="464"/>
                </a:lnTo>
                <a:lnTo>
                  <a:pt x="950" y="493"/>
                </a:lnTo>
                <a:lnTo>
                  <a:pt x="909" y="527"/>
                </a:lnTo>
                <a:lnTo>
                  <a:pt x="865" y="563"/>
                </a:lnTo>
                <a:lnTo>
                  <a:pt x="823" y="601"/>
                </a:lnTo>
                <a:lnTo>
                  <a:pt x="782" y="641"/>
                </a:lnTo>
                <a:lnTo>
                  <a:pt x="743" y="680"/>
                </a:lnTo>
                <a:lnTo>
                  <a:pt x="707" y="719"/>
                </a:lnTo>
                <a:lnTo>
                  <a:pt x="676" y="757"/>
                </a:lnTo>
                <a:lnTo>
                  <a:pt x="662" y="774"/>
                </a:lnTo>
                <a:lnTo>
                  <a:pt x="650" y="791"/>
                </a:lnTo>
                <a:lnTo>
                  <a:pt x="639" y="807"/>
                </a:lnTo>
                <a:lnTo>
                  <a:pt x="629" y="822"/>
                </a:lnTo>
                <a:lnTo>
                  <a:pt x="621" y="836"/>
                </a:lnTo>
                <a:lnTo>
                  <a:pt x="616" y="849"/>
                </a:lnTo>
                <a:lnTo>
                  <a:pt x="613" y="860"/>
                </a:lnTo>
                <a:lnTo>
                  <a:pt x="612" y="870"/>
                </a:lnTo>
                <a:close/>
                <a:moveTo>
                  <a:pt x="0" y="595"/>
                </a:moveTo>
                <a:lnTo>
                  <a:pt x="0" y="557"/>
                </a:lnTo>
                <a:lnTo>
                  <a:pt x="2" y="537"/>
                </a:lnTo>
                <a:lnTo>
                  <a:pt x="5" y="516"/>
                </a:lnTo>
                <a:lnTo>
                  <a:pt x="10" y="495"/>
                </a:lnTo>
                <a:lnTo>
                  <a:pt x="15" y="476"/>
                </a:lnTo>
                <a:lnTo>
                  <a:pt x="23" y="455"/>
                </a:lnTo>
                <a:lnTo>
                  <a:pt x="33" y="436"/>
                </a:lnTo>
                <a:lnTo>
                  <a:pt x="42" y="415"/>
                </a:lnTo>
                <a:lnTo>
                  <a:pt x="54" y="395"/>
                </a:lnTo>
                <a:lnTo>
                  <a:pt x="68" y="376"/>
                </a:lnTo>
                <a:lnTo>
                  <a:pt x="84" y="356"/>
                </a:lnTo>
                <a:lnTo>
                  <a:pt x="101" y="338"/>
                </a:lnTo>
                <a:lnTo>
                  <a:pt x="119" y="319"/>
                </a:lnTo>
                <a:lnTo>
                  <a:pt x="140" y="302"/>
                </a:lnTo>
                <a:lnTo>
                  <a:pt x="163" y="284"/>
                </a:lnTo>
                <a:lnTo>
                  <a:pt x="187" y="267"/>
                </a:lnTo>
                <a:lnTo>
                  <a:pt x="213" y="250"/>
                </a:lnTo>
                <a:lnTo>
                  <a:pt x="233" y="238"/>
                </a:lnTo>
                <a:lnTo>
                  <a:pt x="253" y="227"/>
                </a:lnTo>
                <a:lnTo>
                  <a:pt x="273" y="217"/>
                </a:lnTo>
                <a:lnTo>
                  <a:pt x="293" y="208"/>
                </a:lnTo>
                <a:lnTo>
                  <a:pt x="312" y="199"/>
                </a:lnTo>
                <a:lnTo>
                  <a:pt x="332" y="190"/>
                </a:lnTo>
                <a:lnTo>
                  <a:pt x="351" y="183"/>
                </a:lnTo>
                <a:lnTo>
                  <a:pt x="371" y="176"/>
                </a:lnTo>
                <a:lnTo>
                  <a:pt x="390" y="170"/>
                </a:lnTo>
                <a:lnTo>
                  <a:pt x="411" y="163"/>
                </a:lnTo>
                <a:lnTo>
                  <a:pt x="431" y="159"/>
                </a:lnTo>
                <a:lnTo>
                  <a:pt x="450" y="154"/>
                </a:lnTo>
                <a:lnTo>
                  <a:pt x="470" y="150"/>
                </a:lnTo>
                <a:lnTo>
                  <a:pt x="489" y="147"/>
                </a:lnTo>
                <a:lnTo>
                  <a:pt x="509" y="145"/>
                </a:lnTo>
                <a:lnTo>
                  <a:pt x="528" y="142"/>
                </a:lnTo>
                <a:lnTo>
                  <a:pt x="567" y="139"/>
                </a:lnTo>
                <a:lnTo>
                  <a:pt x="607" y="138"/>
                </a:lnTo>
                <a:lnTo>
                  <a:pt x="647" y="140"/>
                </a:lnTo>
                <a:lnTo>
                  <a:pt x="688" y="142"/>
                </a:lnTo>
                <a:lnTo>
                  <a:pt x="729" y="148"/>
                </a:lnTo>
                <a:lnTo>
                  <a:pt x="771" y="154"/>
                </a:lnTo>
                <a:lnTo>
                  <a:pt x="813" y="162"/>
                </a:lnTo>
                <a:lnTo>
                  <a:pt x="857" y="172"/>
                </a:lnTo>
                <a:lnTo>
                  <a:pt x="870" y="154"/>
                </a:lnTo>
                <a:lnTo>
                  <a:pt x="886" y="137"/>
                </a:lnTo>
                <a:lnTo>
                  <a:pt x="904" y="120"/>
                </a:lnTo>
                <a:lnTo>
                  <a:pt x="925" y="104"/>
                </a:lnTo>
                <a:lnTo>
                  <a:pt x="948" y="89"/>
                </a:lnTo>
                <a:lnTo>
                  <a:pt x="973" y="75"/>
                </a:lnTo>
                <a:lnTo>
                  <a:pt x="999" y="62"/>
                </a:lnTo>
                <a:lnTo>
                  <a:pt x="1026" y="50"/>
                </a:lnTo>
                <a:lnTo>
                  <a:pt x="1055" y="39"/>
                </a:lnTo>
                <a:lnTo>
                  <a:pt x="1086" y="31"/>
                </a:lnTo>
                <a:lnTo>
                  <a:pt x="1118" y="22"/>
                </a:lnTo>
                <a:lnTo>
                  <a:pt x="1151" y="14"/>
                </a:lnTo>
                <a:lnTo>
                  <a:pt x="1183" y="9"/>
                </a:lnTo>
                <a:lnTo>
                  <a:pt x="1218" y="5"/>
                </a:lnTo>
                <a:lnTo>
                  <a:pt x="1253" y="2"/>
                </a:lnTo>
                <a:lnTo>
                  <a:pt x="1287" y="0"/>
                </a:lnTo>
                <a:lnTo>
                  <a:pt x="1322" y="1"/>
                </a:lnTo>
                <a:lnTo>
                  <a:pt x="1357" y="4"/>
                </a:lnTo>
                <a:lnTo>
                  <a:pt x="1392" y="7"/>
                </a:lnTo>
                <a:lnTo>
                  <a:pt x="1427" y="12"/>
                </a:lnTo>
                <a:lnTo>
                  <a:pt x="1461" y="20"/>
                </a:lnTo>
                <a:lnTo>
                  <a:pt x="1494" y="30"/>
                </a:lnTo>
                <a:lnTo>
                  <a:pt x="1528" y="40"/>
                </a:lnTo>
                <a:lnTo>
                  <a:pt x="1560" y="55"/>
                </a:lnTo>
                <a:lnTo>
                  <a:pt x="1591" y="70"/>
                </a:lnTo>
                <a:lnTo>
                  <a:pt x="1620" y="87"/>
                </a:lnTo>
                <a:lnTo>
                  <a:pt x="1648" y="107"/>
                </a:lnTo>
                <a:lnTo>
                  <a:pt x="1676" y="129"/>
                </a:lnTo>
                <a:lnTo>
                  <a:pt x="1702" y="153"/>
                </a:lnTo>
                <a:lnTo>
                  <a:pt x="1724" y="180"/>
                </a:lnTo>
                <a:lnTo>
                  <a:pt x="1746" y="210"/>
                </a:lnTo>
                <a:lnTo>
                  <a:pt x="1766" y="242"/>
                </a:lnTo>
                <a:lnTo>
                  <a:pt x="1773" y="254"/>
                </a:lnTo>
                <a:lnTo>
                  <a:pt x="1780" y="265"/>
                </a:lnTo>
                <a:lnTo>
                  <a:pt x="1787" y="273"/>
                </a:lnTo>
                <a:lnTo>
                  <a:pt x="1794" y="278"/>
                </a:lnTo>
                <a:lnTo>
                  <a:pt x="1801" y="283"/>
                </a:lnTo>
                <a:lnTo>
                  <a:pt x="1808" y="286"/>
                </a:lnTo>
                <a:lnTo>
                  <a:pt x="1817" y="288"/>
                </a:lnTo>
                <a:lnTo>
                  <a:pt x="1825" y="290"/>
                </a:lnTo>
                <a:lnTo>
                  <a:pt x="1847" y="294"/>
                </a:lnTo>
                <a:lnTo>
                  <a:pt x="1874" y="301"/>
                </a:lnTo>
                <a:lnTo>
                  <a:pt x="1890" y="306"/>
                </a:lnTo>
                <a:lnTo>
                  <a:pt x="1909" y="314"/>
                </a:lnTo>
                <a:lnTo>
                  <a:pt x="1929" y="324"/>
                </a:lnTo>
                <a:lnTo>
                  <a:pt x="1953" y="336"/>
                </a:lnTo>
                <a:lnTo>
                  <a:pt x="1991" y="358"/>
                </a:lnTo>
                <a:lnTo>
                  <a:pt x="2026" y="382"/>
                </a:lnTo>
                <a:lnTo>
                  <a:pt x="2056" y="407"/>
                </a:lnTo>
                <a:lnTo>
                  <a:pt x="2084" y="433"/>
                </a:lnTo>
                <a:lnTo>
                  <a:pt x="2108" y="459"/>
                </a:lnTo>
                <a:lnTo>
                  <a:pt x="2130" y="487"/>
                </a:lnTo>
                <a:lnTo>
                  <a:pt x="2147" y="514"/>
                </a:lnTo>
                <a:lnTo>
                  <a:pt x="2162" y="542"/>
                </a:lnTo>
                <a:lnTo>
                  <a:pt x="2173" y="570"/>
                </a:lnTo>
                <a:lnTo>
                  <a:pt x="2183" y="598"/>
                </a:lnTo>
                <a:lnTo>
                  <a:pt x="2189" y="627"/>
                </a:lnTo>
                <a:lnTo>
                  <a:pt x="2193" y="655"/>
                </a:lnTo>
                <a:lnTo>
                  <a:pt x="2193" y="684"/>
                </a:lnTo>
                <a:lnTo>
                  <a:pt x="2192" y="712"/>
                </a:lnTo>
                <a:lnTo>
                  <a:pt x="2187" y="741"/>
                </a:lnTo>
                <a:lnTo>
                  <a:pt x="2181" y="769"/>
                </a:lnTo>
                <a:lnTo>
                  <a:pt x="2173" y="796"/>
                </a:lnTo>
                <a:lnTo>
                  <a:pt x="2162" y="823"/>
                </a:lnTo>
                <a:lnTo>
                  <a:pt x="2149" y="849"/>
                </a:lnTo>
                <a:lnTo>
                  <a:pt x="2135" y="874"/>
                </a:lnTo>
                <a:lnTo>
                  <a:pt x="2119" y="899"/>
                </a:lnTo>
                <a:lnTo>
                  <a:pt x="2101" y="923"/>
                </a:lnTo>
                <a:lnTo>
                  <a:pt x="2081" y="946"/>
                </a:lnTo>
                <a:lnTo>
                  <a:pt x="2059" y="967"/>
                </a:lnTo>
                <a:lnTo>
                  <a:pt x="2037" y="988"/>
                </a:lnTo>
                <a:lnTo>
                  <a:pt x="2013" y="1007"/>
                </a:lnTo>
                <a:lnTo>
                  <a:pt x="1988" y="1024"/>
                </a:lnTo>
                <a:lnTo>
                  <a:pt x="1961" y="1040"/>
                </a:lnTo>
                <a:lnTo>
                  <a:pt x="1934" y="1055"/>
                </a:lnTo>
                <a:lnTo>
                  <a:pt x="1905" y="1068"/>
                </a:lnTo>
                <a:lnTo>
                  <a:pt x="1876" y="1079"/>
                </a:lnTo>
                <a:lnTo>
                  <a:pt x="1846" y="1088"/>
                </a:lnTo>
                <a:lnTo>
                  <a:pt x="1821" y="1094"/>
                </a:lnTo>
                <a:lnTo>
                  <a:pt x="1796" y="1100"/>
                </a:lnTo>
                <a:lnTo>
                  <a:pt x="1771" y="1105"/>
                </a:lnTo>
                <a:lnTo>
                  <a:pt x="1745" y="1110"/>
                </a:lnTo>
                <a:lnTo>
                  <a:pt x="1657" y="1121"/>
                </a:lnTo>
                <a:lnTo>
                  <a:pt x="1653" y="1123"/>
                </a:lnTo>
                <a:lnTo>
                  <a:pt x="1648" y="1124"/>
                </a:lnTo>
                <a:lnTo>
                  <a:pt x="1646" y="1121"/>
                </a:lnTo>
                <a:lnTo>
                  <a:pt x="1643" y="1121"/>
                </a:lnTo>
                <a:lnTo>
                  <a:pt x="1640" y="1122"/>
                </a:lnTo>
                <a:lnTo>
                  <a:pt x="1635" y="1124"/>
                </a:lnTo>
                <a:lnTo>
                  <a:pt x="1628" y="1131"/>
                </a:lnTo>
                <a:lnTo>
                  <a:pt x="1618" y="1142"/>
                </a:lnTo>
                <a:lnTo>
                  <a:pt x="1603" y="1166"/>
                </a:lnTo>
                <a:lnTo>
                  <a:pt x="1594" y="1180"/>
                </a:lnTo>
                <a:lnTo>
                  <a:pt x="1588" y="1192"/>
                </a:lnTo>
                <a:lnTo>
                  <a:pt x="1581" y="1204"/>
                </a:lnTo>
                <a:lnTo>
                  <a:pt x="1574" y="1216"/>
                </a:lnTo>
                <a:lnTo>
                  <a:pt x="1565" y="1228"/>
                </a:lnTo>
                <a:lnTo>
                  <a:pt x="1546" y="1252"/>
                </a:lnTo>
                <a:lnTo>
                  <a:pt x="1527" y="1274"/>
                </a:lnTo>
                <a:lnTo>
                  <a:pt x="1505" y="1295"/>
                </a:lnTo>
                <a:lnTo>
                  <a:pt x="1483" y="1315"/>
                </a:lnTo>
                <a:lnTo>
                  <a:pt x="1458" y="1333"/>
                </a:lnTo>
                <a:lnTo>
                  <a:pt x="1433" y="1351"/>
                </a:lnTo>
                <a:lnTo>
                  <a:pt x="1407" y="1366"/>
                </a:lnTo>
                <a:lnTo>
                  <a:pt x="1381" y="1380"/>
                </a:lnTo>
                <a:lnTo>
                  <a:pt x="1353" y="1392"/>
                </a:lnTo>
                <a:lnTo>
                  <a:pt x="1326" y="1402"/>
                </a:lnTo>
                <a:lnTo>
                  <a:pt x="1300" y="1410"/>
                </a:lnTo>
                <a:lnTo>
                  <a:pt x="1274" y="1416"/>
                </a:lnTo>
                <a:lnTo>
                  <a:pt x="1261" y="1418"/>
                </a:lnTo>
                <a:lnTo>
                  <a:pt x="1248" y="1420"/>
                </a:lnTo>
                <a:lnTo>
                  <a:pt x="1236" y="1421"/>
                </a:lnTo>
                <a:lnTo>
                  <a:pt x="1223" y="1421"/>
                </a:lnTo>
                <a:lnTo>
                  <a:pt x="1212" y="1421"/>
                </a:lnTo>
                <a:lnTo>
                  <a:pt x="1204" y="1420"/>
                </a:lnTo>
                <a:lnTo>
                  <a:pt x="1196" y="1419"/>
                </a:lnTo>
                <a:lnTo>
                  <a:pt x="1190" y="1417"/>
                </a:lnTo>
                <a:lnTo>
                  <a:pt x="1185" y="1414"/>
                </a:lnTo>
                <a:lnTo>
                  <a:pt x="1181" y="1410"/>
                </a:lnTo>
                <a:lnTo>
                  <a:pt x="1179" y="1407"/>
                </a:lnTo>
                <a:lnTo>
                  <a:pt x="1177" y="1403"/>
                </a:lnTo>
                <a:lnTo>
                  <a:pt x="1173" y="1378"/>
                </a:lnTo>
                <a:lnTo>
                  <a:pt x="1170" y="1340"/>
                </a:lnTo>
                <a:lnTo>
                  <a:pt x="1168" y="1317"/>
                </a:lnTo>
                <a:lnTo>
                  <a:pt x="1165" y="1289"/>
                </a:lnTo>
                <a:lnTo>
                  <a:pt x="1164" y="1257"/>
                </a:lnTo>
                <a:lnTo>
                  <a:pt x="1163" y="1225"/>
                </a:lnTo>
                <a:lnTo>
                  <a:pt x="1160" y="1061"/>
                </a:lnTo>
                <a:lnTo>
                  <a:pt x="1158" y="947"/>
                </a:lnTo>
                <a:lnTo>
                  <a:pt x="1158" y="925"/>
                </a:lnTo>
                <a:lnTo>
                  <a:pt x="1159" y="907"/>
                </a:lnTo>
                <a:lnTo>
                  <a:pt x="1160" y="890"/>
                </a:lnTo>
                <a:lnTo>
                  <a:pt x="1161" y="875"/>
                </a:lnTo>
                <a:lnTo>
                  <a:pt x="1164" y="863"/>
                </a:lnTo>
                <a:lnTo>
                  <a:pt x="1167" y="852"/>
                </a:lnTo>
                <a:lnTo>
                  <a:pt x="1171" y="844"/>
                </a:lnTo>
                <a:lnTo>
                  <a:pt x="1176" y="836"/>
                </a:lnTo>
                <a:lnTo>
                  <a:pt x="1181" y="831"/>
                </a:lnTo>
                <a:lnTo>
                  <a:pt x="1189" y="826"/>
                </a:lnTo>
                <a:lnTo>
                  <a:pt x="1196" y="824"/>
                </a:lnTo>
                <a:lnTo>
                  <a:pt x="1205" y="822"/>
                </a:lnTo>
                <a:lnTo>
                  <a:pt x="1216" y="821"/>
                </a:lnTo>
                <a:lnTo>
                  <a:pt x="1228" y="821"/>
                </a:lnTo>
                <a:lnTo>
                  <a:pt x="1242" y="821"/>
                </a:lnTo>
                <a:lnTo>
                  <a:pt x="1257" y="822"/>
                </a:lnTo>
                <a:lnTo>
                  <a:pt x="1292" y="825"/>
                </a:lnTo>
                <a:lnTo>
                  <a:pt x="1334" y="829"/>
                </a:lnTo>
                <a:lnTo>
                  <a:pt x="1385" y="832"/>
                </a:lnTo>
                <a:lnTo>
                  <a:pt x="1443" y="833"/>
                </a:lnTo>
                <a:lnTo>
                  <a:pt x="1437" y="824"/>
                </a:lnTo>
                <a:lnTo>
                  <a:pt x="1427" y="815"/>
                </a:lnTo>
                <a:lnTo>
                  <a:pt x="1416" y="805"/>
                </a:lnTo>
                <a:lnTo>
                  <a:pt x="1403" y="794"/>
                </a:lnTo>
                <a:lnTo>
                  <a:pt x="1378" y="772"/>
                </a:lnTo>
                <a:lnTo>
                  <a:pt x="1356" y="750"/>
                </a:lnTo>
                <a:lnTo>
                  <a:pt x="1089" y="503"/>
                </a:lnTo>
                <a:lnTo>
                  <a:pt x="1071" y="513"/>
                </a:lnTo>
                <a:lnTo>
                  <a:pt x="1051" y="527"/>
                </a:lnTo>
                <a:lnTo>
                  <a:pt x="1028" y="543"/>
                </a:lnTo>
                <a:lnTo>
                  <a:pt x="1004" y="560"/>
                </a:lnTo>
                <a:lnTo>
                  <a:pt x="978" y="581"/>
                </a:lnTo>
                <a:lnTo>
                  <a:pt x="952" y="603"/>
                </a:lnTo>
                <a:lnTo>
                  <a:pt x="925" y="626"/>
                </a:lnTo>
                <a:lnTo>
                  <a:pt x="898" y="649"/>
                </a:lnTo>
                <a:lnTo>
                  <a:pt x="872" y="673"/>
                </a:lnTo>
                <a:lnTo>
                  <a:pt x="847" y="697"/>
                </a:lnTo>
                <a:lnTo>
                  <a:pt x="822" y="721"/>
                </a:lnTo>
                <a:lnTo>
                  <a:pt x="799" y="744"/>
                </a:lnTo>
                <a:lnTo>
                  <a:pt x="780" y="766"/>
                </a:lnTo>
                <a:lnTo>
                  <a:pt x="761" y="786"/>
                </a:lnTo>
                <a:lnTo>
                  <a:pt x="746" y="805"/>
                </a:lnTo>
                <a:lnTo>
                  <a:pt x="734" y="821"/>
                </a:lnTo>
                <a:lnTo>
                  <a:pt x="773" y="821"/>
                </a:lnTo>
                <a:lnTo>
                  <a:pt x="812" y="820"/>
                </a:lnTo>
                <a:lnTo>
                  <a:pt x="832" y="821"/>
                </a:lnTo>
                <a:lnTo>
                  <a:pt x="851" y="821"/>
                </a:lnTo>
                <a:lnTo>
                  <a:pt x="871" y="822"/>
                </a:lnTo>
                <a:lnTo>
                  <a:pt x="890" y="824"/>
                </a:lnTo>
                <a:lnTo>
                  <a:pt x="917" y="826"/>
                </a:lnTo>
                <a:lnTo>
                  <a:pt x="939" y="829"/>
                </a:lnTo>
                <a:lnTo>
                  <a:pt x="959" y="831"/>
                </a:lnTo>
                <a:lnTo>
                  <a:pt x="973" y="834"/>
                </a:lnTo>
                <a:lnTo>
                  <a:pt x="979" y="837"/>
                </a:lnTo>
                <a:lnTo>
                  <a:pt x="985" y="840"/>
                </a:lnTo>
                <a:lnTo>
                  <a:pt x="990" y="845"/>
                </a:lnTo>
                <a:lnTo>
                  <a:pt x="994" y="850"/>
                </a:lnTo>
                <a:lnTo>
                  <a:pt x="998" y="857"/>
                </a:lnTo>
                <a:lnTo>
                  <a:pt x="1001" y="864"/>
                </a:lnTo>
                <a:lnTo>
                  <a:pt x="1003" y="873"/>
                </a:lnTo>
                <a:lnTo>
                  <a:pt x="1005" y="885"/>
                </a:lnTo>
                <a:lnTo>
                  <a:pt x="1008" y="912"/>
                </a:lnTo>
                <a:lnTo>
                  <a:pt x="1009" y="948"/>
                </a:lnTo>
                <a:lnTo>
                  <a:pt x="1009" y="992"/>
                </a:lnTo>
                <a:lnTo>
                  <a:pt x="1008" y="1048"/>
                </a:lnTo>
                <a:lnTo>
                  <a:pt x="1005" y="1194"/>
                </a:lnTo>
                <a:lnTo>
                  <a:pt x="1003" y="1396"/>
                </a:lnTo>
                <a:lnTo>
                  <a:pt x="1002" y="1406"/>
                </a:lnTo>
                <a:lnTo>
                  <a:pt x="997" y="1415"/>
                </a:lnTo>
                <a:lnTo>
                  <a:pt x="989" y="1422"/>
                </a:lnTo>
                <a:lnTo>
                  <a:pt x="979" y="1428"/>
                </a:lnTo>
                <a:lnTo>
                  <a:pt x="966" y="1433"/>
                </a:lnTo>
                <a:lnTo>
                  <a:pt x="951" y="1436"/>
                </a:lnTo>
                <a:lnTo>
                  <a:pt x="934" y="1439"/>
                </a:lnTo>
                <a:lnTo>
                  <a:pt x="915" y="1439"/>
                </a:lnTo>
                <a:lnTo>
                  <a:pt x="894" y="1439"/>
                </a:lnTo>
                <a:lnTo>
                  <a:pt x="872" y="1436"/>
                </a:lnTo>
                <a:lnTo>
                  <a:pt x="848" y="1433"/>
                </a:lnTo>
                <a:lnTo>
                  <a:pt x="824" y="1428"/>
                </a:lnTo>
                <a:lnTo>
                  <a:pt x="798" y="1421"/>
                </a:lnTo>
                <a:lnTo>
                  <a:pt x="772" y="1414"/>
                </a:lnTo>
                <a:lnTo>
                  <a:pt x="746" y="1404"/>
                </a:lnTo>
                <a:lnTo>
                  <a:pt x="719" y="1393"/>
                </a:lnTo>
                <a:lnTo>
                  <a:pt x="693" y="1381"/>
                </a:lnTo>
                <a:lnTo>
                  <a:pt x="666" y="1367"/>
                </a:lnTo>
                <a:lnTo>
                  <a:pt x="640" y="1352"/>
                </a:lnTo>
                <a:lnTo>
                  <a:pt x="615" y="1334"/>
                </a:lnTo>
                <a:lnTo>
                  <a:pt x="590" y="1315"/>
                </a:lnTo>
                <a:lnTo>
                  <a:pt x="566" y="1294"/>
                </a:lnTo>
                <a:lnTo>
                  <a:pt x="543" y="1272"/>
                </a:lnTo>
                <a:lnTo>
                  <a:pt x="522" y="1249"/>
                </a:lnTo>
                <a:lnTo>
                  <a:pt x="502" y="1223"/>
                </a:lnTo>
                <a:lnTo>
                  <a:pt x="485" y="1195"/>
                </a:lnTo>
                <a:lnTo>
                  <a:pt x="470" y="1166"/>
                </a:lnTo>
                <a:lnTo>
                  <a:pt x="455" y="1135"/>
                </a:lnTo>
                <a:lnTo>
                  <a:pt x="445" y="1102"/>
                </a:lnTo>
                <a:lnTo>
                  <a:pt x="436" y="1067"/>
                </a:lnTo>
                <a:lnTo>
                  <a:pt x="431" y="1030"/>
                </a:lnTo>
                <a:lnTo>
                  <a:pt x="428" y="992"/>
                </a:lnTo>
                <a:lnTo>
                  <a:pt x="409" y="991"/>
                </a:lnTo>
                <a:lnTo>
                  <a:pt x="388" y="990"/>
                </a:lnTo>
                <a:lnTo>
                  <a:pt x="369" y="987"/>
                </a:lnTo>
                <a:lnTo>
                  <a:pt x="349" y="984"/>
                </a:lnTo>
                <a:lnTo>
                  <a:pt x="330" y="979"/>
                </a:lnTo>
                <a:lnTo>
                  <a:pt x="310" y="973"/>
                </a:lnTo>
                <a:lnTo>
                  <a:pt x="292" y="966"/>
                </a:lnTo>
                <a:lnTo>
                  <a:pt x="273" y="960"/>
                </a:lnTo>
                <a:lnTo>
                  <a:pt x="255" y="951"/>
                </a:lnTo>
                <a:lnTo>
                  <a:pt x="236" y="941"/>
                </a:lnTo>
                <a:lnTo>
                  <a:pt x="219" y="932"/>
                </a:lnTo>
                <a:lnTo>
                  <a:pt x="202" y="921"/>
                </a:lnTo>
                <a:lnTo>
                  <a:pt x="185" y="910"/>
                </a:lnTo>
                <a:lnTo>
                  <a:pt x="169" y="898"/>
                </a:lnTo>
                <a:lnTo>
                  <a:pt x="154" y="885"/>
                </a:lnTo>
                <a:lnTo>
                  <a:pt x="139" y="871"/>
                </a:lnTo>
                <a:lnTo>
                  <a:pt x="124" y="857"/>
                </a:lnTo>
                <a:lnTo>
                  <a:pt x="111" y="843"/>
                </a:lnTo>
                <a:lnTo>
                  <a:pt x="97" y="827"/>
                </a:lnTo>
                <a:lnTo>
                  <a:pt x="85" y="811"/>
                </a:lnTo>
                <a:lnTo>
                  <a:pt x="73" y="795"/>
                </a:lnTo>
                <a:lnTo>
                  <a:pt x="62" y="779"/>
                </a:lnTo>
                <a:lnTo>
                  <a:pt x="51" y="761"/>
                </a:lnTo>
                <a:lnTo>
                  <a:pt x="42" y="744"/>
                </a:lnTo>
                <a:lnTo>
                  <a:pt x="34" y="726"/>
                </a:lnTo>
                <a:lnTo>
                  <a:pt x="26" y="708"/>
                </a:lnTo>
                <a:lnTo>
                  <a:pt x="18" y="690"/>
                </a:lnTo>
                <a:lnTo>
                  <a:pt x="13" y="671"/>
                </a:lnTo>
                <a:lnTo>
                  <a:pt x="9" y="653"/>
                </a:lnTo>
                <a:lnTo>
                  <a:pt x="4" y="633"/>
                </a:lnTo>
                <a:lnTo>
                  <a:pt x="2" y="614"/>
                </a:lnTo>
                <a:lnTo>
                  <a:pt x="0" y="595"/>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cs typeface="+mn-ea"/>
              <a:sym typeface="+mn-lt"/>
            </a:endParaRPr>
          </a:p>
        </p:txBody>
      </p:sp>
      <p:grpSp>
        <p:nvGrpSpPr>
          <p:cNvPr id="26" name="Group 180"/>
          <p:cNvGrpSpPr/>
          <p:nvPr/>
        </p:nvGrpSpPr>
        <p:grpSpPr>
          <a:xfrm>
            <a:off x="9750302" y="3400726"/>
            <a:ext cx="877313" cy="861891"/>
            <a:chOff x="3687763" y="6040438"/>
            <a:chExt cx="812800" cy="798513"/>
          </a:xfrm>
        </p:grpSpPr>
        <p:sp>
          <p:nvSpPr>
            <p:cNvPr id="30" name="Freeform 25"/>
            <p:cNvSpPr>
              <a:spLocks noEditPoints="1"/>
            </p:cNvSpPr>
            <p:nvPr/>
          </p:nvSpPr>
          <p:spPr bwMode="auto">
            <a:xfrm>
              <a:off x="3687763" y="6040438"/>
              <a:ext cx="812800" cy="798513"/>
            </a:xfrm>
            <a:custGeom>
              <a:avLst/>
              <a:gdLst>
                <a:gd name="T0" fmla="*/ 1116 w 2049"/>
                <a:gd name="T1" fmla="*/ 120 h 2010"/>
                <a:gd name="T2" fmla="*/ 1263 w 2049"/>
                <a:gd name="T3" fmla="*/ 329 h 2010"/>
                <a:gd name="T4" fmla="*/ 1516 w 2049"/>
                <a:gd name="T5" fmla="*/ 274 h 2010"/>
                <a:gd name="T6" fmla="*/ 1640 w 2049"/>
                <a:gd name="T7" fmla="*/ 319 h 2010"/>
                <a:gd name="T8" fmla="*/ 1592 w 2049"/>
                <a:gd name="T9" fmla="*/ 522 h 2010"/>
                <a:gd name="T10" fmla="*/ 1720 w 2049"/>
                <a:gd name="T11" fmla="*/ 773 h 2010"/>
                <a:gd name="T12" fmla="*/ 1954 w 2049"/>
                <a:gd name="T13" fmla="*/ 884 h 2010"/>
                <a:gd name="T14" fmla="*/ 1729 w 2049"/>
                <a:gd name="T15" fmla="*/ 1303 h 2010"/>
                <a:gd name="T16" fmla="*/ 1829 w 2049"/>
                <a:gd name="T17" fmla="*/ 1496 h 2010"/>
                <a:gd name="T18" fmla="*/ 1695 w 2049"/>
                <a:gd name="T19" fmla="*/ 1520 h 2010"/>
                <a:gd name="T20" fmla="*/ 1537 w 2049"/>
                <a:gd name="T21" fmla="*/ 1522 h 2010"/>
                <a:gd name="T22" fmla="*/ 1396 w 2049"/>
                <a:gd name="T23" fmla="*/ 1690 h 2010"/>
                <a:gd name="T24" fmla="*/ 1424 w 2049"/>
                <a:gd name="T25" fmla="*/ 1876 h 2010"/>
                <a:gd name="T26" fmla="*/ 1268 w 2049"/>
                <a:gd name="T27" fmla="*/ 1907 h 2010"/>
                <a:gd name="T28" fmla="*/ 1164 w 2049"/>
                <a:gd name="T29" fmla="*/ 1742 h 2010"/>
                <a:gd name="T30" fmla="*/ 942 w 2049"/>
                <a:gd name="T31" fmla="*/ 1733 h 2010"/>
                <a:gd name="T32" fmla="*/ 792 w 2049"/>
                <a:gd name="T33" fmla="*/ 1918 h 2010"/>
                <a:gd name="T34" fmla="*/ 638 w 2049"/>
                <a:gd name="T35" fmla="*/ 1783 h 2010"/>
                <a:gd name="T36" fmla="*/ 637 w 2049"/>
                <a:gd name="T37" fmla="*/ 1633 h 2010"/>
                <a:gd name="T38" fmla="*/ 464 w 2049"/>
                <a:gd name="T39" fmla="*/ 1483 h 2010"/>
                <a:gd name="T40" fmla="*/ 215 w 2049"/>
                <a:gd name="T41" fmla="*/ 1471 h 2010"/>
                <a:gd name="T42" fmla="*/ 343 w 2049"/>
                <a:gd name="T43" fmla="*/ 1279 h 2010"/>
                <a:gd name="T44" fmla="*/ 302 w 2049"/>
                <a:gd name="T45" fmla="*/ 994 h 2010"/>
                <a:gd name="T46" fmla="*/ 90 w 2049"/>
                <a:gd name="T47" fmla="*/ 921 h 2010"/>
                <a:gd name="T48" fmla="*/ 215 w 2049"/>
                <a:gd name="T49" fmla="*/ 762 h 2010"/>
                <a:gd name="T50" fmla="*/ 364 w 2049"/>
                <a:gd name="T51" fmla="*/ 746 h 2010"/>
                <a:gd name="T52" fmla="*/ 477 w 2049"/>
                <a:gd name="T53" fmla="*/ 581 h 2010"/>
                <a:gd name="T54" fmla="*/ 410 w 2049"/>
                <a:gd name="T55" fmla="*/ 445 h 2010"/>
                <a:gd name="T56" fmla="*/ 482 w 2049"/>
                <a:gd name="T57" fmla="*/ 258 h 2010"/>
                <a:gd name="T58" fmla="*/ 870 w 2049"/>
                <a:gd name="T59" fmla="*/ 315 h 2010"/>
                <a:gd name="T60" fmla="*/ 925 w 2049"/>
                <a:gd name="T61" fmla="*/ 200 h 2010"/>
                <a:gd name="T62" fmla="*/ 671 w 2049"/>
                <a:gd name="T63" fmla="*/ 285 h 2010"/>
                <a:gd name="T64" fmla="*/ 516 w 2049"/>
                <a:gd name="T65" fmla="*/ 153 h 2010"/>
                <a:gd name="T66" fmla="*/ 291 w 2049"/>
                <a:gd name="T67" fmla="*/ 302 h 2010"/>
                <a:gd name="T68" fmla="*/ 304 w 2049"/>
                <a:gd name="T69" fmla="*/ 456 h 2010"/>
                <a:gd name="T70" fmla="*/ 238 w 2049"/>
                <a:gd name="T71" fmla="*/ 682 h 2010"/>
                <a:gd name="T72" fmla="*/ 62 w 2049"/>
                <a:gd name="T73" fmla="*/ 712 h 2010"/>
                <a:gd name="T74" fmla="*/ 27 w 2049"/>
                <a:gd name="T75" fmla="*/ 987 h 2010"/>
                <a:gd name="T76" fmla="*/ 251 w 2049"/>
                <a:gd name="T77" fmla="*/ 1138 h 2010"/>
                <a:gd name="T78" fmla="*/ 99 w 2049"/>
                <a:gd name="T79" fmla="*/ 1366 h 2010"/>
                <a:gd name="T80" fmla="*/ 194 w 2049"/>
                <a:gd name="T81" fmla="*/ 1601 h 2010"/>
                <a:gd name="T82" fmla="*/ 309 w 2049"/>
                <a:gd name="T83" fmla="*/ 1650 h 2010"/>
                <a:gd name="T84" fmla="*/ 557 w 2049"/>
                <a:gd name="T85" fmla="*/ 1752 h 2010"/>
                <a:gd name="T86" fmla="*/ 590 w 2049"/>
                <a:gd name="T87" fmla="*/ 1928 h 2010"/>
                <a:gd name="T88" fmla="*/ 848 w 2049"/>
                <a:gd name="T89" fmla="*/ 2007 h 2010"/>
                <a:gd name="T90" fmla="*/ 941 w 2049"/>
                <a:gd name="T91" fmla="*/ 1840 h 2010"/>
                <a:gd name="T92" fmla="*/ 1175 w 2049"/>
                <a:gd name="T93" fmla="*/ 1935 h 2010"/>
                <a:gd name="T94" fmla="*/ 1342 w 2049"/>
                <a:gd name="T95" fmla="*/ 1994 h 2010"/>
                <a:gd name="T96" fmla="*/ 1518 w 2049"/>
                <a:gd name="T97" fmla="*/ 1911 h 2010"/>
                <a:gd name="T98" fmla="*/ 1630 w 2049"/>
                <a:gd name="T99" fmla="*/ 1588 h 2010"/>
                <a:gd name="T100" fmla="*/ 1835 w 2049"/>
                <a:gd name="T101" fmla="*/ 1629 h 2010"/>
                <a:gd name="T102" fmla="*/ 1959 w 2049"/>
                <a:gd name="T103" fmla="*/ 1385 h 2010"/>
                <a:gd name="T104" fmla="*/ 1822 w 2049"/>
                <a:gd name="T105" fmla="*/ 1203 h 2010"/>
                <a:gd name="T106" fmla="*/ 1967 w 2049"/>
                <a:gd name="T107" fmla="*/ 1008 h 2010"/>
                <a:gd name="T108" fmla="*/ 2047 w 2049"/>
                <a:gd name="T109" fmla="*/ 903 h 2010"/>
                <a:gd name="T110" fmla="*/ 1885 w 2049"/>
                <a:gd name="T111" fmla="*/ 663 h 2010"/>
                <a:gd name="T112" fmla="*/ 1698 w 2049"/>
                <a:gd name="T113" fmla="*/ 568 h 2010"/>
                <a:gd name="T114" fmla="*/ 1767 w 2049"/>
                <a:gd name="T115" fmla="*/ 338 h 2010"/>
                <a:gd name="T116" fmla="*/ 1549 w 2049"/>
                <a:gd name="T117" fmla="*/ 165 h 2010"/>
                <a:gd name="T118" fmla="*/ 1429 w 2049"/>
                <a:gd name="T119" fmla="*/ 240 h 2010"/>
                <a:gd name="T120" fmla="*/ 1219 w 2049"/>
                <a:gd name="T121" fmla="*/ 198 h 2010"/>
                <a:gd name="T122" fmla="*/ 1117 w 2049"/>
                <a:gd name="T123" fmla="*/ 11 h 2010"/>
                <a:gd name="T124" fmla="*/ 859 w 2049"/>
                <a:gd name="T125" fmla="*/ 35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49" h="2010">
                  <a:moveTo>
                    <a:pt x="919" y="100"/>
                  </a:moveTo>
                  <a:lnTo>
                    <a:pt x="932" y="94"/>
                  </a:lnTo>
                  <a:lnTo>
                    <a:pt x="944" y="90"/>
                  </a:lnTo>
                  <a:lnTo>
                    <a:pt x="955" y="87"/>
                  </a:lnTo>
                  <a:lnTo>
                    <a:pt x="967" y="84"/>
                  </a:lnTo>
                  <a:lnTo>
                    <a:pt x="978" y="83"/>
                  </a:lnTo>
                  <a:lnTo>
                    <a:pt x="989" y="82"/>
                  </a:lnTo>
                  <a:lnTo>
                    <a:pt x="1000" y="83"/>
                  </a:lnTo>
                  <a:lnTo>
                    <a:pt x="1012" y="84"/>
                  </a:lnTo>
                  <a:lnTo>
                    <a:pt x="1034" y="88"/>
                  </a:lnTo>
                  <a:lnTo>
                    <a:pt x="1059" y="92"/>
                  </a:lnTo>
                  <a:lnTo>
                    <a:pt x="1085" y="96"/>
                  </a:lnTo>
                  <a:lnTo>
                    <a:pt x="1114" y="100"/>
                  </a:lnTo>
                  <a:lnTo>
                    <a:pt x="1116" y="120"/>
                  </a:lnTo>
                  <a:lnTo>
                    <a:pt x="1118" y="146"/>
                  </a:lnTo>
                  <a:lnTo>
                    <a:pt x="1124" y="175"/>
                  </a:lnTo>
                  <a:lnTo>
                    <a:pt x="1129" y="204"/>
                  </a:lnTo>
                  <a:lnTo>
                    <a:pt x="1134" y="234"/>
                  </a:lnTo>
                  <a:lnTo>
                    <a:pt x="1141" y="263"/>
                  </a:lnTo>
                  <a:lnTo>
                    <a:pt x="1146" y="287"/>
                  </a:lnTo>
                  <a:lnTo>
                    <a:pt x="1151" y="308"/>
                  </a:lnTo>
                  <a:lnTo>
                    <a:pt x="1171" y="311"/>
                  </a:lnTo>
                  <a:lnTo>
                    <a:pt x="1188" y="312"/>
                  </a:lnTo>
                  <a:lnTo>
                    <a:pt x="1202" y="314"/>
                  </a:lnTo>
                  <a:lnTo>
                    <a:pt x="1214" y="315"/>
                  </a:lnTo>
                  <a:lnTo>
                    <a:pt x="1228" y="317"/>
                  </a:lnTo>
                  <a:lnTo>
                    <a:pt x="1244" y="321"/>
                  </a:lnTo>
                  <a:lnTo>
                    <a:pt x="1263" y="329"/>
                  </a:lnTo>
                  <a:lnTo>
                    <a:pt x="1290" y="341"/>
                  </a:lnTo>
                  <a:lnTo>
                    <a:pt x="1322" y="356"/>
                  </a:lnTo>
                  <a:lnTo>
                    <a:pt x="1358" y="372"/>
                  </a:lnTo>
                  <a:lnTo>
                    <a:pt x="1377" y="380"/>
                  </a:lnTo>
                  <a:lnTo>
                    <a:pt x="1396" y="386"/>
                  </a:lnTo>
                  <a:lnTo>
                    <a:pt x="1414" y="391"/>
                  </a:lnTo>
                  <a:lnTo>
                    <a:pt x="1433" y="394"/>
                  </a:lnTo>
                  <a:lnTo>
                    <a:pt x="1453" y="359"/>
                  </a:lnTo>
                  <a:lnTo>
                    <a:pt x="1474" y="324"/>
                  </a:lnTo>
                  <a:lnTo>
                    <a:pt x="1486" y="307"/>
                  </a:lnTo>
                  <a:lnTo>
                    <a:pt x="1497" y="293"/>
                  </a:lnTo>
                  <a:lnTo>
                    <a:pt x="1503" y="285"/>
                  </a:lnTo>
                  <a:lnTo>
                    <a:pt x="1510" y="280"/>
                  </a:lnTo>
                  <a:lnTo>
                    <a:pt x="1516" y="274"/>
                  </a:lnTo>
                  <a:lnTo>
                    <a:pt x="1523" y="270"/>
                  </a:lnTo>
                  <a:lnTo>
                    <a:pt x="1529" y="266"/>
                  </a:lnTo>
                  <a:lnTo>
                    <a:pt x="1537" y="264"/>
                  </a:lnTo>
                  <a:lnTo>
                    <a:pt x="1544" y="261"/>
                  </a:lnTo>
                  <a:lnTo>
                    <a:pt x="1552" y="261"/>
                  </a:lnTo>
                  <a:lnTo>
                    <a:pt x="1560" y="261"/>
                  </a:lnTo>
                  <a:lnTo>
                    <a:pt x="1568" y="264"/>
                  </a:lnTo>
                  <a:lnTo>
                    <a:pt x="1577" y="267"/>
                  </a:lnTo>
                  <a:lnTo>
                    <a:pt x="1587" y="271"/>
                  </a:lnTo>
                  <a:lnTo>
                    <a:pt x="1596" y="278"/>
                  </a:lnTo>
                  <a:lnTo>
                    <a:pt x="1606" y="285"/>
                  </a:lnTo>
                  <a:lnTo>
                    <a:pt x="1617" y="294"/>
                  </a:lnTo>
                  <a:lnTo>
                    <a:pt x="1628" y="306"/>
                  </a:lnTo>
                  <a:lnTo>
                    <a:pt x="1640" y="319"/>
                  </a:lnTo>
                  <a:lnTo>
                    <a:pt x="1652" y="333"/>
                  </a:lnTo>
                  <a:lnTo>
                    <a:pt x="1664" y="350"/>
                  </a:lnTo>
                  <a:lnTo>
                    <a:pt x="1677" y="369"/>
                  </a:lnTo>
                  <a:lnTo>
                    <a:pt x="1671" y="391"/>
                  </a:lnTo>
                  <a:lnTo>
                    <a:pt x="1664" y="409"/>
                  </a:lnTo>
                  <a:lnTo>
                    <a:pt x="1656" y="426"/>
                  </a:lnTo>
                  <a:lnTo>
                    <a:pt x="1645" y="447"/>
                  </a:lnTo>
                  <a:lnTo>
                    <a:pt x="1633" y="474"/>
                  </a:lnTo>
                  <a:lnTo>
                    <a:pt x="1627" y="488"/>
                  </a:lnTo>
                  <a:lnTo>
                    <a:pt x="1621" y="493"/>
                  </a:lnTo>
                  <a:lnTo>
                    <a:pt x="1615" y="496"/>
                  </a:lnTo>
                  <a:lnTo>
                    <a:pt x="1605" y="500"/>
                  </a:lnTo>
                  <a:lnTo>
                    <a:pt x="1591" y="503"/>
                  </a:lnTo>
                  <a:lnTo>
                    <a:pt x="1592" y="522"/>
                  </a:lnTo>
                  <a:lnTo>
                    <a:pt x="1595" y="538"/>
                  </a:lnTo>
                  <a:lnTo>
                    <a:pt x="1600" y="556"/>
                  </a:lnTo>
                  <a:lnTo>
                    <a:pt x="1605" y="572"/>
                  </a:lnTo>
                  <a:lnTo>
                    <a:pt x="1612" y="588"/>
                  </a:lnTo>
                  <a:lnTo>
                    <a:pt x="1619" y="603"/>
                  </a:lnTo>
                  <a:lnTo>
                    <a:pt x="1628" y="620"/>
                  </a:lnTo>
                  <a:lnTo>
                    <a:pt x="1638" y="635"/>
                  </a:lnTo>
                  <a:lnTo>
                    <a:pt x="1656" y="667"/>
                  </a:lnTo>
                  <a:lnTo>
                    <a:pt x="1673" y="700"/>
                  </a:lnTo>
                  <a:lnTo>
                    <a:pt x="1682" y="717"/>
                  </a:lnTo>
                  <a:lnTo>
                    <a:pt x="1690" y="736"/>
                  </a:lnTo>
                  <a:lnTo>
                    <a:pt x="1696" y="754"/>
                  </a:lnTo>
                  <a:lnTo>
                    <a:pt x="1702" y="773"/>
                  </a:lnTo>
                  <a:lnTo>
                    <a:pt x="1720" y="773"/>
                  </a:lnTo>
                  <a:lnTo>
                    <a:pt x="1739" y="772"/>
                  </a:lnTo>
                  <a:lnTo>
                    <a:pt x="1757" y="769"/>
                  </a:lnTo>
                  <a:lnTo>
                    <a:pt x="1779" y="767"/>
                  </a:lnTo>
                  <a:lnTo>
                    <a:pt x="1804" y="765"/>
                  </a:lnTo>
                  <a:lnTo>
                    <a:pt x="1833" y="763"/>
                  </a:lnTo>
                  <a:lnTo>
                    <a:pt x="1868" y="762"/>
                  </a:lnTo>
                  <a:lnTo>
                    <a:pt x="1910" y="761"/>
                  </a:lnTo>
                  <a:lnTo>
                    <a:pt x="1915" y="781"/>
                  </a:lnTo>
                  <a:lnTo>
                    <a:pt x="1923" y="801"/>
                  </a:lnTo>
                  <a:lnTo>
                    <a:pt x="1930" y="819"/>
                  </a:lnTo>
                  <a:lnTo>
                    <a:pt x="1938" y="837"/>
                  </a:lnTo>
                  <a:lnTo>
                    <a:pt x="1946" y="855"/>
                  </a:lnTo>
                  <a:lnTo>
                    <a:pt x="1952" y="875"/>
                  </a:lnTo>
                  <a:lnTo>
                    <a:pt x="1954" y="884"/>
                  </a:lnTo>
                  <a:lnTo>
                    <a:pt x="1956" y="896"/>
                  </a:lnTo>
                  <a:lnTo>
                    <a:pt x="1958" y="907"/>
                  </a:lnTo>
                  <a:lnTo>
                    <a:pt x="1959" y="920"/>
                  </a:lnTo>
                  <a:lnTo>
                    <a:pt x="1750" y="1006"/>
                  </a:lnTo>
                  <a:lnTo>
                    <a:pt x="1732" y="1208"/>
                  </a:lnTo>
                  <a:lnTo>
                    <a:pt x="1721" y="1247"/>
                  </a:lnTo>
                  <a:lnTo>
                    <a:pt x="1715" y="1272"/>
                  </a:lnTo>
                  <a:lnTo>
                    <a:pt x="1712" y="1281"/>
                  </a:lnTo>
                  <a:lnTo>
                    <a:pt x="1711" y="1287"/>
                  </a:lnTo>
                  <a:lnTo>
                    <a:pt x="1712" y="1292"/>
                  </a:lnTo>
                  <a:lnTo>
                    <a:pt x="1714" y="1295"/>
                  </a:lnTo>
                  <a:lnTo>
                    <a:pt x="1717" y="1298"/>
                  </a:lnTo>
                  <a:lnTo>
                    <a:pt x="1722" y="1300"/>
                  </a:lnTo>
                  <a:lnTo>
                    <a:pt x="1729" y="1303"/>
                  </a:lnTo>
                  <a:lnTo>
                    <a:pt x="1736" y="1307"/>
                  </a:lnTo>
                  <a:lnTo>
                    <a:pt x="1747" y="1311"/>
                  </a:lnTo>
                  <a:lnTo>
                    <a:pt x="1759" y="1317"/>
                  </a:lnTo>
                  <a:lnTo>
                    <a:pt x="1773" y="1324"/>
                  </a:lnTo>
                  <a:lnTo>
                    <a:pt x="1789" y="1335"/>
                  </a:lnTo>
                  <a:lnTo>
                    <a:pt x="1806" y="1347"/>
                  </a:lnTo>
                  <a:lnTo>
                    <a:pt x="1827" y="1365"/>
                  </a:lnTo>
                  <a:lnTo>
                    <a:pt x="1847" y="1384"/>
                  </a:lnTo>
                  <a:lnTo>
                    <a:pt x="1860" y="1398"/>
                  </a:lnTo>
                  <a:lnTo>
                    <a:pt x="1855" y="1422"/>
                  </a:lnTo>
                  <a:lnTo>
                    <a:pt x="1848" y="1445"/>
                  </a:lnTo>
                  <a:lnTo>
                    <a:pt x="1842" y="1464"/>
                  </a:lnTo>
                  <a:lnTo>
                    <a:pt x="1835" y="1480"/>
                  </a:lnTo>
                  <a:lnTo>
                    <a:pt x="1829" y="1496"/>
                  </a:lnTo>
                  <a:lnTo>
                    <a:pt x="1821" y="1509"/>
                  </a:lnTo>
                  <a:lnTo>
                    <a:pt x="1814" y="1518"/>
                  </a:lnTo>
                  <a:lnTo>
                    <a:pt x="1807" y="1528"/>
                  </a:lnTo>
                  <a:lnTo>
                    <a:pt x="1800" y="1535"/>
                  </a:lnTo>
                  <a:lnTo>
                    <a:pt x="1793" y="1540"/>
                  </a:lnTo>
                  <a:lnTo>
                    <a:pt x="1785" y="1543"/>
                  </a:lnTo>
                  <a:lnTo>
                    <a:pt x="1778" y="1547"/>
                  </a:lnTo>
                  <a:lnTo>
                    <a:pt x="1770" y="1548"/>
                  </a:lnTo>
                  <a:lnTo>
                    <a:pt x="1761" y="1548"/>
                  </a:lnTo>
                  <a:lnTo>
                    <a:pt x="1754" y="1547"/>
                  </a:lnTo>
                  <a:lnTo>
                    <a:pt x="1745" y="1544"/>
                  </a:lnTo>
                  <a:lnTo>
                    <a:pt x="1729" y="1538"/>
                  </a:lnTo>
                  <a:lnTo>
                    <a:pt x="1712" y="1529"/>
                  </a:lnTo>
                  <a:lnTo>
                    <a:pt x="1695" y="1520"/>
                  </a:lnTo>
                  <a:lnTo>
                    <a:pt x="1677" y="1509"/>
                  </a:lnTo>
                  <a:lnTo>
                    <a:pt x="1659" y="1499"/>
                  </a:lnTo>
                  <a:lnTo>
                    <a:pt x="1641" y="1491"/>
                  </a:lnTo>
                  <a:lnTo>
                    <a:pt x="1631" y="1488"/>
                  </a:lnTo>
                  <a:lnTo>
                    <a:pt x="1622" y="1486"/>
                  </a:lnTo>
                  <a:lnTo>
                    <a:pt x="1613" y="1484"/>
                  </a:lnTo>
                  <a:lnTo>
                    <a:pt x="1604" y="1484"/>
                  </a:lnTo>
                  <a:lnTo>
                    <a:pt x="1600" y="1484"/>
                  </a:lnTo>
                  <a:lnTo>
                    <a:pt x="1594" y="1485"/>
                  </a:lnTo>
                  <a:lnTo>
                    <a:pt x="1589" y="1487"/>
                  </a:lnTo>
                  <a:lnTo>
                    <a:pt x="1583" y="1490"/>
                  </a:lnTo>
                  <a:lnTo>
                    <a:pt x="1569" y="1498"/>
                  </a:lnTo>
                  <a:lnTo>
                    <a:pt x="1554" y="1509"/>
                  </a:lnTo>
                  <a:lnTo>
                    <a:pt x="1537" y="1522"/>
                  </a:lnTo>
                  <a:lnTo>
                    <a:pt x="1519" y="1536"/>
                  </a:lnTo>
                  <a:lnTo>
                    <a:pt x="1502" y="1551"/>
                  </a:lnTo>
                  <a:lnTo>
                    <a:pt x="1485" y="1567"/>
                  </a:lnTo>
                  <a:lnTo>
                    <a:pt x="1467" y="1585"/>
                  </a:lnTo>
                  <a:lnTo>
                    <a:pt x="1451" y="1601"/>
                  </a:lnTo>
                  <a:lnTo>
                    <a:pt x="1436" y="1617"/>
                  </a:lnTo>
                  <a:lnTo>
                    <a:pt x="1422" y="1633"/>
                  </a:lnTo>
                  <a:lnTo>
                    <a:pt x="1411" y="1648"/>
                  </a:lnTo>
                  <a:lnTo>
                    <a:pt x="1402" y="1661"/>
                  </a:lnTo>
                  <a:lnTo>
                    <a:pt x="1400" y="1666"/>
                  </a:lnTo>
                  <a:lnTo>
                    <a:pt x="1397" y="1671"/>
                  </a:lnTo>
                  <a:lnTo>
                    <a:pt x="1396" y="1676"/>
                  </a:lnTo>
                  <a:lnTo>
                    <a:pt x="1396" y="1679"/>
                  </a:lnTo>
                  <a:lnTo>
                    <a:pt x="1396" y="1690"/>
                  </a:lnTo>
                  <a:lnTo>
                    <a:pt x="1397" y="1702"/>
                  </a:lnTo>
                  <a:lnTo>
                    <a:pt x="1399" y="1713"/>
                  </a:lnTo>
                  <a:lnTo>
                    <a:pt x="1401" y="1724"/>
                  </a:lnTo>
                  <a:lnTo>
                    <a:pt x="1407" y="1744"/>
                  </a:lnTo>
                  <a:lnTo>
                    <a:pt x="1413" y="1765"/>
                  </a:lnTo>
                  <a:lnTo>
                    <a:pt x="1420" y="1785"/>
                  </a:lnTo>
                  <a:lnTo>
                    <a:pt x="1425" y="1805"/>
                  </a:lnTo>
                  <a:lnTo>
                    <a:pt x="1429" y="1822"/>
                  </a:lnTo>
                  <a:lnTo>
                    <a:pt x="1433" y="1840"/>
                  </a:lnTo>
                  <a:lnTo>
                    <a:pt x="1433" y="1847"/>
                  </a:lnTo>
                  <a:lnTo>
                    <a:pt x="1432" y="1855"/>
                  </a:lnTo>
                  <a:lnTo>
                    <a:pt x="1431" y="1863"/>
                  </a:lnTo>
                  <a:lnTo>
                    <a:pt x="1427" y="1869"/>
                  </a:lnTo>
                  <a:lnTo>
                    <a:pt x="1424" y="1876"/>
                  </a:lnTo>
                  <a:lnTo>
                    <a:pt x="1420" y="1882"/>
                  </a:lnTo>
                  <a:lnTo>
                    <a:pt x="1413" y="1887"/>
                  </a:lnTo>
                  <a:lnTo>
                    <a:pt x="1406" y="1892"/>
                  </a:lnTo>
                  <a:lnTo>
                    <a:pt x="1397" y="1896"/>
                  </a:lnTo>
                  <a:lnTo>
                    <a:pt x="1386" y="1901"/>
                  </a:lnTo>
                  <a:lnTo>
                    <a:pt x="1374" y="1904"/>
                  </a:lnTo>
                  <a:lnTo>
                    <a:pt x="1360" y="1907"/>
                  </a:lnTo>
                  <a:lnTo>
                    <a:pt x="1345" y="1909"/>
                  </a:lnTo>
                  <a:lnTo>
                    <a:pt x="1326" y="1910"/>
                  </a:lnTo>
                  <a:lnTo>
                    <a:pt x="1307" y="1911"/>
                  </a:lnTo>
                  <a:lnTo>
                    <a:pt x="1285" y="1912"/>
                  </a:lnTo>
                  <a:lnTo>
                    <a:pt x="1280" y="1911"/>
                  </a:lnTo>
                  <a:lnTo>
                    <a:pt x="1273" y="1910"/>
                  </a:lnTo>
                  <a:lnTo>
                    <a:pt x="1268" y="1907"/>
                  </a:lnTo>
                  <a:lnTo>
                    <a:pt x="1262" y="1904"/>
                  </a:lnTo>
                  <a:lnTo>
                    <a:pt x="1253" y="1895"/>
                  </a:lnTo>
                  <a:lnTo>
                    <a:pt x="1243" y="1884"/>
                  </a:lnTo>
                  <a:lnTo>
                    <a:pt x="1235" y="1871"/>
                  </a:lnTo>
                  <a:lnTo>
                    <a:pt x="1228" y="1858"/>
                  </a:lnTo>
                  <a:lnTo>
                    <a:pt x="1221" y="1846"/>
                  </a:lnTo>
                  <a:lnTo>
                    <a:pt x="1216" y="1834"/>
                  </a:lnTo>
                  <a:lnTo>
                    <a:pt x="1194" y="1785"/>
                  </a:lnTo>
                  <a:lnTo>
                    <a:pt x="1183" y="1756"/>
                  </a:lnTo>
                  <a:lnTo>
                    <a:pt x="1181" y="1752"/>
                  </a:lnTo>
                  <a:lnTo>
                    <a:pt x="1178" y="1749"/>
                  </a:lnTo>
                  <a:lnTo>
                    <a:pt x="1175" y="1745"/>
                  </a:lnTo>
                  <a:lnTo>
                    <a:pt x="1170" y="1743"/>
                  </a:lnTo>
                  <a:lnTo>
                    <a:pt x="1164" y="1742"/>
                  </a:lnTo>
                  <a:lnTo>
                    <a:pt x="1157" y="1741"/>
                  </a:lnTo>
                  <a:lnTo>
                    <a:pt x="1149" y="1741"/>
                  </a:lnTo>
                  <a:lnTo>
                    <a:pt x="1139" y="1741"/>
                  </a:lnTo>
                  <a:lnTo>
                    <a:pt x="1118" y="1741"/>
                  </a:lnTo>
                  <a:lnTo>
                    <a:pt x="1099" y="1743"/>
                  </a:lnTo>
                  <a:lnTo>
                    <a:pt x="1082" y="1745"/>
                  </a:lnTo>
                  <a:lnTo>
                    <a:pt x="1066" y="1747"/>
                  </a:lnTo>
                  <a:lnTo>
                    <a:pt x="1051" y="1749"/>
                  </a:lnTo>
                  <a:lnTo>
                    <a:pt x="1035" y="1750"/>
                  </a:lnTo>
                  <a:lnTo>
                    <a:pt x="1017" y="1750"/>
                  </a:lnTo>
                  <a:lnTo>
                    <a:pt x="999" y="1746"/>
                  </a:lnTo>
                  <a:lnTo>
                    <a:pt x="974" y="1742"/>
                  </a:lnTo>
                  <a:lnTo>
                    <a:pt x="957" y="1738"/>
                  </a:lnTo>
                  <a:lnTo>
                    <a:pt x="942" y="1733"/>
                  </a:lnTo>
                  <a:lnTo>
                    <a:pt x="933" y="1732"/>
                  </a:lnTo>
                  <a:lnTo>
                    <a:pt x="922" y="1731"/>
                  </a:lnTo>
                  <a:lnTo>
                    <a:pt x="910" y="1732"/>
                  </a:lnTo>
                  <a:lnTo>
                    <a:pt x="893" y="1736"/>
                  </a:lnTo>
                  <a:lnTo>
                    <a:pt x="870" y="1741"/>
                  </a:lnTo>
                  <a:lnTo>
                    <a:pt x="869" y="1772"/>
                  </a:lnTo>
                  <a:lnTo>
                    <a:pt x="865" y="1800"/>
                  </a:lnTo>
                  <a:lnTo>
                    <a:pt x="862" y="1823"/>
                  </a:lnTo>
                  <a:lnTo>
                    <a:pt x="857" y="1844"/>
                  </a:lnTo>
                  <a:lnTo>
                    <a:pt x="849" y="1865"/>
                  </a:lnTo>
                  <a:lnTo>
                    <a:pt x="842" y="1883"/>
                  </a:lnTo>
                  <a:lnTo>
                    <a:pt x="832" y="1904"/>
                  </a:lnTo>
                  <a:lnTo>
                    <a:pt x="820" y="1924"/>
                  </a:lnTo>
                  <a:lnTo>
                    <a:pt x="792" y="1918"/>
                  </a:lnTo>
                  <a:lnTo>
                    <a:pt x="767" y="1910"/>
                  </a:lnTo>
                  <a:lnTo>
                    <a:pt x="746" y="1905"/>
                  </a:lnTo>
                  <a:lnTo>
                    <a:pt x="729" y="1899"/>
                  </a:lnTo>
                  <a:lnTo>
                    <a:pt x="702" y="1889"/>
                  </a:lnTo>
                  <a:lnTo>
                    <a:pt x="683" y="1879"/>
                  </a:lnTo>
                  <a:lnTo>
                    <a:pt x="669" y="1871"/>
                  </a:lnTo>
                  <a:lnTo>
                    <a:pt x="656" y="1864"/>
                  </a:lnTo>
                  <a:lnTo>
                    <a:pt x="650" y="1860"/>
                  </a:lnTo>
                  <a:lnTo>
                    <a:pt x="643" y="1857"/>
                  </a:lnTo>
                  <a:lnTo>
                    <a:pt x="634" y="1854"/>
                  </a:lnTo>
                  <a:lnTo>
                    <a:pt x="625" y="1851"/>
                  </a:lnTo>
                  <a:lnTo>
                    <a:pt x="627" y="1827"/>
                  </a:lnTo>
                  <a:lnTo>
                    <a:pt x="631" y="1805"/>
                  </a:lnTo>
                  <a:lnTo>
                    <a:pt x="638" y="1783"/>
                  </a:lnTo>
                  <a:lnTo>
                    <a:pt x="645" y="1762"/>
                  </a:lnTo>
                  <a:lnTo>
                    <a:pt x="657" y="1733"/>
                  </a:lnTo>
                  <a:lnTo>
                    <a:pt x="665" y="1709"/>
                  </a:lnTo>
                  <a:lnTo>
                    <a:pt x="670" y="1692"/>
                  </a:lnTo>
                  <a:lnTo>
                    <a:pt x="674" y="1677"/>
                  </a:lnTo>
                  <a:lnTo>
                    <a:pt x="674" y="1671"/>
                  </a:lnTo>
                  <a:lnTo>
                    <a:pt x="674" y="1666"/>
                  </a:lnTo>
                  <a:lnTo>
                    <a:pt x="672" y="1662"/>
                  </a:lnTo>
                  <a:lnTo>
                    <a:pt x="671" y="1658"/>
                  </a:lnTo>
                  <a:lnTo>
                    <a:pt x="669" y="1655"/>
                  </a:lnTo>
                  <a:lnTo>
                    <a:pt x="666" y="1652"/>
                  </a:lnTo>
                  <a:lnTo>
                    <a:pt x="663" y="1649"/>
                  </a:lnTo>
                  <a:lnTo>
                    <a:pt x="658" y="1645"/>
                  </a:lnTo>
                  <a:lnTo>
                    <a:pt x="637" y="1633"/>
                  </a:lnTo>
                  <a:lnTo>
                    <a:pt x="607" y="1615"/>
                  </a:lnTo>
                  <a:lnTo>
                    <a:pt x="589" y="1601"/>
                  </a:lnTo>
                  <a:lnTo>
                    <a:pt x="569" y="1584"/>
                  </a:lnTo>
                  <a:lnTo>
                    <a:pt x="560" y="1574"/>
                  </a:lnTo>
                  <a:lnTo>
                    <a:pt x="548" y="1562"/>
                  </a:lnTo>
                  <a:lnTo>
                    <a:pt x="537" y="1549"/>
                  </a:lnTo>
                  <a:lnTo>
                    <a:pt x="525" y="1534"/>
                  </a:lnTo>
                  <a:lnTo>
                    <a:pt x="508" y="1511"/>
                  </a:lnTo>
                  <a:lnTo>
                    <a:pt x="494" y="1495"/>
                  </a:lnTo>
                  <a:lnTo>
                    <a:pt x="486" y="1489"/>
                  </a:lnTo>
                  <a:lnTo>
                    <a:pt x="478" y="1485"/>
                  </a:lnTo>
                  <a:lnTo>
                    <a:pt x="474" y="1484"/>
                  </a:lnTo>
                  <a:lnTo>
                    <a:pt x="469" y="1483"/>
                  </a:lnTo>
                  <a:lnTo>
                    <a:pt x="464" y="1483"/>
                  </a:lnTo>
                  <a:lnTo>
                    <a:pt x="459" y="1483"/>
                  </a:lnTo>
                  <a:lnTo>
                    <a:pt x="446" y="1485"/>
                  </a:lnTo>
                  <a:lnTo>
                    <a:pt x="432" y="1489"/>
                  </a:lnTo>
                  <a:lnTo>
                    <a:pt x="414" y="1497"/>
                  </a:lnTo>
                  <a:lnTo>
                    <a:pt x="394" y="1505"/>
                  </a:lnTo>
                  <a:lnTo>
                    <a:pt x="341" y="1531"/>
                  </a:lnTo>
                  <a:lnTo>
                    <a:pt x="270" y="1569"/>
                  </a:lnTo>
                  <a:lnTo>
                    <a:pt x="267" y="1559"/>
                  </a:lnTo>
                  <a:lnTo>
                    <a:pt x="263" y="1548"/>
                  </a:lnTo>
                  <a:lnTo>
                    <a:pt x="257" y="1538"/>
                  </a:lnTo>
                  <a:lnTo>
                    <a:pt x="253" y="1529"/>
                  </a:lnTo>
                  <a:lnTo>
                    <a:pt x="241" y="1510"/>
                  </a:lnTo>
                  <a:lnTo>
                    <a:pt x="228" y="1491"/>
                  </a:lnTo>
                  <a:lnTo>
                    <a:pt x="215" y="1471"/>
                  </a:lnTo>
                  <a:lnTo>
                    <a:pt x="203" y="1449"/>
                  </a:lnTo>
                  <a:lnTo>
                    <a:pt x="197" y="1437"/>
                  </a:lnTo>
                  <a:lnTo>
                    <a:pt x="192" y="1425"/>
                  </a:lnTo>
                  <a:lnTo>
                    <a:pt x="188" y="1412"/>
                  </a:lnTo>
                  <a:lnTo>
                    <a:pt x="184" y="1398"/>
                  </a:lnTo>
                  <a:lnTo>
                    <a:pt x="193" y="1386"/>
                  </a:lnTo>
                  <a:lnTo>
                    <a:pt x="204" y="1375"/>
                  </a:lnTo>
                  <a:lnTo>
                    <a:pt x="216" y="1363"/>
                  </a:lnTo>
                  <a:lnTo>
                    <a:pt x="229" y="1353"/>
                  </a:lnTo>
                  <a:lnTo>
                    <a:pt x="257" y="1333"/>
                  </a:lnTo>
                  <a:lnTo>
                    <a:pt x="285" y="1315"/>
                  </a:lnTo>
                  <a:lnTo>
                    <a:pt x="312" y="1299"/>
                  </a:lnTo>
                  <a:lnTo>
                    <a:pt x="334" y="1285"/>
                  </a:lnTo>
                  <a:lnTo>
                    <a:pt x="343" y="1279"/>
                  </a:lnTo>
                  <a:lnTo>
                    <a:pt x="349" y="1273"/>
                  </a:lnTo>
                  <a:lnTo>
                    <a:pt x="354" y="1268"/>
                  </a:lnTo>
                  <a:lnTo>
                    <a:pt x="356" y="1263"/>
                  </a:lnTo>
                  <a:lnTo>
                    <a:pt x="354" y="1241"/>
                  </a:lnTo>
                  <a:lnTo>
                    <a:pt x="350" y="1207"/>
                  </a:lnTo>
                  <a:lnTo>
                    <a:pt x="344" y="1167"/>
                  </a:lnTo>
                  <a:lnTo>
                    <a:pt x="337" y="1124"/>
                  </a:lnTo>
                  <a:lnTo>
                    <a:pt x="330" y="1082"/>
                  </a:lnTo>
                  <a:lnTo>
                    <a:pt x="322" y="1046"/>
                  </a:lnTo>
                  <a:lnTo>
                    <a:pt x="318" y="1031"/>
                  </a:lnTo>
                  <a:lnTo>
                    <a:pt x="315" y="1018"/>
                  </a:lnTo>
                  <a:lnTo>
                    <a:pt x="311" y="1008"/>
                  </a:lnTo>
                  <a:lnTo>
                    <a:pt x="308" y="1003"/>
                  </a:lnTo>
                  <a:lnTo>
                    <a:pt x="302" y="994"/>
                  </a:lnTo>
                  <a:lnTo>
                    <a:pt x="296" y="989"/>
                  </a:lnTo>
                  <a:lnTo>
                    <a:pt x="291" y="985"/>
                  </a:lnTo>
                  <a:lnTo>
                    <a:pt x="285" y="984"/>
                  </a:lnTo>
                  <a:lnTo>
                    <a:pt x="272" y="984"/>
                  </a:lnTo>
                  <a:lnTo>
                    <a:pt x="256" y="987"/>
                  </a:lnTo>
                  <a:lnTo>
                    <a:pt x="244" y="987"/>
                  </a:lnTo>
                  <a:lnTo>
                    <a:pt x="231" y="985"/>
                  </a:lnTo>
                  <a:lnTo>
                    <a:pt x="216" y="983"/>
                  </a:lnTo>
                  <a:lnTo>
                    <a:pt x="196" y="979"/>
                  </a:lnTo>
                  <a:lnTo>
                    <a:pt x="175" y="972"/>
                  </a:lnTo>
                  <a:lnTo>
                    <a:pt x="150" y="963"/>
                  </a:lnTo>
                  <a:lnTo>
                    <a:pt x="120" y="950"/>
                  </a:lnTo>
                  <a:lnTo>
                    <a:pt x="86" y="932"/>
                  </a:lnTo>
                  <a:lnTo>
                    <a:pt x="90" y="921"/>
                  </a:lnTo>
                  <a:lnTo>
                    <a:pt x="94" y="903"/>
                  </a:lnTo>
                  <a:lnTo>
                    <a:pt x="100" y="881"/>
                  </a:lnTo>
                  <a:lnTo>
                    <a:pt x="105" y="856"/>
                  </a:lnTo>
                  <a:lnTo>
                    <a:pt x="115" y="809"/>
                  </a:lnTo>
                  <a:lnTo>
                    <a:pt x="123" y="773"/>
                  </a:lnTo>
                  <a:lnTo>
                    <a:pt x="139" y="772"/>
                  </a:lnTo>
                  <a:lnTo>
                    <a:pt x="149" y="769"/>
                  </a:lnTo>
                  <a:lnTo>
                    <a:pt x="156" y="767"/>
                  </a:lnTo>
                  <a:lnTo>
                    <a:pt x="162" y="765"/>
                  </a:lnTo>
                  <a:lnTo>
                    <a:pt x="166" y="764"/>
                  </a:lnTo>
                  <a:lnTo>
                    <a:pt x="172" y="762"/>
                  </a:lnTo>
                  <a:lnTo>
                    <a:pt x="182" y="761"/>
                  </a:lnTo>
                  <a:lnTo>
                    <a:pt x="196" y="761"/>
                  </a:lnTo>
                  <a:lnTo>
                    <a:pt x="215" y="762"/>
                  </a:lnTo>
                  <a:lnTo>
                    <a:pt x="232" y="764"/>
                  </a:lnTo>
                  <a:lnTo>
                    <a:pt x="248" y="767"/>
                  </a:lnTo>
                  <a:lnTo>
                    <a:pt x="263" y="772"/>
                  </a:lnTo>
                  <a:lnTo>
                    <a:pt x="287" y="779"/>
                  </a:lnTo>
                  <a:lnTo>
                    <a:pt x="309" y="786"/>
                  </a:lnTo>
                  <a:lnTo>
                    <a:pt x="319" y="787"/>
                  </a:lnTo>
                  <a:lnTo>
                    <a:pt x="328" y="787"/>
                  </a:lnTo>
                  <a:lnTo>
                    <a:pt x="332" y="786"/>
                  </a:lnTo>
                  <a:lnTo>
                    <a:pt x="335" y="784"/>
                  </a:lnTo>
                  <a:lnTo>
                    <a:pt x="340" y="781"/>
                  </a:lnTo>
                  <a:lnTo>
                    <a:pt x="343" y="779"/>
                  </a:lnTo>
                  <a:lnTo>
                    <a:pt x="350" y="772"/>
                  </a:lnTo>
                  <a:lnTo>
                    <a:pt x="357" y="761"/>
                  </a:lnTo>
                  <a:lnTo>
                    <a:pt x="364" y="746"/>
                  </a:lnTo>
                  <a:lnTo>
                    <a:pt x="371" y="728"/>
                  </a:lnTo>
                  <a:lnTo>
                    <a:pt x="380" y="702"/>
                  </a:lnTo>
                  <a:lnTo>
                    <a:pt x="389" y="678"/>
                  </a:lnTo>
                  <a:lnTo>
                    <a:pt x="395" y="666"/>
                  </a:lnTo>
                  <a:lnTo>
                    <a:pt x="400" y="654"/>
                  </a:lnTo>
                  <a:lnTo>
                    <a:pt x="407" y="644"/>
                  </a:lnTo>
                  <a:lnTo>
                    <a:pt x="413" y="634"/>
                  </a:lnTo>
                  <a:lnTo>
                    <a:pt x="420" y="623"/>
                  </a:lnTo>
                  <a:lnTo>
                    <a:pt x="428" y="614"/>
                  </a:lnTo>
                  <a:lnTo>
                    <a:pt x="436" y="606"/>
                  </a:lnTo>
                  <a:lnTo>
                    <a:pt x="446" y="598"/>
                  </a:lnTo>
                  <a:lnTo>
                    <a:pt x="456" y="591"/>
                  </a:lnTo>
                  <a:lnTo>
                    <a:pt x="466" y="586"/>
                  </a:lnTo>
                  <a:lnTo>
                    <a:pt x="477" y="581"/>
                  </a:lnTo>
                  <a:lnTo>
                    <a:pt x="490" y="577"/>
                  </a:lnTo>
                  <a:lnTo>
                    <a:pt x="489" y="565"/>
                  </a:lnTo>
                  <a:lnTo>
                    <a:pt x="489" y="555"/>
                  </a:lnTo>
                  <a:lnTo>
                    <a:pt x="487" y="545"/>
                  </a:lnTo>
                  <a:lnTo>
                    <a:pt x="485" y="535"/>
                  </a:lnTo>
                  <a:lnTo>
                    <a:pt x="483" y="526"/>
                  </a:lnTo>
                  <a:lnTo>
                    <a:pt x="479" y="519"/>
                  </a:lnTo>
                  <a:lnTo>
                    <a:pt x="476" y="511"/>
                  </a:lnTo>
                  <a:lnTo>
                    <a:pt x="473" y="505"/>
                  </a:lnTo>
                  <a:lnTo>
                    <a:pt x="464" y="492"/>
                  </a:lnTo>
                  <a:lnTo>
                    <a:pt x="454" y="481"/>
                  </a:lnTo>
                  <a:lnTo>
                    <a:pt x="444" y="471"/>
                  </a:lnTo>
                  <a:lnTo>
                    <a:pt x="433" y="462"/>
                  </a:lnTo>
                  <a:lnTo>
                    <a:pt x="410" y="445"/>
                  </a:lnTo>
                  <a:lnTo>
                    <a:pt x="387" y="425"/>
                  </a:lnTo>
                  <a:lnTo>
                    <a:pt x="377" y="414"/>
                  </a:lnTo>
                  <a:lnTo>
                    <a:pt x="369" y="401"/>
                  </a:lnTo>
                  <a:lnTo>
                    <a:pt x="364" y="394"/>
                  </a:lnTo>
                  <a:lnTo>
                    <a:pt x="361" y="386"/>
                  </a:lnTo>
                  <a:lnTo>
                    <a:pt x="358" y="378"/>
                  </a:lnTo>
                  <a:lnTo>
                    <a:pt x="356" y="369"/>
                  </a:lnTo>
                  <a:lnTo>
                    <a:pt x="369" y="352"/>
                  </a:lnTo>
                  <a:lnTo>
                    <a:pt x="384" y="333"/>
                  </a:lnTo>
                  <a:lnTo>
                    <a:pt x="402" y="317"/>
                  </a:lnTo>
                  <a:lnTo>
                    <a:pt x="421" y="300"/>
                  </a:lnTo>
                  <a:lnTo>
                    <a:pt x="441" y="285"/>
                  </a:lnTo>
                  <a:lnTo>
                    <a:pt x="461" y="271"/>
                  </a:lnTo>
                  <a:lnTo>
                    <a:pt x="482" y="258"/>
                  </a:lnTo>
                  <a:lnTo>
                    <a:pt x="502" y="246"/>
                  </a:lnTo>
                  <a:lnTo>
                    <a:pt x="670" y="408"/>
                  </a:lnTo>
                  <a:lnTo>
                    <a:pt x="696" y="393"/>
                  </a:lnTo>
                  <a:lnTo>
                    <a:pt x="719" y="379"/>
                  </a:lnTo>
                  <a:lnTo>
                    <a:pt x="741" y="363"/>
                  </a:lnTo>
                  <a:lnTo>
                    <a:pt x="762" y="349"/>
                  </a:lnTo>
                  <a:lnTo>
                    <a:pt x="773" y="344"/>
                  </a:lnTo>
                  <a:lnTo>
                    <a:pt x="785" y="337"/>
                  </a:lnTo>
                  <a:lnTo>
                    <a:pt x="797" y="332"/>
                  </a:lnTo>
                  <a:lnTo>
                    <a:pt x="809" y="328"/>
                  </a:lnTo>
                  <a:lnTo>
                    <a:pt x="823" y="323"/>
                  </a:lnTo>
                  <a:lnTo>
                    <a:pt x="837" y="320"/>
                  </a:lnTo>
                  <a:lnTo>
                    <a:pt x="854" y="317"/>
                  </a:lnTo>
                  <a:lnTo>
                    <a:pt x="870" y="315"/>
                  </a:lnTo>
                  <a:lnTo>
                    <a:pt x="888" y="312"/>
                  </a:lnTo>
                  <a:lnTo>
                    <a:pt x="902" y="309"/>
                  </a:lnTo>
                  <a:lnTo>
                    <a:pt x="909" y="308"/>
                  </a:lnTo>
                  <a:lnTo>
                    <a:pt x="914" y="306"/>
                  </a:lnTo>
                  <a:lnTo>
                    <a:pt x="919" y="303"/>
                  </a:lnTo>
                  <a:lnTo>
                    <a:pt x="922" y="300"/>
                  </a:lnTo>
                  <a:lnTo>
                    <a:pt x="925" y="297"/>
                  </a:lnTo>
                  <a:lnTo>
                    <a:pt x="928" y="293"/>
                  </a:lnTo>
                  <a:lnTo>
                    <a:pt x="931" y="290"/>
                  </a:lnTo>
                  <a:lnTo>
                    <a:pt x="932" y="285"/>
                  </a:lnTo>
                  <a:lnTo>
                    <a:pt x="934" y="276"/>
                  </a:lnTo>
                  <a:lnTo>
                    <a:pt x="934" y="265"/>
                  </a:lnTo>
                  <a:lnTo>
                    <a:pt x="931" y="236"/>
                  </a:lnTo>
                  <a:lnTo>
                    <a:pt x="925" y="200"/>
                  </a:lnTo>
                  <a:lnTo>
                    <a:pt x="923" y="179"/>
                  </a:lnTo>
                  <a:lnTo>
                    <a:pt x="921" y="155"/>
                  </a:lnTo>
                  <a:lnTo>
                    <a:pt x="919" y="128"/>
                  </a:lnTo>
                  <a:lnTo>
                    <a:pt x="919" y="100"/>
                  </a:lnTo>
                  <a:close/>
                  <a:moveTo>
                    <a:pt x="833" y="234"/>
                  </a:moveTo>
                  <a:lnTo>
                    <a:pt x="809" y="238"/>
                  </a:lnTo>
                  <a:lnTo>
                    <a:pt x="788" y="242"/>
                  </a:lnTo>
                  <a:lnTo>
                    <a:pt x="769" y="248"/>
                  </a:lnTo>
                  <a:lnTo>
                    <a:pt x="751" y="256"/>
                  </a:lnTo>
                  <a:lnTo>
                    <a:pt x="733" y="265"/>
                  </a:lnTo>
                  <a:lnTo>
                    <a:pt x="717" y="274"/>
                  </a:lnTo>
                  <a:lnTo>
                    <a:pt x="702" y="285"/>
                  </a:lnTo>
                  <a:lnTo>
                    <a:pt x="685" y="295"/>
                  </a:lnTo>
                  <a:lnTo>
                    <a:pt x="671" y="285"/>
                  </a:lnTo>
                  <a:lnTo>
                    <a:pt x="659" y="276"/>
                  </a:lnTo>
                  <a:lnTo>
                    <a:pt x="648" y="266"/>
                  </a:lnTo>
                  <a:lnTo>
                    <a:pt x="637" y="256"/>
                  </a:lnTo>
                  <a:lnTo>
                    <a:pt x="617" y="238"/>
                  </a:lnTo>
                  <a:lnTo>
                    <a:pt x="601" y="219"/>
                  </a:lnTo>
                  <a:lnTo>
                    <a:pt x="587" y="202"/>
                  </a:lnTo>
                  <a:lnTo>
                    <a:pt x="575" y="187"/>
                  </a:lnTo>
                  <a:lnTo>
                    <a:pt x="563" y="175"/>
                  </a:lnTo>
                  <a:lnTo>
                    <a:pt x="551" y="164"/>
                  </a:lnTo>
                  <a:lnTo>
                    <a:pt x="544" y="159"/>
                  </a:lnTo>
                  <a:lnTo>
                    <a:pt x="538" y="157"/>
                  </a:lnTo>
                  <a:lnTo>
                    <a:pt x="531" y="154"/>
                  </a:lnTo>
                  <a:lnTo>
                    <a:pt x="524" y="153"/>
                  </a:lnTo>
                  <a:lnTo>
                    <a:pt x="516" y="153"/>
                  </a:lnTo>
                  <a:lnTo>
                    <a:pt x="509" y="153"/>
                  </a:lnTo>
                  <a:lnTo>
                    <a:pt x="500" y="155"/>
                  </a:lnTo>
                  <a:lnTo>
                    <a:pt x="490" y="158"/>
                  </a:lnTo>
                  <a:lnTo>
                    <a:pt x="479" y="162"/>
                  </a:lnTo>
                  <a:lnTo>
                    <a:pt x="467" y="167"/>
                  </a:lnTo>
                  <a:lnTo>
                    <a:pt x="456" y="173"/>
                  </a:lnTo>
                  <a:lnTo>
                    <a:pt x="441" y="182"/>
                  </a:lnTo>
                  <a:lnTo>
                    <a:pt x="411" y="203"/>
                  </a:lnTo>
                  <a:lnTo>
                    <a:pt x="374" y="229"/>
                  </a:lnTo>
                  <a:lnTo>
                    <a:pt x="358" y="242"/>
                  </a:lnTo>
                  <a:lnTo>
                    <a:pt x="338" y="256"/>
                  </a:lnTo>
                  <a:lnTo>
                    <a:pt x="319" y="273"/>
                  </a:lnTo>
                  <a:lnTo>
                    <a:pt x="299" y="292"/>
                  </a:lnTo>
                  <a:lnTo>
                    <a:pt x="291" y="302"/>
                  </a:lnTo>
                  <a:lnTo>
                    <a:pt x="283" y="311"/>
                  </a:lnTo>
                  <a:lnTo>
                    <a:pt x="276" y="322"/>
                  </a:lnTo>
                  <a:lnTo>
                    <a:pt x="270" y="333"/>
                  </a:lnTo>
                  <a:lnTo>
                    <a:pt x="266" y="344"/>
                  </a:lnTo>
                  <a:lnTo>
                    <a:pt x="263" y="355"/>
                  </a:lnTo>
                  <a:lnTo>
                    <a:pt x="261" y="366"/>
                  </a:lnTo>
                  <a:lnTo>
                    <a:pt x="261" y="376"/>
                  </a:lnTo>
                  <a:lnTo>
                    <a:pt x="265" y="388"/>
                  </a:lnTo>
                  <a:lnTo>
                    <a:pt x="268" y="400"/>
                  </a:lnTo>
                  <a:lnTo>
                    <a:pt x="273" y="412"/>
                  </a:lnTo>
                  <a:lnTo>
                    <a:pt x="280" y="423"/>
                  </a:lnTo>
                  <a:lnTo>
                    <a:pt x="287" y="435"/>
                  </a:lnTo>
                  <a:lnTo>
                    <a:pt x="295" y="445"/>
                  </a:lnTo>
                  <a:lnTo>
                    <a:pt x="304" y="456"/>
                  </a:lnTo>
                  <a:lnTo>
                    <a:pt x="312" y="465"/>
                  </a:lnTo>
                  <a:lnTo>
                    <a:pt x="331" y="485"/>
                  </a:lnTo>
                  <a:lnTo>
                    <a:pt x="349" y="505"/>
                  </a:lnTo>
                  <a:lnTo>
                    <a:pt x="367" y="523"/>
                  </a:lnTo>
                  <a:lnTo>
                    <a:pt x="380" y="540"/>
                  </a:lnTo>
                  <a:lnTo>
                    <a:pt x="367" y="556"/>
                  </a:lnTo>
                  <a:lnTo>
                    <a:pt x="354" y="572"/>
                  </a:lnTo>
                  <a:lnTo>
                    <a:pt x="341" y="588"/>
                  </a:lnTo>
                  <a:lnTo>
                    <a:pt x="329" y="606"/>
                  </a:lnTo>
                  <a:lnTo>
                    <a:pt x="318" y="624"/>
                  </a:lnTo>
                  <a:lnTo>
                    <a:pt x="309" y="644"/>
                  </a:lnTo>
                  <a:lnTo>
                    <a:pt x="300" y="664"/>
                  </a:lnTo>
                  <a:lnTo>
                    <a:pt x="294" y="687"/>
                  </a:lnTo>
                  <a:lnTo>
                    <a:pt x="238" y="682"/>
                  </a:lnTo>
                  <a:lnTo>
                    <a:pt x="190" y="675"/>
                  </a:lnTo>
                  <a:lnTo>
                    <a:pt x="169" y="673"/>
                  </a:lnTo>
                  <a:lnTo>
                    <a:pt x="150" y="672"/>
                  </a:lnTo>
                  <a:lnTo>
                    <a:pt x="132" y="672"/>
                  </a:lnTo>
                  <a:lnTo>
                    <a:pt x="117" y="673"/>
                  </a:lnTo>
                  <a:lnTo>
                    <a:pt x="110" y="675"/>
                  </a:lnTo>
                  <a:lnTo>
                    <a:pt x="103" y="677"/>
                  </a:lnTo>
                  <a:lnTo>
                    <a:pt x="95" y="680"/>
                  </a:lnTo>
                  <a:lnTo>
                    <a:pt x="90" y="684"/>
                  </a:lnTo>
                  <a:lnTo>
                    <a:pt x="84" y="687"/>
                  </a:lnTo>
                  <a:lnTo>
                    <a:pt x="78" y="692"/>
                  </a:lnTo>
                  <a:lnTo>
                    <a:pt x="72" y="698"/>
                  </a:lnTo>
                  <a:lnTo>
                    <a:pt x="67" y="704"/>
                  </a:lnTo>
                  <a:lnTo>
                    <a:pt x="62" y="712"/>
                  </a:lnTo>
                  <a:lnTo>
                    <a:pt x="56" y="719"/>
                  </a:lnTo>
                  <a:lnTo>
                    <a:pt x="52" y="729"/>
                  </a:lnTo>
                  <a:lnTo>
                    <a:pt x="47" y="739"/>
                  </a:lnTo>
                  <a:lnTo>
                    <a:pt x="38" y="762"/>
                  </a:lnTo>
                  <a:lnTo>
                    <a:pt x="29" y="790"/>
                  </a:lnTo>
                  <a:lnTo>
                    <a:pt x="25" y="810"/>
                  </a:lnTo>
                  <a:lnTo>
                    <a:pt x="20" y="831"/>
                  </a:lnTo>
                  <a:lnTo>
                    <a:pt x="14" y="854"/>
                  </a:lnTo>
                  <a:lnTo>
                    <a:pt x="10" y="878"/>
                  </a:lnTo>
                  <a:lnTo>
                    <a:pt x="7" y="902"/>
                  </a:lnTo>
                  <a:lnTo>
                    <a:pt x="3" y="926"/>
                  </a:lnTo>
                  <a:lnTo>
                    <a:pt x="1" y="947"/>
                  </a:lnTo>
                  <a:lnTo>
                    <a:pt x="0" y="969"/>
                  </a:lnTo>
                  <a:lnTo>
                    <a:pt x="27" y="987"/>
                  </a:lnTo>
                  <a:lnTo>
                    <a:pt x="54" y="1005"/>
                  </a:lnTo>
                  <a:lnTo>
                    <a:pt x="82" y="1022"/>
                  </a:lnTo>
                  <a:lnTo>
                    <a:pt x="111" y="1039"/>
                  </a:lnTo>
                  <a:lnTo>
                    <a:pt x="126" y="1046"/>
                  </a:lnTo>
                  <a:lnTo>
                    <a:pt x="142" y="1053"/>
                  </a:lnTo>
                  <a:lnTo>
                    <a:pt x="157" y="1059"/>
                  </a:lnTo>
                  <a:lnTo>
                    <a:pt x="174" y="1065"/>
                  </a:lnTo>
                  <a:lnTo>
                    <a:pt x="191" y="1070"/>
                  </a:lnTo>
                  <a:lnTo>
                    <a:pt x="208" y="1074"/>
                  </a:lnTo>
                  <a:lnTo>
                    <a:pt x="227" y="1077"/>
                  </a:lnTo>
                  <a:lnTo>
                    <a:pt x="245" y="1079"/>
                  </a:lnTo>
                  <a:lnTo>
                    <a:pt x="246" y="1099"/>
                  </a:lnTo>
                  <a:lnTo>
                    <a:pt x="247" y="1119"/>
                  </a:lnTo>
                  <a:lnTo>
                    <a:pt x="251" y="1138"/>
                  </a:lnTo>
                  <a:lnTo>
                    <a:pt x="254" y="1157"/>
                  </a:lnTo>
                  <a:lnTo>
                    <a:pt x="261" y="1192"/>
                  </a:lnTo>
                  <a:lnTo>
                    <a:pt x="270" y="1226"/>
                  </a:lnTo>
                  <a:lnTo>
                    <a:pt x="251" y="1236"/>
                  </a:lnTo>
                  <a:lnTo>
                    <a:pt x="231" y="1248"/>
                  </a:lnTo>
                  <a:lnTo>
                    <a:pt x="210" y="1260"/>
                  </a:lnTo>
                  <a:lnTo>
                    <a:pt x="190" y="1274"/>
                  </a:lnTo>
                  <a:lnTo>
                    <a:pt x="169" y="1288"/>
                  </a:lnTo>
                  <a:lnTo>
                    <a:pt x="151" y="1303"/>
                  </a:lnTo>
                  <a:lnTo>
                    <a:pt x="135" y="1319"/>
                  </a:lnTo>
                  <a:lnTo>
                    <a:pt x="120" y="1334"/>
                  </a:lnTo>
                  <a:lnTo>
                    <a:pt x="112" y="1345"/>
                  </a:lnTo>
                  <a:lnTo>
                    <a:pt x="104" y="1356"/>
                  </a:lnTo>
                  <a:lnTo>
                    <a:pt x="99" y="1366"/>
                  </a:lnTo>
                  <a:lnTo>
                    <a:pt x="95" y="1376"/>
                  </a:lnTo>
                  <a:lnTo>
                    <a:pt x="92" y="1387"/>
                  </a:lnTo>
                  <a:lnTo>
                    <a:pt x="91" y="1397"/>
                  </a:lnTo>
                  <a:lnTo>
                    <a:pt x="91" y="1407"/>
                  </a:lnTo>
                  <a:lnTo>
                    <a:pt x="92" y="1416"/>
                  </a:lnTo>
                  <a:lnTo>
                    <a:pt x="95" y="1427"/>
                  </a:lnTo>
                  <a:lnTo>
                    <a:pt x="99" y="1438"/>
                  </a:lnTo>
                  <a:lnTo>
                    <a:pt x="103" y="1449"/>
                  </a:lnTo>
                  <a:lnTo>
                    <a:pt x="110" y="1461"/>
                  </a:lnTo>
                  <a:lnTo>
                    <a:pt x="124" y="1486"/>
                  </a:lnTo>
                  <a:lnTo>
                    <a:pt x="140" y="1515"/>
                  </a:lnTo>
                  <a:lnTo>
                    <a:pt x="161" y="1549"/>
                  </a:lnTo>
                  <a:lnTo>
                    <a:pt x="178" y="1577"/>
                  </a:lnTo>
                  <a:lnTo>
                    <a:pt x="194" y="1601"/>
                  </a:lnTo>
                  <a:lnTo>
                    <a:pt x="208" y="1620"/>
                  </a:lnTo>
                  <a:lnTo>
                    <a:pt x="215" y="1629"/>
                  </a:lnTo>
                  <a:lnTo>
                    <a:pt x="222" y="1637"/>
                  </a:lnTo>
                  <a:lnTo>
                    <a:pt x="229" y="1642"/>
                  </a:lnTo>
                  <a:lnTo>
                    <a:pt x="235" y="1648"/>
                  </a:lnTo>
                  <a:lnTo>
                    <a:pt x="242" y="1652"/>
                  </a:lnTo>
                  <a:lnTo>
                    <a:pt x="248" y="1655"/>
                  </a:lnTo>
                  <a:lnTo>
                    <a:pt x="255" y="1657"/>
                  </a:lnTo>
                  <a:lnTo>
                    <a:pt x="261" y="1658"/>
                  </a:lnTo>
                  <a:lnTo>
                    <a:pt x="269" y="1660"/>
                  </a:lnTo>
                  <a:lnTo>
                    <a:pt x="276" y="1658"/>
                  </a:lnTo>
                  <a:lnTo>
                    <a:pt x="283" y="1657"/>
                  </a:lnTo>
                  <a:lnTo>
                    <a:pt x="292" y="1656"/>
                  </a:lnTo>
                  <a:lnTo>
                    <a:pt x="309" y="1650"/>
                  </a:lnTo>
                  <a:lnTo>
                    <a:pt x="329" y="1641"/>
                  </a:lnTo>
                  <a:lnTo>
                    <a:pt x="377" y="1616"/>
                  </a:lnTo>
                  <a:lnTo>
                    <a:pt x="441" y="1581"/>
                  </a:lnTo>
                  <a:lnTo>
                    <a:pt x="456" y="1592"/>
                  </a:lnTo>
                  <a:lnTo>
                    <a:pt x="467" y="1602"/>
                  </a:lnTo>
                  <a:lnTo>
                    <a:pt x="478" y="1613"/>
                  </a:lnTo>
                  <a:lnTo>
                    <a:pt x="490" y="1625"/>
                  </a:lnTo>
                  <a:lnTo>
                    <a:pt x="504" y="1638"/>
                  </a:lnTo>
                  <a:lnTo>
                    <a:pt x="522" y="1653"/>
                  </a:lnTo>
                  <a:lnTo>
                    <a:pt x="546" y="1670"/>
                  </a:lnTo>
                  <a:lnTo>
                    <a:pt x="576" y="1692"/>
                  </a:lnTo>
                  <a:lnTo>
                    <a:pt x="571" y="1713"/>
                  </a:lnTo>
                  <a:lnTo>
                    <a:pt x="564" y="1733"/>
                  </a:lnTo>
                  <a:lnTo>
                    <a:pt x="557" y="1752"/>
                  </a:lnTo>
                  <a:lnTo>
                    <a:pt x="552" y="1771"/>
                  </a:lnTo>
                  <a:lnTo>
                    <a:pt x="547" y="1792"/>
                  </a:lnTo>
                  <a:lnTo>
                    <a:pt x="542" y="1813"/>
                  </a:lnTo>
                  <a:lnTo>
                    <a:pt x="540" y="1836"/>
                  </a:lnTo>
                  <a:lnTo>
                    <a:pt x="539" y="1863"/>
                  </a:lnTo>
                  <a:lnTo>
                    <a:pt x="539" y="1869"/>
                  </a:lnTo>
                  <a:lnTo>
                    <a:pt x="541" y="1876"/>
                  </a:lnTo>
                  <a:lnTo>
                    <a:pt x="544" y="1883"/>
                  </a:lnTo>
                  <a:lnTo>
                    <a:pt x="548" y="1890"/>
                  </a:lnTo>
                  <a:lnTo>
                    <a:pt x="553" y="1896"/>
                  </a:lnTo>
                  <a:lnTo>
                    <a:pt x="559" y="1903"/>
                  </a:lnTo>
                  <a:lnTo>
                    <a:pt x="565" y="1909"/>
                  </a:lnTo>
                  <a:lnTo>
                    <a:pt x="573" y="1915"/>
                  </a:lnTo>
                  <a:lnTo>
                    <a:pt x="590" y="1928"/>
                  </a:lnTo>
                  <a:lnTo>
                    <a:pt x="610" y="1940"/>
                  </a:lnTo>
                  <a:lnTo>
                    <a:pt x="631" y="1952"/>
                  </a:lnTo>
                  <a:lnTo>
                    <a:pt x="654" y="1962"/>
                  </a:lnTo>
                  <a:lnTo>
                    <a:pt x="678" y="1972"/>
                  </a:lnTo>
                  <a:lnTo>
                    <a:pt x="703" y="1982"/>
                  </a:lnTo>
                  <a:lnTo>
                    <a:pt x="727" y="1990"/>
                  </a:lnTo>
                  <a:lnTo>
                    <a:pt x="751" y="1997"/>
                  </a:lnTo>
                  <a:lnTo>
                    <a:pt x="774" y="2003"/>
                  </a:lnTo>
                  <a:lnTo>
                    <a:pt x="796" y="2007"/>
                  </a:lnTo>
                  <a:lnTo>
                    <a:pt x="816" y="2009"/>
                  </a:lnTo>
                  <a:lnTo>
                    <a:pt x="833" y="2010"/>
                  </a:lnTo>
                  <a:lnTo>
                    <a:pt x="838" y="2010"/>
                  </a:lnTo>
                  <a:lnTo>
                    <a:pt x="844" y="2009"/>
                  </a:lnTo>
                  <a:lnTo>
                    <a:pt x="848" y="2007"/>
                  </a:lnTo>
                  <a:lnTo>
                    <a:pt x="854" y="2005"/>
                  </a:lnTo>
                  <a:lnTo>
                    <a:pt x="864" y="1999"/>
                  </a:lnTo>
                  <a:lnTo>
                    <a:pt x="874" y="1991"/>
                  </a:lnTo>
                  <a:lnTo>
                    <a:pt x="883" y="1981"/>
                  </a:lnTo>
                  <a:lnTo>
                    <a:pt x="893" y="1970"/>
                  </a:lnTo>
                  <a:lnTo>
                    <a:pt x="901" y="1957"/>
                  </a:lnTo>
                  <a:lnTo>
                    <a:pt x="909" y="1944"/>
                  </a:lnTo>
                  <a:lnTo>
                    <a:pt x="915" y="1930"/>
                  </a:lnTo>
                  <a:lnTo>
                    <a:pt x="922" y="1915"/>
                  </a:lnTo>
                  <a:lnTo>
                    <a:pt x="928" y="1899"/>
                  </a:lnTo>
                  <a:lnTo>
                    <a:pt x="933" y="1884"/>
                  </a:lnTo>
                  <a:lnTo>
                    <a:pt x="937" y="1869"/>
                  </a:lnTo>
                  <a:lnTo>
                    <a:pt x="940" y="1854"/>
                  </a:lnTo>
                  <a:lnTo>
                    <a:pt x="941" y="1840"/>
                  </a:lnTo>
                  <a:lnTo>
                    <a:pt x="942" y="1827"/>
                  </a:lnTo>
                  <a:lnTo>
                    <a:pt x="998" y="1834"/>
                  </a:lnTo>
                  <a:lnTo>
                    <a:pt x="1032" y="1839"/>
                  </a:lnTo>
                  <a:lnTo>
                    <a:pt x="1052" y="1840"/>
                  </a:lnTo>
                  <a:lnTo>
                    <a:pt x="1062" y="1839"/>
                  </a:lnTo>
                  <a:lnTo>
                    <a:pt x="1067" y="1836"/>
                  </a:lnTo>
                  <a:lnTo>
                    <a:pt x="1075" y="1833"/>
                  </a:lnTo>
                  <a:lnTo>
                    <a:pt x="1080" y="1831"/>
                  </a:lnTo>
                  <a:lnTo>
                    <a:pt x="1088" y="1830"/>
                  </a:lnTo>
                  <a:lnTo>
                    <a:pt x="1100" y="1828"/>
                  </a:lnTo>
                  <a:lnTo>
                    <a:pt x="1114" y="1827"/>
                  </a:lnTo>
                  <a:lnTo>
                    <a:pt x="1142" y="1879"/>
                  </a:lnTo>
                  <a:lnTo>
                    <a:pt x="1165" y="1919"/>
                  </a:lnTo>
                  <a:lnTo>
                    <a:pt x="1175" y="1935"/>
                  </a:lnTo>
                  <a:lnTo>
                    <a:pt x="1183" y="1949"/>
                  </a:lnTo>
                  <a:lnTo>
                    <a:pt x="1193" y="1961"/>
                  </a:lnTo>
                  <a:lnTo>
                    <a:pt x="1202" y="1971"/>
                  </a:lnTo>
                  <a:lnTo>
                    <a:pt x="1210" y="1979"/>
                  </a:lnTo>
                  <a:lnTo>
                    <a:pt x="1220" y="1985"/>
                  </a:lnTo>
                  <a:lnTo>
                    <a:pt x="1230" y="1990"/>
                  </a:lnTo>
                  <a:lnTo>
                    <a:pt x="1241" y="1993"/>
                  </a:lnTo>
                  <a:lnTo>
                    <a:pt x="1253" y="1995"/>
                  </a:lnTo>
                  <a:lnTo>
                    <a:pt x="1266" y="1997"/>
                  </a:lnTo>
                  <a:lnTo>
                    <a:pt x="1281" y="1997"/>
                  </a:lnTo>
                  <a:lnTo>
                    <a:pt x="1297" y="1998"/>
                  </a:lnTo>
                  <a:lnTo>
                    <a:pt x="1311" y="1997"/>
                  </a:lnTo>
                  <a:lnTo>
                    <a:pt x="1326" y="1996"/>
                  </a:lnTo>
                  <a:lnTo>
                    <a:pt x="1342" y="1994"/>
                  </a:lnTo>
                  <a:lnTo>
                    <a:pt x="1358" y="1992"/>
                  </a:lnTo>
                  <a:lnTo>
                    <a:pt x="1374" y="1988"/>
                  </a:lnTo>
                  <a:lnTo>
                    <a:pt x="1390" y="1984"/>
                  </a:lnTo>
                  <a:lnTo>
                    <a:pt x="1407" y="1980"/>
                  </a:lnTo>
                  <a:lnTo>
                    <a:pt x="1422" y="1975"/>
                  </a:lnTo>
                  <a:lnTo>
                    <a:pt x="1438" y="1970"/>
                  </a:lnTo>
                  <a:lnTo>
                    <a:pt x="1452" y="1963"/>
                  </a:lnTo>
                  <a:lnTo>
                    <a:pt x="1466" y="1957"/>
                  </a:lnTo>
                  <a:lnTo>
                    <a:pt x="1478" y="1950"/>
                  </a:lnTo>
                  <a:lnTo>
                    <a:pt x="1490" y="1944"/>
                  </a:lnTo>
                  <a:lnTo>
                    <a:pt x="1500" y="1936"/>
                  </a:lnTo>
                  <a:lnTo>
                    <a:pt x="1508" y="1929"/>
                  </a:lnTo>
                  <a:lnTo>
                    <a:pt x="1514" y="1920"/>
                  </a:lnTo>
                  <a:lnTo>
                    <a:pt x="1518" y="1911"/>
                  </a:lnTo>
                  <a:lnTo>
                    <a:pt x="1521" y="1901"/>
                  </a:lnTo>
                  <a:lnTo>
                    <a:pt x="1522" y="1889"/>
                  </a:lnTo>
                  <a:lnTo>
                    <a:pt x="1523" y="1874"/>
                  </a:lnTo>
                  <a:lnTo>
                    <a:pt x="1522" y="1858"/>
                  </a:lnTo>
                  <a:lnTo>
                    <a:pt x="1521" y="1842"/>
                  </a:lnTo>
                  <a:lnTo>
                    <a:pt x="1517" y="1826"/>
                  </a:lnTo>
                  <a:lnTo>
                    <a:pt x="1515" y="1807"/>
                  </a:lnTo>
                  <a:lnTo>
                    <a:pt x="1508" y="1772"/>
                  </a:lnTo>
                  <a:lnTo>
                    <a:pt x="1499" y="1740"/>
                  </a:lnTo>
                  <a:lnTo>
                    <a:pt x="1490" y="1713"/>
                  </a:lnTo>
                  <a:lnTo>
                    <a:pt x="1481" y="1692"/>
                  </a:lnTo>
                  <a:lnTo>
                    <a:pt x="1601" y="1579"/>
                  </a:lnTo>
                  <a:lnTo>
                    <a:pt x="1615" y="1582"/>
                  </a:lnTo>
                  <a:lnTo>
                    <a:pt x="1630" y="1588"/>
                  </a:lnTo>
                  <a:lnTo>
                    <a:pt x="1645" y="1594"/>
                  </a:lnTo>
                  <a:lnTo>
                    <a:pt x="1660" y="1601"/>
                  </a:lnTo>
                  <a:lnTo>
                    <a:pt x="1692" y="1614"/>
                  </a:lnTo>
                  <a:lnTo>
                    <a:pt x="1724" y="1626"/>
                  </a:lnTo>
                  <a:lnTo>
                    <a:pt x="1742" y="1631"/>
                  </a:lnTo>
                  <a:lnTo>
                    <a:pt x="1758" y="1635"/>
                  </a:lnTo>
                  <a:lnTo>
                    <a:pt x="1774" y="1638"/>
                  </a:lnTo>
                  <a:lnTo>
                    <a:pt x="1789" y="1639"/>
                  </a:lnTo>
                  <a:lnTo>
                    <a:pt x="1797" y="1638"/>
                  </a:lnTo>
                  <a:lnTo>
                    <a:pt x="1806" y="1638"/>
                  </a:lnTo>
                  <a:lnTo>
                    <a:pt x="1813" y="1636"/>
                  </a:lnTo>
                  <a:lnTo>
                    <a:pt x="1821" y="1635"/>
                  </a:lnTo>
                  <a:lnTo>
                    <a:pt x="1829" y="1632"/>
                  </a:lnTo>
                  <a:lnTo>
                    <a:pt x="1835" y="1629"/>
                  </a:lnTo>
                  <a:lnTo>
                    <a:pt x="1843" y="1625"/>
                  </a:lnTo>
                  <a:lnTo>
                    <a:pt x="1850" y="1620"/>
                  </a:lnTo>
                  <a:lnTo>
                    <a:pt x="1856" y="1615"/>
                  </a:lnTo>
                  <a:lnTo>
                    <a:pt x="1862" y="1607"/>
                  </a:lnTo>
                  <a:lnTo>
                    <a:pt x="1870" y="1595"/>
                  </a:lnTo>
                  <a:lnTo>
                    <a:pt x="1878" y="1582"/>
                  </a:lnTo>
                  <a:lnTo>
                    <a:pt x="1896" y="1550"/>
                  </a:lnTo>
                  <a:lnTo>
                    <a:pt x="1914" y="1513"/>
                  </a:lnTo>
                  <a:lnTo>
                    <a:pt x="1932" y="1475"/>
                  </a:lnTo>
                  <a:lnTo>
                    <a:pt x="1946" y="1438"/>
                  </a:lnTo>
                  <a:lnTo>
                    <a:pt x="1951" y="1422"/>
                  </a:lnTo>
                  <a:lnTo>
                    <a:pt x="1954" y="1408"/>
                  </a:lnTo>
                  <a:lnTo>
                    <a:pt x="1958" y="1396"/>
                  </a:lnTo>
                  <a:lnTo>
                    <a:pt x="1959" y="1385"/>
                  </a:lnTo>
                  <a:lnTo>
                    <a:pt x="1958" y="1378"/>
                  </a:lnTo>
                  <a:lnTo>
                    <a:pt x="1953" y="1370"/>
                  </a:lnTo>
                  <a:lnTo>
                    <a:pt x="1948" y="1361"/>
                  </a:lnTo>
                  <a:lnTo>
                    <a:pt x="1940" y="1351"/>
                  </a:lnTo>
                  <a:lnTo>
                    <a:pt x="1932" y="1341"/>
                  </a:lnTo>
                  <a:lnTo>
                    <a:pt x="1921" y="1332"/>
                  </a:lnTo>
                  <a:lnTo>
                    <a:pt x="1910" y="1321"/>
                  </a:lnTo>
                  <a:lnTo>
                    <a:pt x="1898" y="1311"/>
                  </a:lnTo>
                  <a:lnTo>
                    <a:pt x="1873" y="1292"/>
                  </a:lnTo>
                  <a:lnTo>
                    <a:pt x="1849" y="1274"/>
                  </a:lnTo>
                  <a:lnTo>
                    <a:pt x="1827" y="1260"/>
                  </a:lnTo>
                  <a:lnTo>
                    <a:pt x="1811" y="1250"/>
                  </a:lnTo>
                  <a:lnTo>
                    <a:pt x="1817" y="1226"/>
                  </a:lnTo>
                  <a:lnTo>
                    <a:pt x="1822" y="1203"/>
                  </a:lnTo>
                  <a:lnTo>
                    <a:pt x="1825" y="1178"/>
                  </a:lnTo>
                  <a:lnTo>
                    <a:pt x="1830" y="1153"/>
                  </a:lnTo>
                  <a:lnTo>
                    <a:pt x="1832" y="1127"/>
                  </a:lnTo>
                  <a:lnTo>
                    <a:pt x="1834" y="1099"/>
                  </a:lnTo>
                  <a:lnTo>
                    <a:pt x="1835" y="1071"/>
                  </a:lnTo>
                  <a:lnTo>
                    <a:pt x="1836" y="1043"/>
                  </a:lnTo>
                  <a:lnTo>
                    <a:pt x="1850" y="1041"/>
                  </a:lnTo>
                  <a:lnTo>
                    <a:pt x="1864" y="1039"/>
                  </a:lnTo>
                  <a:lnTo>
                    <a:pt x="1881" y="1035"/>
                  </a:lnTo>
                  <a:lnTo>
                    <a:pt x="1898" y="1032"/>
                  </a:lnTo>
                  <a:lnTo>
                    <a:pt x="1915" y="1027"/>
                  </a:lnTo>
                  <a:lnTo>
                    <a:pt x="1934" y="1021"/>
                  </a:lnTo>
                  <a:lnTo>
                    <a:pt x="1951" y="1015"/>
                  </a:lnTo>
                  <a:lnTo>
                    <a:pt x="1967" y="1008"/>
                  </a:lnTo>
                  <a:lnTo>
                    <a:pt x="1984" y="1000"/>
                  </a:lnTo>
                  <a:lnTo>
                    <a:pt x="1999" y="991"/>
                  </a:lnTo>
                  <a:lnTo>
                    <a:pt x="2013" y="982"/>
                  </a:lnTo>
                  <a:lnTo>
                    <a:pt x="2025" y="971"/>
                  </a:lnTo>
                  <a:lnTo>
                    <a:pt x="2030" y="966"/>
                  </a:lnTo>
                  <a:lnTo>
                    <a:pt x="2035" y="960"/>
                  </a:lnTo>
                  <a:lnTo>
                    <a:pt x="2039" y="955"/>
                  </a:lnTo>
                  <a:lnTo>
                    <a:pt x="2042" y="949"/>
                  </a:lnTo>
                  <a:lnTo>
                    <a:pt x="2045" y="942"/>
                  </a:lnTo>
                  <a:lnTo>
                    <a:pt x="2047" y="937"/>
                  </a:lnTo>
                  <a:lnTo>
                    <a:pt x="2049" y="929"/>
                  </a:lnTo>
                  <a:lnTo>
                    <a:pt x="2049" y="922"/>
                  </a:lnTo>
                  <a:lnTo>
                    <a:pt x="2049" y="914"/>
                  </a:lnTo>
                  <a:lnTo>
                    <a:pt x="2047" y="903"/>
                  </a:lnTo>
                  <a:lnTo>
                    <a:pt x="2044" y="891"/>
                  </a:lnTo>
                  <a:lnTo>
                    <a:pt x="2041" y="877"/>
                  </a:lnTo>
                  <a:lnTo>
                    <a:pt x="2033" y="847"/>
                  </a:lnTo>
                  <a:lnTo>
                    <a:pt x="2024" y="814"/>
                  </a:lnTo>
                  <a:lnTo>
                    <a:pt x="2013" y="778"/>
                  </a:lnTo>
                  <a:lnTo>
                    <a:pt x="2001" y="742"/>
                  </a:lnTo>
                  <a:lnTo>
                    <a:pt x="1991" y="708"/>
                  </a:lnTo>
                  <a:lnTo>
                    <a:pt x="1983" y="675"/>
                  </a:lnTo>
                  <a:lnTo>
                    <a:pt x="1958" y="672"/>
                  </a:lnTo>
                  <a:lnTo>
                    <a:pt x="1940" y="667"/>
                  </a:lnTo>
                  <a:lnTo>
                    <a:pt x="1932" y="665"/>
                  </a:lnTo>
                  <a:lnTo>
                    <a:pt x="1921" y="664"/>
                  </a:lnTo>
                  <a:lnTo>
                    <a:pt x="1906" y="663"/>
                  </a:lnTo>
                  <a:lnTo>
                    <a:pt x="1885" y="663"/>
                  </a:lnTo>
                  <a:lnTo>
                    <a:pt x="1862" y="663"/>
                  </a:lnTo>
                  <a:lnTo>
                    <a:pt x="1844" y="665"/>
                  </a:lnTo>
                  <a:lnTo>
                    <a:pt x="1829" y="666"/>
                  </a:lnTo>
                  <a:lnTo>
                    <a:pt x="1816" y="668"/>
                  </a:lnTo>
                  <a:lnTo>
                    <a:pt x="1802" y="672"/>
                  </a:lnTo>
                  <a:lnTo>
                    <a:pt x="1788" y="673"/>
                  </a:lnTo>
                  <a:lnTo>
                    <a:pt x="1771" y="675"/>
                  </a:lnTo>
                  <a:lnTo>
                    <a:pt x="1750" y="675"/>
                  </a:lnTo>
                  <a:lnTo>
                    <a:pt x="1743" y="648"/>
                  </a:lnTo>
                  <a:lnTo>
                    <a:pt x="1735" y="626"/>
                  </a:lnTo>
                  <a:lnTo>
                    <a:pt x="1728" y="610"/>
                  </a:lnTo>
                  <a:lnTo>
                    <a:pt x="1720" y="597"/>
                  </a:lnTo>
                  <a:lnTo>
                    <a:pt x="1707" y="581"/>
                  </a:lnTo>
                  <a:lnTo>
                    <a:pt x="1698" y="568"/>
                  </a:lnTo>
                  <a:lnTo>
                    <a:pt x="1696" y="561"/>
                  </a:lnTo>
                  <a:lnTo>
                    <a:pt x="1696" y="553"/>
                  </a:lnTo>
                  <a:lnTo>
                    <a:pt x="1698" y="543"/>
                  </a:lnTo>
                  <a:lnTo>
                    <a:pt x="1703" y="528"/>
                  </a:lnTo>
                  <a:lnTo>
                    <a:pt x="1721" y="487"/>
                  </a:lnTo>
                  <a:lnTo>
                    <a:pt x="1753" y="420"/>
                  </a:lnTo>
                  <a:lnTo>
                    <a:pt x="1763" y="399"/>
                  </a:lnTo>
                  <a:lnTo>
                    <a:pt x="1771" y="384"/>
                  </a:lnTo>
                  <a:lnTo>
                    <a:pt x="1774" y="376"/>
                  </a:lnTo>
                  <a:lnTo>
                    <a:pt x="1775" y="370"/>
                  </a:lnTo>
                  <a:lnTo>
                    <a:pt x="1776" y="362"/>
                  </a:lnTo>
                  <a:lnTo>
                    <a:pt x="1774" y="355"/>
                  </a:lnTo>
                  <a:lnTo>
                    <a:pt x="1772" y="347"/>
                  </a:lnTo>
                  <a:lnTo>
                    <a:pt x="1767" y="338"/>
                  </a:lnTo>
                  <a:lnTo>
                    <a:pt x="1760" y="328"/>
                  </a:lnTo>
                  <a:lnTo>
                    <a:pt x="1750" y="317"/>
                  </a:lnTo>
                  <a:lnTo>
                    <a:pt x="1724" y="287"/>
                  </a:lnTo>
                  <a:lnTo>
                    <a:pt x="1686" y="249"/>
                  </a:lnTo>
                  <a:lnTo>
                    <a:pt x="1665" y="229"/>
                  </a:lnTo>
                  <a:lnTo>
                    <a:pt x="1644" y="211"/>
                  </a:lnTo>
                  <a:lnTo>
                    <a:pt x="1624" y="196"/>
                  </a:lnTo>
                  <a:lnTo>
                    <a:pt x="1604" y="183"/>
                  </a:lnTo>
                  <a:lnTo>
                    <a:pt x="1595" y="179"/>
                  </a:lnTo>
                  <a:lnTo>
                    <a:pt x="1586" y="175"/>
                  </a:lnTo>
                  <a:lnTo>
                    <a:pt x="1576" y="170"/>
                  </a:lnTo>
                  <a:lnTo>
                    <a:pt x="1567" y="168"/>
                  </a:lnTo>
                  <a:lnTo>
                    <a:pt x="1558" y="166"/>
                  </a:lnTo>
                  <a:lnTo>
                    <a:pt x="1549" y="165"/>
                  </a:lnTo>
                  <a:lnTo>
                    <a:pt x="1540" y="164"/>
                  </a:lnTo>
                  <a:lnTo>
                    <a:pt x="1531" y="165"/>
                  </a:lnTo>
                  <a:lnTo>
                    <a:pt x="1523" y="166"/>
                  </a:lnTo>
                  <a:lnTo>
                    <a:pt x="1514" y="168"/>
                  </a:lnTo>
                  <a:lnTo>
                    <a:pt x="1505" y="171"/>
                  </a:lnTo>
                  <a:lnTo>
                    <a:pt x="1497" y="175"/>
                  </a:lnTo>
                  <a:lnTo>
                    <a:pt x="1488" y="179"/>
                  </a:lnTo>
                  <a:lnTo>
                    <a:pt x="1479" y="185"/>
                  </a:lnTo>
                  <a:lnTo>
                    <a:pt x="1472" y="192"/>
                  </a:lnTo>
                  <a:lnTo>
                    <a:pt x="1463" y="200"/>
                  </a:lnTo>
                  <a:lnTo>
                    <a:pt x="1454" y="208"/>
                  </a:lnTo>
                  <a:lnTo>
                    <a:pt x="1446" y="217"/>
                  </a:lnTo>
                  <a:lnTo>
                    <a:pt x="1438" y="228"/>
                  </a:lnTo>
                  <a:lnTo>
                    <a:pt x="1429" y="240"/>
                  </a:lnTo>
                  <a:lnTo>
                    <a:pt x="1412" y="266"/>
                  </a:lnTo>
                  <a:lnTo>
                    <a:pt x="1396" y="295"/>
                  </a:lnTo>
                  <a:lnTo>
                    <a:pt x="1378" y="286"/>
                  </a:lnTo>
                  <a:lnTo>
                    <a:pt x="1360" y="277"/>
                  </a:lnTo>
                  <a:lnTo>
                    <a:pt x="1338" y="267"/>
                  </a:lnTo>
                  <a:lnTo>
                    <a:pt x="1317" y="257"/>
                  </a:lnTo>
                  <a:lnTo>
                    <a:pt x="1293" y="248"/>
                  </a:lnTo>
                  <a:lnTo>
                    <a:pt x="1270" y="242"/>
                  </a:lnTo>
                  <a:lnTo>
                    <a:pt x="1258" y="239"/>
                  </a:lnTo>
                  <a:lnTo>
                    <a:pt x="1246" y="236"/>
                  </a:lnTo>
                  <a:lnTo>
                    <a:pt x="1235" y="235"/>
                  </a:lnTo>
                  <a:lnTo>
                    <a:pt x="1224" y="234"/>
                  </a:lnTo>
                  <a:lnTo>
                    <a:pt x="1222" y="221"/>
                  </a:lnTo>
                  <a:lnTo>
                    <a:pt x="1219" y="198"/>
                  </a:lnTo>
                  <a:lnTo>
                    <a:pt x="1214" y="169"/>
                  </a:lnTo>
                  <a:lnTo>
                    <a:pt x="1208" y="137"/>
                  </a:lnTo>
                  <a:lnTo>
                    <a:pt x="1202" y="104"/>
                  </a:lnTo>
                  <a:lnTo>
                    <a:pt x="1196" y="77"/>
                  </a:lnTo>
                  <a:lnTo>
                    <a:pt x="1193" y="56"/>
                  </a:lnTo>
                  <a:lnTo>
                    <a:pt x="1191" y="48"/>
                  </a:lnTo>
                  <a:lnTo>
                    <a:pt x="1184" y="32"/>
                  </a:lnTo>
                  <a:lnTo>
                    <a:pt x="1179" y="23"/>
                  </a:lnTo>
                  <a:lnTo>
                    <a:pt x="1177" y="18"/>
                  </a:lnTo>
                  <a:lnTo>
                    <a:pt x="1175" y="16"/>
                  </a:lnTo>
                  <a:lnTo>
                    <a:pt x="1171" y="15"/>
                  </a:lnTo>
                  <a:lnTo>
                    <a:pt x="1168" y="14"/>
                  </a:lnTo>
                  <a:lnTo>
                    <a:pt x="1151" y="13"/>
                  </a:lnTo>
                  <a:lnTo>
                    <a:pt x="1117" y="11"/>
                  </a:lnTo>
                  <a:lnTo>
                    <a:pt x="1063" y="4"/>
                  </a:lnTo>
                  <a:lnTo>
                    <a:pt x="1016" y="1"/>
                  </a:lnTo>
                  <a:lnTo>
                    <a:pt x="996" y="0"/>
                  </a:lnTo>
                  <a:lnTo>
                    <a:pt x="976" y="0"/>
                  </a:lnTo>
                  <a:lnTo>
                    <a:pt x="959" y="1"/>
                  </a:lnTo>
                  <a:lnTo>
                    <a:pt x="942" y="2"/>
                  </a:lnTo>
                  <a:lnTo>
                    <a:pt x="928" y="3"/>
                  </a:lnTo>
                  <a:lnTo>
                    <a:pt x="914" y="6"/>
                  </a:lnTo>
                  <a:lnTo>
                    <a:pt x="902" y="8"/>
                  </a:lnTo>
                  <a:lnTo>
                    <a:pt x="892" y="13"/>
                  </a:lnTo>
                  <a:lnTo>
                    <a:pt x="882" y="17"/>
                  </a:lnTo>
                  <a:lnTo>
                    <a:pt x="873" y="23"/>
                  </a:lnTo>
                  <a:lnTo>
                    <a:pt x="865" y="28"/>
                  </a:lnTo>
                  <a:lnTo>
                    <a:pt x="859" y="35"/>
                  </a:lnTo>
                  <a:lnTo>
                    <a:pt x="854" y="42"/>
                  </a:lnTo>
                  <a:lnTo>
                    <a:pt x="849" y="50"/>
                  </a:lnTo>
                  <a:lnTo>
                    <a:pt x="845" y="58"/>
                  </a:lnTo>
                  <a:lnTo>
                    <a:pt x="842" y="67"/>
                  </a:lnTo>
                  <a:lnTo>
                    <a:pt x="838" y="77"/>
                  </a:lnTo>
                  <a:lnTo>
                    <a:pt x="836" y="88"/>
                  </a:lnTo>
                  <a:lnTo>
                    <a:pt x="835" y="100"/>
                  </a:lnTo>
                  <a:lnTo>
                    <a:pt x="834" y="112"/>
                  </a:lnTo>
                  <a:lnTo>
                    <a:pt x="832" y="167"/>
                  </a:lnTo>
                  <a:lnTo>
                    <a:pt x="833" y="234"/>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cs typeface="+mn-ea"/>
                <a:sym typeface="+mn-lt"/>
              </a:endParaRPr>
            </a:p>
          </p:txBody>
        </p:sp>
        <p:sp>
          <p:nvSpPr>
            <p:cNvPr id="31" name="Freeform 73"/>
            <p:cNvSpPr>
              <a:spLocks noEditPoints="1"/>
            </p:cNvSpPr>
            <p:nvPr/>
          </p:nvSpPr>
          <p:spPr bwMode="auto">
            <a:xfrm>
              <a:off x="3897313" y="6245225"/>
              <a:ext cx="392113" cy="388938"/>
            </a:xfrm>
            <a:custGeom>
              <a:avLst/>
              <a:gdLst>
                <a:gd name="T0" fmla="*/ 94 w 988"/>
                <a:gd name="T1" fmla="*/ 441 h 981"/>
                <a:gd name="T2" fmla="*/ 101 w 988"/>
                <a:gd name="T3" fmla="*/ 371 h 981"/>
                <a:gd name="T4" fmla="*/ 121 w 988"/>
                <a:gd name="T5" fmla="*/ 310 h 981"/>
                <a:gd name="T6" fmla="*/ 216 w 988"/>
                <a:gd name="T7" fmla="*/ 176 h 981"/>
                <a:gd name="T8" fmla="*/ 310 w 988"/>
                <a:gd name="T9" fmla="*/ 121 h 981"/>
                <a:gd name="T10" fmla="*/ 422 w 988"/>
                <a:gd name="T11" fmla="*/ 89 h 981"/>
                <a:gd name="T12" fmla="*/ 544 w 988"/>
                <a:gd name="T13" fmla="*/ 86 h 981"/>
                <a:gd name="T14" fmla="*/ 662 w 988"/>
                <a:gd name="T15" fmla="*/ 115 h 981"/>
                <a:gd name="T16" fmla="*/ 768 w 988"/>
                <a:gd name="T17" fmla="*/ 183 h 981"/>
                <a:gd name="T18" fmla="*/ 849 w 988"/>
                <a:gd name="T19" fmla="*/ 294 h 981"/>
                <a:gd name="T20" fmla="*/ 895 w 988"/>
                <a:gd name="T21" fmla="*/ 453 h 981"/>
                <a:gd name="T22" fmla="*/ 898 w 988"/>
                <a:gd name="T23" fmla="*/ 586 h 981"/>
                <a:gd name="T24" fmla="*/ 881 w 988"/>
                <a:gd name="T25" fmla="*/ 651 h 981"/>
                <a:gd name="T26" fmla="*/ 849 w 988"/>
                <a:gd name="T27" fmla="*/ 711 h 981"/>
                <a:gd name="T28" fmla="*/ 803 w 988"/>
                <a:gd name="T29" fmla="*/ 767 h 981"/>
                <a:gd name="T30" fmla="*/ 747 w 988"/>
                <a:gd name="T31" fmla="*/ 813 h 981"/>
                <a:gd name="T32" fmla="*/ 684 w 988"/>
                <a:gd name="T33" fmla="*/ 851 h 981"/>
                <a:gd name="T34" fmla="*/ 615 w 988"/>
                <a:gd name="T35" fmla="*/ 879 h 981"/>
                <a:gd name="T36" fmla="*/ 545 w 988"/>
                <a:gd name="T37" fmla="*/ 893 h 981"/>
                <a:gd name="T38" fmla="*/ 472 w 988"/>
                <a:gd name="T39" fmla="*/ 893 h 981"/>
                <a:gd name="T40" fmla="*/ 398 w 988"/>
                <a:gd name="T41" fmla="*/ 879 h 981"/>
                <a:gd name="T42" fmla="*/ 326 w 988"/>
                <a:gd name="T43" fmla="*/ 851 h 981"/>
                <a:gd name="T44" fmla="*/ 259 w 988"/>
                <a:gd name="T45" fmla="*/ 812 h 981"/>
                <a:gd name="T46" fmla="*/ 199 w 988"/>
                <a:gd name="T47" fmla="*/ 764 h 981"/>
                <a:gd name="T48" fmla="*/ 150 w 988"/>
                <a:gd name="T49" fmla="*/ 707 h 981"/>
                <a:gd name="T50" fmla="*/ 115 w 988"/>
                <a:gd name="T51" fmla="*/ 643 h 981"/>
                <a:gd name="T52" fmla="*/ 96 w 988"/>
                <a:gd name="T53" fmla="*/ 576 h 981"/>
                <a:gd name="T54" fmla="*/ 548 w 988"/>
                <a:gd name="T55" fmla="*/ 977 h 981"/>
                <a:gd name="T56" fmla="*/ 755 w 988"/>
                <a:gd name="T57" fmla="*/ 917 h 981"/>
                <a:gd name="T58" fmla="*/ 896 w 988"/>
                <a:gd name="T59" fmla="*/ 792 h 981"/>
                <a:gd name="T60" fmla="*/ 972 w 988"/>
                <a:gd name="T61" fmla="*/ 627 h 981"/>
                <a:gd name="T62" fmla="*/ 986 w 988"/>
                <a:gd name="T63" fmla="*/ 444 h 981"/>
                <a:gd name="T64" fmla="*/ 939 w 988"/>
                <a:gd name="T65" fmla="*/ 269 h 981"/>
                <a:gd name="T66" fmla="*/ 832 w 988"/>
                <a:gd name="T67" fmla="*/ 121 h 981"/>
                <a:gd name="T68" fmla="*/ 669 w 988"/>
                <a:gd name="T69" fmla="*/ 25 h 981"/>
                <a:gd name="T70" fmla="*/ 474 w 988"/>
                <a:gd name="T71" fmla="*/ 2 h 981"/>
                <a:gd name="T72" fmla="*/ 357 w 988"/>
                <a:gd name="T73" fmla="*/ 10 h 981"/>
                <a:gd name="T74" fmla="*/ 266 w 988"/>
                <a:gd name="T75" fmla="*/ 38 h 981"/>
                <a:gd name="T76" fmla="*/ 183 w 988"/>
                <a:gd name="T77" fmla="*/ 93 h 981"/>
                <a:gd name="T78" fmla="*/ 101 w 988"/>
                <a:gd name="T79" fmla="*/ 171 h 981"/>
                <a:gd name="T80" fmla="*/ 56 w 988"/>
                <a:gd name="T81" fmla="*/ 238 h 981"/>
                <a:gd name="T82" fmla="*/ 23 w 988"/>
                <a:gd name="T83" fmla="*/ 317 h 981"/>
                <a:gd name="T84" fmla="*/ 4 w 988"/>
                <a:gd name="T85" fmla="*/ 406 h 981"/>
                <a:gd name="T86" fmla="*/ 0 w 988"/>
                <a:gd name="T87" fmla="*/ 501 h 981"/>
                <a:gd name="T88" fmla="*/ 15 w 988"/>
                <a:gd name="T89" fmla="*/ 596 h 981"/>
                <a:gd name="T90" fmla="*/ 47 w 988"/>
                <a:gd name="T91" fmla="*/ 690 h 981"/>
                <a:gd name="T92" fmla="*/ 98 w 988"/>
                <a:gd name="T93" fmla="*/ 778 h 981"/>
                <a:gd name="T94" fmla="*/ 164 w 988"/>
                <a:gd name="T95" fmla="*/ 849 h 981"/>
                <a:gd name="T96" fmla="*/ 233 w 988"/>
                <a:gd name="T97" fmla="*/ 898 h 981"/>
                <a:gd name="T98" fmla="*/ 319 w 988"/>
                <a:gd name="T99" fmla="*/ 943 h 981"/>
                <a:gd name="T100" fmla="*/ 414 w 988"/>
                <a:gd name="T101" fmla="*/ 973 h 9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88" h="981">
                  <a:moveTo>
                    <a:pt x="94" y="540"/>
                  </a:moveTo>
                  <a:lnTo>
                    <a:pt x="94" y="503"/>
                  </a:lnTo>
                  <a:lnTo>
                    <a:pt x="93" y="470"/>
                  </a:lnTo>
                  <a:lnTo>
                    <a:pt x="94" y="441"/>
                  </a:lnTo>
                  <a:lnTo>
                    <a:pt x="95" y="413"/>
                  </a:lnTo>
                  <a:lnTo>
                    <a:pt x="97" y="399"/>
                  </a:lnTo>
                  <a:lnTo>
                    <a:pt x="99" y="385"/>
                  </a:lnTo>
                  <a:lnTo>
                    <a:pt x="101" y="371"/>
                  </a:lnTo>
                  <a:lnTo>
                    <a:pt x="105" y="356"/>
                  </a:lnTo>
                  <a:lnTo>
                    <a:pt x="109" y="341"/>
                  </a:lnTo>
                  <a:lnTo>
                    <a:pt x="114" y="326"/>
                  </a:lnTo>
                  <a:lnTo>
                    <a:pt x="121" y="310"/>
                  </a:lnTo>
                  <a:lnTo>
                    <a:pt x="128" y="292"/>
                  </a:lnTo>
                  <a:lnTo>
                    <a:pt x="180" y="211"/>
                  </a:lnTo>
                  <a:lnTo>
                    <a:pt x="198" y="193"/>
                  </a:lnTo>
                  <a:lnTo>
                    <a:pt x="216" y="176"/>
                  </a:lnTo>
                  <a:lnTo>
                    <a:pt x="237" y="160"/>
                  </a:lnTo>
                  <a:lnTo>
                    <a:pt x="260" y="146"/>
                  </a:lnTo>
                  <a:lnTo>
                    <a:pt x="285" y="133"/>
                  </a:lnTo>
                  <a:lnTo>
                    <a:pt x="310" y="121"/>
                  </a:lnTo>
                  <a:lnTo>
                    <a:pt x="337" y="111"/>
                  </a:lnTo>
                  <a:lnTo>
                    <a:pt x="364" y="101"/>
                  </a:lnTo>
                  <a:lnTo>
                    <a:pt x="393" y="95"/>
                  </a:lnTo>
                  <a:lnTo>
                    <a:pt x="422" y="89"/>
                  </a:lnTo>
                  <a:lnTo>
                    <a:pt x="452" y="85"/>
                  </a:lnTo>
                  <a:lnTo>
                    <a:pt x="482" y="84"/>
                  </a:lnTo>
                  <a:lnTo>
                    <a:pt x="513" y="84"/>
                  </a:lnTo>
                  <a:lnTo>
                    <a:pt x="544" y="86"/>
                  </a:lnTo>
                  <a:lnTo>
                    <a:pt x="574" y="89"/>
                  </a:lnTo>
                  <a:lnTo>
                    <a:pt x="603" y="96"/>
                  </a:lnTo>
                  <a:lnTo>
                    <a:pt x="634" y="105"/>
                  </a:lnTo>
                  <a:lnTo>
                    <a:pt x="662" y="115"/>
                  </a:lnTo>
                  <a:lnTo>
                    <a:pt x="690" y="129"/>
                  </a:lnTo>
                  <a:lnTo>
                    <a:pt x="717" y="144"/>
                  </a:lnTo>
                  <a:lnTo>
                    <a:pt x="743" y="162"/>
                  </a:lnTo>
                  <a:lnTo>
                    <a:pt x="768" y="183"/>
                  </a:lnTo>
                  <a:lnTo>
                    <a:pt x="791" y="207"/>
                  </a:lnTo>
                  <a:lnTo>
                    <a:pt x="813" y="233"/>
                  </a:lnTo>
                  <a:lnTo>
                    <a:pt x="831" y="262"/>
                  </a:lnTo>
                  <a:lnTo>
                    <a:pt x="849" y="294"/>
                  </a:lnTo>
                  <a:lnTo>
                    <a:pt x="865" y="329"/>
                  </a:lnTo>
                  <a:lnTo>
                    <a:pt x="877" y="367"/>
                  </a:lnTo>
                  <a:lnTo>
                    <a:pt x="888" y="409"/>
                  </a:lnTo>
                  <a:lnTo>
                    <a:pt x="895" y="453"/>
                  </a:lnTo>
                  <a:lnTo>
                    <a:pt x="900" y="501"/>
                  </a:lnTo>
                  <a:lnTo>
                    <a:pt x="902" y="552"/>
                  </a:lnTo>
                  <a:lnTo>
                    <a:pt x="901" y="569"/>
                  </a:lnTo>
                  <a:lnTo>
                    <a:pt x="898" y="586"/>
                  </a:lnTo>
                  <a:lnTo>
                    <a:pt x="896" y="602"/>
                  </a:lnTo>
                  <a:lnTo>
                    <a:pt x="892" y="618"/>
                  </a:lnTo>
                  <a:lnTo>
                    <a:pt x="888" y="634"/>
                  </a:lnTo>
                  <a:lnTo>
                    <a:pt x="881" y="651"/>
                  </a:lnTo>
                  <a:lnTo>
                    <a:pt x="875" y="667"/>
                  </a:lnTo>
                  <a:lnTo>
                    <a:pt x="867" y="682"/>
                  </a:lnTo>
                  <a:lnTo>
                    <a:pt x="858" y="697"/>
                  </a:lnTo>
                  <a:lnTo>
                    <a:pt x="849" y="711"/>
                  </a:lnTo>
                  <a:lnTo>
                    <a:pt x="838" y="726"/>
                  </a:lnTo>
                  <a:lnTo>
                    <a:pt x="827" y="740"/>
                  </a:lnTo>
                  <a:lnTo>
                    <a:pt x="815" y="754"/>
                  </a:lnTo>
                  <a:lnTo>
                    <a:pt x="803" y="767"/>
                  </a:lnTo>
                  <a:lnTo>
                    <a:pt x="790" y="779"/>
                  </a:lnTo>
                  <a:lnTo>
                    <a:pt x="776" y="791"/>
                  </a:lnTo>
                  <a:lnTo>
                    <a:pt x="762" y="803"/>
                  </a:lnTo>
                  <a:lnTo>
                    <a:pt x="747" y="813"/>
                  </a:lnTo>
                  <a:lnTo>
                    <a:pt x="731" y="824"/>
                  </a:lnTo>
                  <a:lnTo>
                    <a:pt x="716" y="834"/>
                  </a:lnTo>
                  <a:lnTo>
                    <a:pt x="700" y="843"/>
                  </a:lnTo>
                  <a:lnTo>
                    <a:pt x="684" y="851"/>
                  </a:lnTo>
                  <a:lnTo>
                    <a:pt x="667" y="860"/>
                  </a:lnTo>
                  <a:lnTo>
                    <a:pt x="650" y="867"/>
                  </a:lnTo>
                  <a:lnTo>
                    <a:pt x="633" y="873"/>
                  </a:lnTo>
                  <a:lnTo>
                    <a:pt x="615" y="879"/>
                  </a:lnTo>
                  <a:lnTo>
                    <a:pt x="598" y="884"/>
                  </a:lnTo>
                  <a:lnTo>
                    <a:pt x="581" y="887"/>
                  </a:lnTo>
                  <a:lnTo>
                    <a:pt x="563" y="891"/>
                  </a:lnTo>
                  <a:lnTo>
                    <a:pt x="545" y="893"/>
                  </a:lnTo>
                  <a:lnTo>
                    <a:pt x="528" y="895"/>
                  </a:lnTo>
                  <a:lnTo>
                    <a:pt x="509" y="895"/>
                  </a:lnTo>
                  <a:lnTo>
                    <a:pt x="491" y="895"/>
                  </a:lnTo>
                  <a:lnTo>
                    <a:pt x="472" y="893"/>
                  </a:lnTo>
                  <a:lnTo>
                    <a:pt x="454" y="891"/>
                  </a:lnTo>
                  <a:lnTo>
                    <a:pt x="435" y="887"/>
                  </a:lnTo>
                  <a:lnTo>
                    <a:pt x="417" y="883"/>
                  </a:lnTo>
                  <a:lnTo>
                    <a:pt x="398" y="879"/>
                  </a:lnTo>
                  <a:lnTo>
                    <a:pt x="380" y="873"/>
                  </a:lnTo>
                  <a:lnTo>
                    <a:pt x="362" y="867"/>
                  </a:lnTo>
                  <a:lnTo>
                    <a:pt x="344" y="859"/>
                  </a:lnTo>
                  <a:lnTo>
                    <a:pt x="326" y="851"/>
                  </a:lnTo>
                  <a:lnTo>
                    <a:pt x="308" y="843"/>
                  </a:lnTo>
                  <a:lnTo>
                    <a:pt x="291" y="833"/>
                  </a:lnTo>
                  <a:lnTo>
                    <a:pt x="275" y="823"/>
                  </a:lnTo>
                  <a:lnTo>
                    <a:pt x="259" y="812"/>
                  </a:lnTo>
                  <a:lnTo>
                    <a:pt x="243" y="800"/>
                  </a:lnTo>
                  <a:lnTo>
                    <a:pt x="228" y="788"/>
                  </a:lnTo>
                  <a:lnTo>
                    <a:pt x="213" y="777"/>
                  </a:lnTo>
                  <a:lnTo>
                    <a:pt x="199" y="764"/>
                  </a:lnTo>
                  <a:lnTo>
                    <a:pt x="186" y="751"/>
                  </a:lnTo>
                  <a:lnTo>
                    <a:pt x="173" y="736"/>
                  </a:lnTo>
                  <a:lnTo>
                    <a:pt x="162" y="721"/>
                  </a:lnTo>
                  <a:lnTo>
                    <a:pt x="150" y="707"/>
                  </a:lnTo>
                  <a:lnTo>
                    <a:pt x="140" y="692"/>
                  </a:lnTo>
                  <a:lnTo>
                    <a:pt x="131" y="676"/>
                  </a:lnTo>
                  <a:lnTo>
                    <a:pt x="123" y="660"/>
                  </a:lnTo>
                  <a:lnTo>
                    <a:pt x="115" y="643"/>
                  </a:lnTo>
                  <a:lnTo>
                    <a:pt x="109" y="627"/>
                  </a:lnTo>
                  <a:lnTo>
                    <a:pt x="103" y="609"/>
                  </a:lnTo>
                  <a:lnTo>
                    <a:pt x="99" y="593"/>
                  </a:lnTo>
                  <a:lnTo>
                    <a:pt x="96" y="576"/>
                  </a:lnTo>
                  <a:lnTo>
                    <a:pt x="94" y="557"/>
                  </a:lnTo>
                  <a:lnTo>
                    <a:pt x="94" y="540"/>
                  </a:lnTo>
                  <a:close/>
                  <a:moveTo>
                    <a:pt x="485" y="981"/>
                  </a:moveTo>
                  <a:lnTo>
                    <a:pt x="548" y="977"/>
                  </a:lnTo>
                  <a:lnTo>
                    <a:pt x="606" y="970"/>
                  </a:lnTo>
                  <a:lnTo>
                    <a:pt x="660" y="957"/>
                  </a:lnTo>
                  <a:lnTo>
                    <a:pt x="710" y="938"/>
                  </a:lnTo>
                  <a:lnTo>
                    <a:pt x="755" y="917"/>
                  </a:lnTo>
                  <a:lnTo>
                    <a:pt x="796" y="891"/>
                  </a:lnTo>
                  <a:lnTo>
                    <a:pt x="833" y="860"/>
                  </a:lnTo>
                  <a:lnTo>
                    <a:pt x="867" y="828"/>
                  </a:lnTo>
                  <a:lnTo>
                    <a:pt x="896" y="792"/>
                  </a:lnTo>
                  <a:lnTo>
                    <a:pt x="921" y="754"/>
                  </a:lnTo>
                  <a:lnTo>
                    <a:pt x="942" y="713"/>
                  </a:lnTo>
                  <a:lnTo>
                    <a:pt x="959" y="670"/>
                  </a:lnTo>
                  <a:lnTo>
                    <a:pt x="972" y="627"/>
                  </a:lnTo>
                  <a:lnTo>
                    <a:pt x="982" y="582"/>
                  </a:lnTo>
                  <a:lnTo>
                    <a:pt x="987" y="537"/>
                  </a:lnTo>
                  <a:lnTo>
                    <a:pt x="988" y="491"/>
                  </a:lnTo>
                  <a:lnTo>
                    <a:pt x="986" y="444"/>
                  </a:lnTo>
                  <a:lnTo>
                    <a:pt x="980" y="400"/>
                  </a:lnTo>
                  <a:lnTo>
                    <a:pt x="970" y="354"/>
                  </a:lnTo>
                  <a:lnTo>
                    <a:pt x="956" y="311"/>
                  </a:lnTo>
                  <a:lnTo>
                    <a:pt x="939" y="269"/>
                  </a:lnTo>
                  <a:lnTo>
                    <a:pt x="918" y="228"/>
                  </a:lnTo>
                  <a:lnTo>
                    <a:pt x="893" y="189"/>
                  </a:lnTo>
                  <a:lnTo>
                    <a:pt x="865" y="153"/>
                  </a:lnTo>
                  <a:lnTo>
                    <a:pt x="832" y="121"/>
                  </a:lnTo>
                  <a:lnTo>
                    <a:pt x="796" y="92"/>
                  </a:lnTo>
                  <a:lnTo>
                    <a:pt x="757" y="66"/>
                  </a:lnTo>
                  <a:lnTo>
                    <a:pt x="715" y="43"/>
                  </a:lnTo>
                  <a:lnTo>
                    <a:pt x="669" y="25"/>
                  </a:lnTo>
                  <a:lnTo>
                    <a:pt x="619" y="12"/>
                  </a:lnTo>
                  <a:lnTo>
                    <a:pt x="567" y="4"/>
                  </a:lnTo>
                  <a:lnTo>
                    <a:pt x="509" y="0"/>
                  </a:lnTo>
                  <a:lnTo>
                    <a:pt x="474" y="2"/>
                  </a:lnTo>
                  <a:lnTo>
                    <a:pt x="442" y="3"/>
                  </a:lnTo>
                  <a:lnTo>
                    <a:pt x="411" y="4"/>
                  </a:lnTo>
                  <a:lnTo>
                    <a:pt x="383" y="7"/>
                  </a:lnTo>
                  <a:lnTo>
                    <a:pt x="357" y="10"/>
                  </a:lnTo>
                  <a:lnTo>
                    <a:pt x="332" y="16"/>
                  </a:lnTo>
                  <a:lnTo>
                    <a:pt x="310" y="21"/>
                  </a:lnTo>
                  <a:lnTo>
                    <a:pt x="287" y="29"/>
                  </a:lnTo>
                  <a:lnTo>
                    <a:pt x="266" y="38"/>
                  </a:lnTo>
                  <a:lnTo>
                    <a:pt x="244" y="49"/>
                  </a:lnTo>
                  <a:lnTo>
                    <a:pt x="224" y="61"/>
                  </a:lnTo>
                  <a:lnTo>
                    <a:pt x="203" y="76"/>
                  </a:lnTo>
                  <a:lnTo>
                    <a:pt x="183" y="93"/>
                  </a:lnTo>
                  <a:lnTo>
                    <a:pt x="161" y="112"/>
                  </a:lnTo>
                  <a:lnTo>
                    <a:pt x="138" y="133"/>
                  </a:lnTo>
                  <a:lnTo>
                    <a:pt x="114" y="157"/>
                  </a:lnTo>
                  <a:lnTo>
                    <a:pt x="101" y="171"/>
                  </a:lnTo>
                  <a:lnTo>
                    <a:pt x="89" y="186"/>
                  </a:lnTo>
                  <a:lnTo>
                    <a:pt x="77" y="202"/>
                  </a:lnTo>
                  <a:lnTo>
                    <a:pt x="67" y="220"/>
                  </a:lnTo>
                  <a:lnTo>
                    <a:pt x="56" y="238"/>
                  </a:lnTo>
                  <a:lnTo>
                    <a:pt x="46" y="257"/>
                  </a:lnTo>
                  <a:lnTo>
                    <a:pt x="37" y="277"/>
                  </a:lnTo>
                  <a:lnTo>
                    <a:pt x="30" y="297"/>
                  </a:lnTo>
                  <a:lnTo>
                    <a:pt x="23" y="317"/>
                  </a:lnTo>
                  <a:lnTo>
                    <a:pt x="17" y="339"/>
                  </a:lnTo>
                  <a:lnTo>
                    <a:pt x="11" y="362"/>
                  </a:lnTo>
                  <a:lnTo>
                    <a:pt x="8" y="384"/>
                  </a:lnTo>
                  <a:lnTo>
                    <a:pt x="4" y="406"/>
                  </a:lnTo>
                  <a:lnTo>
                    <a:pt x="2" y="430"/>
                  </a:lnTo>
                  <a:lnTo>
                    <a:pt x="0" y="453"/>
                  </a:lnTo>
                  <a:lnTo>
                    <a:pt x="0" y="477"/>
                  </a:lnTo>
                  <a:lnTo>
                    <a:pt x="0" y="501"/>
                  </a:lnTo>
                  <a:lnTo>
                    <a:pt x="3" y="525"/>
                  </a:lnTo>
                  <a:lnTo>
                    <a:pt x="6" y="549"/>
                  </a:lnTo>
                  <a:lnTo>
                    <a:pt x="9" y="572"/>
                  </a:lnTo>
                  <a:lnTo>
                    <a:pt x="15" y="596"/>
                  </a:lnTo>
                  <a:lnTo>
                    <a:pt x="21" y="620"/>
                  </a:lnTo>
                  <a:lnTo>
                    <a:pt x="29" y="643"/>
                  </a:lnTo>
                  <a:lnTo>
                    <a:pt x="37" y="667"/>
                  </a:lnTo>
                  <a:lnTo>
                    <a:pt x="47" y="690"/>
                  </a:lnTo>
                  <a:lnTo>
                    <a:pt x="58" y="713"/>
                  </a:lnTo>
                  <a:lnTo>
                    <a:pt x="70" y="734"/>
                  </a:lnTo>
                  <a:lnTo>
                    <a:pt x="84" y="756"/>
                  </a:lnTo>
                  <a:lnTo>
                    <a:pt x="98" y="778"/>
                  </a:lnTo>
                  <a:lnTo>
                    <a:pt x="114" y="798"/>
                  </a:lnTo>
                  <a:lnTo>
                    <a:pt x="133" y="818"/>
                  </a:lnTo>
                  <a:lnTo>
                    <a:pt x="151" y="837"/>
                  </a:lnTo>
                  <a:lnTo>
                    <a:pt x="164" y="849"/>
                  </a:lnTo>
                  <a:lnTo>
                    <a:pt x="179" y="861"/>
                  </a:lnTo>
                  <a:lnTo>
                    <a:pt x="196" y="874"/>
                  </a:lnTo>
                  <a:lnTo>
                    <a:pt x="214" y="886"/>
                  </a:lnTo>
                  <a:lnTo>
                    <a:pt x="233" y="898"/>
                  </a:lnTo>
                  <a:lnTo>
                    <a:pt x="253" y="910"/>
                  </a:lnTo>
                  <a:lnTo>
                    <a:pt x="275" y="922"/>
                  </a:lnTo>
                  <a:lnTo>
                    <a:pt x="297" y="933"/>
                  </a:lnTo>
                  <a:lnTo>
                    <a:pt x="319" y="943"/>
                  </a:lnTo>
                  <a:lnTo>
                    <a:pt x="342" y="952"/>
                  </a:lnTo>
                  <a:lnTo>
                    <a:pt x="366" y="960"/>
                  </a:lnTo>
                  <a:lnTo>
                    <a:pt x="390" y="968"/>
                  </a:lnTo>
                  <a:lnTo>
                    <a:pt x="414" y="973"/>
                  </a:lnTo>
                  <a:lnTo>
                    <a:pt x="438" y="977"/>
                  </a:lnTo>
                  <a:lnTo>
                    <a:pt x="461" y="980"/>
                  </a:lnTo>
                  <a:lnTo>
                    <a:pt x="485" y="981"/>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cs typeface="+mn-ea"/>
                <a:sym typeface="+mn-lt"/>
              </a:endParaRPr>
            </a:p>
          </p:txBody>
        </p:sp>
      </p:grpSp>
      <p:grpSp>
        <p:nvGrpSpPr>
          <p:cNvPr id="27" name="Group 185"/>
          <p:cNvGrpSpPr/>
          <p:nvPr/>
        </p:nvGrpSpPr>
        <p:grpSpPr>
          <a:xfrm>
            <a:off x="7133515" y="3515063"/>
            <a:ext cx="760794" cy="796778"/>
            <a:chOff x="7829551" y="6065838"/>
            <a:chExt cx="704850" cy="738188"/>
          </a:xfrm>
        </p:grpSpPr>
        <p:sp>
          <p:nvSpPr>
            <p:cNvPr id="28" name="Freeform 48"/>
            <p:cNvSpPr>
              <a:spLocks noEditPoints="1"/>
            </p:cNvSpPr>
            <p:nvPr/>
          </p:nvSpPr>
          <p:spPr bwMode="auto">
            <a:xfrm>
              <a:off x="7829551" y="6065838"/>
              <a:ext cx="704850" cy="738188"/>
            </a:xfrm>
            <a:custGeom>
              <a:avLst/>
              <a:gdLst>
                <a:gd name="T0" fmla="*/ 1440 w 1774"/>
                <a:gd name="T1" fmla="*/ 133 h 1861"/>
                <a:gd name="T2" fmla="*/ 1617 w 1774"/>
                <a:gd name="T3" fmla="*/ 283 h 1861"/>
                <a:gd name="T4" fmla="*/ 1688 w 1774"/>
                <a:gd name="T5" fmla="*/ 502 h 1861"/>
                <a:gd name="T6" fmla="*/ 1576 w 1774"/>
                <a:gd name="T7" fmla="*/ 755 h 1861"/>
                <a:gd name="T8" fmla="*/ 1404 w 1774"/>
                <a:gd name="T9" fmla="*/ 884 h 1861"/>
                <a:gd name="T10" fmla="*/ 1263 w 1774"/>
                <a:gd name="T11" fmla="*/ 915 h 1861"/>
                <a:gd name="T12" fmla="*/ 1093 w 1774"/>
                <a:gd name="T13" fmla="*/ 882 h 1861"/>
                <a:gd name="T14" fmla="*/ 1009 w 1774"/>
                <a:gd name="T15" fmla="*/ 958 h 1861"/>
                <a:gd name="T16" fmla="*/ 338 w 1774"/>
                <a:gd name="T17" fmla="*/ 1708 h 1861"/>
                <a:gd name="T18" fmla="*/ 230 w 1774"/>
                <a:gd name="T19" fmla="*/ 1770 h 1861"/>
                <a:gd name="T20" fmla="*/ 147 w 1774"/>
                <a:gd name="T21" fmla="*/ 1770 h 1861"/>
                <a:gd name="T22" fmla="*/ 99 w 1774"/>
                <a:gd name="T23" fmla="*/ 1732 h 1861"/>
                <a:gd name="T24" fmla="*/ 87 w 1774"/>
                <a:gd name="T25" fmla="*/ 1636 h 1861"/>
                <a:gd name="T26" fmla="*/ 178 w 1774"/>
                <a:gd name="T27" fmla="*/ 1595 h 1861"/>
                <a:gd name="T28" fmla="*/ 246 w 1774"/>
                <a:gd name="T29" fmla="*/ 1599 h 1861"/>
                <a:gd name="T30" fmla="*/ 285 w 1774"/>
                <a:gd name="T31" fmla="*/ 1508 h 1861"/>
                <a:gd name="T32" fmla="*/ 496 w 1774"/>
                <a:gd name="T33" fmla="*/ 1294 h 1861"/>
                <a:gd name="T34" fmla="*/ 506 w 1774"/>
                <a:gd name="T35" fmla="*/ 1122 h 1861"/>
                <a:gd name="T36" fmla="*/ 633 w 1774"/>
                <a:gd name="T37" fmla="*/ 1097 h 1861"/>
                <a:gd name="T38" fmla="*/ 693 w 1774"/>
                <a:gd name="T39" fmla="*/ 1066 h 1861"/>
                <a:gd name="T40" fmla="*/ 709 w 1774"/>
                <a:gd name="T41" fmla="*/ 982 h 1861"/>
                <a:gd name="T42" fmla="*/ 819 w 1774"/>
                <a:gd name="T43" fmla="*/ 797 h 1861"/>
                <a:gd name="T44" fmla="*/ 880 w 1774"/>
                <a:gd name="T45" fmla="*/ 703 h 1861"/>
                <a:gd name="T46" fmla="*/ 845 w 1774"/>
                <a:gd name="T47" fmla="*/ 576 h 1861"/>
                <a:gd name="T48" fmla="*/ 839 w 1774"/>
                <a:gd name="T49" fmla="*/ 449 h 1861"/>
                <a:gd name="T50" fmla="*/ 889 w 1774"/>
                <a:gd name="T51" fmla="*/ 298 h 1861"/>
                <a:gd name="T52" fmla="*/ 1022 w 1774"/>
                <a:gd name="T53" fmla="*/ 159 h 1861"/>
                <a:gd name="T54" fmla="*/ 1232 w 1774"/>
                <a:gd name="T55" fmla="*/ 87 h 1861"/>
                <a:gd name="T56" fmla="*/ 688 w 1774"/>
                <a:gd name="T57" fmla="*/ 799 h 1861"/>
                <a:gd name="T58" fmla="*/ 616 w 1774"/>
                <a:gd name="T59" fmla="*/ 889 h 1861"/>
                <a:gd name="T60" fmla="*/ 620 w 1774"/>
                <a:gd name="T61" fmla="*/ 996 h 1861"/>
                <a:gd name="T62" fmla="*/ 535 w 1774"/>
                <a:gd name="T63" fmla="*/ 1022 h 1861"/>
                <a:gd name="T64" fmla="*/ 441 w 1774"/>
                <a:gd name="T65" fmla="*/ 1059 h 1861"/>
                <a:gd name="T66" fmla="*/ 405 w 1774"/>
                <a:gd name="T67" fmla="*/ 1138 h 1861"/>
                <a:gd name="T68" fmla="*/ 336 w 1774"/>
                <a:gd name="T69" fmla="*/ 1264 h 1861"/>
                <a:gd name="T70" fmla="*/ 247 w 1774"/>
                <a:gd name="T71" fmla="*/ 1288 h 1861"/>
                <a:gd name="T72" fmla="*/ 218 w 1774"/>
                <a:gd name="T73" fmla="*/ 1344 h 1861"/>
                <a:gd name="T74" fmla="*/ 152 w 1774"/>
                <a:gd name="T75" fmla="*/ 1480 h 1861"/>
                <a:gd name="T76" fmla="*/ 62 w 1774"/>
                <a:gd name="T77" fmla="*/ 1486 h 1861"/>
                <a:gd name="T78" fmla="*/ 6 w 1774"/>
                <a:gd name="T79" fmla="*/ 1593 h 1861"/>
                <a:gd name="T80" fmla="*/ 12 w 1774"/>
                <a:gd name="T81" fmla="*/ 1738 h 1861"/>
                <a:gd name="T82" fmla="*/ 89 w 1774"/>
                <a:gd name="T83" fmla="*/ 1844 h 1861"/>
                <a:gd name="T84" fmla="*/ 252 w 1774"/>
                <a:gd name="T85" fmla="*/ 1853 h 1861"/>
                <a:gd name="T86" fmla="*/ 404 w 1774"/>
                <a:gd name="T87" fmla="*/ 1766 h 1861"/>
                <a:gd name="T88" fmla="*/ 537 w 1774"/>
                <a:gd name="T89" fmla="*/ 1613 h 1861"/>
                <a:gd name="T90" fmla="*/ 1073 w 1774"/>
                <a:gd name="T91" fmla="*/ 1016 h 1861"/>
                <a:gd name="T92" fmla="*/ 1161 w 1774"/>
                <a:gd name="T93" fmla="*/ 994 h 1861"/>
                <a:gd name="T94" fmla="*/ 1324 w 1774"/>
                <a:gd name="T95" fmla="*/ 996 h 1861"/>
                <a:gd name="T96" fmla="*/ 1513 w 1774"/>
                <a:gd name="T97" fmla="*/ 919 h 1861"/>
                <a:gd name="T98" fmla="*/ 1692 w 1774"/>
                <a:gd name="T99" fmla="*/ 747 h 1861"/>
                <a:gd name="T100" fmla="*/ 1771 w 1774"/>
                <a:gd name="T101" fmla="*/ 455 h 1861"/>
                <a:gd name="T102" fmla="*/ 1661 w 1774"/>
                <a:gd name="T103" fmla="*/ 198 h 1861"/>
                <a:gd name="T104" fmla="*/ 1431 w 1774"/>
                <a:gd name="T105" fmla="*/ 32 h 1861"/>
                <a:gd name="T106" fmla="*/ 1209 w 1774"/>
                <a:gd name="T107" fmla="*/ 2 h 1861"/>
                <a:gd name="T108" fmla="*/ 985 w 1774"/>
                <a:gd name="T109" fmla="*/ 79 h 1861"/>
                <a:gd name="T110" fmla="*/ 827 w 1774"/>
                <a:gd name="T111" fmla="*/ 232 h 1861"/>
                <a:gd name="T112" fmla="*/ 752 w 1774"/>
                <a:gd name="T113" fmla="*/ 471 h 1861"/>
                <a:gd name="T114" fmla="*/ 766 w 1774"/>
                <a:gd name="T115" fmla="*/ 619 h 1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74" h="1861">
                  <a:moveTo>
                    <a:pt x="1260" y="86"/>
                  </a:moveTo>
                  <a:lnTo>
                    <a:pt x="1284" y="87"/>
                  </a:lnTo>
                  <a:lnTo>
                    <a:pt x="1311" y="90"/>
                  </a:lnTo>
                  <a:lnTo>
                    <a:pt x="1337" y="94"/>
                  </a:lnTo>
                  <a:lnTo>
                    <a:pt x="1363" y="102"/>
                  </a:lnTo>
                  <a:lnTo>
                    <a:pt x="1389" y="110"/>
                  </a:lnTo>
                  <a:lnTo>
                    <a:pt x="1415" y="121"/>
                  </a:lnTo>
                  <a:lnTo>
                    <a:pt x="1440" y="133"/>
                  </a:lnTo>
                  <a:lnTo>
                    <a:pt x="1466" y="147"/>
                  </a:lnTo>
                  <a:lnTo>
                    <a:pt x="1489" y="163"/>
                  </a:lnTo>
                  <a:lnTo>
                    <a:pt x="1513" y="179"/>
                  </a:lnTo>
                  <a:lnTo>
                    <a:pt x="1537" y="197"/>
                  </a:lnTo>
                  <a:lnTo>
                    <a:pt x="1559" y="217"/>
                  </a:lnTo>
                  <a:lnTo>
                    <a:pt x="1579" y="239"/>
                  </a:lnTo>
                  <a:lnTo>
                    <a:pt x="1599" y="260"/>
                  </a:lnTo>
                  <a:lnTo>
                    <a:pt x="1617" y="283"/>
                  </a:lnTo>
                  <a:lnTo>
                    <a:pt x="1634" y="308"/>
                  </a:lnTo>
                  <a:lnTo>
                    <a:pt x="1648" y="333"/>
                  </a:lnTo>
                  <a:lnTo>
                    <a:pt x="1661" y="359"/>
                  </a:lnTo>
                  <a:lnTo>
                    <a:pt x="1671" y="386"/>
                  </a:lnTo>
                  <a:lnTo>
                    <a:pt x="1679" y="414"/>
                  </a:lnTo>
                  <a:lnTo>
                    <a:pt x="1685" y="443"/>
                  </a:lnTo>
                  <a:lnTo>
                    <a:pt x="1688" y="472"/>
                  </a:lnTo>
                  <a:lnTo>
                    <a:pt x="1688" y="502"/>
                  </a:lnTo>
                  <a:lnTo>
                    <a:pt x="1686" y="533"/>
                  </a:lnTo>
                  <a:lnTo>
                    <a:pt x="1680" y="564"/>
                  </a:lnTo>
                  <a:lnTo>
                    <a:pt x="1672" y="595"/>
                  </a:lnTo>
                  <a:lnTo>
                    <a:pt x="1660" y="626"/>
                  </a:lnTo>
                  <a:lnTo>
                    <a:pt x="1645" y="659"/>
                  </a:lnTo>
                  <a:lnTo>
                    <a:pt x="1625" y="690"/>
                  </a:lnTo>
                  <a:lnTo>
                    <a:pt x="1602" y="723"/>
                  </a:lnTo>
                  <a:lnTo>
                    <a:pt x="1576" y="755"/>
                  </a:lnTo>
                  <a:lnTo>
                    <a:pt x="1545" y="787"/>
                  </a:lnTo>
                  <a:lnTo>
                    <a:pt x="1524" y="806"/>
                  </a:lnTo>
                  <a:lnTo>
                    <a:pt x="1504" y="824"/>
                  </a:lnTo>
                  <a:lnTo>
                    <a:pt x="1483" y="839"/>
                  </a:lnTo>
                  <a:lnTo>
                    <a:pt x="1463" y="853"/>
                  </a:lnTo>
                  <a:lnTo>
                    <a:pt x="1443" y="865"/>
                  </a:lnTo>
                  <a:lnTo>
                    <a:pt x="1423" y="876"/>
                  </a:lnTo>
                  <a:lnTo>
                    <a:pt x="1404" y="884"/>
                  </a:lnTo>
                  <a:lnTo>
                    <a:pt x="1385" y="892"/>
                  </a:lnTo>
                  <a:lnTo>
                    <a:pt x="1366" y="899"/>
                  </a:lnTo>
                  <a:lnTo>
                    <a:pt x="1347" y="904"/>
                  </a:lnTo>
                  <a:lnTo>
                    <a:pt x="1330" y="908"/>
                  </a:lnTo>
                  <a:lnTo>
                    <a:pt x="1313" y="912"/>
                  </a:lnTo>
                  <a:lnTo>
                    <a:pt x="1295" y="914"/>
                  </a:lnTo>
                  <a:lnTo>
                    <a:pt x="1279" y="915"/>
                  </a:lnTo>
                  <a:lnTo>
                    <a:pt x="1263" y="915"/>
                  </a:lnTo>
                  <a:lnTo>
                    <a:pt x="1248" y="915"/>
                  </a:lnTo>
                  <a:lnTo>
                    <a:pt x="1218" y="913"/>
                  </a:lnTo>
                  <a:lnTo>
                    <a:pt x="1192" y="908"/>
                  </a:lnTo>
                  <a:lnTo>
                    <a:pt x="1168" y="903"/>
                  </a:lnTo>
                  <a:lnTo>
                    <a:pt x="1148" y="897"/>
                  </a:lnTo>
                  <a:lnTo>
                    <a:pt x="1116" y="887"/>
                  </a:lnTo>
                  <a:lnTo>
                    <a:pt x="1101" y="881"/>
                  </a:lnTo>
                  <a:lnTo>
                    <a:pt x="1093" y="882"/>
                  </a:lnTo>
                  <a:lnTo>
                    <a:pt x="1085" y="884"/>
                  </a:lnTo>
                  <a:lnTo>
                    <a:pt x="1076" y="889"/>
                  </a:lnTo>
                  <a:lnTo>
                    <a:pt x="1069" y="894"/>
                  </a:lnTo>
                  <a:lnTo>
                    <a:pt x="1060" y="901"/>
                  </a:lnTo>
                  <a:lnTo>
                    <a:pt x="1052" y="907"/>
                  </a:lnTo>
                  <a:lnTo>
                    <a:pt x="1045" y="915"/>
                  </a:lnTo>
                  <a:lnTo>
                    <a:pt x="1037" y="924"/>
                  </a:lnTo>
                  <a:lnTo>
                    <a:pt x="1009" y="958"/>
                  </a:lnTo>
                  <a:lnTo>
                    <a:pt x="987" y="989"/>
                  </a:lnTo>
                  <a:lnTo>
                    <a:pt x="455" y="1570"/>
                  </a:lnTo>
                  <a:lnTo>
                    <a:pt x="424" y="1606"/>
                  </a:lnTo>
                  <a:lnTo>
                    <a:pt x="395" y="1642"/>
                  </a:lnTo>
                  <a:lnTo>
                    <a:pt x="381" y="1659"/>
                  </a:lnTo>
                  <a:lnTo>
                    <a:pt x="367" y="1677"/>
                  </a:lnTo>
                  <a:lnTo>
                    <a:pt x="353" y="1693"/>
                  </a:lnTo>
                  <a:lnTo>
                    <a:pt x="338" y="1708"/>
                  </a:lnTo>
                  <a:lnTo>
                    <a:pt x="323" y="1722"/>
                  </a:lnTo>
                  <a:lnTo>
                    <a:pt x="306" y="1735"/>
                  </a:lnTo>
                  <a:lnTo>
                    <a:pt x="290" y="1747"/>
                  </a:lnTo>
                  <a:lnTo>
                    <a:pt x="272" y="1757"/>
                  </a:lnTo>
                  <a:lnTo>
                    <a:pt x="262" y="1760"/>
                  </a:lnTo>
                  <a:lnTo>
                    <a:pt x="252" y="1765"/>
                  </a:lnTo>
                  <a:lnTo>
                    <a:pt x="241" y="1768"/>
                  </a:lnTo>
                  <a:lnTo>
                    <a:pt x="230" y="1770"/>
                  </a:lnTo>
                  <a:lnTo>
                    <a:pt x="220" y="1772"/>
                  </a:lnTo>
                  <a:lnTo>
                    <a:pt x="208" y="1775"/>
                  </a:lnTo>
                  <a:lnTo>
                    <a:pt x="196" y="1776"/>
                  </a:lnTo>
                  <a:lnTo>
                    <a:pt x="183" y="1776"/>
                  </a:lnTo>
                  <a:lnTo>
                    <a:pt x="173" y="1776"/>
                  </a:lnTo>
                  <a:lnTo>
                    <a:pt x="164" y="1775"/>
                  </a:lnTo>
                  <a:lnTo>
                    <a:pt x="154" y="1772"/>
                  </a:lnTo>
                  <a:lnTo>
                    <a:pt x="147" y="1770"/>
                  </a:lnTo>
                  <a:lnTo>
                    <a:pt x="139" y="1767"/>
                  </a:lnTo>
                  <a:lnTo>
                    <a:pt x="132" y="1764"/>
                  </a:lnTo>
                  <a:lnTo>
                    <a:pt x="125" y="1759"/>
                  </a:lnTo>
                  <a:lnTo>
                    <a:pt x="119" y="1755"/>
                  </a:lnTo>
                  <a:lnTo>
                    <a:pt x="113" y="1750"/>
                  </a:lnTo>
                  <a:lnTo>
                    <a:pt x="108" y="1744"/>
                  </a:lnTo>
                  <a:lnTo>
                    <a:pt x="103" y="1739"/>
                  </a:lnTo>
                  <a:lnTo>
                    <a:pt x="99" y="1732"/>
                  </a:lnTo>
                  <a:lnTo>
                    <a:pt x="96" y="1726"/>
                  </a:lnTo>
                  <a:lnTo>
                    <a:pt x="93" y="1718"/>
                  </a:lnTo>
                  <a:lnTo>
                    <a:pt x="90" y="1712"/>
                  </a:lnTo>
                  <a:lnTo>
                    <a:pt x="88" y="1704"/>
                  </a:lnTo>
                  <a:lnTo>
                    <a:pt x="85" y="1688"/>
                  </a:lnTo>
                  <a:lnTo>
                    <a:pt x="84" y="1670"/>
                  </a:lnTo>
                  <a:lnTo>
                    <a:pt x="85" y="1653"/>
                  </a:lnTo>
                  <a:lnTo>
                    <a:pt x="87" y="1636"/>
                  </a:lnTo>
                  <a:lnTo>
                    <a:pt x="90" y="1618"/>
                  </a:lnTo>
                  <a:lnTo>
                    <a:pt x="96" y="1601"/>
                  </a:lnTo>
                  <a:lnTo>
                    <a:pt x="102" y="1584"/>
                  </a:lnTo>
                  <a:lnTo>
                    <a:pt x="110" y="1567"/>
                  </a:lnTo>
                  <a:lnTo>
                    <a:pt x="128" y="1573"/>
                  </a:lnTo>
                  <a:lnTo>
                    <a:pt x="146" y="1580"/>
                  </a:lnTo>
                  <a:lnTo>
                    <a:pt x="162" y="1588"/>
                  </a:lnTo>
                  <a:lnTo>
                    <a:pt x="178" y="1595"/>
                  </a:lnTo>
                  <a:lnTo>
                    <a:pt x="193" y="1602"/>
                  </a:lnTo>
                  <a:lnTo>
                    <a:pt x="208" y="1606"/>
                  </a:lnTo>
                  <a:lnTo>
                    <a:pt x="214" y="1607"/>
                  </a:lnTo>
                  <a:lnTo>
                    <a:pt x="221" y="1607"/>
                  </a:lnTo>
                  <a:lnTo>
                    <a:pt x="227" y="1607"/>
                  </a:lnTo>
                  <a:lnTo>
                    <a:pt x="234" y="1605"/>
                  </a:lnTo>
                  <a:lnTo>
                    <a:pt x="239" y="1603"/>
                  </a:lnTo>
                  <a:lnTo>
                    <a:pt x="246" y="1599"/>
                  </a:lnTo>
                  <a:lnTo>
                    <a:pt x="251" y="1593"/>
                  </a:lnTo>
                  <a:lnTo>
                    <a:pt x="256" y="1587"/>
                  </a:lnTo>
                  <a:lnTo>
                    <a:pt x="262" y="1578"/>
                  </a:lnTo>
                  <a:lnTo>
                    <a:pt x="266" y="1567"/>
                  </a:lnTo>
                  <a:lnTo>
                    <a:pt x="272" y="1555"/>
                  </a:lnTo>
                  <a:lnTo>
                    <a:pt x="276" y="1542"/>
                  </a:lnTo>
                  <a:lnTo>
                    <a:pt x="280" y="1526"/>
                  </a:lnTo>
                  <a:lnTo>
                    <a:pt x="285" y="1508"/>
                  </a:lnTo>
                  <a:lnTo>
                    <a:pt x="289" y="1487"/>
                  </a:lnTo>
                  <a:lnTo>
                    <a:pt x="292" y="1464"/>
                  </a:lnTo>
                  <a:lnTo>
                    <a:pt x="300" y="1411"/>
                  </a:lnTo>
                  <a:lnTo>
                    <a:pt x="305" y="1347"/>
                  </a:lnTo>
                  <a:lnTo>
                    <a:pt x="465" y="1347"/>
                  </a:lnTo>
                  <a:lnTo>
                    <a:pt x="481" y="1322"/>
                  </a:lnTo>
                  <a:lnTo>
                    <a:pt x="493" y="1302"/>
                  </a:lnTo>
                  <a:lnTo>
                    <a:pt x="496" y="1294"/>
                  </a:lnTo>
                  <a:lnTo>
                    <a:pt x="499" y="1285"/>
                  </a:lnTo>
                  <a:lnTo>
                    <a:pt x="500" y="1277"/>
                  </a:lnTo>
                  <a:lnTo>
                    <a:pt x="501" y="1268"/>
                  </a:lnTo>
                  <a:lnTo>
                    <a:pt x="500" y="1247"/>
                  </a:lnTo>
                  <a:lnTo>
                    <a:pt x="497" y="1219"/>
                  </a:lnTo>
                  <a:lnTo>
                    <a:pt x="493" y="1180"/>
                  </a:lnTo>
                  <a:lnTo>
                    <a:pt x="486" y="1127"/>
                  </a:lnTo>
                  <a:lnTo>
                    <a:pt x="506" y="1122"/>
                  </a:lnTo>
                  <a:lnTo>
                    <a:pt x="517" y="1119"/>
                  </a:lnTo>
                  <a:lnTo>
                    <a:pt x="528" y="1115"/>
                  </a:lnTo>
                  <a:lnTo>
                    <a:pt x="546" y="1110"/>
                  </a:lnTo>
                  <a:lnTo>
                    <a:pt x="567" y="1106"/>
                  </a:lnTo>
                  <a:lnTo>
                    <a:pt x="583" y="1104"/>
                  </a:lnTo>
                  <a:lnTo>
                    <a:pt x="600" y="1102"/>
                  </a:lnTo>
                  <a:lnTo>
                    <a:pt x="621" y="1099"/>
                  </a:lnTo>
                  <a:lnTo>
                    <a:pt x="633" y="1097"/>
                  </a:lnTo>
                  <a:lnTo>
                    <a:pt x="644" y="1094"/>
                  </a:lnTo>
                  <a:lnTo>
                    <a:pt x="652" y="1091"/>
                  </a:lnTo>
                  <a:lnTo>
                    <a:pt x="661" y="1087"/>
                  </a:lnTo>
                  <a:lnTo>
                    <a:pt x="670" y="1084"/>
                  </a:lnTo>
                  <a:lnTo>
                    <a:pt x="676" y="1080"/>
                  </a:lnTo>
                  <a:lnTo>
                    <a:pt x="683" y="1075"/>
                  </a:lnTo>
                  <a:lnTo>
                    <a:pt x="688" y="1071"/>
                  </a:lnTo>
                  <a:lnTo>
                    <a:pt x="693" y="1066"/>
                  </a:lnTo>
                  <a:lnTo>
                    <a:pt x="697" y="1060"/>
                  </a:lnTo>
                  <a:lnTo>
                    <a:pt x="701" y="1055"/>
                  </a:lnTo>
                  <a:lnTo>
                    <a:pt x="703" y="1049"/>
                  </a:lnTo>
                  <a:lnTo>
                    <a:pt x="708" y="1038"/>
                  </a:lnTo>
                  <a:lnTo>
                    <a:pt x="710" y="1024"/>
                  </a:lnTo>
                  <a:lnTo>
                    <a:pt x="711" y="1010"/>
                  </a:lnTo>
                  <a:lnTo>
                    <a:pt x="710" y="996"/>
                  </a:lnTo>
                  <a:lnTo>
                    <a:pt x="709" y="982"/>
                  </a:lnTo>
                  <a:lnTo>
                    <a:pt x="706" y="967"/>
                  </a:lnTo>
                  <a:lnTo>
                    <a:pt x="701" y="937"/>
                  </a:lnTo>
                  <a:lnTo>
                    <a:pt x="697" y="906"/>
                  </a:lnTo>
                  <a:lnTo>
                    <a:pt x="716" y="892"/>
                  </a:lnTo>
                  <a:lnTo>
                    <a:pt x="742" y="870"/>
                  </a:lnTo>
                  <a:lnTo>
                    <a:pt x="773" y="842"/>
                  </a:lnTo>
                  <a:lnTo>
                    <a:pt x="804" y="812"/>
                  </a:lnTo>
                  <a:lnTo>
                    <a:pt x="819" y="797"/>
                  </a:lnTo>
                  <a:lnTo>
                    <a:pt x="833" y="780"/>
                  </a:lnTo>
                  <a:lnTo>
                    <a:pt x="846" y="764"/>
                  </a:lnTo>
                  <a:lnTo>
                    <a:pt x="857" y="749"/>
                  </a:lnTo>
                  <a:lnTo>
                    <a:pt x="867" y="735"/>
                  </a:lnTo>
                  <a:lnTo>
                    <a:pt x="875" y="721"/>
                  </a:lnTo>
                  <a:lnTo>
                    <a:pt x="877" y="715"/>
                  </a:lnTo>
                  <a:lnTo>
                    <a:pt x="879" y="709"/>
                  </a:lnTo>
                  <a:lnTo>
                    <a:pt x="880" y="703"/>
                  </a:lnTo>
                  <a:lnTo>
                    <a:pt x="881" y="698"/>
                  </a:lnTo>
                  <a:lnTo>
                    <a:pt x="879" y="686"/>
                  </a:lnTo>
                  <a:lnTo>
                    <a:pt x="876" y="672"/>
                  </a:lnTo>
                  <a:lnTo>
                    <a:pt x="871" y="655"/>
                  </a:lnTo>
                  <a:lnTo>
                    <a:pt x="865" y="638"/>
                  </a:lnTo>
                  <a:lnTo>
                    <a:pt x="858" y="620"/>
                  </a:lnTo>
                  <a:lnTo>
                    <a:pt x="852" y="599"/>
                  </a:lnTo>
                  <a:lnTo>
                    <a:pt x="845" y="576"/>
                  </a:lnTo>
                  <a:lnTo>
                    <a:pt x="841" y="551"/>
                  </a:lnTo>
                  <a:lnTo>
                    <a:pt x="839" y="538"/>
                  </a:lnTo>
                  <a:lnTo>
                    <a:pt x="837" y="524"/>
                  </a:lnTo>
                  <a:lnTo>
                    <a:pt x="837" y="511"/>
                  </a:lnTo>
                  <a:lnTo>
                    <a:pt x="836" y="496"/>
                  </a:lnTo>
                  <a:lnTo>
                    <a:pt x="836" y="481"/>
                  </a:lnTo>
                  <a:lnTo>
                    <a:pt x="837" y="465"/>
                  </a:lnTo>
                  <a:lnTo>
                    <a:pt x="839" y="449"/>
                  </a:lnTo>
                  <a:lnTo>
                    <a:pt x="841" y="432"/>
                  </a:lnTo>
                  <a:lnTo>
                    <a:pt x="845" y="414"/>
                  </a:lnTo>
                  <a:lnTo>
                    <a:pt x="850" y="397"/>
                  </a:lnTo>
                  <a:lnTo>
                    <a:pt x="855" y="379"/>
                  </a:lnTo>
                  <a:lnTo>
                    <a:pt x="862" y="359"/>
                  </a:lnTo>
                  <a:lnTo>
                    <a:pt x="869" y="340"/>
                  </a:lnTo>
                  <a:lnTo>
                    <a:pt x="879" y="320"/>
                  </a:lnTo>
                  <a:lnTo>
                    <a:pt x="889" y="298"/>
                  </a:lnTo>
                  <a:lnTo>
                    <a:pt x="901" y="278"/>
                  </a:lnTo>
                  <a:lnTo>
                    <a:pt x="913" y="259"/>
                  </a:lnTo>
                  <a:lnTo>
                    <a:pt x="927" y="241"/>
                  </a:lnTo>
                  <a:lnTo>
                    <a:pt x="942" y="223"/>
                  </a:lnTo>
                  <a:lnTo>
                    <a:pt x="959" y="206"/>
                  </a:lnTo>
                  <a:lnTo>
                    <a:pt x="979" y="190"/>
                  </a:lnTo>
                  <a:lnTo>
                    <a:pt x="1000" y="175"/>
                  </a:lnTo>
                  <a:lnTo>
                    <a:pt x="1022" y="159"/>
                  </a:lnTo>
                  <a:lnTo>
                    <a:pt x="1046" y="145"/>
                  </a:lnTo>
                  <a:lnTo>
                    <a:pt x="1071" y="132"/>
                  </a:lnTo>
                  <a:lnTo>
                    <a:pt x="1096" y="120"/>
                  </a:lnTo>
                  <a:lnTo>
                    <a:pt x="1123" y="110"/>
                  </a:lnTo>
                  <a:lnTo>
                    <a:pt x="1150" y="102"/>
                  </a:lnTo>
                  <a:lnTo>
                    <a:pt x="1177" y="95"/>
                  </a:lnTo>
                  <a:lnTo>
                    <a:pt x="1204" y="90"/>
                  </a:lnTo>
                  <a:lnTo>
                    <a:pt x="1232" y="87"/>
                  </a:lnTo>
                  <a:lnTo>
                    <a:pt x="1260" y="86"/>
                  </a:lnTo>
                  <a:close/>
                  <a:moveTo>
                    <a:pt x="795" y="698"/>
                  </a:moveTo>
                  <a:lnTo>
                    <a:pt x="780" y="709"/>
                  </a:lnTo>
                  <a:lnTo>
                    <a:pt x="766" y="721"/>
                  </a:lnTo>
                  <a:lnTo>
                    <a:pt x="753" y="732"/>
                  </a:lnTo>
                  <a:lnTo>
                    <a:pt x="740" y="746"/>
                  </a:lnTo>
                  <a:lnTo>
                    <a:pt x="714" y="772"/>
                  </a:lnTo>
                  <a:lnTo>
                    <a:pt x="688" y="799"/>
                  </a:lnTo>
                  <a:lnTo>
                    <a:pt x="672" y="814"/>
                  </a:lnTo>
                  <a:lnTo>
                    <a:pt x="657" y="828"/>
                  </a:lnTo>
                  <a:lnTo>
                    <a:pt x="642" y="841"/>
                  </a:lnTo>
                  <a:lnTo>
                    <a:pt x="632" y="855"/>
                  </a:lnTo>
                  <a:lnTo>
                    <a:pt x="626" y="862"/>
                  </a:lnTo>
                  <a:lnTo>
                    <a:pt x="622" y="870"/>
                  </a:lnTo>
                  <a:lnTo>
                    <a:pt x="619" y="879"/>
                  </a:lnTo>
                  <a:lnTo>
                    <a:pt x="616" y="889"/>
                  </a:lnTo>
                  <a:lnTo>
                    <a:pt x="615" y="899"/>
                  </a:lnTo>
                  <a:lnTo>
                    <a:pt x="614" y="911"/>
                  </a:lnTo>
                  <a:lnTo>
                    <a:pt x="615" y="924"/>
                  </a:lnTo>
                  <a:lnTo>
                    <a:pt x="616" y="938"/>
                  </a:lnTo>
                  <a:lnTo>
                    <a:pt x="620" y="957"/>
                  </a:lnTo>
                  <a:lnTo>
                    <a:pt x="621" y="973"/>
                  </a:lnTo>
                  <a:lnTo>
                    <a:pt x="621" y="986"/>
                  </a:lnTo>
                  <a:lnTo>
                    <a:pt x="620" y="996"/>
                  </a:lnTo>
                  <a:lnTo>
                    <a:pt x="616" y="1004"/>
                  </a:lnTo>
                  <a:lnTo>
                    <a:pt x="613" y="1009"/>
                  </a:lnTo>
                  <a:lnTo>
                    <a:pt x="608" y="1014"/>
                  </a:lnTo>
                  <a:lnTo>
                    <a:pt x="601" y="1017"/>
                  </a:lnTo>
                  <a:lnTo>
                    <a:pt x="585" y="1019"/>
                  </a:lnTo>
                  <a:lnTo>
                    <a:pt x="562" y="1020"/>
                  </a:lnTo>
                  <a:lnTo>
                    <a:pt x="549" y="1021"/>
                  </a:lnTo>
                  <a:lnTo>
                    <a:pt x="535" y="1022"/>
                  </a:lnTo>
                  <a:lnTo>
                    <a:pt x="519" y="1026"/>
                  </a:lnTo>
                  <a:lnTo>
                    <a:pt x="501" y="1029"/>
                  </a:lnTo>
                  <a:lnTo>
                    <a:pt x="490" y="1033"/>
                  </a:lnTo>
                  <a:lnTo>
                    <a:pt x="478" y="1038"/>
                  </a:lnTo>
                  <a:lnTo>
                    <a:pt x="467" y="1042"/>
                  </a:lnTo>
                  <a:lnTo>
                    <a:pt x="457" y="1047"/>
                  </a:lnTo>
                  <a:lnTo>
                    <a:pt x="448" y="1053"/>
                  </a:lnTo>
                  <a:lnTo>
                    <a:pt x="441" y="1059"/>
                  </a:lnTo>
                  <a:lnTo>
                    <a:pt x="434" y="1066"/>
                  </a:lnTo>
                  <a:lnTo>
                    <a:pt x="428" y="1073"/>
                  </a:lnTo>
                  <a:lnTo>
                    <a:pt x="423" y="1081"/>
                  </a:lnTo>
                  <a:lnTo>
                    <a:pt x="419" y="1089"/>
                  </a:lnTo>
                  <a:lnTo>
                    <a:pt x="415" y="1096"/>
                  </a:lnTo>
                  <a:lnTo>
                    <a:pt x="411" y="1104"/>
                  </a:lnTo>
                  <a:lnTo>
                    <a:pt x="407" y="1121"/>
                  </a:lnTo>
                  <a:lnTo>
                    <a:pt x="405" y="1138"/>
                  </a:lnTo>
                  <a:lnTo>
                    <a:pt x="404" y="1156"/>
                  </a:lnTo>
                  <a:lnTo>
                    <a:pt x="405" y="1173"/>
                  </a:lnTo>
                  <a:lnTo>
                    <a:pt x="406" y="1191"/>
                  </a:lnTo>
                  <a:lnTo>
                    <a:pt x="408" y="1207"/>
                  </a:lnTo>
                  <a:lnTo>
                    <a:pt x="414" y="1237"/>
                  </a:lnTo>
                  <a:lnTo>
                    <a:pt x="416" y="1261"/>
                  </a:lnTo>
                  <a:lnTo>
                    <a:pt x="372" y="1262"/>
                  </a:lnTo>
                  <a:lnTo>
                    <a:pt x="336" y="1264"/>
                  </a:lnTo>
                  <a:lnTo>
                    <a:pt x="319" y="1265"/>
                  </a:lnTo>
                  <a:lnTo>
                    <a:pt x="305" y="1268"/>
                  </a:lnTo>
                  <a:lnTo>
                    <a:pt x="292" y="1270"/>
                  </a:lnTo>
                  <a:lnTo>
                    <a:pt x="280" y="1272"/>
                  </a:lnTo>
                  <a:lnTo>
                    <a:pt x="270" y="1275"/>
                  </a:lnTo>
                  <a:lnTo>
                    <a:pt x="262" y="1280"/>
                  </a:lnTo>
                  <a:lnTo>
                    <a:pt x="253" y="1283"/>
                  </a:lnTo>
                  <a:lnTo>
                    <a:pt x="247" y="1288"/>
                  </a:lnTo>
                  <a:lnTo>
                    <a:pt x="240" y="1293"/>
                  </a:lnTo>
                  <a:lnTo>
                    <a:pt x="236" y="1299"/>
                  </a:lnTo>
                  <a:lnTo>
                    <a:pt x="231" y="1305"/>
                  </a:lnTo>
                  <a:lnTo>
                    <a:pt x="227" y="1311"/>
                  </a:lnTo>
                  <a:lnTo>
                    <a:pt x="224" y="1319"/>
                  </a:lnTo>
                  <a:lnTo>
                    <a:pt x="222" y="1326"/>
                  </a:lnTo>
                  <a:lnTo>
                    <a:pt x="220" y="1335"/>
                  </a:lnTo>
                  <a:lnTo>
                    <a:pt x="218" y="1344"/>
                  </a:lnTo>
                  <a:lnTo>
                    <a:pt x="215" y="1364"/>
                  </a:lnTo>
                  <a:lnTo>
                    <a:pt x="213" y="1387"/>
                  </a:lnTo>
                  <a:lnTo>
                    <a:pt x="211" y="1412"/>
                  </a:lnTo>
                  <a:lnTo>
                    <a:pt x="208" y="1440"/>
                  </a:lnTo>
                  <a:lnTo>
                    <a:pt x="202" y="1472"/>
                  </a:lnTo>
                  <a:lnTo>
                    <a:pt x="196" y="1506"/>
                  </a:lnTo>
                  <a:lnTo>
                    <a:pt x="171" y="1491"/>
                  </a:lnTo>
                  <a:lnTo>
                    <a:pt x="152" y="1480"/>
                  </a:lnTo>
                  <a:lnTo>
                    <a:pt x="144" y="1476"/>
                  </a:lnTo>
                  <a:lnTo>
                    <a:pt x="134" y="1473"/>
                  </a:lnTo>
                  <a:lnTo>
                    <a:pt x="123" y="1471"/>
                  </a:lnTo>
                  <a:lnTo>
                    <a:pt x="110" y="1470"/>
                  </a:lnTo>
                  <a:lnTo>
                    <a:pt x="97" y="1471"/>
                  </a:lnTo>
                  <a:lnTo>
                    <a:pt x="84" y="1474"/>
                  </a:lnTo>
                  <a:lnTo>
                    <a:pt x="73" y="1479"/>
                  </a:lnTo>
                  <a:lnTo>
                    <a:pt x="62" y="1486"/>
                  </a:lnTo>
                  <a:lnTo>
                    <a:pt x="53" y="1496"/>
                  </a:lnTo>
                  <a:lnTo>
                    <a:pt x="43" y="1505"/>
                  </a:lnTo>
                  <a:lnTo>
                    <a:pt x="34" y="1517"/>
                  </a:lnTo>
                  <a:lnTo>
                    <a:pt x="28" y="1530"/>
                  </a:lnTo>
                  <a:lnTo>
                    <a:pt x="21" y="1544"/>
                  </a:lnTo>
                  <a:lnTo>
                    <a:pt x="15" y="1561"/>
                  </a:lnTo>
                  <a:lnTo>
                    <a:pt x="10" y="1577"/>
                  </a:lnTo>
                  <a:lnTo>
                    <a:pt x="6" y="1593"/>
                  </a:lnTo>
                  <a:lnTo>
                    <a:pt x="4" y="1611"/>
                  </a:lnTo>
                  <a:lnTo>
                    <a:pt x="2" y="1629"/>
                  </a:lnTo>
                  <a:lnTo>
                    <a:pt x="0" y="1646"/>
                  </a:lnTo>
                  <a:lnTo>
                    <a:pt x="0" y="1665"/>
                  </a:lnTo>
                  <a:lnTo>
                    <a:pt x="2" y="1683"/>
                  </a:lnTo>
                  <a:lnTo>
                    <a:pt x="5" y="1702"/>
                  </a:lnTo>
                  <a:lnTo>
                    <a:pt x="8" y="1720"/>
                  </a:lnTo>
                  <a:lnTo>
                    <a:pt x="12" y="1738"/>
                  </a:lnTo>
                  <a:lnTo>
                    <a:pt x="18" y="1754"/>
                  </a:lnTo>
                  <a:lnTo>
                    <a:pt x="24" y="1770"/>
                  </a:lnTo>
                  <a:lnTo>
                    <a:pt x="32" y="1785"/>
                  </a:lnTo>
                  <a:lnTo>
                    <a:pt x="42" y="1800"/>
                  </a:lnTo>
                  <a:lnTo>
                    <a:pt x="51" y="1814"/>
                  </a:lnTo>
                  <a:lnTo>
                    <a:pt x="63" y="1826"/>
                  </a:lnTo>
                  <a:lnTo>
                    <a:pt x="75" y="1835"/>
                  </a:lnTo>
                  <a:lnTo>
                    <a:pt x="89" y="1844"/>
                  </a:lnTo>
                  <a:lnTo>
                    <a:pt x="105" y="1852"/>
                  </a:lnTo>
                  <a:lnTo>
                    <a:pt x="122" y="1857"/>
                  </a:lnTo>
                  <a:lnTo>
                    <a:pt x="139" y="1860"/>
                  </a:lnTo>
                  <a:lnTo>
                    <a:pt x="159" y="1861"/>
                  </a:lnTo>
                  <a:lnTo>
                    <a:pt x="184" y="1860"/>
                  </a:lnTo>
                  <a:lnTo>
                    <a:pt x="209" y="1859"/>
                  </a:lnTo>
                  <a:lnTo>
                    <a:pt x="231" y="1857"/>
                  </a:lnTo>
                  <a:lnTo>
                    <a:pt x="252" y="1853"/>
                  </a:lnTo>
                  <a:lnTo>
                    <a:pt x="273" y="1847"/>
                  </a:lnTo>
                  <a:lnTo>
                    <a:pt x="293" y="1841"/>
                  </a:lnTo>
                  <a:lnTo>
                    <a:pt x="312" y="1833"/>
                  </a:lnTo>
                  <a:lnTo>
                    <a:pt x="330" y="1823"/>
                  </a:lnTo>
                  <a:lnTo>
                    <a:pt x="349" y="1811"/>
                  </a:lnTo>
                  <a:lnTo>
                    <a:pt x="367" y="1798"/>
                  </a:lnTo>
                  <a:lnTo>
                    <a:pt x="385" y="1783"/>
                  </a:lnTo>
                  <a:lnTo>
                    <a:pt x="404" y="1766"/>
                  </a:lnTo>
                  <a:lnTo>
                    <a:pt x="422" y="1745"/>
                  </a:lnTo>
                  <a:lnTo>
                    <a:pt x="442" y="1724"/>
                  </a:lnTo>
                  <a:lnTo>
                    <a:pt x="462" y="1700"/>
                  </a:lnTo>
                  <a:lnTo>
                    <a:pt x="484" y="1673"/>
                  </a:lnTo>
                  <a:lnTo>
                    <a:pt x="498" y="1654"/>
                  </a:lnTo>
                  <a:lnTo>
                    <a:pt x="511" y="1639"/>
                  </a:lnTo>
                  <a:lnTo>
                    <a:pt x="524" y="1626"/>
                  </a:lnTo>
                  <a:lnTo>
                    <a:pt x="537" y="1613"/>
                  </a:lnTo>
                  <a:lnTo>
                    <a:pt x="562" y="1588"/>
                  </a:lnTo>
                  <a:lnTo>
                    <a:pt x="590" y="1559"/>
                  </a:lnTo>
                  <a:lnTo>
                    <a:pt x="603" y="1541"/>
                  </a:lnTo>
                  <a:lnTo>
                    <a:pt x="614" y="1527"/>
                  </a:lnTo>
                  <a:lnTo>
                    <a:pt x="624" y="1514"/>
                  </a:lnTo>
                  <a:lnTo>
                    <a:pt x="639" y="1497"/>
                  </a:lnTo>
                  <a:lnTo>
                    <a:pt x="1059" y="1035"/>
                  </a:lnTo>
                  <a:lnTo>
                    <a:pt x="1073" y="1016"/>
                  </a:lnTo>
                  <a:lnTo>
                    <a:pt x="1083" y="1004"/>
                  </a:lnTo>
                  <a:lnTo>
                    <a:pt x="1087" y="998"/>
                  </a:lnTo>
                  <a:lnTo>
                    <a:pt x="1094" y="993"/>
                  </a:lnTo>
                  <a:lnTo>
                    <a:pt x="1102" y="988"/>
                  </a:lnTo>
                  <a:lnTo>
                    <a:pt x="1113" y="980"/>
                  </a:lnTo>
                  <a:lnTo>
                    <a:pt x="1135" y="985"/>
                  </a:lnTo>
                  <a:lnTo>
                    <a:pt x="1150" y="990"/>
                  </a:lnTo>
                  <a:lnTo>
                    <a:pt x="1161" y="994"/>
                  </a:lnTo>
                  <a:lnTo>
                    <a:pt x="1171" y="997"/>
                  </a:lnTo>
                  <a:lnTo>
                    <a:pt x="1183" y="1001"/>
                  </a:lnTo>
                  <a:lnTo>
                    <a:pt x="1198" y="1003"/>
                  </a:lnTo>
                  <a:lnTo>
                    <a:pt x="1218" y="1004"/>
                  </a:lnTo>
                  <a:lnTo>
                    <a:pt x="1248" y="1004"/>
                  </a:lnTo>
                  <a:lnTo>
                    <a:pt x="1273" y="1003"/>
                  </a:lnTo>
                  <a:lnTo>
                    <a:pt x="1299" y="1001"/>
                  </a:lnTo>
                  <a:lnTo>
                    <a:pt x="1324" y="996"/>
                  </a:lnTo>
                  <a:lnTo>
                    <a:pt x="1348" y="990"/>
                  </a:lnTo>
                  <a:lnTo>
                    <a:pt x="1375" y="983"/>
                  </a:lnTo>
                  <a:lnTo>
                    <a:pt x="1398" y="975"/>
                  </a:lnTo>
                  <a:lnTo>
                    <a:pt x="1423" y="965"/>
                  </a:lnTo>
                  <a:lnTo>
                    <a:pt x="1447" y="954"/>
                  </a:lnTo>
                  <a:lnTo>
                    <a:pt x="1470" y="943"/>
                  </a:lnTo>
                  <a:lnTo>
                    <a:pt x="1492" y="931"/>
                  </a:lnTo>
                  <a:lnTo>
                    <a:pt x="1513" y="919"/>
                  </a:lnTo>
                  <a:lnTo>
                    <a:pt x="1533" y="906"/>
                  </a:lnTo>
                  <a:lnTo>
                    <a:pt x="1552" y="893"/>
                  </a:lnTo>
                  <a:lnTo>
                    <a:pt x="1570" y="880"/>
                  </a:lnTo>
                  <a:lnTo>
                    <a:pt x="1585" y="867"/>
                  </a:lnTo>
                  <a:lnTo>
                    <a:pt x="1600" y="854"/>
                  </a:lnTo>
                  <a:lnTo>
                    <a:pt x="1635" y="819"/>
                  </a:lnTo>
                  <a:lnTo>
                    <a:pt x="1666" y="784"/>
                  </a:lnTo>
                  <a:lnTo>
                    <a:pt x="1692" y="747"/>
                  </a:lnTo>
                  <a:lnTo>
                    <a:pt x="1715" y="711"/>
                  </a:lnTo>
                  <a:lnTo>
                    <a:pt x="1735" y="674"/>
                  </a:lnTo>
                  <a:lnTo>
                    <a:pt x="1749" y="637"/>
                  </a:lnTo>
                  <a:lnTo>
                    <a:pt x="1761" y="600"/>
                  </a:lnTo>
                  <a:lnTo>
                    <a:pt x="1768" y="563"/>
                  </a:lnTo>
                  <a:lnTo>
                    <a:pt x="1773" y="527"/>
                  </a:lnTo>
                  <a:lnTo>
                    <a:pt x="1774" y="490"/>
                  </a:lnTo>
                  <a:lnTo>
                    <a:pt x="1771" y="455"/>
                  </a:lnTo>
                  <a:lnTo>
                    <a:pt x="1766" y="420"/>
                  </a:lnTo>
                  <a:lnTo>
                    <a:pt x="1758" y="385"/>
                  </a:lnTo>
                  <a:lnTo>
                    <a:pt x="1748" y="351"/>
                  </a:lnTo>
                  <a:lnTo>
                    <a:pt x="1735" y="319"/>
                  </a:lnTo>
                  <a:lnTo>
                    <a:pt x="1719" y="287"/>
                  </a:lnTo>
                  <a:lnTo>
                    <a:pt x="1702" y="256"/>
                  </a:lnTo>
                  <a:lnTo>
                    <a:pt x="1683" y="227"/>
                  </a:lnTo>
                  <a:lnTo>
                    <a:pt x="1661" y="198"/>
                  </a:lnTo>
                  <a:lnTo>
                    <a:pt x="1637" y="171"/>
                  </a:lnTo>
                  <a:lnTo>
                    <a:pt x="1611" y="146"/>
                  </a:lnTo>
                  <a:lnTo>
                    <a:pt x="1585" y="122"/>
                  </a:lnTo>
                  <a:lnTo>
                    <a:pt x="1556" y="101"/>
                  </a:lnTo>
                  <a:lnTo>
                    <a:pt x="1526" y="81"/>
                  </a:lnTo>
                  <a:lnTo>
                    <a:pt x="1496" y="63"/>
                  </a:lnTo>
                  <a:lnTo>
                    <a:pt x="1463" y="46"/>
                  </a:lnTo>
                  <a:lnTo>
                    <a:pt x="1431" y="32"/>
                  </a:lnTo>
                  <a:lnTo>
                    <a:pt x="1398" y="21"/>
                  </a:lnTo>
                  <a:lnTo>
                    <a:pt x="1364" y="12"/>
                  </a:lnTo>
                  <a:lnTo>
                    <a:pt x="1330" y="5"/>
                  </a:lnTo>
                  <a:lnTo>
                    <a:pt x="1295" y="1"/>
                  </a:lnTo>
                  <a:lnTo>
                    <a:pt x="1260" y="0"/>
                  </a:lnTo>
                  <a:lnTo>
                    <a:pt x="1243" y="0"/>
                  </a:lnTo>
                  <a:lnTo>
                    <a:pt x="1226" y="1"/>
                  </a:lnTo>
                  <a:lnTo>
                    <a:pt x="1209" y="2"/>
                  </a:lnTo>
                  <a:lnTo>
                    <a:pt x="1192" y="4"/>
                  </a:lnTo>
                  <a:lnTo>
                    <a:pt x="1160" y="10"/>
                  </a:lnTo>
                  <a:lnTo>
                    <a:pt x="1128" y="17"/>
                  </a:lnTo>
                  <a:lnTo>
                    <a:pt x="1098" y="27"/>
                  </a:lnTo>
                  <a:lnTo>
                    <a:pt x="1068" y="38"/>
                  </a:lnTo>
                  <a:lnTo>
                    <a:pt x="1039" y="50"/>
                  </a:lnTo>
                  <a:lnTo>
                    <a:pt x="1011" y="64"/>
                  </a:lnTo>
                  <a:lnTo>
                    <a:pt x="985" y="79"/>
                  </a:lnTo>
                  <a:lnTo>
                    <a:pt x="960" y="95"/>
                  </a:lnTo>
                  <a:lnTo>
                    <a:pt x="937" y="112"/>
                  </a:lnTo>
                  <a:lnTo>
                    <a:pt x="915" y="130"/>
                  </a:lnTo>
                  <a:lnTo>
                    <a:pt x="895" y="148"/>
                  </a:lnTo>
                  <a:lnTo>
                    <a:pt x="876" y="168"/>
                  </a:lnTo>
                  <a:lnTo>
                    <a:pt x="859" y="188"/>
                  </a:lnTo>
                  <a:lnTo>
                    <a:pt x="843" y="207"/>
                  </a:lnTo>
                  <a:lnTo>
                    <a:pt x="827" y="232"/>
                  </a:lnTo>
                  <a:lnTo>
                    <a:pt x="812" y="259"/>
                  </a:lnTo>
                  <a:lnTo>
                    <a:pt x="798" y="286"/>
                  </a:lnTo>
                  <a:lnTo>
                    <a:pt x="786" y="315"/>
                  </a:lnTo>
                  <a:lnTo>
                    <a:pt x="776" y="345"/>
                  </a:lnTo>
                  <a:lnTo>
                    <a:pt x="767" y="375"/>
                  </a:lnTo>
                  <a:lnTo>
                    <a:pt x="760" y="407"/>
                  </a:lnTo>
                  <a:lnTo>
                    <a:pt x="755" y="438"/>
                  </a:lnTo>
                  <a:lnTo>
                    <a:pt x="752" y="471"/>
                  </a:lnTo>
                  <a:lnTo>
                    <a:pt x="751" y="503"/>
                  </a:lnTo>
                  <a:lnTo>
                    <a:pt x="751" y="520"/>
                  </a:lnTo>
                  <a:lnTo>
                    <a:pt x="752" y="536"/>
                  </a:lnTo>
                  <a:lnTo>
                    <a:pt x="754" y="552"/>
                  </a:lnTo>
                  <a:lnTo>
                    <a:pt x="756" y="570"/>
                  </a:lnTo>
                  <a:lnTo>
                    <a:pt x="759" y="586"/>
                  </a:lnTo>
                  <a:lnTo>
                    <a:pt x="762" y="602"/>
                  </a:lnTo>
                  <a:lnTo>
                    <a:pt x="766" y="619"/>
                  </a:lnTo>
                  <a:lnTo>
                    <a:pt x="770" y="635"/>
                  </a:lnTo>
                  <a:lnTo>
                    <a:pt x="776" y="650"/>
                  </a:lnTo>
                  <a:lnTo>
                    <a:pt x="781" y="666"/>
                  </a:lnTo>
                  <a:lnTo>
                    <a:pt x="788" y="683"/>
                  </a:lnTo>
                  <a:lnTo>
                    <a:pt x="795" y="698"/>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cs typeface="+mn-ea"/>
                <a:sym typeface="+mn-lt"/>
              </a:endParaRPr>
            </a:p>
          </p:txBody>
        </p:sp>
        <p:sp>
          <p:nvSpPr>
            <p:cNvPr id="29" name="Freeform 99"/>
            <p:cNvSpPr>
              <a:spLocks noEditPoints="1"/>
            </p:cNvSpPr>
            <p:nvPr/>
          </p:nvSpPr>
          <p:spPr bwMode="auto">
            <a:xfrm>
              <a:off x="8286751" y="6143625"/>
              <a:ext cx="160338" cy="158750"/>
            </a:xfrm>
            <a:custGeom>
              <a:avLst/>
              <a:gdLst>
                <a:gd name="T0" fmla="*/ 182 w 403"/>
                <a:gd name="T1" fmla="*/ 316 h 403"/>
                <a:gd name="T2" fmla="*/ 148 w 403"/>
                <a:gd name="T3" fmla="*/ 304 h 403"/>
                <a:gd name="T4" fmla="*/ 120 w 403"/>
                <a:gd name="T5" fmla="*/ 282 h 403"/>
                <a:gd name="T6" fmla="*/ 100 w 403"/>
                <a:gd name="T7" fmla="*/ 255 h 403"/>
                <a:gd name="T8" fmla="*/ 87 w 403"/>
                <a:gd name="T9" fmla="*/ 225 h 403"/>
                <a:gd name="T10" fmla="*/ 82 w 403"/>
                <a:gd name="T11" fmla="*/ 192 h 403"/>
                <a:gd name="T12" fmla="*/ 88 w 403"/>
                <a:gd name="T13" fmla="*/ 160 h 403"/>
                <a:gd name="T14" fmla="*/ 104 w 403"/>
                <a:gd name="T15" fmla="*/ 132 h 403"/>
                <a:gd name="T16" fmla="*/ 130 w 403"/>
                <a:gd name="T17" fmla="*/ 108 h 403"/>
                <a:gd name="T18" fmla="*/ 169 w 403"/>
                <a:gd name="T19" fmla="*/ 92 h 403"/>
                <a:gd name="T20" fmla="*/ 220 w 403"/>
                <a:gd name="T21" fmla="*/ 87 h 403"/>
                <a:gd name="T22" fmla="*/ 240 w 403"/>
                <a:gd name="T23" fmla="*/ 91 h 403"/>
                <a:gd name="T24" fmla="*/ 264 w 403"/>
                <a:gd name="T25" fmla="*/ 105 h 403"/>
                <a:gd name="T26" fmla="*/ 287 w 403"/>
                <a:gd name="T27" fmla="*/ 126 h 403"/>
                <a:gd name="T28" fmla="*/ 307 w 403"/>
                <a:gd name="T29" fmla="*/ 153 h 403"/>
                <a:gd name="T30" fmla="*/ 318 w 403"/>
                <a:gd name="T31" fmla="*/ 186 h 403"/>
                <a:gd name="T32" fmla="*/ 316 w 403"/>
                <a:gd name="T33" fmla="*/ 218 h 403"/>
                <a:gd name="T34" fmla="*/ 303 w 403"/>
                <a:gd name="T35" fmla="*/ 250 h 403"/>
                <a:gd name="T36" fmla="*/ 282 w 403"/>
                <a:gd name="T37" fmla="*/ 279 h 403"/>
                <a:gd name="T38" fmla="*/ 256 w 403"/>
                <a:gd name="T39" fmla="*/ 302 h 403"/>
                <a:gd name="T40" fmla="*/ 228 w 403"/>
                <a:gd name="T41" fmla="*/ 316 h 403"/>
                <a:gd name="T42" fmla="*/ 0 w 403"/>
                <a:gd name="T43" fmla="*/ 185 h 403"/>
                <a:gd name="T44" fmla="*/ 10 w 403"/>
                <a:gd name="T45" fmla="*/ 260 h 403"/>
                <a:gd name="T46" fmla="*/ 37 w 403"/>
                <a:gd name="T47" fmla="*/ 319 h 403"/>
                <a:gd name="T48" fmla="*/ 78 w 403"/>
                <a:gd name="T49" fmla="*/ 362 h 403"/>
                <a:gd name="T50" fmla="*/ 128 w 403"/>
                <a:gd name="T51" fmla="*/ 390 h 403"/>
                <a:gd name="T52" fmla="*/ 183 w 403"/>
                <a:gd name="T53" fmla="*/ 402 h 403"/>
                <a:gd name="T54" fmla="*/ 240 w 403"/>
                <a:gd name="T55" fmla="*/ 399 h 403"/>
                <a:gd name="T56" fmla="*/ 293 w 403"/>
                <a:gd name="T57" fmla="*/ 380 h 403"/>
                <a:gd name="T58" fmla="*/ 341 w 403"/>
                <a:gd name="T59" fmla="*/ 346 h 403"/>
                <a:gd name="T60" fmla="*/ 377 w 403"/>
                <a:gd name="T61" fmla="*/ 298 h 403"/>
                <a:gd name="T62" fmla="*/ 399 w 403"/>
                <a:gd name="T63" fmla="*/ 235 h 403"/>
                <a:gd name="T64" fmla="*/ 403 w 403"/>
                <a:gd name="T65" fmla="*/ 177 h 403"/>
                <a:gd name="T66" fmla="*/ 398 w 403"/>
                <a:gd name="T67" fmla="*/ 151 h 403"/>
                <a:gd name="T68" fmla="*/ 374 w 403"/>
                <a:gd name="T69" fmla="*/ 98 h 403"/>
                <a:gd name="T70" fmla="*/ 346 w 403"/>
                <a:gd name="T71" fmla="*/ 59 h 403"/>
                <a:gd name="T72" fmla="*/ 311 w 403"/>
                <a:gd name="T73" fmla="*/ 32 h 403"/>
                <a:gd name="T74" fmla="*/ 272 w 403"/>
                <a:gd name="T75" fmla="*/ 12 h 403"/>
                <a:gd name="T76" fmla="*/ 231 w 403"/>
                <a:gd name="T77" fmla="*/ 2 h 403"/>
                <a:gd name="T78" fmla="*/ 188 w 403"/>
                <a:gd name="T79" fmla="*/ 0 h 403"/>
                <a:gd name="T80" fmla="*/ 145 w 403"/>
                <a:gd name="T81" fmla="*/ 7 h 403"/>
                <a:gd name="T82" fmla="*/ 105 w 403"/>
                <a:gd name="T83" fmla="*/ 21 h 403"/>
                <a:gd name="T84" fmla="*/ 68 w 403"/>
                <a:gd name="T85" fmla="*/ 42 h 403"/>
                <a:gd name="T86" fmla="*/ 38 w 403"/>
                <a:gd name="T87" fmla="*/ 72 h 403"/>
                <a:gd name="T88" fmla="*/ 15 w 403"/>
                <a:gd name="T89" fmla="*/ 109 h 403"/>
                <a:gd name="T90" fmla="*/ 2 w 403"/>
                <a:gd name="T91" fmla="*/ 15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3" h="403">
                  <a:moveTo>
                    <a:pt x="208" y="319"/>
                  </a:moveTo>
                  <a:lnTo>
                    <a:pt x="194" y="318"/>
                  </a:lnTo>
                  <a:lnTo>
                    <a:pt x="182" y="316"/>
                  </a:lnTo>
                  <a:lnTo>
                    <a:pt x="170" y="314"/>
                  </a:lnTo>
                  <a:lnTo>
                    <a:pt x="158" y="310"/>
                  </a:lnTo>
                  <a:lnTo>
                    <a:pt x="148" y="304"/>
                  </a:lnTo>
                  <a:lnTo>
                    <a:pt x="138" y="298"/>
                  </a:lnTo>
                  <a:lnTo>
                    <a:pt x="128" y="291"/>
                  </a:lnTo>
                  <a:lnTo>
                    <a:pt x="120" y="282"/>
                  </a:lnTo>
                  <a:lnTo>
                    <a:pt x="113" y="275"/>
                  </a:lnTo>
                  <a:lnTo>
                    <a:pt x="105" y="265"/>
                  </a:lnTo>
                  <a:lnTo>
                    <a:pt x="100" y="255"/>
                  </a:lnTo>
                  <a:lnTo>
                    <a:pt x="94" y="245"/>
                  </a:lnTo>
                  <a:lnTo>
                    <a:pt x="90" y="235"/>
                  </a:lnTo>
                  <a:lnTo>
                    <a:pt x="87" y="225"/>
                  </a:lnTo>
                  <a:lnTo>
                    <a:pt x="85" y="214"/>
                  </a:lnTo>
                  <a:lnTo>
                    <a:pt x="82" y="203"/>
                  </a:lnTo>
                  <a:lnTo>
                    <a:pt x="82" y="192"/>
                  </a:lnTo>
                  <a:lnTo>
                    <a:pt x="84" y="181"/>
                  </a:lnTo>
                  <a:lnTo>
                    <a:pt x="85" y="171"/>
                  </a:lnTo>
                  <a:lnTo>
                    <a:pt x="88" y="160"/>
                  </a:lnTo>
                  <a:lnTo>
                    <a:pt x="92" y="150"/>
                  </a:lnTo>
                  <a:lnTo>
                    <a:pt x="98" y="140"/>
                  </a:lnTo>
                  <a:lnTo>
                    <a:pt x="104" y="132"/>
                  </a:lnTo>
                  <a:lnTo>
                    <a:pt x="112" y="123"/>
                  </a:lnTo>
                  <a:lnTo>
                    <a:pt x="120" y="115"/>
                  </a:lnTo>
                  <a:lnTo>
                    <a:pt x="130" y="108"/>
                  </a:lnTo>
                  <a:lnTo>
                    <a:pt x="142" y="102"/>
                  </a:lnTo>
                  <a:lnTo>
                    <a:pt x="155" y="97"/>
                  </a:lnTo>
                  <a:lnTo>
                    <a:pt x="169" y="92"/>
                  </a:lnTo>
                  <a:lnTo>
                    <a:pt x="184" y="89"/>
                  </a:lnTo>
                  <a:lnTo>
                    <a:pt x="202" y="87"/>
                  </a:lnTo>
                  <a:lnTo>
                    <a:pt x="220" y="87"/>
                  </a:lnTo>
                  <a:lnTo>
                    <a:pt x="226" y="87"/>
                  </a:lnTo>
                  <a:lnTo>
                    <a:pt x="232" y="89"/>
                  </a:lnTo>
                  <a:lnTo>
                    <a:pt x="240" y="91"/>
                  </a:lnTo>
                  <a:lnTo>
                    <a:pt x="247" y="95"/>
                  </a:lnTo>
                  <a:lnTo>
                    <a:pt x="256" y="100"/>
                  </a:lnTo>
                  <a:lnTo>
                    <a:pt x="264" y="105"/>
                  </a:lnTo>
                  <a:lnTo>
                    <a:pt x="272" y="112"/>
                  </a:lnTo>
                  <a:lnTo>
                    <a:pt x="280" y="118"/>
                  </a:lnTo>
                  <a:lnTo>
                    <a:pt x="287" y="126"/>
                  </a:lnTo>
                  <a:lnTo>
                    <a:pt x="295" y="135"/>
                  </a:lnTo>
                  <a:lnTo>
                    <a:pt x="302" y="143"/>
                  </a:lnTo>
                  <a:lnTo>
                    <a:pt x="307" y="153"/>
                  </a:lnTo>
                  <a:lnTo>
                    <a:pt x="311" y="164"/>
                  </a:lnTo>
                  <a:lnTo>
                    <a:pt x="315" y="174"/>
                  </a:lnTo>
                  <a:lnTo>
                    <a:pt x="318" y="186"/>
                  </a:lnTo>
                  <a:lnTo>
                    <a:pt x="318" y="197"/>
                  </a:lnTo>
                  <a:lnTo>
                    <a:pt x="318" y="207"/>
                  </a:lnTo>
                  <a:lnTo>
                    <a:pt x="316" y="218"/>
                  </a:lnTo>
                  <a:lnTo>
                    <a:pt x="312" y="228"/>
                  </a:lnTo>
                  <a:lnTo>
                    <a:pt x="308" y="239"/>
                  </a:lnTo>
                  <a:lnTo>
                    <a:pt x="303" y="250"/>
                  </a:lnTo>
                  <a:lnTo>
                    <a:pt x="297" y="260"/>
                  </a:lnTo>
                  <a:lnTo>
                    <a:pt x="290" y="269"/>
                  </a:lnTo>
                  <a:lnTo>
                    <a:pt x="282" y="279"/>
                  </a:lnTo>
                  <a:lnTo>
                    <a:pt x="274" y="288"/>
                  </a:lnTo>
                  <a:lnTo>
                    <a:pt x="266" y="295"/>
                  </a:lnTo>
                  <a:lnTo>
                    <a:pt x="256" y="302"/>
                  </a:lnTo>
                  <a:lnTo>
                    <a:pt x="247" y="307"/>
                  </a:lnTo>
                  <a:lnTo>
                    <a:pt x="238" y="313"/>
                  </a:lnTo>
                  <a:lnTo>
                    <a:pt x="228" y="316"/>
                  </a:lnTo>
                  <a:lnTo>
                    <a:pt x="218" y="318"/>
                  </a:lnTo>
                  <a:lnTo>
                    <a:pt x="208" y="319"/>
                  </a:lnTo>
                  <a:close/>
                  <a:moveTo>
                    <a:pt x="0" y="185"/>
                  </a:moveTo>
                  <a:lnTo>
                    <a:pt x="1" y="211"/>
                  </a:lnTo>
                  <a:lnTo>
                    <a:pt x="4" y="237"/>
                  </a:lnTo>
                  <a:lnTo>
                    <a:pt x="10" y="260"/>
                  </a:lnTo>
                  <a:lnTo>
                    <a:pt x="17" y="281"/>
                  </a:lnTo>
                  <a:lnTo>
                    <a:pt x="26" y="301"/>
                  </a:lnTo>
                  <a:lnTo>
                    <a:pt x="37" y="319"/>
                  </a:lnTo>
                  <a:lnTo>
                    <a:pt x="50" y="334"/>
                  </a:lnTo>
                  <a:lnTo>
                    <a:pt x="63" y="350"/>
                  </a:lnTo>
                  <a:lnTo>
                    <a:pt x="78" y="362"/>
                  </a:lnTo>
                  <a:lnTo>
                    <a:pt x="93" y="374"/>
                  </a:lnTo>
                  <a:lnTo>
                    <a:pt x="111" y="382"/>
                  </a:lnTo>
                  <a:lnTo>
                    <a:pt x="128" y="390"/>
                  </a:lnTo>
                  <a:lnTo>
                    <a:pt x="145" y="395"/>
                  </a:lnTo>
                  <a:lnTo>
                    <a:pt x="164" y="400"/>
                  </a:lnTo>
                  <a:lnTo>
                    <a:pt x="183" y="402"/>
                  </a:lnTo>
                  <a:lnTo>
                    <a:pt x="202" y="403"/>
                  </a:lnTo>
                  <a:lnTo>
                    <a:pt x="220" y="402"/>
                  </a:lnTo>
                  <a:lnTo>
                    <a:pt x="240" y="399"/>
                  </a:lnTo>
                  <a:lnTo>
                    <a:pt x="258" y="394"/>
                  </a:lnTo>
                  <a:lnTo>
                    <a:pt x="275" y="388"/>
                  </a:lnTo>
                  <a:lnTo>
                    <a:pt x="293" y="380"/>
                  </a:lnTo>
                  <a:lnTo>
                    <a:pt x="310" y="370"/>
                  </a:lnTo>
                  <a:lnTo>
                    <a:pt x="325" y="359"/>
                  </a:lnTo>
                  <a:lnTo>
                    <a:pt x="341" y="346"/>
                  </a:lnTo>
                  <a:lnTo>
                    <a:pt x="355" y="332"/>
                  </a:lnTo>
                  <a:lnTo>
                    <a:pt x="367" y="316"/>
                  </a:lnTo>
                  <a:lnTo>
                    <a:pt x="377" y="298"/>
                  </a:lnTo>
                  <a:lnTo>
                    <a:pt x="386" y="279"/>
                  </a:lnTo>
                  <a:lnTo>
                    <a:pt x="394" y="257"/>
                  </a:lnTo>
                  <a:lnTo>
                    <a:pt x="399" y="235"/>
                  </a:lnTo>
                  <a:lnTo>
                    <a:pt x="402" y="211"/>
                  </a:lnTo>
                  <a:lnTo>
                    <a:pt x="403" y="185"/>
                  </a:lnTo>
                  <a:lnTo>
                    <a:pt x="403" y="177"/>
                  </a:lnTo>
                  <a:lnTo>
                    <a:pt x="402" y="168"/>
                  </a:lnTo>
                  <a:lnTo>
                    <a:pt x="400" y="160"/>
                  </a:lnTo>
                  <a:lnTo>
                    <a:pt x="398" y="151"/>
                  </a:lnTo>
                  <a:lnTo>
                    <a:pt x="392" y="134"/>
                  </a:lnTo>
                  <a:lnTo>
                    <a:pt x="383" y="115"/>
                  </a:lnTo>
                  <a:lnTo>
                    <a:pt x="374" y="98"/>
                  </a:lnTo>
                  <a:lnTo>
                    <a:pt x="364" y="83"/>
                  </a:lnTo>
                  <a:lnTo>
                    <a:pt x="355" y="69"/>
                  </a:lnTo>
                  <a:lnTo>
                    <a:pt x="346" y="59"/>
                  </a:lnTo>
                  <a:lnTo>
                    <a:pt x="335" y="49"/>
                  </a:lnTo>
                  <a:lnTo>
                    <a:pt x="323" y="39"/>
                  </a:lnTo>
                  <a:lnTo>
                    <a:pt x="311" y="32"/>
                  </a:lnTo>
                  <a:lnTo>
                    <a:pt x="299" y="24"/>
                  </a:lnTo>
                  <a:lnTo>
                    <a:pt x="286" y="18"/>
                  </a:lnTo>
                  <a:lnTo>
                    <a:pt x="272" y="12"/>
                  </a:lnTo>
                  <a:lnTo>
                    <a:pt x="259" y="8"/>
                  </a:lnTo>
                  <a:lnTo>
                    <a:pt x="245" y="5"/>
                  </a:lnTo>
                  <a:lnTo>
                    <a:pt x="231" y="2"/>
                  </a:lnTo>
                  <a:lnTo>
                    <a:pt x="217" y="1"/>
                  </a:lnTo>
                  <a:lnTo>
                    <a:pt x="202" y="0"/>
                  </a:lnTo>
                  <a:lnTo>
                    <a:pt x="188" y="0"/>
                  </a:lnTo>
                  <a:lnTo>
                    <a:pt x="174" y="1"/>
                  </a:lnTo>
                  <a:lnTo>
                    <a:pt x="159" y="3"/>
                  </a:lnTo>
                  <a:lnTo>
                    <a:pt x="145" y="7"/>
                  </a:lnTo>
                  <a:lnTo>
                    <a:pt x="131" y="11"/>
                  </a:lnTo>
                  <a:lnTo>
                    <a:pt x="118" y="15"/>
                  </a:lnTo>
                  <a:lnTo>
                    <a:pt x="105" y="21"/>
                  </a:lnTo>
                  <a:lnTo>
                    <a:pt x="92" y="27"/>
                  </a:lnTo>
                  <a:lnTo>
                    <a:pt x="80" y="35"/>
                  </a:lnTo>
                  <a:lnTo>
                    <a:pt x="68" y="42"/>
                  </a:lnTo>
                  <a:lnTo>
                    <a:pt x="57" y="51"/>
                  </a:lnTo>
                  <a:lnTo>
                    <a:pt x="48" y="61"/>
                  </a:lnTo>
                  <a:lnTo>
                    <a:pt x="38" y="72"/>
                  </a:lnTo>
                  <a:lnTo>
                    <a:pt x="29" y="84"/>
                  </a:lnTo>
                  <a:lnTo>
                    <a:pt x="23" y="96"/>
                  </a:lnTo>
                  <a:lnTo>
                    <a:pt x="15" y="109"/>
                  </a:lnTo>
                  <a:lnTo>
                    <a:pt x="10" y="122"/>
                  </a:lnTo>
                  <a:lnTo>
                    <a:pt x="5" y="137"/>
                  </a:lnTo>
                  <a:lnTo>
                    <a:pt x="2" y="152"/>
                  </a:lnTo>
                  <a:lnTo>
                    <a:pt x="0" y="167"/>
                  </a:lnTo>
                  <a:lnTo>
                    <a:pt x="0" y="185"/>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cs typeface="+mn-ea"/>
                <a:sym typeface="+mn-lt"/>
              </a:endParaRPr>
            </a:p>
          </p:txBody>
        </p:sp>
      </p:grpSp>
      <p:sp>
        <p:nvSpPr>
          <p:cNvPr id="32" name="TextBox 2"/>
          <p:cNvSpPr txBox="1"/>
          <p:nvPr/>
        </p:nvSpPr>
        <p:spPr>
          <a:xfrm>
            <a:off x="1114696" y="571195"/>
            <a:ext cx="3467616"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cs typeface="+mn-ea"/>
                <a:sym typeface="+mn-lt"/>
              </a:rPr>
              <a:t>输入本页标题内容</a:t>
            </a:r>
            <a:endParaRPr lang="en-GB" altLang="zh-CN" sz="3200" dirty="0">
              <a:cs typeface="+mn-ea"/>
              <a:sym typeface="+mn-lt"/>
            </a:endParaRPr>
          </a:p>
        </p:txBody>
      </p:sp>
      <p:sp>
        <p:nvSpPr>
          <p:cNvPr id="33" name="Freeform 56"/>
          <p:cNvSpPr/>
          <p:nvPr/>
        </p:nvSpPr>
        <p:spPr bwMode="auto">
          <a:xfrm>
            <a:off x="642040" y="1178631"/>
            <a:ext cx="3789365" cy="79473"/>
          </a:xfrm>
          <a:custGeom>
            <a:avLst/>
            <a:gdLst>
              <a:gd name="T0" fmla="*/ 527 w 7950"/>
              <a:gd name="T1" fmla="*/ 290 h 587"/>
              <a:gd name="T2" fmla="*/ 327 w 7950"/>
              <a:gd name="T3" fmla="*/ 288 h 587"/>
              <a:gd name="T4" fmla="*/ 228 w 7950"/>
              <a:gd name="T5" fmla="*/ 296 h 587"/>
              <a:gd name="T6" fmla="*/ 142 w 7950"/>
              <a:gd name="T7" fmla="*/ 316 h 587"/>
              <a:gd name="T8" fmla="*/ 73 w 7950"/>
              <a:gd name="T9" fmla="*/ 351 h 587"/>
              <a:gd name="T10" fmla="*/ 23 w 7950"/>
              <a:gd name="T11" fmla="*/ 405 h 587"/>
              <a:gd name="T12" fmla="*/ 21 w 7950"/>
              <a:gd name="T13" fmla="*/ 485 h 587"/>
              <a:gd name="T14" fmla="*/ 64 w 7950"/>
              <a:gd name="T15" fmla="*/ 524 h 587"/>
              <a:gd name="T16" fmla="*/ 109 w 7950"/>
              <a:gd name="T17" fmla="*/ 541 h 587"/>
              <a:gd name="T18" fmla="*/ 182 w 7950"/>
              <a:gd name="T19" fmla="*/ 548 h 587"/>
              <a:gd name="T20" fmla="*/ 270 w 7950"/>
              <a:gd name="T21" fmla="*/ 548 h 587"/>
              <a:gd name="T22" fmla="*/ 376 w 7950"/>
              <a:gd name="T23" fmla="*/ 528 h 587"/>
              <a:gd name="T24" fmla="*/ 515 w 7950"/>
              <a:gd name="T25" fmla="*/ 505 h 587"/>
              <a:gd name="T26" fmla="*/ 710 w 7950"/>
              <a:gd name="T27" fmla="*/ 506 h 587"/>
              <a:gd name="T28" fmla="*/ 997 w 7950"/>
              <a:gd name="T29" fmla="*/ 534 h 587"/>
              <a:gd name="T30" fmla="*/ 1360 w 7950"/>
              <a:gd name="T31" fmla="*/ 571 h 587"/>
              <a:gd name="T32" fmla="*/ 1727 w 7950"/>
              <a:gd name="T33" fmla="*/ 587 h 587"/>
              <a:gd name="T34" fmla="*/ 2179 w 7950"/>
              <a:gd name="T35" fmla="*/ 578 h 587"/>
              <a:gd name="T36" fmla="*/ 2733 w 7950"/>
              <a:gd name="T37" fmla="*/ 529 h 587"/>
              <a:gd name="T38" fmla="*/ 3404 w 7950"/>
              <a:gd name="T39" fmla="*/ 430 h 587"/>
              <a:gd name="T40" fmla="*/ 3882 w 7950"/>
              <a:gd name="T41" fmla="*/ 347 h 587"/>
              <a:gd name="T42" fmla="*/ 4267 w 7950"/>
              <a:gd name="T43" fmla="*/ 299 h 587"/>
              <a:gd name="T44" fmla="*/ 4651 w 7950"/>
              <a:gd name="T45" fmla="*/ 268 h 587"/>
              <a:gd name="T46" fmla="*/ 5037 w 7950"/>
              <a:gd name="T47" fmla="*/ 253 h 587"/>
              <a:gd name="T48" fmla="*/ 5423 w 7950"/>
              <a:gd name="T49" fmla="*/ 249 h 587"/>
              <a:gd name="T50" fmla="*/ 5810 w 7950"/>
              <a:gd name="T51" fmla="*/ 256 h 587"/>
              <a:gd name="T52" fmla="*/ 6493 w 7950"/>
              <a:gd name="T53" fmla="*/ 284 h 587"/>
              <a:gd name="T54" fmla="*/ 6816 w 7950"/>
              <a:gd name="T55" fmla="*/ 302 h 587"/>
              <a:gd name="T56" fmla="*/ 6982 w 7950"/>
              <a:gd name="T57" fmla="*/ 315 h 587"/>
              <a:gd name="T58" fmla="*/ 7153 w 7950"/>
              <a:gd name="T59" fmla="*/ 327 h 587"/>
              <a:gd name="T60" fmla="*/ 7350 w 7950"/>
              <a:gd name="T61" fmla="*/ 334 h 587"/>
              <a:gd name="T62" fmla="*/ 7513 w 7950"/>
              <a:gd name="T63" fmla="*/ 338 h 587"/>
              <a:gd name="T64" fmla="*/ 7693 w 7950"/>
              <a:gd name="T65" fmla="*/ 358 h 587"/>
              <a:gd name="T66" fmla="*/ 7798 w 7950"/>
              <a:gd name="T67" fmla="*/ 368 h 587"/>
              <a:gd name="T68" fmla="*/ 7840 w 7950"/>
              <a:gd name="T69" fmla="*/ 357 h 587"/>
              <a:gd name="T70" fmla="*/ 7877 w 7950"/>
              <a:gd name="T71" fmla="*/ 327 h 587"/>
              <a:gd name="T72" fmla="*/ 7926 w 7950"/>
              <a:gd name="T73" fmla="*/ 253 h 587"/>
              <a:gd name="T74" fmla="*/ 7907 w 7950"/>
              <a:gd name="T75" fmla="*/ 168 h 587"/>
              <a:gd name="T76" fmla="*/ 7854 w 7950"/>
              <a:gd name="T77" fmla="*/ 127 h 587"/>
              <a:gd name="T78" fmla="*/ 7801 w 7950"/>
              <a:gd name="T79" fmla="*/ 101 h 587"/>
              <a:gd name="T80" fmla="*/ 7746 w 7950"/>
              <a:gd name="T81" fmla="*/ 86 h 587"/>
              <a:gd name="T82" fmla="*/ 7633 w 7950"/>
              <a:gd name="T83" fmla="*/ 78 h 587"/>
              <a:gd name="T84" fmla="*/ 5468 w 7950"/>
              <a:gd name="T85" fmla="*/ 0 h 587"/>
              <a:gd name="T86" fmla="*/ 4811 w 7950"/>
              <a:gd name="T87" fmla="*/ 5 h 587"/>
              <a:gd name="T88" fmla="*/ 4500 w 7950"/>
              <a:gd name="T89" fmla="*/ 15 h 587"/>
              <a:gd name="T90" fmla="*/ 4249 w 7950"/>
              <a:gd name="T91" fmla="*/ 33 h 587"/>
              <a:gd name="T92" fmla="*/ 4018 w 7950"/>
              <a:gd name="T93" fmla="*/ 61 h 587"/>
              <a:gd name="T94" fmla="*/ 3629 w 7950"/>
              <a:gd name="T95" fmla="*/ 126 h 587"/>
              <a:gd name="T96" fmla="*/ 2831 w 7950"/>
              <a:gd name="T97" fmla="*/ 265 h 587"/>
              <a:gd name="T98" fmla="*/ 2570 w 7950"/>
              <a:gd name="T99" fmla="*/ 299 h 587"/>
              <a:gd name="T100" fmla="*/ 2316 w 7950"/>
              <a:gd name="T101" fmla="*/ 318 h 587"/>
              <a:gd name="T102" fmla="*/ 2062 w 7950"/>
              <a:gd name="T103" fmla="*/ 325 h 587"/>
              <a:gd name="T104" fmla="*/ 1548 w 7950"/>
              <a:gd name="T105" fmla="*/ 315 h 587"/>
              <a:gd name="T106" fmla="*/ 1004 w 7950"/>
              <a:gd name="T107" fmla="*/ 29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50" h="587">
                <a:moveTo>
                  <a:pt x="714" y="294"/>
                </a:moveTo>
                <a:lnTo>
                  <a:pt x="651" y="293"/>
                </a:lnTo>
                <a:lnTo>
                  <a:pt x="588" y="292"/>
                </a:lnTo>
                <a:lnTo>
                  <a:pt x="527" y="290"/>
                </a:lnTo>
                <a:lnTo>
                  <a:pt x="468" y="288"/>
                </a:lnTo>
                <a:lnTo>
                  <a:pt x="410" y="287"/>
                </a:lnTo>
                <a:lnTo>
                  <a:pt x="354" y="287"/>
                </a:lnTo>
                <a:lnTo>
                  <a:pt x="327" y="288"/>
                </a:lnTo>
                <a:lnTo>
                  <a:pt x="301" y="289"/>
                </a:lnTo>
                <a:lnTo>
                  <a:pt x="276" y="291"/>
                </a:lnTo>
                <a:lnTo>
                  <a:pt x="252" y="293"/>
                </a:lnTo>
                <a:lnTo>
                  <a:pt x="228" y="296"/>
                </a:lnTo>
                <a:lnTo>
                  <a:pt x="205" y="300"/>
                </a:lnTo>
                <a:lnTo>
                  <a:pt x="183" y="304"/>
                </a:lnTo>
                <a:lnTo>
                  <a:pt x="162" y="309"/>
                </a:lnTo>
                <a:lnTo>
                  <a:pt x="142" y="316"/>
                </a:lnTo>
                <a:lnTo>
                  <a:pt x="123" y="323"/>
                </a:lnTo>
                <a:lnTo>
                  <a:pt x="106" y="331"/>
                </a:lnTo>
                <a:lnTo>
                  <a:pt x="89" y="340"/>
                </a:lnTo>
                <a:lnTo>
                  <a:pt x="73" y="351"/>
                </a:lnTo>
                <a:lnTo>
                  <a:pt x="59" y="362"/>
                </a:lnTo>
                <a:lnTo>
                  <a:pt x="46" y="375"/>
                </a:lnTo>
                <a:lnTo>
                  <a:pt x="34" y="390"/>
                </a:lnTo>
                <a:lnTo>
                  <a:pt x="23" y="405"/>
                </a:lnTo>
                <a:lnTo>
                  <a:pt x="14" y="423"/>
                </a:lnTo>
                <a:lnTo>
                  <a:pt x="6" y="441"/>
                </a:lnTo>
                <a:lnTo>
                  <a:pt x="0" y="462"/>
                </a:lnTo>
                <a:lnTo>
                  <a:pt x="21" y="485"/>
                </a:lnTo>
                <a:lnTo>
                  <a:pt x="39" y="503"/>
                </a:lnTo>
                <a:lnTo>
                  <a:pt x="47" y="511"/>
                </a:lnTo>
                <a:lnTo>
                  <a:pt x="56" y="518"/>
                </a:lnTo>
                <a:lnTo>
                  <a:pt x="64" y="524"/>
                </a:lnTo>
                <a:lnTo>
                  <a:pt x="74" y="529"/>
                </a:lnTo>
                <a:lnTo>
                  <a:pt x="84" y="534"/>
                </a:lnTo>
                <a:lnTo>
                  <a:pt x="96" y="538"/>
                </a:lnTo>
                <a:lnTo>
                  <a:pt x="109" y="541"/>
                </a:lnTo>
                <a:lnTo>
                  <a:pt x="123" y="544"/>
                </a:lnTo>
                <a:lnTo>
                  <a:pt x="140" y="546"/>
                </a:lnTo>
                <a:lnTo>
                  <a:pt x="160" y="547"/>
                </a:lnTo>
                <a:lnTo>
                  <a:pt x="182" y="548"/>
                </a:lnTo>
                <a:lnTo>
                  <a:pt x="207" y="549"/>
                </a:lnTo>
                <a:lnTo>
                  <a:pt x="230" y="549"/>
                </a:lnTo>
                <a:lnTo>
                  <a:pt x="251" y="549"/>
                </a:lnTo>
                <a:lnTo>
                  <a:pt x="270" y="548"/>
                </a:lnTo>
                <a:lnTo>
                  <a:pt x="288" y="546"/>
                </a:lnTo>
                <a:lnTo>
                  <a:pt x="320" y="541"/>
                </a:lnTo>
                <a:lnTo>
                  <a:pt x="348" y="535"/>
                </a:lnTo>
                <a:lnTo>
                  <a:pt x="376" y="528"/>
                </a:lnTo>
                <a:lnTo>
                  <a:pt x="403" y="521"/>
                </a:lnTo>
                <a:lnTo>
                  <a:pt x="434" y="515"/>
                </a:lnTo>
                <a:lnTo>
                  <a:pt x="469" y="510"/>
                </a:lnTo>
                <a:lnTo>
                  <a:pt x="515" y="505"/>
                </a:lnTo>
                <a:lnTo>
                  <a:pt x="562" y="502"/>
                </a:lnTo>
                <a:lnTo>
                  <a:pt x="610" y="502"/>
                </a:lnTo>
                <a:lnTo>
                  <a:pt x="660" y="503"/>
                </a:lnTo>
                <a:lnTo>
                  <a:pt x="710" y="506"/>
                </a:lnTo>
                <a:lnTo>
                  <a:pt x="764" y="510"/>
                </a:lnTo>
                <a:lnTo>
                  <a:pt x="819" y="515"/>
                </a:lnTo>
                <a:lnTo>
                  <a:pt x="876" y="521"/>
                </a:lnTo>
                <a:lnTo>
                  <a:pt x="997" y="534"/>
                </a:lnTo>
                <a:lnTo>
                  <a:pt x="1131" y="549"/>
                </a:lnTo>
                <a:lnTo>
                  <a:pt x="1204" y="557"/>
                </a:lnTo>
                <a:lnTo>
                  <a:pt x="1280" y="564"/>
                </a:lnTo>
                <a:lnTo>
                  <a:pt x="1360" y="571"/>
                </a:lnTo>
                <a:lnTo>
                  <a:pt x="1445" y="576"/>
                </a:lnTo>
                <a:lnTo>
                  <a:pt x="1535" y="581"/>
                </a:lnTo>
                <a:lnTo>
                  <a:pt x="1628" y="585"/>
                </a:lnTo>
                <a:lnTo>
                  <a:pt x="1727" y="587"/>
                </a:lnTo>
                <a:lnTo>
                  <a:pt x="1831" y="587"/>
                </a:lnTo>
                <a:lnTo>
                  <a:pt x="1942" y="586"/>
                </a:lnTo>
                <a:lnTo>
                  <a:pt x="2057" y="583"/>
                </a:lnTo>
                <a:lnTo>
                  <a:pt x="2179" y="578"/>
                </a:lnTo>
                <a:lnTo>
                  <a:pt x="2308" y="570"/>
                </a:lnTo>
                <a:lnTo>
                  <a:pt x="2442" y="559"/>
                </a:lnTo>
                <a:lnTo>
                  <a:pt x="2584" y="545"/>
                </a:lnTo>
                <a:lnTo>
                  <a:pt x="2733" y="529"/>
                </a:lnTo>
                <a:lnTo>
                  <a:pt x="2889" y="510"/>
                </a:lnTo>
                <a:lnTo>
                  <a:pt x="3053" y="487"/>
                </a:lnTo>
                <a:lnTo>
                  <a:pt x="3225" y="460"/>
                </a:lnTo>
                <a:lnTo>
                  <a:pt x="3404" y="430"/>
                </a:lnTo>
                <a:lnTo>
                  <a:pt x="3593" y="396"/>
                </a:lnTo>
                <a:lnTo>
                  <a:pt x="3689" y="378"/>
                </a:lnTo>
                <a:lnTo>
                  <a:pt x="3785" y="362"/>
                </a:lnTo>
                <a:lnTo>
                  <a:pt x="3882" y="347"/>
                </a:lnTo>
                <a:lnTo>
                  <a:pt x="3978" y="333"/>
                </a:lnTo>
                <a:lnTo>
                  <a:pt x="4074" y="321"/>
                </a:lnTo>
                <a:lnTo>
                  <a:pt x="4170" y="309"/>
                </a:lnTo>
                <a:lnTo>
                  <a:pt x="4267" y="299"/>
                </a:lnTo>
                <a:lnTo>
                  <a:pt x="4363" y="290"/>
                </a:lnTo>
                <a:lnTo>
                  <a:pt x="4458" y="282"/>
                </a:lnTo>
                <a:lnTo>
                  <a:pt x="4554" y="275"/>
                </a:lnTo>
                <a:lnTo>
                  <a:pt x="4651" y="268"/>
                </a:lnTo>
                <a:lnTo>
                  <a:pt x="4747" y="263"/>
                </a:lnTo>
                <a:lnTo>
                  <a:pt x="4843" y="259"/>
                </a:lnTo>
                <a:lnTo>
                  <a:pt x="4940" y="255"/>
                </a:lnTo>
                <a:lnTo>
                  <a:pt x="5037" y="253"/>
                </a:lnTo>
                <a:lnTo>
                  <a:pt x="5133" y="251"/>
                </a:lnTo>
                <a:lnTo>
                  <a:pt x="5229" y="250"/>
                </a:lnTo>
                <a:lnTo>
                  <a:pt x="5325" y="249"/>
                </a:lnTo>
                <a:lnTo>
                  <a:pt x="5423" y="249"/>
                </a:lnTo>
                <a:lnTo>
                  <a:pt x="5519" y="250"/>
                </a:lnTo>
                <a:lnTo>
                  <a:pt x="5616" y="251"/>
                </a:lnTo>
                <a:lnTo>
                  <a:pt x="5712" y="253"/>
                </a:lnTo>
                <a:lnTo>
                  <a:pt x="5810" y="256"/>
                </a:lnTo>
                <a:lnTo>
                  <a:pt x="5907" y="259"/>
                </a:lnTo>
                <a:lnTo>
                  <a:pt x="6101" y="266"/>
                </a:lnTo>
                <a:lnTo>
                  <a:pt x="6297" y="274"/>
                </a:lnTo>
                <a:lnTo>
                  <a:pt x="6493" y="284"/>
                </a:lnTo>
                <a:lnTo>
                  <a:pt x="6688" y="294"/>
                </a:lnTo>
                <a:lnTo>
                  <a:pt x="6732" y="296"/>
                </a:lnTo>
                <a:lnTo>
                  <a:pt x="6775" y="299"/>
                </a:lnTo>
                <a:lnTo>
                  <a:pt x="6816" y="302"/>
                </a:lnTo>
                <a:lnTo>
                  <a:pt x="6858" y="305"/>
                </a:lnTo>
                <a:lnTo>
                  <a:pt x="6900" y="309"/>
                </a:lnTo>
                <a:lnTo>
                  <a:pt x="6941" y="312"/>
                </a:lnTo>
                <a:lnTo>
                  <a:pt x="6982" y="315"/>
                </a:lnTo>
                <a:lnTo>
                  <a:pt x="7023" y="318"/>
                </a:lnTo>
                <a:lnTo>
                  <a:pt x="7066" y="322"/>
                </a:lnTo>
                <a:lnTo>
                  <a:pt x="7109" y="324"/>
                </a:lnTo>
                <a:lnTo>
                  <a:pt x="7153" y="327"/>
                </a:lnTo>
                <a:lnTo>
                  <a:pt x="7200" y="329"/>
                </a:lnTo>
                <a:lnTo>
                  <a:pt x="7247" y="331"/>
                </a:lnTo>
                <a:lnTo>
                  <a:pt x="7298" y="333"/>
                </a:lnTo>
                <a:lnTo>
                  <a:pt x="7350" y="334"/>
                </a:lnTo>
                <a:lnTo>
                  <a:pt x="7405" y="335"/>
                </a:lnTo>
                <a:lnTo>
                  <a:pt x="7443" y="335"/>
                </a:lnTo>
                <a:lnTo>
                  <a:pt x="7479" y="336"/>
                </a:lnTo>
                <a:lnTo>
                  <a:pt x="7513" y="338"/>
                </a:lnTo>
                <a:lnTo>
                  <a:pt x="7545" y="340"/>
                </a:lnTo>
                <a:lnTo>
                  <a:pt x="7601" y="346"/>
                </a:lnTo>
                <a:lnTo>
                  <a:pt x="7651" y="352"/>
                </a:lnTo>
                <a:lnTo>
                  <a:pt x="7693" y="358"/>
                </a:lnTo>
                <a:lnTo>
                  <a:pt x="7729" y="363"/>
                </a:lnTo>
                <a:lnTo>
                  <a:pt x="7760" y="367"/>
                </a:lnTo>
                <a:lnTo>
                  <a:pt x="7786" y="368"/>
                </a:lnTo>
                <a:lnTo>
                  <a:pt x="7798" y="368"/>
                </a:lnTo>
                <a:lnTo>
                  <a:pt x="7810" y="367"/>
                </a:lnTo>
                <a:lnTo>
                  <a:pt x="7820" y="365"/>
                </a:lnTo>
                <a:lnTo>
                  <a:pt x="7830" y="362"/>
                </a:lnTo>
                <a:lnTo>
                  <a:pt x="7840" y="357"/>
                </a:lnTo>
                <a:lnTo>
                  <a:pt x="7850" y="352"/>
                </a:lnTo>
                <a:lnTo>
                  <a:pt x="7859" y="345"/>
                </a:lnTo>
                <a:lnTo>
                  <a:pt x="7868" y="337"/>
                </a:lnTo>
                <a:lnTo>
                  <a:pt x="7877" y="327"/>
                </a:lnTo>
                <a:lnTo>
                  <a:pt x="7886" y="316"/>
                </a:lnTo>
                <a:lnTo>
                  <a:pt x="7895" y="303"/>
                </a:lnTo>
                <a:lnTo>
                  <a:pt x="7905" y="288"/>
                </a:lnTo>
                <a:lnTo>
                  <a:pt x="7926" y="253"/>
                </a:lnTo>
                <a:lnTo>
                  <a:pt x="7950" y="210"/>
                </a:lnTo>
                <a:lnTo>
                  <a:pt x="7935" y="195"/>
                </a:lnTo>
                <a:lnTo>
                  <a:pt x="7921" y="181"/>
                </a:lnTo>
                <a:lnTo>
                  <a:pt x="7907" y="168"/>
                </a:lnTo>
                <a:lnTo>
                  <a:pt x="7893" y="157"/>
                </a:lnTo>
                <a:lnTo>
                  <a:pt x="7880" y="146"/>
                </a:lnTo>
                <a:lnTo>
                  <a:pt x="7867" y="136"/>
                </a:lnTo>
                <a:lnTo>
                  <a:pt x="7854" y="127"/>
                </a:lnTo>
                <a:lnTo>
                  <a:pt x="7840" y="120"/>
                </a:lnTo>
                <a:lnTo>
                  <a:pt x="7827" y="113"/>
                </a:lnTo>
                <a:lnTo>
                  <a:pt x="7814" y="106"/>
                </a:lnTo>
                <a:lnTo>
                  <a:pt x="7801" y="101"/>
                </a:lnTo>
                <a:lnTo>
                  <a:pt x="7787" y="96"/>
                </a:lnTo>
                <a:lnTo>
                  <a:pt x="7774" y="92"/>
                </a:lnTo>
                <a:lnTo>
                  <a:pt x="7760" y="89"/>
                </a:lnTo>
                <a:lnTo>
                  <a:pt x="7746" y="86"/>
                </a:lnTo>
                <a:lnTo>
                  <a:pt x="7731" y="83"/>
                </a:lnTo>
                <a:lnTo>
                  <a:pt x="7701" y="80"/>
                </a:lnTo>
                <a:lnTo>
                  <a:pt x="7668" y="79"/>
                </a:lnTo>
                <a:lnTo>
                  <a:pt x="7633" y="78"/>
                </a:lnTo>
                <a:lnTo>
                  <a:pt x="7594" y="79"/>
                </a:lnTo>
                <a:lnTo>
                  <a:pt x="7507" y="82"/>
                </a:lnTo>
                <a:lnTo>
                  <a:pt x="7403" y="84"/>
                </a:lnTo>
                <a:lnTo>
                  <a:pt x="5468" y="0"/>
                </a:lnTo>
                <a:lnTo>
                  <a:pt x="5217" y="1"/>
                </a:lnTo>
                <a:lnTo>
                  <a:pt x="5000" y="2"/>
                </a:lnTo>
                <a:lnTo>
                  <a:pt x="4902" y="3"/>
                </a:lnTo>
                <a:lnTo>
                  <a:pt x="4811" y="5"/>
                </a:lnTo>
                <a:lnTo>
                  <a:pt x="4726" y="7"/>
                </a:lnTo>
                <a:lnTo>
                  <a:pt x="4646" y="9"/>
                </a:lnTo>
                <a:lnTo>
                  <a:pt x="4571" y="12"/>
                </a:lnTo>
                <a:lnTo>
                  <a:pt x="4500" y="15"/>
                </a:lnTo>
                <a:lnTo>
                  <a:pt x="4434" y="19"/>
                </a:lnTo>
                <a:lnTo>
                  <a:pt x="4370" y="23"/>
                </a:lnTo>
                <a:lnTo>
                  <a:pt x="4309" y="28"/>
                </a:lnTo>
                <a:lnTo>
                  <a:pt x="4249" y="33"/>
                </a:lnTo>
                <a:lnTo>
                  <a:pt x="4190" y="39"/>
                </a:lnTo>
                <a:lnTo>
                  <a:pt x="4133" y="46"/>
                </a:lnTo>
                <a:lnTo>
                  <a:pt x="4076" y="53"/>
                </a:lnTo>
                <a:lnTo>
                  <a:pt x="4018" y="61"/>
                </a:lnTo>
                <a:lnTo>
                  <a:pt x="3959" y="70"/>
                </a:lnTo>
                <a:lnTo>
                  <a:pt x="3899" y="80"/>
                </a:lnTo>
                <a:lnTo>
                  <a:pt x="3770" y="101"/>
                </a:lnTo>
                <a:lnTo>
                  <a:pt x="3629" y="126"/>
                </a:lnTo>
                <a:lnTo>
                  <a:pt x="3469" y="155"/>
                </a:lnTo>
                <a:lnTo>
                  <a:pt x="3285" y="187"/>
                </a:lnTo>
                <a:lnTo>
                  <a:pt x="3074" y="224"/>
                </a:lnTo>
                <a:lnTo>
                  <a:pt x="2831" y="265"/>
                </a:lnTo>
                <a:lnTo>
                  <a:pt x="2765" y="275"/>
                </a:lnTo>
                <a:lnTo>
                  <a:pt x="2700" y="284"/>
                </a:lnTo>
                <a:lnTo>
                  <a:pt x="2635" y="292"/>
                </a:lnTo>
                <a:lnTo>
                  <a:pt x="2570" y="299"/>
                </a:lnTo>
                <a:lnTo>
                  <a:pt x="2506" y="305"/>
                </a:lnTo>
                <a:lnTo>
                  <a:pt x="2443" y="310"/>
                </a:lnTo>
                <a:lnTo>
                  <a:pt x="2379" y="315"/>
                </a:lnTo>
                <a:lnTo>
                  <a:pt x="2316" y="318"/>
                </a:lnTo>
                <a:lnTo>
                  <a:pt x="2252" y="321"/>
                </a:lnTo>
                <a:lnTo>
                  <a:pt x="2188" y="323"/>
                </a:lnTo>
                <a:lnTo>
                  <a:pt x="2125" y="324"/>
                </a:lnTo>
                <a:lnTo>
                  <a:pt x="2062" y="325"/>
                </a:lnTo>
                <a:lnTo>
                  <a:pt x="1935" y="325"/>
                </a:lnTo>
                <a:lnTo>
                  <a:pt x="1807" y="323"/>
                </a:lnTo>
                <a:lnTo>
                  <a:pt x="1678" y="320"/>
                </a:lnTo>
                <a:lnTo>
                  <a:pt x="1548" y="315"/>
                </a:lnTo>
                <a:lnTo>
                  <a:pt x="1415" y="311"/>
                </a:lnTo>
                <a:lnTo>
                  <a:pt x="1281" y="306"/>
                </a:lnTo>
                <a:lnTo>
                  <a:pt x="1145" y="301"/>
                </a:lnTo>
                <a:lnTo>
                  <a:pt x="1004" y="297"/>
                </a:lnTo>
                <a:lnTo>
                  <a:pt x="861" y="295"/>
                </a:lnTo>
                <a:lnTo>
                  <a:pt x="714" y="294"/>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nvGrpSpPr>
          <p:cNvPr id="34" name="组合 33"/>
          <p:cNvGrpSpPr/>
          <p:nvPr/>
        </p:nvGrpSpPr>
        <p:grpSpPr>
          <a:xfrm>
            <a:off x="642040" y="661641"/>
            <a:ext cx="472656" cy="448521"/>
            <a:chOff x="4219575" y="3103563"/>
            <a:chExt cx="746125" cy="708025"/>
          </a:xfrm>
          <a:solidFill>
            <a:schemeClr val="tx1"/>
          </a:solidFill>
        </p:grpSpPr>
        <p:sp>
          <p:nvSpPr>
            <p:cNvPr id="35" name="Freeform 356"/>
            <p:cNvSpPr/>
            <p:nvPr/>
          </p:nvSpPr>
          <p:spPr bwMode="auto">
            <a:xfrm>
              <a:off x="4276725" y="3703638"/>
              <a:ext cx="17463" cy="60325"/>
            </a:xfrm>
            <a:custGeom>
              <a:avLst/>
              <a:gdLst/>
              <a:ahLst/>
              <a:cxnLst>
                <a:cxn ang="0">
                  <a:pos x="24" y="4"/>
                </a:cxn>
                <a:cxn ang="0">
                  <a:pos x="24" y="4"/>
                </a:cxn>
                <a:cxn ang="0">
                  <a:pos x="22" y="18"/>
                </a:cxn>
                <a:cxn ang="0">
                  <a:pos x="20" y="31"/>
                </a:cxn>
                <a:cxn ang="0">
                  <a:pos x="12" y="57"/>
                </a:cxn>
                <a:cxn ang="0">
                  <a:pos x="7" y="69"/>
                </a:cxn>
                <a:cxn ang="0">
                  <a:pos x="4" y="83"/>
                </a:cxn>
                <a:cxn ang="0">
                  <a:pos x="1" y="95"/>
                </a:cxn>
                <a:cxn ang="0">
                  <a:pos x="0" y="109"/>
                </a:cxn>
                <a:cxn ang="0">
                  <a:pos x="0" y="109"/>
                </a:cxn>
                <a:cxn ang="0">
                  <a:pos x="0" y="111"/>
                </a:cxn>
                <a:cxn ang="0">
                  <a:pos x="1" y="113"/>
                </a:cxn>
                <a:cxn ang="0">
                  <a:pos x="3" y="114"/>
                </a:cxn>
                <a:cxn ang="0">
                  <a:pos x="4" y="114"/>
                </a:cxn>
                <a:cxn ang="0">
                  <a:pos x="6" y="114"/>
                </a:cxn>
                <a:cxn ang="0">
                  <a:pos x="7" y="113"/>
                </a:cxn>
                <a:cxn ang="0">
                  <a:pos x="9" y="111"/>
                </a:cxn>
                <a:cxn ang="0">
                  <a:pos x="10" y="109"/>
                </a:cxn>
                <a:cxn ang="0">
                  <a:pos x="10" y="109"/>
                </a:cxn>
                <a:cxn ang="0">
                  <a:pos x="11" y="95"/>
                </a:cxn>
                <a:cxn ang="0">
                  <a:pos x="14" y="83"/>
                </a:cxn>
                <a:cxn ang="0">
                  <a:pos x="17" y="69"/>
                </a:cxn>
                <a:cxn ang="0">
                  <a:pos x="21" y="57"/>
                </a:cxn>
                <a:cxn ang="0">
                  <a:pos x="29" y="31"/>
                </a:cxn>
                <a:cxn ang="0">
                  <a:pos x="32" y="18"/>
                </a:cxn>
                <a:cxn ang="0">
                  <a:pos x="33" y="4"/>
                </a:cxn>
                <a:cxn ang="0">
                  <a:pos x="33" y="4"/>
                </a:cxn>
                <a:cxn ang="0">
                  <a:pos x="33" y="2"/>
                </a:cxn>
                <a:cxn ang="0">
                  <a:pos x="32" y="1"/>
                </a:cxn>
                <a:cxn ang="0">
                  <a:pos x="30" y="0"/>
                </a:cxn>
                <a:cxn ang="0">
                  <a:pos x="28" y="0"/>
                </a:cxn>
                <a:cxn ang="0">
                  <a:pos x="27" y="0"/>
                </a:cxn>
                <a:cxn ang="0">
                  <a:pos x="25" y="1"/>
                </a:cxn>
                <a:cxn ang="0">
                  <a:pos x="24" y="2"/>
                </a:cxn>
                <a:cxn ang="0">
                  <a:pos x="24" y="4"/>
                </a:cxn>
                <a:cxn ang="0">
                  <a:pos x="24" y="4"/>
                </a:cxn>
              </a:cxnLst>
              <a:rect l="0" t="0" r="r" b="b"/>
              <a:pathLst>
                <a:path w="33" h="114">
                  <a:moveTo>
                    <a:pt x="24" y="4"/>
                  </a:moveTo>
                  <a:lnTo>
                    <a:pt x="24" y="4"/>
                  </a:lnTo>
                  <a:lnTo>
                    <a:pt x="22" y="18"/>
                  </a:lnTo>
                  <a:lnTo>
                    <a:pt x="20" y="31"/>
                  </a:lnTo>
                  <a:lnTo>
                    <a:pt x="12" y="57"/>
                  </a:lnTo>
                  <a:lnTo>
                    <a:pt x="7" y="69"/>
                  </a:lnTo>
                  <a:lnTo>
                    <a:pt x="4" y="83"/>
                  </a:lnTo>
                  <a:lnTo>
                    <a:pt x="1" y="95"/>
                  </a:lnTo>
                  <a:lnTo>
                    <a:pt x="0" y="109"/>
                  </a:lnTo>
                  <a:lnTo>
                    <a:pt x="0" y="109"/>
                  </a:lnTo>
                  <a:lnTo>
                    <a:pt x="0" y="111"/>
                  </a:lnTo>
                  <a:lnTo>
                    <a:pt x="1" y="113"/>
                  </a:lnTo>
                  <a:lnTo>
                    <a:pt x="3" y="114"/>
                  </a:lnTo>
                  <a:lnTo>
                    <a:pt x="4" y="114"/>
                  </a:lnTo>
                  <a:lnTo>
                    <a:pt x="6" y="114"/>
                  </a:lnTo>
                  <a:lnTo>
                    <a:pt x="7" y="113"/>
                  </a:lnTo>
                  <a:lnTo>
                    <a:pt x="9" y="111"/>
                  </a:lnTo>
                  <a:lnTo>
                    <a:pt x="10" y="109"/>
                  </a:lnTo>
                  <a:lnTo>
                    <a:pt x="10" y="109"/>
                  </a:lnTo>
                  <a:lnTo>
                    <a:pt x="11" y="95"/>
                  </a:lnTo>
                  <a:lnTo>
                    <a:pt x="14" y="83"/>
                  </a:lnTo>
                  <a:lnTo>
                    <a:pt x="17" y="69"/>
                  </a:lnTo>
                  <a:lnTo>
                    <a:pt x="21" y="57"/>
                  </a:lnTo>
                  <a:lnTo>
                    <a:pt x="29" y="31"/>
                  </a:lnTo>
                  <a:lnTo>
                    <a:pt x="32" y="18"/>
                  </a:lnTo>
                  <a:lnTo>
                    <a:pt x="33" y="4"/>
                  </a:lnTo>
                  <a:lnTo>
                    <a:pt x="33" y="4"/>
                  </a:lnTo>
                  <a:lnTo>
                    <a:pt x="33" y="2"/>
                  </a:lnTo>
                  <a:lnTo>
                    <a:pt x="32" y="1"/>
                  </a:lnTo>
                  <a:lnTo>
                    <a:pt x="30" y="0"/>
                  </a:lnTo>
                  <a:lnTo>
                    <a:pt x="28" y="0"/>
                  </a:lnTo>
                  <a:lnTo>
                    <a:pt x="27" y="0"/>
                  </a:lnTo>
                  <a:lnTo>
                    <a:pt x="25" y="1"/>
                  </a:lnTo>
                  <a:lnTo>
                    <a:pt x="24" y="2"/>
                  </a:lnTo>
                  <a:lnTo>
                    <a:pt x="24" y="4"/>
                  </a:lnTo>
                  <a:lnTo>
                    <a:pt x="2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 name="Freeform 357"/>
            <p:cNvSpPr/>
            <p:nvPr/>
          </p:nvSpPr>
          <p:spPr bwMode="auto">
            <a:xfrm>
              <a:off x="4314825" y="3724275"/>
              <a:ext cx="17463" cy="57150"/>
            </a:xfrm>
            <a:custGeom>
              <a:avLst/>
              <a:gdLst/>
              <a:ahLst/>
              <a:cxnLst>
                <a:cxn ang="0">
                  <a:pos x="23" y="4"/>
                </a:cxn>
                <a:cxn ang="0">
                  <a:pos x="23" y="4"/>
                </a:cxn>
                <a:cxn ang="0">
                  <a:pos x="18" y="17"/>
                </a:cxn>
                <a:cxn ang="0">
                  <a:pos x="14" y="29"/>
                </a:cxn>
                <a:cxn ang="0">
                  <a:pos x="9" y="43"/>
                </a:cxn>
                <a:cxn ang="0">
                  <a:pos x="4" y="55"/>
                </a:cxn>
                <a:cxn ang="0">
                  <a:pos x="4" y="55"/>
                </a:cxn>
                <a:cxn ang="0">
                  <a:pos x="2" y="68"/>
                </a:cxn>
                <a:cxn ang="0">
                  <a:pos x="1" y="80"/>
                </a:cxn>
                <a:cxn ang="0">
                  <a:pos x="0" y="105"/>
                </a:cxn>
                <a:cxn ang="0">
                  <a:pos x="0" y="105"/>
                </a:cxn>
                <a:cxn ang="0">
                  <a:pos x="0" y="106"/>
                </a:cxn>
                <a:cxn ang="0">
                  <a:pos x="1" y="108"/>
                </a:cxn>
                <a:cxn ang="0">
                  <a:pos x="2" y="109"/>
                </a:cxn>
                <a:cxn ang="0">
                  <a:pos x="4" y="109"/>
                </a:cxn>
                <a:cxn ang="0">
                  <a:pos x="6" y="109"/>
                </a:cxn>
                <a:cxn ang="0">
                  <a:pos x="7" y="108"/>
                </a:cxn>
                <a:cxn ang="0">
                  <a:pos x="8" y="106"/>
                </a:cxn>
                <a:cxn ang="0">
                  <a:pos x="9" y="105"/>
                </a:cxn>
                <a:cxn ang="0">
                  <a:pos x="9" y="105"/>
                </a:cxn>
                <a:cxn ang="0">
                  <a:pos x="9" y="93"/>
                </a:cxn>
                <a:cxn ang="0">
                  <a:pos x="11" y="83"/>
                </a:cxn>
                <a:cxn ang="0">
                  <a:pos x="13" y="62"/>
                </a:cxn>
                <a:cxn ang="0">
                  <a:pos x="13" y="62"/>
                </a:cxn>
                <a:cxn ang="0">
                  <a:pos x="14" y="55"/>
                </a:cxn>
                <a:cxn ang="0">
                  <a:pos x="16" y="48"/>
                </a:cxn>
                <a:cxn ang="0">
                  <a:pos x="21" y="33"/>
                </a:cxn>
                <a:cxn ang="0">
                  <a:pos x="27" y="20"/>
                </a:cxn>
                <a:cxn ang="0">
                  <a:pos x="33" y="6"/>
                </a:cxn>
                <a:cxn ang="0">
                  <a:pos x="33" y="6"/>
                </a:cxn>
                <a:cxn ang="0">
                  <a:pos x="33" y="4"/>
                </a:cxn>
                <a:cxn ang="0">
                  <a:pos x="32" y="3"/>
                </a:cxn>
                <a:cxn ang="0">
                  <a:pos x="31" y="1"/>
                </a:cxn>
                <a:cxn ang="0">
                  <a:pos x="28" y="0"/>
                </a:cxn>
                <a:cxn ang="0">
                  <a:pos x="27" y="0"/>
                </a:cxn>
                <a:cxn ang="0">
                  <a:pos x="25" y="0"/>
                </a:cxn>
                <a:cxn ang="0">
                  <a:pos x="24" y="1"/>
                </a:cxn>
                <a:cxn ang="0">
                  <a:pos x="23" y="4"/>
                </a:cxn>
                <a:cxn ang="0">
                  <a:pos x="23" y="4"/>
                </a:cxn>
              </a:cxnLst>
              <a:rect l="0" t="0" r="r" b="b"/>
              <a:pathLst>
                <a:path w="33" h="109">
                  <a:moveTo>
                    <a:pt x="23" y="4"/>
                  </a:moveTo>
                  <a:lnTo>
                    <a:pt x="23" y="4"/>
                  </a:lnTo>
                  <a:lnTo>
                    <a:pt x="18" y="17"/>
                  </a:lnTo>
                  <a:lnTo>
                    <a:pt x="14" y="29"/>
                  </a:lnTo>
                  <a:lnTo>
                    <a:pt x="9" y="43"/>
                  </a:lnTo>
                  <a:lnTo>
                    <a:pt x="4" y="55"/>
                  </a:lnTo>
                  <a:lnTo>
                    <a:pt x="4" y="55"/>
                  </a:lnTo>
                  <a:lnTo>
                    <a:pt x="2" y="68"/>
                  </a:lnTo>
                  <a:lnTo>
                    <a:pt x="1" y="80"/>
                  </a:lnTo>
                  <a:lnTo>
                    <a:pt x="0" y="105"/>
                  </a:lnTo>
                  <a:lnTo>
                    <a:pt x="0" y="105"/>
                  </a:lnTo>
                  <a:lnTo>
                    <a:pt x="0" y="106"/>
                  </a:lnTo>
                  <a:lnTo>
                    <a:pt x="1" y="108"/>
                  </a:lnTo>
                  <a:lnTo>
                    <a:pt x="2" y="109"/>
                  </a:lnTo>
                  <a:lnTo>
                    <a:pt x="4" y="109"/>
                  </a:lnTo>
                  <a:lnTo>
                    <a:pt x="6" y="109"/>
                  </a:lnTo>
                  <a:lnTo>
                    <a:pt x="7" y="108"/>
                  </a:lnTo>
                  <a:lnTo>
                    <a:pt x="8" y="106"/>
                  </a:lnTo>
                  <a:lnTo>
                    <a:pt x="9" y="105"/>
                  </a:lnTo>
                  <a:lnTo>
                    <a:pt x="9" y="105"/>
                  </a:lnTo>
                  <a:lnTo>
                    <a:pt x="9" y="93"/>
                  </a:lnTo>
                  <a:lnTo>
                    <a:pt x="11" y="83"/>
                  </a:lnTo>
                  <a:lnTo>
                    <a:pt x="13" y="62"/>
                  </a:lnTo>
                  <a:lnTo>
                    <a:pt x="13" y="62"/>
                  </a:lnTo>
                  <a:lnTo>
                    <a:pt x="14" y="55"/>
                  </a:lnTo>
                  <a:lnTo>
                    <a:pt x="16" y="48"/>
                  </a:lnTo>
                  <a:lnTo>
                    <a:pt x="21" y="33"/>
                  </a:lnTo>
                  <a:lnTo>
                    <a:pt x="27" y="20"/>
                  </a:lnTo>
                  <a:lnTo>
                    <a:pt x="33" y="6"/>
                  </a:lnTo>
                  <a:lnTo>
                    <a:pt x="33" y="6"/>
                  </a:lnTo>
                  <a:lnTo>
                    <a:pt x="33" y="4"/>
                  </a:lnTo>
                  <a:lnTo>
                    <a:pt x="32" y="3"/>
                  </a:lnTo>
                  <a:lnTo>
                    <a:pt x="31" y="1"/>
                  </a:lnTo>
                  <a:lnTo>
                    <a:pt x="28" y="0"/>
                  </a:lnTo>
                  <a:lnTo>
                    <a:pt x="27" y="0"/>
                  </a:lnTo>
                  <a:lnTo>
                    <a:pt x="25" y="0"/>
                  </a:lnTo>
                  <a:lnTo>
                    <a:pt x="24" y="1"/>
                  </a:lnTo>
                  <a:lnTo>
                    <a:pt x="23" y="4"/>
                  </a:lnTo>
                  <a:lnTo>
                    <a:pt x="2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 name="Freeform 358"/>
            <p:cNvSpPr/>
            <p:nvPr/>
          </p:nvSpPr>
          <p:spPr bwMode="auto">
            <a:xfrm>
              <a:off x="4352925" y="3725863"/>
              <a:ext cx="22225" cy="55563"/>
            </a:xfrm>
            <a:custGeom>
              <a:avLst/>
              <a:gdLst/>
              <a:ahLst/>
              <a:cxnLst>
                <a:cxn ang="0">
                  <a:pos x="33" y="5"/>
                </a:cxn>
                <a:cxn ang="0">
                  <a:pos x="33" y="5"/>
                </a:cxn>
                <a:cxn ang="0">
                  <a:pos x="32" y="11"/>
                </a:cxn>
                <a:cxn ang="0">
                  <a:pos x="30" y="17"/>
                </a:cxn>
                <a:cxn ang="0">
                  <a:pos x="25" y="30"/>
                </a:cxn>
                <a:cxn ang="0">
                  <a:pos x="18" y="41"/>
                </a:cxn>
                <a:cxn ang="0">
                  <a:pos x="13" y="52"/>
                </a:cxn>
                <a:cxn ang="0">
                  <a:pos x="13" y="52"/>
                </a:cxn>
                <a:cxn ang="0">
                  <a:pos x="9" y="64"/>
                </a:cxn>
                <a:cxn ang="0">
                  <a:pos x="5" y="75"/>
                </a:cxn>
                <a:cxn ang="0">
                  <a:pos x="0" y="98"/>
                </a:cxn>
                <a:cxn ang="0">
                  <a:pos x="0" y="98"/>
                </a:cxn>
                <a:cxn ang="0">
                  <a:pos x="0" y="100"/>
                </a:cxn>
                <a:cxn ang="0">
                  <a:pos x="0" y="102"/>
                </a:cxn>
                <a:cxn ang="0">
                  <a:pos x="1" y="103"/>
                </a:cxn>
                <a:cxn ang="0">
                  <a:pos x="3" y="104"/>
                </a:cxn>
                <a:cxn ang="0">
                  <a:pos x="5" y="104"/>
                </a:cxn>
                <a:cxn ang="0">
                  <a:pos x="6" y="104"/>
                </a:cxn>
                <a:cxn ang="0">
                  <a:pos x="8" y="103"/>
                </a:cxn>
                <a:cxn ang="0">
                  <a:pos x="8" y="101"/>
                </a:cxn>
                <a:cxn ang="0">
                  <a:pos x="8" y="101"/>
                </a:cxn>
                <a:cxn ang="0">
                  <a:pos x="16" y="72"/>
                </a:cxn>
                <a:cxn ang="0">
                  <a:pos x="21" y="58"/>
                </a:cxn>
                <a:cxn ang="0">
                  <a:pos x="27" y="45"/>
                </a:cxn>
                <a:cxn ang="0">
                  <a:pos x="27" y="45"/>
                </a:cxn>
                <a:cxn ang="0">
                  <a:pos x="36" y="25"/>
                </a:cxn>
                <a:cxn ang="0">
                  <a:pos x="40" y="15"/>
                </a:cxn>
                <a:cxn ang="0">
                  <a:pos x="42" y="5"/>
                </a:cxn>
                <a:cxn ang="0">
                  <a:pos x="42" y="5"/>
                </a:cxn>
                <a:cxn ang="0">
                  <a:pos x="42" y="3"/>
                </a:cxn>
                <a:cxn ang="0">
                  <a:pos x="41" y="1"/>
                </a:cxn>
                <a:cxn ang="0">
                  <a:pos x="39" y="1"/>
                </a:cxn>
                <a:cxn ang="0">
                  <a:pos x="38" y="0"/>
                </a:cxn>
                <a:cxn ang="0">
                  <a:pos x="34" y="1"/>
                </a:cxn>
                <a:cxn ang="0">
                  <a:pos x="33" y="3"/>
                </a:cxn>
                <a:cxn ang="0">
                  <a:pos x="33" y="5"/>
                </a:cxn>
                <a:cxn ang="0">
                  <a:pos x="33" y="5"/>
                </a:cxn>
              </a:cxnLst>
              <a:rect l="0" t="0" r="r" b="b"/>
              <a:pathLst>
                <a:path w="42" h="104">
                  <a:moveTo>
                    <a:pt x="33" y="5"/>
                  </a:moveTo>
                  <a:lnTo>
                    <a:pt x="33" y="5"/>
                  </a:lnTo>
                  <a:lnTo>
                    <a:pt x="32" y="11"/>
                  </a:lnTo>
                  <a:lnTo>
                    <a:pt x="30" y="17"/>
                  </a:lnTo>
                  <a:lnTo>
                    <a:pt x="25" y="30"/>
                  </a:lnTo>
                  <a:lnTo>
                    <a:pt x="18" y="41"/>
                  </a:lnTo>
                  <a:lnTo>
                    <a:pt x="13" y="52"/>
                  </a:lnTo>
                  <a:lnTo>
                    <a:pt x="13" y="52"/>
                  </a:lnTo>
                  <a:lnTo>
                    <a:pt x="9" y="64"/>
                  </a:lnTo>
                  <a:lnTo>
                    <a:pt x="5" y="75"/>
                  </a:lnTo>
                  <a:lnTo>
                    <a:pt x="0" y="98"/>
                  </a:lnTo>
                  <a:lnTo>
                    <a:pt x="0" y="98"/>
                  </a:lnTo>
                  <a:lnTo>
                    <a:pt x="0" y="100"/>
                  </a:lnTo>
                  <a:lnTo>
                    <a:pt x="0" y="102"/>
                  </a:lnTo>
                  <a:lnTo>
                    <a:pt x="1" y="103"/>
                  </a:lnTo>
                  <a:lnTo>
                    <a:pt x="3" y="104"/>
                  </a:lnTo>
                  <a:lnTo>
                    <a:pt x="5" y="104"/>
                  </a:lnTo>
                  <a:lnTo>
                    <a:pt x="6" y="104"/>
                  </a:lnTo>
                  <a:lnTo>
                    <a:pt x="8" y="103"/>
                  </a:lnTo>
                  <a:lnTo>
                    <a:pt x="8" y="101"/>
                  </a:lnTo>
                  <a:lnTo>
                    <a:pt x="8" y="101"/>
                  </a:lnTo>
                  <a:lnTo>
                    <a:pt x="16" y="72"/>
                  </a:lnTo>
                  <a:lnTo>
                    <a:pt x="21" y="58"/>
                  </a:lnTo>
                  <a:lnTo>
                    <a:pt x="27" y="45"/>
                  </a:lnTo>
                  <a:lnTo>
                    <a:pt x="27" y="45"/>
                  </a:lnTo>
                  <a:lnTo>
                    <a:pt x="36" y="25"/>
                  </a:lnTo>
                  <a:lnTo>
                    <a:pt x="40" y="15"/>
                  </a:lnTo>
                  <a:lnTo>
                    <a:pt x="42" y="5"/>
                  </a:lnTo>
                  <a:lnTo>
                    <a:pt x="42" y="5"/>
                  </a:lnTo>
                  <a:lnTo>
                    <a:pt x="42" y="3"/>
                  </a:lnTo>
                  <a:lnTo>
                    <a:pt x="41" y="1"/>
                  </a:lnTo>
                  <a:lnTo>
                    <a:pt x="39" y="1"/>
                  </a:lnTo>
                  <a:lnTo>
                    <a:pt x="38" y="0"/>
                  </a:lnTo>
                  <a:lnTo>
                    <a:pt x="34" y="1"/>
                  </a:lnTo>
                  <a:lnTo>
                    <a:pt x="33" y="3"/>
                  </a:lnTo>
                  <a:lnTo>
                    <a:pt x="33" y="5"/>
                  </a:lnTo>
                  <a:lnTo>
                    <a:pt x="33"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 name="Freeform 359"/>
            <p:cNvSpPr/>
            <p:nvPr/>
          </p:nvSpPr>
          <p:spPr bwMode="auto">
            <a:xfrm>
              <a:off x="4387850" y="3729038"/>
              <a:ext cx="26988" cy="57150"/>
            </a:xfrm>
            <a:custGeom>
              <a:avLst/>
              <a:gdLst/>
              <a:ahLst/>
              <a:cxnLst>
                <a:cxn ang="0">
                  <a:pos x="42" y="4"/>
                </a:cxn>
                <a:cxn ang="0">
                  <a:pos x="42" y="4"/>
                </a:cxn>
                <a:cxn ang="0">
                  <a:pos x="41" y="10"/>
                </a:cxn>
                <a:cxn ang="0">
                  <a:pos x="40" y="15"/>
                </a:cxn>
                <a:cxn ang="0">
                  <a:pos x="35" y="26"/>
                </a:cxn>
                <a:cxn ang="0">
                  <a:pos x="24" y="44"/>
                </a:cxn>
                <a:cxn ang="0">
                  <a:pos x="24" y="44"/>
                </a:cxn>
                <a:cxn ang="0">
                  <a:pos x="22" y="49"/>
                </a:cxn>
                <a:cxn ang="0">
                  <a:pos x="20" y="56"/>
                </a:cxn>
                <a:cxn ang="0">
                  <a:pos x="16" y="67"/>
                </a:cxn>
                <a:cxn ang="0">
                  <a:pos x="16" y="67"/>
                </a:cxn>
                <a:cxn ang="0">
                  <a:pos x="9" y="84"/>
                </a:cxn>
                <a:cxn ang="0">
                  <a:pos x="0" y="101"/>
                </a:cxn>
                <a:cxn ang="0">
                  <a:pos x="0" y="101"/>
                </a:cxn>
                <a:cxn ang="0">
                  <a:pos x="0" y="103"/>
                </a:cxn>
                <a:cxn ang="0">
                  <a:pos x="0" y="105"/>
                </a:cxn>
                <a:cxn ang="0">
                  <a:pos x="1" y="107"/>
                </a:cxn>
                <a:cxn ang="0">
                  <a:pos x="2" y="108"/>
                </a:cxn>
                <a:cxn ang="0">
                  <a:pos x="4" y="108"/>
                </a:cxn>
                <a:cxn ang="0">
                  <a:pos x="6" y="108"/>
                </a:cxn>
                <a:cxn ang="0">
                  <a:pos x="7" y="108"/>
                </a:cxn>
                <a:cxn ang="0">
                  <a:pos x="8" y="106"/>
                </a:cxn>
                <a:cxn ang="0">
                  <a:pos x="8" y="106"/>
                </a:cxn>
                <a:cxn ang="0">
                  <a:pos x="22" y="77"/>
                </a:cxn>
                <a:cxn ang="0">
                  <a:pos x="22" y="77"/>
                </a:cxn>
                <a:cxn ang="0">
                  <a:pos x="25" y="70"/>
                </a:cxn>
                <a:cxn ang="0">
                  <a:pos x="28" y="62"/>
                </a:cxn>
                <a:cxn ang="0">
                  <a:pos x="31" y="53"/>
                </a:cxn>
                <a:cxn ang="0">
                  <a:pos x="34" y="46"/>
                </a:cxn>
                <a:cxn ang="0">
                  <a:pos x="34" y="46"/>
                </a:cxn>
                <a:cxn ang="0">
                  <a:pos x="45" y="26"/>
                </a:cxn>
                <a:cxn ang="0">
                  <a:pos x="49" y="15"/>
                </a:cxn>
                <a:cxn ang="0">
                  <a:pos x="51" y="10"/>
                </a:cxn>
                <a:cxn ang="0">
                  <a:pos x="52" y="4"/>
                </a:cxn>
                <a:cxn ang="0">
                  <a:pos x="52" y="4"/>
                </a:cxn>
                <a:cxn ang="0">
                  <a:pos x="52" y="2"/>
                </a:cxn>
                <a:cxn ang="0">
                  <a:pos x="51" y="1"/>
                </a:cxn>
                <a:cxn ang="0">
                  <a:pos x="49" y="0"/>
                </a:cxn>
                <a:cxn ang="0">
                  <a:pos x="47" y="0"/>
                </a:cxn>
                <a:cxn ang="0">
                  <a:pos x="44" y="1"/>
                </a:cxn>
                <a:cxn ang="0">
                  <a:pos x="43" y="2"/>
                </a:cxn>
                <a:cxn ang="0">
                  <a:pos x="42" y="4"/>
                </a:cxn>
                <a:cxn ang="0">
                  <a:pos x="42" y="4"/>
                </a:cxn>
              </a:cxnLst>
              <a:rect l="0" t="0" r="r" b="b"/>
              <a:pathLst>
                <a:path w="52" h="108">
                  <a:moveTo>
                    <a:pt x="42" y="4"/>
                  </a:moveTo>
                  <a:lnTo>
                    <a:pt x="42" y="4"/>
                  </a:lnTo>
                  <a:lnTo>
                    <a:pt x="41" y="10"/>
                  </a:lnTo>
                  <a:lnTo>
                    <a:pt x="40" y="15"/>
                  </a:lnTo>
                  <a:lnTo>
                    <a:pt x="35" y="26"/>
                  </a:lnTo>
                  <a:lnTo>
                    <a:pt x="24" y="44"/>
                  </a:lnTo>
                  <a:lnTo>
                    <a:pt x="24" y="44"/>
                  </a:lnTo>
                  <a:lnTo>
                    <a:pt x="22" y="49"/>
                  </a:lnTo>
                  <a:lnTo>
                    <a:pt x="20" y="56"/>
                  </a:lnTo>
                  <a:lnTo>
                    <a:pt x="16" y="67"/>
                  </a:lnTo>
                  <a:lnTo>
                    <a:pt x="16" y="67"/>
                  </a:lnTo>
                  <a:lnTo>
                    <a:pt x="9" y="84"/>
                  </a:lnTo>
                  <a:lnTo>
                    <a:pt x="0" y="101"/>
                  </a:lnTo>
                  <a:lnTo>
                    <a:pt x="0" y="101"/>
                  </a:lnTo>
                  <a:lnTo>
                    <a:pt x="0" y="103"/>
                  </a:lnTo>
                  <a:lnTo>
                    <a:pt x="0" y="105"/>
                  </a:lnTo>
                  <a:lnTo>
                    <a:pt x="1" y="107"/>
                  </a:lnTo>
                  <a:lnTo>
                    <a:pt x="2" y="108"/>
                  </a:lnTo>
                  <a:lnTo>
                    <a:pt x="4" y="108"/>
                  </a:lnTo>
                  <a:lnTo>
                    <a:pt x="6" y="108"/>
                  </a:lnTo>
                  <a:lnTo>
                    <a:pt x="7" y="108"/>
                  </a:lnTo>
                  <a:lnTo>
                    <a:pt x="8" y="106"/>
                  </a:lnTo>
                  <a:lnTo>
                    <a:pt x="8" y="106"/>
                  </a:lnTo>
                  <a:lnTo>
                    <a:pt x="22" y="77"/>
                  </a:lnTo>
                  <a:lnTo>
                    <a:pt x="22" y="77"/>
                  </a:lnTo>
                  <a:lnTo>
                    <a:pt x="25" y="70"/>
                  </a:lnTo>
                  <a:lnTo>
                    <a:pt x="28" y="62"/>
                  </a:lnTo>
                  <a:lnTo>
                    <a:pt x="31" y="53"/>
                  </a:lnTo>
                  <a:lnTo>
                    <a:pt x="34" y="46"/>
                  </a:lnTo>
                  <a:lnTo>
                    <a:pt x="34" y="46"/>
                  </a:lnTo>
                  <a:lnTo>
                    <a:pt x="45" y="26"/>
                  </a:lnTo>
                  <a:lnTo>
                    <a:pt x="49" y="15"/>
                  </a:lnTo>
                  <a:lnTo>
                    <a:pt x="51" y="10"/>
                  </a:lnTo>
                  <a:lnTo>
                    <a:pt x="52" y="4"/>
                  </a:lnTo>
                  <a:lnTo>
                    <a:pt x="52" y="4"/>
                  </a:lnTo>
                  <a:lnTo>
                    <a:pt x="52" y="2"/>
                  </a:lnTo>
                  <a:lnTo>
                    <a:pt x="51" y="1"/>
                  </a:lnTo>
                  <a:lnTo>
                    <a:pt x="49" y="0"/>
                  </a:lnTo>
                  <a:lnTo>
                    <a:pt x="47" y="0"/>
                  </a:lnTo>
                  <a:lnTo>
                    <a:pt x="44" y="1"/>
                  </a:lnTo>
                  <a:lnTo>
                    <a:pt x="43" y="2"/>
                  </a:lnTo>
                  <a:lnTo>
                    <a:pt x="42" y="4"/>
                  </a:lnTo>
                  <a:lnTo>
                    <a:pt x="4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9" name="Freeform 360"/>
            <p:cNvSpPr/>
            <p:nvPr/>
          </p:nvSpPr>
          <p:spPr bwMode="auto">
            <a:xfrm>
              <a:off x="4438650" y="3730625"/>
              <a:ext cx="23813" cy="55563"/>
            </a:xfrm>
            <a:custGeom>
              <a:avLst/>
              <a:gdLst/>
              <a:ahLst/>
              <a:cxnLst>
                <a:cxn ang="0">
                  <a:pos x="37" y="5"/>
                </a:cxn>
                <a:cxn ang="0">
                  <a:pos x="37" y="5"/>
                </a:cxn>
                <a:cxn ang="0">
                  <a:pos x="35" y="17"/>
                </a:cxn>
                <a:cxn ang="0">
                  <a:pos x="32" y="29"/>
                </a:cxn>
                <a:cxn ang="0">
                  <a:pos x="27" y="41"/>
                </a:cxn>
                <a:cxn ang="0">
                  <a:pos x="21" y="53"/>
                </a:cxn>
                <a:cxn ang="0">
                  <a:pos x="8" y="75"/>
                </a:cxn>
                <a:cxn ang="0">
                  <a:pos x="3" y="87"/>
                </a:cxn>
                <a:cxn ang="0">
                  <a:pos x="0" y="99"/>
                </a:cxn>
                <a:cxn ang="0">
                  <a:pos x="0" y="99"/>
                </a:cxn>
                <a:cxn ang="0">
                  <a:pos x="0" y="100"/>
                </a:cxn>
                <a:cxn ang="0">
                  <a:pos x="0" y="102"/>
                </a:cxn>
                <a:cxn ang="0">
                  <a:pos x="2" y="103"/>
                </a:cxn>
                <a:cxn ang="0">
                  <a:pos x="3" y="104"/>
                </a:cxn>
                <a:cxn ang="0">
                  <a:pos x="5" y="104"/>
                </a:cxn>
                <a:cxn ang="0">
                  <a:pos x="6" y="104"/>
                </a:cxn>
                <a:cxn ang="0">
                  <a:pos x="8" y="103"/>
                </a:cxn>
                <a:cxn ang="0">
                  <a:pos x="9" y="101"/>
                </a:cxn>
                <a:cxn ang="0">
                  <a:pos x="9" y="101"/>
                </a:cxn>
                <a:cxn ang="0">
                  <a:pos x="12" y="89"/>
                </a:cxn>
                <a:cxn ang="0">
                  <a:pos x="17" y="76"/>
                </a:cxn>
                <a:cxn ang="0">
                  <a:pos x="30" y="54"/>
                </a:cxn>
                <a:cxn ang="0">
                  <a:pos x="36" y="42"/>
                </a:cxn>
                <a:cxn ang="0">
                  <a:pos x="41" y="30"/>
                </a:cxn>
                <a:cxn ang="0">
                  <a:pos x="45" y="17"/>
                </a:cxn>
                <a:cxn ang="0">
                  <a:pos x="46" y="5"/>
                </a:cxn>
                <a:cxn ang="0">
                  <a:pos x="46" y="5"/>
                </a:cxn>
                <a:cxn ang="0">
                  <a:pos x="46" y="3"/>
                </a:cxn>
                <a:cxn ang="0">
                  <a:pos x="45" y="2"/>
                </a:cxn>
                <a:cxn ang="0">
                  <a:pos x="44" y="1"/>
                </a:cxn>
                <a:cxn ang="0">
                  <a:pos x="42" y="0"/>
                </a:cxn>
                <a:cxn ang="0">
                  <a:pos x="40" y="1"/>
                </a:cxn>
                <a:cxn ang="0">
                  <a:pos x="39" y="2"/>
                </a:cxn>
                <a:cxn ang="0">
                  <a:pos x="38" y="3"/>
                </a:cxn>
                <a:cxn ang="0">
                  <a:pos x="37" y="5"/>
                </a:cxn>
                <a:cxn ang="0">
                  <a:pos x="37" y="5"/>
                </a:cxn>
              </a:cxnLst>
              <a:rect l="0" t="0" r="r" b="b"/>
              <a:pathLst>
                <a:path w="46" h="104">
                  <a:moveTo>
                    <a:pt x="37" y="5"/>
                  </a:moveTo>
                  <a:lnTo>
                    <a:pt x="37" y="5"/>
                  </a:lnTo>
                  <a:lnTo>
                    <a:pt x="35" y="17"/>
                  </a:lnTo>
                  <a:lnTo>
                    <a:pt x="32" y="29"/>
                  </a:lnTo>
                  <a:lnTo>
                    <a:pt x="27" y="41"/>
                  </a:lnTo>
                  <a:lnTo>
                    <a:pt x="21" y="53"/>
                  </a:lnTo>
                  <a:lnTo>
                    <a:pt x="8" y="75"/>
                  </a:lnTo>
                  <a:lnTo>
                    <a:pt x="3" y="87"/>
                  </a:lnTo>
                  <a:lnTo>
                    <a:pt x="0" y="99"/>
                  </a:lnTo>
                  <a:lnTo>
                    <a:pt x="0" y="99"/>
                  </a:lnTo>
                  <a:lnTo>
                    <a:pt x="0" y="100"/>
                  </a:lnTo>
                  <a:lnTo>
                    <a:pt x="0" y="102"/>
                  </a:lnTo>
                  <a:lnTo>
                    <a:pt x="2" y="103"/>
                  </a:lnTo>
                  <a:lnTo>
                    <a:pt x="3" y="104"/>
                  </a:lnTo>
                  <a:lnTo>
                    <a:pt x="5" y="104"/>
                  </a:lnTo>
                  <a:lnTo>
                    <a:pt x="6" y="104"/>
                  </a:lnTo>
                  <a:lnTo>
                    <a:pt x="8" y="103"/>
                  </a:lnTo>
                  <a:lnTo>
                    <a:pt x="9" y="101"/>
                  </a:lnTo>
                  <a:lnTo>
                    <a:pt x="9" y="101"/>
                  </a:lnTo>
                  <a:lnTo>
                    <a:pt x="12" y="89"/>
                  </a:lnTo>
                  <a:lnTo>
                    <a:pt x="17" y="76"/>
                  </a:lnTo>
                  <a:lnTo>
                    <a:pt x="30" y="54"/>
                  </a:lnTo>
                  <a:lnTo>
                    <a:pt x="36" y="42"/>
                  </a:lnTo>
                  <a:lnTo>
                    <a:pt x="41" y="30"/>
                  </a:lnTo>
                  <a:lnTo>
                    <a:pt x="45" y="17"/>
                  </a:lnTo>
                  <a:lnTo>
                    <a:pt x="46" y="5"/>
                  </a:lnTo>
                  <a:lnTo>
                    <a:pt x="46" y="5"/>
                  </a:lnTo>
                  <a:lnTo>
                    <a:pt x="46" y="3"/>
                  </a:lnTo>
                  <a:lnTo>
                    <a:pt x="45" y="2"/>
                  </a:lnTo>
                  <a:lnTo>
                    <a:pt x="44" y="1"/>
                  </a:lnTo>
                  <a:lnTo>
                    <a:pt x="42" y="0"/>
                  </a:lnTo>
                  <a:lnTo>
                    <a:pt x="40" y="1"/>
                  </a:lnTo>
                  <a:lnTo>
                    <a:pt x="39" y="2"/>
                  </a:lnTo>
                  <a:lnTo>
                    <a:pt x="38" y="3"/>
                  </a:lnTo>
                  <a:lnTo>
                    <a:pt x="37" y="5"/>
                  </a:lnTo>
                  <a:lnTo>
                    <a:pt x="37"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0" name="Freeform 361"/>
            <p:cNvSpPr/>
            <p:nvPr/>
          </p:nvSpPr>
          <p:spPr bwMode="auto">
            <a:xfrm>
              <a:off x="4478338" y="3732213"/>
              <a:ext cx="25400" cy="52388"/>
            </a:xfrm>
            <a:custGeom>
              <a:avLst/>
              <a:gdLst/>
              <a:ahLst/>
              <a:cxnLst>
                <a:cxn ang="0">
                  <a:pos x="39" y="3"/>
                </a:cxn>
                <a:cxn ang="0">
                  <a:pos x="39" y="3"/>
                </a:cxn>
                <a:cxn ang="0">
                  <a:pos x="34" y="14"/>
                </a:cxn>
                <a:cxn ang="0">
                  <a:pos x="29" y="26"/>
                </a:cxn>
                <a:cxn ang="0">
                  <a:pos x="18" y="47"/>
                </a:cxn>
                <a:cxn ang="0">
                  <a:pos x="13" y="58"/>
                </a:cxn>
                <a:cxn ang="0">
                  <a:pos x="8" y="69"/>
                </a:cxn>
                <a:cxn ang="0">
                  <a:pos x="3" y="80"/>
                </a:cxn>
                <a:cxn ang="0">
                  <a:pos x="0" y="93"/>
                </a:cxn>
                <a:cxn ang="0">
                  <a:pos x="0" y="93"/>
                </a:cxn>
                <a:cxn ang="0">
                  <a:pos x="0" y="95"/>
                </a:cxn>
                <a:cxn ang="0">
                  <a:pos x="1" y="97"/>
                </a:cxn>
                <a:cxn ang="0">
                  <a:pos x="4" y="98"/>
                </a:cxn>
                <a:cxn ang="0">
                  <a:pos x="6" y="99"/>
                </a:cxn>
                <a:cxn ang="0">
                  <a:pos x="8" y="98"/>
                </a:cxn>
                <a:cxn ang="0">
                  <a:pos x="9" y="97"/>
                </a:cxn>
                <a:cxn ang="0">
                  <a:pos x="10" y="95"/>
                </a:cxn>
                <a:cxn ang="0">
                  <a:pos x="10" y="95"/>
                </a:cxn>
                <a:cxn ang="0">
                  <a:pos x="13" y="84"/>
                </a:cxn>
                <a:cxn ang="0">
                  <a:pos x="17" y="72"/>
                </a:cxn>
                <a:cxn ang="0">
                  <a:pos x="22" y="61"/>
                </a:cxn>
                <a:cxn ang="0">
                  <a:pos x="27" y="49"/>
                </a:cxn>
                <a:cxn ang="0">
                  <a:pos x="39" y="28"/>
                </a:cxn>
                <a:cxn ang="0">
                  <a:pos x="44" y="16"/>
                </a:cxn>
                <a:cxn ang="0">
                  <a:pos x="48" y="5"/>
                </a:cxn>
                <a:cxn ang="0">
                  <a:pos x="48" y="5"/>
                </a:cxn>
                <a:cxn ang="0">
                  <a:pos x="48" y="3"/>
                </a:cxn>
                <a:cxn ang="0">
                  <a:pos x="47" y="2"/>
                </a:cxn>
                <a:cxn ang="0">
                  <a:pos x="46" y="0"/>
                </a:cxn>
                <a:cxn ang="0">
                  <a:pos x="45" y="0"/>
                </a:cxn>
                <a:cxn ang="0">
                  <a:pos x="43" y="0"/>
                </a:cxn>
                <a:cxn ang="0">
                  <a:pos x="41" y="0"/>
                </a:cxn>
                <a:cxn ang="0">
                  <a:pos x="40" y="1"/>
                </a:cxn>
                <a:cxn ang="0">
                  <a:pos x="39" y="3"/>
                </a:cxn>
                <a:cxn ang="0">
                  <a:pos x="39" y="3"/>
                </a:cxn>
              </a:cxnLst>
              <a:rect l="0" t="0" r="r" b="b"/>
              <a:pathLst>
                <a:path w="48" h="99">
                  <a:moveTo>
                    <a:pt x="39" y="3"/>
                  </a:moveTo>
                  <a:lnTo>
                    <a:pt x="39" y="3"/>
                  </a:lnTo>
                  <a:lnTo>
                    <a:pt x="34" y="14"/>
                  </a:lnTo>
                  <a:lnTo>
                    <a:pt x="29" y="26"/>
                  </a:lnTo>
                  <a:lnTo>
                    <a:pt x="18" y="47"/>
                  </a:lnTo>
                  <a:lnTo>
                    <a:pt x="13" y="58"/>
                  </a:lnTo>
                  <a:lnTo>
                    <a:pt x="8" y="69"/>
                  </a:lnTo>
                  <a:lnTo>
                    <a:pt x="3" y="80"/>
                  </a:lnTo>
                  <a:lnTo>
                    <a:pt x="0" y="93"/>
                  </a:lnTo>
                  <a:lnTo>
                    <a:pt x="0" y="93"/>
                  </a:lnTo>
                  <a:lnTo>
                    <a:pt x="0" y="95"/>
                  </a:lnTo>
                  <a:lnTo>
                    <a:pt x="1" y="97"/>
                  </a:lnTo>
                  <a:lnTo>
                    <a:pt x="4" y="98"/>
                  </a:lnTo>
                  <a:lnTo>
                    <a:pt x="6" y="99"/>
                  </a:lnTo>
                  <a:lnTo>
                    <a:pt x="8" y="98"/>
                  </a:lnTo>
                  <a:lnTo>
                    <a:pt x="9" y="97"/>
                  </a:lnTo>
                  <a:lnTo>
                    <a:pt x="10" y="95"/>
                  </a:lnTo>
                  <a:lnTo>
                    <a:pt x="10" y="95"/>
                  </a:lnTo>
                  <a:lnTo>
                    <a:pt x="13" y="84"/>
                  </a:lnTo>
                  <a:lnTo>
                    <a:pt x="17" y="72"/>
                  </a:lnTo>
                  <a:lnTo>
                    <a:pt x="22" y="61"/>
                  </a:lnTo>
                  <a:lnTo>
                    <a:pt x="27" y="49"/>
                  </a:lnTo>
                  <a:lnTo>
                    <a:pt x="39" y="28"/>
                  </a:lnTo>
                  <a:lnTo>
                    <a:pt x="44" y="16"/>
                  </a:lnTo>
                  <a:lnTo>
                    <a:pt x="48" y="5"/>
                  </a:lnTo>
                  <a:lnTo>
                    <a:pt x="48" y="5"/>
                  </a:lnTo>
                  <a:lnTo>
                    <a:pt x="48" y="3"/>
                  </a:lnTo>
                  <a:lnTo>
                    <a:pt x="47" y="2"/>
                  </a:lnTo>
                  <a:lnTo>
                    <a:pt x="46" y="0"/>
                  </a:lnTo>
                  <a:lnTo>
                    <a:pt x="45" y="0"/>
                  </a:lnTo>
                  <a:lnTo>
                    <a:pt x="43" y="0"/>
                  </a:lnTo>
                  <a:lnTo>
                    <a:pt x="41" y="0"/>
                  </a:lnTo>
                  <a:lnTo>
                    <a:pt x="40" y="1"/>
                  </a:lnTo>
                  <a:lnTo>
                    <a:pt x="39" y="3"/>
                  </a:lnTo>
                  <a:lnTo>
                    <a:pt x="3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1" name="Freeform 362"/>
            <p:cNvSpPr/>
            <p:nvPr/>
          </p:nvSpPr>
          <p:spPr bwMode="auto">
            <a:xfrm>
              <a:off x="4508500" y="3738563"/>
              <a:ext cx="19050" cy="55563"/>
            </a:xfrm>
            <a:custGeom>
              <a:avLst/>
              <a:gdLst/>
              <a:ahLst/>
              <a:cxnLst>
                <a:cxn ang="0">
                  <a:pos x="29" y="5"/>
                </a:cxn>
                <a:cxn ang="0">
                  <a:pos x="29" y="5"/>
                </a:cxn>
                <a:cxn ang="0">
                  <a:pos x="27" y="17"/>
                </a:cxn>
                <a:cxn ang="0">
                  <a:pos x="24" y="29"/>
                </a:cxn>
                <a:cxn ang="0">
                  <a:pos x="15" y="51"/>
                </a:cxn>
                <a:cxn ang="0">
                  <a:pos x="15" y="51"/>
                </a:cxn>
                <a:cxn ang="0">
                  <a:pos x="14" y="56"/>
                </a:cxn>
                <a:cxn ang="0">
                  <a:pos x="13" y="61"/>
                </a:cxn>
                <a:cxn ang="0">
                  <a:pos x="12" y="73"/>
                </a:cxn>
                <a:cxn ang="0">
                  <a:pos x="12" y="73"/>
                </a:cxn>
                <a:cxn ang="0">
                  <a:pos x="9" y="79"/>
                </a:cxn>
                <a:cxn ang="0">
                  <a:pos x="7" y="85"/>
                </a:cxn>
                <a:cxn ang="0">
                  <a:pos x="1" y="97"/>
                </a:cxn>
                <a:cxn ang="0">
                  <a:pos x="1" y="97"/>
                </a:cxn>
                <a:cxn ang="0">
                  <a:pos x="0" y="99"/>
                </a:cxn>
                <a:cxn ang="0">
                  <a:pos x="0" y="102"/>
                </a:cxn>
                <a:cxn ang="0">
                  <a:pos x="1" y="103"/>
                </a:cxn>
                <a:cxn ang="0">
                  <a:pos x="2" y="104"/>
                </a:cxn>
                <a:cxn ang="0">
                  <a:pos x="4" y="105"/>
                </a:cxn>
                <a:cxn ang="0">
                  <a:pos x="6" y="105"/>
                </a:cxn>
                <a:cxn ang="0">
                  <a:pos x="7" y="104"/>
                </a:cxn>
                <a:cxn ang="0">
                  <a:pos x="9" y="103"/>
                </a:cxn>
                <a:cxn ang="0">
                  <a:pos x="9" y="103"/>
                </a:cxn>
                <a:cxn ang="0">
                  <a:pos x="15" y="92"/>
                </a:cxn>
                <a:cxn ang="0">
                  <a:pos x="19" y="81"/>
                </a:cxn>
                <a:cxn ang="0">
                  <a:pos x="22" y="70"/>
                </a:cxn>
                <a:cxn ang="0">
                  <a:pos x="24" y="57"/>
                </a:cxn>
                <a:cxn ang="0">
                  <a:pos x="24" y="57"/>
                </a:cxn>
                <a:cxn ang="0">
                  <a:pos x="25" y="51"/>
                </a:cxn>
                <a:cxn ang="0">
                  <a:pos x="27" y="45"/>
                </a:cxn>
                <a:cxn ang="0">
                  <a:pos x="31" y="31"/>
                </a:cxn>
                <a:cxn ang="0">
                  <a:pos x="35" y="19"/>
                </a:cxn>
                <a:cxn ang="0">
                  <a:pos x="37" y="12"/>
                </a:cxn>
                <a:cxn ang="0">
                  <a:pos x="38" y="5"/>
                </a:cxn>
                <a:cxn ang="0">
                  <a:pos x="38" y="5"/>
                </a:cxn>
                <a:cxn ang="0">
                  <a:pos x="37" y="3"/>
                </a:cxn>
                <a:cxn ang="0">
                  <a:pos x="37" y="1"/>
                </a:cxn>
                <a:cxn ang="0">
                  <a:pos x="35" y="1"/>
                </a:cxn>
                <a:cxn ang="0">
                  <a:pos x="33" y="0"/>
                </a:cxn>
                <a:cxn ang="0">
                  <a:pos x="32" y="1"/>
                </a:cxn>
                <a:cxn ang="0">
                  <a:pos x="30" y="1"/>
                </a:cxn>
                <a:cxn ang="0">
                  <a:pos x="29" y="3"/>
                </a:cxn>
                <a:cxn ang="0">
                  <a:pos x="29" y="5"/>
                </a:cxn>
                <a:cxn ang="0">
                  <a:pos x="29" y="5"/>
                </a:cxn>
              </a:cxnLst>
              <a:rect l="0" t="0" r="r" b="b"/>
              <a:pathLst>
                <a:path w="38" h="105">
                  <a:moveTo>
                    <a:pt x="29" y="5"/>
                  </a:moveTo>
                  <a:lnTo>
                    <a:pt x="29" y="5"/>
                  </a:lnTo>
                  <a:lnTo>
                    <a:pt x="27" y="17"/>
                  </a:lnTo>
                  <a:lnTo>
                    <a:pt x="24" y="29"/>
                  </a:lnTo>
                  <a:lnTo>
                    <a:pt x="15" y="51"/>
                  </a:lnTo>
                  <a:lnTo>
                    <a:pt x="15" y="51"/>
                  </a:lnTo>
                  <a:lnTo>
                    <a:pt x="14" y="56"/>
                  </a:lnTo>
                  <a:lnTo>
                    <a:pt x="13" y="61"/>
                  </a:lnTo>
                  <a:lnTo>
                    <a:pt x="12" y="73"/>
                  </a:lnTo>
                  <a:lnTo>
                    <a:pt x="12" y="73"/>
                  </a:lnTo>
                  <a:lnTo>
                    <a:pt x="9" y="79"/>
                  </a:lnTo>
                  <a:lnTo>
                    <a:pt x="7" y="85"/>
                  </a:lnTo>
                  <a:lnTo>
                    <a:pt x="1" y="97"/>
                  </a:lnTo>
                  <a:lnTo>
                    <a:pt x="1" y="97"/>
                  </a:lnTo>
                  <a:lnTo>
                    <a:pt x="0" y="99"/>
                  </a:lnTo>
                  <a:lnTo>
                    <a:pt x="0" y="102"/>
                  </a:lnTo>
                  <a:lnTo>
                    <a:pt x="1" y="103"/>
                  </a:lnTo>
                  <a:lnTo>
                    <a:pt x="2" y="104"/>
                  </a:lnTo>
                  <a:lnTo>
                    <a:pt x="4" y="105"/>
                  </a:lnTo>
                  <a:lnTo>
                    <a:pt x="6" y="105"/>
                  </a:lnTo>
                  <a:lnTo>
                    <a:pt x="7" y="104"/>
                  </a:lnTo>
                  <a:lnTo>
                    <a:pt x="9" y="103"/>
                  </a:lnTo>
                  <a:lnTo>
                    <a:pt x="9" y="103"/>
                  </a:lnTo>
                  <a:lnTo>
                    <a:pt x="15" y="92"/>
                  </a:lnTo>
                  <a:lnTo>
                    <a:pt x="19" y="81"/>
                  </a:lnTo>
                  <a:lnTo>
                    <a:pt x="22" y="70"/>
                  </a:lnTo>
                  <a:lnTo>
                    <a:pt x="24" y="57"/>
                  </a:lnTo>
                  <a:lnTo>
                    <a:pt x="24" y="57"/>
                  </a:lnTo>
                  <a:lnTo>
                    <a:pt x="25" y="51"/>
                  </a:lnTo>
                  <a:lnTo>
                    <a:pt x="27" y="45"/>
                  </a:lnTo>
                  <a:lnTo>
                    <a:pt x="31" y="31"/>
                  </a:lnTo>
                  <a:lnTo>
                    <a:pt x="35" y="19"/>
                  </a:lnTo>
                  <a:lnTo>
                    <a:pt x="37" y="12"/>
                  </a:lnTo>
                  <a:lnTo>
                    <a:pt x="38" y="5"/>
                  </a:lnTo>
                  <a:lnTo>
                    <a:pt x="38" y="5"/>
                  </a:lnTo>
                  <a:lnTo>
                    <a:pt x="37" y="3"/>
                  </a:lnTo>
                  <a:lnTo>
                    <a:pt x="37" y="1"/>
                  </a:lnTo>
                  <a:lnTo>
                    <a:pt x="35" y="1"/>
                  </a:lnTo>
                  <a:lnTo>
                    <a:pt x="33" y="0"/>
                  </a:lnTo>
                  <a:lnTo>
                    <a:pt x="32" y="1"/>
                  </a:lnTo>
                  <a:lnTo>
                    <a:pt x="30" y="1"/>
                  </a:lnTo>
                  <a:lnTo>
                    <a:pt x="29" y="3"/>
                  </a:lnTo>
                  <a:lnTo>
                    <a:pt x="29" y="5"/>
                  </a:lnTo>
                  <a:lnTo>
                    <a:pt x="2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2" name="Freeform 363"/>
            <p:cNvSpPr/>
            <p:nvPr/>
          </p:nvSpPr>
          <p:spPr bwMode="auto">
            <a:xfrm>
              <a:off x="4545013" y="3736975"/>
              <a:ext cx="15875" cy="49213"/>
            </a:xfrm>
            <a:custGeom>
              <a:avLst/>
              <a:gdLst/>
              <a:ahLst/>
              <a:cxnLst>
                <a:cxn ang="0">
                  <a:pos x="19" y="4"/>
                </a:cxn>
                <a:cxn ang="0">
                  <a:pos x="19" y="4"/>
                </a:cxn>
                <a:cxn ang="0">
                  <a:pos x="19" y="16"/>
                </a:cxn>
                <a:cxn ang="0">
                  <a:pos x="17" y="26"/>
                </a:cxn>
                <a:cxn ang="0">
                  <a:pos x="13" y="47"/>
                </a:cxn>
                <a:cxn ang="0">
                  <a:pos x="8" y="68"/>
                </a:cxn>
                <a:cxn ang="0">
                  <a:pos x="0" y="89"/>
                </a:cxn>
                <a:cxn ang="0">
                  <a:pos x="0" y="89"/>
                </a:cxn>
                <a:cxn ang="0">
                  <a:pos x="0" y="90"/>
                </a:cxn>
                <a:cxn ang="0">
                  <a:pos x="0" y="92"/>
                </a:cxn>
                <a:cxn ang="0">
                  <a:pos x="2" y="93"/>
                </a:cxn>
                <a:cxn ang="0">
                  <a:pos x="4" y="94"/>
                </a:cxn>
                <a:cxn ang="0">
                  <a:pos x="6" y="94"/>
                </a:cxn>
                <a:cxn ang="0">
                  <a:pos x="7" y="94"/>
                </a:cxn>
                <a:cxn ang="0">
                  <a:pos x="9" y="93"/>
                </a:cxn>
                <a:cxn ang="0">
                  <a:pos x="10" y="91"/>
                </a:cxn>
                <a:cxn ang="0">
                  <a:pos x="10" y="91"/>
                </a:cxn>
                <a:cxn ang="0">
                  <a:pos x="17" y="69"/>
                </a:cxn>
                <a:cxn ang="0">
                  <a:pos x="22" y="49"/>
                </a:cxn>
                <a:cxn ang="0">
                  <a:pos x="27" y="27"/>
                </a:cxn>
                <a:cxn ang="0">
                  <a:pos x="28" y="16"/>
                </a:cxn>
                <a:cxn ang="0">
                  <a:pos x="28" y="4"/>
                </a:cxn>
                <a:cxn ang="0">
                  <a:pos x="28"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8" h="94">
                  <a:moveTo>
                    <a:pt x="19" y="4"/>
                  </a:moveTo>
                  <a:lnTo>
                    <a:pt x="19" y="4"/>
                  </a:lnTo>
                  <a:lnTo>
                    <a:pt x="19" y="16"/>
                  </a:lnTo>
                  <a:lnTo>
                    <a:pt x="17" y="26"/>
                  </a:lnTo>
                  <a:lnTo>
                    <a:pt x="13" y="47"/>
                  </a:lnTo>
                  <a:lnTo>
                    <a:pt x="8" y="68"/>
                  </a:lnTo>
                  <a:lnTo>
                    <a:pt x="0" y="89"/>
                  </a:lnTo>
                  <a:lnTo>
                    <a:pt x="0" y="89"/>
                  </a:lnTo>
                  <a:lnTo>
                    <a:pt x="0" y="90"/>
                  </a:lnTo>
                  <a:lnTo>
                    <a:pt x="0" y="92"/>
                  </a:lnTo>
                  <a:lnTo>
                    <a:pt x="2" y="93"/>
                  </a:lnTo>
                  <a:lnTo>
                    <a:pt x="4" y="94"/>
                  </a:lnTo>
                  <a:lnTo>
                    <a:pt x="6" y="94"/>
                  </a:lnTo>
                  <a:lnTo>
                    <a:pt x="7" y="94"/>
                  </a:lnTo>
                  <a:lnTo>
                    <a:pt x="9" y="93"/>
                  </a:lnTo>
                  <a:lnTo>
                    <a:pt x="10" y="91"/>
                  </a:lnTo>
                  <a:lnTo>
                    <a:pt x="10" y="91"/>
                  </a:lnTo>
                  <a:lnTo>
                    <a:pt x="17" y="69"/>
                  </a:lnTo>
                  <a:lnTo>
                    <a:pt x="22" y="49"/>
                  </a:lnTo>
                  <a:lnTo>
                    <a:pt x="27" y="27"/>
                  </a:lnTo>
                  <a:lnTo>
                    <a:pt x="28" y="16"/>
                  </a:lnTo>
                  <a:lnTo>
                    <a:pt x="28" y="4"/>
                  </a:lnTo>
                  <a:lnTo>
                    <a:pt x="28" y="4"/>
                  </a:lnTo>
                  <a:lnTo>
                    <a:pt x="28" y="2"/>
                  </a:lnTo>
                  <a:lnTo>
                    <a:pt x="27" y="1"/>
                  </a:lnTo>
                  <a:lnTo>
                    <a:pt x="26" y="0"/>
                  </a:lnTo>
                  <a:lnTo>
                    <a:pt x="24" y="0"/>
                  </a:lnTo>
                  <a:lnTo>
                    <a:pt x="22" y="0"/>
                  </a:lnTo>
                  <a:lnTo>
                    <a:pt x="21" y="1"/>
                  </a:lnTo>
                  <a:lnTo>
                    <a:pt x="20" y="2"/>
                  </a:lnTo>
                  <a:lnTo>
                    <a:pt x="19" y="4"/>
                  </a:lnTo>
                  <a:lnTo>
                    <a:pt x="1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3" name="Freeform 364"/>
            <p:cNvSpPr/>
            <p:nvPr/>
          </p:nvSpPr>
          <p:spPr bwMode="auto">
            <a:xfrm>
              <a:off x="4605338" y="3643313"/>
              <a:ext cx="47625" cy="82550"/>
            </a:xfrm>
            <a:custGeom>
              <a:avLst/>
              <a:gdLst/>
              <a:ahLst/>
              <a:cxnLst>
                <a:cxn ang="0">
                  <a:pos x="81" y="3"/>
                </a:cxn>
                <a:cxn ang="0">
                  <a:pos x="79" y="12"/>
                </a:cxn>
                <a:cxn ang="0">
                  <a:pos x="74" y="16"/>
                </a:cxn>
                <a:cxn ang="0">
                  <a:pos x="63" y="24"/>
                </a:cxn>
                <a:cxn ang="0">
                  <a:pos x="61" y="27"/>
                </a:cxn>
                <a:cxn ang="0">
                  <a:pos x="56" y="41"/>
                </a:cxn>
                <a:cxn ang="0">
                  <a:pos x="50" y="50"/>
                </a:cxn>
                <a:cxn ang="0">
                  <a:pos x="37" y="68"/>
                </a:cxn>
                <a:cxn ang="0">
                  <a:pos x="31" y="77"/>
                </a:cxn>
                <a:cxn ang="0">
                  <a:pos x="12" y="109"/>
                </a:cxn>
                <a:cxn ang="0">
                  <a:pos x="4" y="127"/>
                </a:cxn>
                <a:cxn ang="0">
                  <a:pos x="1" y="144"/>
                </a:cxn>
                <a:cxn ang="0">
                  <a:pos x="0" y="146"/>
                </a:cxn>
                <a:cxn ang="0">
                  <a:pos x="0" y="149"/>
                </a:cxn>
                <a:cxn ang="0">
                  <a:pos x="2" y="154"/>
                </a:cxn>
                <a:cxn ang="0">
                  <a:pos x="5" y="155"/>
                </a:cxn>
                <a:cxn ang="0">
                  <a:pos x="8" y="154"/>
                </a:cxn>
                <a:cxn ang="0">
                  <a:pos x="9" y="149"/>
                </a:cxn>
                <a:cxn ang="0">
                  <a:pos x="10" y="143"/>
                </a:cxn>
                <a:cxn ang="0">
                  <a:pos x="15" y="125"/>
                </a:cxn>
                <a:cxn ang="0">
                  <a:pos x="26" y="101"/>
                </a:cxn>
                <a:cxn ang="0">
                  <a:pos x="41" y="78"/>
                </a:cxn>
                <a:cxn ang="0">
                  <a:pos x="56" y="57"/>
                </a:cxn>
                <a:cxn ang="0">
                  <a:pos x="65" y="42"/>
                </a:cxn>
                <a:cxn ang="0">
                  <a:pos x="75" y="27"/>
                </a:cxn>
                <a:cxn ang="0">
                  <a:pos x="81" y="23"/>
                </a:cxn>
                <a:cxn ang="0">
                  <a:pos x="88" y="12"/>
                </a:cxn>
                <a:cxn ang="0">
                  <a:pos x="90" y="5"/>
                </a:cxn>
                <a:cxn ang="0">
                  <a:pos x="89" y="2"/>
                </a:cxn>
                <a:cxn ang="0">
                  <a:pos x="85" y="0"/>
                </a:cxn>
                <a:cxn ang="0">
                  <a:pos x="82" y="1"/>
                </a:cxn>
                <a:cxn ang="0">
                  <a:pos x="81" y="3"/>
                </a:cxn>
              </a:cxnLst>
              <a:rect l="0" t="0" r="r" b="b"/>
              <a:pathLst>
                <a:path w="90" h="155">
                  <a:moveTo>
                    <a:pt x="81" y="3"/>
                  </a:moveTo>
                  <a:lnTo>
                    <a:pt x="81" y="3"/>
                  </a:lnTo>
                  <a:lnTo>
                    <a:pt x="80" y="8"/>
                  </a:lnTo>
                  <a:lnTo>
                    <a:pt x="79" y="12"/>
                  </a:lnTo>
                  <a:lnTo>
                    <a:pt x="76" y="14"/>
                  </a:lnTo>
                  <a:lnTo>
                    <a:pt x="74" y="16"/>
                  </a:lnTo>
                  <a:lnTo>
                    <a:pt x="69" y="19"/>
                  </a:lnTo>
                  <a:lnTo>
                    <a:pt x="63" y="24"/>
                  </a:lnTo>
                  <a:lnTo>
                    <a:pt x="63" y="24"/>
                  </a:lnTo>
                  <a:lnTo>
                    <a:pt x="61" y="27"/>
                  </a:lnTo>
                  <a:lnTo>
                    <a:pt x="59" y="33"/>
                  </a:lnTo>
                  <a:lnTo>
                    <a:pt x="56" y="41"/>
                  </a:lnTo>
                  <a:lnTo>
                    <a:pt x="56" y="41"/>
                  </a:lnTo>
                  <a:lnTo>
                    <a:pt x="50" y="50"/>
                  </a:lnTo>
                  <a:lnTo>
                    <a:pt x="43" y="58"/>
                  </a:lnTo>
                  <a:lnTo>
                    <a:pt x="37" y="68"/>
                  </a:lnTo>
                  <a:lnTo>
                    <a:pt x="31" y="77"/>
                  </a:lnTo>
                  <a:lnTo>
                    <a:pt x="31" y="77"/>
                  </a:lnTo>
                  <a:lnTo>
                    <a:pt x="22" y="92"/>
                  </a:lnTo>
                  <a:lnTo>
                    <a:pt x="12" y="109"/>
                  </a:lnTo>
                  <a:lnTo>
                    <a:pt x="8" y="117"/>
                  </a:lnTo>
                  <a:lnTo>
                    <a:pt x="4" y="127"/>
                  </a:lnTo>
                  <a:lnTo>
                    <a:pt x="2" y="135"/>
                  </a:lnTo>
                  <a:lnTo>
                    <a:pt x="1" y="144"/>
                  </a:lnTo>
                  <a:lnTo>
                    <a:pt x="1" y="144"/>
                  </a:lnTo>
                  <a:lnTo>
                    <a:pt x="0" y="146"/>
                  </a:lnTo>
                  <a:lnTo>
                    <a:pt x="0" y="149"/>
                  </a:lnTo>
                  <a:lnTo>
                    <a:pt x="0" y="149"/>
                  </a:lnTo>
                  <a:lnTo>
                    <a:pt x="0" y="151"/>
                  </a:lnTo>
                  <a:lnTo>
                    <a:pt x="2" y="154"/>
                  </a:lnTo>
                  <a:lnTo>
                    <a:pt x="3" y="155"/>
                  </a:lnTo>
                  <a:lnTo>
                    <a:pt x="5" y="155"/>
                  </a:lnTo>
                  <a:lnTo>
                    <a:pt x="6" y="155"/>
                  </a:lnTo>
                  <a:lnTo>
                    <a:pt x="8" y="154"/>
                  </a:lnTo>
                  <a:lnTo>
                    <a:pt x="9" y="151"/>
                  </a:lnTo>
                  <a:lnTo>
                    <a:pt x="9" y="149"/>
                  </a:lnTo>
                  <a:lnTo>
                    <a:pt x="9" y="149"/>
                  </a:lnTo>
                  <a:lnTo>
                    <a:pt x="10" y="143"/>
                  </a:lnTo>
                  <a:lnTo>
                    <a:pt x="10" y="137"/>
                  </a:lnTo>
                  <a:lnTo>
                    <a:pt x="15" y="125"/>
                  </a:lnTo>
                  <a:lnTo>
                    <a:pt x="20" y="112"/>
                  </a:lnTo>
                  <a:lnTo>
                    <a:pt x="26" y="101"/>
                  </a:lnTo>
                  <a:lnTo>
                    <a:pt x="34" y="89"/>
                  </a:lnTo>
                  <a:lnTo>
                    <a:pt x="41" y="78"/>
                  </a:lnTo>
                  <a:lnTo>
                    <a:pt x="56" y="57"/>
                  </a:lnTo>
                  <a:lnTo>
                    <a:pt x="56" y="57"/>
                  </a:lnTo>
                  <a:lnTo>
                    <a:pt x="61" y="49"/>
                  </a:lnTo>
                  <a:lnTo>
                    <a:pt x="65" y="42"/>
                  </a:lnTo>
                  <a:lnTo>
                    <a:pt x="69" y="34"/>
                  </a:lnTo>
                  <a:lnTo>
                    <a:pt x="75" y="27"/>
                  </a:lnTo>
                  <a:lnTo>
                    <a:pt x="75" y="27"/>
                  </a:lnTo>
                  <a:lnTo>
                    <a:pt x="81" y="23"/>
                  </a:lnTo>
                  <a:lnTo>
                    <a:pt x="85" y="18"/>
                  </a:lnTo>
                  <a:lnTo>
                    <a:pt x="88" y="12"/>
                  </a:lnTo>
                  <a:lnTo>
                    <a:pt x="90" y="5"/>
                  </a:lnTo>
                  <a:lnTo>
                    <a:pt x="90" y="5"/>
                  </a:lnTo>
                  <a:lnTo>
                    <a:pt x="90" y="3"/>
                  </a:lnTo>
                  <a:lnTo>
                    <a:pt x="89" y="2"/>
                  </a:lnTo>
                  <a:lnTo>
                    <a:pt x="87" y="0"/>
                  </a:lnTo>
                  <a:lnTo>
                    <a:pt x="85" y="0"/>
                  </a:lnTo>
                  <a:lnTo>
                    <a:pt x="83" y="0"/>
                  </a:lnTo>
                  <a:lnTo>
                    <a:pt x="82" y="1"/>
                  </a:lnTo>
                  <a:lnTo>
                    <a:pt x="81" y="3"/>
                  </a:lnTo>
                  <a:lnTo>
                    <a:pt x="8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4" name="Freeform 365"/>
            <p:cNvSpPr/>
            <p:nvPr/>
          </p:nvSpPr>
          <p:spPr bwMode="auto">
            <a:xfrm>
              <a:off x="4610100" y="3646488"/>
              <a:ext cx="71438" cy="104775"/>
            </a:xfrm>
            <a:custGeom>
              <a:avLst/>
              <a:gdLst/>
              <a:ahLst/>
              <a:cxnLst>
                <a:cxn ang="0">
                  <a:pos x="126" y="1"/>
                </a:cxn>
                <a:cxn ang="0">
                  <a:pos x="126" y="1"/>
                </a:cxn>
                <a:cxn ang="0">
                  <a:pos x="115" y="9"/>
                </a:cxn>
                <a:cxn ang="0">
                  <a:pos x="105" y="17"/>
                </a:cxn>
                <a:cxn ang="0">
                  <a:pos x="96" y="27"/>
                </a:cxn>
                <a:cxn ang="0">
                  <a:pos x="87" y="37"/>
                </a:cxn>
                <a:cxn ang="0">
                  <a:pos x="80" y="47"/>
                </a:cxn>
                <a:cxn ang="0">
                  <a:pos x="73" y="59"/>
                </a:cxn>
                <a:cxn ang="0">
                  <a:pos x="59" y="82"/>
                </a:cxn>
                <a:cxn ang="0">
                  <a:pos x="59" y="82"/>
                </a:cxn>
                <a:cxn ang="0">
                  <a:pos x="44" y="109"/>
                </a:cxn>
                <a:cxn ang="0">
                  <a:pos x="28" y="136"/>
                </a:cxn>
                <a:cxn ang="0">
                  <a:pos x="13" y="164"/>
                </a:cxn>
                <a:cxn ang="0">
                  <a:pos x="7" y="178"/>
                </a:cxn>
                <a:cxn ang="0">
                  <a:pos x="0" y="193"/>
                </a:cxn>
                <a:cxn ang="0">
                  <a:pos x="0" y="193"/>
                </a:cxn>
                <a:cxn ang="0">
                  <a:pos x="0" y="195"/>
                </a:cxn>
                <a:cxn ang="0">
                  <a:pos x="1" y="197"/>
                </a:cxn>
                <a:cxn ang="0">
                  <a:pos x="2" y="198"/>
                </a:cxn>
                <a:cxn ang="0">
                  <a:pos x="3" y="199"/>
                </a:cxn>
                <a:cxn ang="0">
                  <a:pos x="6" y="199"/>
                </a:cxn>
                <a:cxn ang="0">
                  <a:pos x="8" y="198"/>
                </a:cxn>
                <a:cxn ang="0">
                  <a:pos x="9" y="197"/>
                </a:cxn>
                <a:cxn ang="0">
                  <a:pos x="10" y="196"/>
                </a:cxn>
                <a:cxn ang="0">
                  <a:pos x="10" y="196"/>
                </a:cxn>
                <a:cxn ang="0">
                  <a:pos x="15" y="183"/>
                </a:cxn>
                <a:cxn ang="0">
                  <a:pos x="21" y="170"/>
                </a:cxn>
                <a:cxn ang="0">
                  <a:pos x="33" y="147"/>
                </a:cxn>
                <a:cxn ang="0">
                  <a:pos x="47" y="124"/>
                </a:cxn>
                <a:cxn ang="0">
                  <a:pos x="60" y="100"/>
                </a:cxn>
                <a:cxn ang="0">
                  <a:pos x="60" y="100"/>
                </a:cxn>
                <a:cxn ang="0">
                  <a:pos x="74" y="74"/>
                </a:cxn>
                <a:cxn ang="0">
                  <a:pos x="82" y="62"/>
                </a:cxn>
                <a:cxn ang="0">
                  <a:pos x="89" y="49"/>
                </a:cxn>
                <a:cxn ang="0">
                  <a:pos x="98" y="38"/>
                </a:cxn>
                <a:cxn ang="0">
                  <a:pos x="108" y="28"/>
                </a:cxn>
                <a:cxn ang="0">
                  <a:pos x="119" y="17"/>
                </a:cxn>
                <a:cxn ang="0">
                  <a:pos x="130" y="9"/>
                </a:cxn>
                <a:cxn ang="0">
                  <a:pos x="130" y="9"/>
                </a:cxn>
                <a:cxn ang="0">
                  <a:pos x="133" y="7"/>
                </a:cxn>
                <a:cxn ang="0">
                  <a:pos x="134" y="6"/>
                </a:cxn>
                <a:cxn ang="0">
                  <a:pos x="133" y="4"/>
                </a:cxn>
                <a:cxn ang="0">
                  <a:pos x="133" y="2"/>
                </a:cxn>
                <a:cxn ang="0">
                  <a:pos x="132" y="1"/>
                </a:cxn>
                <a:cxn ang="0">
                  <a:pos x="129" y="0"/>
                </a:cxn>
                <a:cxn ang="0">
                  <a:pos x="128" y="0"/>
                </a:cxn>
                <a:cxn ang="0">
                  <a:pos x="126" y="1"/>
                </a:cxn>
                <a:cxn ang="0">
                  <a:pos x="126" y="1"/>
                </a:cxn>
              </a:cxnLst>
              <a:rect l="0" t="0" r="r" b="b"/>
              <a:pathLst>
                <a:path w="134" h="199">
                  <a:moveTo>
                    <a:pt x="126" y="1"/>
                  </a:moveTo>
                  <a:lnTo>
                    <a:pt x="126" y="1"/>
                  </a:lnTo>
                  <a:lnTo>
                    <a:pt x="115" y="9"/>
                  </a:lnTo>
                  <a:lnTo>
                    <a:pt x="105" y="17"/>
                  </a:lnTo>
                  <a:lnTo>
                    <a:pt x="96" y="27"/>
                  </a:lnTo>
                  <a:lnTo>
                    <a:pt x="87" y="37"/>
                  </a:lnTo>
                  <a:lnTo>
                    <a:pt x="80" y="47"/>
                  </a:lnTo>
                  <a:lnTo>
                    <a:pt x="73" y="59"/>
                  </a:lnTo>
                  <a:lnTo>
                    <a:pt x="59" y="82"/>
                  </a:lnTo>
                  <a:lnTo>
                    <a:pt x="59" y="82"/>
                  </a:lnTo>
                  <a:lnTo>
                    <a:pt x="44" y="109"/>
                  </a:lnTo>
                  <a:lnTo>
                    <a:pt x="28" y="136"/>
                  </a:lnTo>
                  <a:lnTo>
                    <a:pt x="13" y="164"/>
                  </a:lnTo>
                  <a:lnTo>
                    <a:pt x="7" y="178"/>
                  </a:lnTo>
                  <a:lnTo>
                    <a:pt x="0" y="193"/>
                  </a:lnTo>
                  <a:lnTo>
                    <a:pt x="0" y="193"/>
                  </a:lnTo>
                  <a:lnTo>
                    <a:pt x="0" y="195"/>
                  </a:lnTo>
                  <a:lnTo>
                    <a:pt x="1" y="197"/>
                  </a:lnTo>
                  <a:lnTo>
                    <a:pt x="2" y="198"/>
                  </a:lnTo>
                  <a:lnTo>
                    <a:pt x="3" y="199"/>
                  </a:lnTo>
                  <a:lnTo>
                    <a:pt x="6" y="199"/>
                  </a:lnTo>
                  <a:lnTo>
                    <a:pt x="8" y="198"/>
                  </a:lnTo>
                  <a:lnTo>
                    <a:pt x="9" y="197"/>
                  </a:lnTo>
                  <a:lnTo>
                    <a:pt x="10" y="196"/>
                  </a:lnTo>
                  <a:lnTo>
                    <a:pt x="10" y="196"/>
                  </a:lnTo>
                  <a:lnTo>
                    <a:pt x="15" y="183"/>
                  </a:lnTo>
                  <a:lnTo>
                    <a:pt x="21" y="170"/>
                  </a:lnTo>
                  <a:lnTo>
                    <a:pt x="33" y="147"/>
                  </a:lnTo>
                  <a:lnTo>
                    <a:pt x="47" y="124"/>
                  </a:lnTo>
                  <a:lnTo>
                    <a:pt x="60" y="100"/>
                  </a:lnTo>
                  <a:lnTo>
                    <a:pt x="60" y="100"/>
                  </a:lnTo>
                  <a:lnTo>
                    <a:pt x="74" y="74"/>
                  </a:lnTo>
                  <a:lnTo>
                    <a:pt x="82" y="62"/>
                  </a:lnTo>
                  <a:lnTo>
                    <a:pt x="89" y="49"/>
                  </a:lnTo>
                  <a:lnTo>
                    <a:pt x="98" y="38"/>
                  </a:lnTo>
                  <a:lnTo>
                    <a:pt x="108" y="28"/>
                  </a:lnTo>
                  <a:lnTo>
                    <a:pt x="119" y="17"/>
                  </a:lnTo>
                  <a:lnTo>
                    <a:pt x="130" y="9"/>
                  </a:lnTo>
                  <a:lnTo>
                    <a:pt x="130" y="9"/>
                  </a:lnTo>
                  <a:lnTo>
                    <a:pt x="133" y="7"/>
                  </a:lnTo>
                  <a:lnTo>
                    <a:pt x="134" y="6"/>
                  </a:lnTo>
                  <a:lnTo>
                    <a:pt x="133" y="4"/>
                  </a:lnTo>
                  <a:lnTo>
                    <a:pt x="133" y="2"/>
                  </a:lnTo>
                  <a:lnTo>
                    <a:pt x="132" y="1"/>
                  </a:lnTo>
                  <a:lnTo>
                    <a:pt x="129" y="0"/>
                  </a:lnTo>
                  <a:lnTo>
                    <a:pt x="128" y="0"/>
                  </a:lnTo>
                  <a:lnTo>
                    <a:pt x="126" y="1"/>
                  </a:lnTo>
                  <a:lnTo>
                    <a:pt x="12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5" name="Freeform 366"/>
            <p:cNvSpPr/>
            <p:nvPr/>
          </p:nvSpPr>
          <p:spPr bwMode="auto">
            <a:xfrm>
              <a:off x="4624388" y="3638550"/>
              <a:ext cx="84138" cy="130175"/>
            </a:xfrm>
            <a:custGeom>
              <a:avLst/>
              <a:gdLst/>
              <a:ahLst/>
              <a:cxnLst>
                <a:cxn ang="0">
                  <a:pos x="152" y="1"/>
                </a:cxn>
                <a:cxn ang="0">
                  <a:pos x="137" y="15"/>
                </a:cxn>
                <a:cxn ang="0">
                  <a:pos x="123" y="30"/>
                </a:cxn>
                <a:cxn ang="0">
                  <a:pos x="99" y="66"/>
                </a:cxn>
                <a:cxn ang="0">
                  <a:pos x="67" y="121"/>
                </a:cxn>
                <a:cxn ang="0">
                  <a:pos x="56" y="138"/>
                </a:cxn>
                <a:cxn ang="0">
                  <a:pos x="32" y="174"/>
                </a:cxn>
                <a:cxn ang="0">
                  <a:pos x="12" y="211"/>
                </a:cxn>
                <a:cxn ang="0">
                  <a:pos x="1" y="229"/>
                </a:cxn>
                <a:cxn ang="0">
                  <a:pos x="0" y="238"/>
                </a:cxn>
                <a:cxn ang="0">
                  <a:pos x="4" y="246"/>
                </a:cxn>
                <a:cxn ang="0">
                  <a:pos x="6" y="247"/>
                </a:cxn>
                <a:cxn ang="0">
                  <a:pos x="12" y="246"/>
                </a:cxn>
                <a:cxn ang="0">
                  <a:pos x="14" y="242"/>
                </a:cxn>
                <a:cxn ang="0">
                  <a:pos x="16" y="241"/>
                </a:cxn>
                <a:cxn ang="0">
                  <a:pos x="17" y="236"/>
                </a:cxn>
                <a:cxn ang="0">
                  <a:pos x="15" y="234"/>
                </a:cxn>
                <a:cxn ang="0">
                  <a:pos x="12" y="234"/>
                </a:cxn>
                <a:cxn ang="0">
                  <a:pos x="10" y="234"/>
                </a:cxn>
                <a:cxn ang="0">
                  <a:pos x="12" y="229"/>
                </a:cxn>
                <a:cxn ang="0">
                  <a:pos x="22" y="210"/>
                </a:cxn>
                <a:cxn ang="0">
                  <a:pos x="33" y="191"/>
                </a:cxn>
                <a:cxn ang="0">
                  <a:pos x="53" y="160"/>
                </a:cxn>
                <a:cxn ang="0">
                  <a:pos x="73" y="129"/>
                </a:cxn>
                <a:cxn ang="0">
                  <a:pos x="92" y="98"/>
                </a:cxn>
                <a:cxn ang="0">
                  <a:pos x="121" y="50"/>
                </a:cxn>
                <a:cxn ang="0">
                  <a:pos x="144" y="21"/>
                </a:cxn>
                <a:cxn ang="0">
                  <a:pos x="157" y="10"/>
                </a:cxn>
                <a:cxn ang="0">
                  <a:pos x="158" y="9"/>
                </a:cxn>
                <a:cxn ang="0">
                  <a:pos x="158" y="2"/>
                </a:cxn>
                <a:cxn ang="0">
                  <a:pos x="156" y="0"/>
                </a:cxn>
                <a:cxn ang="0">
                  <a:pos x="152" y="1"/>
                </a:cxn>
              </a:cxnLst>
              <a:rect l="0" t="0" r="r" b="b"/>
              <a:pathLst>
                <a:path w="159" h="247">
                  <a:moveTo>
                    <a:pt x="152" y="1"/>
                  </a:moveTo>
                  <a:lnTo>
                    <a:pt x="152" y="1"/>
                  </a:lnTo>
                  <a:lnTo>
                    <a:pt x="145" y="8"/>
                  </a:lnTo>
                  <a:lnTo>
                    <a:pt x="137" y="15"/>
                  </a:lnTo>
                  <a:lnTo>
                    <a:pt x="129" y="23"/>
                  </a:lnTo>
                  <a:lnTo>
                    <a:pt x="123" y="30"/>
                  </a:lnTo>
                  <a:lnTo>
                    <a:pt x="111" y="48"/>
                  </a:lnTo>
                  <a:lnTo>
                    <a:pt x="99" y="66"/>
                  </a:lnTo>
                  <a:lnTo>
                    <a:pt x="79" y="103"/>
                  </a:lnTo>
                  <a:lnTo>
                    <a:pt x="67" y="121"/>
                  </a:lnTo>
                  <a:lnTo>
                    <a:pt x="56" y="138"/>
                  </a:lnTo>
                  <a:lnTo>
                    <a:pt x="56" y="138"/>
                  </a:lnTo>
                  <a:lnTo>
                    <a:pt x="44" y="155"/>
                  </a:lnTo>
                  <a:lnTo>
                    <a:pt x="32" y="174"/>
                  </a:lnTo>
                  <a:lnTo>
                    <a:pt x="12" y="211"/>
                  </a:lnTo>
                  <a:lnTo>
                    <a:pt x="12" y="211"/>
                  </a:lnTo>
                  <a:lnTo>
                    <a:pt x="6" y="219"/>
                  </a:lnTo>
                  <a:lnTo>
                    <a:pt x="1" y="229"/>
                  </a:lnTo>
                  <a:lnTo>
                    <a:pt x="0" y="233"/>
                  </a:lnTo>
                  <a:lnTo>
                    <a:pt x="0" y="238"/>
                  </a:lnTo>
                  <a:lnTo>
                    <a:pt x="1" y="242"/>
                  </a:lnTo>
                  <a:lnTo>
                    <a:pt x="4" y="246"/>
                  </a:lnTo>
                  <a:lnTo>
                    <a:pt x="4" y="246"/>
                  </a:lnTo>
                  <a:lnTo>
                    <a:pt x="6" y="247"/>
                  </a:lnTo>
                  <a:lnTo>
                    <a:pt x="9" y="247"/>
                  </a:lnTo>
                  <a:lnTo>
                    <a:pt x="12" y="246"/>
                  </a:lnTo>
                  <a:lnTo>
                    <a:pt x="13" y="244"/>
                  </a:lnTo>
                  <a:lnTo>
                    <a:pt x="14" y="242"/>
                  </a:lnTo>
                  <a:lnTo>
                    <a:pt x="14" y="242"/>
                  </a:lnTo>
                  <a:lnTo>
                    <a:pt x="16" y="241"/>
                  </a:lnTo>
                  <a:lnTo>
                    <a:pt x="17" y="240"/>
                  </a:lnTo>
                  <a:lnTo>
                    <a:pt x="17" y="236"/>
                  </a:lnTo>
                  <a:lnTo>
                    <a:pt x="16" y="235"/>
                  </a:lnTo>
                  <a:lnTo>
                    <a:pt x="15" y="234"/>
                  </a:lnTo>
                  <a:lnTo>
                    <a:pt x="14" y="233"/>
                  </a:lnTo>
                  <a:lnTo>
                    <a:pt x="12" y="234"/>
                  </a:lnTo>
                  <a:lnTo>
                    <a:pt x="12" y="234"/>
                  </a:lnTo>
                  <a:lnTo>
                    <a:pt x="10" y="234"/>
                  </a:lnTo>
                  <a:lnTo>
                    <a:pt x="10" y="234"/>
                  </a:lnTo>
                  <a:lnTo>
                    <a:pt x="12" y="229"/>
                  </a:lnTo>
                  <a:lnTo>
                    <a:pt x="15" y="222"/>
                  </a:lnTo>
                  <a:lnTo>
                    <a:pt x="22" y="210"/>
                  </a:lnTo>
                  <a:lnTo>
                    <a:pt x="33" y="191"/>
                  </a:lnTo>
                  <a:lnTo>
                    <a:pt x="33" y="191"/>
                  </a:lnTo>
                  <a:lnTo>
                    <a:pt x="43" y="176"/>
                  </a:lnTo>
                  <a:lnTo>
                    <a:pt x="53" y="160"/>
                  </a:lnTo>
                  <a:lnTo>
                    <a:pt x="73" y="129"/>
                  </a:lnTo>
                  <a:lnTo>
                    <a:pt x="73" y="129"/>
                  </a:lnTo>
                  <a:lnTo>
                    <a:pt x="83" y="114"/>
                  </a:lnTo>
                  <a:lnTo>
                    <a:pt x="92" y="98"/>
                  </a:lnTo>
                  <a:lnTo>
                    <a:pt x="111" y="65"/>
                  </a:lnTo>
                  <a:lnTo>
                    <a:pt x="121" y="50"/>
                  </a:lnTo>
                  <a:lnTo>
                    <a:pt x="131" y="34"/>
                  </a:lnTo>
                  <a:lnTo>
                    <a:pt x="144" y="21"/>
                  </a:lnTo>
                  <a:lnTo>
                    <a:pt x="150" y="15"/>
                  </a:lnTo>
                  <a:lnTo>
                    <a:pt x="157" y="10"/>
                  </a:lnTo>
                  <a:lnTo>
                    <a:pt x="157" y="10"/>
                  </a:lnTo>
                  <a:lnTo>
                    <a:pt x="158" y="9"/>
                  </a:lnTo>
                  <a:lnTo>
                    <a:pt x="159" y="6"/>
                  </a:lnTo>
                  <a:lnTo>
                    <a:pt x="158" y="2"/>
                  </a:lnTo>
                  <a:lnTo>
                    <a:pt x="157" y="1"/>
                  </a:lnTo>
                  <a:lnTo>
                    <a:pt x="156" y="0"/>
                  </a:lnTo>
                  <a:lnTo>
                    <a:pt x="154" y="0"/>
                  </a:lnTo>
                  <a:lnTo>
                    <a:pt x="152" y="1"/>
                  </a:lnTo>
                  <a:lnTo>
                    <a:pt x="15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6" name="Freeform 367"/>
            <p:cNvSpPr/>
            <p:nvPr/>
          </p:nvSpPr>
          <p:spPr bwMode="auto">
            <a:xfrm>
              <a:off x="4648200" y="3646488"/>
              <a:ext cx="80963" cy="120650"/>
            </a:xfrm>
            <a:custGeom>
              <a:avLst/>
              <a:gdLst/>
              <a:ahLst/>
              <a:cxnLst>
                <a:cxn ang="0">
                  <a:pos x="143" y="2"/>
                </a:cxn>
                <a:cxn ang="0">
                  <a:pos x="143" y="2"/>
                </a:cxn>
                <a:cxn ang="0">
                  <a:pos x="132" y="14"/>
                </a:cxn>
                <a:cxn ang="0">
                  <a:pos x="120" y="28"/>
                </a:cxn>
                <a:cxn ang="0">
                  <a:pos x="110" y="41"/>
                </a:cxn>
                <a:cxn ang="0">
                  <a:pos x="100" y="54"/>
                </a:cxn>
                <a:cxn ang="0">
                  <a:pos x="81" y="83"/>
                </a:cxn>
                <a:cxn ang="0">
                  <a:pos x="63" y="113"/>
                </a:cxn>
                <a:cxn ang="0">
                  <a:pos x="63" y="113"/>
                </a:cxn>
                <a:cxn ang="0">
                  <a:pos x="47" y="141"/>
                </a:cxn>
                <a:cxn ang="0">
                  <a:pos x="32" y="169"/>
                </a:cxn>
                <a:cxn ang="0">
                  <a:pos x="32" y="169"/>
                </a:cxn>
                <a:cxn ang="0">
                  <a:pos x="24" y="182"/>
                </a:cxn>
                <a:cxn ang="0">
                  <a:pos x="15" y="195"/>
                </a:cxn>
                <a:cxn ang="0">
                  <a:pos x="7" y="207"/>
                </a:cxn>
                <a:cxn ang="0">
                  <a:pos x="1" y="221"/>
                </a:cxn>
                <a:cxn ang="0">
                  <a:pos x="1" y="221"/>
                </a:cxn>
                <a:cxn ang="0">
                  <a:pos x="0" y="223"/>
                </a:cxn>
                <a:cxn ang="0">
                  <a:pos x="1" y="225"/>
                </a:cxn>
                <a:cxn ang="0">
                  <a:pos x="2" y="227"/>
                </a:cxn>
                <a:cxn ang="0">
                  <a:pos x="5" y="228"/>
                </a:cxn>
                <a:cxn ang="0">
                  <a:pos x="9" y="228"/>
                </a:cxn>
                <a:cxn ang="0">
                  <a:pos x="9" y="228"/>
                </a:cxn>
                <a:cxn ang="0">
                  <a:pos x="12" y="227"/>
                </a:cxn>
                <a:cxn ang="0">
                  <a:pos x="14" y="224"/>
                </a:cxn>
                <a:cxn ang="0">
                  <a:pos x="13" y="221"/>
                </a:cxn>
                <a:cxn ang="0">
                  <a:pos x="12" y="219"/>
                </a:cxn>
                <a:cxn ang="0">
                  <a:pos x="12" y="219"/>
                </a:cxn>
                <a:cxn ang="0">
                  <a:pos x="17" y="209"/>
                </a:cxn>
                <a:cxn ang="0">
                  <a:pos x="23" y="200"/>
                </a:cxn>
                <a:cxn ang="0">
                  <a:pos x="36" y="180"/>
                </a:cxn>
                <a:cxn ang="0">
                  <a:pos x="36" y="180"/>
                </a:cxn>
                <a:cxn ang="0">
                  <a:pos x="52" y="153"/>
                </a:cxn>
                <a:cxn ang="0">
                  <a:pos x="67" y="125"/>
                </a:cxn>
                <a:cxn ang="0">
                  <a:pos x="67" y="125"/>
                </a:cxn>
                <a:cxn ang="0">
                  <a:pos x="85" y="94"/>
                </a:cxn>
                <a:cxn ang="0">
                  <a:pos x="105" y="64"/>
                </a:cxn>
                <a:cxn ang="0">
                  <a:pos x="115" y="49"/>
                </a:cxn>
                <a:cxn ang="0">
                  <a:pos x="127" y="35"/>
                </a:cxn>
                <a:cxn ang="0">
                  <a:pos x="138" y="21"/>
                </a:cxn>
                <a:cxn ang="0">
                  <a:pos x="150" y="8"/>
                </a:cxn>
                <a:cxn ang="0">
                  <a:pos x="150" y="8"/>
                </a:cxn>
                <a:cxn ang="0">
                  <a:pos x="151" y="6"/>
                </a:cxn>
                <a:cxn ang="0">
                  <a:pos x="151" y="5"/>
                </a:cxn>
                <a:cxn ang="0">
                  <a:pos x="150" y="3"/>
                </a:cxn>
                <a:cxn ang="0">
                  <a:pos x="149" y="2"/>
                </a:cxn>
                <a:cxn ang="0">
                  <a:pos x="148" y="1"/>
                </a:cxn>
                <a:cxn ang="0">
                  <a:pos x="146" y="0"/>
                </a:cxn>
                <a:cxn ang="0">
                  <a:pos x="145" y="0"/>
                </a:cxn>
                <a:cxn ang="0">
                  <a:pos x="143" y="2"/>
                </a:cxn>
                <a:cxn ang="0">
                  <a:pos x="143" y="2"/>
                </a:cxn>
              </a:cxnLst>
              <a:rect l="0" t="0" r="r" b="b"/>
              <a:pathLst>
                <a:path w="151" h="228">
                  <a:moveTo>
                    <a:pt x="143" y="2"/>
                  </a:moveTo>
                  <a:lnTo>
                    <a:pt x="143" y="2"/>
                  </a:lnTo>
                  <a:lnTo>
                    <a:pt x="132" y="14"/>
                  </a:lnTo>
                  <a:lnTo>
                    <a:pt x="120" y="28"/>
                  </a:lnTo>
                  <a:lnTo>
                    <a:pt x="110" y="41"/>
                  </a:lnTo>
                  <a:lnTo>
                    <a:pt x="100" y="54"/>
                  </a:lnTo>
                  <a:lnTo>
                    <a:pt x="81" y="83"/>
                  </a:lnTo>
                  <a:lnTo>
                    <a:pt x="63" y="113"/>
                  </a:lnTo>
                  <a:lnTo>
                    <a:pt x="63" y="113"/>
                  </a:lnTo>
                  <a:lnTo>
                    <a:pt x="47" y="141"/>
                  </a:lnTo>
                  <a:lnTo>
                    <a:pt x="32" y="169"/>
                  </a:lnTo>
                  <a:lnTo>
                    <a:pt x="32" y="169"/>
                  </a:lnTo>
                  <a:lnTo>
                    <a:pt x="24" y="182"/>
                  </a:lnTo>
                  <a:lnTo>
                    <a:pt x="15" y="195"/>
                  </a:lnTo>
                  <a:lnTo>
                    <a:pt x="7" y="207"/>
                  </a:lnTo>
                  <a:lnTo>
                    <a:pt x="1" y="221"/>
                  </a:lnTo>
                  <a:lnTo>
                    <a:pt x="1" y="221"/>
                  </a:lnTo>
                  <a:lnTo>
                    <a:pt x="0" y="223"/>
                  </a:lnTo>
                  <a:lnTo>
                    <a:pt x="1" y="225"/>
                  </a:lnTo>
                  <a:lnTo>
                    <a:pt x="2" y="227"/>
                  </a:lnTo>
                  <a:lnTo>
                    <a:pt x="5" y="228"/>
                  </a:lnTo>
                  <a:lnTo>
                    <a:pt x="9" y="228"/>
                  </a:lnTo>
                  <a:lnTo>
                    <a:pt x="9" y="228"/>
                  </a:lnTo>
                  <a:lnTo>
                    <a:pt x="12" y="227"/>
                  </a:lnTo>
                  <a:lnTo>
                    <a:pt x="14" y="224"/>
                  </a:lnTo>
                  <a:lnTo>
                    <a:pt x="13" y="221"/>
                  </a:lnTo>
                  <a:lnTo>
                    <a:pt x="12" y="219"/>
                  </a:lnTo>
                  <a:lnTo>
                    <a:pt x="12" y="219"/>
                  </a:lnTo>
                  <a:lnTo>
                    <a:pt x="17" y="209"/>
                  </a:lnTo>
                  <a:lnTo>
                    <a:pt x="23" y="200"/>
                  </a:lnTo>
                  <a:lnTo>
                    <a:pt x="36" y="180"/>
                  </a:lnTo>
                  <a:lnTo>
                    <a:pt x="36" y="180"/>
                  </a:lnTo>
                  <a:lnTo>
                    <a:pt x="52" y="153"/>
                  </a:lnTo>
                  <a:lnTo>
                    <a:pt x="67" y="125"/>
                  </a:lnTo>
                  <a:lnTo>
                    <a:pt x="67" y="125"/>
                  </a:lnTo>
                  <a:lnTo>
                    <a:pt x="85" y="94"/>
                  </a:lnTo>
                  <a:lnTo>
                    <a:pt x="105" y="64"/>
                  </a:lnTo>
                  <a:lnTo>
                    <a:pt x="115" y="49"/>
                  </a:lnTo>
                  <a:lnTo>
                    <a:pt x="127" y="35"/>
                  </a:lnTo>
                  <a:lnTo>
                    <a:pt x="138" y="21"/>
                  </a:lnTo>
                  <a:lnTo>
                    <a:pt x="150" y="8"/>
                  </a:lnTo>
                  <a:lnTo>
                    <a:pt x="150" y="8"/>
                  </a:lnTo>
                  <a:lnTo>
                    <a:pt x="151" y="6"/>
                  </a:lnTo>
                  <a:lnTo>
                    <a:pt x="151" y="5"/>
                  </a:lnTo>
                  <a:lnTo>
                    <a:pt x="150" y="3"/>
                  </a:lnTo>
                  <a:lnTo>
                    <a:pt x="149" y="2"/>
                  </a:lnTo>
                  <a:lnTo>
                    <a:pt x="148" y="1"/>
                  </a:lnTo>
                  <a:lnTo>
                    <a:pt x="146" y="0"/>
                  </a:lnTo>
                  <a:lnTo>
                    <a:pt x="145" y="0"/>
                  </a:lnTo>
                  <a:lnTo>
                    <a:pt x="143" y="2"/>
                  </a:lnTo>
                  <a:lnTo>
                    <a:pt x="14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7" name="Freeform 368"/>
            <p:cNvSpPr/>
            <p:nvPr/>
          </p:nvSpPr>
          <p:spPr bwMode="auto">
            <a:xfrm>
              <a:off x="4708525" y="3648075"/>
              <a:ext cx="52388" cy="69850"/>
            </a:xfrm>
            <a:custGeom>
              <a:avLst/>
              <a:gdLst/>
              <a:ahLst/>
              <a:cxnLst>
                <a:cxn ang="0">
                  <a:pos x="92" y="1"/>
                </a:cxn>
                <a:cxn ang="0">
                  <a:pos x="92" y="1"/>
                </a:cxn>
                <a:cxn ang="0">
                  <a:pos x="79" y="15"/>
                </a:cxn>
                <a:cxn ang="0">
                  <a:pos x="66" y="30"/>
                </a:cxn>
                <a:cxn ang="0">
                  <a:pos x="54" y="44"/>
                </a:cxn>
                <a:cxn ang="0">
                  <a:pos x="43" y="60"/>
                </a:cxn>
                <a:cxn ang="0">
                  <a:pos x="21" y="92"/>
                </a:cxn>
                <a:cxn ang="0">
                  <a:pos x="1" y="125"/>
                </a:cxn>
                <a:cxn ang="0">
                  <a:pos x="1" y="125"/>
                </a:cxn>
                <a:cxn ang="0">
                  <a:pos x="0" y="127"/>
                </a:cxn>
                <a:cxn ang="0">
                  <a:pos x="1" y="129"/>
                </a:cxn>
                <a:cxn ang="0">
                  <a:pos x="1" y="131"/>
                </a:cxn>
                <a:cxn ang="0">
                  <a:pos x="3" y="132"/>
                </a:cxn>
                <a:cxn ang="0">
                  <a:pos x="4" y="132"/>
                </a:cxn>
                <a:cxn ang="0">
                  <a:pos x="6" y="132"/>
                </a:cxn>
                <a:cxn ang="0">
                  <a:pos x="8" y="132"/>
                </a:cxn>
                <a:cxn ang="0">
                  <a:pos x="10" y="130"/>
                </a:cxn>
                <a:cxn ang="0">
                  <a:pos x="10" y="130"/>
                </a:cxn>
                <a:cxn ang="0">
                  <a:pos x="29" y="97"/>
                </a:cxn>
                <a:cxn ang="0">
                  <a:pos x="50" y="66"/>
                </a:cxn>
                <a:cxn ang="0">
                  <a:pos x="61" y="51"/>
                </a:cxn>
                <a:cxn ang="0">
                  <a:pos x="74" y="36"/>
                </a:cxn>
                <a:cxn ang="0">
                  <a:pos x="86" y="22"/>
                </a:cxn>
                <a:cxn ang="0">
                  <a:pos x="98" y="8"/>
                </a:cxn>
                <a:cxn ang="0">
                  <a:pos x="98" y="8"/>
                </a:cxn>
                <a:cxn ang="0">
                  <a:pos x="99" y="6"/>
                </a:cxn>
                <a:cxn ang="0">
                  <a:pos x="100" y="4"/>
                </a:cxn>
                <a:cxn ang="0">
                  <a:pos x="99" y="3"/>
                </a:cxn>
                <a:cxn ang="0">
                  <a:pos x="98" y="1"/>
                </a:cxn>
                <a:cxn ang="0">
                  <a:pos x="97" y="0"/>
                </a:cxn>
                <a:cxn ang="0">
                  <a:pos x="95" y="0"/>
                </a:cxn>
                <a:cxn ang="0">
                  <a:pos x="93" y="0"/>
                </a:cxn>
                <a:cxn ang="0">
                  <a:pos x="92" y="1"/>
                </a:cxn>
                <a:cxn ang="0">
                  <a:pos x="92" y="1"/>
                </a:cxn>
              </a:cxnLst>
              <a:rect l="0" t="0" r="r" b="b"/>
              <a:pathLst>
                <a:path w="100" h="132">
                  <a:moveTo>
                    <a:pt x="92" y="1"/>
                  </a:moveTo>
                  <a:lnTo>
                    <a:pt x="92" y="1"/>
                  </a:lnTo>
                  <a:lnTo>
                    <a:pt x="79" y="15"/>
                  </a:lnTo>
                  <a:lnTo>
                    <a:pt x="66" y="30"/>
                  </a:lnTo>
                  <a:lnTo>
                    <a:pt x="54" y="44"/>
                  </a:lnTo>
                  <a:lnTo>
                    <a:pt x="43" y="60"/>
                  </a:lnTo>
                  <a:lnTo>
                    <a:pt x="21" y="92"/>
                  </a:lnTo>
                  <a:lnTo>
                    <a:pt x="1" y="125"/>
                  </a:lnTo>
                  <a:lnTo>
                    <a:pt x="1" y="125"/>
                  </a:lnTo>
                  <a:lnTo>
                    <a:pt x="0" y="127"/>
                  </a:lnTo>
                  <a:lnTo>
                    <a:pt x="1" y="129"/>
                  </a:lnTo>
                  <a:lnTo>
                    <a:pt x="1" y="131"/>
                  </a:lnTo>
                  <a:lnTo>
                    <a:pt x="3" y="132"/>
                  </a:lnTo>
                  <a:lnTo>
                    <a:pt x="4" y="132"/>
                  </a:lnTo>
                  <a:lnTo>
                    <a:pt x="6" y="132"/>
                  </a:lnTo>
                  <a:lnTo>
                    <a:pt x="8" y="132"/>
                  </a:lnTo>
                  <a:lnTo>
                    <a:pt x="10" y="130"/>
                  </a:lnTo>
                  <a:lnTo>
                    <a:pt x="10" y="130"/>
                  </a:lnTo>
                  <a:lnTo>
                    <a:pt x="29" y="97"/>
                  </a:lnTo>
                  <a:lnTo>
                    <a:pt x="50" y="66"/>
                  </a:lnTo>
                  <a:lnTo>
                    <a:pt x="61" y="51"/>
                  </a:lnTo>
                  <a:lnTo>
                    <a:pt x="74" y="36"/>
                  </a:lnTo>
                  <a:lnTo>
                    <a:pt x="86" y="22"/>
                  </a:lnTo>
                  <a:lnTo>
                    <a:pt x="98" y="8"/>
                  </a:lnTo>
                  <a:lnTo>
                    <a:pt x="98" y="8"/>
                  </a:lnTo>
                  <a:lnTo>
                    <a:pt x="99" y="6"/>
                  </a:lnTo>
                  <a:lnTo>
                    <a:pt x="100" y="4"/>
                  </a:lnTo>
                  <a:lnTo>
                    <a:pt x="99" y="3"/>
                  </a:lnTo>
                  <a:lnTo>
                    <a:pt x="98" y="1"/>
                  </a:lnTo>
                  <a:lnTo>
                    <a:pt x="97" y="0"/>
                  </a:lnTo>
                  <a:lnTo>
                    <a:pt x="95" y="0"/>
                  </a:lnTo>
                  <a:lnTo>
                    <a:pt x="93" y="0"/>
                  </a:lnTo>
                  <a:lnTo>
                    <a:pt x="92" y="1"/>
                  </a:lnTo>
                  <a:lnTo>
                    <a:pt x="9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8" name="Freeform 369"/>
            <p:cNvSpPr/>
            <p:nvPr/>
          </p:nvSpPr>
          <p:spPr bwMode="auto">
            <a:xfrm>
              <a:off x="4749800" y="3648075"/>
              <a:ext cx="39688" cy="52388"/>
            </a:xfrm>
            <a:custGeom>
              <a:avLst/>
              <a:gdLst/>
              <a:ahLst/>
              <a:cxnLst>
                <a:cxn ang="0">
                  <a:pos x="66" y="4"/>
                </a:cxn>
                <a:cxn ang="0">
                  <a:pos x="66" y="4"/>
                </a:cxn>
                <a:cxn ang="0">
                  <a:pos x="65" y="10"/>
                </a:cxn>
                <a:cxn ang="0">
                  <a:pos x="62" y="14"/>
                </a:cxn>
                <a:cxn ang="0">
                  <a:pos x="59" y="20"/>
                </a:cxn>
                <a:cxn ang="0">
                  <a:pos x="54" y="24"/>
                </a:cxn>
                <a:cxn ang="0">
                  <a:pos x="45" y="32"/>
                </a:cxn>
                <a:cxn ang="0">
                  <a:pos x="41" y="36"/>
                </a:cxn>
                <a:cxn ang="0">
                  <a:pos x="38" y="40"/>
                </a:cxn>
                <a:cxn ang="0">
                  <a:pos x="38" y="40"/>
                </a:cxn>
                <a:cxn ang="0">
                  <a:pos x="29" y="54"/>
                </a:cxn>
                <a:cxn ang="0">
                  <a:pos x="18" y="66"/>
                </a:cxn>
                <a:cxn ang="0">
                  <a:pos x="9" y="78"/>
                </a:cxn>
                <a:cxn ang="0">
                  <a:pos x="0" y="92"/>
                </a:cxn>
                <a:cxn ang="0">
                  <a:pos x="0" y="92"/>
                </a:cxn>
                <a:cxn ang="0">
                  <a:pos x="0" y="94"/>
                </a:cxn>
                <a:cxn ang="0">
                  <a:pos x="0" y="96"/>
                </a:cxn>
                <a:cxn ang="0">
                  <a:pos x="1" y="97"/>
                </a:cxn>
                <a:cxn ang="0">
                  <a:pos x="2" y="99"/>
                </a:cxn>
                <a:cxn ang="0">
                  <a:pos x="4" y="99"/>
                </a:cxn>
                <a:cxn ang="0">
                  <a:pos x="5" y="99"/>
                </a:cxn>
                <a:cxn ang="0">
                  <a:pos x="7" y="98"/>
                </a:cxn>
                <a:cxn ang="0">
                  <a:pos x="8" y="97"/>
                </a:cxn>
                <a:cxn ang="0">
                  <a:pos x="8" y="97"/>
                </a:cxn>
                <a:cxn ang="0">
                  <a:pos x="17" y="82"/>
                </a:cxn>
                <a:cxn ang="0">
                  <a:pos x="28" y="66"/>
                </a:cxn>
                <a:cxn ang="0">
                  <a:pos x="40" y="52"/>
                </a:cxn>
                <a:cxn ang="0">
                  <a:pos x="52" y="38"/>
                </a:cxn>
                <a:cxn ang="0">
                  <a:pos x="52" y="38"/>
                </a:cxn>
                <a:cxn ang="0">
                  <a:pos x="60" y="31"/>
                </a:cxn>
                <a:cxn ang="0">
                  <a:pos x="67" y="23"/>
                </a:cxn>
                <a:cxn ang="0">
                  <a:pos x="70" y="18"/>
                </a:cxn>
                <a:cxn ang="0">
                  <a:pos x="72" y="14"/>
                </a:cxn>
                <a:cxn ang="0">
                  <a:pos x="74" y="10"/>
                </a:cxn>
                <a:cxn ang="0">
                  <a:pos x="75" y="4"/>
                </a:cxn>
                <a:cxn ang="0">
                  <a:pos x="75" y="4"/>
                </a:cxn>
                <a:cxn ang="0">
                  <a:pos x="75" y="3"/>
                </a:cxn>
                <a:cxn ang="0">
                  <a:pos x="74" y="1"/>
                </a:cxn>
                <a:cxn ang="0">
                  <a:pos x="73" y="0"/>
                </a:cxn>
                <a:cxn ang="0">
                  <a:pos x="71" y="0"/>
                </a:cxn>
                <a:cxn ang="0">
                  <a:pos x="68" y="1"/>
                </a:cxn>
                <a:cxn ang="0">
                  <a:pos x="67" y="3"/>
                </a:cxn>
                <a:cxn ang="0">
                  <a:pos x="66" y="4"/>
                </a:cxn>
                <a:cxn ang="0">
                  <a:pos x="66" y="4"/>
                </a:cxn>
              </a:cxnLst>
              <a:rect l="0" t="0" r="r" b="b"/>
              <a:pathLst>
                <a:path w="75" h="99">
                  <a:moveTo>
                    <a:pt x="66" y="4"/>
                  </a:moveTo>
                  <a:lnTo>
                    <a:pt x="66" y="4"/>
                  </a:lnTo>
                  <a:lnTo>
                    <a:pt x="65" y="10"/>
                  </a:lnTo>
                  <a:lnTo>
                    <a:pt x="62" y="14"/>
                  </a:lnTo>
                  <a:lnTo>
                    <a:pt x="59" y="20"/>
                  </a:lnTo>
                  <a:lnTo>
                    <a:pt x="54" y="24"/>
                  </a:lnTo>
                  <a:lnTo>
                    <a:pt x="45" y="32"/>
                  </a:lnTo>
                  <a:lnTo>
                    <a:pt x="41" y="36"/>
                  </a:lnTo>
                  <a:lnTo>
                    <a:pt x="38" y="40"/>
                  </a:lnTo>
                  <a:lnTo>
                    <a:pt x="38" y="40"/>
                  </a:lnTo>
                  <a:lnTo>
                    <a:pt x="29" y="54"/>
                  </a:lnTo>
                  <a:lnTo>
                    <a:pt x="18" y="66"/>
                  </a:lnTo>
                  <a:lnTo>
                    <a:pt x="9" y="78"/>
                  </a:lnTo>
                  <a:lnTo>
                    <a:pt x="0" y="92"/>
                  </a:lnTo>
                  <a:lnTo>
                    <a:pt x="0" y="92"/>
                  </a:lnTo>
                  <a:lnTo>
                    <a:pt x="0" y="94"/>
                  </a:lnTo>
                  <a:lnTo>
                    <a:pt x="0" y="96"/>
                  </a:lnTo>
                  <a:lnTo>
                    <a:pt x="1" y="97"/>
                  </a:lnTo>
                  <a:lnTo>
                    <a:pt x="2" y="99"/>
                  </a:lnTo>
                  <a:lnTo>
                    <a:pt x="4" y="99"/>
                  </a:lnTo>
                  <a:lnTo>
                    <a:pt x="5" y="99"/>
                  </a:lnTo>
                  <a:lnTo>
                    <a:pt x="7" y="98"/>
                  </a:lnTo>
                  <a:lnTo>
                    <a:pt x="8" y="97"/>
                  </a:lnTo>
                  <a:lnTo>
                    <a:pt x="8" y="97"/>
                  </a:lnTo>
                  <a:lnTo>
                    <a:pt x="17" y="82"/>
                  </a:lnTo>
                  <a:lnTo>
                    <a:pt x="28" y="66"/>
                  </a:lnTo>
                  <a:lnTo>
                    <a:pt x="40" y="52"/>
                  </a:lnTo>
                  <a:lnTo>
                    <a:pt x="52" y="38"/>
                  </a:lnTo>
                  <a:lnTo>
                    <a:pt x="52" y="38"/>
                  </a:lnTo>
                  <a:lnTo>
                    <a:pt x="60" y="31"/>
                  </a:lnTo>
                  <a:lnTo>
                    <a:pt x="67" y="23"/>
                  </a:lnTo>
                  <a:lnTo>
                    <a:pt x="70" y="18"/>
                  </a:lnTo>
                  <a:lnTo>
                    <a:pt x="72" y="14"/>
                  </a:lnTo>
                  <a:lnTo>
                    <a:pt x="74" y="10"/>
                  </a:lnTo>
                  <a:lnTo>
                    <a:pt x="75" y="4"/>
                  </a:lnTo>
                  <a:lnTo>
                    <a:pt x="75" y="4"/>
                  </a:lnTo>
                  <a:lnTo>
                    <a:pt x="75" y="3"/>
                  </a:lnTo>
                  <a:lnTo>
                    <a:pt x="74" y="1"/>
                  </a:lnTo>
                  <a:lnTo>
                    <a:pt x="73" y="0"/>
                  </a:lnTo>
                  <a:lnTo>
                    <a:pt x="71" y="0"/>
                  </a:lnTo>
                  <a:lnTo>
                    <a:pt x="68" y="1"/>
                  </a:lnTo>
                  <a:lnTo>
                    <a:pt x="67" y="3"/>
                  </a:lnTo>
                  <a:lnTo>
                    <a:pt x="66" y="4"/>
                  </a:lnTo>
                  <a:lnTo>
                    <a:pt x="66"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9" name="Freeform 370"/>
            <p:cNvSpPr/>
            <p:nvPr/>
          </p:nvSpPr>
          <p:spPr bwMode="auto">
            <a:xfrm>
              <a:off x="4384675" y="3116263"/>
              <a:ext cx="22225" cy="38100"/>
            </a:xfrm>
            <a:custGeom>
              <a:avLst/>
              <a:gdLst/>
              <a:ahLst/>
              <a:cxnLst>
                <a:cxn ang="0">
                  <a:pos x="38" y="0"/>
                </a:cxn>
                <a:cxn ang="0">
                  <a:pos x="33" y="0"/>
                </a:cxn>
                <a:cxn ang="0">
                  <a:pos x="33" y="0"/>
                </a:cxn>
                <a:cxn ang="0">
                  <a:pos x="31" y="0"/>
                </a:cxn>
                <a:cxn ang="0">
                  <a:pos x="29" y="2"/>
                </a:cxn>
                <a:cxn ang="0">
                  <a:pos x="29" y="2"/>
                </a:cxn>
                <a:cxn ang="0">
                  <a:pos x="19" y="18"/>
                </a:cxn>
                <a:cxn ang="0">
                  <a:pos x="10" y="35"/>
                </a:cxn>
                <a:cxn ang="0">
                  <a:pos x="10" y="35"/>
                </a:cxn>
                <a:cxn ang="0">
                  <a:pos x="6" y="42"/>
                </a:cxn>
                <a:cxn ang="0">
                  <a:pos x="2" y="50"/>
                </a:cxn>
                <a:cxn ang="0">
                  <a:pos x="0" y="59"/>
                </a:cxn>
                <a:cxn ang="0">
                  <a:pos x="0" y="63"/>
                </a:cxn>
                <a:cxn ang="0">
                  <a:pos x="0" y="67"/>
                </a:cxn>
                <a:cxn ang="0">
                  <a:pos x="0" y="67"/>
                </a:cxn>
                <a:cxn ang="0">
                  <a:pos x="1" y="69"/>
                </a:cxn>
                <a:cxn ang="0">
                  <a:pos x="3" y="70"/>
                </a:cxn>
                <a:cxn ang="0">
                  <a:pos x="4" y="70"/>
                </a:cxn>
                <a:cxn ang="0">
                  <a:pos x="6" y="70"/>
                </a:cxn>
                <a:cxn ang="0">
                  <a:pos x="8" y="69"/>
                </a:cxn>
                <a:cxn ang="0">
                  <a:pos x="9" y="68"/>
                </a:cxn>
                <a:cxn ang="0">
                  <a:pos x="9" y="67"/>
                </a:cxn>
                <a:cxn ang="0">
                  <a:pos x="9" y="65"/>
                </a:cxn>
                <a:cxn ang="0">
                  <a:pos x="9" y="65"/>
                </a:cxn>
                <a:cxn ang="0">
                  <a:pos x="9" y="61"/>
                </a:cxn>
                <a:cxn ang="0">
                  <a:pos x="9" y="57"/>
                </a:cxn>
                <a:cxn ang="0">
                  <a:pos x="13" y="48"/>
                </a:cxn>
                <a:cxn ang="0">
                  <a:pos x="22" y="33"/>
                </a:cxn>
                <a:cxn ang="0">
                  <a:pos x="22" y="33"/>
                </a:cxn>
                <a:cxn ang="0">
                  <a:pos x="33" y="15"/>
                </a:cxn>
                <a:cxn ang="0">
                  <a:pos x="33" y="15"/>
                </a:cxn>
                <a:cxn ang="0">
                  <a:pos x="36" y="9"/>
                </a:cxn>
                <a:cxn ang="0">
                  <a:pos x="36" y="9"/>
                </a:cxn>
                <a:cxn ang="0">
                  <a:pos x="38" y="9"/>
                </a:cxn>
                <a:cxn ang="0">
                  <a:pos x="38" y="9"/>
                </a:cxn>
                <a:cxn ang="0">
                  <a:pos x="40" y="9"/>
                </a:cxn>
                <a:cxn ang="0">
                  <a:pos x="41" y="8"/>
                </a:cxn>
                <a:cxn ang="0">
                  <a:pos x="42" y="6"/>
                </a:cxn>
                <a:cxn ang="0">
                  <a:pos x="42" y="4"/>
                </a:cxn>
                <a:cxn ang="0">
                  <a:pos x="42" y="3"/>
                </a:cxn>
                <a:cxn ang="0">
                  <a:pos x="41" y="1"/>
                </a:cxn>
                <a:cxn ang="0">
                  <a:pos x="40" y="0"/>
                </a:cxn>
                <a:cxn ang="0">
                  <a:pos x="38" y="0"/>
                </a:cxn>
                <a:cxn ang="0">
                  <a:pos x="38" y="0"/>
                </a:cxn>
              </a:cxnLst>
              <a:rect l="0" t="0" r="r" b="b"/>
              <a:pathLst>
                <a:path w="42" h="70">
                  <a:moveTo>
                    <a:pt x="38" y="0"/>
                  </a:moveTo>
                  <a:lnTo>
                    <a:pt x="33" y="0"/>
                  </a:lnTo>
                  <a:lnTo>
                    <a:pt x="33" y="0"/>
                  </a:lnTo>
                  <a:lnTo>
                    <a:pt x="31" y="0"/>
                  </a:lnTo>
                  <a:lnTo>
                    <a:pt x="29" y="2"/>
                  </a:lnTo>
                  <a:lnTo>
                    <a:pt x="29" y="2"/>
                  </a:lnTo>
                  <a:lnTo>
                    <a:pt x="19" y="18"/>
                  </a:lnTo>
                  <a:lnTo>
                    <a:pt x="10" y="35"/>
                  </a:lnTo>
                  <a:lnTo>
                    <a:pt x="10" y="35"/>
                  </a:lnTo>
                  <a:lnTo>
                    <a:pt x="6" y="42"/>
                  </a:lnTo>
                  <a:lnTo>
                    <a:pt x="2" y="50"/>
                  </a:lnTo>
                  <a:lnTo>
                    <a:pt x="0" y="59"/>
                  </a:lnTo>
                  <a:lnTo>
                    <a:pt x="0" y="63"/>
                  </a:lnTo>
                  <a:lnTo>
                    <a:pt x="0" y="67"/>
                  </a:lnTo>
                  <a:lnTo>
                    <a:pt x="0" y="67"/>
                  </a:lnTo>
                  <a:lnTo>
                    <a:pt x="1" y="69"/>
                  </a:lnTo>
                  <a:lnTo>
                    <a:pt x="3" y="70"/>
                  </a:lnTo>
                  <a:lnTo>
                    <a:pt x="4" y="70"/>
                  </a:lnTo>
                  <a:lnTo>
                    <a:pt x="6" y="70"/>
                  </a:lnTo>
                  <a:lnTo>
                    <a:pt x="8" y="69"/>
                  </a:lnTo>
                  <a:lnTo>
                    <a:pt x="9" y="68"/>
                  </a:lnTo>
                  <a:lnTo>
                    <a:pt x="9" y="67"/>
                  </a:lnTo>
                  <a:lnTo>
                    <a:pt x="9" y="65"/>
                  </a:lnTo>
                  <a:lnTo>
                    <a:pt x="9" y="65"/>
                  </a:lnTo>
                  <a:lnTo>
                    <a:pt x="9" y="61"/>
                  </a:lnTo>
                  <a:lnTo>
                    <a:pt x="9" y="57"/>
                  </a:lnTo>
                  <a:lnTo>
                    <a:pt x="13" y="48"/>
                  </a:lnTo>
                  <a:lnTo>
                    <a:pt x="22" y="33"/>
                  </a:lnTo>
                  <a:lnTo>
                    <a:pt x="22" y="33"/>
                  </a:lnTo>
                  <a:lnTo>
                    <a:pt x="33" y="15"/>
                  </a:lnTo>
                  <a:lnTo>
                    <a:pt x="33" y="15"/>
                  </a:lnTo>
                  <a:lnTo>
                    <a:pt x="36" y="9"/>
                  </a:lnTo>
                  <a:lnTo>
                    <a:pt x="36" y="9"/>
                  </a:lnTo>
                  <a:lnTo>
                    <a:pt x="38" y="9"/>
                  </a:lnTo>
                  <a:lnTo>
                    <a:pt x="38" y="9"/>
                  </a:lnTo>
                  <a:lnTo>
                    <a:pt x="40" y="9"/>
                  </a:lnTo>
                  <a:lnTo>
                    <a:pt x="41" y="8"/>
                  </a:lnTo>
                  <a:lnTo>
                    <a:pt x="42" y="6"/>
                  </a:lnTo>
                  <a:lnTo>
                    <a:pt x="42" y="4"/>
                  </a:lnTo>
                  <a:lnTo>
                    <a:pt x="42" y="3"/>
                  </a:lnTo>
                  <a:lnTo>
                    <a:pt x="41" y="1"/>
                  </a:lnTo>
                  <a:lnTo>
                    <a:pt x="40" y="0"/>
                  </a:lnTo>
                  <a:lnTo>
                    <a:pt x="38" y="0"/>
                  </a:lnTo>
                  <a:lnTo>
                    <a:pt x="38"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0" name="Freeform 371"/>
            <p:cNvSpPr/>
            <p:nvPr/>
          </p:nvSpPr>
          <p:spPr bwMode="auto">
            <a:xfrm>
              <a:off x="4446588" y="3108325"/>
              <a:ext cx="34925" cy="47625"/>
            </a:xfrm>
            <a:custGeom>
              <a:avLst/>
              <a:gdLst/>
              <a:ahLst/>
              <a:cxnLst>
                <a:cxn ang="0">
                  <a:pos x="55" y="2"/>
                </a:cxn>
                <a:cxn ang="0">
                  <a:pos x="55" y="2"/>
                </a:cxn>
                <a:cxn ang="0">
                  <a:pos x="46" y="15"/>
                </a:cxn>
                <a:cxn ang="0">
                  <a:pos x="36" y="26"/>
                </a:cxn>
                <a:cxn ang="0">
                  <a:pos x="26" y="39"/>
                </a:cxn>
                <a:cxn ang="0">
                  <a:pos x="16" y="50"/>
                </a:cxn>
                <a:cxn ang="0">
                  <a:pos x="16" y="50"/>
                </a:cxn>
                <a:cxn ang="0">
                  <a:pos x="10" y="58"/>
                </a:cxn>
                <a:cxn ang="0">
                  <a:pos x="4" y="69"/>
                </a:cxn>
                <a:cxn ang="0">
                  <a:pos x="1" y="75"/>
                </a:cxn>
                <a:cxn ang="0">
                  <a:pos x="0" y="80"/>
                </a:cxn>
                <a:cxn ang="0">
                  <a:pos x="0" y="85"/>
                </a:cxn>
                <a:cxn ang="0">
                  <a:pos x="1" y="87"/>
                </a:cxn>
                <a:cxn ang="0">
                  <a:pos x="4" y="89"/>
                </a:cxn>
                <a:cxn ang="0">
                  <a:pos x="4" y="89"/>
                </a:cxn>
                <a:cxn ang="0">
                  <a:pos x="6" y="90"/>
                </a:cxn>
                <a:cxn ang="0">
                  <a:pos x="8" y="90"/>
                </a:cxn>
                <a:cxn ang="0">
                  <a:pos x="9" y="90"/>
                </a:cxn>
                <a:cxn ang="0">
                  <a:pos x="11" y="89"/>
                </a:cxn>
                <a:cxn ang="0">
                  <a:pos x="12" y="87"/>
                </a:cxn>
                <a:cxn ang="0">
                  <a:pos x="12" y="86"/>
                </a:cxn>
                <a:cxn ang="0">
                  <a:pos x="12" y="84"/>
                </a:cxn>
                <a:cxn ang="0">
                  <a:pos x="11" y="82"/>
                </a:cxn>
                <a:cxn ang="0">
                  <a:pos x="11" y="82"/>
                </a:cxn>
                <a:cxn ang="0">
                  <a:pos x="10" y="80"/>
                </a:cxn>
                <a:cxn ang="0">
                  <a:pos x="10" y="77"/>
                </a:cxn>
                <a:cxn ang="0">
                  <a:pos x="12" y="74"/>
                </a:cxn>
                <a:cxn ang="0">
                  <a:pos x="14" y="69"/>
                </a:cxn>
                <a:cxn ang="0">
                  <a:pos x="21" y="57"/>
                </a:cxn>
                <a:cxn ang="0">
                  <a:pos x="31" y="46"/>
                </a:cxn>
                <a:cxn ang="0">
                  <a:pos x="51" y="22"/>
                </a:cxn>
                <a:cxn ang="0">
                  <a:pos x="63" y="8"/>
                </a:cxn>
                <a:cxn ang="0">
                  <a:pos x="63" y="8"/>
                </a:cxn>
                <a:cxn ang="0">
                  <a:pos x="65" y="6"/>
                </a:cxn>
                <a:cxn ang="0">
                  <a:pos x="65" y="3"/>
                </a:cxn>
                <a:cxn ang="0">
                  <a:pos x="63" y="2"/>
                </a:cxn>
                <a:cxn ang="0">
                  <a:pos x="62" y="1"/>
                </a:cxn>
                <a:cxn ang="0">
                  <a:pos x="58" y="0"/>
                </a:cxn>
                <a:cxn ang="0">
                  <a:pos x="56" y="1"/>
                </a:cxn>
                <a:cxn ang="0">
                  <a:pos x="55" y="2"/>
                </a:cxn>
                <a:cxn ang="0">
                  <a:pos x="55" y="2"/>
                </a:cxn>
              </a:cxnLst>
              <a:rect l="0" t="0" r="r" b="b"/>
              <a:pathLst>
                <a:path w="65" h="90">
                  <a:moveTo>
                    <a:pt x="55" y="2"/>
                  </a:moveTo>
                  <a:lnTo>
                    <a:pt x="55" y="2"/>
                  </a:lnTo>
                  <a:lnTo>
                    <a:pt x="46" y="15"/>
                  </a:lnTo>
                  <a:lnTo>
                    <a:pt x="36" y="26"/>
                  </a:lnTo>
                  <a:lnTo>
                    <a:pt x="26" y="39"/>
                  </a:lnTo>
                  <a:lnTo>
                    <a:pt x="16" y="50"/>
                  </a:lnTo>
                  <a:lnTo>
                    <a:pt x="16" y="50"/>
                  </a:lnTo>
                  <a:lnTo>
                    <a:pt x="10" y="58"/>
                  </a:lnTo>
                  <a:lnTo>
                    <a:pt x="4" y="69"/>
                  </a:lnTo>
                  <a:lnTo>
                    <a:pt x="1" y="75"/>
                  </a:lnTo>
                  <a:lnTo>
                    <a:pt x="0" y="80"/>
                  </a:lnTo>
                  <a:lnTo>
                    <a:pt x="0" y="85"/>
                  </a:lnTo>
                  <a:lnTo>
                    <a:pt x="1" y="87"/>
                  </a:lnTo>
                  <a:lnTo>
                    <a:pt x="4" y="89"/>
                  </a:lnTo>
                  <a:lnTo>
                    <a:pt x="4" y="89"/>
                  </a:lnTo>
                  <a:lnTo>
                    <a:pt x="6" y="90"/>
                  </a:lnTo>
                  <a:lnTo>
                    <a:pt x="8" y="90"/>
                  </a:lnTo>
                  <a:lnTo>
                    <a:pt x="9" y="90"/>
                  </a:lnTo>
                  <a:lnTo>
                    <a:pt x="11" y="89"/>
                  </a:lnTo>
                  <a:lnTo>
                    <a:pt x="12" y="87"/>
                  </a:lnTo>
                  <a:lnTo>
                    <a:pt x="12" y="86"/>
                  </a:lnTo>
                  <a:lnTo>
                    <a:pt x="12" y="84"/>
                  </a:lnTo>
                  <a:lnTo>
                    <a:pt x="11" y="82"/>
                  </a:lnTo>
                  <a:lnTo>
                    <a:pt x="11" y="82"/>
                  </a:lnTo>
                  <a:lnTo>
                    <a:pt x="10" y="80"/>
                  </a:lnTo>
                  <a:lnTo>
                    <a:pt x="10" y="77"/>
                  </a:lnTo>
                  <a:lnTo>
                    <a:pt x="12" y="74"/>
                  </a:lnTo>
                  <a:lnTo>
                    <a:pt x="14" y="69"/>
                  </a:lnTo>
                  <a:lnTo>
                    <a:pt x="21" y="57"/>
                  </a:lnTo>
                  <a:lnTo>
                    <a:pt x="31" y="46"/>
                  </a:lnTo>
                  <a:lnTo>
                    <a:pt x="51" y="22"/>
                  </a:lnTo>
                  <a:lnTo>
                    <a:pt x="63" y="8"/>
                  </a:lnTo>
                  <a:lnTo>
                    <a:pt x="63" y="8"/>
                  </a:lnTo>
                  <a:lnTo>
                    <a:pt x="65" y="6"/>
                  </a:lnTo>
                  <a:lnTo>
                    <a:pt x="65" y="3"/>
                  </a:lnTo>
                  <a:lnTo>
                    <a:pt x="63" y="2"/>
                  </a:lnTo>
                  <a:lnTo>
                    <a:pt x="62" y="1"/>
                  </a:lnTo>
                  <a:lnTo>
                    <a:pt x="58" y="0"/>
                  </a:lnTo>
                  <a:lnTo>
                    <a:pt x="56" y="1"/>
                  </a:lnTo>
                  <a:lnTo>
                    <a:pt x="55" y="2"/>
                  </a:lnTo>
                  <a:lnTo>
                    <a:pt x="55"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1" name="Freeform 372"/>
            <p:cNvSpPr/>
            <p:nvPr/>
          </p:nvSpPr>
          <p:spPr bwMode="auto">
            <a:xfrm>
              <a:off x="4516438" y="3119438"/>
              <a:ext cx="22225" cy="39688"/>
            </a:xfrm>
            <a:custGeom>
              <a:avLst/>
              <a:gdLst/>
              <a:ahLst/>
              <a:cxnLst>
                <a:cxn ang="0">
                  <a:pos x="34" y="1"/>
                </a:cxn>
                <a:cxn ang="0">
                  <a:pos x="34" y="1"/>
                </a:cxn>
                <a:cxn ang="0">
                  <a:pos x="29" y="5"/>
                </a:cxn>
                <a:cxn ang="0">
                  <a:pos x="24" y="10"/>
                </a:cxn>
                <a:cxn ang="0">
                  <a:pos x="16" y="21"/>
                </a:cxn>
                <a:cxn ang="0">
                  <a:pos x="10" y="33"/>
                </a:cxn>
                <a:cxn ang="0">
                  <a:pos x="5" y="45"/>
                </a:cxn>
                <a:cxn ang="0">
                  <a:pos x="5" y="45"/>
                </a:cxn>
                <a:cxn ang="0">
                  <a:pos x="3" y="54"/>
                </a:cxn>
                <a:cxn ang="0">
                  <a:pos x="0" y="63"/>
                </a:cxn>
                <a:cxn ang="0">
                  <a:pos x="0" y="67"/>
                </a:cxn>
                <a:cxn ang="0">
                  <a:pos x="2" y="71"/>
                </a:cxn>
                <a:cxn ang="0">
                  <a:pos x="4" y="73"/>
                </a:cxn>
                <a:cxn ang="0">
                  <a:pos x="9" y="75"/>
                </a:cxn>
                <a:cxn ang="0">
                  <a:pos x="9" y="75"/>
                </a:cxn>
                <a:cxn ang="0">
                  <a:pos x="11" y="75"/>
                </a:cxn>
                <a:cxn ang="0">
                  <a:pos x="12" y="74"/>
                </a:cxn>
                <a:cxn ang="0">
                  <a:pos x="13" y="72"/>
                </a:cxn>
                <a:cxn ang="0">
                  <a:pos x="13" y="71"/>
                </a:cxn>
                <a:cxn ang="0">
                  <a:pos x="12" y="67"/>
                </a:cxn>
                <a:cxn ang="0">
                  <a:pos x="11" y="66"/>
                </a:cxn>
                <a:cxn ang="0">
                  <a:pos x="9" y="66"/>
                </a:cxn>
                <a:cxn ang="0">
                  <a:pos x="9" y="66"/>
                </a:cxn>
                <a:cxn ang="0">
                  <a:pos x="19" y="35"/>
                </a:cxn>
                <a:cxn ang="0">
                  <a:pos x="19" y="35"/>
                </a:cxn>
                <a:cxn ang="0">
                  <a:pos x="23" y="28"/>
                </a:cxn>
                <a:cxn ang="0">
                  <a:pos x="29" y="21"/>
                </a:cxn>
                <a:cxn ang="0">
                  <a:pos x="34" y="13"/>
                </a:cxn>
                <a:cxn ang="0">
                  <a:pos x="41" y="7"/>
                </a:cxn>
                <a:cxn ang="0">
                  <a:pos x="41" y="7"/>
                </a:cxn>
                <a:cxn ang="0">
                  <a:pos x="42" y="6"/>
                </a:cxn>
                <a:cxn ang="0">
                  <a:pos x="42" y="4"/>
                </a:cxn>
                <a:cxn ang="0">
                  <a:pos x="42" y="3"/>
                </a:cxn>
                <a:cxn ang="0">
                  <a:pos x="41" y="1"/>
                </a:cxn>
                <a:cxn ang="0">
                  <a:pos x="38" y="0"/>
                </a:cxn>
                <a:cxn ang="0">
                  <a:pos x="36" y="0"/>
                </a:cxn>
                <a:cxn ang="0">
                  <a:pos x="34" y="1"/>
                </a:cxn>
                <a:cxn ang="0">
                  <a:pos x="34" y="1"/>
                </a:cxn>
              </a:cxnLst>
              <a:rect l="0" t="0" r="r" b="b"/>
              <a:pathLst>
                <a:path w="42" h="75">
                  <a:moveTo>
                    <a:pt x="34" y="1"/>
                  </a:moveTo>
                  <a:lnTo>
                    <a:pt x="34" y="1"/>
                  </a:lnTo>
                  <a:lnTo>
                    <a:pt x="29" y="5"/>
                  </a:lnTo>
                  <a:lnTo>
                    <a:pt x="24" y="10"/>
                  </a:lnTo>
                  <a:lnTo>
                    <a:pt x="16" y="21"/>
                  </a:lnTo>
                  <a:lnTo>
                    <a:pt x="10" y="33"/>
                  </a:lnTo>
                  <a:lnTo>
                    <a:pt x="5" y="45"/>
                  </a:lnTo>
                  <a:lnTo>
                    <a:pt x="5" y="45"/>
                  </a:lnTo>
                  <a:lnTo>
                    <a:pt x="3" y="54"/>
                  </a:lnTo>
                  <a:lnTo>
                    <a:pt x="0" y="63"/>
                  </a:lnTo>
                  <a:lnTo>
                    <a:pt x="0" y="67"/>
                  </a:lnTo>
                  <a:lnTo>
                    <a:pt x="2" y="71"/>
                  </a:lnTo>
                  <a:lnTo>
                    <a:pt x="4" y="73"/>
                  </a:lnTo>
                  <a:lnTo>
                    <a:pt x="9" y="75"/>
                  </a:lnTo>
                  <a:lnTo>
                    <a:pt x="9" y="75"/>
                  </a:lnTo>
                  <a:lnTo>
                    <a:pt x="11" y="75"/>
                  </a:lnTo>
                  <a:lnTo>
                    <a:pt x="12" y="74"/>
                  </a:lnTo>
                  <a:lnTo>
                    <a:pt x="13" y="72"/>
                  </a:lnTo>
                  <a:lnTo>
                    <a:pt x="13" y="71"/>
                  </a:lnTo>
                  <a:lnTo>
                    <a:pt x="12" y="67"/>
                  </a:lnTo>
                  <a:lnTo>
                    <a:pt x="11" y="66"/>
                  </a:lnTo>
                  <a:lnTo>
                    <a:pt x="9" y="66"/>
                  </a:lnTo>
                  <a:lnTo>
                    <a:pt x="9" y="66"/>
                  </a:lnTo>
                  <a:lnTo>
                    <a:pt x="19" y="35"/>
                  </a:lnTo>
                  <a:lnTo>
                    <a:pt x="19" y="35"/>
                  </a:lnTo>
                  <a:lnTo>
                    <a:pt x="23" y="28"/>
                  </a:lnTo>
                  <a:lnTo>
                    <a:pt x="29" y="21"/>
                  </a:lnTo>
                  <a:lnTo>
                    <a:pt x="34" y="13"/>
                  </a:lnTo>
                  <a:lnTo>
                    <a:pt x="41" y="7"/>
                  </a:lnTo>
                  <a:lnTo>
                    <a:pt x="41" y="7"/>
                  </a:lnTo>
                  <a:lnTo>
                    <a:pt x="42" y="6"/>
                  </a:lnTo>
                  <a:lnTo>
                    <a:pt x="42" y="4"/>
                  </a:lnTo>
                  <a:lnTo>
                    <a:pt x="42" y="3"/>
                  </a:lnTo>
                  <a:lnTo>
                    <a:pt x="41" y="1"/>
                  </a:lnTo>
                  <a:lnTo>
                    <a:pt x="38" y="0"/>
                  </a:lnTo>
                  <a:lnTo>
                    <a:pt x="36" y="0"/>
                  </a:lnTo>
                  <a:lnTo>
                    <a:pt x="34" y="1"/>
                  </a:lnTo>
                  <a:lnTo>
                    <a:pt x="3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2" name="Freeform 373"/>
            <p:cNvSpPr/>
            <p:nvPr/>
          </p:nvSpPr>
          <p:spPr bwMode="auto">
            <a:xfrm>
              <a:off x="4583113" y="3121025"/>
              <a:ext cx="26988" cy="34925"/>
            </a:xfrm>
            <a:custGeom>
              <a:avLst/>
              <a:gdLst/>
              <a:ahLst/>
              <a:cxnLst>
                <a:cxn ang="0">
                  <a:pos x="43" y="1"/>
                </a:cxn>
                <a:cxn ang="0">
                  <a:pos x="43" y="1"/>
                </a:cxn>
                <a:cxn ang="0">
                  <a:pos x="37" y="7"/>
                </a:cxn>
                <a:cxn ang="0">
                  <a:pos x="31" y="15"/>
                </a:cxn>
                <a:cxn ang="0">
                  <a:pos x="21" y="29"/>
                </a:cxn>
                <a:cxn ang="0">
                  <a:pos x="12" y="45"/>
                </a:cxn>
                <a:cxn ang="0">
                  <a:pos x="7" y="52"/>
                </a:cxn>
                <a:cxn ang="0">
                  <a:pos x="1" y="58"/>
                </a:cxn>
                <a:cxn ang="0">
                  <a:pos x="1" y="58"/>
                </a:cxn>
                <a:cxn ang="0">
                  <a:pos x="0" y="60"/>
                </a:cxn>
                <a:cxn ang="0">
                  <a:pos x="0" y="62"/>
                </a:cxn>
                <a:cxn ang="0">
                  <a:pos x="0" y="63"/>
                </a:cxn>
                <a:cxn ang="0">
                  <a:pos x="1" y="65"/>
                </a:cxn>
                <a:cxn ang="0">
                  <a:pos x="3" y="66"/>
                </a:cxn>
                <a:cxn ang="0">
                  <a:pos x="4" y="66"/>
                </a:cxn>
                <a:cxn ang="0">
                  <a:pos x="6" y="66"/>
                </a:cxn>
                <a:cxn ang="0">
                  <a:pos x="8" y="65"/>
                </a:cxn>
                <a:cxn ang="0">
                  <a:pos x="8" y="65"/>
                </a:cxn>
                <a:cxn ang="0">
                  <a:pos x="13" y="58"/>
                </a:cxn>
                <a:cxn ang="0">
                  <a:pos x="18" y="51"/>
                </a:cxn>
                <a:cxn ang="0">
                  <a:pos x="28" y="36"/>
                </a:cxn>
                <a:cxn ang="0">
                  <a:pos x="38" y="21"/>
                </a:cxn>
                <a:cxn ang="0">
                  <a:pos x="44" y="15"/>
                </a:cxn>
                <a:cxn ang="0">
                  <a:pos x="50" y="8"/>
                </a:cxn>
                <a:cxn ang="0">
                  <a:pos x="50" y="8"/>
                </a:cxn>
                <a:cxn ang="0">
                  <a:pos x="51" y="6"/>
                </a:cxn>
                <a:cxn ang="0">
                  <a:pos x="51" y="5"/>
                </a:cxn>
                <a:cxn ang="0">
                  <a:pos x="51" y="3"/>
                </a:cxn>
                <a:cxn ang="0">
                  <a:pos x="50" y="2"/>
                </a:cxn>
                <a:cxn ang="0">
                  <a:pos x="47" y="0"/>
                </a:cxn>
                <a:cxn ang="0">
                  <a:pos x="45" y="0"/>
                </a:cxn>
                <a:cxn ang="0">
                  <a:pos x="43" y="1"/>
                </a:cxn>
                <a:cxn ang="0">
                  <a:pos x="43" y="1"/>
                </a:cxn>
              </a:cxnLst>
              <a:rect l="0" t="0" r="r" b="b"/>
              <a:pathLst>
                <a:path w="51" h="66">
                  <a:moveTo>
                    <a:pt x="43" y="1"/>
                  </a:moveTo>
                  <a:lnTo>
                    <a:pt x="43" y="1"/>
                  </a:lnTo>
                  <a:lnTo>
                    <a:pt x="37" y="7"/>
                  </a:lnTo>
                  <a:lnTo>
                    <a:pt x="31" y="15"/>
                  </a:lnTo>
                  <a:lnTo>
                    <a:pt x="21" y="29"/>
                  </a:lnTo>
                  <a:lnTo>
                    <a:pt x="12" y="45"/>
                  </a:lnTo>
                  <a:lnTo>
                    <a:pt x="7" y="52"/>
                  </a:lnTo>
                  <a:lnTo>
                    <a:pt x="1" y="58"/>
                  </a:lnTo>
                  <a:lnTo>
                    <a:pt x="1" y="58"/>
                  </a:lnTo>
                  <a:lnTo>
                    <a:pt x="0" y="60"/>
                  </a:lnTo>
                  <a:lnTo>
                    <a:pt x="0" y="62"/>
                  </a:lnTo>
                  <a:lnTo>
                    <a:pt x="0" y="63"/>
                  </a:lnTo>
                  <a:lnTo>
                    <a:pt x="1" y="65"/>
                  </a:lnTo>
                  <a:lnTo>
                    <a:pt x="3" y="66"/>
                  </a:lnTo>
                  <a:lnTo>
                    <a:pt x="4" y="66"/>
                  </a:lnTo>
                  <a:lnTo>
                    <a:pt x="6" y="66"/>
                  </a:lnTo>
                  <a:lnTo>
                    <a:pt x="8" y="65"/>
                  </a:lnTo>
                  <a:lnTo>
                    <a:pt x="8" y="65"/>
                  </a:lnTo>
                  <a:lnTo>
                    <a:pt x="13" y="58"/>
                  </a:lnTo>
                  <a:lnTo>
                    <a:pt x="18" y="51"/>
                  </a:lnTo>
                  <a:lnTo>
                    <a:pt x="28" y="36"/>
                  </a:lnTo>
                  <a:lnTo>
                    <a:pt x="38" y="21"/>
                  </a:lnTo>
                  <a:lnTo>
                    <a:pt x="44" y="15"/>
                  </a:lnTo>
                  <a:lnTo>
                    <a:pt x="50" y="8"/>
                  </a:lnTo>
                  <a:lnTo>
                    <a:pt x="50" y="8"/>
                  </a:lnTo>
                  <a:lnTo>
                    <a:pt x="51" y="6"/>
                  </a:lnTo>
                  <a:lnTo>
                    <a:pt x="51" y="5"/>
                  </a:lnTo>
                  <a:lnTo>
                    <a:pt x="51" y="3"/>
                  </a:lnTo>
                  <a:lnTo>
                    <a:pt x="50" y="2"/>
                  </a:lnTo>
                  <a:lnTo>
                    <a:pt x="47" y="0"/>
                  </a:lnTo>
                  <a:lnTo>
                    <a:pt x="45" y="0"/>
                  </a:lnTo>
                  <a:lnTo>
                    <a:pt x="43" y="1"/>
                  </a:lnTo>
                  <a:lnTo>
                    <a:pt x="43"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3" name="Freeform 374"/>
            <p:cNvSpPr/>
            <p:nvPr/>
          </p:nvSpPr>
          <p:spPr bwMode="auto">
            <a:xfrm>
              <a:off x="4638675" y="3114675"/>
              <a:ext cx="26988" cy="44450"/>
            </a:xfrm>
            <a:custGeom>
              <a:avLst/>
              <a:gdLst/>
              <a:ahLst/>
              <a:cxnLst>
                <a:cxn ang="0">
                  <a:pos x="42" y="3"/>
                </a:cxn>
                <a:cxn ang="0">
                  <a:pos x="42" y="3"/>
                </a:cxn>
                <a:cxn ang="0">
                  <a:pos x="40" y="8"/>
                </a:cxn>
                <a:cxn ang="0">
                  <a:pos x="37" y="12"/>
                </a:cxn>
                <a:cxn ang="0">
                  <a:pos x="30" y="22"/>
                </a:cxn>
                <a:cxn ang="0">
                  <a:pos x="14" y="40"/>
                </a:cxn>
                <a:cxn ang="0">
                  <a:pos x="14" y="40"/>
                </a:cxn>
                <a:cxn ang="0">
                  <a:pos x="8" y="49"/>
                </a:cxn>
                <a:cxn ang="0">
                  <a:pos x="4" y="59"/>
                </a:cxn>
                <a:cxn ang="0">
                  <a:pos x="1" y="69"/>
                </a:cxn>
                <a:cxn ang="0">
                  <a:pos x="0" y="79"/>
                </a:cxn>
                <a:cxn ang="0">
                  <a:pos x="0" y="79"/>
                </a:cxn>
                <a:cxn ang="0">
                  <a:pos x="0" y="81"/>
                </a:cxn>
                <a:cxn ang="0">
                  <a:pos x="1" y="83"/>
                </a:cxn>
                <a:cxn ang="0">
                  <a:pos x="2" y="83"/>
                </a:cxn>
                <a:cxn ang="0">
                  <a:pos x="4" y="84"/>
                </a:cxn>
                <a:cxn ang="0">
                  <a:pos x="6" y="83"/>
                </a:cxn>
                <a:cxn ang="0">
                  <a:pos x="7" y="83"/>
                </a:cxn>
                <a:cxn ang="0">
                  <a:pos x="8" y="81"/>
                </a:cxn>
                <a:cxn ang="0">
                  <a:pos x="9" y="79"/>
                </a:cxn>
                <a:cxn ang="0">
                  <a:pos x="9" y="79"/>
                </a:cxn>
                <a:cxn ang="0">
                  <a:pos x="10" y="74"/>
                </a:cxn>
                <a:cxn ang="0">
                  <a:pos x="11" y="68"/>
                </a:cxn>
                <a:cxn ang="0">
                  <a:pos x="14" y="58"/>
                </a:cxn>
                <a:cxn ang="0">
                  <a:pos x="21" y="49"/>
                </a:cxn>
                <a:cxn ang="0">
                  <a:pos x="27" y="40"/>
                </a:cxn>
                <a:cxn ang="0">
                  <a:pos x="40" y="23"/>
                </a:cxn>
                <a:cxn ang="0">
                  <a:pos x="46" y="14"/>
                </a:cxn>
                <a:cxn ang="0">
                  <a:pos x="52" y="5"/>
                </a:cxn>
                <a:cxn ang="0">
                  <a:pos x="52" y="5"/>
                </a:cxn>
                <a:cxn ang="0">
                  <a:pos x="52" y="3"/>
                </a:cxn>
                <a:cxn ang="0">
                  <a:pos x="52" y="2"/>
                </a:cxn>
                <a:cxn ang="0">
                  <a:pos x="51" y="0"/>
                </a:cxn>
                <a:cxn ang="0">
                  <a:pos x="49" y="0"/>
                </a:cxn>
                <a:cxn ang="0">
                  <a:pos x="45" y="0"/>
                </a:cxn>
                <a:cxn ang="0">
                  <a:pos x="43" y="1"/>
                </a:cxn>
                <a:cxn ang="0">
                  <a:pos x="42" y="3"/>
                </a:cxn>
                <a:cxn ang="0">
                  <a:pos x="42" y="3"/>
                </a:cxn>
              </a:cxnLst>
              <a:rect l="0" t="0" r="r" b="b"/>
              <a:pathLst>
                <a:path w="52" h="84">
                  <a:moveTo>
                    <a:pt x="42" y="3"/>
                  </a:moveTo>
                  <a:lnTo>
                    <a:pt x="42" y="3"/>
                  </a:lnTo>
                  <a:lnTo>
                    <a:pt x="40" y="8"/>
                  </a:lnTo>
                  <a:lnTo>
                    <a:pt x="37" y="12"/>
                  </a:lnTo>
                  <a:lnTo>
                    <a:pt x="30" y="22"/>
                  </a:lnTo>
                  <a:lnTo>
                    <a:pt x="14" y="40"/>
                  </a:lnTo>
                  <a:lnTo>
                    <a:pt x="14" y="40"/>
                  </a:lnTo>
                  <a:lnTo>
                    <a:pt x="8" y="49"/>
                  </a:lnTo>
                  <a:lnTo>
                    <a:pt x="4" y="59"/>
                  </a:lnTo>
                  <a:lnTo>
                    <a:pt x="1" y="69"/>
                  </a:lnTo>
                  <a:lnTo>
                    <a:pt x="0" y="79"/>
                  </a:lnTo>
                  <a:lnTo>
                    <a:pt x="0" y="79"/>
                  </a:lnTo>
                  <a:lnTo>
                    <a:pt x="0" y="81"/>
                  </a:lnTo>
                  <a:lnTo>
                    <a:pt x="1" y="83"/>
                  </a:lnTo>
                  <a:lnTo>
                    <a:pt x="2" y="83"/>
                  </a:lnTo>
                  <a:lnTo>
                    <a:pt x="4" y="84"/>
                  </a:lnTo>
                  <a:lnTo>
                    <a:pt x="6" y="83"/>
                  </a:lnTo>
                  <a:lnTo>
                    <a:pt x="7" y="83"/>
                  </a:lnTo>
                  <a:lnTo>
                    <a:pt x="8" y="81"/>
                  </a:lnTo>
                  <a:lnTo>
                    <a:pt x="9" y="79"/>
                  </a:lnTo>
                  <a:lnTo>
                    <a:pt x="9" y="79"/>
                  </a:lnTo>
                  <a:lnTo>
                    <a:pt x="10" y="74"/>
                  </a:lnTo>
                  <a:lnTo>
                    <a:pt x="11" y="68"/>
                  </a:lnTo>
                  <a:lnTo>
                    <a:pt x="14" y="58"/>
                  </a:lnTo>
                  <a:lnTo>
                    <a:pt x="21" y="49"/>
                  </a:lnTo>
                  <a:lnTo>
                    <a:pt x="27" y="40"/>
                  </a:lnTo>
                  <a:lnTo>
                    <a:pt x="40" y="23"/>
                  </a:lnTo>
                  <a:lnTo>
                    <a:pt x="46" y="14"/>
                  </a:lnTo>
                  <a:lnTo>
                    <a:pt x="52" y="5"/>
                  </a:lnTo>
                  <a:lnTo>
                    <a:pt x="52" y="5"/>
                  </a:lnTo>
                  <a:lnTo>
                    <a:pt x="52" y="3"/>
                  </a:lnTo>
                  <a:lnTo>
                    <a:pt x="52" y="2"/>
                  </a:lnTo>
                  <a:lnTo>
                    <a:pt x="51" y="0"/>
                  </a:lnTo>
                  <a:lnTo>
                    <a:pt x="49" y="0"/>
                  </a:lnTo>
                  <a:lnTo>
                    <a:pt x="45" y="0"/>
                  </a:lnTo>
                  <a:lnTo>
                    <a:pt x="43" y="1"/>
                  </a:lnTo>
                  <a:lnTo>
                    <a:pt x="42" y="3"/>
                  </a:lnTo>
                  <a:lnTo>
                    <a:pt x="42"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4" name="Freeform 375"/>
            <p:cNvSpPr/>
            <p:nvPr/>
          </p:nvSpPr>
          <p:spPr bwMode="auto">
            <a:xfrm>
              <a:off x="4686300" y="3121025"/>
              <a:ext cx="25400" cy="38100"/>
            </a:xfrm>
            <a:custGeom>
              <a:avLst/>
              <a:gdLst/>
              <a:ahLst/>
              <a:cxnLst>
                <a:cxn ang="0">
                  <a:pos x="38" y="2"/>
                </a:cxn>
                <a:cxn ang="0">
                  <a:pos x="38" y="2"/>
                </a:cxn>
                <a:cxn ang="0">
                  <a:pos x="34" y="10"/>
                </a:cxn>
                <a:cxn ang="0">
                  <a:pos x="29" y="19"/>
                </a:cxn>
                <a:cxn ang="0">
                  <a:pos x="17" y="33"/>
                </a:cxn>
                <a:cxn ang="0">
                  <a:pos x="12" y="40"/>
                </a:cxn>
                <a:cxn ang="0">
                  <a:pos x="7" y="48"/>
                </a:cxn>
                <a:cxn ang="0">
                  <a:pos x="3" y="56"/>
                </a:cxn>
                <a:cxn ang="0">
                  <a:pos x="0" y="65"/>
                </a:cxn>
                <a:cxn ang="0">
                  <a:pos x="0" y="65"/>
                </a:cxn>
                <a:cxn ang="0">
                  <a:pos x="0" y="67"/>
                </a:cxn>
                <a:cxn ang="0">
                  <a:pos x="1" y="69"/>
                </a:cxn>
                <a:cxn ang="0">
                  <a:pos x="2" y="70"/>
                </a:cxn>
                <a:cxn ang="0">
                  <a:pos x="4" y="71"/>
                </a:cxn>
                <a:cxn ang="0">
                  <a:pos x="5" y="71"/>
                </a:cxn>
                <a:cxn ang="0">
                  <a:pos x="7" y="70"/>
                </a:cxn>
                <a:cxn ang="0">
                  <a:pos x="8" y="69"/>
                </a:cxn>
                <a:cxn ang="0">
                  <a:pos x="9" y="67"/>
                </a:cxn>
                <a:cxn ang="0">
                  <a:pos x="9" y="67"/>
                </a:cxn>
                <a:cxn ang="0">
                  <a:pos x="12" y="59"/>
                </a:cxn>
                <a:cxn ang="0">
                  <a:pos x="16" y="52"/>
                </a:cxn>
                <a:cxn ang="0">
                  <a:pos x="21" y="44"/>
                </a:cxn>
                <a:cxn ang="0">
                  <a:pos x="27" y="37"/>
                </a:cxn>
                <a:cxn ang="0">
                  <a:pos x="37" y="23"/>
                </a:cxn>
                <a:cxn ang="0">
                  <a:pos x="42" y="16"/>
                </a:cxn>
                <a:cxn ang="0">
                  <a:pos x="46" y="7"/>
                </a:cxn>
                <a:cxn ang="0">
                  <a:pos x="46" y="7"/>
                </a:cxn>
                <a:cxn ang="0">
                  <a:pos x="47" y="5"/>
                </a:cxn>
                <a:cxn ang="0">
                  <a:pos x="46" y="3"/>
                </a:cxn>
                <a:cxn ang="0">
                  <a:pos x="44" y="0"/>
                </a:cxn>
                <a:cxn ang="0">
                  <a:pos x="42" y="0"/>
                </a:cxn>
                <a:cxn ang="0">
                  <a:pos x="41" y="0"/>
                </a:cxn>
                <a:cxn ang="0">
                  <a:pos x="39" y="1"/>
                </a:cxn>
                <a:cxn ang="0">
                  <a:pos x="38" y="2"/>
                </a:cxn>
                <a:cxn ang="0">
                  <a:pos x="38" y="2"/>
                </a:cxn>
              </a:cxnLst>
              <a:rect l="0" t="0" r="r" b="b"/>
              <a:pathLst>
                <a:path w="47" h="71">
                  <a:moveTo>
                    <a:pt x="38" y="2"/>
                  </a:moveTo>
                  <a:lnTo>
                    <a:pt x="38" y="2"/>
                  </a:lnTo>
                  <a:lnTo>
                    <a:pt x="34" y="10"/>
                  </a:lnTo>
                  <a:lnTo>
                    <a:pt x="29" y="19"/>
                  </a:lnTo>
                  <a:lnTo>
                    <a:pt x="17" y="33"/>
                  </a:lnTo>
                  <a:lnTo>
                    <a:pt x="12" y="40"/>
                  </a:lnTo>
                  <a:lnTo>
                    <a:pt x="7" y="48"/>
                  </a:lnTo>
                  <a:lnTo>
                    <a:pt x="3" y="56"/>
                  </a:lnTo>
                  <a:lnTo>
                    <a:pt x="0" y="65"/>
                  </a:lnTo>
                  <a:lnTo>
                    <a:pt x="0" y="65"/>
                  </a:lnTo>
                  <a:lnTo>
                    <a:pt x="0" y="67"/>
                  </a:lnTo>
                  <a:lnTo>
                    <a:pt x="1" y="69"/>
                  </a:lnTo>
                  <a:lnTo>
                    <a:pt x="2" y="70"/>
                  </a:lnTo>
                  <a:lnTo>
                    <a:pt x="4" y="71"/>
                  </a:lnTo>
                  <a:lnTo>
                    <a:pt x="5" y="71"/>
                  </a:lnTo>
                  <a:lnTo>
                    <a:pt x="7" y="70"/>
                  </a:lnTo>
                  <a:lnTo>
                    <a:pt x="8" y="69"/>
                  </a:lnTo>
                  <a:lnTo>
                    <a:pt x="9" y="67"/>
                  </a:lnTo>
                  <a:lnTo>
                    <a:pt x="9" y="67"/>
                  </a:lnTo>
                  <a:lnTo>
                    <a:pt x="12" y="59"/>
                  </a:lnTo>
                  <a:lnTo>
                    <a:pt x="16" y="52"/>
                  </a:lnTo>
                  <a:lnTo>
                    <a:pt x="21" y="44"/>
                  </a:lnTo>
                  <a:lnTo>
                    <a:pt x="27" y="37"/>
                  </a:lnTo>
                  <a:lnTo>
                    <a:pt x="37" y="23"/>
                  </a:lnTo>
                  <a:lnTo>
                    <a:pt x="42" y="16"/>
                  </a:lnTo>
                  <a:lnTo>
                    <a:pt x="46" y="7"/>
                  </a:lnTo>
                  <a:lnTo>
                    <a:pt x="46" y="7"/>
                  </a:lnTo>
                  <a:lnTo>
                    <a:pt x="47" y="5"/>
                  </a:lnTo>
                  <a:lnTo>
                    <a:pt x="46" y="3"/>
                  </a:lnTo>
                  <a:lnTo>
                    <a:pt x="44" y="0"/>
                  </a:lnTo>
                  <a:lnTo>
                    <a:pt x="42" y="0"/>
                  </a:lnTo>
                  <a:lnTo>
                    <a:pt x="41" y="0"/>
                  </a:lnTo>
                  <a:lnTo>
                    <a:pt x="39" y="1"/>
                  </a:lnTo>
                  <a:lnTo>
                    <a:pt x="38" y="2"/>
                  </a:lnTo>
                  <a:lnTo>
                    <a:pt x="3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5" name="Freeform 376"/>
            <p:cNvSpPr/>
            <p:nvPr/>
          </p:nvSpPr>
          <p:spPr bwMode="auto">
            <a:xfrm>
              <a:off x="4721225" y="3125788"/>
              <a:ext cx="33338" cy="38100"/>
            </a:xfrm>
            <a:custGeom>
              <a:avLst/>
              <a:gdLst/>
              <a:ahLst/>
              <a:cxnLst>
                <a:cxn ang="0">
                  <a:pos x="54" y="1"/>
                </a:cxn>
                <a:cxn ang="0">
                  <a:pos x="54" y="1"/>
                </a:cxn>
                <a:cxn ang="0">
                  <a:pos x="40" y="17"/>
                </a:cxn>
                <a:cxn ang="0">
                  <a:pos x="28" y="32"/>
                </a:cxn>
                <a:cxn ang="0">
                  <a:pos x="15" y="49"/>
                </a:cxn>
                <a:cxn ang="0">
                  <a:pos x="2" y="63"/>
                </a:cxn>
                <a:cxn ang="0">
                  <a:pos x="2" y="63"/>
                </a:cxn>
                <a:cxn ang="0">
                  <a:pos x="0" y="66"/>
                </a:cxn>
                <a:cxn ang="0">
                  <a:pos x="0" y="68"/>
                </a:cxn>
                <a:cxn ang="0">
                  <a:pos x="1" y="69"/>
                </a:cxn>
                <a:cxn ang="0">
                  <a:pos x="2" y="71"/>
                </a:cxn>
                <a:cxn ang="0">
                  <a:pos x="3" y="72"/>
                </a:cxn>
                <a:cxn ang="0">
                  <a:pos x="5" y="72"/>
                </a:cxn>
                <a:cxn ang="0">
                  <a:pos x="6" y="72"/>
                </a:cxn>
                <a:cxn ang="0">
                  <a:pos x="8" y="71"/>
                </a:cxn>
                <a:cxn ang="0">
                  <a:pos x="8" y="71"/>
                </a:cxn>
                <a:cxn ang="0">
                  <a:pos x="22" y="55"/>
                </a:cxn>
                <a:cxn ang="0">
                  <a:pos x="34" y="40"/>
                </a:cxn>
                <a:cxn ang="0">
                  <a:pos x="47" y="24"/>
                </a:cxn>
                <a:cxn ang="0">
                  <a:pos x="61" y="9"/>
                </a:cxn>
                <a:cxn ang="0">
                  <a:pos x="61" y="9"/>
                </a:cxn>
                <a:cxn ang="0">
                  <a:pos x="62" y="7"/>
                </a:cxn>
                <a:cxn ang="0">
                  <a:pos x="62" y="6"/>
                </a:cxn>
                <a:cxn ang="0">
                  <a:pos x="61" y="4"/>
                </a:cxn>
                <a:cxn ang="0">
                  <a:pos x="60" y="3"/>
                </a:cxn>
                <a:cxn ang="0">
                  <a:pos x="59" y="1"/>
                </a:cxn>
                <a:cxn ang="0">
                  <a:pos x="57" y="0"/>
                </a:cxn>
                <a:cxn ang="0">
                  <a:pos x="56" y="0"/>
                </a:cxn>
                <a:cxn ang="0">
                  <a:pos x="54" y="1"/>
                </a:cxn>
                <a:cxn ang="0">
                  <a:pos x="54" y="1"/>
                </a:cxn>
              </a:cxnLst>
              <a:rect l="0" t="0" r="r" b="b"/>
              <a:pathLst>
                <a:path w="62" h="72">
                  <a:moveTo>
                    <a:pt x="54" y="1"/>
                  </a:moveTo>
                  <a:lnTo>
                    <a:pt x="54" y="1"/>
                  </a:lnTo>
                  <a:lnTo>
                    <a:pt x="40" y="17"/>
                  </a:lnTo>
                  <a:lnTo>
                    <a:pt x="28" y="32"/>
                  </a:lnTo>
                  <a:lnTo>
                    <a:pt x="15" y="49"/>
                  </a:lnTo>
                  <a:lnTo>
                    <a:pt x="2" y="63"/>
                  </a:lnTo>
                  <a:lnTo>
                    <a:pt x="2" y="63"/>
                  </a:lnTo>
                  <a:lnTo>
                    <a:pt x="0" y="66"/>
                  </a:lnTo>
                  <a:lnTo>
                    <a:pt x="0" y="68"/>
                  </a:lnTo>
                  <a:lnTo>
                    <a:pt x="1" y="69"/>
                  </a:lnTo>
                  <a:lnTo>
                    <a:pt x="2" y="71"/>
                  </a:lnTo>
                  <a:lnTo>
                    <a:pt x="3" y="72"/>
                  </a:lnTo>
                  <a:lnTo>
                    <a:pt x="5" y="72"/>
                  </a:lnTo>
                  <a:lnTo>
                    <a:pt x="6" y="72"/>
                  </a:lnTo>
                  <a:lnTo>
                    <a:pt x="8" y="71"/>
                  </a:lnTo>
                  <a:lnTo>
                    <a:pt x="8" y="71"/>
                  </a:lnTo>
                  <a:lnTo>
                    <a:pt x="22" y="55"/>
                  </a:lnTo>
                  <a:lnTo>
                    <a:pt x="34" y="40"/>
                  </a:lnTo>
                  <a:lnTo>
                    <a:pt x="47" y="24"/>
                  </a:lnTo>
                  <a:lnTo>
                    <a:pt x="61" y="9"/>
                  </a:lnTo>
                  <a:lnTo>
                    <a:pt x="61" y="9"/>
                  </a:lnTo>
                  <a:lnTo>
                    <a:pt x="62" y="7"/>
                  </a:lnTo>
                  <a:lnTo>
                    <a:pt x="62" y="6"/>
                  </a:lnTo>
                  <a:lnTo>
                    <a:pt x="61" y="4"/>
                  </a:lnTo>
                  <a:lnTo>
                    <a:pt x="60" y="3"/>
                  </a:lnTo>
                  <a:lnTo>
                    <a:pt x="59" y="1"/>
                  </a:lnTo>
                  <a:lnTo>
                    <a:pt x="57" y="0"/>
                  </a:lnTo>
                  <a:lnTo>
                    <a:pt x="56" y="0"/>
                  </a:lnTo>
                  <a:lnTo>
                    <a:pt x="54" y="1"/>
                  </a:lnTo>
                  <a:lnTo>
                    <a:pt x="5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6" name="Freeform 377"/>
            <p:cNvSpPr/>
            <p:nvPr/>
          </p:nvSpPr>
          <p:spPr bwMode="auto">
            <a:xfrm>
              <a:off x="4311650" y="3119438"/>
              <a:ext cx="20638" cy="39688"/>
            </a:xfrm>
            <a:custGeom>
              <a:avLst/>
              <a:gdLst/>
              <a:ahLst/>
              <a:cxnLst>
                <a:cxn ang="0">
                  <a:pos x="39" y="4"/>
                </a:cxn>
                <a:cxn ang="0">
                  <a:pos x="39" y="4"/>
                </a:cxn>
                <a:cxn ang="0">
                  <a:pos x="38" y="2"/>
                </a:cxn>
                <a:cxn ang="0">
                  <a:pos x="37" y="1"/>
                </a:cxn>
                <a:cxn ang="0">
                  <a:pos x="35" y="0"/>
                </a:cxn>
                <a:cxn ang="0">
                  <a:pos x="33" y="0"/>
                </a:cxn>
                <a:cxn ang="0">
                  <a:pos x="31" y="0"/>
                </a:cxn>
                <a:cxn ang="0">
                  <a:pos x="30" y="1"/>
                </a:cxn>
                <a:cxn ang="0">
                  <a:pos x="29" y="2"/>
                </a:cxn>
                <a:cxn ang="0">
                  <a:pos x="29" y="4"/>
                </a:cxn>
                <a:cxn ang="0">
                  <a:pos x="29" y="4"/>
                </a:cxn>
                <a:cxn ang="0">
                  <a:pos x="29" y="14"/>
                </a:cxn>
                <a:cxn ang="0">
                  <a:pos x="28" y="24"/>
                </a:cxn>
                <a:cxn ang="0">
                  <a:pos x="26" y="33"/>
                </a:cxn>
                <a:cxn ang="0">
                  <a:pos x="24" y="38"/>
                </a:cxn>
                <a:cxn ang="0">
                  <a:pos x="21" y="42"/>
                </a:cxn>
                <a:cxn ang="0">
                  <a:pos x="21" y="42"/>
                </a:cxn>
                <a:cxn ang="0">
                  <a:pos x="17" y="50"/>
                </a:cxn>
                <a:cxn ang="0">
                  <a:pos x="12" y="56"/>
                </a:cxn>
                <a:cxn ang="0">
                  <a:pos x="1" y="68"/>
                </a:cxn>
                <a:cxn ang="0">
                  <a:pos x="1" y="68"/>
                </a:cxn>
                <a:cxn ang="0">
                  <a:pos x="0" y="70"/>
                </a:cxn>
                <a:cxn ang="0">
                  <a:pos x="0" y="71"/>
                </a:cxn>
                <a:cxn ang="0">
                  <a:pos x="1" y="73"/>
                </a:cxn>
                <a:cxn ang="0">
                  <a:pos x="2" y="74"/>
                </a:cxn>
                <a:cxn ang="0">
                  <a:pos x="6" y="75"/>
                </a:cxn>
                <a:cxn ang="0">
                  <a:pos x="8" y="74"/>
                </a:cxn>
                <a:cxn ang="0">
                  <a:pos x="10" y="73"/>
                </a:cxn>
                <a:cxn ang="0">
                  <a:pos x="10" y="73"/>
                </a:cxn>
                <a:cxn ang="0">
                  <a:pos x="15" y="65"/>
                </a:cxn>
                <a:cxn ang="0">
                  <a:pos x="22" y="57"/>
                </a:cxn>
                <a:cxn ang="0">
                  <a:pos x="28" y="50"/>
                </a:cxn>
                <a:cxn ang="0">
                  <a:pos x="33" y="41"/>
                </a:cxn>
                <a:cxn ang="0">
                  <a:pos x="33" y="41"/>
                </a:cxn>
                <a:cxn ang="0">
                  <a:pos x="35" y="37"/>
                </a:cxn>
                <a:cxn ang="0">
                  <a:pos x="37" y="32"/>
                </a:cxn>
                <a:cxn ang="0">
                  <a:pos x="39" y="23"/>
                </a:cxn>
                <a:cxn ang="0">
                  <a:pos x="39" y="4"/>
                </a:cxn>
                <a:cxn ang="0">
                  <a:pos x="39" y="4"/>
                </a:cxn>
              </a:cxnLst>
              <a:rect l="0" t="0" r="r" b="b"/>
              <a:pathLst>
                <a:path w="39" h="75">
                  <a:moveTo>
                    <a:pt x="39" y="4"/>
                  </a:moveTo>
                  <a:lnTo>
                    <a:pt x="39" y="4"/>
                  </a:lnTo>
                  <a:lnTo>
                    <a:pt x="38" y="2"/>
                  </a:lnTo>
                  <a:lnTo>
                    <a:pt x="37" y="1"/>
                  </a:lnTo>
                  <a:lnTo>
                    <a:pt x="35" y="0"/>
                  </a:lnTo>
                  <a:lnTo>
                    <a:pt x="33" y="0"/>
                  </a:lnTo>
                  <a:lnTo>
                    <a:pt x="31" y="0"/>
                  </a:lnTo>
                  <a:lnTo>
                    <a:pt x="30" y="1"/>
                  </a:lnTo>
                  <a:lnTo>
                    <a:pt x="29" y="2"/>
                  </a:lnTo>
                  <a:lnTo>
                    <a:pt x="29" y="4"/>
                  </a:lnTo>
                  <a:lnTo>
                    <a:pt x="29" y="4"/>
                  </a:lnTo>
                  <a:lnTo>
                    <a:pt x="29" y="14"/>
                  </a:lnTo>
                  <a:lnTo>
                    <a:pt x="28" y="24"/>
                  </a:lnTo>
                  <a:lnTo>
                    <a:pt x="26" y="33"/>
                  </a:lnTo>
                  <a:lnTo>
                    <a:pt x="24" y="38"/>
                  </a:lnTo>
                  <a:lnTo>
                    <a:pt x="21" y="42"/>
                  </a:lnTo>
                  <a:lnTo>
                    <a:pt x="21" y="42"/>
                  </a:lnTo>
                  <a:lnTo>
                    <a:pt x="17" y="50"/>
                  </a:lnTo>
                  <a:lnTo>
                    <a:pt x="12" y="56"/>
                  </a:lnTo>
                  <a:lnTo>
                    <a:pt x="1" y="68"/>
                  </a:lnTo>
                  <a:lnTo>
                    <a:pt x="1" y="68"/>
                  </a:lnTo>
                  <a:lnTo>
                    <a:pt x="0" y="70"/>
                  </a:lnTo>
                  <a:lnTo>
                    <a:pt x="0" y="71"/>
                  </a:lnTo>
                  <a:lnTo>
                    <a:pt x="1" y="73"/>
                  </a:lnTo>
                  <a:lnTo>
                    <a:pt x="2" y="74"/>
                  </a:lnTo>
                  <a:lnTo>
                    <a:pt x="6" y="75"/>
                  </a:lnTo>
                  <a:lnTo>
                    <a:pt x="8" y="74"/>
                  </a:lnTo>
                  <a:lnTo>
                    <a:pt x="10" y="73"/>
                  </a:lnTo>
                  <a:lnTo>
                    <a:pt x="10" y="73"/>
                  </a:lnTo>
                  <a:lnTo>
                    <a:pt x="15" y="65"/>
                  </a:lnTo>
                  <a:lnTo>
                    <a:pt x="22" y="57"/>
                  </a:lnTo>
                  <a:lnTo>
                    <a:pt x="28" y="50"/>
                  </a:lnTo>
                  <a:lnTo>
                    <a:pt x="33" y="41"/>
                  </a:lnTo>
                  <a:lnTo>
                    <a:pt x="33" y="41"/>
                  </a:lnTo>
                  <a:lnTo>
                    <a:pt x="35" y="37"/>
                  </a:lnTo>
                  <a:lnTo>
                    <a:pt x="37" y="32"/>
                  </a:lnTo>
                  <a:lnTo>
                    <a:pt x="39" y="23"/>
                  </a:lnTo>
                  <a:lnTo>
                    <a:pt x="39" y="4"/>
                  </a:lnTo>
                  <a:lnTo>
                    <a:pt x="3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7" name="Freeform 378"/>
            <p:cNvSpPr/>
            <p:nvPr/>
          </p:nvSpPr>
          <p:spPr bwMode="auto">
            <a:xfrm>
              <a:off x="4568825" y="3319463"/>
              <a:ext cx="41275" cy="146050"/>
            </a:xfrm>
            <a:custGeom>
              <a:avLst/>
              <a:gdLst/>
              <a:ahLst/>
              <a:cxnLst>
                <a:cxn ang="0">
                  <a:pos x="72" y="2"/>
                </a:cxn>
                <a:cxn ang="0">
                  <a:pos x="72" y="2"/>
                </a:cxn>
                <a:cxn ang="0">
                  <a:pos x="64" y="16"/>
                </a:cxn>
                <a:cxn ang="0">
                  <a:pos x="58" y="30"/>
                </a:cxn>
                <a:cxn ang="0">
                  <a:pos x="51" y="45"/>
                </a:cxn>
                <a:cxn ang="0">
                  <a:pos x="47" y="60"/>
                </a:cxn>
                <a:cxn ang="0">
                  <a:pos x="40" y="91"/>
                </a:cxn>
                <a:cxn ang="0">
                  <a:pos x="34" y="122"/>
                </a:cxn>
                <a:cxn ang="0">
                  <a:pos x="34" y="122"/>
                </a:cxn>
                <a:cxn ang="0">
                  <a:pos x="26" y="158"/>
                </a:cxn>
                <a:cxn ang="0">
                  <a:pos x="17" y="195"/>
                </a:cxn>
                <a:cxn ang="0">
                  <a:pos x="17" y="195"/>
                </a:cxn>
                <a:cxn ang="0">
                  <a:pos x="12" y="214"/>
                </a:cxn>
                <a:cxn ang="0">
                  <a:pos x="7" y="233"/>
                </a:cxn>
                <a:cxn ang="0">
                  <a:pos x="3" y="251"/>
                </a:cxn>
                <a:cxn ang="0">
                  <a:pos x="1" y="260"/>
                </a:cxn>
                <a:cxn ang="0">
                  <a:pos x="0" y="270"/>
                </a:cxn>
                <a:cxn ang="0">
                  <a:pos x="0" y="270"/>
                </a:cxn>
                <a:cxn ang="0">
                  <a:pos x="0" y="272"/>
                </a:cxn>
                <a:cxn ang="0">
                  <a:pos x="1" y="274"/>
                </a:cxn>
                <a:cxn ang="0">
                  <a:pos x="3" y="274"/>
                </a:cxn>
                <a:cxn ang="0">
                  <a:pos x="5" y="275"/>
                </a:cxn>
                <a:cxn ang="0">
                  <a:pos x="6" y="274"/>
                </a:cxn>
                <a:cxn ang="0">
                  <a:pos x="8" y="274"/>
                </a:cxn>
                <a:cxn ang="0">
                  <a:pos x="9" y="272"/>
                </a:cxn>
                <a:cxn ang="0">
                  <a:pos x="9" y="270"/>
                </a:cxn>
                <a:cxn ang="0">
                  <a:pos x="9" y="270"/>
                </a:cxn>
                <a:cxn ang="0">
                  <a:pos x="10" y="260"/>
                </a:cxn>
                <a:cxn ang="0">
                  <a:pos x="12" y="251"/>
                </a:cxn>
                <a:cxn ang="0">
                  <a:pos x="16" y="234"/>
                </a:cxn>
                <a:cxn ang="0">
                  <a:pos x="21" y="216"/>
                </a:cxn>
                <a:cxn ang="0">
                  <a:pos x="27" y="197"/>
                </a:cxn>
                <a:cxn ang="0">
                  <a:pos x="27" y="197"/>
                </a:cxn>
                <a:cxn ang="0">
                  <a:pos x="40" y="133"/>
                </a:cxn>
                <a:cxn ang="0">
                  <a:pos x="40" y="133"/>
                </a:cxn>
                <a:cxn ang="0">
                  <a:pos x="47" y="100"/>
                </a:cxn>
                <a:cxn ang="0">
                  <a:pos x="55" y="68"/>
                </a:cxn>
                <a:cxn ang="0">
                  <a:pos x="60" y="52"/>
                </a:cxn>
                <a:cxn ang="0">
                  <a:pos x="65" y="36"/>
                </a:cxn>
                <a:cxn ang="0">
                  <a:pos x="72" y="21"/>
                </a:cxn>
                <a:cxn ang="0">
                  <a:pos x="80" y="6"/>
                </a:cxn>
                <a:cxn ang="0">
                  <a:pos x="80" y="6"/>
                </a:cxn>
                <a:cxn ang="0">
                  <a:pos x="80" y="5"/>
                </a:cxn>
                <a:cxn ang="0">
                  <a:pos x="80" y="3"/>
                </a:cxn>
                <a:cxn ang="0">
                  <a:pos x="79" y="2"/>
                </a:cxn>
                <a:cxn ang="0">
                  <a:pos x="78" y="0"/>
                </a:cxn>
                <a:cxn ang="0">
                  <a:pos x="77" y="0"/>
                </a:cxn>
                <a:cxn ang="0">
                  <a:pos x="75" y="0"/>
                </a:cxn>
                <a:cxn ang="0">
                  <a:pos x="73" y="0"/>
                </a:cxn>
                <a:cxn ang="0">
                  <a:pos x="72" y="2"/>
                </a:cxn>
                <a:cxn ang="0">
                  <a:pos x="72" y="2"/>
                </a:cxn>
              </a:cxnLst>
              <a:rect l="0" t="0" r="r" b="b"/>
              <a:pathLst>
                <a:path w="80" h="275">
                  <a:moveTo>
                    <a:pt x="72" y="2"/>
                  </a:moveTo>
                  <a:lnTo>
                    <a:pt x="72" y="2"/>
                  </a:lnTo>
                  <a:lnTo>
                    <a:pt x="64" y="16"/>
                  </a:lnTo>
                  <a:lnTo>
                    <a:pt x="58" y="30"/>
                  </a:lnTo>
                  <a:lnTo>
                    <a:pt x="51" y="45"/>
                  </a:lnTo>
                  <a:lnTo>
                    <a:pt x="47" y="60"/>
                  </a:lnTo>
                  <a:lnTo>
                    <a:pt x="40" y="91"/>
                  </a:lnTo>
                  <a:lnTo>
                    <a:pt x="34" y="122"/>
                  </a:lnTo>
                  <a:lnTo>
                    <a:pt x="34" y="122"/>
                  </a:lnTo>
                  <a:lnTo>
                    <a:pt x="26" y="158"/>
                  </a:lnTo>
                  <a:lnTo>
                    <a:pt x="17" y="195"/>
                  </a:lnTo>
                  <a:lnTo>
                    <a:pt x="17" y="195"/>
                  </a:lnTo>
                  <a:lnTo>
                    <a:pt x="12" y="214"/>
                  </a:lnTo>
                  <a:lnTo>
                    <a:pt x="7" y="233"/>
                  </a:lnTo>
                  <a:lnTo>
                    <a:pt x="3" y="251"/>
                  </a:lnTo>
                  <a:lnTo>
                    <a:pt x="1" y="260"/>
                  </a:lnTo>
                  <a:lnTo>
                    <a:pt x="0" y="270"/>
                  </a:lnTo>
                  <a:lnTo>
                    <a:pt x="0" y="270"/>
                  </a:lnTo>
                  <a:lnTo>
                    <a:pt x="0" y="272"/>
                  </a:lnTo>
                  <a:lnTo>
                    <a:pt x="1" y="274"/>
                  </a:lnTo>
                  <a:lnTo>
                    <a:pt x="3" y="274"/>
                  </a:lnTo>
                  <a:lnTo>
                    <a:pt x="5" y="275"/>
                  </a:lnTo>
                  <a:lnTo>
                    <a:pt x="6" y="274"/>
                  </a:lnTo>
                  <a:lnTo>
                    <a:pt x="8" y="274"/>
                  </a:lnTo>
                  <a:lnTo>
                    <a:pt x="9" y="272"/>
                  </a:lnTo>
                  <a:lnTo>
                    <a:pt x="9" y="270"/>
                  </a:lnTo>
                  <a:lnTo>
                    <a:pt x="9" y="270"/>
                  </a:lnTo>
                  <a:lnTo>
                    <a:pt x="10" y="260"/>
                  </a:lnTo>
                  <a:lnTo>
                    <a:pt x="12" y="251"/>
                  </a:lnTo>
                  <a:lnTo>
                    <a:pt x="16" y="234"/>
                  </a:lnTo>
                  <a:lnTo>
                    <a:pt x="21" y="216"/>
                  </a:lnTo>
                  <a:lnTo>
                    <a:pt x="27" y="197"/>
                  </a:lnTo>
                  <a:lnTo>
                    <a:pt x="27" y="197"/>
                  </a:lnTo>
                  <a:lnTo>
                    <a:pt x="40" y="133"/>
                  </a:lnTo>
                  <a:lnTo>
                    <a:pt x="40" y="133"/>
                  </a:lnTo>
                  <a:lnTo>
                    <a:pt x="47" y="100"/>
                  </a:lnTo>
                  <a:lnTo>
                    <a:pt x="55" y="68"/>
                  </a:lnTo>
                  <a:lnTo>
                    <a:pt x="60" y="52"/>
                  </a:lnTo>
                  <a:lnTo>
                    <a:pt x="65" y="36"/>
                  </a:lnTo>
                  <a:lnTo>
                    <a:pt x="72" y="21"/>
                  </a:lnTo>
                  <a:lnTo>
                    <a:pt x="80" y="6"/>
                  </a:lnTo>
                  <a:lnTo>
                    <a:pt x="80" y="6"/>
                  </a:lnTo>
                  <a:lnTo>
                    <a:pt x="80" y="5"/>
                  </a:lnTo>
                  <a:lnTo>
                    <a:pt x="80" y="3"/>
                  </a:lnTo>
                  <a:lnTo>
                    <a:pt x="79" y="2"/>
                  </a:lnTo>
                  <a:lnTo>
                    <a:pt x="78" y="0"/>
                  </a:lnTo>
                  <a:lnTo>
                    <a:pt x="77" y="0"/>
                  </a:lnTo>
                  <a:lnTo>
                    <a:pt x="75" y="0"/>
                  </a:lnTo>
                  <a:lnTo>
                    <a:pt x="73" y="0"/>
                  </a:lnTo>
                  <a:lnTo>
                    <a:pt x="72" y="2"/>
                  </a:lnTo>
                  <a:lnTo>
                    <a:pt x="7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8" name="Freeform 379"/>
            <p:cNvSpPr/>
            <p:nvPr/>
          </p:nvSpPr>
          <p:spPr bwMode="auto">
            <a:xfrm>
              <a:off x="4610100" y="3270250"/>
              <a:ext cx="46038" cy="166688"/>
            </a:xfrm>
            <a:custGeom>
              <a:avLst/>
              <a:gdLst/>
              <a:ahLst/>
              <a:cxnLst>
                <a:cxn ang="0">
                  <a:pos x="77" y="3"/>
                </a:cxn>
                <a:cxn ang="0">
                  <a:pos x="77" y="3"/>
                </a:cxn>
                <a:cxn ang="0">
                  <a:pos x="72" y="21"/>
                </a:cxn>
                <a:cxn ang="0">
                  <a:pos x="65" y="38"/>
                </a:cxn>
                <a:cxn ang="0">
                  <a:pos x="58" y="55"/>
                </a:cxn>
                <a:cxn ang="0">
                  <a:pos x="53" y="72"/>
                </a:cxn>
                <a:cxn ang="0">
                  <a:pos x="53" y="72"/>
                </a:cxn>
                <a:cxn ang="0">
                  <a:pos x="31" y="156"/>
                </a:cxn>
                <a:cxn ang="0">
                  <a:pos x="31" y="156"/>
                </a:cxn>
                <a:cxn ang="0">
                  <a:pos x="27" y="177"/>
                </a:cxn>
                <a:cxn ang="0">
                  <a:pos x="24" y="197"/>
                </a:cxn>
                <a:cxn ang="0">
                  <a:pos x="20" y="219"/>
                </a:cxn>
                <a:cxn ang="0">
                  <a:pos x="16" y="240"/>
                </a:cxn>
                <a:cxn ang="0">
                  <a:pos x="16" y="240"/>
                </a:cxn>
                <a:cxn ang="0">
                  <a:pos x="7" y="276"/>
                </a:cxn>
                <a:cxn ang="0">
                  <a:pos x="2" y="293"/>
                </a:cxn>
                <a:cxn ang="0">
                  <a:pos x="0" y="313"/>
                </a:cxn>
                <a:cxn ang="0">
                  <a:pos x="0" y="313"/>
                </a:cxn>
                <a:cxn ang="0">
                  <a:pos x="1" y="315"/>
                </a:cxn>
                <a:cxn ang="0">
                  <a:pos x="1" y="316"/>
                </a:cxn>
                <a:cxn ang="0">
                  <a:pos x="3" y="317"/>
                </a:cxn>
                <a:cxn ang="0">
                  <a:pos x="6" y="317"/>
                </a:cxn>
                <a:cxn ang="0">
                  <a:pos x="7" y="317"/>
                </a:cxn>
                <a:cxn ang="0">
                  <a:pos x="9" y="316"/>
                </a:cxn>
                <a:cxn ang="0">
                  <a:pos x="10" y="315"/>
                </a:cxn>
                <a:cxn ang="0">
                  <a:pos x="10" y="313"/>
                </a:cxn>
                <a:cxn ang="0">
                  <a:pos x="10" y="313"/>
                </a:cxn>
                <a:cxn ang="0">
                  <a:pos x="11" y="303"/>
                </a:cxn>
                <a:cxn ang="0">
                  <a:pos x="13" y="292"/>
                </a:cxn>
                <a:cxn ang="0">
                  <a:pos x="17" y="273"/>
                </a:cxn>
                <a:cxn ang="0">
                  <a:pos x="27" y="234"/>
                </a:cxn>
                <a:cxn ang="0">
                  <a:pos x="27" y="234"/>
                </a:cxn>
                <a:cxn ang="0">
                  <a:pos x="31" y="215"/>
                </a:cxn>
                <a:cxn ang="0">
                  <a:pos x="34" y="196"/>
                </a:cxn>
                <a:cxn ang="0">
                  <a:pos x="36" y="177"/>
                </a:cxn>
                <a:cxn ang="0">
                  <a:pos x="41" y="158"/>
                </a:cxn>
                <a:cxn ang="0">
                  <a:pos x="41" y="158"/>
                </a:cxn>
                <a:cxn ang="0">
                  <a:pos x="60" y="84"/>
                </a:cxn>
                <a:cxn ang="0">
                  <a:pos x="60" y="84"/>
                </a:cxn>
                <a:cxn ang="0">
                  <a:pos x="66" y="64"/>
                </a:cxn>
                <a:cxn ang="0">
                  <a:pos x="73" y="44"/>
                </a:cxn>
                <a:cxn ang="0">
                  <a:pos x="80" y="26"/>
                </a:cxn>
                <a:cxn ang="0">
                  <a:pos x="86" y="6"/>
                </a:cxn>
                <a:cxn ang="0">
                  <a:pos x="86" y="6"/>
                </a:cxn>
                <a:cxn ang="0">
                  <a:pos x="86" y="4"/>
                </a:cxn>
                <a:cxn ang="0">
                  <a:pos x="85" y="2"/>
                </a:cxn>
                <a:cxn ang="0">
                  <a:pos x="84" y="1"/>
                </a:cxn>
                <a:cxn ang="0">
                  <a:pos x="82" y="0"/>
                </a:cxn>
                <a:cxn ang="0">
                  <a:pos x="81" y="0"/>
                </a:cxn>
                <a:cxn ang="0">
                  <a:pos x="79" y="0"/>
                </a:cxn>
                <a:cxn ang="0">
                  <a:pos x="78" y="1"/>
                </a:cxn>
                <a:cxn ang="0">
                  <a:pos x="77" y="3"/>
                </a:cxn>
                <a:cxn ang="0">
                  <a:pos x="77" y="3"/>
                </a:cxn>
              </a:cxnLst>
              <a:rect l="0" t="0" r="r" b="b"/>
              <a:pathLst>
                <a:path w="86" h="317">
                  <a:moveTo>
                    <a:pt x="77" y="3"/>
                  </a:moveTo>
                  <a:lnTo>
                    <a:pt x="77" y="3"/>
                  </a:lnTo>
                  <a:lnTo>
                    <a:pt x="72" y="21"/>
                  </a:lnTo>
                  <a:lnTo>
                    <a:pt x="65" y="38"/>
                  </a:lnTo>
                  <a:lnTo>
                    <a:pt x="58" y="55"/>
                  </a:lnTo>
                  <a:lnTo>
                    <a:pt x="53" y="72"/>
                  </a:lnTo>
                  <a:lnTo>
                    <a:pt x="53" y="72"/>
                  </a:lnTo>
                  <a:lnTo>
                    <a:pt x="31" y="156"/>
                  </a:lnTo>
                  <a:lnTo>
                    <a:pt x="31" y="156"/>
                  </a:lnTo>
                  <a:lnTo>
                    <a:pt x="27" y="177"/>
                  </a:lnTo>
                  <a:lnTo>
                    <a:pt x="24" y="197"/>
                  </a:lnTo>
                  <a:lnTo>
                    <a:pt x="20" y="219"/>
                  </a:lnTo>
                  <a:lnTo>
                    <a:pt x="16" y="240"/>
                  </a:lnTo>
                  <a:lnTo>
                    <a:pt x="16" y="240"/>
                  </a:lnTo>
                  <a:lnTo>
                    <a:pt x="7" y="276"/>
                  </a:lnTo>
                  <a:lnTo>
                    <a:pt x="2" y="293"/>
                  </a:lnTo>
                  <a:lnTo>
                    <a:pt x="0" y="313"/>
                  </a:lnTo>
                  <a:lnTo>
                    <a:pt x="0" y="313"/>
                  </a:lnTo>
                  <a:lnTo>
                    <a:pt x="1" y="315"/>
                  </a:lnTo>
                  <a:lnTo>
                    <a:pt x="1" y="316"/>
                  </a:lnTo>
                  <a:lnTo>
                    <a:pt x="3" y="317"/>
                  </a:lnTo>
                  <a:lnTo>
                    <a:pt x="6" y="317"/>
                  </a:lnTo>
                  <a:lnTo>
                    <a:pt x="7" y="317"/>
                  </a:lnTo>
                  <a:lnTo>
                    <a:pt x="9" y="316"/>
                  </a:lnTo>
                  <a:lnTo>
                    <a:pt x="10" y="315"/>
                  </a:lnTo>
                  <a:lnTo>
                    <a:pt x="10" y="313"/>
                  </a:lnTo>
                  <a:lnTo>
                    <a:pt x="10" y="313"/>
                  </a:lnTo>
                  <a:lnTo>
                    <a:pt x="11" y="303"/>
                  </a:lnTo>
                  <a:lnTo>
                    <a:pt x="13" y="292"/>
                  </a:lnTo>
                  <a:lnTo>
                    <a:pt x="17" y="273"/>
                  </a:lnTo>
                  <a:lnTo>
                    <a:pt x="27" y="234"/>
                  </a:lnTo>
                  <a:lnTo>
                    <a:pt x="27" y="234"/>
                  </a:lnTo>
                  <a:lnTo>
                    <a:pt x="31" y="215"/>
                  </a:lnTo>
                  <a:lnTo>
                    <a:pt x="34" y="196"/>
                  </a:lnTo>
                  <a:lnTo>
                    <a:pt x="36" y="177"/>
                  </a:lnTo>
                  <a:lnTo>
                    <a:pt x="41" y="158"/>
                  </a:lnTo>
                  <a:lnTo>
                    <a:pt x="41" y="158"/>
                  </a:lnTo>
                  <a:lnTo>
                    <a:pt x="60" y="84"/>
                  </a:lnTo>
                  <a:lnTo>
                    <a:pt x="60" y="84"/>
                  </a:lnTo>
                  <a:lnTo>
                    <a:pt x="66" y="64"/>
                  </a:lnTo>
                  <a:lnTo>
                    <a:pt x="73" y="44"/>
                  </a:lnTo>
                  <a:lnTo>
                    <a:pt x="80" y="26"/>
                  </a:lnTo>
                  <a:lnTo>
                    <a:pt x="86" y="6"/>
                  </a:lnTo>
                  <a:lnTo>
                    <a:pt x="86" y="6"/>
                  </a:lnTo>
                  <a:lnTo>
                    <a:pt x="86" y="4"/>
                  </a:lnTo>
                  <a:lnTo>
                    <a:pt x="85" y="2"/>
                  </a:lnTo>
                  <a:lnTo>
                    <a:pt x="84" y="1"/>
                  </a:lnTo>
                  <a:lnTo>
                    <a:pt x="82" y="0"/>
                  </a:lnTo>
                  <a:lnTo>
                    <a:pt x="81" y="0"/>
                  </a:lnTo>
                  <a:lnTo>
                    <a:pt x="79" y="0"/>
                  </a:lnTo>
                  <a:lnTo>
                    <a:pt x="78" y="1"/>
                  </a:lnTo>
                  <a:lnTo>
                    <a:pt x="77" y="3"/>
                  </a:lnTo>
                  <a:lnTo>
                    <a:pt x="7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9" name="Freeform 380"/>
            <p:cNvSpPr/>
            <p:nvPr/>
          </p:nvSpPr>
          <p:spPr bwMode="auto">
            <a:xfrm>
              <a:off x="4660900" y="3228975"/>
              <a:ext cx="38100" cy="158750"/>
            </a:xfrm>
            <a:custGeom>
              <a:avLst/>
              <a:gdLst/>
              <a:ahLst/>
              <a:cxnLst>
                <a:cxn ang="0">
                  <a:pos x="62" y="5"/>
                </a:cxn>
                <a:cxn ang="0">
                  <a:pos x="62" y="5"/>
                </a:cxn>
                <a:cxn ang="0">
                  <a:pos x="59" y="23"/>
                </a:cxn>
                <a:cxn ang="0">
                  <a:pos x="56" y="43"/>
                </a:cxn>
                <a:cxn ang="0">
                  <a:pos x="46" y="80"/>
                </a:cxn>
                <a:cxn ang="0">
                  <a:pos x="46" y="80"/>
                </a:cxn>
                <a:cxn ang="0">
                  <a:pos x="35" y="117"/>
                </a:cxn>
                <a:cxn ang="0">
                  <a:pos x="31" y="136"/>
                </a:cxn>
                <a:cxn ang="0">
                  <a:pos x="27" y="155"/>
                </a:cxn>
                <a:cxn ang="0">
                  <a:pos x="27" y="155"/>
                </a:cxn>
                <a:cxn ang="0">
                  <a:pos x="20" y="189"/>
                </a:cxn>
                <a:cxn ang="0">
                  <a:pos x="13" y="224"/>
                </a:cxn>
                <a:cxn ang="0">
                  <a:pos x="6" y="259"/>
                </a:cxn>
                <a:cxn ang="0">
                  <a:pos x="2" y="276"/>
                </a:cxn>
                <a:cxn ang="0">
                  <a:pos x="0" y="294"/>
                </a:cxn>
                <a:cxn ang="0">
                  <a:pos x="0" y="294"/>
                </a:cxn>
                <a:cxn ang="0">
                  <a:pos x="0" y="296"/>
                </a:cxn>
                <a:cxn ang="0">
                  <a:pos x="1" y="297"/>
                </a:cxn>
                <a:cxn ang="0">
                  <a:pos x="3" y="298"/>
                </a:cxn>
                <a:cxn ang="0">
                  <a:pos x="4" y="298"/>
                </a:cxn>
                <a:cxn ang="0">
                  <a:pos x="8" y="297"/>
                </a:cxn>
                <a:cxn ang="0">
                  <a:pos x="10" y="296"/>
                </a:cxn>
                <a:cxn ang="0">
                  <a:pos x="10" y="294"/>
                </a:cxn>
                <a:cxn ang="0">
                  <a:pos x="10" y="294"/>
                </a:cxn>
                <a:cxn ang="0">
                  <a:pos x="13" y="274"/>
                </a:cxn>
                <a:cxn ang="0">
                  <a:pos x="16" y="255"/>
                </a:cxn>
                <a:cxn ang="0">
                  <a:pos x="24" y="216"/>
                </a:cxn>
                <a:cxn ang="0">
                  <a:pos x="24" y="216"/>
                </a:cxn>
                <a:cxn ang="0">
                  <a:pos x="31" y="177"/>
                </a:cxn>
                <a:cxn ang="0">
                  <a:pos x="35" y="159"/>
                </a:cxn>
                <a:cxn ang="0">
                  <a:pos x="41" y="140"/>
                </a:cxn>
                <a:cxn ang="0">
                  <a:pos x="41" y="140"/>
                </a:cxn>
                <a:cxn ang="0">
                  <a:pos x="46" y="122"/>
                </a:cxn>
                <a:cxn ang="0">
                  <a:pos x="50" y="103"/>
                </a:cxn>
                <a:cxn ang="0">
                  <a:pos x="55" y="84"/>
                </a:cxn>
                <a:cxn ang="0">
                  <a:pos x="59" y="66"/>
                </a:cxn>
                <a:cxn ang="0">
                  <a:pos x="59" y="66"/>
                </a:cxn>
                <a:cxn ang="0">
                  <a:pos x="63" y="51"/>
                </a:cxn>
                <a:cxn ang="0">
                  <a:pos x="68" y="36"/>
                </a:cxn>
                <a:cxn ang="0">
                  <a:pos x="70" y="20"/>
                </a:cxn>
                <a:cxn ang="0">
                  <a:pos x="72" y="5"/>
                </a:cxn>
                <a:cxn ang="0">
                  <a:pos x="72" y="5"/>
                </a:cxn>
                <a:cxn ang="0">
                  <a:pos x="72" y="3"/>
                </a:cxn>
                <a:cxn ang="0">
                  <a:pos x="71" y="2"/>
                </a:cxn>
                <a:cxn ang="0">
                  <a:pos x="69" y="1"/>
                </a:cxn>
                <a:cxn ang="0">
                  <a:pos x="68" y="0"/>
                </a:cxn>
                <a:cxn ang="0">
                  <a:pos x="65" y="1"/>
                </a:cxn>
                <a:cxn ang="0">
                  <a:pos x="63" y="2"/>
                </a:cxn>
                <a:cxn ang="0">
                  <a:pos x="62" y="3"/>
                </a:cxn>
                <a:cxn ang="0">
                  <a:pos x="62" y="5"/>
                </a:cxn>
                <a:cxn ang="0">
                  <a:pos x="62" y="5"/>
                </a:cxn>
              </a:cxnLst>
              <a:rect l="0" t="0" r="r" b="b"/>
              <a:pathLst>
                <a:path w="72" h="298">
                  <a:moveTo>
                    <a:pt x="62" y="5"/>
                  </a:moveTo>
                  <a:lnTo>
                    <a:pt x="62" y="5"/>
                  </a:lnTo>
                  <a:lnTo>
                    <a:pt x="59" y="23"/>
                  </a:lnTo>
                  <a:lnTo>
                    <a:pt x="56" y="43"/>
                  </a:lnTo>
                  <a:lnTo>
                    <a:pt x="46" y="80"/>
                  </a:lnTo>
                  <a:lnTo>
                    <a:pt x="46" y="80"/>
                  </a:lnTo>
                  <a:lnTo>
                    <a:pt x="35" y="117"/>
                  </a:lnTo>
                  <a:lnTo>
                    <a:pt x="31" y="136"/>
                  </a:lnTo>
                  <a:lnTo>
                    <a:pt x="27" y="155"/>
                  </a:lnTo>
                  <a:lnTo>
                    <a:pt x="27" y="155"/>
                  </a:lnTo>
                  <a:lnTo>
                    <a:pt x="20" y="189"/>
                  </a:lnTo>
                  <a:lnTo>
                    <a:pt x="13" y="224"/>
                  </a:lnTo>
                  <a:lnTo>
                    <a:pt x="6" y="259"/>
                  </a:lnTo>
                  <a:lnTo>
                    <a:pt x="2" y="276"/>
                  </a:lnTo>
                  <a:lnTo>
                    <a:pt x="0" y="294"/>
                  </a:lnTo>
                  <a:lnTo>
                    <a:pt x="0" y="294"/>
                  </a:lnTo>
                  <a:lnTo>
                    <a:pt x="0" y="296"/>
                  </a:lnTo>
                  <a:lnTo>
                    <a:pt x="1" y="297"/>
                  </a:lnTo>
                  <a:lnTo>
                    <a:pt x="3" y="298"/>
                  </a:lnTo>
                  <a:lnTo>
                    <a:pt x="4" y="298"/>
                  </a:lnTo>
                  <a:lnTo>
                    <a:pt x="8" y="297"/>
                  </a:lnTo>
                  <a:lnTo>
                    <a:pt x="10" y="296"/>
                  </a:lnTo>
                  <a:lnTo>
                    <a:pt x="10" y="294"/>
                  </a:lnTo>
                  <a:lnTo>
                    <a:pt x="10" y="294"/>
                  </a:lnTo>
                  <a:lnTo>
                    <a:pt x="13" y="274"/>
                  </a:lnTo>
                  <a:lnTo>
                    <a:pt x="16" y="255"/>
                  </a:lnTo>
                  <a:lnTo>
                    <a:pt x="24" y="216"/>
                  </a:lnTo>
                  <a:lnTo>
                    <a:pt x="24" y="216"/>
                  </a:lnTo>
                  <a:lnTo>
                    <a:pt x="31" y="177"/>
                  </a:lnTo>
                  <a:lnTo>
                    <a:pt x="35" y="159"/>
                  </a:lnTo>
                  <a:lnTo>
                    <a:pt x="41" y="140"/>
                  </a:lnTo>
                  <a:lnTo>
                    <a:pt x="41" y="140"/>
                  </a:lnTo>
                  <a:lnTo>
                    <a:pt x="46" y="122"/>
                  </a:lnTo>
                  <a:lnTo>
                    <a:pt x="50" y="103"/>
                  </a:lnTo>
                  <a:lnTo>
                    <a:pt x="55" y="84"/>
                  </a:lnTo>
                  <a:lnTo>
                    <a:pt x="59" y="66"/>
                  </a:lnTo>
                  <a:lnTo>
                    <a:pt x="59" y="66"/>
                  </a:lnTo>
                  <a:lnTo>
                    <a:pt x="63" y="51"/>
                  </a:lnTo>
                  <a:lnTo>
                    <a:pt x="68" y="36"/>
                  </a:lnTo>
                  <a:lnTo>
                    <a:pt x="70" y="20"/>
                  </a:lnTo>
                  <a:lnTo>
                    <a:pt x="72" y="5"/>
                  </a:lnTo>
                  <a:lnTo>
                    <a:pt x="72" y="5"/>
                  </a:lnTo>
                  <a:lnTo>
                    <a:pt x="72" y="3"/>
                  </a:lnTo>
                  <a:lnTo>
                    <a:pt x="71" y="2"/>
                  </a:lnTo>
                  <a:lnTo>
                    <a:pt x="69" y="1"/>
                  </a:lnTo>
                  <a:lnTo>
                    <a:pt x="68" y="0"/>
                  </a:lnTo>
                  <a:lnTo>
                    <a:pt x="65" y="1"/>
                  </a:lnTo>
                  <a:lnTo>
                    <a:pt x="63" y="2"/>
                  </a:lnTo>
                  <a:lnTo>
                    <a:pt x="62" y="3"/>
                  </a:lnTo>
                  <a:lnTo>
                    <a:pt x="62" y="5"/>
                  </a:lnTo>
                  <a:lnTo>
                    <a:pt x="62"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0" name="Freeform 381"/>
            <p:cNvSpPr/>
            <p:nvPr/>
          </p:nvSpPr>
          <p:spPr bwMode="auto">
            <a:xfrm>
              <a:off x="4719638" y="3197225"/>
              <a:ext cx="39688" cy="139700"/>
            </a:xfrm>
            <a:custGeom>
              <a:avLst/>
              <a:gdLst/>
              <a:ahLst/>
              <a:cxnLst>
                <a:cxn ang="0">
                  <a:pos x="66" y="3"/>
                </a:cxn>
                <a:cxn ang="0">
                  <a:pos x="66" y="3"/>
                </a:cxn>
                <a:cxn ang="0">
                  <a:pos x="55" y="28"/>
                </a:cxn>
                <a:cxn ang="0">
                  <a:pos x="49" y="40"/>
                </a:cxn>
                <a:cxn ang="0">
                  <a:pos x="44" y="53"/>
                </a:cxn>
                <a:cxn ang="0">
                  <a:pos x="44" y="53"/>
                </a:cxn>
                <a:cxn ang="0">
                  <a:pos x="39" y="72"/>
                </a:cxn>
                <a:cxn ang="0">
                  <a:pos x="35" y="91"/>
                </a:cxn>
                <a:cxn ang="0">
                  <a:pos x="31" y="109"/>
                </a:cxn>
                <a:cxn ang="0">
                  <a:pos x="26" y="128"/>
                </a:cxn>
                <a:cxn ang="0">
                  <a:pos x="26" y="128"/>
                </a:cxn>
                <a:cxn ang="0">
                  <a:pos x="22" y="144"/>
                </a:cxn>
                <a:cxn ang="0">
                  <a:pos x="18" y="160"/>
                </a:cxn>
                <a:cxn ang="0">
                  <a:pos x="15" y="176"/>
                </a:cxn>
                <a:cxn ang="0">
                  <a:pos x="12" y="193"/>
                </a:cxn>
                <a:cxn ang="0">
                  <a:pos x="12" y="193"/>
                </a:cxn>
                <a:cxn ang="0">
                  <a:pos x="5" y="227"/>
                </a:cxn>
                <a:cxn ang="0">
                  <a:pos x="2" y="243"/>
                </a:cxn>
                <a:cxn ang="0">
                  <a:pos x="0" y="260"/>
                </a:cxn>
                <a:cxn ang="0">
                  <a:pos x="0" y="260"/>
                </a:cxn>
                <a:cxn ang="0">
                  <a:pos x="0" y="262"/>
                </a:cxn>
                <a:cxn ang="0">
                  <a:pos x="1" y="263"/>
                </a:cxn>
                <a:cxn ang="0">
                  <a:pos x="2" y="264"/>
                </a:cxn>
                <a:cxn ang="0">
                  <a:pos x="4" y="264"/>
                </a:cxn>
                <a:cxn ang="0">
                  <a:pos x="7" y="263"/>
                </a:cxn>
                <a:cxn ang="0">
                  <a:pos x="8" y="262"/>
                </a:cxn>
                <a:cxn ang="0">
                  <a:pos x="9" y="260"/>
                </a:cxn>
                <a:cxn ang="0">
                  <a:pos x="9" y="260"/>
                </a:cxn>
                <a:cxn ang="0">
                  <a:pos x="12" y="241"/>
                </a:cxn>
                <a:cxn ang="0">
                  <a:pos x="15" y="224"/>
                </a:cxn>
                <a:cxn ang="0">
                  <a:pos x="24" y="188"/>
                </a:cxn>
                <a:cxn ang="0">
                  <a:pos x="24" y="188"/>
                </a:cxn>
                <a:cxn ang="0">
                  <a:pos x="30" y="155"/>
                </a:cxn>
                <a:cxn ang="0">
                  <a:pos x="33" y="138"/>
                </a:cxn>
                <a:cxn ang="0">
                  <a:pos x="37" y="123"/>
                </a:cxn>
                <a:cxn ang="0">
                  <a:pos x="37" y="123"/>
                </a:cxn>
                <a:cxn ang="0">
                  <a:pos x="45" y="89"/>
                </a:cxn>
                <a:cxn ang="0">
                  <a:pos x="54" y="55"/>
                </a:cxn>
                <a:cxn ang="0">
                  <a:pos x="54" y="55"/>
                </a:cxn>
                <a:cxn ang="0">
                  <a:pos x="59" y="43"/>
                </a:cxn>
                <a:cxn ang="0">
                  <a:pos x="64" y="31"/>
                </a:cxn>
                <a:cxn ang="0">
                  <a:pos x="75" y="5"/>
                </a:cxn>
                <a:cxn ang="0">
                  <a:pos x="75" y="5"/>
                </a:cxn>
                <a:cxn ang="0">
                  <a:pos x="75" y="4"/>
                </a:cxn>
                <a:cxn ang="0">
                  <a:pos x="75" y="2"/>
                </a:cxn>
                <a:cxn ang="0">
                  <a:pos x="74" y="1"/>
                </a:cxn>
                <a:cxn ang="0">
                  <a:pos x="72" y="0"/>
                </a:cxn>
                <a:cxn ang="0">
                  <a:pos x="69" y="0"/>
                </a:cxn>
                <a:cxn ang="0">
                  <a:pos x="67" y="1"/>
                </a:cxn>
                <a:cxn ang="0">
                  <a:pos x="66" y="3"/>
                </a:cxn>
                <a:cxn ang="0">
                  <a:pos x="66" y="3"/>
                </a:cxn>
              </a:cxnLst>
              <a:rect l="0" t="0" r="r" b="b"/>
              <a:pathLst>
                <a:path w="75" h="264">
                  <a:moveTo>
                    <a:pt x="66" y="3"/>
                  </a:moveTo>
                  <a:lnTo>
                    <a:pt x="66" y="3"/>
                  </a:lnTo>
                  <a:lnTo>
                    <a:pt x="55" y="28"/>
                  </a:lnTo>
                  <a:lnTo>
                    <a:pt x="49" y="40"/>
                  </a:lnTo>
                  <a:lnTo>
                    <a:pt x="44" y="53"/>
                  </a:lnTo>
                  <a:lnTo>
                    <a:pt x="44" y="53"/>
                  </a:lnTo>
                  <a:lnTo>
                    <a:pt x="39" y="72"/>
                  </a:lnTo>
                  <a:lnTo>
                    <a:pt x="35" y="91"/>
                  </a:lnTo>
                  <a:lnTo>
                    <a:pt x="31" y="109"/>
                  </a:lnTo>
                  <a:lnTo>
                    <a:pt x="26" y="128"/>
                  </a:lnTo>
                  <a:lnTo>
                    <a:pt x="26" y="128"/>
                  </a:lnTo>
                  <a:lnTo>
                    <a:pt x="22" y="144"/>
                  </a:lnTo>
                  <a:lnTo>
                    <a:pt x="18" y="160"/>
                  </a:lnTo>
                  <a:lnTo>
                    <a:pt x="15" y="176"/>
                  </a:lnTo>
                  <a:lnTo>
                    <a:pt x="12" y="193"/>
                  </a:lnTo>
                  <a:lnTo>
                    <a:pt x="12" y="193"/>
                  </a:lnTo>
                  <a:lnTo>
                    <a:pt x="5" y="227"/>
                  </a:lnTo>
                  <a:lnTo>
                    <a:pt x="2" y="243"/>
                  </a:lnTo>
                  <a:lnTo>
                    <a:pt x="0" y="260"/>
                  </a:lnTo>
                  <a:lnTo>
                    <a:pt x="0" y="260"/>
                  </a:lnTo>
                  <a:lnTo>
                    <a:pt x="0" y="262"/>
                  </a:lnTo>
                  <a:lnTo>
                    <a:pt x="1" y="263"/>
                  </a:lnTo>
                  <a:lnTo>
                    <a:pt x="2" y="264"/>
                  </a:lnTo>
                  <a:lnTo>
                    <a:pt x="4" y="264"/>
                  </a:lnTo>
                  <a:lnTo>
                    <a:pt x="7" y="263"/>
                  </a:lnTo>
                  <a:lnTo>
                    <a:pt x="8" y="262"/>
                  </a:lnTo>
                  <a:lnTo>
                    <a:pt x="9" y="260"/>
                  </a:lnTo>
                  <a:lnTo>
                    <a:pt x="9" y="260"/>
                  </a:lnTo>
                  <a:lnTo>
                    <a:pt x="12" y="241"/>
                  </a:lnTo>
                  <a:lnTo>
                    <a:pt x="15" y="224"/>
                  </a:lnTo>
                  <a:lnTo>
                    <a:pt x="24" y="188"/>
                  </a:lnTo>
                  <a:lnTo>
                    <a:pt x="24" y="188"/>
                  </a:lnTo>
                  <a:lnTo>
                    <a:pt x="30" y="155"/>
                  </a:lnTo>
                  <a:lnTo>
                    <a:pt x="33" y="138"/>
                  </a:lnTo>
                  <a:lnTo>
                    <a:pt x="37" y="123"/>
                  </a:lnTo>
                  <a:lnTo>
                    <a:pt x="37" y="123"/>
                  </a:lnTo>
                  <a:lnTo>
                    <a:pt x="45" y="89"/>
                  </a:lnTo>
                  <a:lnTo>
                    <a:pt x="54" y="55"/>
                  </a:lnTo>
                  <a:lnTo>
                    <a:pt x="54" y="55"/>
                  </a:lnTo>
                  <a:lnTo>
                    <a:pt x="59" y="43"/>
                  </a:lnTo>
                  <a:lnTo>
                    <a:pt x="64" y="31"/>
                  </a:lnTo>
                  <a:lnTo>
                    <a:pt x="75" y="5"/>
                  </a:lnTo>
                  <a:lnTo>
                    <a:pt x="75" y="5"/>
                  </a:lnTo>
                  <a:lnTo>
                    <a:pt x="75" y="4"/>
                  </a:lnTo>
                  <a:lnTo>
                    <a:pt x="75" y="2"/>
                  </a:lnTo>
                  <a:lnTo>
                    <a:pt x="74" y="1"/>
                  </a:lnTo>
                  <a:lnTo>
                    <a:pt x="72" y="0"/>
                  </a:lnTo>
                  <a:lnTo>
                    <a:pt x="69" y="0"/>
                  </a:lnTo>
                  <a:lnTo>
                    <a:pt x="67" y="1"/>
                  </a:lnTo>
                  <a:lnTo>
                    <a:pt x="66" y="3"/>
                  </a:lnTo>
                  <a:lnTo>
                    <a:pt x="6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1" name="Freeform 382"/>
            <p:cNvSpPr/>
            <p:nvPr/>
          </p:nvSpPr>
          <p:spPr bwMode="auto">
            <a:xfrm>
              <a:off x="4773613" y="3186113"/>
              <a:ext cx="34925" cy="101600"/>
            </a:xfrm>
            <a:custGeom>
              <a:avLst/>
              <a:gdLst/>
              <a:ahLst/>
              <a:cxnLst>
                <a:cxn ang="0">
                  <a:pos x="59" y="4"/>
                </a:cxn>
                <a:cxn ang="0">
                  <a:pos x="59" y="4"/>
                </a:cxn>
                <a:cxn ang="0">
                  <a:pos x="57" y="11"/>
                </a:cxn>
                <a:cxn ang="0">
                  <a:pos x="53" y="18"/>
                </a:cxn>
                <a:cxn ang="0">
                  <a:pos x="46" y="31"/>
                </a:cxn>
                <a:cxn ang="0">
                  <a:pos x="46" y="31"/>
                </a:cxn>
                <a:cxn ang="0">
                  <a:pos x="42" y="36"/>
                </a:cxn>
                <a:cxn ang="0">
                  <a:pos x="41" y="42"/>
                </a:cxn>
                <a:cxn ang="0">
                  <a:pos x="40" y="54"/>
                </a:cxn>
                <a:cxn ang="0">
                  <a:pos x="40" y="54"/>
                </a:cxn>
                <a:cxn ang="0">
                  <a:pos x="36" y="74"/>
                </a:cxn>
                <a:cxn ang="0">
                  <a:pos x="31" y="93"/>
                </a:cxn>
                <a:cxn ang="0">
                  <a:pos x="18" y="132"/>
                </a:cxn>
                <a:cxn ang="0">
                  <a:pos x="18" y="132"/>
                </a:cxn>
                <a:cxn ang="0">
                  <a:pos x="10" y="153"/>
                </a:cxn>
                <a:cxn ang="0">
                  <a:pos x="2" y="174"/>
                </a:cxn>
                <a:cxn ang="0">
                  <a:pos x="2" y="174"/>
                </a:cxn>
                <a:cxn ang="0">
                  <a:pos x="1" y="178"/>
                </a:cxn>
                <a:cxn ang="0">
                  <a:pos x="0" y="182"/>
                </a:cxn>
                <a:cxn ang="0">
                  <a:pos x="1" y="186"/>
                </a:cxn>
                <a:cxn ang="0">
                  <a:pos x="4" y="189"/>
                </a:cxn>
                <a:cxn ang="0">
                  <a:pos x="4" y="189"/>
                </a:cxn>
                <a:cxn ang="0">
                  <a:pos x="6" y="190"/>
                </a:cxn>
                <a:cxn ang="0">
                  <a:pos x="7" y="190"/>
                </a:cxn>
                <a:cxn ang="0">
                  <a:pos x="9" y="189"/>
                </a:cxn>
                <a:cxn ang="0">
                  <a:pos x="10" y="188"/>
                </a:cxn>
                <a:cxn ang="0">
                  <a:pos x="10" y="185"/>
                </a:cxn>
                <a:cxn ang="0">
                  <a:pos x="10" y="183"/>
                </a:cxn>
                <a:cxn ang="0">
                  <a:pos x="9" y="181"/>
                </a:cxn>
                <a:cxn ang="0">
                  <a:pos x="9" y="181"/>
                </a:cxn>
                <a:cxn ang="0">
                  <a:pos x="9" y="180"/>
                </a:cxn>
                <a:cxn ang="0">
                  <a:pos x="10" y="178"/>
                </a:cxn>
                <a:cxn ang="0">
                  <a:pos x="14" y="170"/>
                </a:cxn>
                <a:cxn ang="0">
                  <a:pos x="19" y="163"/>
                </a:cxn>
                <a:cxn ang="0">
                  <a:pos x="21" y="158"/>
                </a:cxn>
                <a:cxn ang="0">
                  <a:pos x="21" y="158"/>
                </a:cxn>
                <a:cxn ang="0">
                  <a:pos x="24" y="144"/>
                </a:cxn>
                <a:cxn ang="0">
                  <a:pos x="28" y="130"/>
                </a:cxn>
                <a:cxn ang="0">
                  <a:pos x="38" y="102"/>
                </a:cxn>
                <a:cxn ang="0">
                  <a:pos x="38" y="102"/>
                </a:cxn>
                <a:cxn ang="0">
                  <a:pos x="42" y="89"/>
                </a:cxn>
                <a:cxn ang="0">
                  <a:pos x="46" y="75"/>
                </a:cxn>
                <a:cxn ang="0">
                  <a:pos x="51" y="48"/>
                </a:cxn>
                <a:cxn ang="0">
                  <a:pos x="51" y="48"/>
                </a:cxn>
                <a:cxn ang="0">
                  <a:pos x="52" y="42"/>
                </a:cxn>
                <a:cxn ang="0">
                  <a:pos x="54" y="37"/>
                </a:cxn>
                <a:cxn ang="0">
                  <a:pos x="59" y="27"/>
                </a:cxn>
                <a:cxn ang="0">
                  <a:pos x="64" y="18"/>
                </a:cxn>
                <a:cxn ang="0">
                  <a:pos x="66" y="11"/>
                </a:cxn>
                <a:cxn ang="0">
                  <a:pos x="68" y="6"/>
                </a:cxn>
                <a:cxn ang="0">
                  <a:pos x="68" y="6"/>
                </a:cxn>
                <a:cxn ang="0">
                  <a:pos x="68" y="4"/>
                </a:cxn>
                <a:cxn ang="0">
                  <a:pos x="67" y="2"/>
                </a:cxn>
                <a:cxn ang="0">
                  <a:pos x="64" y="1"/>
                </a:cxn>
                <a:cxn ang="0">
                  <a:pos x="62" y="0"/>
                </a:cxn>
                <a:cxn ang="0">
                  <a:pos x="61" y="1"/>
                </a:cxn>
                <a:cxn ang="0">
                  <a:pos x="60" y="2"/>
                </a:cxn>
                <a:cxn ang="0">
                  <a:pos x="59" y="4"/>
                </a:cxn>
                <a:cxn ang="0">
                  <a:pos x="59" y="4"/>
                </a:cxn>
              </a:cxnLst>
              <a:rect l="0" t="0" r="r" b="b"/>
              <a:pathLst>
                <a:path w="68" h="190">
                  <a:moveTo>
                    <a:pt x="59" y="4"/>
                  </a:moveTo>
                  <a:lnTo>
                    <a:pt x="59" y="4"/>
                  </a:lnTo>
                  <a:lnTo>
                    <a:pt x="57" y="11"/>
                  </a:lnTo>
                  <a:lnTo>
                    <a:pt x="53" y="18"/>
                  </a:lnTo>
                  <a:lnTo>
                    <a:pt x="46" y="31"/>
                  </a:lnTo>
                  <a:lnTo>
                    <a:pt x="46" y="31"/>
                  </a:lnTo>
                  <a:lnTo>
                    <a:pt x="42" y="36"/>
                  </a:lnTo>
                  <a:lnTo>
                    <a:pt x="41" y="42"/>
                  </a:lnTo>
                  <a:lnTo>
                    <a:pt x="40" y="54"/>
                  </a:lnTo>
                  <a:lnTo>
                    <a:pt x="40" y="54"/>
                  </a:lnTo>
                  <a:lnTo>
                    <a:pt x="36" y="74"/>
                  </a:lnTo>
                  <a:lnTo>
                    <a:pt x="31" y="93"/>
                  </a:lnTo>
                  <a:lnTo>
                    <a:pt x="18" y="132"/>
                  </a:lnTo>
                  <a:lnTo>
                    <a:pt x="18" y="132"/>
                  </a:lnTo>
                  <a:lnTo>
                    <a:pt x="10" y="153"/>
                  </a:lnTo>
                  <a:lnTo>
                    <a:pt x="2" y="174"/>
                  </a:lnTo>
                  <a:lnTo>
                    <a:pt x="2" y="174"/>
                  </a:lnTo>
                  <a:lnTo>
                    <a:pt x="1" y="178"/>
                  </a:lnTo>
                  <a:lnTo>
                    <a:pt x="0" y="182"/>
                  </a:lnTo>
                  <a:lnTo>
                    <a:pt x="1" y="186"/>
                  </a:lnTo>
                  <a:lnTo>
                    <a:pt x="4" y="189"/>
                  </a:lnTo>
                  <a:lnTo>
                    <a:pt x="4" y="189"/>
                  </a:lnTo>
                  <a:lnTo>
                    <a:pt x="6" y="190"/>
                  </a:lnTo>
                  <a:lnTo>
                    <a:pt x="7" y="190"/>
                  </a:lnTo>
                  <a:lnTo>
                    <a:pt x="9" y="189"/>
                  </a:lnTo>
                  <a:lnTo>
                    <a:pt x="10" y="188"/>
                  </a:lnTo>
                  <a:lnTo>
                    <a:pt x="10" y="185"/>
                  </a:lnTo>
                  <a:lnTo>
                    <a:pt x="10" y="183"/>
                  </a:lnTo>
                  <a:lnTo>
                    <a:pt x="9" y="181"/>
                  </a:lnTo>
                  <a:lnTo>
                    <a:pt x="9" y="181"/>
                  </a:lnTo>
                  <a:lnTo>
                    <a:pt x="9" y="180"/>
                  </a:lnTo>
                  <a:lnTo>
                    <a:pt x="10" y="178"/>
                  </a:lnTo>
                  <a:lnTo>
                    <a:pt x="14" y="170"/>
                  </a:lnTo>
                  <a:lnTo>
                    <a:pt x="19" y="163"/>
                  </a:lnTo>
                  <a:lnTo>
                    <a:pt x="21" y="158"/>
                  </a:lnTo>
                  <a:lnTo>
                    <a:pt x="21" y="158"/>
                  </a:lnTo>
                  <a:lnTo>
                    <a:pt x="24" y="144"/>
                  </a:lnTo>
                  <a:lnTo>
                    <a:pt x="28" y="130"/>
                  </a:lnTo>
                  <a:lnTo>
                    <a:pt x="38" y="102"/>
                  </a:lnTo>
                  <a:lnTo>
                    <a:pt x="38" y="102"/>
                  </a:lnTo>
                  <a:lnTo>
                    <a:pt x="42" y="89"/>
                  </a:lnTo>
                  <a:lnTo>
                    <a:pt x="46" y="75"/>
                  </a:lnTo>
                  <a:lnTo>
                    <a:pt x="51" y="48"/>
                  </a:lnTo>
                  <a:lnTo>
                    <a:pt x="51" y="48"/>
                  </a:lnTo>
                  <a:lnTo>
                    <a:pt x="52" y="42"/>
                  </a:lnTo>
                  <a:lnTo>
                    <a:pt x="54" y="37"/>
                  </a:lnTo>
                  <a:lnTo>
                    <a:pt x="59" y="27"/>
                  </a:lnTo>
                  <a:lnTo>
                    <a:pt x="64" y="18"/>
                  </a:lnTo>
                  <a:lnTo>
                    <a:pt x="66" y="11"/>
                  </a:lnTo>
                  <a:lnTo>
                    <a:pt x="68" y="6"/>
                  </a:lnTo>
                  <a:lnTo>
                    <a:pt x="68" y="6"/>
                  </a:lnTo>
                  <a:lnTo>
                    <a:pt x="68" y="4"/>
                  </a:lnTo>
                  <a:lnTo>
                    <a:pt x="67" y="2"/>
                  </a:lnTo>
                  <a:lnTo>
                    <a:pt x="64" y="1"/>
                  </a:lnTo>
                  <a:lnTo>
                    <a:pt x="62" y="0"/>
                  </a:lnTo>
                  <a:lnTo>
                    <a:pt x="61" y="1"/>
                  </a:lnTo>
                  <a:lnTo>
                    <a:pt x="60" y="2"/>
                  </a:lnTo>
                  <a:lnTo>
                    <a:pt x="59" y="4"/>
                  </a:lnTo>
                  <a:lnTo>
                    <a:pt x="5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2" name="Freeform 383"/>
            <p:cNvSpPr/>
            <p:nvPr/>
          </p:nvSpPr>
          <p:spPr bwMode="auto">
            <a:xfrm>
              <a:off x="4829175" y="3186113"/>
              <a:ext cx="22225" cy="73025"/>
            </a:xfrm>
            <a:custGeom>
              <a:avLst/>
              <a:gdLst/>
              <a:ahLst/>
              <a:cxnLst>
                <a:cxn ang="0">
                  <a:pos x="35" y="5"/>
                </a:cxn>
                <a:cxn ang="0">
                  <a:pos x="35" y="5"/>
                </a:cxn>
                <a:cxn ang="0">
                  <a:pos x="32" y="21"/>
                </a:cxn>
                <a:cxn ang="0">
                  <a:pos x="29" y="37"/>
                </a:cxn>
                <a:cxn ang="0">
                  <a:pos x="21" y="68"/>
                </a:cxn>
                <a:cxn ang="0">
                  <a:pos x="21" y="68"/>
                </a:cxn>
                <a:cxn ang="0">
                  <a:pos x="18" y="85"/>
                </a:cxn>
                <a:cxn ang="0">
                  <a:pos x="13" y="100"/>
                </a:cxn>
                <a:cxn ang="0">
                  <a:pos x="2" y="132"/>
                </a:cxn>
                <a:cxn ang="0">
                  <a:pos x="2" y="132"/>
                </a:cxn>
                <a:cxn ang="0">
                  <a:pos x="0" y="134"/>
                </a:cxn>
                <a:cxn ang="0">
                  <a:pos x="2" y="135"/>
                </a:cxn>
                <a:cxn ang="0">
                  <a:pos x="3" y="136"/>
                </a:cxn>
                <a:cxn ang="0">
                  <a:pos x="5" y="137"/>
                </a:cxn>
                <a:cxn ang="0">
                  <a:pos x="8" y="137"/>
                </a:cxn>
                <a:cxn ang="0">
                  <a:pos x="10" y="136"/>
                </a:cxn>
                <a:cxn ang="0">
                  <a:pos x="11" y="134"/>
                </a:cxn>
                <a:cxn ang="0">
                  <a:pos x="11" y="134"/>
                </a:cxn>
                <a:cxn ang="0">
                  <a:pos x="17" y="117"/>
                </a:cxn>
                <a:cxn ang="0">
                  <a:pos x="23" y="99"/>
                </a:cxn>
                <a:cxn ang="0">
                  <a:pos x="28" y="81"/>
                </a:cxn>
                <a:cxn ang="0">
                  <a:pos x="32" y="62"/>
                </a:cxn>
                <a:cxn ang="0">
                  <a:pos x="32" y="62"/>
                </a:cxn>
                <a:cxn ang="0">
                  <a:pos x="40" y="34"/>
                </a:cxn>
                <a:cxn ang="0">
                  <a:pos x="42" y="20"/>
                </a:cxn>
                <a:cxn ang="0">
                  <a:pos x="44" y="5"/>
                </a:cxn>
                <a:cxn ang="0">
                  <a:pos x="44" y="5"/>
                </a:cxn>
                <a:cxn ang="0">
                  <a:pos x="44" y="3"/>
                </a:cxn>
                <a:cxn ang="0">
                  <a:pos x="43" y="2"/>
                </a:cxn>
                <a:cxn ang="0">
                  <a:pos x="41" y="1"/>
                </a:cxn>
                <a:cxn ang="0">
                  <a:pos x="40" y="0"/>
                </a:cxn>
                <a:cxn ang="0">
                  <a:pos x="38" y="1"/>
                </a:cxn>
                <a:cxn ang="0">
                  <a:pos x="36" y="2"/>
                </a:cxn>
                <a:cxn ang="0">
                  <a:pos x="35" y="3"/>
                </a:cxn>
                <a:cxn ang="0">
                  <a:pos x="35" y="5"/>
                </a:cxn>
                <a:cxn ang="0">
                  <a:pos x="35" y="5"/>
                </a:cxn>
              </a:cxnLst>
              <a:rect l="0" t="0" r="r" b="b"/>
              <a:pathLst>
                <a:path w="44" h="137">
                  <a:moveTo>
                    <a:pt x="35" y="5"/>
                  </a:moveTo>
                  <a:lnTo>
                    <a:pt x="35" y="5"/>
                  </a:lnTo>
                  <a:lnTo>
                    <a:pt x="32" y="21"/>
                  </a:lnTo>
                  <a:lnTo>
                    <a:pt x="29" y="37"/>
                  </a:lnTo>
                  <a:lnTo>
                    <a:pt x="21" y="68"/>
                  </a:lnTo>
                  <a:lnTo>
                    <a:pt x="21" y="68"/>
                  </a:lnTo>
                  <a:lnTo>
                    <a:pt x="18" y="85"/>
                  </a:lnTo>
                  <a:lnTo>
                    <a:pt x="13" y="100"/>
                  </a:lnTo>
                  <a:lnTo>
                    <a:pt x="2" y="132"/>
                  </a:lnTo>
                  <a:lnTo>
                    <a:pt x="2" y="132"/>
                  </a:lnTo>
                  <a:lnTo>
                    <a:pt x="0" y="134"/>
                  </a:lnTo>
                  <a:lnTo>
                    <a:pt x="2" y="135"/>
                  </a:lnTo>
                  <a:lnTo>
                    <a:pt x="3" y="136"/>
                  </a:lnTo>
                  <a:lnTo>
                    <a:pt x="5" y="137"/>
                  </a:lnTo>
                  <a:lnTo>
                    <a:pt x="8" y="137"/>
                  </a:lnTo>
                  <a:lnTo>
                    <a:pt x="10" y="136"/>
                  </a:lnTo>
                  <a:lnTo>
                    <a:pt x="11" y="134"/>
                  </a:lnTo>
                  <a:lnTo>
                    <a:pt x="11" y="134"/>
                  </a:lnTo>
                  <a:lnTo>
                    <a:pt x="17" y="117"/>
                  </a:lnTo>
                  <a:lnTo>
                    <a:pt x="23" y="99"/>
                  </a:lnTo>
                  <a:lnTo>
                    <a:pt x="28" y="81"/>
                  </a:lnTo>
                  <a:lnTo>
                    <a:pt x="32" y="62"/>
                  </a:lnTo>
                  <a:lnTo>
                    <a:pt x="32" y="62"/>
                  </a:lnTo>
                  <a:lnTo>
                    <a:pt x="40" y="34"/>
                  </a:lnTo>
                  <a:lnTo>
                    <a:pt x="42" y="20"/>
                  </a:lnTo>
                  <a:lnTo>
                    <a:pt x="44" y="5"/>
                  </a:lnTo>
                  <a:lnTo>
                    <a:pt x="44" y="5"/>
                  </a:lnTo>
                  <a:lnTo>
                    <a:pt x="44" y="3"/>
                  </a:lnTo>
                  <a:lnTo>
                    <a:pt x="43" y="2"/>
                  </a:lnTo>
                  <a:lnTo>
                    <a:pt x="41" y="1"/>
                  </a:lnTo>
                  <a:lnTo>
                    <a:pt x="40" y="0"/>
                  </a:lnTo>
                  <a:lnTo>
                    <a:pt x="38" y="1"/>
                  </a:lnTo>
                  <a:lnTo>
                    <a:pt x="36" y="2"/>
                  </a:lnTo>
                  <a:lnTo>
                    <a:pt x="35" y="3"/>
                  </a:lnTo>
                  <a:lnTo>
                    <a:pt x="35" y="5"/>
                  </a:lnTo>
                  <a:lnTo>
                    <a:pt x="35"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3" name="Freeform 384"/>
            <p:cNvSpPr/>
            <p:nvPr/>
          </p:nvSpPr>
          <p:spPr bwMode="auto">
            <a:xfrm>
              <a:off x="4884738" y="3184525"/>
              <a:ext cx="9525" cy="12700"/>
            </a:xfrm>
            <a:custGeom>
              <a:avLst/>
              <a:gdLst/>
              <a:ahLst/>
              <a:cxnLst>
                <a:cxn ang="0">
                  <a:pos x="10" y="1"/>
                </a:cxn>
                <a:cxn ang="0">
                  <a:pos x="10" y="1"/>
                </a:cxn>
                <a:cxn ang="0">
                  <a:pos x="3" y="9"/>
                </a:cxn>
                <a:cxn ang="0">
                  <a:pos x="1" y="13"/>
                </a:cxn>
                <a:cxn ang="0">
                  <a:pos x="0" y="19"/>
                </a:cxn>
                <a:cxn ang="0">
                  <a:pos x="0" y="19"/>
                </a:cxn>
                <a:cxn ang="0">
                  <a:pos x="0" y="21"/>
                </a:cxn>
                <a:cxn ang="0">
                  <a:pos x="1" y="22"/>
                </a:cxn>
                <a:cxn ang="0">
                  <a:pos x="2" y="23"/>
                </a:cxn>
                <a:cxn ang="0">
                  <a:pos x="4" y="23"/>
                </a:cxn>
                <a:cxn ang="0">
                  <a:pos x="7" y="22"/>
                </a:cxn>
                <a:cxn ang="0">
                  <a:pos x="8" y="21"/>
                </a:cxn>
                <a:cxn ang="0">
                  <a:pos x="9" y="19"/>
                </a:cxn>
                <a:cxn ang="0">
                  <a:pos x="9" y="19"/>
                </a:cxn>
                <a:cxn ang="0">
                  <a:pos x="10" y="15"/>
                </a:cxn>
                <a:cxn ang="0">
                  <a:pos x="12" y="12"/>
                </a:cxn>
                <a:cxn ang="0">
                  <a:pos x="17" y="8"/>
                </a:cxn>
                <a:cxn ang="0">
                  <a:pos x="17" y="8"/>
                </a:cxn>
                <a:cxn ang="0">
                  <a:pos x="18" y="6"/>
                </a:cxn>
                <a:cxn ang="0">
                  <a:pos x="18" y="4"/>
                </a:cxn>
                <a:cxn ang="0">
                  <a:pos x="17" y="3"/>
                </a:cxn>
                <a:cxn ang="0">
                  <a:pos x="16" y="1"/>
                </a:cxn>
                <a:cxn ang="0">
                  <a:pos x="15" y="0"/>
                </a:cxn>
                <a:cxn ang="0">
                  <a:pos x="13" y="0"/>
                </a:cxn>
                <a:cxn ang="0">
                  <a:pos x="12" y="0"/>
                </a:cxn>
                <a:cxn ang="0">
                  <a:pos x="10" y="1"/>
                </a:cxn>
                <a:cxn ang="0">
                  <a:pos x="10" y="1"/>
                </a:cxn>
              </a:cxnLst>
              <a:rect l="0" t="0" r="r" b="b"/>
              <a:pathLst>
                <a:path w="18" h="23">
                  <a:moveTo>
                    <a:pt x="10" y="1"/>
                  </a:moveTo>
                  <a:lnTo>
                    <a:pt x="10" y="1"/>
                  </a:lnTo>
                  <a:lnTo>
                    <a:pt x="3" y="9"/>
                  </a:lnTo>
                  <a:lnTo>
                    <a:pt x="1" y="13"/>
                  </a:lnTo>
                  <a:lnTo>
                    <a:pt x="0" y="19"/>
                  </a:lnTo>
                  <a:lnTo>
                    <a:pt x="0" y="19"/>
                  </a:lnTo>
                  <a:lnTo>
                    <a:pt x="0" y="21"/>
                  </a:lnTo>
                  <a:lnTo>
                    <a:pt x="1" y="22"/>
                  </a:lnTo>
                  <a:lnTo>
                    <a:pt x="2" y="23"/>
                  </a:lnTo>
                  <a:lnTo>
                    <a:pt x="4" y="23"/>
                  </a:lnTo>
                  <a:lnTo>
                    <a:pt x="7" y="22"/>
                  </a:lnTo>
                  <a:lnTo>
                    <a:pt x="8" y="21"/>
                  </a:lnTo>
                  <a:lnTo>
                    <a:pt x="9" y="19"/>
                  </a:lnTo>
                  <a:lnTo>
                    <a:pt x="9" y="19"/>
                  </a:lnTo>
                  <a:lnTo>
                    <a:pt x="10" y="15"/>
                  </a:lnTo>
                  <a:lnTo>
                    <a:pt x="12" y="12"/>
                  </a:lnTo>
                  <a:lnTo>
                    <a:pt x="17" y="8"/>
                  </a:lnTo>
                  <a:lnTo>
                    <a:pt x="17" y="8"/>
                  </a:lnTo>
                  <a:lnTo>
                    <a:pt x="18" y="6"/>
                  </a:lnTo>
                  <a:lnTo>
                    <a:pt x="18" y="4"/>
                  </a:lnTo>
                  <a:lnTo>
                    <a:pt x="17" y="3"/>
                  </a:lnTo>
                  <a:lnTo>
                    <a:pt x="16" y="1"/>
                  </a:lnTo>
                  <a:lnTo>
                    <a:pt x="15" y="0"/>
                  </a:lnTo>
                  <a:lnTo>
                    <a:pt x="13" y="0"/>
                  </a:lnTo>
                  <a:lnTo>
                    <a:pt x="12" y="0"/>
                  </a:lnTo>
                  <a:lnTo>
                    <a:pt x="10" y="1"/>
                  </a:lnTo>
                  <a:lnTo>
                    <a:pt x="1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4" name="Freeform 385"/>
            <p:cNvSpPr/>
            <p:nvPr/>
          </p:nvSpPr>
          <p:spPr bwMode="auto">
            <a:xfrm>
              <a:off x="4586288" y="3460750"/>
              <a:ext cx="165100" cy="39688"/>
            </a:xfrm>
            <a:custGeom>
              <a:avLst/>
              <a:gdLst/>
              <a:ahLst/>
              <a:cxnLst>
                <a:cxn ang="0">
                  <a:pos x="306" y="66"/>
                </a:cxn>
                <a:cxn ang="0">
                  <a:pos x="306" y="66"/>
                </a:cxn>
                <a:cxn ang="0">
                  <a:pos x="297" y="67"/>
                </a:cxn>
                <a:cxn ang="0">
                  <a:pos x="288" y="66"/>
                </a:cxn>
                <a:cxn ang="0">
                  <a:pos x="279" y="63"/>
                </a:cxn>
                <a:cxn ang="0">
                  <a:pos x="268" y="59"/>
                </a:cxn>
                <a:cxn ang="0">
                  <a:pos x="249" y="51"/>
                </a:cxn>
                <a:cxn ang="0">
                  <a:pos x="232" y="45"/>
                </a:cxn>
                <a:cxn ang="0">
                  <a:pos x="232" y="45"/>
                </a:cxn>
                <a:cxn ang="0">
                  <a:pos x="194" y="35"/>
                </a:cxn>
                <a:cxn ang="0">
                  <a:pos x="157" y="24"/>
                </a:cxn>
                <a:cxn ang="0">
                  <a:pos x="157" y="24"/>
                </a:cxn>
                <a:cxn ang="0">
                  <a:pos x="139" y="20"/>
                </a:cxn>
                <a:cxn ang="0">
                  <a:pos x="121" y="17"/>
                </a:cxn>
                <a:cxn ang="0">
                  <a:pos x="102" y="14"/>
                </a:cxn>
                <a:cxn ang="0">
                  <a:pos x="85" y="11"/>
                </a:cxn>
                <a:cxn ang="0">
                  <a:pos x="85" y="11"/>
                </a:cxn>
                <a:cxn ang="0">
                  <a:pos x="64" y="7"/>
                </a:cxn>
                <a:cxn ang="0">
                  <a:pos x="44" y="3"/>
                </a:cxn>
                <a:cxn ang="0">
                  <a:pos x="25" y="1"/>
                </a:cxn>
                <a:cxn ang="0">
                  <a:pos x="4" y="0"/>
                </a:cxn>
                <a:cxn ang="0">
                  <a:pos x="4" y="0"/>
                </a:cxn>
                <a:cxn ang="0">
                  <a:pos x="2" y="0"/>
                </a:cxn>
                <a:cxn ang="0">
                  <a:pos x="1" y="1"/>
                </a:cxn>
                <a:cxn ang="0">
                  <a:pos x="0" y="2"/>
                </a:cxn>
                <a:cxn ang="0">
                  <a:pos x="0" y="4"/>
                </a:cxn>
                <a:cxn ang="0">
                  <a:pos x="0" y="6"/>
                </a:cxn>
                <a:cxn ang="0">
                  <a:pos x="1" y="7"/>
                </a:cxn>
                <a:cxn ang="0">
                  <a:pos x="2" y="8"/>
                </a:cxn>
                <a:cxn ang="0">
                  <a:pos x="4" y="9"/>
                </a:cxn>
                <a:cxn ang="0">
                  <a:pos x="4" y="9"/>
                </a:cxn>
                <a:cxn ang="0">
                  <a:pos x="26" y="10"/>
                </a:cxn>
                <a:cxn ang="0">
                  <a:pos x="47" y="13"/>
                </a:cxn>
                <a:cxn ang="0">
                  <a:pos x="68" y="17"/>
                </a:cxn>
                <a:cxn ang="0">
                  <a:pos x="90" y="21"/>
                </a:cxn>
                <a:cxn ang="0">
                  <a:pos x="90" y="21"/>
                </a:cxn>
                <a:cxn ang="0">
                  <a:pos x="109" y="25"/>
                </a:cxn>
                <a:cxn ang="0">
                  <a:pos x="130" y="30"/>
                </a:cxn>
                <a:cxn ang="0">
                  <a:pos x="151" y="34"/>
                </a:cxn>
                <a:cxn ang="0">
                  <a:pos x="170" y="39"/>
                </a:cxn>
                <a:cxn ang="0">
                  <a:pos x="170" y="39"/>
                </a:cxn>
                <a:cxn ang="0">
                  <a:pos x="191" y="45"/>
                </a:cxn>
                <a:cxn ang="0">
                  <a:pos x="213" y="50"/>
                </a:cxn>
                <a:cxn ang="0">
                  <a:pos x="234" y="56"/>
                </a:cxn>
                <a:cxn ang="0">
                  <a:pos x="255" y="63"/>
                </a:cxn>
                <a:cxn ang="0">
                  <a:pos x="255" y="63"/>
                </a:cxn>
                <a:cxn ang="0">
                  <a:pos x="281" y="73"/>
                </a:cxn>
                <a:cxn ang="0">
                  <a:pos x="288" y="74"/>
                </a:cxn>
                <a:cxn ang="0">
                  <a:pos x="294" y="75"/>
                </a:cxn>
                <a:cxn ang="0">
                  <a:pos x="301" y="76"/>
                </a:cxn>
                <a:cxn ang="0">
                  <a:pos x="309" y="75"/>
                </a:cxn>
                <a:cxn ang="0">
                  <a:pos x="309" y="75"/>
                </a:cxn>
                <a:cxn ang="0">
                  <a:pos x="311" y="74"/>
                </a:cxn>
                <a:cxn ang="0">
                  <a:pos x="312" y="73"/>
                </a:cxn>
                <a:cxn ang="0">
                  <a:pos x="312" y="71"/>
                </a:cxn>
                <a:cxn ang="0">
                  <a:pos x="312" y="70"/>
                </a:cxn>
                <a:cxn ang="0">
                  <a:pos x="310" y="67"/>
                </a:cxn>
                <a:cxn ang="0">
                  <a:pos x="308" y="66"/>
                </a:cxn>
                <a:cxn ang="0">
                  <a:pos x="306" y="66"/>
                </a:cxn>
                <a:cxn ang="0">
                  <a:pos x="306" y="66"/>
                </a:cxn>
              </a:cxnLst>
              <a:rect l="0" t="0" r="r" b="b"/>
              <a:pathLst>
                <a:path w="312" h="76">
                  <a:moveTo>
                    <a:pt x="306" y="66"/>
                  </a:moveTo>
                  <a:lnTo>
                    <a:pt x="306" y="66"/>
                  </a:lnTo>
                  <a:lnTo>
                    <a:pt x="297" y="67"/>
                  </a:lnTo>
                  <a:lnTo>
                    <a:pt x="288" y="66"/>
                  </a:lnTo>
                  <a:lnTo>
                    <a:pt x="279" y="63"/>
                  </a:lnTo>
                  <a:lnTo>
                    <a:pt x="268" y="59"/>
                  </a:lnTo>
                  <a:lnTo>
                    <a:pt x="249" y="51"/>
                  </a:lnTo>
                  <a:lnTo>
                    <a:pt x="232" y="45"/>
                  </a:lnTo>
                  <a:lnTo>
                    <a:pt x="232" y="45"/>
                  </a:lnTo>
                  <a:lnTo>
                    <a:pt x="194" y="35"/>
                  </a:lnTo>
                  <a:lnTo>
                    <a:pt x="157" y="24"/>
                  </a:lnTo>
                  <a:lnTo>
                    <a:pt x="157" y="24"/>
                  </a:lnTo>
                  <a:lnTo>
                    <a:pt x="139" y="20"/>
                  </a:lnTo>
                  <a:lnTo>
                    <a:pt x="121" y="17"/>
                  </a:lnTo>
                  <a:lnTo>
                    <a:pt x="102" y="14"/>
                  </a:lnTo>
                  <a:lnTo>
                    <a:pt x="85" y="11"/>
                  </a:lnTo>
                  <a:lnTo>
                    <a:pt x="85" y="11"/>
                  </a:lnTo>
                  <a:lnTo>
                    <a:pt x="64" y="7"/>
                  </a:lnTo>
                  <a:lnTo>
                    <a:pt x="44" y="3"/>
                  </a:lnTo>
                  <a:lnTo>
                    <a:pt x="25" y="1"/>
                  </a:lnTo>
                  <a:lnTo>
                    <a:pt x="4" y="0"/>
                  </a:lnTo>
                  <a:lnTo>
                    <a:pt x="4" y="0"/>
                  </a:lnTo>
                  <a:lnTo>
                    <a:pt x="2" y="0"/>
                  </a:lnTo>
                  <a:lnTo>
                    <a:pt x="1" y="1"/>
                  </a:lnTo>
                  <a:lnTo>
                    <a:pt x="0" y="2"/>
                  </a:lnTo>
                  <a:lnTo>
                    <a:pt x="0" y="4"/>
                  </a:lnTo>
                  <a:lnTo>
                    <a:pt x="0" y="6"/>
                  </a:lnTo>
                  <a:lnTo>
                    <a:pt x="1" y="7"/>
                  </a:lnTo>
                  <a:lnTo>
                    <a:pt x="2" y="8"/>
                  </a:lnTo>
                  <a:lnTo>
                    <a:pt x="4" y="9"/>
                  </a:lnTo>
                  <a:lnTo>
                    <a:pt x="4" y="9"/>
                  </a:lnTo>
                  <a:lnTo>
                    <a:pt x="26" y="10"/>
                  </a:lnTo>
                  <a:lnTo>
                    <a:pt x="47" y="13"/>
                  </a:lnTo>
                  <a:lnTo>
                    <a:pt x="68" y="17"/>
                  </a:lnTo>
                  <a:lnTo>
                    <a:pt x="90" y="21"/>
                  </a:lnTo>
                  <a:lnTo>
                    <a:pt x="90" y="21"/>
                  </a:lnTo>
                  <a:lnTo>
                    <a:pt x="109" y="25"/>
                  </a:lnTo>
                  <a:lnTo>
                    <a:pt x="130" y="30"/>
                  </a:lnTo>
                  <a:lnTo>
                    <a:pt x="151" y="34"/>
                  </a:lnTo>
                  <a:lnTo>
                    <a:pt x="170" y="39"/>
                  </a:lnTo>
                  <a:lnTo>
                    <a:pt x="170" y="39"/>
                  </a:lnTo>
                  <a:lnTo>
                    <a:pt x="191" y="45"/>
                  </a:lnTo>
                  <a:lnTo>
                    <a:pt x="213" y="50"/>
                  </a:lnTo>
                  <a:lnTo>
                    <a:pt x="234" y="56"/>
                  </a:lnTo>
                  <a:lnTo>
                    <a:pt x="255" y="63"/>
                  </a:lnTo>
                  <a:lnTo>
                    <a:pt x="255" y="63"/>
                  </a:lnTo>
                  <a:lnTo>
                    <a:pt x="281" y="73"/>
                  </a:lnTo>
                  <a:lnTo>
                    <a:pt x="288" y="74"/>
                  </a:lnTo>
                  <a:lnTo>
                    <a:pt x="294" y="75"/>
                  </a:lnTo>
                  <a:lnTo>
                    <a:pt x="301" y="76"/>
                  </a:lnTo>
                  <a:lnTo>
                    <a:pt x="309" y="75"/>
                  </a:lnTo>
                  <a:lnTo>
                    <a:pt x="309" y="75"/>
                  </a:lnTo>
                  <a:lnTo>
                    <a:pt x="311" y="74"/>
                  </a:lnTo>
                  <a:lnTo>
                    <a:pt x="312" y="73"/>
                  </a:lnTo>
                  <a:lnTo>
                    <a:pt x="312" y="71"/>
                  </a:lnTo>
                  <a:lnTo>
                    <a:pt x="312" y="70"/>
                  </a:lnTo>
                  <a:lnTo>
                    <a:pt x="310" y="67"/>
                  </a:lnTo>
                  <a:lnTo>
                    <a:pt x="308" y="66"/>
                  </a:lnTo>
                  <a:lnTo>
                    <a:pt x="306" y="66"/>
                  </a:lnTo>
                  <a:lnTo>
                    <a:pt x="306" y="6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5" name="Freeform 386"/>
            <p:cNvSpPr/>
            <p:nvPr/>
          </p:nvSpPr>
          <p:spPr bwMode="auto">
            <a:xfrm>
              <a:off x="4660900" y="3400425"/>
              <a:ext cx="171450" cy="47625"/>
            </a:xfrm>
            <a:custGeom>
              <a:avLst/>
              <a:gdLst/>
              <a:ahLst/>
              <a:cxnLst>
                <a:cxn ang="0">
                  <a:pos x="319" y="80"/>
                </a:cxn>
                <a:cxn ang="0">
                  <a:pos x="319" y="80"/>
                </a:cxn>
                <a:cxn ang="0">
                  <a:pos x="278" y="76"/>
                </a:cxn>
                <a:cxn ang="0">
                  <a:pos x="239" y="71"/>
                </a:cxn>
                <a:cxn ang="0">
                  <a:pos x="199" y="63"/>
                </a:cxn>
                <a:cxn ang="0">
                  <a:pos x="160" y="54"/>
                </a:cxn>
                <a:cxn ang="0">
                  <a:pos x="160" y="54"/>
                </a:cxn>
                <a:cxn ang="0">
                  <a:pos x="121" y="42"/>
                </a:cxn>
                <a:cxn ang="0">
                  <a:pos x="83" y="31"/>
                </a:cxn>
                <a:cxn ang="0">
                  <a:pos x="63" y="25"/>
                </a:cxn>
                <a:cxn ang="0">
                  <a:pos x="45" y="19"/>
                </a:cxn>
                <a:cxn ang="0">
                  <a:pos x="26" y="10"/>
                </a:cxn>
                <a:cxn ang="0">
                  <a:pos x="8" y="1"/>
                </a:cxn>
                <a:cxn ang="0">
                  <a:pos x="8" y="1"/>
                </a:cxn>
                <a:cxn ang="0">
                  <a:pos x="6" y="0"/>
                </a:cxn>
                <a:cxn ang="0">
                  <a:pos x="3" y="1"/>
                </a:cxn>
                <a:cxn ang="0">
                  <a:pos x="2" y="2"/>
                </a:cxn>
                <a:cxn ang="0">
                  <a:pos x="1" y="3"/>
                </a:cxn>
                <a:cxn ang="0">
                  <a:pos x="0" y="5"/>
                </a:cxn>
                <a:cxn ang="0">
                  <a:pos x="0" y="6"/>
                </a:cxn>
                <a:cxn ang="0">
                  <a:pos x="1" y="8"/>
                </a:cxn>
                <a:cxn ang="0">
                  <a:pos x="2" y="9"/>
                </a:cxn>
                <a:cxn ang="0">
                  <a:pos x="2" y="9"/>
                </a:cxn>
                <a:cxn ang="0">
                  <a:pos x="21" y="19"/>
                </a:cxn>
                <a:cxn ang="0">
                  <a:pos x="41" y="27"/>
                </a:cxn>
                <a:cxn ang="0">
                  <a:pos x="59" y="33"/>
                </a:cxn>
                <a:cxn ang="0">
                  <a:pos x="79" y="39"/>
                </a:cxn>
                <a:cxn ang="0">
                  <a:pos x="118" y="51"/>
                </a:cxn>
                <a:cxn ang="0">
                  <a:pos x="157" y="62"/>
                </a:cxn>
                <a:cxn ang="0">
                  <a:pos x="157" y="62"/>
                </a:cxn>
                <a:cxn ang="0">
                  <a:pos x="177" y="68"/>
                </a:cxn>
                <a:cxn ang="0">
                  <a:pos x="197" y="72"/>
                </a:cxn>
                <a:cxn ang="0">
                  <a:pos x="217" y="77"/>
                </a:cxn>
                <a:cxn ang="0">
                  <a:pos x="237" y="80"/>
                </a:cxn>
                <a:cxn ang="0">
                  <a:pos x="277" y="87"/>
                </a:cxn>
                <a:cxn ang="0">
                  <a:pos x="319" y="91"/>
                </a:cxn>
                <a:cxn ang="0">
                  <a:pos x="319" y="91"/>
                </a:cxn>
                <a:cxn ang="0">
                  <a:pos x="321" y="90"/>
                </a:cxn>
                <a:cxn ang="0">
                  <a:pos x="322" y="90"/>
                </a:cxn>
                <a:cxn ang="0">
                  <a:pos x="323" y="88"/>
                </a:cxn>
                <a:cxn ang="0">
                  <a:pos x="323" y="86"/>
                </a:cxn>
                <a:cxn ang="0">
                  <a:pos x="322" y="83"/>
                </a:cxn>
                <a:cxn ang="0">
                  <a:pos x="321" y="82"/>
                </a:cxn>
                <a:cxn ang="0">
                  <a:pos x="319" y="80"/>
                </a:cxn>
                <a:cxn ang="0">
                  <a:pos x="319" y="80"/>
                </a:cxn>
              </a:cxnLst>
              <a:rect l="0" t="0" r="r" b="b"/>
              <a:pathLst>
                <a:path w="323" h="91">
                  <a:moveTo>
                    <a:pt x="319" y="80"/>
                  </a:moveTo>
                  <a:lnTo>
                    <a:pt x="319" y="80"/>
                  </a:lnTo>
                  <a:lnTo>
                    <a:pt x="278" y="76"/>
                  </a:lnTo>
                  <a:lnTo>
                    <a:pt x="239" y="71"/>
                  </a:lnTo>
                  <a:lnTo>
                    <a:pt x="199" y="63"/>
                  </a:lnTo>
                  <a:lnTo>
                    <a:pt x="160" y="54"/>
                  </a:lnTo>
                  <a:lnTo>
                    <a:pt x="160" y="54"/>
                  </a:lnTo>
                  <a:lnTo>
                    <a:pt x="121" y="42"/>
                  </a:lnTo>
                  <a:lnTo>
                    <a:pt x="83" y="31"/>
                  </a:lnTo>
                  <a:lnTo>
                    <a:pt x="63" y="25"/>
                  </a:lnTo>
                  <a:lnTo>
                    <a:pt x="45" y="19"/>
                  </a:lnTo>
                  <a:lnTo>
                    <a:pt x="26" y="10"/>
                  </a:lnTo>
                  <a:lnTo>
                    <a:pt x="8" y="1"/>
                  </a:lnTo>
                  <a:lnTo>
                    <a:pt x="8" y="1"/>
                  </a:lnTo>
                  <a:lnTo>
                    <a:pt x="6" y="0"/>
                  </a:lnTo>
                  <a:lnTo>
                    <a:pt x="3" y="1"/>
                  </a:lnTo>
                  <a:lnTo>
                    <a:pt x="2" y="2"/>
                  </a:lnTo>
                  <a:lnTo>
                    <a:pt x="1" y="3"/>
                  </a:lnTo>
                  <a:lnTo>
                    <a:pt x="0" y="5"/>
                  </a:lnTo>
                  <a:lnTo>
                    <a:pt x="0" y="6"/>
                  </a:lnTo>
                  <a:lnTo>
                    <a:pt x="1" y="8"/>
                  </a:lnTo>
                  <a:lnTo>
                    <a:pt x="2" y="9"/>
                  </a:lnTo>
                  <a:lnTo>
                    <a:pt x="2" y="9"/>
                  </a:lnTo>
                  <a:lnTo>
                    <a:pt x="21" y="19"/>
                  </a:lnTo>
                  <a:lnTo>
                    <a:pt x="41" y="27"/>
                  </a:lnTo>
                  <a:lnTo>
                    <a:pt x="59" y="33"/>
                  </a:lnTo>
                  <a:lnTo>
                    <a:pt x="79" y="39"/>
                  </a:lnTo>
                  <a:lnTo>
                    <a:pt x="118" y="51"/>
                  </a:lnTo>
                  <a:lnTo>
                    <a:pt x="157" y="62"/>
                  </a:lnTo>
                  <a:lnTo>
                    <a:pt x="157" y="62"/>
                  </a:lnTo>
                  <a:lnTo>
                    <a:pt x="177" y="68"/>
                  </a:lnTo>
                  <a:lnTo>
                    <a:pt x="197" y="72"/>
                  </a:lnTo>
                  <a:lnTo>
                    <a:pt x="217" y="77"/>
                  </a:lnTo>
                  <a:lnTo>
                    <a:pt x="237" y="80"/>
                  </a:lnTo>
                  <a:lnTo>
                    <a:pt x="277" y="87"/>
                  </a:lnTo>
                  <a:lnTo>
                    <a:pt x="319" y="91"/>
                  </a:lnTo>
                  <a:lnTo>
                    <a:pt x="319" y="91"/>
                  </a:lnTo>
                  <a:lnTo>
                    <a:pt x="321" y="90"/>
                  </a:lnTo>
                  <a:lnTo>
                    <a:pt x="322" y="90"/>
                  </a:lnTo>
                  <a:lnTo>
                    <a:pt x="323" y="88"/>
                  </a:lnTo>
                  <a:lnTo>
                    <a:pt x="323" y="86"/>
                  </a:lnTo>
                  <a:lnTo>
                    <a:pt x="322" y="83"/>
                  </a:lnTo>
                  <a:lnTo>
                    <a:pt x="321" y="82"/>
                  </a:lnTo>
                  <a:lnTo>
                    <a:pt x="319" y="80"/>
                  </a:lnTo>
                  <a:lnTo>
                    <a:pt x="319" y="8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6" name="Freeform 387"/>
            <p:cNvSpPr/>
            <p:nvPr/>
          </p:nvSpPr>
          <p:spPr bwMode="auto">
            <a:xfrm>
              <a:off x="4708525" y="3362325"/>
              <a:ext cx="158750" cy="50800"/>
            </a:xfrm>
            <a:custGeom>
              <a:avLst/>
              <a:gdLst/>
              <a:ahLst/>
              <a:cxnLst>
                <a:cxn ang="0">
                  <a:pos x="294" y="84"/>
                </a:cxn>
                <a:cxn ang="0">
                  <a:pos x="294" y="84"/>
                </a:cxn>
                <a:cxn ang="0">
                  <a:pos x="290" y="85"/>
                </a:cxn>
                <a:cxn ang="0">
                  <a:pos x="287" y="85"/>
                </a:cxn>
                <a:cxn ang="0">
                  <a:pos x="282" y="83"/>
                </a:cxn>
                <a:cxn ang="0">
                  <a:pos x="278" y="79"/>
                </a:cxn>
                <a:cxn ang="0">
                  <a:pos x="273" y="76"/>
                </a:cxn>
                <a:cxn ang="0">
                  <a:pos x="273" y="76"/>
                </a:cxn>
                <a:cxn ang="0">
                  <a:pos x="266" y="72"/>
                </a:cxn>
                <a:cxn ang="0">
                  <a:pos x="257" y="69"/>
                </a:cxn>
                <a:cxn ang="0">
                  <a:pos x="240" y="63"/>
                </a:cxn>
                <a:cxn ang="0">
                  <a:pos x="240" y="63"/>
                </a:cxn>
                <a:cxn ang="0">
                  <a:pos x="222" y="58"/>
                </a:cxn>
                <a:cxn ang="0">
                  <a:pos x="205" y="52"/>
                </a:cxn>
                <a:cxn ang="0">
                  <a:pos x="169" y="45"/>
                </a:cxn>
                <a:cxn ang="0">
                  <a:pos x="169" y="45"/>
                </a:cxn>
                <a:cxn ang="0">
                  <a:pos x="128" y="36"/>
                </a:cxn>
                <a:cxn ang="0">
                  <a:pos x="87" y="25"/>
                </a:cxn>
                <a:cxn ang="0">
                  <a:pos x="67" y="20"/>
                </a:cxn>
                <a:cxn ang="0">
                  <a:pos x="47" y="14"/>
                </a:cxn>
                <a:cxn ang="0">
                  <a:pos x="27" y="8"/>
                </a:cxn>
                <a:cxn ang="0">
                  <a:pos x="7" y="0"/>
                </a:cxn>
                <a:cxn ang="0">
                  <a:pos x="7" y="0"/>
                </a:cxn>
                <a:cxn ang="0">
                  <a:pos x="5" y="0"/>
                </a:cxn>
                <a:cxn ang="0">
                  <a:pos x="3" y="0"/>
                </a:cxn>
                <a:cxn ang="0">
                  <a:pos x="1" y="2"/>
                </a:cxn>
                <a:cxn ang="0">
                  <a:pos x="0" y="4"/>
                </a:cxn>
                <a:cxn ang="0">
                  <a:pos x="0" y="6"/>
                </a:cxn>
                <a:cxn ang="0">
                  <a:pos x="1" y="7"/>
                </a:cxn>
                <a:cxn ang="0">
                  <a:pos x="3" y="8"/>
                </a:cxn>
                <a:cxn ang="0">
                  <a:pos x="3" y="8"/>
                </a:cxn>
                <a:cxn ang="0">
                  <a:pos x="23" y="16"/>
                </a:cxn>
                <a:cxn ang="0">
                  <a:pos x="43" y="23"/>
                </a:cxn>
                <a:cxn ang="0">
                  <a:pos x="63" y="30"/>
                </a:cxn>
                <a:cxn ang="0">
                  <a:pos x="84" y="35"/>
                </a:cxn>
                <a:cxn ang="0">
                  <a:pos x="125" y="44"/>
                </a:cxn>
                <a:cxn ang="0">
                  <a:pos x="167" y="54"/>
                </a:cxn>
                <a:cxn ang="0">
                  <a:pos x="167" y="54"/>
                </a:cxn>
                <a:cxn ang="0">
                  <a:pos x="210" y="65"/>
                </a:cxn>
                <a:cxn ang="0">
                  <a:pos x="232" y="70"/>
                </a:cxn>
                <a:cxn ang="0">
                  <a:pos x="253" y="78"/>
                </a:cxn>
                <a:cxn ang="0">
                  <a:pos x="253" y="78"/>
                </a:cxn>
                <a:cxn ang="0">
                  <a:pos x="263" y="83"/>
                </a:cxn>
                <a:cxn ang="0">
                  <a:pos x="274" y="90"/>
                </a:cxn>
                <a:cxn ang="0">
                  <a:pos x="279" y="93"/>
                </a:cxn>
                <a:cxn ang="0">
                  <a:pos x="285" y="95"/>
                </a:cxn>
                <a:cxn ang="0">
                  <a:pos x="290" y="95"/>
                </a:cxn>
                <a:cxn ang="0">
                  <a:pos x="296" y="94"/>
                </a:cxn>
                <a:cxn ang="0">
                  <a:pos x="296" y="94"/>
                </a:cxn>
                <a:cxn ang="0">
                  <a:pos x="298" y="93"/>
                </a:cxn>
                <a:cxn ang="0">
                  <a:pos x="299" y="92"/>
                </a:cxn>
                <a:cxn ang="0">
                  <a:pos x="299" y="87"/>
                </a:cxn>
                <a:cxn ang="0">
                  <a:pos x="298" y="86"/>
                </a:cxn>
                <a:cxn ang="0">
                  <a:pos x="297" y="84"/>
                </a:cxn>
                <a:cxn ang="0">
                  <a:pos x="296" y="84"/>
                </a:cxn>
                <a:cxn ang="0">
                  <a:pos x="294" y="84"/>
                </a:cxn>
                <a:cxn ang="0">
                  <a:pos x="294" y="84"/>
                </a:cxn>
              </a:cxnLst>
              <a:rect l="0" t="0" r="r" b="b"/>
              <a:pathLst>
                <a:path w="299" h="95">
                  <a:moveTo>
                    <a:pt x="294" y="84"/>
                  </a:moveTo>
                  <a:lnTo>
                    <a:pt x="294" y="84"/>
                  </a:lnTo>
                  <a:lnTo>
                    <a:pt x="290" y="85"/>
                  </a:lnTo>
                  <a:lnTo>
                    <a:pt x="287" y="85"/>
                  </a:lnTo>
                  <a:lnTo>
                    <a:pt x="282" y="83"/>
                  </a:lnTo>
                  <a:lnTo>
                    <a:pt x="278" y="79"/>
                  </a:lnTo>
                  <a:lnTo>
                    <a:pt x="273" y="76"/>
                  </a:lnTo>
                  <a:lnTo>
                    <a:pt x="273" y="76"/>
                  </a:lnTo>
                  <a:lnTo>
                    <a:pt x="266" y="72"/>
                  </a:lnTo>
                  <a:lnTo>
                    <a:pt x="257" y="69"/>
                  </a:lnTo>
                  <a:lnTo>
                    <a:pt x="240" y="63"/>
                  </a:lnTo>
                  <a:lnTo>
                    <a:pt x="240" y="63"/>
                  </a:lnTo>
                  <a:lnTo>
                    <a:pt x="222" y="58"/>
                  </a:lnTo>
                  <a:lnTo>
                    <a:pt x="205" y="52"/>
                  </a:lnTo>
                  <a:lnTo>
                    <a:pt x="169" y="45"/>
                  </a:lnTo>
                  <a:lnTo>
                    <a:pt x="169" y="45"/>
                  </a:lnTo>
                  <a:lnTo>
                    <a:pt x="128" y="36"/>
                  </a:lnTo>
                  <a:lnTo>
                    <a:pt x="87" y="25"/>
                  </a:lnTo>
                  <a:lnTo>
                    <a:pt x="67" y="20"/>
                  </a:lnTo>
                  <a:lnTo>
                    <a:pt x="47" y="14"/>
                  </a:lnTo>
                  <a:lnTo>
                    <a:pt x="27" y="8"/>
                  </a:lnTo>
                  <a:lnTo>
                    <a:pt x="7" y="0"/>
                  </a:lnTo>
                  <a:lnTo>
                    <a:pt x="7" y="0"/>
                  </a:lnTo>
                  <a:lnTo>
                    <a:pt x="5" y="0"/>
                  </a:lnTo>
                  <a:lnTo>
                    <a:pt x="3" y="0"/>
                  </a:lnTo>
                  <a:lnTo>
                    <a:pt x="1" y="2"/>
                  </a:lnTo>
                  <a:lnTo>
                    <a:pt x="0" y="4"/>
                  </a:lnTo>
                  <a:lnTo>
                    <a:pt x="0" y="6"/>
                  </a:lnTo>
                  <a:lnTo>
                    <a:pt x="1" y="7"/>
                  </a:lnTo>
                  <a:lnTo>
                    <a:pt x="3" y="8"/>
                  </a:lnTo>
                  <a:lnTo>
                    <a:pt x="3" y="8"/>
                  </a:lnTo>
                  <a:lnTo>
                    <a:pt x="23" y="16"/>
                  </a:lnTo>
                  <a:lnTo>
                    <a:pt x="43" y="23"/>
                  </a:lnTo>
                  <a:lnTo>
                    <a:pt x="63" y="30"/>
                  </a:lnTo>
                  <a:lnTo>
                    <a:pt x="84" y="35"/>
                  </a:lnTo>
                  <a:lnTo>
                    <a:pt x="125" y="44"/>
                  </a:lnTo>
                  <a:lnTo>
                    <a:pt x="167" y="54"/>
                  </a:lnTo>
                  <a:lnTo>
                    <a:pt x="167" y="54"/>
                  </a:lnTo>
                  <a:lnTo>
                    <a:pt x="210" y="65"/>
                  </a:lnTo>
                  <a:lnTo>
                    <a:pt x="232" y="70"/>
                  </a:lnTo>
                  <a:lnTo>
                    <a:pt x="253" y="78"/>
                  </a:lnTo>
                  <a:lnTo>
                    <a:pt x="253" y="78"/>
                  </a:lnTo>
                  <a:lnTo>
                    <a:pt x="263" y="83"/>
                  </a:lnTo>
                  <a:lnTo>
                    <a:pt x="274" y="90"/>
                  </a:lnTo>
                  <a:lnTo>
                    <a:pt x="279" y="93"/>
                  </a:lnTo>
                  <a:lnTo>
                    <a:pt x="285" y="95"/>
                  </a:lnTo>
                  <a:lnTo>
                    <a:pt x="290" y="95"/>
                  </a:lnTo>
                  <a:lnTo>
                    <a:pt x="296" y="94"/>
                  </a:lnTo>
                  <a:lnTo>
                    <a:pt x="296" y="94"/>
                  </a:lnTo>
                  <a:lnTo>
                    <a:pt x="298" y="93"/>
                  </a:lnTo>
                  <a:lnTo>
                    <a:pt x="299" y="92"/>
                  </a:lnTo>
                  <a:lnTo>
                    <a:pt x="299" y="87"/>
                  </a:lnTo>
                  <a:lnTo>
                    <a:pt x="298" y="86"/>
                  </a:lnTo>
                  <a:lnTo>
                    <a:pt x="297" y="84"/>
                  </a:lnTo>
                  <a:lnTo>
                    <a:pt x="296" y="84"/>
                  </a:lnTo>
                  <a:lnTo>
                    <a:pt x="294" y="84"/>
                  </a:lnTo>
                  <a:lnTo>
                    <a:pt x="294" y="8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7" name="Freeform 388"/>
            <p:cNvSpPr/>
            <p:nvPr/>
          </p:nvSpPr>
          <p:spPr bwMode="auto">
            <a:xfrm>
              <a:off x="4737100" y="3335338"/>
              <a:ext cx="131763" cy="30163"/>
            </a:xfrm>
            <a:custGeom>
              <a:avLst/>
              <a:gdLst/>
              <a:ahLst/>
              <a:cxnLst>
                <a:cxn ang="0">
                  <a:pos x="246" y="48"/>
                </a:cxn>
                <a:cxn ang="0">
                  <a:pos x="214" y="44"/>
                </a:cxn>
                <a:cxn ang="0">
                  <a:pos x="148" y="32"/>
                </a:cxn>
                <a:cxn ang="0">
                  <a:pos x="116" y="25"/>
                </a:cxn>
                <a:cxn ang="0">
                  <a:pos x="88" y="20"/>
                </a:cxn>
                <a:cxn ang="0">
                  <a:pos x="60" y="18"/>
                </a:cxn>
                <a:cxn ang="0">
                  <a:pos x="36" y="12"/>
                </a:cxn>
                <a:cxn ang="0">
                  <a:pos x="13" y="6"/>
                </a:cxn>
                <a:cxn ang="0">
                  <a:pos x="14" y="5"/>
                </a:cxn>
                <a:cxn ang="0">
                  <a:pos x="13" y="3"/>
                </a:cxn>
                <a:cxn ang="0">
                  <a:pos x="11" y="1"/>
                </a:cxn>
                <a:cxn ang="0">
                  <a:pos x="7" y="1"/>
                </a:cxn>
                <a:cxn ang="0">
                  <a:pos x="5" y="3"/>
                </a:cxn>
                <a:cxn ang="0">
                  <a:pos x="4" y="5"/>
                </a:cxn>
                <a:cxn ang="0">
                  <a:pos x="1" y="6"/>
                </a:cxn>
                <a:cxn ang="0">
                  <a:pos x="0" y="9"/>
                </a:cxn>
                <a:cxn ang="0">
                  <a:pos x="2" y="13"/>
                </a:cxn>
                <a:cxn ang="0">
                  <a:pos x="4" y="14"/>
                </a:cxn>
                <a:cxn ang="0">
                  <a:pos x="21" y="19"/>
                </a:cxn>
                <a:cxn ang="0">
                  <a:pos x="32" y="24"/>
                </a:cxn>
                <a:cxn ang="0">
                  <a:pos x="38" y="25"/>
                </a:cxn>
                <a:cxn ang="0">
                  <a:pos x="60" y="27"/>
                </a:cxn>
                <a:cxn ang="0">
                  <a:pos x="96" y="31"/>
                </a:cxn>
                <a:cxn ang="0">
                  <a:pos x="131" y="38"/>
                </a:cxn>
                <a:cxn ang="0">
                  <a:pos x="159" y="44"/>
                </a:cxn>
                <a:cxn ang="0">
                  <a:pos x="218" y="55"/>
                </a:cxn>
                <a:cxn ang="0">
                  <a:pos x="246" y="57"/>
                </a:cxn>
                <a:cxn ang="0">
                  <a:pos x="248" y="57"/>
                </a:cxn>
                <a:cxn ang="0">
                  <a:pos x="251" y="54"/>
                </a:cxn>
                <a:cxn ang="0">
                  <a:pos x="251" y="51"/>
                </a:cxn>
                <a:cxn ang="0">
                  <a:pos x="248" y="48"/>
                </a:cxn>
                <a:cxn ang="0">
                  <a:pos x="246" y="48"/>
                </a:cxn>
              </a:cxnLst>
              <a:rect l="0" t="0" r="r" b="b"/>
              <a:pathLst>
                <a:path w="251" h="57">
                  <a:moveTo>
                    <a:pt x="246" y="48"/>
                  </a:moveTo>
                  <a:lnTo>
                    <a:pt x="246" y="48"/>
                  </a:lnTo>
                  <a:lnTo>
                    <a:pt x="230" y="46"/>
                  </a:lnTo>
                  <a:lnTo>
                    <a:pt x="214" y="44"/>
                  </a:lnTo>
                  <a:lnTo>
                    <a:pt x="181" y="39"/>
                  </a:lnTo>
                  <a:lnTo>
                    <a:pt x="148" y="32"/>
                  </a:lnTo>
                  <a:lnTo>
                    <a:pt x="116" y="25"/>
                  </a:lnTo>
                  <a:lnTo>
                    <a:pt x="116" y="25"/>
                  </a:lnTo>
                  <a:lnTo>
                    <a:pt x="102" y="22"/>
                  </a:lnTo>
                  <a:lnTo>
                    <a:pt x="88" y="20"/>
                  </a:lnTo>
                  <a:lnTo>
                    <a:pt x="60" y="18"/>
                  </a:lnTo>
                  <a:lnTo>
                    <a:pt x="60" y="18"/>
                  </a:lnTo>
                  <a:lnTo>
                    <a:pt x="48" y="15"/>
                  </a:lnTo>
                  <a:lnTo>
                    <a:pt x="36" y="12"/>
                  </a:lnTo>
                  <a:lnTo>
                    <a:pt x="25" y="9"/>
                  </a:lnTo>
                  <a:lnTo>
                    <a:pt x="13" y="6"/>
                  </a:lnTo>
                  <a:lnTo>
                    <a:pt x="13" y="6"/>
                  </a:lnTo>
                  <a:lnTo>
                    <a:pt x="14" y="5"/>
                  </a:lnTo>
                  <a:lnTo>
                    <a:pt x="14" y="5"/>
                  </a:lnTo>
                  <a:lnTo>
                    <a:pt x="13" y="3"/>
                  </a:lnTo>
                  <a:lnTo>
                    <a:pt x="12" y="1"/>
                  </a:lnTo>
                  <a:lnTo>
                    <a:pt x="11" y="1"/>
                  </a:lnTo>
                  <a:lnTo>
                    <a:pt x="9" y="0"/>
                  </a:lnTo>
                  <a:lnTo>
                    <a:pt x="7" y="1"/>
                  </a:lnTo>
                  <a:lnTo>
                    <a:pt x="6" y="1"/>
                  </a:lnTo>
                  <a:lnTo>
                    <a:pt x="5" y="3"/>
                  </a:lnTo>
                  <a:lnTo>
                    <a:pt x="4" y="5"/>
                  </a:lnTo>
                  <a:lnTo>
                    <a:pt x="4" y="5"/>
                  </a:lnTo>
                  <a:lnTo>
                    <a:pt x="2" y="5"/>
                  </a:lnTo>
                  <a:lnTo>
                    <a:pt x="1" y="6"/>
                  </a:lnTo>
                  <a:lnTo>
                    <a:pt x="0" y="8"/>
                  </a:lnTo>
                  <a:lnTo>
                    <a:pt x="0" y="9"/>
                  </a:lnTo>
                  <a:lnTo>
                    <a:pt x="1" y="12"/>
                  </a:lnTo>
                  <a:lnTo>
                    <a:pt x="2" y="13"/>
                  </a:lnTo>
                  <a:lnTo>
                    <a:pt x="4" y="14"/>
                  </a:lnTo>
                  <a:lnTo>
                    <a:pt x="4" y="14"/>
                  </a:lnTo>
                  <a:lnTo>
                    <a:pt x="14" y="17"/>
                  </a:lnTo>
                  <a:lnTo>
                    <a:pt x="21" y="19"/>
                  </a:lnTo>
                  <a:lnTo>
                    <a:pt x="25" y="21"/>
                  </a:lnTo>
                  <a:lnTo>
                    <a:pt x="32" y="24"/>
                  </a:lnTo>
                  <a:lnTo>
                    <a:pt x="32" y="24"/>
                  </a:lnTo>
                  <a:lnTo>
                    <a:pt x="38" y="25"/>
                  </a:lnTo>
                  <a:lnTo>
                    <a:pt x="45" y="26"/>
                  </a:lnTo>
                  <a:lnTo>
                    <a:pt x="60" y="27"/>
                  </a:lnTo>
                  <a:lnTo>
                    <a:pt x="60" y="27"/>
                  </a:lnTo>
                  <a:lnTo>
                    <a:pt x="96" y="31"/>
                  </a:lnTo>
                  <a:lnTo>
                    <a:pt x="114" y="34"/>
                  </a:lnTo>
                  <a:lnTo>
                    <a:pt x="131" y="38"/>
                  </a:lnTo>
                  <a:lnTo>
                    <a:pt x="131" y="38"/>
                  </a:lnTo>
                  <a:lnTo>
                    <a:pt x="159" y="44"/>
                  </a:lnTo>
                  <a:lnTo>
                    <a:pt x="188" y="51"/>
                  </a:lnTo>
                  <a:lnTo>
                    <a:pt x="218" y="55"/>
                  </a:lnTo>
                  <a:lnTo>
                    <a:pt x="232" y="56"/>
                  </a:lnTo>
                  <a:lnTo>
                    <a:pt x="246" y="57"/>
                  </a:lnTo>
                  <a:lnTo>
                    <a:pt x="246" y="57"/>
                  </a:lnTo>
                  <a:lnTo>
                    <a:pt x="248" y="57"/>
                  </a:lnTo>
                  <a:lnTo>
                    <a:pt x="250" y="56"/>
                  </a:lnTo>
                  <a:lnTo>
                    <a:pt x="251" y="54"/>
                  </a:lnTo>
                  <a:lnTo>
                    <a:pt x="251" y="53"/>
                  </a:lnTo>
                  <a:lnTo>
                    <a:pt x="251" y="51"/>
                  </a:lnTo>
                  <a:lnTo>
                    <a:pt x="250" y="50"/>
                  </a:lnTo>
                  <a:lnTo>
                    <a:pt x="248" y="48"/>
                  </a:lnTo>
                  <a:lnTo>
                    <a:pt x="246" y="48"/>
                  </a:lnTo>
                  <a:lnTo>
                    <a:pt x="246" y="4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8" name="Freeform 389"/>
            <p:cNvSpPr/>
            <p:nvPr/>
          </p:nvSpPr>
          <p:spPr bwMode="auto">
            <a:xfrm>
              <a:off x="4838700" y="3271838"/>
              <a:ext cx="112713" cy="6350"/>
            </a:xfrm>
            <a:custGeom>
              <a:avLst/>
              <a:gdLst/>
              <a:ahLst/>
              <a:cxnLst>
                <a:cxn ang="0">
                  <a:pos x="209" y="0"/>
                </a:cxn>
                <a:cxn ang="0">
                  <a:pos x="5" y="0"/>
                </a:cxn>
                <a:cxn ang="0">
                  <a:pos x="5" y="0"/>
                </a:cxn>
                <a:cxn ang="0">
                  <a:pos x="3" y="1"/>
                </a:cxn>
                <a:cxn ang="0">
                  <a:pos x="1" y="2"/>
                </a:cxn>
                <a:cxn ang="0">
                  <a:pos x="0" y="3"/>
                </a:cxn>
                <a:cxn ang="0">
                  <a:pos x="0" y="5"/>
                </a:cxn>
                <a:cxn ang="0">
                  <a:pos x="0" y="7"/>
                </a:cxn>
                <a:cxn ang="0">
                  <a:pos x="1" y="8"/>
                </a:cxn>
                <a:cxn ang="0">
                  <a:pos x="3" y="9"/>
                </a:cxn>
                <a:cxn ang="0">
                  <a:pos x="5" y="11"/>
                </a:cxn>
                <a:cxn ang="0">
                  <a:pos x="209" y="11"/>
                </a:cxn>
                <a:cxn ang="0">
                  <a:pos x="209" y="11"/>
                </a:cxn>
                <a:cxn ang="0">
                  <a:pos x="211" y="9"/>
                </a:cxn>
                <a:cxn ang="0">
                  <a:pos x="212" y="8"/>
                </a:cxn>
                <a:cxn ang="0">
                  <a:pos x="213" y="7"/>
                </a:cxn>
                <a:cxn ang="0">
                  <a:pos x="213" y="5"/>
                </a:cxn>
                <a:cxn ang="0">
                  <a:pos x="213" y="3"/>
                </a:cxn>
                <a:cxn ang="0">
                  <a:pos x="212" y="2"/>
                </a:cxn>
                <a:cxn ang="0">
                  <a:pos x="211" y="1"/>
                </a:cxn>
                <a:cxn ang="0">
                  <a:pos x="209" y="0"/>
                </a:cxn>
                <a:cxn ang="0">
                  <a:pos x="209" y="0"/>
                </a:cxn>
              </a:cxnLst>
              <a:rect l="0" t="0" r="r" b="b"/>
              <a:pathLst>
                <a:path w="213" h="11">
                  <a:moveTo>
                    <a:pt x="209" y="0"/>
                  </a:moveTo>
                  <a:lnTo>
                    <a:pt x="5" y="0"/>
                  </a:lnTo>
                  <a:lnTo>
                    <a:pt x="5" y="0"/>
                  </a:lnTo>
                  <a:lnTo>
                    <a:pt x="3" y="1"/>
                  </a:lnTo>
                  <a:lnTo>
                    <a:pt x="1" y="2"/>
                  </a:lnTo>
                  <a:lnTo>
                    <a:pt x="0" y="3"/>
                  </a:lnTo>
                  <a:lnTo>
                    <a:pt x="0" y="5"/>
                  </a:lnTo>
                  <a:lnTo>
                    <a:pt x="0" y="7"/>
                  </a:lnTo>
                  <a:lnTo>
                    <a:pt x="1" y="8"/>
                  </a:lnTo>
                  <a:lnTo>
                    <a:pt x="3" y="9"/>
                  </a:lnTo>
                  <a:lnTo>
                    <a:pt x="5" y="11"/>
                  </a:lnTo>
                  <a:lnTo>
                    <a:pt x="209" y="11"/>
                  </a:lnTo>
                  <a:lnTo>
                    <a:pt x="209" y="11"/>
                  </a:lnTo>
                  <a:lnTo>
                    <a:pt x="211" y="9"/>
                  </a:lnTo>
                  <a:lnTo>
                    <a:pt x="212" y="8"/>
                  </a:lnTo>
                  <a:lnTo>
                    <a:pt x="213" y="7"/>
                  </a:lnTo>
                  <a:lnTo>
                    <a:pt x="213" y="5"/>
                  </a:lnTo>
                  <a:lnTo>
                    <a:pt x="213" y="3"/>
                  </a:lnTo>
                  <a:lnTo>
                    <a:pt x="212" y="2"/>
                  </a:lnTo>
                  <a:lnTo>
                    <a:pt x="211" y="1"/>
                  </a:lnTo>
                  <a:lnTo>
                    <a:pt x="209" y="0"/>
                  </a:lnTo>
                  <a:lnTo>
                    <a:pt x="209"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9" name="Freeform 390"/>
            <p:cNvSpPr/>
            <p:nvPr/>
          </p:nvSpPr>
          <p:spPr bwMode="auto">
            <a:xfrm>
              <a:off x="4260850" y="3252788"/>
              <a:ext cx="73025" cy="128588"/>
            </a:xfrm>
            <a:custGeom>
              <a:avLst/>
              <a:gdLst/>
              <a:ahLst/>
              <a:cxnLst>
                <a:cxn ang="0">
                  <a:pos x="127" y="2"/>
                </a:cxn>
                <a:cxn ang="0">
                  <a:pos x="127" y="2"/>
                </a:cxn>
                <a:cxn ang="0">
                  <a:pos x="93" y="60"/>
                </a:cxn>
                <a:cxn ang="0">
                  <a:pos x="61" y="118"/>
                </a:cxn>
                <a:cxn ang="0">
                  <a:pos x="30" y="177"/>
                </a:cxn>
                <a:cxn ang="0">
                  <a:pos x="15" y="207"/>
                </a:cxn>
                <a:cxn ang="0">
                  <a:pos x="0" y="237"/>
                </a:cxn>
                <a:cxn ang="0">
                  <a:pos x="0" y="237"/>
                </a:cxn>
                <a:cxn ang="0">
                  <a:pos x="0" y="239"/>
                </a:cxn>
                <a:cxn ang="0">
                  <a:pos x="0" y="241"/>
                </a:cxn>
                <a:cxn ang="0">
                  <a:pos x="2" y="243"/>
                </a:cxn>
                <a:cxn ang="0">
                  <a:pos x="4" y="244"/>
                </a:cxn>
                <a:cxn ang="0">
                  <a:pos x="7" y="244"/>
                </a:cxn>
                <a:cxn ang="0">
                  <a:pos x="8" y="243"/>
                </a:cxn>
                <a:cxn ang="0">
                  <a:pos x="9" y="242"/>
                </a:cxn>
                <a:cxn ang="0">
                  <a:pos x="9" y="242"/>
                </a:cxn>
                <a:cxn ang="0">
                  <a:pos x="23" y="211"/>
                </a:cxn>
                <a:cxn ang="0">
                  <a:pos x="39" y="182"/>
                </a:cxn>
                <a:cxn ang="0">
                  <a:pos x="70" y="123"/>
                </a:cxn>
                <a:cxn ang="0">
                  <a:pos x="102" y="65"/>
                </a:cxn>
                <a:cxn ang="0">
                  <a:pos x="136" y="7"/>
                </a:cxn>
                <a:cxn ang="0">
                  <a:pos x="136" y="7"/>
                </a:cxn>
                <a:cxn ang="0">
                  <a:pos x="136" y="5"/>
                </a:cxn>
                <a:cxn ang="0">
                  <a:pos x="136" y="3"/>
                </a:cxn>
                <a:cxn ang="0">
                  <a:pos x="135" y="2"/>
                </a:cxn>
                <a:cxn ang="0">
                  <a:pos x="134" y="1"/>
                </a:cxn>
                <a:cxn ang="0">
                  <a:pos x="131" y="0"/>
                </a:cxn>
                <a:cxn ang="0">
                  <a:pos x="130" y="0"/>
                </a:cxn>
                <a:cxn ang="0">
                  <a:pos x="128" y="1"/>
                </a:cxn>
                <a:cxn ang="0">
                  <a:pos x="127" y="2"/>
                </a:cxn>
                <a:cxn ang="0">
                  <a:pos x="127" y="2"/>
                </a:cxn>
              </a:cxnLst>
              <a:rect l="0" t="0" r="r" b="b"/>
              <a:pathLst>
                <a:path w="136" h="244">
                  <a:moveTo>
                    <a:pt x="127" y="2"/>
                  </a:moveTo>
                  <a:lnTo>
                    <a:pt x="127" y="2"/>
                  </a:lnTo>
                  <a:lnTo>
                    <a:pt x="93" y="60"/>
                  </a:lnTo>
                  <a:lnTo>
                    <a:pt x="61" y="118"/>
                  </a:lnTo>
                  <a:lnTo>
                    <a:pt x="30" y="177"/>
                  </a:lnTo>
                  <a:lnTo>
                    <a:pt x="15" y="207"/>
                  </a:lnTo>
                  <a:lnTo>
                    <a:pt x="0" y="237"/>
                  </a:lnTo>
                  <a:lnTo>
                    <a:pt x="0" y="237"/>
                  </a:lnTo>
                  <a:lnTo>
                    <a:pt x="0" y="239"/>
                  </a:lnTo>
                  <a:lnTo>
                    <a:pt x="0" y="241"/>
                  </a:lnTo>
                  <a:lnTo>
                    <a:pt x="2" y="243"/>
                  </a:lnTo>
                  <a:lnTo>
                    <a:pt x="4" y="244"/>
                  </a:lnTo>
                  <a:lnTo>
                    <a:pt x="7" y="244"/>
                  </a:lnTo>
                  <a:lnTo>
                    <a:pt x="8" y="243"/>
                  </a:lnTo>
                  <a:lnTo>
                    <a:pt x="9" y="242"/>
                  </a:lnTo>
                  <a:lnTo>
                    <a:pt x="9" y="242"/>
                  </a:lnTo>
                  <a:lnTo>
                    <a:pt x="23" y="211"/>
                  </a:lnTo>
                  <a:lnTo>
                    <a:pt x="39" y="182"/>
                  </a:lnTo>
                  <a:lnTo>
                    <a:pt x="70" y="123"/>
                  </a:lnTo>
                  <a:lnTo>
                    <a:pt x="102" y="65"/>
                  </a:lnTo>
                  <a:lnTo>
                    <a:pt x="136" y="7"/>
                  </a:lnTo>
                  <a:lnTo>
                    <a:pt x="136" y="7"/>
                  </a:lnTo>
                  <a:lnTo>
                    <a:pt x="136" y="5"/>
                  </a:lnTo>
                  <a:lnTo>
                    <a:pt x="136" y="3"/>
                  </a:lnTo>
                  <a:lnTo>
                    <a:pt x="135" y="2"/>
                  </a:lnTo>
                  <a:lnTo>
                    <a:pt x="134" y="1"/>
                  </a:lnTo>
                  <a:lnTo>
                    <a:pt x="131" y="0"/>
                  </a:lnTo>
                  <a:lnTo>
                    <a:pt x="130" y="0"/>
                  </a:lnTo>
                  <a:lnTo>
                    <a:pt x="128" y="1"/>
                  </a:lnTo>
                  <a:lnTo>
                    <a:pt x="127" y="2"/>
                  </a:lnTo>
                  <a:lnTo>
                    <a:pt x="12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0" name="Freeform 391"/>
            <p:cNvSpPr/>
            <p:nvPr/>
          </p:nvSpPr>
          <p:spPr bwMode="auto">
            <a:xfrm>
              <a:off x="4311650" y="3292475"/>
              <a:ext cx="50800" cy="82550"/>
            </a:xfrm>
            <a:custGeom>
              <a:avLst/>
              <a:gdLst/>
              <a:ahLst/>
              <a:cxnLst>
                <a:cxn ang="0">
                  <a:pos x="90" y="3"/>
                </a:cxn>
                <a:cxn ang="0">
                  <a:pos x="90" y="3"/>
                </a:cxn>
                <a:cxn ang="0">
                  <a:pos x="45" y="75"/>
                </a:cxn>
                <a:cxn ang="0">
                  <a:pos x="23" y="111"/>
                </a:cxn>
                <a:cxn ang="0">
                  <a:pos x="1" y="148"/>
                </a:cxn>
                <a:cxn ang="0">
                  <a:pos x="1" y="148"/>
                </a:cxn>
                <a:cxn ang="0">
                  <a:pos x="0" y="150"/>
                </a:cxn>
                <a:cxn ang="0">
                  <a:pos x="1" y="151"/>
                </a:cxn>
                <a:cxn ang="0">
                  <a:pos x="2" y="153"/>
                </a:cxn>
                <a:cxn ang="0">
                  <a:pos x="3" y="154"/>
                </a:cxn>
                <a:cxn ang="0">
                  <a:pos x="4" y="154"/>
                </a:cxn>
                <a:cxn ang="0">
                  <a:pos x="6" y="154"/>
                </a:cxn>
                <a:cxn ang="0">
                  <a:pos x="9" y="154"/>
                </a:cxn>
                <a:cxn ang="0">
                  <a:pos x="10" y="152"/>
                </a:cxn>
                <a:cxn ang="0">
                  <a:pos x="10" y="152"/>
                </a:cxn>
                <a:cxn ang="0">
                  <a:pos x="31" y="116"/>
                </a:cxn>
                <a:cxn ang="0">
                  <a:pos x="53" y="80"/>
                </a:cxn>
                <a:cxn ang="0">
                  <a:pos x="98" y="8"/>
                </a:cxn>
                <a:cxn ang="0">
                  <a:pos x="98" y="8"/>
                </a:cxn>
                <a:cxn ang="0">
                  <a:pos x="98" y="6"/>
                </a:cxn>
                <a:cxn ang="0">
                  <a:pos x="98" y="4"/>
                </a:cxn>
                <a:cxn ang="0">
                  <a:pos x="97" y="3"/>
                </a:cxn>
                <a:cxn ang="0">
                  <a:pos x="96" y="0"/>
                </a:cxn>
                <a:cxn ang="0">
                  <a:pos x="94" y="0"/>
                </a:cxn>
                <a:cxn ang="0">
                  <a:pos x="93" y="0"/>
                </a:cxn>
                <a:cxn ang="0">
                  <a:pos x="91" y="0"/>
                </a:cxn>
                <a:cxn ang="0">
                  <a:pos x="90" y="3"/>
                </a:cxn>
                <a:cxn ang="0">
                  <a:pos x="90" y="3"/>
                </a:cxn>
              </a:cxnLst>
              <a:rect l="0" t="0" r="r" b="b"/>
              <a:pathLst>
                <a:path w="98" h="154">
                  <a:moveTo>
                    <a:pt x="90" y="3"/>
                  </a:moveTo>
                  <a:lnTo>
                    <a:pt x="90" y="3"/>
                  </a:lnTo>
                  <a:lnTo>
                    <a:pt x="45" y="75"/>
                  </a:lnTo>
                  <a:lnTo>
                    <a:pt x="23" y="111"/>
                  </a:lnTo>
                  <a:lnTo>
                    <a:pt x="1" y="148"/>
                  </a:lnTo>
                  <a:lnTo>
                    <a:pt x="1" y="148"/>
                  </a:lnTo>
                  <a:lnTo>
                    <a:pt x="0" y="150"/>
                  </a:lnTo>
                  <a:lnTo>
                    <a:pt x="1" y="151"/>
                  </a:lnTo>
                  <a:lnTo>
                    <a:pt x="2" y="153"/>
                  </a:lnTo>
                  <a:lnTo>
                    <a:pt x="3" y="154"/>
                  </a:lnTo>
                  <a:lnTo>
                    <a:pt x="4" y="154"/>
                  </a:lnTo>
                  <a:lnTo>
                    <a:pt x="6" y="154"/>
                  </a:lnTo>
                  <a:lnTo>
                    <a:pt x="9" y="154"/>
                  </a:lnTo>
                  <a:lnTo>
                    <a:pt x="10" y="152"/>
                  </a:lnTo>
                  <a:lnTo>
                    <a:pt x="10" y="152"/>
                  </a:lnTo>
                  <a:lnTo>
                    <a:pt x="31" y="116"/>
                  </a:lnTo>
                  <a:lnTo>
                    <a:pt x="53" y="80"/>
                  </a:lnTo>
                  <a:lnTo>
                    <a:pt x="98" y="8"/>
                  </a:lnTo>
                  <a:lnTo>
                    <a:pt x="98" y="8"/>
                  </a:lnTo>
                  <a:lnTo>
                    <a:pt x="98" y="6"/>
                  </a:lnTo>
                  <a:lnTo>
                    <a:pt x="98" y="4"/>
                  </a:lnTo>
                  <a:lnTo>
                    <a:pt x="97" y="3"/>
                  </a:lnTo>
                  <a:lnTo>
                    <a:pt x="96" y="0"/>
                  </a:lnTo>
                  <a:lnTo>
                    <a:pt x="94" y="0"/>
                  </a:lnTo>
                  <a:lnTo>
                    <a:pt x="93" y="0"/>
                  </a:lnTo>
                  <a:lnTo>
                    <a:pt x="91" y="0"/>
                  </a:lnTo>
                  <a:lnTo>
                    <a:pt x="90" y="3"/>
                  </a:lnTo>
                  <a:lnTo>
                    <a:pt x="90"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1" name="Freeform 392"/>
            <p:cNvSpPr/>
            <p:nvPr/>
          </p:nvSpPr>
          <p:spPr bwMode="auto">
            <a:xfrm>
              <a:off x="4529138" y="3536950"/>
              <a:ext cx="41275" cy="85725"/>
            </a:xfrm>
            <a:custGeom>
              <a:avLst/>
              <a:gdLst/>
              <a:ahLst/>
              <a:cxnLst>
                <a:cxn ang="0">
                  <a:pos x="71" y="3"/>
                </a:cxn>
                <a:cxn ang="0">
                  <a:pos x="71" y="3"/>
                </a:cxn>
                <a:cxn ang="0">
                  <a:pos x="52" y="40"/>
                </a:cxn>
                <a:cxn ang="0">
                  <a:pos x="33" y="79"/>
                </a:cxn>
                <a:cxn ang="0">
                  <a:pos x="17" y="117"/>
                </a:cxn>
                <a:cxn ang="0">
                  <a:pos x="0" y="156"/>
                </a:cxn>
                <a:cxn ang="0">
                  <a:pos x="0" y="156"/>
                </a:cxn>
                <a:cxn ang="0">
                  <a:pos x="0" y="158"/>
                </a:cxn>
                <a:cxn ang="0">
                  <a:pos x="1" y="159"/>
                </a:cxn>
                <a:cxn ang="0">
                  <a:pos x="2" y="160"/>
                </a:cxn>
                <a:cxn ang="0">
                  <a:pos x="3" y="161"/>
                </a:cxn>
                <a:cxn ang="0">
                  <a:pos x="8" y="161"/>
                </a:cxn>
                <a:cxn ang="0">
                  <a:pos x="9" y="160"/>
                </a:cxn>
                <a:cxn ang="0">
                  <a:pos x="10" y="158"/>
                </a:cxn>
                <a:cxn ang="0">
                  <a:pos x="10" y="158"/>
                </a:cxn>
                <a:cxn ang="0">
                  <a:pos x="25" y="120"/>
                </a:cxn>
                <a:cxn ang="0">
                  <a:pos x="43" y="82"/>
                </a:cxn>
                <a:cxn ang="0">
                  <a:pos x="60" y="45"/>
                </a:cxn>
                <a:cxn ang="0">
                  <a:pos x="79" y="7"/>
                </a:cxn>
                <a:cxn ang="0">
                  <a:pos x="79" y="7"/>
                </a:cxn>
                <a:cxn ang="0">
                  <a:pos x="80" y="5"/>
                </a:cxn>
                <a:cxn ang="0">
                  <a:pos x="79" y="4"/>
                </a:cxn>
                <a:cxn ang="0">
                  <a:pos x="78" y="2"/>
                </a:cxn>
                <a:cxn ang="0">
                  <a:pos x="77" y="1"/>
                </a:cxn>
                <a:cxn ang="0">
                  <a:pos x="76" y="0"/>
                </a:cxn>
                <a:cxn ang="0">
                  <a:pos x="74" y="0"/>
                </a:cxn>
                <a:cxn ang="0">
                  <a:pos x="72" y="1"/>
                </a:cxn>
                <a:cxn ang="0">
                  <a:pos x="71" y="3"/>
                </a:cxn>
                <a:cxn ang="0">
                  <a:pos x="71" y="3"/>
                </a:cxn>
              </a:cxnLst>
              <a:rect l="0" t="0" r="r" b="b"/>
              <a:pathLst>
                <a:path w="80" h="161">
                  <a:moveTo>
                    <a:pt x="71" y="3"/>
                  </a:moveTo>
                  <a:lnTo>
                    <a:pt x="71" y="3"/>
                  </a:lnTo>
                  <a:lnTo>
                    <a:pt x="52" y="40"/>
                  </a:lnTo>
                  <a:lnTo>
                    <a:pt x="33" y="79"/>
                  </a:lnTo>
                  <a:lnTo>
                    <a:pt x="17" y="117"/>
                  </a:lnTo>
                  <a:lnTo>
                    <a:pt x="0" y="156"/>
                  </a:lnTo>
                  <a:lnTo>
                    <a:pt x="0" y="156"/>
                  </a:lnTo>
                  <a:lnTo>
                    <a:pt x="0" y="158"/>
                  </a:lnTo>
                  <a:lnTo>
                    <a:pt x="1" y="159"/>
                  </a:lnTo>
                  <a:lnTo>
                    <a:pt x="2" y="160"/>
                  </a:lnTo>
                  <a:lnTo>
                    <a:pt x="3" y="161"/>
                  </a:lnTo>
                  <a:lnTo>
                    <a:pt x="8" y="161"/>
                  </a:lnTo>
                  <a:lnTo>
                    <a:pt x="9" y="160"/>
                  </a:lnTo>
                  <a:lnTo>
                    <a:pt x="10" y="158"/>
                  </a:lnTo>
                  <a:lnTo>
                    <a:pt x="10" y="158"/>
                  </a:lnTo>
                  <a:lnTo>
                    <a:pt x="25" y="120"/>
                  </a:lnTo>
                  <a:lnTo>
                    <a:pt x="43" y="82"/>
                  </a:lnTo>
                  <a:lnTo>
                    <a:pt x="60" y="45"/>
                  </a:lnTo>
                  <a:lnTo>
                    <a:pt x="79" y="7"/>
                  </a:lnTo>
                  <a:lnTo>
                    <a:pt x="79" y="7"/>
                  </a:lnTo>
                  <a:lnTo>
                    <a:pt x="80" y="5"/>
                  </a:lnTo>
                  <a:lnTo>
                    <a:pt x="79" y="4"/>
                  </a:lnTo>
                  <a:lnTo>
                    <a:pt x="78" y="2"/>
                  </a:lnTo>
                  <a:lnTo>
                    <a:pt x="77" y="1"/>
                  </a:lnTo>
                  <a:lnTo>
                    <a:pt x="76" y="0"/>
                  </a:lnTo>
                  <a:lnTo>
                    <a:pt x="74" y="0"/>
                  </a:lnTo>
                  <a:lnTo>
                    <a:pt x="72" y="1"/>
                  </a:lnTo>
                  <a:lnTo>
                    <a:pt x="71" y="3"/>
                  </a:lnTo>
                  <a:lnTo>
                    <a:pt x="7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2" name="Freeform 393"/>
            <p:cNvSpPr/>
            <p:nvPr/>
          </p:nvSpPr>
          <p:spPr bwMode="auto">
            <a:xfrm>
              <a:off x="4592638" y="3511550"/>
              <a:ext cx="31750" cy="57150"/>
            </a:xfrm>
            <a:custGeom>
              <a:avLst/>
              <a:gdLst/>
              <a:ahLst/>
              <a:cxnLst>
                <a:cxn ang="0">
                  <a:pos x="51" y="4"/>
                </a:cxn>
                <a:cxn ang="0">
                  <a:pos x="51" y="4"/>
                </a:cxn>
                <a:cxn ang="0">
                  <a:pos x="50" y="10"/>
                </a:cxn>
                <a:cxn ang="0">
                  <a:pos x="49" y="17"/>
                </a:cxn>
                <a:cxn ang="0">
                  <a:pos x="43" y="30"/>
                </a:cxn>
                <a:cxn ang="0">
                  <a:pos x="29" y="53"/>
                </a:cxn>
                <a:cxn ang="0">
                  <a:pos x="29" y="53"/>
                </a:cxn>
                <a:cxn ang="0">
                  <a:pos x="16" y="78"/>
                </a:cxn>
                <a:cxn ang="0">
                  <a:pos x="1" y="103"/>
                </a:cxn>
                <a:cxn ang="0">
                  <a:pos x="1" y="103"/>
                </a:cxn>
                <a:cxn ang="0">
                  <a:pos x="0" y="104"/>
                </a:cxn>
                <a:cxn ang="0">
                  <a:pos x="1" y="106"/>
                </a:cxn>
                <a:cxn ang="0">
                  <a:pos x="1" y="108"/>
                </a:cxn>
                <a:cxn ang="0">
                  <a:pos x="3" y="109"/>
                </a:cxn>
                <a:cxn ang="0">
                  <a:pos x="4" y="109"/>
                </a:cxn>
                <a:cxn ang="0">
                  <a:pos x="6" y="109"/>
                </a:cxn>
                <a:cxn ang="0">
                  <a:pos x="8" y="109"/>
                </a:cxn>
                <a:cxn ang="0">
                  <a:pos x="10" y="107"/>
                </a:cxn>
                <a:cxn ang="0">
                  <a:pos x="10" y="107"/>
                </a:cxn>
                <a:cxn ang="0">
                  <a:pos x="18" y="94"/>
                </a:cxn>
                <a:cxn ang="0">
                  <a:pos x="26" y="80"/>
                </a:cxn>
                <a:cxn ang="0">
                  <a:pos x="41" y="51"/>
                </a:cxn>
                <a:cxn ang="0">
                  <a:pos x="41" y="51"/>
                </a:cxn>
                <a:cxn ang="0">
                  <a:pos x="53" y="29"/>
                </a:cxn>
                <a:cxn ang="0">
                  <a:pos x="58" y="17"/>
                </a:cxn>
                <a:cxn ang="0">
                  <a:pos x="60" y="11"/>
                </a:cxn>
                <a:cxn ang="0">
                  <a:pos x="61" y="4"/>
                </a:cxn>
                <a:cxn ang="0">
                  <a:pos x="61" y="4"/>
                </a:cxn>
                <a:cxn ang="0">
                  <a:pos x="60" y="2"/>
                </a:cxn>
                <a:cxn ang="0">
                  <a:pos x="60" y="1"/>
                </a:cxn>
                <a:cxn ang="0">
                  <a:pos x="58" y="0"/>
                </a:cxn>
                <a:cxn ang="0">
                  <a:pos x="56" y="0"/>
                </a:cxn>
                <a:cxn ang="0">
                  <a:pos x="53" y="1"/>
                </a:cxn>
                <a:cxn ang="0">
                  <a:pos x="52" y="2"/>
                </a:cxn>
                <a:cxn ang="0">
                  <a:pos x="51" y="4"/>
                </a:cxn>
                <a:cxn ang="0">
                  <a:pos x="51" y="4"/>
                </a:cxn>
              </a:cxnLst>
              <a:rect l="0" t="0" r="r" b="b"/>
              <a:pathLst>
                <a:path w="61" h="109">
                  <a:moveTo>
                    <a:pt x="51" y="4"/>
                  </a:moveTo>
                  <a:lnTo>
                    <a:pt x="51" y="4"/>
                  </a:lnTo>
                  <a:lnTo>
                    <a:pt x="50" y="10"/>
                  </a:lnTo>
                  <a:lnTo>
                    <a:pt x="49" y="17"/>
                  </a:lnTo>
                  <a:lnTo>
                    <a:pt x="43" y="30"/>
                  </a:lnTo>
                  <a:lnTo>
                    <a:pt x="29" y="53"/>
                  </a:lnTo>
                  <a:lnTo>
                    <a:pt x="29" y="53"/>
                  </a:lnTo>
                  <a:lnTo>
                    <a:pt x="16" y="78"/>
                  </a:lnTo>
                  <a:lnTo>
                    <a:pt x="1" y="103"/>
                  </a:lnTo>
                  <a:lnTo>
                    <a:pt x="1" y="103"/>
                  </a:lnTo>
                  <a:lnTo>
                    <a:pt x="0" y="104"/>
                  </a:lnTo>
                  <a:lnTo>
                    <a:pt x="1" y="106"/>
                  </a:lnTo>
                  <a:lnTo>
                    <a:pt x="1" y="108"/>
                  </a:lnTo>
                  <a:lnTo>
                    <a:pt x="3" y="109"/>
                  </a:lnTo>
                  <a:lnTo>
                    <a:pt x="4" y="109"/>
                  </a:lnTo>
                  <a:lnTo>
                    <a:pt x="6" y="109"/>
                  </a:lnTo>
                  <a:lnTo>
                    <a:pt x="8" y="109"/>
                  </a:lnTo>
                  <a:lnTo>
                    <a:pt x="10" y="107"/>
                  </a:lnTo>
                  <a:lnTo>
                    <a:pt x="10" y="107"/>
                  </a:lnTo>
                  <a:lnTo>
                    <a:pt x="18" y="94"/>
                  </a:lnTo>
                  <a:lnTo>
                    <a:pt x="26" y="80"/>
                  </a:lnTo>
                  <a:lnTo>
                    <a:pt x="41" y="51"/>
                  </a:lnTo>
                  <a:lnTo>
                    <a:pt x="41" y="51"/>
                  </a:lnTo>
                  <a:lnTo>
                    <a:pt x="53" y="29"/>
                  </a:lnTo>
                  <a:lnTo>
                    <a:pt x="58" y="17"/>
                  </a:lnTo>
                  <a:lnTo>
                    <a:pt x="60" y="11"/>
                  </a:lnTo>
                  <a:lnTo>
                    <a:pt x="61" y="4"/>
                  </a:lnTo>
                  <a:lnTo>
                    <a:pt x="61" y="4"/>
                  </a:lnTo>
                  <a:lnTo>
                    <a:pt x="60" y="2"/>
                  </a:lnTo>
                  <a:lnTo>
                    <a:pt x="60" y="1"/>
                  </a:lnTo>
                  <a:lnTo>
                    <a:pt x="58" y="0"/>
                  </a:lnTo>
                  <a:lnTo>
                    <a:pt x="56" y="0"/>
                  </a:lnTo>
                  <a:lnTo>
                    <a:pt x="53" y="1"/>
                  </a:lnTo>
                  <a:lnTo>
                    <a:pt x="52" y="2"/>
                  </a:lnTo>
                  <a:lnTo>
                    <a:pt x="51" y="4"/>
                  </a:lnTo>
                  <a:lnTo>
                    <a:pt x="51"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3" name="Freeform 394"/>
            <p:cNvSpPr/>
            <p:nvPr/>
          </p:nvSpPr>
          <p:spPr bwMode="auto">
            <a:xfrm>
              <a:off x="4638675" y="3521075"/>
              <a:ext cx="22225" cy="50800"/>
            </a:xfrm>
            <a:custGeom>
              <a:avLst/>
              <a:gdLst/>
              <a:ahLst/>
              <a:cxnLst>
                <a:cxn ang="0">
                  <a:pos x="32" y="4"/>
                </a:cxn>
                <a:cxn ang="0">
                  <a:pos x="32" y="4"/>
                </a:cxn>
                <a:cxn ang="0">
                  <a:pos x="31" y="17"/>
                </a:cxn>
                <a:cxn ang="0">
                  <a:pos x="28" y="28"/>
                </a:cxn>
                <a:cxn ang="0">
                  <a:pos x="25" y="38"/>
                </a:cxn>
                <a:cxn ang="0">
                  <a:pos x="20" y="50"/>
                </a:cxn>
                <a:cxn ang="0">
                  <a:pos x="10" y="70"/>
                </a:cxn>
                <a:cxn ang="0">
                  <a:pos x="0" y="92"/>
                </a:cxn>
                <a:cxn ang="0">
                  <a:pos x="0" y="92"/>
                </a:cxn>
                <a:cxn ang="0">
                  <a:pos x="0" y="94"/>
                </a:cxn>
                <a:cxn ang="0">
                  <a:pos x="0" y="95"/>
                </a:cxn>
                <a:cxn ang="0">
                  <a:pos x="2" y="96"/>
                </a:cxn>
                <a:cxn ang="0">
                  <a:pos x="3" y="97"/>
                </a:cxn>
                <a:cxn ang="0">
                  <a:pos x="7" y="97"/>
                </a:cxn>
                <a:cxn ang="0">
                  <a:pos x="8" y="96"/>
                </a:cxn>
                <a:cxn ang="0">
                  <a:pos x="9" y="94"/>
                </a:cxn>
                <a:cxn ang="0">
                  <a:pos x="9" y="94"/>
                </a:cxn>
                <a:cxn ang="0">
                  <a:pos x="20" y="72"/>
                </a:cxn>
                <a:cxn ang="0">
                  <a:pos x="30" y="51"/>
                </a:cxn>
                <a:cxn ang="0">
                  <a:pos x="34" y="39"/>
                </a:cxn>
                <a:cxn ang="0">
                  <a:pos x="37" y="28"/>
                </a:cxn>
                <a:cxn ang="0">
                  <a:pos x="40" y="17"/>
                </a:cxn>
                <a:cxn ang="0">
                  <a:pos x="41" y="4"/>
                </a:cxn>
                <a:cxn ang="0">
                  <a:pos x="41" y="4"/>
                </a:cxn>
                <a:cxn ang="0">
                  <a:pos x="41" y="2"/>
                </a:cxn>
                <a:cxn ang="0">
                  <a:pos x="40" y="1"/>
                </a:cxn>
                <a:cxn ang="0">
                  <a:pos x="38" y="0"/>
                </a:cxn>
                <a:cxn ang="0">
                  <a:pos x="37" y="0"/>
                </a:cxn>
                <a:cxn ang="0">
                  <a:pos x="35" y="0"/>
                </a:cxn>
                <a:cxn ang="0">
                  <a:pos x="33" y="1"/>
                </a:cxn>
                <a:cxn ang="0">
                  <a:pos x="32" y="2"/>
                </a:cxn>
                <a:cxn ang="0">
                  <a:pos x="32" y="4"/>
                </a:cxn>
                <a:cxn ang="0">
                  <a:pos x="32" y="4"/>
                </a:cxn>
              </a:cxnLst>
              <a:rect l="0" t="0" r="r" b="b"/>
              <a:pathLst>
                <a:path w="41" h="97">
                  <a:moveTo>
                    <a:pt x="32" y="4"/>
                  </a:moveTo>
                  <a:lnTo>
                    <a:pt x="32" y="4"/>
                  </a:lnTo>
                  <a:lnTo>
                    <a:pt x="31" y="17"/>
                  </a:lnTo>
                  <a:lnTo>
                    <a:pt x="28" y="28"/>
                  </a:lnTo>
                  <a:lnTo>
                    <a:pt x="25" y="38"/>
                  </a:lnTo>
                  <a:lnTo>
                    <a:pt x="20" y="50"/>
                  </a:lnTo>
                  <a:lnTo>
                    <a:pt x="10" y="70"/>
                  </a:lnTo>
                  <a:lnTo>
                    <a:pt x="0" y="92"/>
                  </a:lnTo>
                  <a:lnTo>
                    <a:pt x="0" y="92"/>
                  </a:lnTo>
                  <a:lnTo>
                    <a:pt x="0" y="94"/>
                  </a:lnTo>
                  <a:lnTo>
                    <a:pt x="0" y="95"/>
                  </a:lnTo>
                  <a:lnTo>
                    <a:pt x="2" y="96"/>
                  </a:lnTo>
                  <a:lnTo>
                    <a:pt x="3" y="97"/>
                  </a:lnTo>
                  <a:lnTo>
                    <a:pt x="7" y="97"/>
                  </a:lnTo>
                  <a:lnTo>
                    <a:pt x="8" y="96"/>
                  </a:lnTo>
                  <a:lnTo>
                    <a:pt x="9" y="94"/>
                  </a:lnTo>
                  <a:lnTo>
                    <a:pt x="9" y="94"/>
                  </a:lnTo>
                  <a:lnTo>
                    <a:pt x="20" y="72"/>
                  </a:lnTo>
                  <a:lnTo>
                    <a:pt x="30" y="51"/>
                  </a:lnTo>
                  <a:lnTo>
                    <a:pt x="34" y="39"/>
                  </a:lnTo>
                  <a:lnTo>
                    <a:pt x="37" y="28"/>
                  </a:lnTo>
                  <a:lnTo>
                    <a:pt x="40" y="17"/>
                  </a:lnTo>
                  <a:lnTo>
                    <a:pt x="41" y="4"/>
                  </a:lnTo>
                  <a:lnTo>
                    <a:pt x="41" y="4"/>
                  </a:lnTo>
                  <a:lnTo>
                    <a:pt x="41" y="2"/>
                  </a:lnTo>
                  <a:lnTo>
                    <a:pt x="40" y="1"/>
                  </a:lnTo>
                  <a:lnTo>
                    <a:pt x="38" y="0"/>
                  </a:lnTo>
                  <a:lnTo>
                    <a:pt x="37" y="0"/>
                  </a:lnTo>
                  <a:lnTo>
                    <a:pt x="35" y="0"/>
                  </a:lnTo>
                  <a:lnTo>
                    <a:pt x="33" y="1"/>
                  </a:lnTo>
                  <a:lnTo>
                    <a:pt x="32" y="2"/>
                  </a:lnTo>
                  <a:lnTo>
                    <a:pt x="32" y="4"/>
                  </a:lnTo>
                  <a:lnTo>
                    <a:pt x="3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4" name="Freeform 395"/>
            <p:cNvSpPr/>
            <p:nvPr/>
          </p:nvSpPr>
          <p:spPr bwMode="auto">
            <a:xfrm>
              <a:off x="4719638" y="3544888"/>
              <a:ext cx="55563" cy="80963"/>
            </a:xfrm>
            <a:custGeom>
              <a:avLst/>
              <a:gdLst/>
              <a:ahLst/>
              <a:cxnLst>
                <a:cxn ang="0">
                  <a:pos x="96" y="1"/>
                </a:cxn>
                <a:cxn ang="0">
                  <a:pos x="96" y="1"/>
                </a:cxn>
                <a:cxn ang="0">
                  <a:pos x="81" y="16"/>
                </a:cxn>
                <a:cxn ang="0">
                  <a:pos x="68" y="32"/>
                </a:cxn>
                <a:cxn ang="0">
                  <a:pos x="42" y="65"/>
                </a:cxn>
                <a:cxn ang="0">
                  <a:pos x="42" y="65"/>
                </a:cxn>
                <a:cxn ang="0">
                  <a:pos x="35" y="74"/>
                </a:cxn>
                <a:cxn ang="0">
                  <a:pos x="30" y="84"/>
                </a:cxn>
                <a:cxn ang="0">
                  <a:pos x="20" y="105"/>
                </a:cxn>
                <a:cxn ang="0">
                  <a:pos x="10" y="126"/>
                </a:cxn>
                <a:cxn ang="0">
                  <a:pos x="1" y="147"/>
                </a:cxn>
                <a:cxn ang="0">
                  <a:pos x="1" y="147"/>
                </a:cxn>
                <a:cxn ang="0">
                  <a:pos x="0" y="149"/>
                </a:cxn>
                <a:cxn ang="0">
                  <a:pos x="1" y="150"/>
                </a:cxn>
                <a:cxn ang="0">
                  <a:pos x="1" y="152"/>
                </a:cxn>
                <a:cxn ang="0">
                  <a:pos x="3" y="154"/>
                </a:cxn>
                <a:cxn ang="0">
                  <a:pos x="4" y="155"/>
                </a:cxn>
                <a:cxn ang="0">
                  <a:pos x="6" y="155"/>
                </a:cxn>
                <a:cxn ang="0">
                  <a:pos x="7" y="154"/>
                </a:cxn>
                <a:cxn ang="0">
                  <a:pos x="9" y="151"/>
                </a:cxn>
                <a:cxn ang="0">
                  <a:pos x="9" y="151"/>
                </a:cxn>
                <a:cxn ang="0">
                  <a:pos x="17" y="133"/>
                </a:cxn>
                <a:cxn ang="0">
                  <a:pos x="26" y="113"/>
                </a:cxn>
                <a:cxn ang="0">
                  <a:pos x="34" y="94"/>
                </a:cxn>
                <a:cxn ang="0">
                  <a:pos x="39" y="84"/>
                </a:cxn>
                <a:cxn ang="0">
                  <a:pos x="45" y="76"/>
                </a:cxn>
                <a:cxn ang="0">
                  <a:pos x="45" y="76"/>
                </a:cxn>
                <a:cxn ang="0">
                  <a:pos x="59" y="58"/>
                </a:cxn>
                <a:cxn ang="0">
                  <a:pos x="73" y="41"/>
                </a:cxn>
                <a:cxn ang="0">
                  <a:pos x="88" y="23"/>
                </a:cxn>
                <a:cxn ang="0">
                  <a:pos x="103" y="7"/>
                </a:cxn>
                <a:cxn ang="0">
                  <a:pos x="103" y="7"/>
                </a:cxn>
                <a:cxn ang="0">
                  <a:pos x="104" y="6"/>
                </a:cxn>
                <a:cxn ang="0">
                  <a:pos x="104" y="4"/>
                </a:cxn>
                <a:cxn ang="0">
                  <a:pos x="104" y="2"/>
                </a:cxn>
                <a:cxn ang="0">
                  <a:pos x="103" y="1"/>
                </a:cxn>
                <a:cxn ang="0">
                  <a:pos x="101" y="0"/>
                </a:cxn>
                <a:cxn ang="0">
                  <a:pos x="100" y="0"/>
                </a:cxn>
                <a:cxn ang="0">
                  <a:pos x="98" y="0"/>
                </a:cxn>
                <a:cxn ang="0">
                  <a:pos x="96" y="1"/>
                </a:cxn>
                <a:cxn ang="0">
                  <a:pos x="96" y="1"/>
                </a:cxn>
              </a:cxnLst>
              <a:rect l="0" t="0" r="r" b="b"/>
              <a:pathLst>
                <a:path w="104" h="155">
                  <a:moveTo>
                    <a:pt x="96" y="1"/>
                  </a:moveTo>
                  <a:lnTo>
                    <a:pt x="96" y="1"/>
                  </a:lnTo>
                  <a:lnTo>
                    <a:pt x="81" y="16"/>
                  </a:lnTo>
                  <a:lnTo>
                    <a:pt x="68" y="32"/>
                  </a:lnTo>
                  <a:lnTo>
                    <a:pt x="42" y="65"/>
                  </a:lnTo>
                  <a:lnTo>
                    <a:pt x="42" y="65"/>
                  </a:lnTo>
                  <a:lnTo>
                    <a:pt x="35" y="74"/>
                  </a:lnTo>
                  <a:lnTo>
                    <a:pt x="30" y="84"/>
                  </a:lnTo>
                  <a:lnTo>
                    <a:pt x="20" y="105"/>
                  </a:lnTo>
                  <a:lnTo>
                    <a:pt x="10" y="126"/>
                  </a:lnTo>
                  <a:lnTo>
                    <a:pt x="1" y="147"/>
                  </a:lnTo>
                  <a:lnTo>
                    <a:pt x="1" y="147"/>
                  </a:lnTo>
                  <a:lnTo>
                    <a:pt x="0" y="149"/>
                  </a:lnTo>
                  <a:lnTo>
                    <a:pt x="1" y="150"/>
                  </a:lnTo>
                  <a:lnTo>
                    <a:pt x="1" y="152"/>
                  </a:lnTo>
                  <a:lnTo>
                    <a:pt x="3" y="154"/>
                  </a:lnTo>
                  <a:lnTo>
                    <a:pt x="4" y="155"/>
                  </a:lnTo>
                  <a:lnTo>
                    <a:pt x="6" y="155"/>
                  </a:lnTo>
                  <a:lnTo>
                    <a:pt x="7" y="154"/>
                  </a:lnTo>
                  <a:lnTo>
                    <a:pt x="9" y="151"/>
                  </a:lnTo>
                  <a:lnTo>
                    <a:pt x="9" y="151"/>
                  </a:lnTo>
                  <a:lnTo>
                    <a:pt x="17" y="133"/>
                  </a:lnTo>
                  <a:lnTo>
                    <a:pt x="26" y="113"/>
                  </a:lnTo>
                  <a:lnTo>
                    <a:pt x="34" y="94"/>
                  </a:lnTo>
                  <a:lnTo>
                    <a:pt x="39" y="84"/>
                  </a:lnTo>
                  <a:lnTo>
                    <a:pt x="45" y="76"/>
                  </a:lnTo>
                  <a:lnTo>
                    <a:pt x="45" y="76"/>
                  </a:lnTo>
                  <a:lnTo>
                    <a:pt x="59" y="58"/>
                  </a:lnTo>
                  <a:lnTo>
                    <a:pt x="73" y="41"/>
                  </a:lnTo>
                  <a:lnTo>
                    <a:pt x="88" y="23"/>
                  </a:lnTo>
                  <a:lnTo>
                    <a:pt x="103" y="7"/>
                  </a:lnTo>
                  <a:lnTo>
                    <a:pt x="103" y="7"/>
                  </a:lnTo>
                  <a:lnTo>
                    <a:pt x="104" y="6"/>
                  </a:lnTo>
                  <a:lnTo>
                    <a:pt x="104" y="4"/>
                  </a:lnTo>
                  <a:lnTo>
                    <a:pt x="104" y="2"/>
                  </a:lnTo>
                  <a:lnTo>
                    <a:pt x="103" y="1"/>
                  </a:lnTo>
                  <a:lnTo>
                    <a:pt x="101" y="0"/>
                  </a:lnTo>
                  <a:lnTo>
                    <a:pt x="100" y="0"/>
                  </a:lnTo>
                  <a:lnTo>
                    <a:pt x="98" y="0"/>
                  </a:lnTo>
                  <a:lnTo>
                    <a:pt x="96" y="1"/>
                  </a:lnTo>
                  <a:lnTo>
                    <a:pt x="9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5" name="Freeform 396"/>
            <p:cNvSpPr/>
            <p:nvPr/>
          </p:nvSpPr>
          <p:spPr bwMode="auto">
            <a:xfrm>
              <a:off x="4219575" y="3103563"/>
              <a:ext cx="604838" cy="708025"/>
            </a:xfrm>
            <a:custGeom>
              <a:avLst/>
              <a:gdLst/>
              <a:ahLst/>
              <a:cxnLst>
                <a:cxn ang="0">
                  <a:pos x="691" y="1338"/>
                </a:cxn>
                <a:cxn ang="0">
                  <a:pos x="661" y="1332"/>
                </a:cxn>
                <a:cxn ang="0">
                  <a:pos x="581" y="1332"/>
                </a:cxn>
                <a:cxn ang="0">
                  <a:pos x="509" y="1331"/>
                </a:cxn>
                <a:cxn ang="0">
                  <a:pos x="487" y="1329"/>
                </a:cxn>
                <a:cxn ang="0">
                  <a:pos x="346" y="1332"/>
                </a:cxn>
                <a:cxn ang="0">
                  <a:pos x="227" y="1324"/>
                </a:cxn>
                <a:cxn ang="0">
                  <a:pos x="107" y="1276"/>
                </a:cxn>
                <a:cxn ang="0">
                  <a:pos x="26" y="1174"/>
                </a:cxn>
                <a:cxn ang="0">
                  <a:pos x="14" y="1125"/>
                </a:cxn>
                <a:cxn ang="0">
                  <a:pos x="14" y="1040"/>
                </a:cxn>
                <a:cxn ang="0">
                  <a:pos x="11" y="848"/>
                </a:cxn>
                <a:cxn ang="0">
                  <a:pos x="5" y="639"/>
                </a:cxn>
                <a:cxn ang="0">
                  <a:pos x="0" y="262"/>
                </a:cxn>
                <a:cxn ang="0">
                  <a:pos x="4" y="169"/>
                </a:cxn>
                <a:cxn ang="0">
                  <a:pos x="43" y="68"/>
                </a:cxn>
                <a:cxn ang="0">
                  <a:pos x="174" y="11"/>
                </a:cxn>
                <a:cxn ang="0">
                  <a:pos x="398" y="2"/>
                </a:cxn>
                <a:cxn ang="0">
                  <a:pos x="580" y="8"/>
                </a:cxn>
                <a:cxn ang="0">
                  <a:pos x="893" y="18"/>
                </a:cxn>
                <a:cxn ang="0">
                  <a:pos x="1050" y="43"/>
                </a:cxn>
                <a:cxn ang="0">
                  <a:pos x="1101" y="104"/>
                </a:cxn>
                <a:cxn ang="0">
                  <a:pos x="1104" y="157"/>
                </a:cxn>
                <a:cxn ang="0">
                  <a:pos x="1081" y="159"/>
                </a:cxn>
                <a:cxn ang="0">
                  <a:pos x="1069" y="123"/>
                </a:cxn>
                <a:cxn ang="0">
                  <a:pos x="1017" y="66"/>
                </a:cxn>
                <a:cxn ang="0">
                  <a:pos x="935" y="54"/>
                </a:cxn>
                <a:cxn ang="0">
                  <a:pos x="613" y="49"/>
                </a:cxn>
                <a:cxn ang="0">
                  <a:pos x="445" y="38"/>
                </a:cxn>
                <a:cxn ang="0">
                  <a:pos x="247" y="35"/>
                </a:cxn>
                <a:cxn ang="0">
                  <a:pos x="128" y="61"/>
                </a:cxn>
                <a:cxn ang="0">
                  <a:pos x="59" y="111"/>
                </a:cxn>
                <a:cxn ang="0">
                  <a:pos x="41" y="193"/>
                </a:cxn>
                <a:cxn ang="0">
                  <a:pos x="35" y="262"/>
                </a:cxn>
                <a:cxn ang="0">
                  <a:pos x="39" y="299"/>
                </a:cxn>
                <a:cxn ang="0">
                  <a:pos x="45" y="732"/>
                </a:cxn>
                <a:cxn ang="0">
                  <a:pos x="50" y="996"/>
                </a:cxn>
                <a:cxn ang="0">
                  <a:pos x="49" y="1106"/>
                </a:cxn>
                <a:cxn ang="0">
                  <a:pos x="52" y="1136"/>
                </a:cxn>
                <a:cxn ang="0">
                  <a:pos x="85" y="1207"/>
                </a:cxn>
                <a:cxn ang="0">
                  <a:pos x="189" y="1281"/>
                </a:cxn>
                <a:cxn ang="0">
                  <a:pos x="259" y="1287"/>
                </a:cxn>
                <a:cxn ang="0">
                  <a:pos x="384" y="1298"/>
                </a:cxn>
                <a:cxn ang="0">
                  <a:pos x="466" y="1292"/>
                </a:cxn>
                <a:cxn ang="0">
                  <a:pos x="602" y="1297"/>
                </a:cxn>
                <a:cxn ang="0">
                  <a:pos x="682" y="1297"/>
                </a:cxn>
                <a:cxn ang="0">
                  <a:pos x="713" y="1294"/>
                </a:cxn>
                <a:cxn ang="0">
                  <a:pos x="781" y="1271"/>
                </a:cxn>
                <a:cxn ang="0">
                  <a:pos x="969" y="1143"/>
                </a:cxn>
                <a:cxn ang="0">
                  <a:pos x="1093" y="1056"/>
                </a:cxn>
                <a:cxn ang="0">
                  <a:pos x="1108" y="1031"/>
                </a:cxn>
                <a:cxn ang="0">
                  <a:pos x="1096" y="668"/>
                </a:cxn>
                <a:cxn ang="0">
                  <a:pos x="1112" y="658"/>
                </a:cxn>
                <a:cxn ang="0">
                  <a:pos x="1132" y="676"/>
                </a:cxn>
                <a:cxn ang="0">
                  <a:pos x="1135" y="1062"/>
                </a:cxn>
                <a:cxn ang="0">
                  <a:pos x="1074" y="1111"/>
                </a:cxn>
                <a:cxn ang="0">
                  <a:pos x="931" y="1212"/>
                </a:cxn>
                <a:cxn ang="0">
                  <a:pos x="765" y="1319"/>
                </a:cxn>
                <a:cxn ang="0">
                  <a:pos x="719" y="1332"/>
                </a:cxn>
              </a:cxnLst>
              <a:rect l="0" t="0" r="r" b="b"/>
              <a:pathLst>
                <a:path w="1145" h="1338">
                  <a:moveTo>
                    <a:pt x="707" y="1338"/>
                  </a:moveTo>
                  <a:lnTo>
                    <a:pt x="707" y="1338"/>
                  </a:lnTo>
                  <a:lnTo>
                    <a:pt x="703" y="1338"/>
                  </a:lnTo>
                  <a:lnTo>
                    <a:pt x="700" y="1337"/>
                  </a:lnTo>
                  <a:lnTo>
                    <a:pt x="698" y="1336"/>
                  </a:lnTo>
                  <a:lnTo>
                    <a:pt x="696" y="1337"/>
                  </a:lnTo>
                  <a:lnTo>
                    <a:pt x="696" y="1337"/>
                  </a:lnTo>
                  <a:lnTo>
                    <a:pt x="691" y="1338"/>
                  </a:lnTo>
                  <a:lnTo>
                    <a:pt x="691" y="1338"/>
                  </a:lnTo>
                  <a:lnTo>
                    <a:pt x="685" y="1337"/>
                  </a:lnTo>
                  <a:lnTo>
                    <a:pt x="678" y="1333"/>
                  </a:lnTo>
                  <a:lnTo>
                    <a:pt x="678" y="1333"/>
                  </a:lnTo>
                  <a:lnTo>
                    <a:pt x="675" y="1332"/>
                  </a:lnTo>
                  <a:lnTo>
                    <a:pt x="671" y="1332"/>
                  </a:lnTo>
                  <a:lnTo>
                    <a:pt x="671" y="1332"/>
                  </a:lnTo>
                  <a:lnTo>
                    <a:pt x="661" y="1332"/>
                  </a:lnTo>
                  <a:lnTo>
                    <a:pt x="648" y="1333"/>
                  </a:lnTo>
                  <a:lnTo>
                    <a:pt x="648" y="1333"/>
                  </a:lnTo>
                  <a:lnTo>
                    <a:pt x="638" y="1334"/>
                  </a:lnTo>
                  <a:lnTo>
                    <a:pt x="638" y="1334"/>
                  </a:lnTo>
                  <a:lnTo>
                    <a:pt x="615" y="1334"/>
                  </a:lnTo>
                  <a:lnTo>
                    <a:pt x="615" y="1334"/>
                  </a:lnTo>
                  <a:lnTo>
                    <a:pt x="600" y="1334"/>
                  </a:lnTo>
                  <a:lnTo>
                    <a:pt x="581" y="1332"/>
                  </a:lnTo>
                  <a:lnTo>
                    <a:pt x="581" y="1332"/>
                  </a:lnTo>
                  <a:lnTo>
                    <a:pt x="569" y="1331"/>
                  </a:lnTo>
                  <a:lnTo>
                    <a:pt x="554" y="1329"/>
                  </a:lnTo>
                  <a:lnTo>
                    <a:pt x="554" y="1329"/>
                  </a:lnTo>
                  <a:lnTo>
                    <a:pt x="534" y="1331"/>
                  </a:lnTo>
                  <a:lnTo>
                    <a:pt x="534" y="1331"/>
                  </a:lnTo>
                  <a:lnTo>
                    <a:pt x="513" y="1331"/>
                  </a:lnTo>
                  <a:lnTo>
                    <a:pt x="509" y="1331"/>
                  </a:lnTo>
                  <a:lnTo>
                    <a:pt x="509" y="1331"/>
                  </a:lnTo>
                  <a:lnTo>
                    <a:pt x="503" y="1329"/>
                  </a:lnTo>
                  <a:lnTo>
                    <a:pt x="496" y="1328"/>
                  </a:lnTo>
                  <a:lnTo>
                    <a:pt x="495" y="1327"/>
                  </a:lnTo>
                  <a:lnTo>
                    <a:pt x="492" y="1328"/>
                  </a:lnTo>
                  <a:lnTo>
                    <a:pt x="492" y="1328"/>
                  </a:lnTo>
                  <a:lnTo>
                    <a:pt x="487" y="1329"/>
                  </a:lnTo>
                  <a:lnTo>
                    <a:pt x="487" y="1329"/>
                  </a:lnTo>
                  <a:lnTo>
                    <a:pt x="461" y="1329"/>
                  </a:lnTo>
                  <a:lnTo>
                    <a:pt x="436" y="1332"/>
                  </a:lnTo>
                  <a:lnTo>
                    <a:pt x="436" y="1332"/>
                  </a:lnTo>
                  <a:lnTo>
                    <a:pt x="410" y="1333"/>
                  </a:lnTo>
                  <a:lnTo>
                    <a:pt x="384" y="1334"/>
                  </a:lnTo>
                  <a:lnTo>
                    <a:pt x="384" y="1334"/>
                  </a:lnTo>
                  <a:lnTo>
                    <a:pt x="364" y="1333"/>
                  </a:lnTo>
                  <a:lnTo>
                    <a:pt x="346" y="1332"/>
                  </a:lnTo>
                  <a:lnTo>
                    <a:pt x="346" y="1332"/>
                  </a:lnTo>
                  <a:lnTo>
                    <a:pt x="327" y="1329"/>
                  </a:lnTo>
                  <a:lnTo>
                    <a:pt x="308" y="1329"/>
                  </a:lnTo>
                  <a:lnTo>
                    <a:pt x="308" y="1329"/>
                  </a:lnTo>
                  <a:lnTo>
                    <a:pt x="274" y="1327"/>
                  </a:lnTo>
                  <a:lnTo>
                    <a:pt x="240" y="1325"/>
                  </a:lnTo>
                  <a:lnTo>
                    <a:pt x="227" y="1324"/>
                  </a:lnTo>
                  <a:lnTo>
                    <a:pt x="227" y="1324"/>
                  </a:lnTo>
                  <a:lnTo>
                    <a:pt x="208" y="1322"/>
                  </a:lnTo>
                  <a:lnTo>
                    <a:pt x="191" y="1318"/>
                  </a:lnTo>
                  <a:lnTo>
                    <a:pt x="174" y="1313"/>
                  </a:lnTo>
                  <a:lnTo>
                    <a:pt x="159" y="1307"/>
                  </a:lnTo>
                  <a:lnTo>
                    <a:pt x="159" y="1307"/>
                  </a:lnTo>
                  <a:lnTo>
                    <a:pt x="140" y="1297"/>
                  </a:lnTo>
                  <a:lnTo>
                    <a:pt x="124" y="1287"/>
                  </a:lnTo>
                  <a:lnTo>
                    <a:pt x="107" y="1276"/>
                  </a:lnTo>
                  <a:lnTo>
                    <a:pt x="93" y="1263"/>
                  </a:lnTo>
                  <a:lnTo>
                    <a:pt x="78" y="1249"/>
                  </a:lnTo>
                  <a:lnTo>
                    <a:pt x="65" y="1234"/>
                  </a:lnTo>
                  <a:lnTo>
                    <a:pt x="52" y="1219"/>
                  </a:lnTo>
                  <a:lnTo>
                    <a:pt x="40" y="1201"/>
                  </a:lnTo>
                  <a:lnTo>
                    <a:pt x="40" y="1201"/>
                  </a:lnTo>
                  <a:lnTo>
                    <a:pt x="30" y="1183"/>
                  </a:lnTo>
                  <a:lnTo>
                    <a:pt x="26" y="1174"/>
                  </a:lnTo>
                  <a:lnTo>
                    <a:pt x="22" y="1164"/>
                  </a:lnTo>
                  <a:lnTo>
                    <a:pt x="19" y="1155"/>
                  </a:lnTo>
                  <a:lnTo>
                    <a:pt x="17" y="1146"/>
                  </a:lnTo>
                  <a:lnTo>
                    <a:pt x="15" y="1136"/>
                  </a:lnTo>
                  <a:lnTo>
                    <a:pt x="14" y="1126"/>
                  </a:lnTo>
                  <a:lnTo>
                    <a:pt x="14" y="1125"/>
                  </a:lnTo>
                  <a:lnTo>
                    <a:pt x="14" y="1125"/>
                  </a:lnTo>
                  <a:lnTo>
                    <a:pt x="14" y="1125"/>
                  </a:lnTo>
                  <a:lnTo>
                    <a:pt x="13" y="1118"/>
                  </a:lnTo>
                  <a:lnTo>
                    <a:pt x="12" y="1111"/>
                  </a:lnTo>
                  <a:lnTo>
                    <a:pt x="11" y="1096"/>
                  </a:lnTo>
                  <a:lnTo>
                    <a:pt x="12" y="1081"/>
                  </a:lnTo>
                  <a:lnTo>
                    <a:pt x="13" y="1065"/>
                  </a:lnTo>
                  <a:lnTo>
                    <a:pt x="13" y="1065"/>
                  </a:lnTo>
                  <a:lnTo>
                    <a:pt x="14" y="1040"/>
                  </a:lnTo>
                  <a:lnTo>
                    <a:pt x="14" y="1040"/>
                  </a:lnTo>
                  <a:lnTo>
                    <a:pt x="14" y="997"/>
                  </a:lnTo>
                  <a:lnTo>
                    <a:pt x="14" y="997"/>
                  </a:lnTo>
                  <a:lnTo>
                    <a:pt x="14" y="945"/>
                  </a:lnTo>
                  <a:lnTo>
                    <a:pt x="14" y="895"/>
                  </a:lnTo>
                  <a:lnTo>
                    <a:pt x="14" y="895"/>
                  </a:lnTo>
                  <a:lnTo>
                    <a:pt x="13" y="871"/>
                  </a:lnTo>
                  <a:lnTo>
                    <a:pt x="11" y="848"/>
                  </a:lnTo>
                  <a:lnTo>
                    <a:pt x="11" y="848"/>
                  </a:lnTo>
                  <a:lnTo>
                    <a:pt x="8" y="815"/>
                  </a:lnTo>
                  <a:lnTo>
                    <a:pt x="7" y="799"/>
                  </a:lnTo>
                  <a:lnTo>
                    <a:pt x="8" y="782"/>
                  </a:lnTo>
                  <a:lnTo>
                    <a:pt x="8" y="782"/>
                  </a:lnTo>
                  <a:lnTo>
                    <a:pt x="9" y="747"/>
                  </a:lnTo>
                  <a:lnTo>
                    <a:pt x="9" y="711"/>
                  </a:lnTo>
                  <a:lnTo>
                    <a:pt x="7" y="675"/>
                  </a:lnTo>
                  <a:lnTo>
                    <a:pt x="5" y="639"/>
                  </a:lnTo>
                  <a:lnTo>
                    <a:pt x="5" y="639"/>
                  </a:lnTo>
                  <a:lnTo>
                    <a:pt x="2" y="589"/>
                  </a:lnTo>
                  <a:lnTo>
                    <a:pt x="1" y="564"/>
                  </a:lnTo>
                  <a:lnTo>
                    <a:pt x="0" y="539"/>
                  </a:lnTo>
                  <a:lnTo>
                    <a:pt x="0" y="280"/>
                  </a:lnTo>
                  <a:lnTo>
                    <a:pt x="0" y="280"/>
                  </a:lnTo>
                  <a:lnTo>
                    <a:pt x="0" y="272"/>
                  </a:lnTo>
                  <a:lnTo>
                    <a:pt x="0" y="262"/>
                  </a:lnTo>
                  <a:lnTo>
                    <a:pt x="3" y="243"/>
                  </a:lnTo>
                  <a:lnTo>
                    <a:pt x="3" y="243"/>
                  </a:lnTo>
                  <a:lnTo>
                    <a:pt x="4" y="230"/>
                  </a:lnTo>
                  <a:lnTo>
                    <a:pt x="5" y="219"/>
                  </a:lnTo>
                  <a:lnTo>
                    <a:pt x="4" y="196"/>
                  </a:lnTo>
                  <a:lnTo>
                    <a:pt x="4" y="196"/>
                  </a:lnTo>
                  <a:lnTo>
                    <a:pt x="4" y="183"/>
                  </a:lnTo>
                  <a:lnTo>
                    <a:pt x="4" y="169"/>
                  </a:lnTo>
                  <a:lnTo>
                    <a:pt x="5" y="157"/>
                  </a:lnTo>
                  <a:lnTo>
                    <a:pt x="7" y="145"/>
                  </a:lnTo>
                  <a:lnTo>
                    <a:pt x="7" y="145"/>
                  </a:lnTo>
                  <a:lnTo>
                    <a:pt x="12" y="126"/>
                  </a:lnTo>
                  <a:lnTo>
                    <a:pt x="18" y="109"/>
                  </a:lnTo>
                  <a:lnTo>
                    <a:pt x="26" y="93"/>
                  </a:lnTo>
                  <a:lnTo>
                    <a:pt x="34" y="80"/>
                  </a:lnTo>
                  <a:lnTo>
                    <a:pt x="43" y="68"/>
                  </a:lnTo>
                  <a:lnTo>
                    <a:pt x="54" y="58"/>
                  </a:lnTo>
                  <a:lnTo>
                    <a:pt x="68" y="48"/>
                  </a:lnTo>
                  <a:lnTo>
                    <a:pt x="84" y="39"/>
                  </a:lnTo>
                  <a:lnTo>
                    <a:pt x="84" y="39"/>
                  </a:lnTo>
                  <a:lnTo>
                    <a:pt x="100" y="33"/>
                  </a:lnTo>
                  <a:lnTo>
                    <a:pt x="114" y="28"/>
                  </a:lnTo>
                  <a:lnTo>
                    <a:pt x="144" y="19"/>
                  </a:lnTo>
                  <a:lnTo>
                    <a:pt x="174" y="11"/>
                  </a:lnTo>
                  <a:lnTo>
                    <a:pt x="204" y="6"/>
                  </a:lnTo>
                  <a:lnTo>
                    <a:pt x="233" y="3"/>
                  </a:lnTo>
                  <a:lnTo>
                    <a:pt x="262" y="1"/>
                  </a:lnTo>
                  <a:lnTo>
                    <a:pt x="290" y="0"/>
                  </a:lnTo>
                  <a:lnTo>
                    <a:pt x="317" y="0"/>
                  </a:lnTo>
                  <a:lnTo>
                    <a:pt x="317" y="0"/>
                  </a:lnTo>
                  <a:lnTo>
                    <a:pt x="358" y="0"/>
                  </a:lnTo>
                  <a:lnTo>
                    <a:pt x="398" y="2"/>
                  </a:lnTo>
                  <a:lnTo>
                    <a:pt x="398" y="2"/>
                  </a:lnTo>
                  <a:lnTo>
                    <a:pt x="441" y="3"/>
                  </a:lnTo>
                  <a:lnTo>
                    <a:pt x="483" y="3"/>
                  </a:lnTo>
                  <a:lnTo>
                    <a:pt x="483" y="3"/>
                  </a:lnTo>
                  <a:lnTo>
                    <a:pt x="507" y="4"/>
                  </a:lnTo>
                  <a:lnTo>
                    <a:pt x="532" y="5"/>
                  </a:lnTo>
                  <a:lnTo>
                    <a:pt x="580" y="8"/>
                  </a:lnTo>
                  <a:lnTo>
                    <a:pt x="580" y="8"/>
                  </a:lnTo>
                  <a:lnTo>
                    <a:pt x="629" y="11"/>
                  </a:lnTo>
                  <a:lnTo>
                    <a:pt x="654" y="12"/>
                  </a:lnTo>
                  <a:lnTo>
                    <a:pt x="678" y="12"/>
                  </a:lnTo>
                  <a:lnTo>
                    <a:pt x="678" y="12"/>
                  </a:lnTo>
                  <a:lnTo>
                    <a:pt x="730" y="14"/>
                  </a:lnTo>
                  <a:lnTo>
                    <a:pt x="783" y="15"/>
                  </a:lnTo>
                  <a:lnTo>
                    <a:pt x="881" y="17"/>
                  </a:lnTo>
                  <a:lnTo>
                    <a:pt x="893" y="18"/>
                  </a:lnTo>
                  <a:lnTo>
                    <a:pt x="893" y="18"/>
                  </a:lnTo>
                  <a:lnTo>
                    <a:pt x="930" y="19"/>
                  </a:lnTo>
                  <a:lnTo>
                    <a:pt x="968" y="22"/>
                  </a:lnTo>
                  <a:lnTo>
                    <a:pt x="985" y="24"/>
                  </a:lnTo>
                  <a:lnTo>
                    <a:pt x="1003" y="27"/>
                  </a:lnTo>
                  <a:lnTo>
                    <a:pt x="1019" y="31"/>
                  </a:lnTo>
                  <a:lnTo>
                    <a:pt x="1035" y="37"/>
                  </a:lnTo>
                  <a:lnTo>
                    <a:pt x="1050" y="43"/>
                  </a:lnTo>
                  <a:lnTo>
                    <a:pt x="1064" y="52"/>
                  </a:lnTo>
                  <a:lnTo>
                    <a:pt x="1075" y="62"/>
                  </a:lnTo>
                  <a:lnTo>
                    <a:pt x="1081" y="68"/>
                  </a:lnTo>
                  <a:lnTo>
                    <a:pt x="1085" y="74"/>
                  </a:lnTo>
                  <a:lnTo>
                    <a:pt x="1090" y="81"/>
                  </a:lnTo>
                  <a:lnTo>
                    <a:pt x="1095" y="89"/>
                  </a:lnTo>
                  <a:lnTo>
                    <a:pt x="1098" y="96"/>
                  </a:lnTo>
                  <a:lnTo>
                    <a:pt x="1101" y="104"/>
                  </a:lnTo>
                  <a:lnTo>
                    <a:pt x="1104" y="114"/>
                  </a:lnTo>
                  <a:lnTo>
                    <a:pt x="1106" y="124"/>
                  </a:lnTo>
                  <a:lnTo>
                    <a:pt x="1107" y="134"/>
                  </a:lnTo>
                  <a:lnTo>
                    <a:pt x="1108" y="145"/>
                  </a:lnTo>
                  <a:lnTo>
                    <a:pt x="1108" y="145"/>
                  </a:lnTo>
                  <a:lnTo>
                    <a:pt x="1107" y="152"/>
                  </a:lnTo>
                  <a:lnTo>
                    <a:pt x="1106" y="154"/>
                  </a:lnTo>
                  <a:lnTo>
                    <a:pt x="1104" y="157"/>
                  </a:lnTo>
                  <a:lnTo>
                    <a:pt x="1104" y="157"/>
                  </a:lnTo>
                  <a:lnTo>
                    <a:pt x="1101" y="159"/>
                  </a:lnTo>
                  <a:lnTo>
                    <a:pt x="1098" y="160"/>
                  </a:lnTo>
                  <a:lnTo>
                    <a:pt x="1095" y="161"/>
                  </a:lnTo>
                  <a:lnTo>
                    <a:pt x="1090" y="162"/>
                  </a:lnTo>
                  <a:lnTo>
                    <a:pt x="1090" y="162"/>
                  </a:lnTo>
                  <a:lnTo>
                    <a:pt x="1084" y="161"/>
                  </a:lnTo>
                  <a:lnTo>
                    <a:pt x="1081" y="159"/>
                  </a:lnTo>
                  <a:lnTo>
                    <a:pt x="1078" y="157"/>
                  </a:lnTo>
                  <a:lnTo>
                    <a:pt x="1076" y="155"/>
                  </a:lnTo>
                  <a:lnTo>
                    <a:pt x="1074" y="152"/>
                  </a:lnTo>
                  <a:lnTo>
                    <a:pt x="1072" y="149"/>
                  </a:lnTo>
                  <a:lnTo>
                    <a:pt x="1072" y="145"/>
                  </a:lnTo>
                  <a:lnTo>
                    <a:pt x="1072" y="145"/>
                  </a:lnTo>
                  <a:lnTo>
                    <a:pt x="1071" y="133"/>
                  </a:lnTo>
                  <a:lnTo>
                    <a:pt x="1069" y="123"/>
                  </a:lnTo>
                  <a:lnTo>
                    <a:pt x="1066" y="114"/>
                  </a:lnTo>
                  <a:lnTo>
                    <a:pt x="1062" y="104"/>
                  </a:lnTo>
                  <a:lnTo>
                    <a:pt x="1056" y="96"/>
                  </a:lnTo>
                  <a:lnTo>
                    <a:pt x="1050" y="89"/>
                  </a:lnTo>
                  <a:lnTo>
                    <a:pt x="1044" y="83"/>
                  </a:lnTo>
                  <a:lnTo>
                    <a:pt x="1036" y="77"/>
                  </a:lnTo>
                  <a:lnTo>
                    <a:pt x="1026" y="71"/>
                  </a:lnTo>
                  <a:lnTo>
                    <a:pt x="1017" y="66"/>
                  </a:lnTo>
                  <a:lnTo>
                    <a:pt x="1006" y="62"/>
                  </a:lnTo>
                  <a:lnTo>
                    <a:pt x="994" y="59"/>
                  </a:lnTo>
                  <a:lnTo>
                    <a:pt x="981" y="57"/>
                  </a:lnTo>
                  <a:lnTo>
                    <a:pt x="968" y="55"/>
                  </a:lnTo>
                  <a:lnTo>
                    <a:pt x="952" y="54"/>
                  </a:lnTo>
                  <a:lnTo>
                    <a:pt x="937" y="54"/>
                  </a:lnTo>
                  <a:lnTo>
                    <a:pt x="935" y="54"/>
                  </a:lnTo>
                  <a:lnTo>
                    <a:pt x="935" y="54"/>
                  </a:lnTo>
                  <a:lnTo>
                    <a:pt x="897" y="53"/>
                  </a:lnTo>
                  <a:lnTo>
                    <a:pt x="861" y="51"/>
                  </a:lnTo>
                  <a:lnTo>
                    <a:pt x="861" y="51"/>
                  </a:lnTo>
                  <a:lnTo>
                    <a:pt x="825" y="50"/>
                  </a:lnTo>
                  <a:lnTo>
                    <a:pt x="788" y="49"/>
                  </a:lnTo>
                  <a:lnTo>
                    <a:pt x="630" y="49"/>
                  </a:lnTo>
                  <a:lnTo>
                    <a:pt x="630" y="49"/>
                  </a:lnTo>
                  <a:lnTo>
                    <a:pt x="613" y="49"/>
                  </a:lnTo>
                  <a:lnTo>
                    <a:pt x="597" y="48"/>
                  </a:lnTo>
                  <a:lnTo>
                    <a:pt x="564" y="45"/>
                  </a:lnTo>
                  <a:lnTo>
                    <a:pt x="564" y="45"/>
                  </a:lnTo>
                  <a:lnTo>
                    <a:pt x="531" y="40"/>
                  </a:lnTo>
                  <a:lnTo>
                    <a:pt x="514" y="39"/>
                  </a:lnTo>
                  <a:lnTo>
                    <a:pt x="497" y="39"/>
                  </a:lnTo>
                  <a:lnTo>
                    <a:pt x="497" y="39"/>
                  </a:lnTo>
                  <a:lnTo>
                    <a:pt x="445" y="38"/>
                  </a:lnTo>
                  <a:lnTo>
                    <a:pt x="392" y="35"/>
                  </a:lnTo>
                  <a:lnTo>
                    <a:pt x="392" y="35"/>
                  </a:lnTo>
                  <a:lnTo>
                    <a:pt x="344" y="33"/>
                  </a:lnTo>
                  <a:lnTo>
                    <a:pt x="344" y="33"/>
                  </a:lnTo>
                  <a:lnTo>
                    <a:pt x="311" y="32"/>
                  </a:lnTo>
                  <a:lnTo>
                    <a:pt x="311" y="32"/>
                  </a:lnTo>
                  <a:lnTo>
                    <a:pt x="283" y="33"/>
                  </a:lnTo>
                  <a:lnTo>
                    <a:pt x="247" y="35"/>
                  </a:lnTo>
                  <a:lnTo>
                    <a:pt x="227" y="37"/>
                  </a:lnTo>
                  <a:lnTo>
                    <a:pt x="207" y="40"/>
                  </a:lnTo>
                  <a:lnTo>
                    <a:pt x="188" y="43"/>
                  </a:lnTo>
                  <a:lnTo>
                    <a:pt x="169" y="49"/>
                  </a:lnTo>
                  <a:lnTo>
                    <a:pt x="168" y="49"/>
                  </a:lnTo>
                  <a:lnTo>
                    <a:pt x="168" y="49"/>
                  </a:lnTo>
                  <a:lnTo>
                    <a:pt x="147" y="55"/>
                  </a:lnTo>
                  <a:lnTo>
                    <a:pt x="128" y="61"/>
                  </a:lnTo>
                  <a:lnTo>
                    <a:pt x="109" y="68"/>
                  </a:lnTo>
                  <a:lnTo>
                    <a:pt x="101" y="72"/>
                  </a:lnTo>
                  <a:lnTo>
                    <a:pt x="93" y="78"/>
                  </a:lnTo>
                  <a:lnTo>
                    <a:pt x="84" y="83"/>
                  </a:lnTo>
                  <a:lnTo>
                    <a:pt x="77" y="89"/>
                  </a:lnTo>
                  <a:lnTo>
                    <a:pt x="70" y="95"/>
                  </a:lnTo>
                  <a:lnTo>
                    <a:pt x="64" y="102"/>
                  </a:lnTo>
                  <a:lnTo>
                    <a:pt x="59" y="111"/>
                  </a:lnTo>
                  <a:lnTo>
                    <a:pt x="53" y="120"/>
                  </a:lnTo>
                  <a:lnTo>
                    <a:pt x="49" y="130"/>
                  </a:lnTo>
                  <a:lnTo>
                    <a:pt x="45" y="142"/>
                  </a:lnTo>
                  <a:lnTo>
                    <a:pt x="45" y="142"/>
                  </a:lnTo>
                  <a:lnTo>
                    <a:pt x="42" y="155"/>
                  </a:lnTo>
                  <a:lnTo>
                    <a:pt x="41" y="167"/>
                  </a:lnTo>
                  <a:lnTo>
                    <a:pt x="41" y="181"/>
                  </a:lnTo>
                  <a:lnTo>
                    <a:pt x="41" y="193"/>
                  </a:lnTo>
                  <a:lnTo>
                    <a:pt x="41" y="193"/>
                  </a:lnTo>
                  <a:lnTo>
                    <a:pt x="42" y="209"/>
                  </a:lnTo>
                  <a:lnTo>
                    <a:pt x="41" y="224"/>
                  </a:lnTo>
                  <a:lnTo>
                    <a:pt x="41" y="224"/>
                  </a:lnTo>
                  <a:lnTo>
                    <a:pt x="38" y="240"/>
                  </a:lnTo>
                  <a:lnTo>
                    <a:pt x="38" y="240"/>
                  </a:lnTo>
                  <a:lnTo>
                    <a:pt x="36" y="251"/>
                  </a:lnTo>
                  <a:lnTo>
                    <a:pt x="35" y="262"/>
                  </a:lnTo>
                  <a:lnTo>
                    <a:pt x="35" y="268"/>
                  </a:lnTo>
                  <a:lnTo>
                    <a:pt x="35" y="273"/>
                  </a:lnTo>
                  <a:lnTo>
                    <a:pt x="37" y="278"/>
                  </a:lnTo>
                  <a:lnTo>
                    <a:pt x="39" y="282"/>
                  </a:lnTo>
                  <a:lnTo>
                    <a:pt x="39" y="282"/>
                  </a:lnTo>
                  <a:lnTo>
                    <a:pt x="41" y="288"/>
                  </a:lnTo>
                  <a:lnTo>
                    <a:pt x="41" y="294"/>
                  </a:lnTo>
                  <a:lnTo>
                    <a:pt x="39" y="299"/>
                  </a:lnTo>
                  <a:lnTo>
                    <a:pt x="38" y="302"/>
                  </a:lnTo>
                  <a:lnTo>
                    <a:pt x="36" y="303"/>
                  </a:lnTo>
                  <a:lnTo>
                    <a:pt x="36" y="305"/>
                  </a:lnTo>
                  <a:lnTo>
                    <a:pt x="36" y="305"/>
                  </a:lnTo>
                  <a:lnTo>
                    <a:pt x="37" y="404"/>
                  </a:lnTo>
                  <a:lnTo>
                    <a:pt x="38" y="509"/>
                  </a:lnTo>
                  <a:lnTo>
                    <a:pt x="40" y="620"/>
                  </a:lnTo>
                  <a:lnTo>
                    <a:pt x="45" y="732"/>
                  </a:lnTo>
                  <a:lnTo>
                    <a:pt x="45" y="732"/>
                  </a:lnTo>
                  <a:lnTo>
                    <a:pt x="47" y="788"/>
                  </a:lnTo>
                  <a:lnTo>
                    <a:pt x="49" y="845"/>
                  </a:lnTo>
                  <a:lnTo>
                    <a:pt x="50" y="905"/>
                  </a:lnTo>
                  <a:lnTo>
                    <a:pt x="50" y="965"/>
                  </a:lnTo>
                  <a:lnTo>
                    <a:pt x="50" y="965"/>
                  </a:lnTo>
                  <a:lnTo>
                    <a:pt x="50" y="996"/>
                  </a:lnTo>
                  <a:lnTo>
                    <a:pt x="50" y="996"/>
                  </a:lnTo>
                  <a:lnTo>
                    <a:pt x="50" y="1033"/>
                  </a:lnTo>
                  <a:lnTo>
                    <a:pt x="50" y="1070"/>
                  </a:lnTo>
                  <a:lnTo>
                    <a:pt x="50" y="1075"/>
                  </a:lnTo>
                  <a:lnTo>
                    <a:pt x="50" y="1075"/>
                  </a:lnTo>
                  <a:lnTo>
                    <a:pt x="49" y="1099"/>
                  </a:lnTo>
                  <a:lnTo>
                    <a:pt x="49" y="1099"/>
                  </a:lnTo>
                  <a:lnTo>
                    <a:pt x="50" y="1106"/>
                  </a:lnTo>
                  <a:lnTo>
                    <a:pt x="49" y="1106"/>
                  </a:lnTo>
                  <a:lnTo>
                    <a:pt x="50" y="1116"/>
                  </a:lnTo>
                  <a:lnTo>
                    <a:pt x="50" y="1119"/>
                  </a:lnTo>
                  <a:lnTo>
                    <a:pt x="51" y="1121"/>
                  </a:lnTo>
                  <a:lnTo>
                    <a:pt x="51" y="1121"/>
                  </a:lnTo>
                  <a:lnTo>
                    <a:pt x="52" y="1124"/>
                  </a:lnTo>
                  <a:lnTo>
                    <a:pt x="53" y="1128"/>
                  </a:lnTo>
                  <a:lnTo>
                    <a:pt x="53" y="1132"/>
                  </a:lnTo>
                  <a:lnTo>
                    <a:pt x="52" y="1136"/>
                  </a:lnTo>
                  <a:lnTo>
                    <a:pt x="52" y="1137"/>
                  </a:lnTo>
                  <a:lnTo>
                    <a:pt x="52" y="1138"/>
                  </a:lnTo>
                  <a:lnTo>
                    <a:pt x="52" y="1138"/>
                  </a:lnTo>
                  <a:lnTo>
                    <a:pt x="57" y="1153"/>
                  </a:lnTo>
                  <a:lnTo>
                    <a:pt x="62" y="1167"/>
                  </a:lnTo>
                  <a:lnTo>
                    <a:pt x="69" y="1181"/>
                  </a:lnTo>
                  <a:lnTo>
                    <a:pt x="76" y="1194"/>
                  </a:lnTo>
                  <a:lnTo>
                    <a:pt x="85" y="1207"/>
                  </a:lnTo>
                  <a:lnTo>
                    <a:pt x="96" y="1219"/>
                  </a:lnTo>
                  <a:lnTo>
                    <a:pt x="107" y="1230"/>
                  </a:lnTo>
                  <a:lnTo>
                    <a:pt x="120" y="1242"/>
                  </a:lnTo>
                  <a:lnTo>
                    <a:pt x="133" y="1252"/>
                  </a:lnTo>
                  <a:lnTo>
                    <a:pt x="146" y="1260"/>
                  </a:lnTo>
                  <a:lnTo>
                    <a:pt x="160" y="1269"/>
                  </a:lnTo>
                  <a:lnTo>
                    <a:pt x="174" y="1275"/>
                  </a:lnTo>
                  <a:lnTo>
                    <a:pt x="189" y="1281"/>
                  </a:lnTo>
                  <a:lnTo>
                    <a:pt x="202" y="1285"/>
                  </a:lnTo>
                  <a:lnTo>
                    <a:pt x="217" y="1287"/>
                  </a:lnTo>
                  <a:lnTo>
                    <a:pt x="231" y="1288"/>
                  </a:lnTo>
                  <a:lnTo>
                    <a:pt x="231" y="1288"/>
                  </a:lnTo>
                  <a:lnTo>
                    <a:pt x="240" y="1287"/>
                  </a:lnTo>
                  <a:lnTo>
                    <a:pt x="240" y="1287"/>
                  </a:lnTo>
                  <a:lnTo>
                    <a:pt x="259" y="1287"/>
                  </a:lnTo>
                  <a:lnTo>
                    <a:pt x="259" y="1287"/>
                  </a:lnTo>
                  <a:lnTo>
                    <a:pt x="278" y="1287"/>
                  </a:lnTo>
                  <a:lnTo>
                    <a:pt x="296" y="1289"/>
                  </a:lnTo>
                  <a:lnTo>
                    <a:pt x="332" y="1293"/>
                  </a:lnTo>
                  <a:lnTo>
                    <a:pt x="332" y="1293"/>
                  </a:lnTo>
                  <a:lnTo>
                    <a:pt x="349" y="1296"/>
                  </a:lnTo>
                  <a:lnTo>
                    <a:pt x="349" y="1296"/>
                  </a:lnTo>
                  <a:lnTo>
                    <a:pt x="366" y="1297"/>
                  </a:lnTo>
                  <a:lnTo>
                    <a:pt x="384" y="1298"/>
                  </a:lnTo>
                  <a:lnTo>
                    <a:pt x="384" y="1298"/>
                  </a:lnTo>
                  <a:lnTo>
                    <a:pt x="411" y="1297"/>
                  </a:lnTo>
                  <a:lnTo>
                    <a:pt x="437" y="1295"/>
                  </a:lnTo>
                  <a:lnTo>
                    <a:pt x="437" y="1295"/>
                  </a:lnTo>
                  <a:lnTo>
                    <a:pt x="462" y="1293"/>
                  </a:lnTo>
                  <a:lnTo>
                    <a:pt x="465" y="1293"/>
                  </a:lnTo>
                  <a:lnTo>
                    <a:pt x="466" y="1292"/>
                  </a:lnTo>
                  <a:lnTo>
                    <a:pt x="466" y="1292"/>
                  </a:lnTo>
                  <a:lnTo>
                    <a:pt x="471" y="1289"/>
                  </a:lnTo>
                  <a:lnTo>
                    <a:pt x="476" y="1288"/>
                  </a:lnTo>
                  <a:lnTo>
                    <a:pt x="478" y="1288"/>
                  </a:lnTo>
                  <a:lnTo>
                    <a:pt x="478" y="1288"/>
                  </a:lnTo>
                  <a:lnTo>
                    <a:pt x="528" y="1292"/>
                  </a:lnTo>
                  <a:lnTo>
                    <a:pt x="528" y="1292"/>
                  </a:lnTo>
                  <a:lnTo>
                    <a:pt x="577" y="1295"/>
                  </a:lnTo>
                  <a:lnTo>
                    <a:pt x="602" y="1297"/>
                  </a:lnTo>
                  <a:lnTo>
                    <a:pt x="627" y="1297"/>
                  </a:lnTo>
                  <a:lnTo>
                    <a:pt x="627" y="1297"/>
                  </a:lnTo>
                  <a:lnTo>
                    <a:pt x="645" y="1296"/>
                  </a:lnTo>
                  <a:lnTo>
                    <a:pt x="645" y="1296"/>
                  </a:lnTo>
                  <a:lnTo>
                    <a:pt x="665" y="1296"/>
                  </a:lnTo>
                  <a:lnTo>
                    <a:pt x="665" y="1296"/>
                  </a:lnTo>
                  <a:lnTo>
                    <a:pt x="674" y="1296"/>
                  </a:lnTo>
                  <a:lnTo>
                    <a:pt x="682" y="1297"/>
                  </a:lnTo>
                  <a:lnTo>
                    <a:pt x="690" y="1300"/>
                  </a:lnTo>
                  <a:lnTo>
                    <a:pt x="697" y="1303"/>
                  </a:lnTo>
                  <a:lnTo>
                    <a:pt x="699" y="1304"/>
                  </a:lnTo>
                  <a:lnTo>
                    <a:pt x="703" y="1303"/>
                  </a:lnTo>
                  <a:lnTo>
                    <a:pt x="704" y="1302"/>
                  </a:lnTo>
                  <a:lnTo>
                    <a:pt x="704" y="1302"/>
                  </a:lnTo>
                  <a:lnTo>
                    <a:pt x="708" y="1297"/>
                  </a:lnTo>
                  <a:lnTo>
                    <a:pt x="713" y="1294"/>
                  </a:lnTo>
                  <a:lnTo>
                    <a:pt x="725" y="1289"/>
                  </a:lnTo>
                  <a:lnTo>
                    <a:pt x="736" y="1285"/>
                  </a:lnTo>
                  <a:lnTo>
                    <a:pt x="749" y="1281"/>
                  </a:lnTo>
                  <a:lnTo>
                    <a:pt x="749" y="1281"/>
                  </a:lnTo>
                  <a:lnTo>
                    <a:pt x="765" y="1277"/>
                  </a:lnTo>
                  <a:lnTo>
                    <a:pt x="772" y="1274"/>
                  </a:lnTo>
                  <a:lnTo>
                    <a:pt x="781" y="1271"/>
                  </a:lnTo>
                  <a:lnTo>
                    <a:pt x="781" y="1271"/>
                  </a:lnTo>
                  <a:lnTo>
                    <a:pt x="812" y="1254"/>
                  </a:lnTo>
                  <a:lnTo>
                    <a:pt x="843" y="1233"/>
                  </a:lnTo>
                  <a:lnTo>
                    <a:pt x="875" y="1211"/>
                  </a:lnTo>
                  <a:lnTo>
                    <a:pt x="908" y="1185"/>
                  </a:lnTo>
                  <a:lnTo>
                    <a:pt x="908" y="1185"/>
                  </a:lnTo>
                  <a:lnTo>
                    <a:pt x="922" y="1174"/>
                  </a:lnTo>
                  <a:lnTo>
                    <a:pt x="938" y="1162"/>
                  </a:lnTo>
                  <a:lnTo>
                    <a:pt x="969" y="1143"/>
                  </a:lnTo>
                  <a:lnTo>
                    <a:pt x="969" y="1143"/>
                  </a:lnTo>
                  <a:lnTo>
                    <a:pt x="992" y="1127"/>
                  </a:lnTo>
                  <a:lnTo>
                    <a:pt x="1016" y="1111"/>
                  </a:lnTo>
                  <a:lnTo>
                    <a:pt x="1016" y="1111"/>
                  </a:lnTo>
                  <a:lnTo>
                    <a:pt x="1029" y="1101"/>
                  </a:lnTo>
                  <a:lnTo>
                    <a:pt x="1029" y="1101"/>
                  </a:lnTo>
                  <a:lnTo>
                    <a:pt x="1070" y="1073"/>
                  </a:lnTo>
                  <a:lnTo>
                    <a:pt x="1093" y="1056"/>
                  </a:lnTo>
                  <a:lnTo>
                    <a:pt x="1099" y="1051"/>
                  </a:lnTo>
                  <a:lnTo>
                    <a:pt x="1103" y="1046"/>
                  </a:lnTo>
                  <a:lnTo>
                    <a:pt x="1104" y="1043"/>
                  </a:lnTo>
                  <a:lnTo>
                    <a:pt x="1105" y="1041"/>
                  </a:lnTo>
                  <a:lnTo>
                    <a:pt x="1105" y="1041"/>
                  </a:lnTo>
                  <a:lnTo>
                    <a:pt x="1106" y="1036"/>
                  </a:lnTo>
                  <a:lnTo>
                    <a:pt x="1107" y="1032"/>
                  </a:lnTo>
                  <a:lnTo>
                    <a:pt x="1108" y="1031"/>
                  </a:lnTo>
                  <a:lnTo>
                    <a:pt x="1108" y="1029"/>
                  </a:lnTo>
                  <a:lnTo>
                    <a:pt x="1108" y="1029"/>
                  </a:lnTo>
                  <a:lnTo>
                    <a:pt x="1106" y="946"/>
                  </a:lnTo>
                  <a:lnTo>
                    <a:pt x="1104" y="859"/>
                  </a:lnTo>
                  <a:lnTo>
                    <a:pt x="1100" y="770"/>
                  </a:lnTo>
                  <a:lnTo>
                    <a:pt x="1096" y="676"/>
                  </a:lnTo>
                  <a:lnTo>
                    <a:pt x="1096" y="676"/>
                  </a:lnTo>
                  <a:lnTo>
                    <a:pt x="1096" y="668"/>
                  </a:lnTo>
                  <a:lnTo>
                    <a:pt x="1098" y="666"/>
                  </a:lnTo>
                  <a:lnTo>
                    <a:pt x="1099" y="663"/>
                  </a:lnTo>
                  <a:lnTo>
                    <a:pt x="1099" y="663"/>
                  </a:lnTo>
                  <a:lnTo>
                    <a:pt x="1102" y="661"/>
                  </a:lnTo>
                  <a:lnTo>
                    <a:pt x="1105" y="660"/>
                  </a:lnTo>
                  <a:lnTo>
                    <a:pt x="1108" y="659"/>
                  </a:lnTo>
                  <a:lnTo>
                    <a:pt x="1112" y="658"/>
                  </a:lnTo>
                  <a:lnTo>
                    <a:pt x="1112" y="658"/>
                  </a:lnTo>
                  <a:lnTo>
                    <a:pt x="1118" y="659"/>
                  </a:lnTo>
                  <a:lnTo>
                    <a:pt x="1123" y="661"/>
                  </a:lnTo>
                  <a:lnTo>
                    <a:pt x="1125" y="662"/>
                  </a:lnTo>
                  <a:lnTo>
                    <a:pt x="1128" y="665"/>
                  </a:lnTo>
                  <a:lnTo>
                    <a:pt x="1130" y="668"/>
                  </a:lnTo>
                  <a:lnTo>
                    <a:pt x="1131" y="672"/>
                  </a:lnTo>
                  <a:lnTo>
                    <a:pt x="1132" y="676"/>
                  </a:lnTo>
                  <a:lnTo>
                    <a:pt x="1132" y="676"/>
                  </a:lnTo>
                  <a:lnTo>
                    <a:pt x="1137" y="780"/>
                  </a:lnTo>
                  <a:lnTo>
                    <a:pt x="1140" y="877"/>
                  </a:lnTo>
                  <a:lnTo>
                    <a:pt x="1143" y="967"/>
                  </a:lnTo>
                  <a:lnTo>
                    <a:pt x="1145" y="1053"/>
                  </a:lnTo>
                  <a:lnTo>
                    <a:pt x="1139" y="1053"/>
                  </a:lnTo>
                  <a:lnTo>
                    <a:pt x="1137" y="1057"/>
                  </a:lnTo>
                  <a:lnTo>
                    <a:pt x="1137" y="1057"/>
                  </a:lnTo>
                  <a:lnTo>
                    <a:pt x="1135" y="1062"/>
                  </a:lnTo>
                  <a:lnTo>
                    <a:pt x="1131" y="1067"/>
                  </a:lnTo>
                  <a:lnTo>
                    <a:pt x="1127" y="1072"/>
                  </a:lnTo>
                  <a:lnTo>
                    <a:pt x="1121" y="1076"/>
                  </a:lnTo>
                  <a:lnTo>
                    <a:pt x="1110" y="1085"/>
                  </a:lnTo>
                  <a:lnTo>
                    <a:pt x="1098" y="1093"/>
                  </a:lnTo>
                  <a:lnTo>
                    <a:pt x="1098" y="1093"/>
                  </a:lnTo>
                  <a:lnTo>
                    <a:pt x="1085" y="1101"/>
                  </a:lnTo>
                  <a:lnTo>
                    <a:pt x="1074" y="1111"/>
                  </a:lnTo>
                  <a:lnTo>
                    <a:pt x="1074" y="1111"/>
                  </a:lnTo>
                  <a:lnTo>
                    <a:pt x="1054" y="1125"/>
                  </a:lnTo>
                  <a:lnTo>
                    <a:pt x="1035" y="1139"/>
                  </a:lnTo>
                  <a:lnTo>
                    <a:pt x="995" y="1166"/>
                  </a:lnTo>
                  <a:lnTo>
                    <a:pt x="995" y="1166"/>
                  </a:lnTo>
                  <a:lnTo>
                    <a:pt x="954" y="1194"/>
                  </a:lnTo>
                  <a:lnTo>
                    <a:pt x="954" y="1194"/>
                  </a:lnTo>
                  <a:lnTo>
                    <a:pt x="931" y="1212"/>
                  </a:lnTo>
                  <a:lnTo>
                    <a:pt x="908" y="1229"/>
                  </a:lnTo>
                  <a:lnTo>
                    <a:pt x="908" y="1229"/>
                  </a:lnTo>
                  <a:lnTo>
                    <a:pt x="865" y="1262"/>
                  </a:lnTo>
                  <a:lnTo>
                    <a:pt x="844" y="1277"/>
                  </a:lnTo>
                  <a:lnTo>
                    <a:pt x="822" y="1291"/>
                  </a:lnTo>
                  <a:lnTo>
                    <a:pt x="799" y="1304"/>
                  </a:lnTo>
                  <a:lnTo>
                    <a:pt x="776" y="1315"/>
                  </a:lnTo>
                  <a:lnTo>
                    <a:pt x="765" y="1319"/>
                  </a:lnTo>
                  <a:lnTo>
                    <a:pt x="753" y="1322"/>
                  </a:lnTo>
                  <a:lnTo>
                    <a:pt x="740" y="1325"/>
                  </a:lnTo>
                  <a:lnTo>
                    <a:pt x="729" y="1328"/>
                  </a:lnTo>
                  <a:lnTo>
                    <a:pt x="727" y="1328"/>
                  </a:lnTo>
                  <a:lnTo>
                    <a:pt x="726" y="1329"/>
                  </a:lnTo>
                  <a:lnTo>
                    <a:pt x="726" y="1329"/>
                  </a:lnTo>
                  <a:lnTo>
                    <a:pt x="723" y="1331"/>
                  </a:lnTo>
                  <a:lnTo>
                    <a:pt x="719" y="1332"/>
                  </a:lnTo>
                  <a:lnTo>
                    <a:pt x="712" y="1334"/>
                  </a:lnTo>
                  <a:lnTo>
                    <a:pt x="713" y="1337"/>
                  </a:lnTo>
                  <a:lnTo>
                    <a:pt x="713" y="1337"/>
                  </a:lnTo>
                  <a:lnTo>
                    <a:pt x="710" y="1338"/>
                  </a:lnTo>
                  <a:lnTo>
                    <a:pt x="710" y="1338"/>
                  </a:lnTo>
                  <a:lnTo>
                    <a:pt x="707" y="1338"/>
                  </a:lnTo>
                  <a:lnTo>
                    <a:pt x="707" y="133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6" name="Freeform 397"/>
            <p:cNvSpPr>
              <a:spLocks noEditPoints="1"/>
            </p:cNvSpPr>
            <p:nvPr/>
          </p:nvSpPr>
          <p:spPr bwMode="auto">
            <a:xfrm>
              <a:off x="4422775" y="3170238"/>
              <a:ext cx="542925" cy="473075"/>
            </a:xfrm>
            <a:custGeom>
              <a:avLst/>
              <a:gdLst/>
              <a:ahLst/>
              <a:cxnLst>
                <a:cxn ang="0">
                  <a:pos x="2" y="884"/>
                </a:cxn>
                <a:cxn ang="0">
                  <a:pos x="4" y="861"/>
                </a:cxn>
                <a:cxn ang="0">
                  <a:pos x="45" y="818"/>
                </a:cxn>
                <a:cxn ang="0">
                  <a:pos x="132" y="715"/>
                </a:cxn>
                <a:cxn ang="0">
                  <a:pos x="182" y="635"/>
                </a:cxn>
                <a:cxn ang="0">
                  <a:pos x="192" y="564"/>
                </a:cxn>
                <a:cxn ang="0">
                  <a:pos x="207" y="470"/>
                </a:cxn>
                <a:cxn ang="0">
                  <a:pos x="253" y="351"/>
                </a:cxn>
                <a:cxn ang="0">
                  <a:pos x="358" y="215"/>
                </a:cxn>
                <a:cxn ang="0">
                  <a:pos x="517" y="90"/>
                </a:cxn>
                <a:cxn ang="0">
                  <a:pos x="663" y="24"/>
                </a:cxn>
                <a:cxn ang="0">
                  <a:pos x="817" y="2"/>
                </a:cxn>
                <a:cxn ang="0">
                  <a:pos x="943" y="2"/>
                </a:cxn>
                <a:cxn ang="0">
                  <a:pos x="1002" y="16"/>
                </a:cxn>
                <a:cxn ang="0">
                  <a:pos x="1020" y="26"/>
                </a:cxn>
                <a:cxn ang="0">
                  <a:pos x="1022" y="133"/>
                </a:cxn>
                <a:cxn ang="0">
                  <a:pos x="979" y="246"/>
                </a:cxn>
                <a:cxn ang="0">
                  <a:pos x="962" y="260"/>
                </a:cxn>
                <a:cxn ang="0">
                  <a:pos x="893" y="274"/>
                </a:cxn>
                <a:cxn ang="0">
                  <a:pos x="808" y="306"/>
                </a:cxn>
                <a:cxn ang="0">
                  <a:pos x="918" y="339"/>
                </a:cxn>
                <a:cxn ang="0">
                  <a:pos x="927" y="359"/>
                </a:cxn>
                <a:cxn ang="0">
                  <a:pos x="913" y="390"/>
                </a:cxn>
                <a:cxn ang="0">
                  <a:pos x="814" y="507"/>
                </a:cxn>
                <a:cxn ang="0">
                  <a:pos x="649" y="614"/>
                </a:cxn>
                <a:cxn ang="0">
                  <a:pos x="475" y="674"/>
                </a:cxn>
                <a:cxn ang="0">
                  <a:pos x="252" y="686"/>
                </a:cxn>
                <a:cxn ang="0">
                  <a:pos x="211" y="689"/>
                </a:cxn>
                <a:cxn ang="0">
                  <a:pos x="126" y="777"/>
                </a:cxn>
                <a:cxn ang="0">
                  <a:pos x="53" y="863"/>
                </a:cxn>
                <a:cxn ang="0">
                  <a:pos x="17" y="894"/>
                </a:cxn>
                <a:cxn ang="0">
                  <a:pos x="745" y="48"/>
                </a:cxn>
                <a:cxn ang="0">
                  <a:pos x="624" y="74"/>
                </a:cxn>
                <a:cxn ang="0">
                  <a:pos x="505" y="137"/>
                </a:cxn>
                <a:cxn ang="0">
                  <a:pos x="419" y="211"/>
                </a:cxn>
                <a:cxn ang="0">
                  <a:pos x="291" y="355"/>
                </a:cxn>
                <a:cxn ang="0">
                  <a:pos x="241" y="484"/>
                </a:cxn>
                <a:cxn ang="0">
                  <a:pos x="228" y="573"/>
                </a:cxn>
                <a:cxn ang="0">
                  <a:pos x="224" y="646"/>
                </a:cxn>
                <a:cxn ang="0">
                  <a:pos x="307" y="651"/>
                </a:cxn>
                <a:cxn ang="0">
                  <a:pos x="441" y="639"/>
                </a:cxn>
                <a:cxn ang="0">
                  <a:pos x="535" y="627"/>
                </a:cxn>
                <a:cxn ang="0">
                  <a:pos x="630" y="583"/>
                </a:cxn>
                <a:cxn ang="0">
                  <a:pos x="705" y="540"/>
                </a:cxn>
                <a:cxn ang="0">
                  <a:pos x="803" y="471"/>
                </a:cxn>
                <a:cxn ang="0">
                  <a:pos x="872" y="385"/>
                </a:cxn>
                <a:cxn ang="0">
                  <a:pos x="826" y="349"/>
                </a:cxn>
                <a:cxn ang="0">
                  <a:pos x="717" y="321"/>
                </a:cxn>
                <a:cxn ang="0">
                  <a:pos x="657" y="300"/>
                </a:cxn>
                <a:cxn ang="0">
                  <a:pos x="647" y="280"/>
                </a:cxn>
                <a:cxn ang="0">
                  <a:pos x="659" y="257"/>
                </a:cxn>
                <a:cxn ang="0">
                  <a:pos x="843" y="243"/>
                </a:cxn>
                <a:cxn ang="0">
                  <a:pos x="959" y="205"/>
                </a:cxn>
                <a:cxn ang="0">
                  <a:pos x="990" y="94"/>
                </a:cxn>
                <a:cxn ang="0">
                  <a:pos x="979" y="41"/>
                </a:cxn>
                <a:cxn ang="0">
                  <a:pos x="974" y="45"/>
                </a:cxn>
                <a:cxn ang="0">
                  <a:pos x="957" y="41"/>
                </a:cxn>
              </a:cxnLst>
              <a:rect l="0" t="0" r="r" b="b"/>
              <a:pathLst>
                <a:path w="1026" h="894">
                  <a:moveTo>
                    <a:pt x="17" y="894"/>
                  </a:moveTo>
                  <a:lnTo>
                    <a:pt x="17" y="894"/>
                  </a:lnTo>
                  <a:lnTo>
                    <a:pt x="11" y="893"/>
                  </a:lnTo>
                  <a:lnTo>
                    <a:pt x="8" y="892"/>
                  </a:lnTo>
                  <a:lnTo>
                    <a:pt x="6" y="891"/>
                  </a:lnTo>
                  <a:lnTo>
                    <a:pt x="3" y="887"/>
                  </a:lnTo>
                  <a:lnTo>
                    <a:pt x="2" y="884"/>
                  </a:lnTo>
                  <a:lnTo>
                    <a:pt x="1" y="881"/>
                  </a:lnTo>
                  <a:lnTo>
                    <a:pt x="0" y="877"/>
                  </a:lnTo>
                  <a:lnTo>
                    <a:pt x="0" y="872"/>
                  </a:lnTo>
                  <a:lnTo>
                    <a:pt x="0" y="872"/>
                  </a:lnTo>
                  <a:lnTo>
                    <a:pt x="1" y="869"/>
                  </a:lnTo>
                  <a:lnTo>
                    <a:pt x="1" y="866"/>
                  </a:lnTo>
                  <a:lnTo>
                    <a:pt x="4" y="861"/>
                  </a:lnTo>
                  <a:lnTo>
                    <a:pt x="7" y="857"/>
                  </a:lnTo>
                  <a:lnTo>
                    <a:pt x="10" y="856"/>
                  </a:lnTo>
                  <a:lnTo>
                    <a:pt x="12" y="855"/>
                  </a:lnTo>
                  <a:lnTo>
                    <a:pt x="13" y="854"/>
                  </a:lnTo>
                  <a:lnTo>
                    <a:pt x="13" y="854"/>
                  </a:lnTo>
                  <a:lnTo>
                    <a:pt x="29" y="836"/>
                  </a:lnTo>
                  <a:lnTo>
                    <a:pt x="45" y="818"/>
                  </a:lnTo>
                  <a:lnTo>
                    <a:pt x="45" y="818"/>
                  </a:lnTo>
                  <a:lnTo>
                    <a:pt x="69" y="791"/>
                  </a:lnTo>
                  <a:lnTo>
                    <a:pt x="82" y="777"/>
                  </a:lnTo>
                  <a:lnTo>
                    <a:pt x="93" y="761"/>
                  </a:lnTo>
                  <a:lnTo>
                    <a:pt x="93" y="761"/>
                  </a:lnTo>
                  <a:lnTo>
                    <a:pt x="112" y="738"/>
                  </a:lnTo>
                  <a:lnTo>
                    <a:pt x="132" y="715"/>
                  </a:lnTo>
                  <a:lnTo>
                    <a:pt x="153" y="692"/>
                  </a:lnTo>
                  <a:lnTo>
                    <a:pt x="176" y="670"/>
                  </a:lnTo>
                  <a:lnTo>
                    <a:pt x="188" y="658"/>
                  </a:lnTo>
                  <a:lnTo>
                    <a:pt x="187" y="655"/>
                  </a:lnTo>
                  <a:lnTo>
                    <a:pt x="187" y="655"/>
                  </a:lnTo>
                  <a:lnTo>
                    <a:pt x="184" y="645"/>
                  </a:lnTo>
                  <a:lnTo>
                    <a:pt x="182" y="635"/>
                  </a:lnTo>
                  <a:lnTo>
                    <a:pt x="181" y="627"/>
                  </a:lnTo>
                  <a:lnTo>
                    <a:pt x="181" y="621"/>
                  </a:lnTo>
                  <a:lnTo>
                    <a:pt x="181" y="621"/>
                  </a:lnTo>
                  <a:lnTo>
                    <a:pt x="183" y="603"/>
                  </a:lnTo>
                  <a:lnTo>
                    <a:pt x="187" y="586"/>
                  </a:lnTo>
                  <a:lnTo>
                    <a:pt x="187" y="586"/>
                  </a:lnTo>
                  <a:lnTo>
                    <a:pt x="192" y="564"/>
                  </a:lnTo>
                  <a:lnTo>
                    <a:pt x="193" y="553"/>
                  </a:lnTo>
                  <a:lnTo>
                    <a:pt x="194" y="540"/>
                  </a:lnTo>
                  <a:lnTo>
                    <a:pt x="194" y="540"/>
                  </a:lnTo>
                  <a:lnTo>
                    <a:pt x="196" y="524"/>
                  </a:lnTo>
                  <a:lnTo>
                    <a:pt x="198" y="506"/>
                  </a:lnTo>
                  <a:lnTo>
                    <a:pt x="202" y="489"/>
                  </a:lnTo>
                  <a:lnTo>
                    <a:pt x="207" y="470"/>
                  </a:lnTo>
                  <a:lnTo>
                    <a:pt x="212" y="452"/>
                  </a:lnTo>
                  <a:lnTo>
                    <a:pt x="218" y="432"/>
                  </a:lnTo>
                  <a:lnTo>
                    <a:pt x="225" y="412"/>
                  </a:lnTo>
                  <a:lnTo>
                    <a:pt x="233" y="392"/>
                  </a:lnTo>
                  <a:lnTo>
                    <a:pt x="233" y="392"/>
                  </a:lnTo>
                  <a:lnTo>
                    <a:pt x="243" y="371"/>
                  </a:lnTo>
                  <a:lnTo>
                    <a:pt x="253" y="351"/>
                  </a:lnTo>
                  <a:lnTo>
                    <a:pt x="264" y="332"/>
                  </a:lnTo>
                  <a:lnTo>
                    <a:pt x="276" y="313"/>
                  </a:lnTo>
                  <a:lnTo>
                    <a:pt x="289" y="296"/>
                  </a:lnTo>
                  <a:lnTo>
                    <a:pt x="302" y="278"/>
                  </a:lnTo>
                  <a:lnTo>
                    <a:pt x="315" y="261"/>
                  </a:lnTo>
                  <a:lnTo>
                    <a:pt x="329" y="245"/>
                  </a:lnTo>
                  <a:lnTo>
                    <a:pt x="358" y="215"/>
                  </a:lnTo>
                  <a:lnTo>
                    <a:pt x="388" y="188"/>
                  </a:lnTo>
                  <a:lnTo>
                    <a:pt x="417" y="162"/>
                  </a:lnTo>
                  <a:lnTo>
                    <a:pt x="446" y="140"/>
                  </a:lnTo>
                  <a:lnTo>
                    <a:pt x="446" y="140"/>
                  </a:lnTo>
                  <a:lnTo>
                    <a:pt x="464" y="126"/>
                  </a:lnTo>
                  <a:lnTo>
                    <a:pt x="481" y="114"/>
                  </a:lnTo>
                  <a:lnTo>
                    <a:pt x="517" y="90"/>
                  </a:lnTo>
                  <a:lnTo>
                    <a:pt x="555" y="69"/>
                  </a:lnTo>
                  <a:lnTo>
                    <a:pt x="592" y="49"/>
                  </a:lnTo>
                  <a:lnTo>
                    <a:pt x="592" y="49"/>
                  </a:lnTo>
                  <a:lnTo>
                    <a:pt x="609" y="40"/>
                  </a:lnTo>
                  <a:lnTo>
                    <a:pt x="627" y="34"/>
                  </a:lnTo>
                  <a:lnTo>
                    <a:pt x="645" y="28"/>
                  </a:lnTo>
                  <a:lnTo>
                    <a:pt x="663" y="24"/>
                  </a:lnTo>
                  <a:lnTo>
                    <a:pt x="681" y="20"/>
                  </a:lnTo>
                  <a:lnTo>
                    <a:pt x="699" y="17"/>
                  </a:lnTo>
                  <a:lnTo>
                    <a:pt x="737" y="11"/>
                  </a:lnTo>
                  <a:lnTo>
                    <a:pt x="745" y="10"/>
                  </a:lnTo>
                  <a:lnTo>
                    <a:pt x="745" y="10"/>
                  </a:lnTo>
                  <a:lnTo>
                    <a:pt x="782" y="5"/>
                  </a:lnTo>
                  <a:lnTo>
                    <a:pt x="817" y="2"/>
                  </a:lnTo>
                  <a:lnTo>
                    <a:pt x="848" y="0"/>
                  </a:lnTo>
                  <a:lnTo>
                    <a:pt x="878" y="0"/>
                  </a:lnTo>
                  <a:lnTo>
                    <a:pt x="878" y="0"/>
                  </a:lnTo>
                  <a:lnTo>
                    <a:pt x="902" y="0"/>
                  </a:lnTo>
                  <a:lnTo>
                    <a:pt x="924" y="1"/>
                  </a:lnTo>
                  <a:lnTo>
                    <a:pt x="924" y="1"/>
                  </a:lnTo>
                  <a:lnTo>
                    <a:pt x="943" y="2"/>
                  </a:lnTo>
                  <a:lnTo>
                    <a:pt x="943" y="2"/>
                  </a:lnTo>
                  <a:lnTo>
                    <a:pt x="959" y="3"/>
                  </a:lnTo>
                  <a:lnTo>
                    <a:pt x="975" y="5"/>
                  </a:lnTo>
                  <a:lnTo>
                    <a:pt x="982" y="6"/>
                  </a:lnTo>
                  <a:lnTo>
                    <a:pt x="990" y="8"/>
                  </a:lnTo>
                  <a:lnTo>
                    <a:pt x="997" y="11"/>
                  </a:lnTo>
                  <a:lnTo>
                    <a:pt x="1002" y="16"/>
                  </a:lnTo>
                  <a:lnTo>
                    <a:pt x="1003" y="16"/>
                  </a:lnTo>
                  <a:lnTo>
                    <a:pt x="1005" y="17"/>
                  </a:lnTo>
                  <a:lnTo>
                    <a:pt x="1005" y="17"/>
                  </a:lnTo>
                  <a:lnTo>
                    <a:pt x="1010" y="18"/>
                  </a:lnTo>
                  <a:lnTo>
                    <a:pt x="1016" y="21"/>
                  </a:lnTo>
                  <a:lnTo>
                    <a:pt x="1018" y="24"/>
                  </a:lnTo>
                  <a:lnTo>
                    <a:pt x="1020" y="26"/>
                  </a:lnTo>
                  <a:lnTo>
                    <a:pt x="1022" y="30"/>
                  </a:lnTo>
                  <a:lnTo>
                    <a:pt x="1023" y="33"/>
                  </a:lnTo>
                  <a:lnTo>
                    <a:pt x="1023" y="33"/>
                  </a:lnTo>
                  <a:lnTo>
                    <a:pt x="1026" y="61"/>
                  </a:lnTo>
                  <a:lnTo>
                    <a:pt x="1026" y="86"/>
                  </a:lnTo>
                  <a:lnTo>
                    <a:pt x="1025" y="110"/>
                  </a:lnTo>
                  <a:lnTo>
                    <a:pt x="1022" y="133"/>
                  </a:lnTo>
                  <a:lnTo>
                    <a:pt x="1022" y="133"/>
                  </a:lnTo>
                  <a:lnTo>
                    <a:pt x="1016" y="154"/>
                  </a:lnTo>
                  <a:lnTo>
                    <a:pt x="1010" y="174"/>
                  </a:lnTo>
                  <a:lnTo>
                    <a:pt x="1002" y="193"/>
                  </a:lnTo>
                  <a:lnTo>
                    <a:pt x="994" y="213"/>
                  </a:lnTo>
                  <a:lnTo>
                    <a:pt x="994" y="213"/>
                  </a:lnTo>
                  <a:lnTo>
                    <a:pt x="979" y="246"/>
                  </a:lnTo>
                  <a:lnTo>
                    <a:pt x="979" y="246"/>
                  </a:lnTo>
                  <a:lnTo>
                    <a:pt x="976" y="251"/>
                  </a:lnTo>
                  <a:lnTo>
                    <a:pt x="973" y="254"/>
                  </a:lnTo>
                  <a:lnTo>
                    <a:pt x="969" y="256"/>
                  </a:lnTo>
                  <a:lnTo>
                    <a:pt x="966" y="257"/>
                  </a:lnTo>
                  <a:lnTo>
                    <a:pt x="963" y="258"/>
                  </a:lnTo>
                  <a:lnTo>
                    <a:pt x="962" y="260"/>
                  </a:lnTo>
                  <a:lnTo>
                    <a:pt x="962" y="260"/>
                  </a:lnTo>
                  <a:lnTo>
                    <a:pt x="960" y="262"/>
                  </a:lnTo>
                  <a:lnTo>
                    <a:pt x="956" y="266"/>
                  </a:lnTo>
                  <a:lnTo>
                    <a:pt x="952" y="268"/>
                  </a:lnTo>
                  <a:lnTo>
                    <a:pt x="947" y="269"/>
                  </a:lnTo>
                  <a:lnTo>
                    <a:pt x="947" y="269"/>
                  </a:lnTo>
                  <a:lnTo>
                    <a:pt x="893" y="274"/>
                  </a:lnTo>
                  <a:lnTo>
                    <a:pt x="841" y="279"/>
                  </a:lnTo>
                  <a:lnTo>
                    <a:pt x="841" y="279"/>
                  </a:lnTo>
                  <a:lnTo>
                    <a:pt x="780" y="286"/>
                  </a:lnTo>
                  <a:lnTo>
                    <a:pt x="779" y="298"/>
                  </a:lnTo>
                  <a:lnTo>
                    <a:pt x="779" y="298"/>
                  </a:lnTo>
                  <a:lnTo>
                    <a:pt x="795" y="302"/>
                  </a:lnTo>
                  <a:lnTo>
                    <a:pt x="808" y="306"/>
                  </a:lnTo>
                  <a:lnTo>
                    <a:pt x="808" y="306"/>
                  </a:lnTo>
                  <a:lnTo>
                    <a:pt x="833" y="316"/>
                  </a:lnTo>
                  <a:lnTo>
                    <a:pt x="858" y="324"/>
                  </a:lnTo>
                  <a:lnTo>
                    <a:pt x="887" y="333"/>
                  </a:lnTo>
                  <a:lnTo>
                    <a:pt x="915" y="338"/>
                  </a:lnTo>
                  <a:lnTo>
                    <a:pt x="915" y="338"/>
                  </a:lnTo>
                  <a:lnTo>
                    <a:pt x="918" y="339"/>
                  </a:lnTo>
                  <a:lnTo>
                    <a:pt x="921" y="341"/>
                  </a:lnTo>
                  <a:lnTo>
                    <a:pt x="924" y="343"/>
                  </a:lnTo>
                  <a:lnTo>
                    <a:pt x="925" y="345"/>
                  </a:lnTo>
                  <a:lnTo>
                    <a:pt x="925" y="345"/>
                  </a:lnTo>
                  <a:lnTo>
                    <a:pt x="928" y="349"/>
                  </a:lnTo>
                  <a:lnTo>
                    <a:pt x="928" y="353"/>
                  </a:lnTo>
                  <a:lnTo>
                    <a:pt x="927" y="359"/>
                  </a:lnTo>
                  <a:lnTo>
                    <a:pt x="924" y="363"/>
                  </a:lnTo>
                  <a:lnTo>
                    <a:pt x="923" y="364"/>
                  </a:lnTo>
                  <a:lnTo>
                    <a:pt x="923" y="365"/>
                  </a:lnTo>
                  <a:lnTo>
                    <a:pt x="923" y="365"/>
                  </a:lnTo>
                  <a:lnTo>
                    <a:pt x="922" y="369"/>
                  </a:lnTo>
                  <a:lnTo>
                    <a:pt x="922" y="369"/>
                  </a:lnTo>
                  <a:lnTo>
                    <a:pt x="913" y="390"/>
                  </a:lnTo>
                  <a:lnTo>
                    <a:pt x="902" y="409"/>
                  </a:lnTo>
                  <a:lnTo>
                    <a:pt x="889" y="428"/>
                  </a:lnTo>
                  <a:lnTo>
                    <a:pt x="877" y="445"/>
                  </a:lnTo>
                  <a:lnTo>
                    <a:pt x="862" y="462"/>
                  </a:lnTo>
                  <a:lnTo>
                    <a:pt x="847" y="478"/>
                  </a:lnTo>
                  <a:lnTo>
                    <a:pt x="831" y="493"/>
                  </a:lnTo>
                  <a:lnTo>
                    <a:pt x="814" y="507"/>
                  </a:lnTo>
                  <a:lnTo>
                    <a:pt x="796" y="521"/>
                  </a:lnTo>
                  <a:lnTo>
                    <a:pt x="779" y="534"/>
                  </a:lnTo>
                  <a:lnTo>
                    <a:pt x="742" y="559"/>
                  </a:lnTo>
                  <a:lnTo>
                    <a:pt x="703" y="583"/>
                  </a:lnTo>
                  <a:lnTo>
                    <a:pt x="664" y="605"/>
                  </a:lnTo>
                  <a:lnTo>
                    <a:pt x="649" y="614"/>
                  </a:lnTo>
                  <a:lnTo>
                    <a:pt x="649" y="614"/>
                  </a:lnTo>
                  <a:lnTo>
                    <a:pt x="625" y="627"/>
                  </a:lnTo>
                  <a:lnTo>
                    <a:pt x="601" y="637"/>
                  </a:lnTo>
                  <a:lnTo>
                    <a:pt x="576" y="648"/>
                  </a:lnTo>
                  <a:lnTo>
                    <a:pt x="552" y="656"/>
                  </a:lnTo>
                  <a:lnTo>
                    <a:pt x="526" y="662"/>
                  </a:lnTo>
                  <a:lnTo>
                    <a:pt x="501" y="668"/>
                  </a:lnTo>
                  <a:lnTo>
                    <a:pt x="475" y="674"/>
                  </a:lnTo>
                  <a:lnTo>
                    <a:pt x="449" y="677"/>
                  </a:lnTo>
                  <a:lnTo>
                    <a:pt x="423" y="680"/>
                  </a:lnTo>
                  <a:lnTo>
                    <a:pt x="398" y="682"/>
                  </a:lnTo>
                  <a:lnTo>
                    <a:pt x="348" y="685"/>
                  </a:lnTo>
                  <a:lnTo>
                    <a:pt x="298" y="686"/>
                  </a:lnTo>
                  <a:lnTo>
                    <a:pt x="252" y="686"/>
                  </a:lnTo>
                  <a:lnTo>
                    <a:pt x="252" y="686"/>
                  </a:lnTo>
                  <a:lnTo>
                    <a:pt x="225" y="686"/>
                  </a:lnTo>
                  <a:lnTo>
                    <a:pt x="224" y="687"/>
                  </a:lnTo>
                  <a:lnTo>
                    <a:pt x="224" y="687"/>
                  </a:lnTo>
                  <a:lnTo>
                    <a:pt x="220" y="689"/>
                  </a:lnTo>
                  <a:lnTo>
                    <a:pt x="215" y="690"/>
                  </a:lnTo>
                  <a:lnTo>
                    <a:pt x="215" y="690"/>
                  </a:lnTo>
                  <a:lnTo>
                    <a:pt x="211" y="689"/>
                  </a:lnTo>
                  <a:lnTo>
                    <a:pt x="208" y="689"/>
                  </a:lnTo>
                  <a:lnTo>
                    <a:pt x="199" y="697"/>
                  </a:lnTo>
                  <a:lnTo>
                    <a:pt x="199" y="697"/>
                  </a:lnTo>
                  <a:lnTo>
                    <a:pt x="178" y="719"/>
                  </a:lnTo>
                  <a:lnTo>
                    <a:pt x="156" y="742"/>
                  </a:lnTo>
                  <a:lnTo>
                    <a:pt x="135" y="766"/>
                  </a:lnTo>
                  <a:lnTo>
                    <a:pt x="126" y="777"/>
                  </a:lnTo>
                  <a:lnTo>
                    <a:pt x="117" y="789"/>
                  </a:lnTo>
                  <a:lnTo>
                    <a:pt x="117" y="789"/>
                  </a:lnTo>
                  <a:lnTo>
                    <a:pt x="106" y="804"/>
                  </a:lnTo>
                  <a:lnTo>
                    <a:pt x="96" y="817"/>
                  </a:lnTo>
                  <a:lnTo>
                    <a:pt x="72" y="842"/>
                  </a:lnTo>
                  <a:lnTo>
                    <a:pt x="72" y="842"/>
                  </a:lnTo>
                  <a:lnTo>
                    <a:pt x="53" y="863"/>
                  </a:lnTo>
                  <a:lnTo>
                    <a:pt x="43" y="874"/>
                  </a:lnTo>
                  <a:lnTo>
                    <a:pt x="34" y="885"/>
                  </a:lnTo>
                  <a:lnTo>
                    <a:pt x="34" y="885"/>
                  </a:lnTo>
                  <a:lnTo>
                    <a:pt x="31" y="888"/>
                  </a:lnTo>
                  <a:lnTo>
                    <a:pt x="27" y="892"/>
                  </a:lnTo>
                  <a:lnTo>
                    <a:pt x="22" y="894"/>
                  </a:lnTo>
                  <a:lnTo>
                    <a:pt x="17" y="894"/>
                  </a:lnTo>
                  <a:lnTo>
                    <a:pt x="17" y="894"/>
                  </a:lnTo>
                  <a:close/>
                  <a:moveTo>
                    <a:pt x="884" y="36"/>
                  </a:moveTo>
                  <a:lnTo>
                    <a:pt x="884" y="36"/>
                  </a:lnTo>
                  <a:lnTo>
                    <a:pt x="861" y="37"/>
                  </a:lnTo>
                  <a:lnTo>
                    <a:pt x="861" y="37"/>
                  </a:lnTo>
                  <a:lnTo>
                    <a:pt x="782" y="43"/>
                  </a:lnTo>
                  <a:lnTo>
                    <a:pt x="745" y="48"/>
                  </a:lnTo>
                  <a:lnTo>
                    <a:pt x="709" y="53"/>
                  </a:lnTo>
                  <a:lnTo>
                    <a:pt x="709" y="53"/>
                  </a:lnTo>
                  <a:lnTo>
                    <a:pt x="692" y="55"/>
                  </a:lnTo>
                  <a:lnTo>
                    <a:pt x="676" y="59"/>
                  </a:lnTo>
                  <a:lnTo>
                    <a:pt x="658" y="63"/>
                  </a:lnTo>
                  <a:lnTo>
                    <a:pt x="640" y="68"/>
                  </a:lnTo>
                  <a:lnTo>
                    <a:pt x="624" y="74"/>
                  </a:lnTo>
                  <a:lnTo>
                    <a:pt x="606" y="82"/>
                  </a:lnTo>
                  <a:lnTo>
                    <a:pt x="589" y="90"/>
                  </a:lnTo>
                  <a:lnTo>
                    <a:pt x="571" y="98"/>
                  </a:lnTo>
                  <a:lnTo>
                    <a:pt x="555" y="106"/>
                  </a:lnTo>
                  <a:lnTo>
                    <a:pt x="538" y="117"/>
                  </a:lnTo>
                  <a:lnTo>
                    <a:pt x="522" y="127"/>
                  </a:lnTo>
                  <a:lnTo>
                    <a:pt x="505" y="137"/>
                  </a:lnTo>
                  <a:lnTo>
                    <a:pt x="490" y="149"/>
                  </a:lnTo>
                  <a:lnTo>
                    <a:pt x="474" y="161"/>
                  </a:lnTo>
                  <a:lnTo>
                    <a:pt x="460" y="174"/>
                  </a:lnTo>
                  <a:lnTo>
                    <a:pt x="446" y="186"/>
                  </a:lnTo>
                  <a:lnTo>
                    <a:pt x="446" y="186"/>
                  </a:lnTo>
                  <a:lnTo>
                    <a:pt x="419" y="211"/>
                  </a:lnTo>
                  <a:lnTo>
                    <a:pt x="419" y="211"/>
                  </a:lnTo>
                  <a:lnTo>
                    <a:pt x="396" y="234"/>
                  </a:lnTo>
                  <a:lnTo>
                    <a:pt x="372" y="256"/>
                  </a:lnTo>
                  <a:lnTo>
                    <a:pt x="349" y="279"/>
                  </a:lnTo>
                  <a:lnTo>
                    <a:pt x="328" y="304"/>
                  </a:lnTo>
                  <a:lnTo>
                    <a:pt x="309" y="329"/>
                  </a:lnTo>
                  <a:lnTo>
                    <a:pt x="300" y="342"/>
                  </a:lnTo>
                  <a:lnTo>
                    <a:pt x="291" y="355"/>
                  </a:lnTo>
                  <a:lnTo>
                    <a:pt x="283" y="370"/>
                  </a:lnTo>
                  <a:lnTo>
                    <a:pt x="276" y="384"/>
                  </a:lnTo>
                  <a:lnTo>
                    <a:pt x="269" y="400"/>
                  </a:lnTo>
                  <a:lnTo>
                    <a:pt x="262" y="415"/>
                  </a:lnTo>
                  <a:lnTo>
                    <a:pt x="262" y="415"/>
                  </a:lnTo>
                  <a:lnTo>
                    <a:pt x="251" y="449"/>
                  </a:lnTo>
                  <a:lnTo>
                    <a:pt x="241" y="484"/>
                  </a:lnTo>
                  <a:lnTo>
                    <a:pt x="237" y="501"/>
                  </a:lnTo>
                  <a:lnTo>
                    <a:pt x="233" y="519"/>
                  </a:lnTo>
                  <a:lnTo>
                    <a:pt x="231" y="536"/>
                  </a:lnTo>
                  <a:lnTo>
                    <a:pt x="230" y="555"/>
                  </a:lnTo>
                  <a:lnTo>
                    <a:pt x="230" y="555"/>
                  </a:lnTo>
                  <a:lnTo>
                    <a:pt x="230" y="564"/>
                  </a:lnTo>
                  <a:lnTo>
                    <a:pt x="228" y="573"/>
                  </a:lnTo>
                  <a:lnTo>
                    <a:pt x="223" y="592"/>
                  </a:lnTo>
                  <a:lnTo>
                    <a:pt x="221" y="599"/>
                  </a:lnTo>
                  <a:lnTo>
                    <a:pt x="221" y="599"/>
                  </a:lnTo>
                  <a:lnTo>
                    <a:pt x="220" y="609"/>
                  </a:lnTo>
                  <a:lnTo>
                    <a:pt x="221" y="620"/>
                  </a:lnTo>
                  <a:lnTo>
                    <a:pt x="224" y="645"/>
                  </a:lnTo>
                  <a:lnTo>
                    <a:pt x="224" y="646"/>
                  </a:lnTo>
                  <a:lnTo>
                    <a:pt x="226" y="648"/>
                  </a:lnTo>
                  <a:lnTo>
                    <a:pt x="228" y="650"/>
                  </a:lnTo>
                  <a:lnTo>
                    <a:pt x="230" y="650"/>
                  </a:lnTo>
                  <a:lnTo>
                    <a:pt x="230" y="650"/>
                  </a:lnTo>
                  <a:lnTo>
                    <a:pt x="262" y="651"/>
                  </a:lnTo>
                  <a:lnTo>
                    <a:pt x="262" y="651"/>
                  </a:lnTo>
                  <a:lnTo>
                    <a:pt x="307" y="651"/>
                  </a:lnTo>
                  <a:lnTo>
                    <a:pt x="307" y="651"/>
                  </a:lnTo>
                  <a:lnTo>
                    <a:pt x="339" y="651"/>
                  </a:lnTo>
                  <a:lnTo>
                    <a:pt x="372" y="649"/>
                  </a:lnTo>
                  <a:lnTo>
                    <a:pt x="406" y="646"/>
                  </a:lnTo>
                  <a:lnTo>
                    <a:pt x="423" y="644"/>
                  </a:lnTo>
                  <a:lnTo>
                    <a:pt x="441" y="639"/>
                  </a:lnTo>
                  <a:lnTo>
                    <a:pt x="441" y="639"/>
                  </a:lnTo>
                  <a:lnTo>
                    <a:pt x="461" y="636"/>
                  </a:lnTo>
                  <a:lnTo>
                    <a:pt x="481" y="635"/>
                  </a:lnTo>
                  <a:lnTo>
                    <a:pt x="481" y="635"/>
                  </a:lnTo>
                  <a:lnTo>
                    <a:pt x="509" y="632"/>
                  </a:lnTo>
                  <a:lnTo>
                    <a:pt x="523" y="630"/>
                  </a:lnTo>
                  <a:lnTo>
                    <a:pt x="535" y="627"/>
                  </a:lnTo>
                  <a:lnTo>
                    <a:pt x="535" y="627"/>
                  </a:lnTo>
                  <a:lnTo>
                    <a:pt x="551" y="621"/>
                  </a:lnTo>
                  <a:lnTo>
                    <a:pt x="565" y="615"/>
                  </a:lnTo>
                  <a:lnTo>
                    <a:pt x="594" y="601"/>
                  </a:lnTo>
                  <a:lnTo>
                    <a:pt x="594" y="601"/>
                  </a:lnTo>
                  <a:lnTo>
                    <a:pt x="611" y="592"/>
                  </a:lnTo>
                  <a:lnTo>
                    <a:pt x="630" y="583"/>
                  </a:lnTo>
                  <a:lnTo>
                    <a:pt x="630" y="583"/>
                  </a:lnTo>
                  <a:lnTo>
                    <a:pt x="640" y="578"/>
                  </a:lnTo>
                  <a:lnTo>
                    <a:pt x="652" y="572"/>
                  </a:lnTo>
                  <a:lnTo>
                    <a:pt x="674" y="559"/>
                  </a:lnTo>
                  <a:lnTo>
                    <a:pt x="674" y="559"/>
                  </a:lnTo>
                  <a:lnTo>
                    <a:pt x="692" y="549"/>
                  </a:lnTo>
                  <a:lnTo>
                    <a:pt x="692" y="549"/>
                  </a:lnTo>
                  <a:lnTo>
                    <a:pt x="705" y="540"/>
                  </a:lnTo>
                  <a:lnTo>
                    <a:pt x="705" y="540"/>
                  </a:lnTo>
                  <a:lnTo>
                    <a:pt x="726" y="529"/>
                  </a:lnTo>
                  <a:lnTo>
                    <a:pt x="746" y="517"/>
                  </a:lnTo>
                  <a:lnTo>
                    <a:pt x="764" y="504"/>
                  </a:lnTo>
                  <a:lnTo>
                    <a:pt x="783" y="490"/>
                  </a:lnTo>
                  <a:lnTo>
                    <a:pt x="783" y="490"/>
                  </a:lnTo>
                  <a:lnTo>
                    <a:pt x="803" y="471"/>
                  </a:lnTo>
                  <a:lnTo>
                    <a:pt x="820" y="453"/>
                  </a:lnTo>
                  <a:lnTo>
                    <a:pt x="837" y="433"/>
                  </a:lnTo>
                  <a:lnTo>
                    <a:pt x="851" y="413"/>
                  </a:lnTo>
                  <a:lnTo>
                    <a:pt x="851" y="413"/>
                  </a:lnTo>
                  <a:lnTo>
                    <a:pt x="865" y="396"/>
                  </a:lnTo>
                  <a:lnTo>
                    <a:pt x="865" y="396"/>
                  </a:lnTo>
                  <a:lnTo>
                    <a:pt x="872" y="385"/>
                  </a:lnTo>
                  <a:lnTo>
                    <a:pt x="880" y="375"/>
                  </a:lnTo>
                  <a:lnTo>
                    <a:pt x="884" y="368"/>
                  </a:lnTo>
                  <a:lnTo>
                    <a:pt x="876" y="366"/>
                  </a:lnTo>
                  <a:lnTo>
                    <a:pt x="876" y="366"/>
                  </a:lnTo>
                  <a:lnTo>
                    <a:pt x="851" y="359"/>
                  </a:lnTo>
                  <a:lnTo>
                    <a:pt x="826" y="349"/>
                  </a:lnTo>
                  <a:lnTo>
                    <a:pt x="826" y="349"/>
                  </a:lnTo>
                  <a:lnTo>
                    <a:pt x="805" y="342"/>
                  </a:lnTo>
                  <a:lnTo>
                    <a:pt x="782" y="335"/>
                  </a:lnTo>
                  <a:lnTo>
                    <a:pt x="782" y="335"/>
                  </a:lnTo>
                  <a:lnTo>
                    <a:pt x="759" y="330"/>
                  </a:lnTo>
                  <a:lnTo>
                    <a:pt x="736" y="324"/>
                  </a:lnTo>
                  <a:lnTo>
                    <a:pt x="736" y="324"/>
                  </a:lnTo>
                  <a:lnTo>
                    <a:pt x="717" y="321"/>
                  </a:lnTo>
                  <a:lnTo>
                    <a:pt x="698" y="317"/>
                  </a:lnTo>
                  <a:lnTo>
                    <a:pt x="681" y="312"/>
                  </a:lnTo>
                  <a:lnTo>
                    <a:pt x="671" y="308"/>
                  </a:lnTo>
                  <a:lnTo>
                    <a:pt x="663" y="305"/>
                  </a:lnTo>
                  <a:lnTo>
                    <a:pt x="663" y="305"/>
                  </a:lnTo>
                  <a:lnTo>
                    <a:pt x="660" y="302"/>
                  </a:lnTo>
                  <a:lnTo>
                    <a:pt x="657" y="300"/>
                  </a:lnTo>
                  <a:lnTo>
                    <a:pt x="656" y="297"/>
                  </a:lnTo>
                  <a:lnTo>
                    <a:pt x="655" y="293"/>
                  </a:lnTo>
                  <a:lnTo>
                    <a:pt x="655" y="290"/>
                  </a:lnTo>
                  <a:lnTo>
                    <a:pt x="653" y="289"/>
                  </a:lnTo>
                  <a:lnTo>
                    <a:pt x="653" y="289"/>
                  </a:lnTo>
                  <a:lnTo>
                    <a:pt x="649" y="285"/>
                  </a:lnTo>
                  <a:lnTo>
                    <a:pt x="647" y="280"/>
                  </a:lnTo>
                  <a:lnTo>
                    <a:pt x="646" y="274"/>
                  </a:lnTo>
                  <a:lnTo>
                    <a:pt x="647" y="268"/>
                  </a:lnTo>
                  <a:lnTo>
                    <a:pt x="647" y="268"/>
                  </a:lnTo>
                  <a:lnTo>
                    <a:pt x="649" y="265"/>
                  </a:lnTo>
                  <a:lnTo>
                    <a:pt x="652" y="260"/>
                  </a:lnTo>
                  <a:lnTo>
                    <a:pt x="656" y="257"/>
                  </a:lnTo>
                  <a:lnTo>
                    <a:pt x="659" y="257"/>
                  </a:lnTo>
                  <a:lnTo>
                    <a:pt x="663" y="256"/>
                  </a:lnTo>
                  <a:lnTo>
                    <a:pt x="663" y="256"/>
                  </a:lnTo>
                  <a:lnTo>
                    <a:pt x="709" y="255"/>
                  </a:lnTo>
                  <a:lnTo>
                    <a:pt x="753" y="252"/>
                  </a:lnTo>
                  <a:lnTo>
                    <a:pt x="798" y="248"/>
                  </a:lnTo>
                  <a:lnTo>
                    <a:pt x="843" y="243"/>
                  </a:lnTo>
                  <a:lnTo>
                    <a:pt x="843" y="243"/>
                  </a:lnTo>
                  <a:lnTo>
                    <a:pt x="892" y="238"/>
                  </a:lnTo>
                  <a:lnTo>
                    <a:pt x="942" y="234"/>
                  </a:lnTo>
                  <a:lnTo>
                    <a:pt x="946" y="234"/>
                  </a:lnTo>
                  <a:lnTo>
                    <a:pt x="947" y="229"/>
                  </a:lnTo>
                  <a:lnTo>
                    <a:pt x="947" y="229"/>
                  </a:lnTo>
                  <a:lnTo>
                    <a:pt x="959" y="205"/>
                  </a:lnTo>
                  <a:lnTo>
                    <a:pt x="959" y="205"/>
                  </a:lnTo>
                  <a:lnTo>
                    <a:pt x="967" y="188"/>
                  </a:lnTo>
                  <a:lnTo>
                    <a:pt x="974" y="171"/>
                  </a:lnTo>
                  <a:lnTo>
                    <a:pt x="980" y="153"/>
                  </a:lnTo>
                  <a:lnTo>
                    <a:pt x="985" y="135"/>
                  </a:lnTo>
                  <a:lnTo>
                    <a:pt x="985" y="135"/>
                  </a:lnTo>
                  <a:lnTo>
                    <a:pt x="987" y="115"/>
                  </a:lnTo>
                  <a:lnTo>
                    <a:pt x="990" y="94"/>
                  </a:lnTo>
                  <a:lnTo>
                    <a:pt x="990" y="73"/>
                  </a:lnTo>
                  <a:lnTo>
                    <a:pt x="988" y="52"/>
                  </a:lnTo>
                  <a:lnTo>
                    <a:pt x="988" y="50"/>
                  </a:lnTo>
                  <a:lnTo>
                    <a:pt x="985" y="48"/>
                  </a:lnTo>
                  <a:lnTo>
                    <a:pt x="985" y="48"/>
                  </a:lnTo>
                  <a:lnTo>
                    <a:pt x="982" y="46"/>
                  </a:lnTo>
                  <a:lnTo>
                    <a:pt x="979" y="41"/>
                  </a:lnTo>
                  <a:lnTo>
                    <a:pt x="971" y="48"/>
                  </a:lnTo>
                  <a:lnTo>
                    <a:pt x="971" y="48"/>
                  </a:lnTo>
                  <a:lnTo>
                    <a:pt x="971" y="47"/>
                  </a:lnTo>
                  <a:lnTo>
                    <a:pt x="971" y="47"/>
                  </a:lnTo>
                  <a:lnTo>
                    <a:pt x="973" y="45"/>
                  </a:lnTo>
                  <a:lnTo>
                    <a:pt x="974" y="45"/>
                  </a:lnTo>
                  <a:lnTo>
                    <a:pt x="974" y="45"/>
                  </a:lnTo>
                  <a:lnTo>
                    <a:pt x="974" y="45"/>
                  </a:lnTo>
                  <a:lnTo>
                    <a:pt x="974" y="45"/>
                  </a:lnTo>
                  <a:lnTo>
                    <a:pt x="967" y="43"/>
                  </a:lnTo>
                  <a:lnTo>
                    <a:pt x="967" y="43"/>
                  </a:lnTo>
                  <a:lnTo>
                    <a:pt x="962" y="41"/>
                  </a:lnTo>
                  <a:lnTo>
                    <a:pt x="957" y="41"/>
                  </a:lnTo>
                  <a:lnTo>
                    <a:pt x="957" y="41"/>
                  </a:lnTo>
                  <a:lnTo>
                    <a:pt x="925" y="37"/>
                  </a:lnTo>
                  <a:lnTo>
                    <a:pt x="921" y="37"/>
                  </a:lnTo>
                  <a:lnTo>
                    <a:pt x="921" y="37"/>
                  </a:lnTo>
                  <a:lnTo>
                    <a:pt x="884" y="36"/>
                  </a:lnTo>
                  <a:lnTo>
                    <a:pt x="884"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7" name="Freeform 398"/>
            <p:cNvSpPr/>
            <p:nvPr/>
          </p:nvSpPr>
          <p:spPr bwMode="auto">
            <a:xfrm>
              <a:off x="4587875" y="3630613"/>
              <a:ext cx="239713" cy="161925"/>
            </a:xfrm>
            <a:custGeom>
              <a:avLst/>
              <a:gdLst/>
              <a:ahLst/>
              <a:cxnLst>
                <a:cxn ang="0">
                  <a:pos x="19" y="306"/>
                </a:cxn>
                <a:cxn ang="0">
                  <a:pos x="9" y="303"/>
                </a:cxn>
                <a:cxn ang="0">
                  <a:pos x="4" y="299"/>
                </a:cxn>
                <a:cxn ang="0">
                  <a:pos x="1" y="292"/>
                </a:cxn>
                <a:cxn ang="0">
                  <a:pos x="0" y="288"/>
                </a:cxn>
                <a:cxn ang="0">
                  <a:pos x="1" y="227"/>
                </a:cxn>
                <a:cxn ang="0">
                  <a:pos x="4" y="165"/>
                </a:cxn>
                <a:cxn ang="0">
                  <a:pos x="8" y="89"/>
                </a:cxn>
                <a:cxn ang="0">
                  <a:pos x="8" y="63"/>
                </a:cxn>
                <a:cxn ang="0">
                  <a:pos x="11" y="34"/>
                </a:cxn>
                <a:cxn ang="0">
                  <a:pos x="19" y="18"/>
                </a:cxn>
                <a:cxn ang="0">
                  <a:pos x="25" y="11"/>
                </a:cxn>
                <a:cxn ang="0">
                  <a:pos x="34" y="6"/>
                </a:cxn>
                <a:cxn ang="0">
                  <a:pos x="51" y="1"/>
                </a:cxn>
                <a:cxn ang="0">
                  <a:pos x="64" y="0"/>
                </a:cxn>
                <a:cxn ang="0">
                  <a:pos x="70" y="0"/>
                </a:cxn>
                <a:cxn ang="0">
                  <a:pos x="153" y="7"/>
                </a:cxn>
                <a:cxn ang="0">
                  <a:pos x="234" y="18"/>
                </a:cxn>
                <a:cxn ang="0">
                  <a:pos x="284" y="26"/>
                </a:cxn>
                <a:cxn ang="0">
                  <a:pos x="385" y="37"/>
                </a:cxn>
                <a:cxn ang="0">
                  <a:pos x="436" y="38"/>
                </a:cxn>
                <a:cxn ang="0">
                  <a:pos x="440" y="39"/>
                </a:cxn>
                <a:cxn ang="0">
                  <a:pos x="446" y="41"/>
                </a:cxn>
                <a:cxn ang="0">
                  <a:pos x="450" y="46"/>
                </a:cxn>
                <a:cxn ang="0">
                  <a:pos x="452" y="57"/>
                </a:cxn>
                <a:cxn ang="0">
                  <a:pos x="451" y="63"/>
                </a:cxn>
                <a:cxn ang="0">
                  <a:pos x="448" y="69"/>
                </a:cxn>
                <a:cxn ang="0">
                  <a:pos x="443" y="73"/>
                </a:cxn>
                <a:cxn ang="0">
                  <a:pos x="436" y="74"/>
                </a:cxn>
                <a:cxn ang="0">
                  <a:pos x="410" y="73"/>
                </a:cxn>
                <a:cxn ang="0">
                  <a:pos x="335" y="67"/>
                </a:cxn>
                <a:cxn ang="0">
                  <a:pos x="293" y="64"/>
                </a:cxn>
                <a:cxn ang="0">
                  <a:pos x="249" y="59"/>
                </a:cxn>
                <a:cxn ang="0">
                  <a:pos x="167" y="49"/>
                </a:cxn>
                <a:cxn ang="0">
                  <a:pos x="131" y="43"/>
                </a:cxn>
                <a:cxn ang="0">
                  <a:pos x="77" y="37"/>
                </a:cxn>
                <a:cxn ang="0">
                  <a:pos x="59" y="36"/>
                </a:cxn>
                <a:cxn ang="0">
                  <a:pos x="54" y="37"/>
                </a:cxn>
                <a:cxn ang="0">
                  <a:pos x="49" y="40"/>
                </a:cxn>
                <a:cxn ang="0">
                  <a:pos x="45" y="47"/>
                </a:cxn>
                <a:cxn ang="0">
                  <a:pos x="43" y="66"/>
                </a:cxn>
                <a:cxn ang="0">
                  <a:pos x="44" y="76"/>
                </a:cxn>
                <a:cxn ang="0">
                  <a:pos x="45" y="90"/>
                </a:cxn>
                <a:cxn ang="0">
                  <a:pos x="42" y="113"/>
                </a:cxn>
                <a:cxn ang="0">
                  <a:pos x="40" y="161"/>
                </a:cxn>
                <a:cxn ang="0">
                  <a:pos x="41" y="184"/>
                </a:cxn>
                <a:cxn ang="0">
                  <a:pos x="41" y="207"/>
                </a:cxn>
                <a:cxn ang="0">
                  <a:pos x="38" y="245"/>
                </a:cxn>
                <a:cxn ang="0">
                  <a:pos x="37" y="266"/>
                </a:cxn>
                <a:cxn ang="0">
                  <a:pos x="36" y="289"/>
                </a:cxn>
                <a:cxn ang="0">
                  <a:pos x="35" y="295"/>
                </a:cxn>
                <a:cxn ang="0">
                  <a:pos x="32" y="300"/>
                </a:cxn>
                <a:cxn ang="0">
                  <a:pos x="29" y="302"/>
                </a:cxn>
                <a:cxn ang="0">
                  <a:pos x="23" y="306"/>
                </a:cxn>
                <a:cxn ang="0">
                  <a:pos x="19" y="306"/>
                </a:cxn>
              </a:cxnLst>
              <a:rect l="0" t="0" r="r" b="b"/>
              <a:pathLst>
                <a:path w="452" h="306">
                  <a:moveTo>
                    <a:pt x="19" y="306"/>
                  </a:moveTo>
                  <a:lnTo>
                    <a:pt x="19" y="306"/>
                  </a:lnTo>
                  <a:lnTo>
                    <a:pt x="12" y="304"/>
                  </a:lnTo>
                  <a:lnTo>
                    <a:pt x="9" y="303"/>
                  </a:lnTo>
                  <a:lnTo>
                    <a:pt x="6" y="301"/>
                  </a:lnTo>
                  <a:lnTo>
                    <a:pt x="4" y="299"/>
                  </a:lnTo>
                  <a:lnTo>
                    <a:pt x="2" y="296"/>
                  </a:lnTo>
                  <a:lnTo>
                    <a:pt x="1" y="292"/>
                  </a:lnTo>
                  <a:lnTo>
                    <a:pt x="0" y="288"/>
                  </a:lnTo>
                  <a:lnTo>
                    <a:pt x="0" y="288"/>
                  </a:lnTo>
                  <a:lnTo>
                    <a:pt x="0" y="257"/>
                  </a:lnTo>
                  <a:lnTo>
                    <a:pt x="1" y="227"/>
                  </a:lnTo>
                  <a:lnTo>
                    <a:pt x="4" y="165"/>
                  </a:lnTo>
                  <a:lnTo>
                    <a:pt x="4" y="165"/>
                  </a:lnTo>
                  <a:lnTo>
                    <a:pt x="7" y="114"/>
                  </a:lnTo>
                  <a:lnTo>
                    <a:pt x="8" y="89"/>
                  </a:lnTo>
                  <a:lnTo>
                    <a:pt x="8" y="63"/>
                  </a:lnTo>
                  <a:lnTo>
                    <a:pt x="8" y="63"/>
                  </a:lnTo>
                  <a:lnTo>
                    <a:pt x="9" y="47"/>
                  </a:lnTo>
                  <a:lnTo>
                    <a:pt x="11" y="34"/>
                  </a:lnTo>
                  <a:lnTo>
                    <a:pt x="15" y="24"/>
                  </a:lnTo>
                  <a:lnTo>
                    <a:pt x="19" y="18"/>
                  </a:lnTo>
                  <a:lnTo>
                    <a:pt x="22" y="14"/>
                  </a:lnTo>
                  <a:lnTo>
                    <a:pt x="25" y="11"/>
                  </a:lnTo>
                  <a:lnTo>
                    <a:pt x="29" y="8"/>
                  </a:lnTo>
                  <a:lnTo>
                    <a:pt x="34" y="6"/>
                  </a:lnTo>
                  <a:lnTo>
                    <a:pt x="39" y="4"/>
                  </a:lnTo>
                  <a:lnTo>
                    <a:pt x="51" y="1"/>
                  </a:lnTo>
                  <a:lnTo>
                    <a:pt x="64" y="0"/>
                  </a:lnTo>
                  <a:lnTo>
                    <a:pt x="64" y="0"/>
                  </a:lnTo>
                  <a:lnTo>
                    <a:pt x="70" y="0"/>
                  </a:lnTo>
                  <a:lnTo>
                    <a:pt x="70" y="0"/>
                  </a:lnTo>
                  <a:lnTo>
                    <a:pt x="112" y="3"/>
                  </a:lnTo>
                  <a:lnTo>
                    <a:pt x="153" y="7"/>
                  </a:lnTo>
                  <a:lnTo>
                    <a:pt x="193" y="13"/>
                  </a:lnTo>
                  <a:lnTo>
                    <a:pt x="234" y="18"/>
                  </a:lnTo>
                  <a:lnTo>
                    <a:pt x="234" y="18"/>
                  </a:lnTo>
                  <a:lnTo>
                    <a:pt x="284" y="26"/>
                  </a:lnTo>
                  <a:lnTo>
                    <a:pt x="335" y="32"/>
                  </a:lnTo>
                  <a:lnTo>
                    <a:pt x="385" y="37"/>
                  </a:lnTo>
                  <a:lnTo>
                    <a:pt x="410" y="38"/>
                  </a:lnTo>
                  <a:lnTo>
                    <a:pt x="436" y="38"/>
                  </a:lnTo>
                  <a:lnTo>
                    <a:pt x="436" y="38"/>
                  </a:lnTo>
                  <a:lnTo>
                    <a:pt x="440" y="39"/>
                  </a:lnTo>
                  <a:lnTo>
                    <a:pt x="443" y="40"/>
                  </a:lnTo>
                  <a:lnTo>
                    <a:pt x="446" y="41"/>
                  </a:lnTo>
                  <a:lnTo>
                    <a:pt x="448" y="44"/>
                  </a:lnTo>
                  <a:lnTo>
                    <a:pt x="450" y="46"/>
                  </a:lnTo>
                  <a:lnTo>
                    <a:pt x="451" y="49"/>
                  </a:lnTo>
                  <a:lnTo>
                    <a:pt x="452" y="57"/>
                  </a:lnTo>
                  <a:lnTo>
                    <a:pt x="452" y="57"/>
                  </a:lnTo>
                  <a:lnTo>
                    <a:pt x="451" y="63"/>
                  </a:lnTo>
                  <a:lnTo>
                    <a:pt x="450" y="66"/>
                  </a:lnTo>
                  <a:lnTo>
                    <a:pt x="448" y="69"/>
                  </a:lnTo>
                  <a:lnTo>
                    <a:pt x="446" y="71"/>
                  </a:lnTo>
                  <a:lnTo>
                    <a:pt x="443" y="73"/>
                  </a:lnTo>
                  <a:lnTo>
                    <a:pt x="440" y="74"/>
                  </a:lnTo>
                  <a:lnTo>
                    <a:pt x="436" y="74"/>
                  </a:lnTo>
                  <a:lnTo>
                    <a:pt x="436" y="74"/>
                  </a:lnTo>
                  <a:lnTo>
                    <a:pt x="410" y="73"/>
                  </a:lnTo>
                  <a:lnTo>
                    <a:pt x="384" y="72"/>
                  </a:lnTo>
                  <a:lnTo>
                    <a:pt x="335" y="67"/>
                  </a:lnTo>
                  <a:lnTo>
                    <a:pt x="335" y="67"/>
                  </a:lnTo>
                  <a:lnTo>
                    <a:pt x="293" y="64"/>
                  </a:lnTo>
                  <a:lnTo>
                    <a:pt x="293" y="64"/>
                  </a:lnTo>
                  <a:lnTo>
                    <a:pt x="249" y="59"/>
                  </a:lnTo>
                  <a:lnTo>
                    <a:pt x="207" y="55"/>
                  </a:lnTo>
                  <a:lnTo>
                    <a:pt x="167" y="49"/>
                  </a:lnTo>
                  <a:lnTo>
                    <a:pt x="131" y="43"/>
                  </a:lnTo>
                  <a:lnTo>
                    <a:pt x="131" y="43"/>
                  </a:lnTo>
                  <a:lnTo>
                    <a:pt x="97" y="38"/>
                  </a:lnTo>
                  <a:lnTo>
                    <a:pt x="77" y="37"/>
                  </a:lnTo>
                  <a:lnTo>
                    <a:pt x="59" y="36"/>
                  </a:lnTo>
                  <a:lnTo>
                    <a:pt x="59" y="36"/>
                  </a:lnTo>
                  <a:lnTo>
                    <a:pt x="59" y="36"/>
                  </a:lnTo>
                  <a:lnTo>
                    <a:pt x="54" y="37"/>
                  </a:lnTo>
                  <a:lnTo>
                    <a:pt x="49" y="40"/>
                  </a:lnTo>
                  <a:lnTo>
                    <a:pt x="49" y="40"/>
                  </a:lnTo>
                  <a:lnTo>
                    <a:pt x="46" y="43"/>
                  </a:lnTo>
                  <a:lnTo>
                    <a:pt x="45" y="47"/>
                  </a:lnTo>
                  <a:lnTo>
                    <a:pt x="43" y="56"/>
                  </a:lnTo>
                  <a:lnTo>
                    <a:pt x="43" y="66"/>
                  </a:lnTo>
                  <a:lnTo>
                    <a:pt x="44" y="76"/>
                  </a:lnTo>
                  <a:lnTo>
                    <a:pt x="44" y="76"/>
                  </a:lnTo>
                  <a:lnTo>
                    <a:pt x="45" y="84"/>
                  </a:lnTo>
                  <a:lnTo>
                    <a:pt x="45" y="90"/>
                  </a:lnTo>
                  <a:lnTo>
                    <a:pt x="45" y="90"/>
                  </a:lnTo>
                  <a:lnTo>
                    <a:pt x="42" y="113"/>
                  </a:lnTo>
                  <a:lnTo>
                    <a:pt x="41" y="137"/>
                  </a:lnTo>
                  <a:lnTo>
                    <a:pt x="40" y="161"/>
                  </a:lnTo>
                  <a:lnTo>
                    <a:pt x="41" y="184"/>
                  </a:lnTo>
                  <a:lnTo>
                    <a:pt x="41" y="184"/>
                  </a:lnTo>
                  <a:lnTo>
                    <a:pt x="41" y="207"/>
                  </a:lnTo>
                  <a:lnTo>
                    <a:pt x="41" y="207"/>
                  </a:lnTo>
                  <a:lnTo>
                    <a:pt x="40" y="226"/>
                  </a:lnTo>
                  <a:lnTo>
                    <a:pt x="38" y="245"/>
                  </a:lnTo>
                  <a:lnTo>
                    <a:pt x="38" y="245"/>
                  </a:lnTo>
                  <a:lnTo>
                    <a:pt x="37" y="266"/>
                  </a:lnTo>
                  <a:lnTo>
                    <a:pt x="36" y="289"/>
                  </a:lnTo>
                  <a:lnTo>
                    <a:pt x="36" y="289"/>
                  </a:lnTo>
                  <a:lnTo>
                    <a:pt x="36" y="292"/>
                  </a:lnTo>
                  <a:lnTo>
                    <a:pt x="35" y="295"/>
                  </a:lnTo>
                  <a:lnTo>
                    <a:pt x="34" y="298"/>
                  </a:lnTo>
                  <a:lnTo>
                    <a:pt x="32" y="300"/>
                  </a:lnTo>
                  <a:lnTo>
                    <a:pt x="32" y="300"/>
                  </a:lnTo>
                  <a:lnTo>
                    <a:pt x="29" y="302"/>
                  </a:lnTo>
                  <a:lnTo>
                    <a:pt x="26" y="304"/>
                  </a:lnTo>
                  <a:lnTo>
                    <a:pt x="23" y="306"/>
                  </a:lnTo>
                  <a:lnTo>
                    <a:pt x="19" y="306"/>
                  </a:lnTo>
                  <a:lnTo>
                    <a:pt x="19" y="30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8" name="Freeform 399"/>
            <p:cNvSpPr/>
            <p:nvPr/>
          </p:nvSpPr>
          <p:spPr bwMode="auto">
            <a:xfrm>
              <a:off x="4329113" y="3263900"/>
              <a:ext cx="242888" cy="22225"/>
            </a:xfrm>
            <a:custGeom>
              <a:avLst/>
              <a:gdLst/>
              <a:ahLst/>
              <a:cxnLst>
                <a:cxn ang="0">
                  <a:pos x="189" y="42"/>
                </a:cxn>
                <a:cxn ang="0">
                  <a:pos x="174" y="42"/>
                </a:cxn>
                <a:cxn ang="0">
                  <a:pos x="116" y="40"/>
                </a:cxn>
                <a:cxn ang="0">
                  <a:pos x="43" y="38"/>
                </a:cxn>
                <a:cxn ang="0">
                  <a:pos x="18" y="36"/>
                </a:cxn>
                <a:cxn ang="0">
                  <a:pos x="11" y="34"/>
                </a:cxn>
                <a:cxn ang="0">
                  <a:pos x="5" y="29"/>
                </a:cxn>
                <a:cxn ang="0">
                  <a:pos x="1" y="22"/>
                </a:cxn>
                <a:cxn ang="0">
                  <a:pos x="0" y="15"/>
                </a:cxn>
                <a:cxn ang="0">
                  <a:pos x="5" y="5"/>
                </a:cxn>
                <a:cxn ang="0">
                  <a:pos x="9" y="1"/>
                </a:cxn>
                <a:cxn ang="0">
                  <a:pos x="16" y="0"/>
                </a:cxn>
                <a:cxn ang="0">
                  <a:pos x="17" y="0"/>
                </a:cxn>
                <a:cxn ang="0">
                  <a:pos x="61" y="3"/>
                </a:cxn>
                <a:cxn ang="0">
                  <a:pos x="106" y="4"/>
                </a:cxn>
                <a:cxn ang="0">
                  <a:pos x="189" y="7"/>
                </a:cxn>
                <a:cxn ang="0">
                  <a:pos x="218" y="8"/>
                </a:cxn>
                <a:cxn ang="0">
                  <a:pos x="257" y="7"/>
                </a:cxn>
                <a:cxn ang="0">
                  <a:pos x="300" y="6"/>
                </a:cxn>
                <a:cxn ang="0">
                  <a:pos x="393" y="4"/>
                </a:cxn>
                <a:cxn ang="0">
                  <a:pos x="424" y="4"/>
                </a:cxn>
                <a:cxn ang="0">
                  <a:pos x="447" y="6"/>
                </a:cxn>
                <a:cxn ang="0">
                  <a:pos x="454" y="9"/>
                </a:cxn>
                <a:cxn ang="0">
                  <a:pos x="458" y="13"/>
                </a:cxn>
                <a:cxn ang="0">
                  <a:pos x="459" y="22"/>
                </a:cxn>
                <a:cxn ang="0">
                  <a:pos x="457" y="29"/>
                </a:cxn>
                <a:cxn ang="0">
                  <a:pos x="453" y="35"/>
                </a:cxn>
                <a:cxn ang="0">
                  <a:pos x="448" y="40"/>
                </a:cxn>
                <a:cxn ang="0">
                  <a:pos x="439" y="41"/>
                </a:cxn>
                <a:cxn ang="0">
                  <a:pos x="439" y="41"/>
                </a:cxn>
                <a:cxn ang="0">
                  <a:pos x="436" y="41"/>
                </a:cxn>
                <a:cxn ang="0">
                  <a:pos x="424" y="39"/>
                </a:cxn>
                <a:cxn ang="0">
                  <a:pos x="372" y="38"/>
                </a:cxn>
                <a:cxn ang="0">
                  <a:pos x="322" y="38"/>
                </a:cxn>
                <a:cxn ang="0">
                  <a:pos x="268" y="40"/>
                </a:cxn>
                <a:cxn ang="0">
                  <a:pos x="189" y="42"/>
                </a:cxn>
              </a:cxnLst>
              <a:rect l="0" t="0" r="r" b="b"/>
              <a:pathLst>
                <a:path w="459" h="42">
                  <a:moveTo>
                    <a:pt x="189" y="42"/>
                  </a:moveTo>
                  <a:lnTo>
                    <a:pt x="189" y="42"/>
                  </a:lnTo>
                  <a:lnTo>
                    <a:pt x="174" y="42"/>
                  </a:lnTo>
                  <a:lnTo>
                    <a:pt x="174" y="42"/>
                  </a:lnTo>
                  <a:lnTo>
                    <a:pt x="116" y="40"/>
                  </a:lnTo>
                  <a:lnTo>
                    <a:pt x="116" y="40"/>
                  </a:lnTo>
                  <a:lnTo>
                    <a:pt x="68" y="39"/>
                  </a:lnTo>
                  <a:lnTo>
                    <a:pt x="43" y="38"/>
                  </a:lnTo>
                  <a:lnTo>
                    <a:pt x="18" y="36"/>
                  </a:lnTo>
                  <a:lnTo>
                    <a:pt x="18" y="36"/>
                  </a:lnTo>
                  <a:lnTo>
                    <a:pt x="14" y="35"/>
                  </a:lnTo>
                  <a:lnTo>
                    <a:pt x="11" y="34"/>
                  </a:lnTo>
                  <a:lnTo>
                    <a:pt x="8" y="32"/>
                  </a:lnTo>
                  <a:lnTo>
                    <a:pt x="5" y="29"/>
                  </a:lnTo>
                  <a:lnTo>
                    <a:pt x="2" y="26"/>
                  </a:lnTo>
                  <a:lnTo>
                    <a:pt x="1" y="22"/>
                  </a:lnTo>
                  <a:lnTo>
                    <a:pt x="0" y="15"/>
                  </a:lnTo>
                  <a:lnTo>
                    <a:pt x="0" y="15"/>
                  </a:lnTo>
                  <a:lnTo>
                    <a:pt x="1" y="10"/>
                  </a:lnTo>
                  <a:lnTo>
                    <a:pt x="5" y="5"/>
                  </a:lnTo>
                  <a:lnTo>
                    <a:pt x="7" y="3"/>
                  </a:lnTo>
                  <a:lnTo>
                    <a:pt x="9" y="1"/>
                  </a:lnTo>
                  <a:lnTo>
                    <a:pt x="12" y="1"/>
                  </a:lnTo>
                  <a:lnTo>
                    <a:pt x="16" y="0"/>
                  </a:lnTo>
                  <a:lnTo>
                    <a:pt x="16" y="0"/>
                  </a:lnTo>
                  <a:lnTo>
                    <a:pt x="17" y="0"/>
                  </a:lnTo>
                  <a:lnTo>
                    <a:pt x="17" y="0"/>
                  </a:lnTo>
                  <a:lnTo>
                    <a:pt x="61" y="3"/>
                  </a:lnTo>
                  <a:lnTo>
                    <a:pt x="106" y="4"/>
                  </a:lnTo>
                  <a:lnTo>
                    <a:pt x="106" y="4"/>
                  </a:lnTo>
                  <a:lnTo>
                    <a:pt x="147" y="5"/>
                  </a:lnTo>
                  <a:lnTo>
                    <a:pt x="189" y="7"/>
                  </a:lnTo>
                  <a:lnTo>
                    <a:pt x="189" y="7"/>
                  </a:lnTo>
                  <a:lnTo>
                    <a:pt x="218" y="8"/>
                  </a:lnTo>
                  <a:lnTo>
                    <a:pt x="218" y="8"/>
                  </a:lnTo>
                  <a:lnTo>
                    <a:pt x="257" y="7"/>
                  </a:lnTo>
                  <a:lnTo>
                    <a:pt x="300" y="6"/>
                  </a:lnTo>
                  <a:lnTo>
                    <a:pt x="300" y="6"/>
                  </a:lnTo>
                  <a:lnTo>
                    <a:pt x="347" y="4"/>
                  </a:lnTo>
                  <a:lnTo>
                    <a:pt x="393" y="4"/>
                  </a:lnTo>
                  <a:lnTo>
                    <a:pt x="393" y="4"/>
                  </a:lnTo>
                  <a:lnTo>
                    <a:pt x="424" y="4"/>
                  </a:lnTo>
                  <a:lnTo>
                    <a:pt x="447" y="6"/>
                  </a:lnTo>
                  <a:lnTo>
                    <a:pt x="447" y="6"/>
                  </a:lnTo>
                  <a:lnTo>
                    <a:pt x="451" y="7"/>
                  </a:lnTo>
                  <a:lnTo>
                    <a:pt x="454" y="9"/>
                  </a:lnTo>
                  <a:lnTo>
                    <a:pt x="456" y="11"/>
                  </a:lnTo>
                  <a:lnTo>
                    <a:pt x="458" y="13"/>
                  </a:lnTo>
                  <a:lnTo>
                    <a:pt x="459" y="18"/>
                  </a:lnTo>
                  <a:lnTo>
                    <a:pt x="459" y="22"/>
                  </a:lnTo>
                  <a:lnTo>
                    <a:pt x="459" y="22"/>
                  </a:lnTo>
                  <a:lnTo>
                    <a:pt x="457" y="29"/>
                  </a:lnTo>
                  <a:lnTo>
                    <a:pt x="456" y="32"/>
                  </a:lnTo>
                  <a:lnTo>
                    <a:pt x="453" y="35"/>
                  </a:lnTo>
                  <a:lnTo>
                    <a:pt x="451" y="38"/>
                  </a:lnTo>
                  <a:lnTo>
                    <a:pt x="448" y="40"/>
                  </a:lnTo>
                  <a:lnTo>
                    <a:pt x="444" y="41"/>
                  </a:lnTo>
                  <a:lnTo>
                    <a:pt x="439" y="41"/>
                  </a:lnTo>
                  <a:lnTo>
                    <a:pt x="439" y="41"/>
                  </a:lnTo>
                  <a:lnTo>
                    <a:pt x="439" y="41"/>
                  </a:lnTo>
                  <a:lnTo>
                    <a:pt x="439" y="41"/>
                  </a:lnTo>
                  <a:lnTo>
                    <a:pt x="436" y="41"/>
                  </a:lnTo>
                  <a:lnTo>
                    <a:pt x="436" y="41"/>
                  </a:lnTo>
                  <a:lnTo>
                    <a:pt x="424" y="39"/>
                  </a:lnTo>
                  <a:lnTo>
                    <a:pt x="410" y="38"/>
                  </a:lnTo>
                  <a:lnTo>
                    <a:pt x="372" y="38"/>
                  </a:lnTo>
                  <a:lnTo>
                    <a:pt x="372" y="38"/>
                  </a:lnTo>
                  <a:lnTo>
                    <a:pt x="322" y="38"/>
                  </a:lnTo>
                  <a:lnTo>
                    <a:pt x="268" y="40"/>
                  </a:lnTo>
                  <a:lnTo>
                    <a:pt x="268" y="40"/>
                  </a:lnTo>
                  <a:lnTo>
                    <a:pt x="226" y="41"/>
                  </a:lnTo>
                  <a:lnTo>
                    <a:pt x="189" y="42"/>
                  </a:lnTo>
                  <a:lnTo>
                    <a:pt x="189"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9" name="Freeform 400"/>
            <p:cNvSpPr/>
            <p:nvPr/>
          </p:nvSpPr>
          <p:spPr bwMode="auto">
            <a:xfrm>
              <a:off x="4335463" y="3346450"/>
              <a:ext cx="173038" cy="19050"/>
            </a:xfrm>
            <a:custGeom>
              <a:avLst/>
              <a:gdLst/>
              <a:ahLst/>
              <a:cxnLst>
                <a:cxn ang="0">
                  <a:pos x="17" y="36"/>
                </a:cxn>
                <a:cxn ang="0">
                  <a:pos x="17" y="36"/>
                </a:cxn>
                <a:cxn ang="0">
                  <a:pos x="13" y="35"/>
                </a:cxn>
                <a:cxn ang="0">
                  <a:pos x="10" y="34"/>
                </a:cxn>
                <a:cxn ang="0">
                  <a:pos x="7" y="32"/>
                </a:cxn>
                <a:cxn ang="0">
                  <a:pos x="4" y="30"/>
                </a:cxn>
                <a:cxn ang="0">
                  <a:pos x="3" y="28"/>
                </a:cxn>
                <a:cxn ang="0">
                  <a:pos x="1" y="25"/>
                </a:cxn>
                <a:cxn ang="0">
                  <a:pos x="0" y="17"/>
                </a:cxn>
                <a:cxn ang="0">
                  <a:pos x="0" y="17"/>
                </a:cxn>
                <a:cxn ang="0">
                  <a:pos x="1" y="11"/>
                </a:cxn>
                <a:cxn ang="0">
                  <a:pos x="3" y="8"/>
                </a:cxn>
                <a:cxn ang="0">
                  <a:pos x="4" y="5"/>
                </a:cxn>
                <a:cxn ang="0">
                  <a:pos x="7" y="3"/>
                </a:cxn>
                <a:cxn ang="0">
                  <a:pos x="10" y="1"/>
                </a:cxn>
                <a:cxn ang="0">
                  <a:pos x="13" y="0"/>
                </a:cxn>
                <a:cxn ang="0">
                  <a:pos x="17" y="0"/>
                </a:cxn>
                <a:cxn ang="0">
                  <a:pos x="312" y="0"/>
                </a:cxn>
                <a:cxn ang="0">
                  <a:pos x="312" y="0"/>
                </a:cxn>
                <a:cxn ang="0">
                  <a:pos x="316" y="0"/>
                </a:cxn>
                <a:cxn ang="0">
                  <a:pos x="319" y="1"/>
                </a:cxn>
                <a:cxn ang="0">
                  <a:pos x="322" y="3"/>
                </a:cxn>
                <a:cxn ang="0">
                  <a:pos x="324" y="5"/>
                </a:cxn>
                <a:cxn ang="0">
                  <a:pos x="326" y="8"/>
                </a:cxn>
                <a:cxn ang="0">
                  <a:pos x="327" y="11"/>
                </a:cxn>
                <a:cxn ang="0">
                  <a:pos x="328" y="17"/>
                </a:cxn>
                <a:cxn ang="0">
                  <a:pos x="328" y="17"/>
                </a:cxn>
                <a:cxn ang="0">
                  <a:pos x="327" y="25"/>
                </a:cxn>
                <a:cxn ang="0">
                  <a:pos x="326" y="28"/>
                </a:cxn>
                <a:cxn ang="0">
                  <a:pos x="324" y="30"/>
                </a:cxn>
                <a:cxn ang="0">
                  <a:pos x="322" y="32"/>
                </a:cxn>
                <a:cxn ang="0">
                  <a:pos x="319" y="34"/>
                </a:cxn>
                <a:cxn ang="0">
                  <a:pos x="316" y="35"/>
                </a:cxn>
                <a:cxn ang="0">
                  <a:pos x="312" y="36"/>
                </a:cxn>
                <a:cxn ang="0">
                  <a:pos x="17" y="36"/>
                </a:cxn>
              </a:cxnLst>
              <a:rect l="0" t="0" r="r" b="b"/>
              <a:pathLst>
                <a:path w="328" h="36">
                  <a:moveTo>
                    <a:pt x="17" y="36"/>
                  </a:moveTo>
                  <a:lnTo>
                    <a:pt x="17" y="36"/>
                  </a:lnTo>
                  <a:lnTo>
                    <a:pt x="13" y="35"/>
                  </a:lnTo>
                  <a:lnTo>
                    <a:pt x="10" y="34"/>
                  </a:lnTo>
                  <a:lnTo>
                    <a:pt x="7" y="32"/>
                  </a:lnTo>
                  <a:lnTo>
                    <a:pt x="4" y="30"/>
                  </a:lnTo>
                  <a:lnTo>
                    <a:pt x="3" y="28"/>
                  </a:lnTo>
                  <a:lnTo>
                    <a:pt x="1" y="25"/>
                  </a:lnTo>
                  <a:lnTo>
                    <a:pt x="0" y="17"/>
                  </a:lnTo>
                  <a:lnTo>
                    <a:pt x="0" y="17"/>
                  </a:lnTo>
                  <a:lnTo>
                    <a:pt x="1" y="11"/>
                  </a:lnTo>
                  <a:lnTo>
                    <a:pt x="3" y="8"/>
                  </a:lnTo>
                  <a:lnTo>
                    <a:pt x="4" y="5"/>
                  </a:lnTo>
                  <a:lnTo>
                    <a:pt x="7" y="3"/>
                  </a:lnTo>
                  <a:lnTo>
                    <a:pt x="10" y="1"/>
                  </a:lnTo>
                  <a:lnTo>
                    <a:pt x="13" y="0"/>
                  </a:lnTo>
                  <a:lnTo>
                    <a:pt x="17" y="0"/>
                  </a:lnTo>
                  <a:lnTo>
                    <a:pt x="312" y="0"/>
                  </a:lnTo>
                  <a:lnTo>
                    <a:pt x="312" y="0"/>
                  </a:lnTo>
                  <a:lnTo>
                    <a:pt x="316" y="0"/>
                  </a:lnTo>
                  <a:lnTo>
                    <a:pt x="319" y="1"/>
                  </a:lnTo>
                  <a:lnTo>
                    <a:pt x="322" y="3"/>
                  </a:lnTo>
                  <a:lnTo>
                    <a:pt x="324" y="5"/>
                  </a:lnTo>
                  <a:lnTo>
                    <a:pt x="326" y="8"/>
                  </a:lnTo>
                  <a:lnTo>
                    <a:pt x="327" y="11"/>
                  </a:lnTo>
                  <a:lnTo>
                    <a:pt x="328" y="17"/>
                  </a:lnTo>
                  <a:lnTo>
                    <a:pt x="328" y="17"/>
                  </a:lnTo>
                  <a:lnTo>
                    <a:pt x="327" y="25"/>
                  </a:lnTo>
                  <a:lnTo>
                    <a:pt x="326" y="28"/>
                  </a:lnTo>
                  <a:lnTo>
                    <a:pt x="324" y="30"/>
                  </a:lnTo>
                  <a:lnTo>
                    <a:pt x="322" y="32"/>
                  </a:lnTo>
                  <a:lnTo>
                    <a:pt x="319" y="34"/>
                  </a:lnTo>
                  <a:lnTo>
                    <a:pt x="316" y="35"/>
                  </a:lnTo>
                  <a:lnTo>
                    <a:pt x="312" y="36"/>
                  </a:lnTo>
                  <a:lnTo>
                    <a:pt x="17"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0" name="Freeform 401"/>
            <p:cNvSpPr/>
            <p:nvPr/>
          </p:nvSpPr>
          <p:spPr bwMode="auto">
            <a:xfrm>
              <a:off x="4332288" y="3421063"/>
              <a:ext cx="63500" cy="23813"/>
            </a:xfrm>
            <a:custGeom>
              <a:avLst/>
              <a:gdLst/>
              <a:ahLst/>
              <a:cxnLst>
                <a:cxn ang="0">
                  <a:pos x="79" y="44"/>
                </a:cxn>
                <a:cxn ang="0">
                  <a:pos x="61" y="40"/>
                </a:cxn>
                <a:cxn ang="0">
                  <a:pos x="57" y="39"/>
                </a:cxn>
                <a:cxn ang="0">
                  <a:pos x="54" y="37"/>
                </a:cxn>
                <a:cxn ang="0">
                  <a:pos x="53" y="36"/>
                </a:cxn>
                <a:cxn ang="0">
                  <a:pos x="44" y="35"/>
                </a:cxn>
                <a:cxn ang="0">
                  <a:pos x="40" y="35"/>
                </a:cxn>
                <a:cxn ang="0">
                  <a:pos x="33" y="36"/>
                </a:cxn>
                <a:cxn ang="0">
                  <a:pos x="16" y="37"/>
                </a:cxn>
                <a:cxn ang="0">
                  <a:pos x="16" y="37"/>
                </a:cxn>
                <a:cxn ang="0">
                  <a:pos x="9" y="36"/>
                </a:cxn>
                <a:cxn ang="0">
                  <a:pos x="4" y="32"/>
                </a:cxn>
                <a:cxn ang="0">
                  <a:pos x="0" y="21"/>
                </a:cxn>
                <a:cxn ang="0">
                  <a:pos x="1" y="15"/>
                </a:cxn>
                <a:cxn ang="0">
                  <a:pos x="4" y="8"/>
                </a:cxn>
                <a:cxn ang="0">
                  <a:pos x="9" y="3"/>
                </a:cxn>
                <a:cxn ang="0">
                  <a:pos x="17" y="1"/>
                </a:cxn>
                <a:cxn ang="0">
                  <a:pos x="29" y="1"/>
                </a:cxn>
                <a:cxn ang="0">
                  <a:pos x="45" y="0"/>
                </a:cxn>
                <a:cxn ang="0">
                  <a:pos x="57" y="1"/>
                </a:cxn>
                <a:cxn ang="0">
                  <a:pos x="67" y="3"/>
                </a:cxn>
                <a:cxn ang="0">
                  <a:pos x="74" y="6"/>
                </a:cxn>
                <a:cxn ang="0">
                  <a:pos x="102" y="6"/>
                </a:cxn>
                <a:cxn ang="0">
                  <a:pos x="110" y="8"/>
                </a:cxn>
                <a:cxn ang="0">
                  <a:pos x="115" y="13"/>
                </a:cxn>
                <a:cxn ang="0">
                  <a:pos x="118" y="18"/>
                </a:cxn>
                <a:cxn ang="0">
                  <a:pos x="119" y="25"/>
                </a:cxn>
                <a:cxn ang="0">
                  <a:pos x="117" y="34"/>
                </a:cxn>
                <a:cxn ang="0">
                  <a:pos x="112" y="39"/>
                </a:cxn>
                <a:cxn ang="0">
                  <a:pos x="106" y="43"/>
                </a:cxn>
                <a:cxn ang="0">
                  <a:pos x="102" y="43"/>
                </a:cxn>
                <a:cxn ang="0">
                  <a:pos x="90" y="43"/>
                </a:cxn>
                <a:cxn ang="0">
                  <a:pos x="79" y="44"/>
                </a:cxn>
              </a:cxnLst>
              <a:rect l="0" t="0" r="r" b="b"/>
              <a:pathLst>
                <a:path w="119" h="44">
                  <a:moveTo>
                    <a:pt x="79" y="44"/>
                  </a:moveTo>
                  <a:lnTo>
                    <a:pt x="79" y="44"/>
                  </a:lnTo>
                  <a:lnTo>
                    <a:pt x="69" y="43"/>
                  </a:lnTo>
                  <a:lnTo>
                    <a:pt x="61" y="40"/>
                  </a:lnTo>
                  <a:lnTo>
                    <a:pt x="61" y="40"/>
                  </a:lnTo>
                  <a:lnTo>
                    <a:pt x="57" y="39"/>
                  </a:lnTo>
                  <a:lnTo>
                    <a:pt x="54" y="37"/>
                  </a:lnTo>
                  <a:lnTo>
                    <a:pt x="54" y="37"/>
                  </a:lnTo>
                  <a:lnTo>
                    <a:pt x="53" y="36"/>
                  </a:lnTo>
                  <a:lnTo>
                    <a:pt x="53" y="36"/>
                  </a:lnTo>
                  <a:lnTo>
                    <a:pt x="44" y="35"/>
                  </a:lnTo>
                  <a:lnTo>
                    <a:pt x="44" y="35"/>
                  </a:lnTo>
                  <a:lnTo>
                    <a:pt x="40" y="35"/>
                  </a:lnTo>
                  <a:lnTo>
                    <a:pt x="40" y="35"/>
                  </a:lnTo>
                  <a:lnTo>
                    <a:pt x="33" y="36"/>
                  </a:lnTo>
                  <a:lnTo>
                    <a:pt x="33" y="36"/>
                  </a:lnTo>
                  <a:lnTo>
                    <a:pt x="16" y="37"/>
                  </a:lnTo>
                  <a:lnTo>
                    <a:pt x="16" y="37"/>
                  </a:lnTo>
                  <a:lnTo>
                    <a:pt x="16" y="37"/>
                  </a:lnTo>
                  <a:lnTo>
                    <a:pt x="16" y="37"/>
                  </a:lnTo>
                  <a:lnTo>
                    <a:pt x="12" y="37"/>
                  </a:lnTo>
                  <a:lnTo>
                    <a:pt x="9" y="36"/>
                  </a:lnTo>
                  <a:lnTo>
                    <a:pt x="6" y="34"/>
                  </a:lnTo>
                  <a:lnTo>
                    <a:pt x="4" y="32"/>
                  </a:lnTo>
                  <a:lnTo>
                    <a:pt x="1" y="27"/>
                  </a:lnTo>
                  <a:lnTo>
                    <a:pt x="0" y="21"/>
                  </a:lnTo>
                  <a:lnTo>
                    <a:pt x="0" y="21"/>
                  </a:lnTo>
                  <a:lnTo>
                    <a:pt x="1" y="15"/>
                  </a:lnTo>
                  <a:lnTo>
                    <a:pt x="2" y="12"/>
                  </a:lnTo>
                  <a:lnTo>
                    <a:pt x="4" y="8"/>
                  </a:lnTo>
                  <a:lnTo>
                    <a:pt x="6" y="5"/>
                  </a:lnTo>
                  <a:lnTo>
                    <a:pt x="9" y="3"/>
                  </a:lnTo>
                  <a:lnTo>
                    <a:pt x="13" y="2"/>
                  </a:lnTo>
                  <a:lnTo>
                    <a:pt x="17" y="1"/>
                  </a:lnTo>
                  <a:lnTo>
                    <a:pt x="17" y="1"/>
                  </a:lnTo>
                  <a:lnTo>
                    <a:pt x="29" y="1"/>
                  </a:lnTo>
                  <a:lnTo>
                    <a:pt x="29" y="1"/>
                  </a:lnTo>
                  <a:lnTo>
                    <a:pt x="45" y="0"/>
                  </a:lnTo>
                  <a:lnTo>
                    <a:pt x="45" y="0"/>
                  </a:lnTo>
                  <a:lnTo>
                    <a:pt x="57" y="1"/>
                  </a:lnTo>
                  <a:lnTo>
                    <a:pt x="67" y="3"/>
                  </a:lnTo>
                  <a:lnTo>
                    <a:pt x="67" y="3"/>
                  </a:lnTo>
                  <a:lnTo>
                    <a:pt x="72" y="5"/>
                  </a:lnTo>
                  <a:lnTo>
                    <a:pt x="74" y="6"/>
                  </a:lnTo>
                  <a:lnTo>
                    <a:pt x="102" y="6"/>
                  </a:lnTo>
                  <a:lnTo>
                    <a:pt x="102" y="6"/>
                  </a:lnTo>
                  <a:lnTo>
                    <a:pt x="106" y="6"/>
                  </a:lnTo>
                  <a:lnTo>
                    <a:pt x="110" y="8"/>
                  </a:lnTo>
                  <a:lnTo>
                    <a:pt x="112" y="9"/>
                  </a:lnTo>
                  <a:lnTo>
                    <a:pt x="115" y="13"/>
                  </a:lnTo>
                  <a:lnTo>
                    <a:pt x="117" y="15"/>
                  </a:lnTo>
                  <a:lnTo>
                    <a:pt x="118" y="18"/>
                  </a:lnTo>
                  <a:lnTo>
                    <a:pt x="119" y="25"/>
                  </a:lnTo>
                  <a:lnTo>
                    <a:pt x="119" y="25"/>
                  </a:lnTo>
                  <a:lnTo>
                    <a:pt x="118" y="31"/>
                  </a:lnTo>
                  <a:lnTo>
                    <a:pt x="117" y="34"/>
                  </a:lnTo>
                  <a:lnTo>
                    <a:pt x="115" y="36"/>
                  </a:lnTo>
                  <a:lnTo>
                    <a:pt x="112" y="39"/>
                  </a:lnTo>
                  <a:lnTo>
                    <a:pt x="110" y="40"/>
                  </a:lnTo>
                  <a:lnTo>
                    <a:pt x="106" y="43"/>
                  </a:lnTo>
                  <a:lnTo>
                    <a:pt x="102" y="43"/>
                  </a:lnTo>
                  <a:lnTo>
                    <a:pt x="102" y="43"/>
                  </a:lnTo>
                  <a:lnTo>
                    <a:pt x="90" y="43"/>
                  </a:lnTo>
                  <a:lnTo>
                    <a:pt x="90" y="43"/>
                  </a:lnTo>
                  <a:lnTo>
                    <a:pt x="79" y="44"/>
                  </a:lnTo>
                  <a:lnTo>
                    <a:pt x="79" y="4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1" name="Freeform 402"/>
            <p:cNvSpPr/>
            <p:nvPr/>
          </p:nvSpPr>
          <p:spPr bwMode="auto">
            <a:xfrm>
              <a:off x="4427538" y="3421063"/>
              <a:ext cx="68263" cy="22225"/>
            </a:xfrm>
            <a:custGeom>
              <a:avLst/>
              <a:gdLst/>
              <a:ahLst/>
              <a:cxnLst>
                <a:cxn ang="0">
                  <a:pos x="18" y="42"/>
                </a:cxn>
                <a:cxn ang="0">
                  <a:pos x="18" y="42"/>
                </a:cxn>
                <a:cxn ang="0">
                  <a:pos x="14" y="42"/>
                </a:cxn>
                <a:cxn ang="0">
                  <a:pos x="10" y="39"/>
                </a:cxn>
                <a:cxn ang="0">
                  <a:pos x="7" y="38"/>
                </a:cxn>
                <a:cxn ang="0">
                  <a:pos x="4" y="36"/>
                </a:cxn>
                <a:cxn ang="0">
                  <a:pos x="2" y="33"/>
                </a:cxn>
                <a:cxn ang="0">
                  <a:pos x="1" y="30"/>
                </a:cxn>
                <a:cxn ang="0">
                  <a:pos x="0" y="24"/>
                </a:cxn>
                <a:cxn ang="0">
                  <a:pos x="0" y="24"/>
                </a:cxn>
                <a:cxn ang="0">
                  <a:pos x="1" y="17"/>
                </a:cxn>
                <a:cxn ang="0">
                  <a:pos x="2" y="14"/>
                </a:cxn>
                <a:cxn ang="0">
                  <a:pos x="4" y="12"/>
                </a:cxn>
                <a:cxn ang="0">
                  <a:pos x="8" y="8"/>
                </a:cxn>
                <a:cxn ang="0">
                  <a:pos x="10" y="7"/>
                </a:cxn>
                <a:cxn ang="0">
                  <a:pos x="14" y="5"/>
                </a:cxn>
                <a:cxn ang="0">
                  <a:pos x="18" y="5"/>
                </a:cxn>
                <a:cxn ang="0">
                  <a:pos x="18" y="5"/>
                </a:cxn>
                <a:cxn ang="0">
                  <a:pos x="42" y="4"/>
                </a:cxn>
                <a:cxn ang="0">
                  <a:pos x="65" y="3"/>
                </a:cxn>
                <a:cxn ang="0">
                  <a:pos x="65" y="3"/>
                </a:cxn>
                <a:cxn ang="0">
                  <a:pos x="89" y="1"/>
                </a:cxn>
                <a:cxn ang="0">
                  <a:pos x="113" y="0"/>
                </a:cxn>
                <a:cxn ang="0">
                  <a:pos x="113" y="0"/>
                </a:cxn>
                <a:cxn ang="0">
                  <a:pos x="117" y="1"/>
                </a:cxn>
                <a:cxn ang="0">
                  <a:pos x="120" y="2"/>
                </a:cxn>
                <a:cxn ang="0">
                  <a:pos x="123" y="4"/>
                </a:cxn>
                <a:cxn ang="0">
                  <a:pos x="125" y="6"/>
                </a:cxn>
                <a:cxn ang="0">
                  <a:pos x="127" y="8"/>
                </a:cxn>
                <a:cxn ang="0">
                  <a:pos x="128" y="12"/>
                </a:cxn>
                <a:cxn ang="0">
                  <a:pos x="129" y="19"/>
                </a:cxn>
                <a:cxn ang="0">
                  <a:pos x="129" y="19"/>
                </a:cxn>
                <a:cxn ang="0">
                  <a:pos x="128" y="25"/>
                </a:cxn>
                <a:cxn ang="0">
                  <a:pos x="127" y="28"/>
                </a:cxn>
                <a:cxn ang="0">
                  <a:pos x="125" y="31"/>
                </a:cxn>
                <a:cxn ang="0">
                  <a:pos x="123" y="33"/>
                </a:cxn>
                <a:cxn ang="0">
                  <a:pos x="120" y="35"/>
                </a:cxn>
                <a:cxn ang="0">
                  <a:pos x="117" y="36"/>
                </a:cxn>
                <a:cxn ang="0">
                  <a:pos x="113" y="36"/>
                </a:cxn>
                <a:cxn ang="0">
                  <a:pos x="113" y="36"/>
                </a:cxn>
                <a:cxn ang="0">
                  <a:pos x="88" y="37"/>
                </a:cxn>
                <a:cxn ang="0">
                  <a:pos x="64" y="39"/>
                </a:cxn>
                <a:cxn ang="0">
                  <a:pos x="64" y="39"/>
                </a:cxn>
                <a:cxn ang="0">
                  <a:pos x="42" y="41"/>
                </a:cxn>
                <a:cxn ang="0">
                  <a:pos x="18" y="42"/>
                </a:cxn>
                <a:cxn ang="0">
                  <a:pos x="18" y="42"/>
                </a:cxn>
              </a:cxnLst>
              <a:rect l="0" t="0" r="r" b="b"/>
              <a:pathLst>
                <a:path w="129" h="42">
                  <a:moveTo>
                    <a:pt x="18" y="42"/>
                  </a:moveTo>
                  <a:lnTo>
                    <a:pt x="18" y="42"/>
                  </a:lnTo>
                  <a:lnTo>
                    <a:pt x="14" y="42"/>
                  </a:lnTo>
                  <a:lnTo>
                    <a:pt x="10" y="39"/>
                  </a:lnTo>
                  <a:lnTo>
                    <a:pt x="7" y="38"/>
                  </a:lnTo>
                  <a:lnTo>
                    <a:pt x="4" y="36"/>
                  </a:lnTo>
                  <a:lnTo>
                    <a:pt x="2" y="33"/>
                  </a:lnTo>
                  <a:lnTo>
                    <a:pt x="1" y="30"/>
                  </a:lnTo>
                  <a:lnTo>
                    <a:pt x="0" y="24"/>
                  </a:lnTo>
                  <a:lnTo>
                    <a:pt x="0" y="24"/>
                  </a:lnTo>
                  <a:lnTo>
                    <a:pt x="1" y="17"/>
                  </a:lnTo>
                  <a:lnTo>
                    <a:pt x="2" y="14"/>
                  </a:lnTo>
                  <a:lnTo>
                    <a:pt x="4" y="12"/>
                  </a:lnTo>
                  <a:lnTo>
                    <a:pt x="8" y="8"/>
                  </a:lnTo>
                  <a:lnTo>
                    <a:pt x="10" y="7"/>
                  </a:lnTo>
                  <a:lnTo>
                    <a:pt x="14" y="5"/>
                  </a:lnTo>
                  <a:lnTo>
                    <a:pt x="18" y="5"/>
                  </a:lnTo>
                  <a:lnTo>
                    <a:pt x="18" y="5"/>
                  </a:lnTo>
                  <a:lnTo>
                    <a:pt x="42" y="4"/>
                  </a:lnTo>
                  <a:lnTo>
                    <a:pt x="65" y="3"/>
                  </a:lnTo>
                  <a:lnTo>
                    <a:pt x="65" y="3"/>
                  </a:lnTo>
                  <a:lnTo>
                    <a:pt x="89" y="1"/>
                  </a:lnTo>
                  <a:lnTo>
                    <a:pt x="113" y="0"/>
                  </a:lnTo>
                  <a:lnTo>
                    <a:pt x="113" y="0"/>
                  </a:lnTo>
                  <a:lnTo>
                    <a:pt x="117" y="1"/>
                  </a:lnTo>
                  <a:lnTo>
                    <a:pt x="120" y="2"/>
                  </a:lnTo>
                  <a:lnTo>
                    <a:pt x="123" y="4"/>
                  </a:lnTo>
                  <a:lnTo>
                    <a:pt x="125" y="6"/>
                  </a:lnTo>
                  <a:lnTo>
                    <a:pt x="127" y="8"/>
                  </a:lnTo>
                  <a:lnTo>
                    <a:pt x="128" y="12"/>
                  </a:lnTo>
                  <a:lnTo>
                    <a:pt x="129" y="19"/>
                  </a:lnTo>
                  <a:lnTo>
                    <a:pt x="129" y="19"/>
                  </a:lnTo>
                  <a:lnTo>
                    <a:pt x="128" y="25"/>
                  </a:lnTo>
                  <a:lnTo>
                    <a:pt x="127" y="28"/>
                  </a:lnTo>
                  <a:lnTo>
                    <a:pt x="125" y="31"/>
                  </a:lnTo>
                  <a:lnTo>
                    <a:pt x="123" y="33"/>
                  </a:lnTo>
                  <a:lnTo>
                    <a:pt x="120" y="35"/>
                  </a:lnTo>
                  <a:lnTo>
                    <a:pt x="117" y="36"/>
                  </a:lnTo>
                  <a:lnTo>
                    <a:pt x="113" y="36"/>
                  </a:lnTo>
                  <a:lnTo>
                    <a:pt x="113" y="36"/>
                  </a:lnTo>
                  <a:lnTo>
                    <a:pt x="88" y="37"/>
                  </a:lnTo>
                  <a:lnTo>
                    <a:pt x="64" y="39"/>
                  </a:lnTo>
                  <a:lnTo>
                    <a:pt x="64" y="39"/>
                  </a:lnTo>
                  <a:lnTo>
                    <a:pt x="42" y="41"/>
                  </a:lnTo>
                  <a:lnTo>
                    <a:pt x="18" y="42"/>
                  </a:lnTo>
                  <a:lnTo>
                    <a:pt x="18"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2" name="Freeform 403"/>
            <p:cNvSpPr/>
            <p:nvPr/>
          </p:nvSpPr>
          <p:spPr bwMode="auto">
            <a:xfrm>
              <a:off x="4335463" y="3495675"/>
              <a:ext cx="128588" cy="20638"/>
            </a:xfrm>
            <a:custGeom>
              <a:avLst/>
              <a:gdLst/>
              <a:ahLst/>
              <a:cxnLst>
                <a:cxn ang="0">
                  <a:pos x="226" y="40"/>
                </a:cxn>
                <a:cxn ang="0">
                  <a:pos x="226" y="40"/>
                </a:cxn>
                <a:cxn ang="0">
                  <a:pos x="173" y="39"/>
                </a:cxn>
                <a:cxn ang="0">
                  <a:pos x="122" y="38"/>
                </a:cxn>
                <a:cxn ang="0">
                  <a:pos x="122" y="38"/>
                </a:cxn>
                <a:cxn ang="0">
                  <a:pos x="70" y="36"/>
                </a:cxn>
                <a:cxn ang="0">
                  <a:pos x="17" y="35"/>
                </a:cxn>
                <a:cxn ang="0">
                  <a:pos x="17" y="35"/>
                </a:cxn>
                <a:cxn ang="0">
                  <a:pos x="13" y="35"/>
                </a:cxn>
                <a:cxn ang="0">
                  <a:pos x="10" y="34"/>
                </a:cxn>
                <a:cxn ang="0">
                  <a:pos x="7" y="32"/>
                </a:cxn>
                <a:cxn ang="0">
                  <a:pos x="4" y="30"/>
                </a:cxn>
                <a:cxn ang="0">
                  <a:pos x="3" y="26"/>
                </a:cxn>
                <a:cxn ang="0">
                  <a:pos x="1" y="23"/>
                </a:cxn>
                <a:cxn ang="0">
                  <a:pos x="0" y="17"/>
                </a:cxn>
                <a:cxn ang="0">
                  <a:pos x="0" y="17"/>
                </a:cxn>
                <a:cxn ang="0">
                  <a:pos x="1" y="11"/>
                </a:cxn>
                <a:cxn ang="0">
                  <a:pos x="3" y="8"/>
                </a:cxn>
                <a:cxn ang="0">
                  <a:pos x="4" y="5"/>
                </a:cxn>
                <a:cxn ang="0">
                  <a:pos x="7" y="3"/>
                </a:cxn>
                <a:cxn ang="0">
                  <a:pos x="10" y="1"/>
                </a:cxn>
                <a:cxn ang="0">
                  <a:pos x="13" y="0"/>
                </a:cxn>
                <a:cxn ang="0">
                  <a:pos x="17" y="0"/>
                </a:cxn>
                <a:cxn ang="0">
                  <a:pos x="17" y="0"/>
                </a:cxn>
                <a:cxn ang="0">
                  <a:pos x="70" y="0"/>
                </a:cxn>
                <a:cxn ang="0">
                  <a:pos x="122" y="2"/>
                </a:cxn>
                <a:cxn ang="0">
                  <a:pos x="122" y="2"/>
                </a:cxn>
                <a:cxn ang="0">
                  <a:pos x="173" y="3"/>
                </a:cxn>
                <a:cxn ang="0">
                  <a:pos x="226" y="4"/>
                </a:cxn>
                <a:cxn ang="0">
                  <a:pos x="226" y="4"/>
                </a:cxn>
                <a:cxn ang="0">
                  <a:pos x="230" y="5"/>
                </a:cxn>
                <a:cxn ang="0">
                  <a:pos x="233" y="6"/>
                </a:cxn>
                <a:cxn ang="0">
                  <a:pos x="236" y="7"/>
                </a:cxn>
                <a:cxn ang="0">
                  <a:pos x="239" y="10"/>
                </a:cxn>
                <a:cxn ang="0">
                  <a:pos x="240" y="12"/>
                </a:cxn>
                <a:cxn ang="0">
                  <a:pos x="242" y="15"/>
                </a:cxn>
                <a:cxn ang="0">
                  <a:pos x="243" y="22"/>
                </a:cxn>
                <a:cxn ang="0">
                  <a:pos x="243" y="22"/>
                </a:cxn>
                <a:cxn ang="0">
                  <a:pos x="242" y="29"/>
                </a:cxn>
                <a:cxn ang="0">
                  <a:pos x="240" y="32"/>
                </a:cxn>
                <a:cxn ang="0">
                  <a:pos x="239" y="35"/>
                </a:cxn>
                <a:cxn ang="0">
                  <a:pos x="236" y="37"/>
                </a:cxn>
                <a:cxn ang="0">
                  <a:pos x="233" y="39"/>
                </a:cxn>
                <a:cxn ang="0">
                  <a:pos x="230" y="40"/>
                </a:cxn>
                <a:cxn ang="0">
                  <a:pos x="226" y="40"/>
                </a:cxn>
                <a:cxn ang="0">
                  <a:pos x="226" y="40"/>
                </a:cxn>
              </a:cxnLst>
              <a:rect l="0" t="0" r="r" b="b"/>
              <a:pathLst>
                <a:path w="243" h="40">
                  <a:moveTo>
                    <a:pt x="226" y="40"/>
                  </a:moveTo>
                  <a:lnTo>
                    <a:pt x="226" y="40"/>
                  </a:lnTo>
                  <a:lnTo>
                    <a:pt x="173" y="39"/>
                  </a:lnTo>
                  <a:lnTo>
                    <a:pt x="122" y="38"/>
                  </a:lnTo>
                  <a:lnTo>
                    <a:pt x="122" y="38"/>
                  </a:lnTo>
                  <a:lnTo>
                    <a:pt x="70" y="36"/>
                  </a:lnTo>
                  <a:lnTo>
                    <a:pt x="17" y="35"/>
                  </a:lnTo>
                  <a:lnTo>
                    <a:pt x="17" y="35"/>
                  </a:lnTo>
                  <a:lnTo>
                    <a:pt x="13" y="35"/>
                  </a:lnTo>
                  <a:lnTo>
                    <a:pt x="10" y="34"/>
                  </a:lnTo>
                  <a:lnTo>
                    <a:pt x="7" y="32"/>
                  </a:lnTo>
                  <a:lnTo>
                    <a:pt x="4" y="30"/>
                  </a:lnTo>
                  <a:lnTo>
                    <a:pt x="3" y="26"/>
                  </a:lnTo>
                  <a:lnTo>
                    <a:pt x="1" y="23"/>
                  </a:lnTo>
                  <a:lnTo>
                    <a:pt x="0" y="17"/>
                  </a:lnTo>
                  <a:lnTo>
                    <a:pt x="0" y="17"/>
                  </a:lnTo>
                  <a:lnTo>
                    <a:pt x="1" y="11"/>
                  </a:lnTo>
                  <a:lnTo>
                    <a:pt x="3" y="8"/>
                  </a:lnTo>
                  <a:lnTo>
                    <a:pt x="4" y="5"/>
                  </a:lnTo>
                  <a:lnTo>
                    <a:pt x="7" y="3"/>
                  </a:lnTo>
                  <a:lnTo>
                    <a:pt x="10" y="1"/>
                  </a:lnTo>
                  <a:lnTo>
                    <a:pt x="13" y="0"/>
                  </a:lnTo>
                  <a:lnTo>
                    <a:pt x="17" y="0"/>
                  </a:lnTo>
                  <a:lnTo>
                    <a:pt x="17" y="0"/>
                  </a:lnTo>
                  <a:lnTo>
                    <a:pt x="70" y="0"/>
                  </a:lnTo>
                  <a:lnTo>
                    <a:pt x="122" y="2"/>
                  </a:lnTo>
                  <a:lnTo>
                    <a:pt x="122" y="2"/>
                  </a:lnTo>
                  <a:lnTo>
                    <a:pt x="173" y="3"/>
                  </a:lnTo>
                  <a:lnTo>
                    <a:pt x="226" y="4"/>
                  </a:lnTo>
                  <a:lnTo>
                    <a:pt x="226" y="4"/>
                  </a:lnTo>
                  <a:lnTo>
                    <a:pt x="230" y="5"/>
                  </a:lnTo>
                  <a:lnTo>
                    <a:pt x="233" y="6"/>
                  </a:lnTo>
                  <a:lnTo>
                    <a:pt x="236" y="7"/>
                  </a:lnTo>
                  <a:lnTo>
                    <a:pt x="239" y="10"/>
                  </a:lnTo>
                  <a:lnTo>
                    <a:pt x="240" y="12"/>
                  </a:lnTo>
                  <a:lnTo>
                    <a:pt x="242" y="15"/>
                  </a:lnTo>
                  <a:lnTo>
                    <a:pt x="243" y="22"/>
                  </a:lnTo>
                  <a:lnTo>
                    <a:pt x="243" y="22"/>
                  </a:lnTo>
                  <a:lnTo>
                    <a:pt x="242" y="29"/>
                  </a:lnTo>
                  <a:lnTo>
                    <a:pt x="240" y="32"/>
                  </a:lnTo>
                  <a:lnTo>
                    <a:pt x="239" y="35"/>
                  </a:lnTo>
                  <a:lnTo>
                    <a:pt x="236" y="37"/>
                  </a:lnTo>
                  <a:lnTo>
                    <a:pt x="233" y="39"/>
                  </a:lnTo>
                  <a:lnTo>
                    <a:pt x="230" y="40"/>
                  </a:lnTo>
                  <a:lnTo>
                    <a:pt x="226" y="40"/>
                  </a:lnTo>
                  <a:lnTo>
                    <a:pt x="226" y="4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3" name="Freeform 404"/>
            <p:cNvSpPr/>
            <p:nvPr/>
          </p:nvSpPr>
          <p:spPr bwMode="auto">
            <a:xfrm>
              <a:off x="4332288" y="3560763"/>
              <a:ext cx="77788" cy="19050"/>
            </a:xfrm>
            <a:custGeom>
              <a:avLst/>
              <a:gdLst/>
              <a:ahLst/>
              <a:cxnLst>
                <a:cxn ang="0">
                  <a:pos x="16" y="36"/>
                </a:cxn>
                <a:cxn ang="0">
                  <a:pos x="16" y="36"/>
                </a:cxn>
                <a:cxn ang="0">
                  <a:pos x="12" y="35"/>
                </a:cxn>
                <a:cxn ang="0">
                  <a:pos x="9" y="34"/>
                </a:cxn>
                <a:cxn ang="0">
                  <a:pos x="6" y="33"/>
                </a:cxn>
                <a:cxn ang="0">
                  <a:pos x="4" y="30"/>
                </a:cxn>
                <a:cxn ang="0">
                  <a:pos x="2" y="27"/>
                </a:cxn>
                <a:cxn ang="0">
                  <a:pos x="1" y="24"/>
                </a:cxn>
                <a:cxn ang="0">
                  <a:pos x="0" y="17"/>
                </a:cxn>
                <a:cxn ang="0">
                  <a:pos x="0" y="17"/>
                </a:cxn>
                <a:cxn ang="0">
                  <a:pos x="1" y="11"/>
                </a:cxn>
                <a:cxn ang="0">
                  <a:pos x="2" y="8"/>
                </a:cxn>
                <a:cxn ang="0">
                  <a:pos x="4" y="5"/>
                </a:cxn>
                <a:cxn ang="0">
                  <a:pos x="6" y="3"/>
                </a:cxn>
                <a:cxn ang="0">
                  <a:pos x="9" y="1"/>
                </a:cxn>
                <a:cxn ang="0">
                  <a:pos x="12" y="0"/>
                </a:cxn>
                <a:cxn ang="0">
                  <a:pos x="16" y="0"/>
                </a:cxn>
                <a:cxn ang="0">
                  <a:pos x="131" y="0"/>
                </a:cxn>
                <a:cxn ang="0">
                  <a:pos x="131" y="0"/>
                </a:cxn>
                <a:cxn ang="0">
                  <a:pos x="135" y="0"/>
                </a:cxn>
                <a:cxn ang="0">
                  <a:pos x="138" y="1"/>
                </a:cxn>
                <a:cxn ang="0">
                  <a:pos x="141" y="3"/>
                </a:cxn>
                <a:cxn ang="0">
                  <a:pos x="143" y="5"/>
                </a:cxn>
                <a:cxn ang="0">
                  <a:pos x="145" y="8"/>
                </a:cxn>
                <a:cxn ang="0">
                  <a:pos x="146" y="11"/>
                </a:cxn>
                <a:cxn ang="0">
                  <a:pos x="147" y="17"/>
                </a:cxn>
                <a:cxn ang="0">
                  <a:pos x="147" y="17"/>
                </a:cxn>
                <a:cxn ang="0">
                  <a:pos x="146" y="24"/>
                </a:cxn>
                <a:cxn ang="0">
                  <a:pos x="145" y="27"/>
                </a:cxn>
                <a:cxn ang="0">
                  <a:pos x="143" y="30"/>
                </a:cxn>
                <a:cxn ang="0">
                  <a:pos x="141" y="33"/>
                </a:cxn>
                <a:cxn ang="0">
                  <a:pos x="138" y="34"/>
                </a:cxn>
                <a:cxn ang="0">
                  <a:pos x="135" y="35"/>
                </a:cxn>
                <a:cxn ang="0">
                  <a:pos x="131" y="36"/>
                </a:cxn>
                <a:cxn ang="0">
                  <a:pos x="16" y="36"/>
                </a:cxn>
              </a:cxnLst>
              <a:rect l="0" t="0" r="r" b="b"/>
              <a:pathLst>
                <a:path w="147" h="36">
                  <a:moveTo>
                    <a:pt x="16" y="36"/>
                  </a:moveTo>
                  <a:lnTo>
                    <a:pt x="16" y="36"/>
                  </a:lnTo>
                  <a:lnTo>
                    <a:pt x="12" y="35"/>
                  </a:lnTo>
                  <a:lnTo>
                    <a:pt x="9" y="34"/>
                  </a:lnTo>
                  <a:lnTo>
                    <a:pt x="6" y="33"/>
                  </a:lnTo>
                  <a:lnTo>
                    <a:pt x="4" y="30"/>
                  </a:lnTo>
                  <a:lnTo>
                    <a:pt x="2" y="27"/>
                  </a:lnTo>
                  <a:lnTo>
                    <a:pt x="1" y="24"/>
                  </a:lnTo>
                  <a:lnTo>
                    <a:pt x="0" y="17"/>
                  </a:lnTo>
                  <a:lnTo>
                    <a:pt x="0" y="17"/>
                  </a:lnTo>
                  <a:lnTo>
                    <a:pt x="1" y="11"/>
                  </a:lnTo>
                  <a:lnTo>
                    <a:pt x="2" y="8"/>
                  </a:lnTo>
                  <a:lnTo>
                    <a:pt x="4" y="5"/>
                  </a:lnTo>
                  <a:lnTo>
                    <a:pt x="6" y="3"/>
                  </a:lnTo>
                  <a:lnTo>
                    <a:pt x="9" y="1"/>
                  </a:lnTo>
                  <a:lnTo>
                    <a:pt x="12" y="0"/>
                  </a:lnTo>
                  <a:lnTo>
                    <a:pt x="16" y="0"/>
                  </a:lnTo>
                  <a:lnTo>
                    <a:pt x="131" y="0"/>
                  </a:lnTo>
                  <a:lnTo>
                    <a:pt x="131" y="0"/>
                  </a:lnTo>
                  <a:lnTo>
                    <a:pt x="135" y="0"/>
                  </a:lnTo>
                  <a:lnTo>
                    <a:pt x="138" y="1"/>
                  </a:lnTo>
                  <a:lnTo>
                    <a:pt x="141" y="3"/>
                  </a:lnTo>
                  <a:lnTo>
                    <a:pt x="143" y="5"/>
                  </a:lnTo>
                  <a:lnTo>
                    <a:pt x="145" y="8"/>
                  </a:lnTo>
                  <a:lnTo>
                    <a:pt x="146" y="11"/>
                  </a:lnTo>
                  <a:lnTo>
                    <a:pt x="147" y="17"/>
                  </a:lnTo>
                  <a:lnTo>
                    <a:pt x="147" y="17"/>
                  </a:lnTo>
                  <a:lnTo>
                    <a:pt x="146" y="24"/>
                  </a:lnTo>
                  <a:lnTo>
                    <a:pt x="145" y="27"/>
                  </a:lnTo>
                  <a:lnTo>
                    <a:pt x="143" y="30"/>
                  </a:lnTo>
                  <a:lnTo>
                    <a:pt x="141" y="33"/>
                  </a:lnTo>
                  <a:lnTo>
                    <a:pt x="138" y="34"/>
                  </a:lnTo>
                  <a:lnTo>
                    <a:pt x="135" y="35"/>
                  </a:lnTo>
                  <a:lnTo>
                    <a:pt x="131" y="36"/>
                  </a:lnTo>
                  <a:lnTo>
                    <a:pt x="16"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4" name="Freeform 405"/>
            <p:cNvSpPr/>
            <p:nvPr/>
          </p:nvSpPr>
          <p:spPr bwMode="auto">
            <a:xfrm>
              <a:off x="4329113" y="3621088"/>
              <a:ext cx="66675" cy="20638"/>
            </a:xfrm>
            <a:custGeom>
              <a:avLst/>
              <a:gdLst/>
              <a:ahLst/>
              <a:cxnLst>
                <a:cxn ang="0">
                  <a:pos x="19" y="41"/>
                </a:cxn>
                <a:cxn ang="0">
                  <a:pos x="19" y="41"/>
                </a:cxn>
                <a:cxn ang="0">
                  <a:pos x="15" y="39"/>
                </a:cxn>
                <a:cxn ang="0">
                  <a:pos x="12" y="38"/>
                </a:cxn>
                <a:cxn ang="0">
                  <a:pos x="9" y="37"/>
                </a:cxn>
                <a:cxn ang="0">
                  <a:pos x="7" y="34"/>
                </a:cxn>
                <a:cxn ang="0">
                  <a:pos x="3" y="32"/>
                </a:cxn>
                <a:cxn ang="0">
                  <a:pos x="2" y="29"/>
                </a:cxn>
                <a:cxn ang="0">
                  <a:pos x="1" y="26"/>
                </a:cxn>
                <a:cxn ang="0">
                  <a:pos x="0" y="22"/>
                </a:cxn>
                <a:cxn ang="0">
                  <a:pos x="0" y="18"/>
                </a:cxn>
                <a:cxn ang="0">
                  <a:pos x="0" y="18"/>
                </a:cxn>
                <a:cxn ang="0">
                  <a:pos x="1" y="14"/>
                </a:cxn>
                <a:cxn ang="0">
                  <a:pos x="2" y="10"/>
                </a:cxn>
                <a:cxn ang="0">
                  <a:pos x="5" y="6"/>
                </a:cxn>
                <a:cxn ang="0">
                  <a:pos x="7" y="4"/>
                </a:cxn>
                <a:cxn ang="0">
                  <a:pos x="9" y="2"/>
                </a:cxn>
                <a:cxn ang="0">
                  <a:pos x="12" y="1"/>
                </a:cxn>
                <a:cxn ang="0">
                  <a:pos x="19" y="0"/>
                </a:cxn>
                <a:cxn ang="0">
                  <a:pos x="19" y="0"/>
                </a:cxn>
                <a:cxn ang="0">
                  <a:pos x="24" y="1"/>
                </a:cxn>
                <a:cxn ang="0">
                  <a:pos x="29" y="3"/>
                </a:cxn>
                <a:cxn ang="0">
                  <a:pos x="31" y="4"/>
                </a:cxn>
                <a:cxn ang="0">
                  <a:pos x="109" y="4"/>
                </a:cxn>
                <a:cxn ang="0">
                  <a:pos x="109" y="4"/>
                </a:cxn>
                <a:cxn ang="0">
                  <a:pos x="113" y="4"/>
                </a:cxn>
                <a:cxn ang="0">
                  <a:pos x="117" y="5"/>
                </a:cxn>
                <a:cxn ang="0">
                  <a:pos x="119" y="7"/>
                </a:cxn>
                <a:cxn ang="0">
                  <a:pos x="122" y="10"/>
                </a:cxn>
                <a:cxn ang="0">
                  <a:pos x="124" y="13"/>
                </a:cxn>
                <a:cxn ang="0">
                  <a:pos x="125" y="16"/>
                </a:cxn>
                <a:cxn ang="0">
                  <a:pos x="126" y="22"/>
                </a:cxn>
                <a:cxn ang="0">
                  <a:pos x="126" y="22"/>
                </a:cxn>
                <a:cxn ang="0">
                  <a:pos x="125" y="29"/>
                </a:cxn>
                <a:cxn ang="0">
                  <a:pos x="124" y="31"/>
                </a:cxn>
                <a:cxn ang="0">
                  <a:pos x="122" y="34"/>
                </a:cxn>
                <a:cxn ang="0">
                  <a:pos x="119" y="36"/>
                </a:cxn>
                <a:cxn ang="0">
                  <a:pos x="117" y="38"/>
                </a:cxn>
                <a:cxn ang="0">
                  <a:pos x="113" y="39"/>
                </a:cxn>
                <a:cxn ang="0">
                  <a:pos x="109" y="41"/>
                </a:cxn>
                <a:cxn ang="0">
                  <a:pos x="19" y="41"/>
                </a:cxn>
              </a:cxnLst>
              <a:rect l="0" t="0" r="r" b="b"/>
              <a:pathLst>
                <a:path w="126" h="41">
                  <a:moveTo>
                    <a:pt x="19" y="41"/>
                  </a:moveTo>
                  <a:lnTo>
                    <a:pt x="19" y="41"/>
                  </a:lnTo>
                  <a:lnTo>
                    <a:pt x="15" y="39"/>
                  </a:lnTo>
                  <a:lnTo>
                    <a:pt x="12" y="38"/>
                  </a:lnTo>
                  <a:lnTo>
                    <a:pt x="9" y="37"/>
                  </a:lnTo>
                  <a:lnTo>
                    <a:pt x="7" y="34"/>
                  </a:lnTo>
                  <a:lnTo>
                    <a:pt x="3" y="32"/>
                  </a:lnTo>
                  <a:lnTo>
                    <a:pt x="2" y="29"/>
                  </a:lnTo>
                  <a:lnTo>
                    <a:pt x="1" y="26"/>
                  </a:lnTo>
                  <a:lnTo>
                    <a:pt x="0" y="22"/>
                  </a:lnTo>
                  <a:lnTo>
                    <a:pt x="0" y="18"/>
                  </a:lnTo>
                  <a:lnTo>
                    <a:pt x="0" y="18"/>
                  </a:lnTo>
                  <a:lnTo>
                    <a:pt x="1" y="14"/>
                  </a:lnTo>
                  <a:lnTo>
                    <a:pt x="2" y="10"/>
                  </a:lnTo>
                  <a:lnTo>
                    <a:pt x="5" y="6"/>
                  </a:lnTo>
                  <a:lnTo>
                    <a:pt x="7" y="4"/>
                  </a:lnTo>
                  <a:lnTo>
                    <a:pt x="9" y="2"/>
                  </a:lnTo>
                  <a:lnTo>
                    <a:pt x="12" y="1"/>
                  </a:lnTo>
                  <a:lnTo>
                    <a:pt x="19" y="0"/>
                  </a:lnTo>
                  <a:lnTo>
                    <a:pt x="19" y="0"/>
                  </a:lnTo>
                  <a:lnTo>
                    <a:pt x="24" y="1"/>
                  </a:lnTo>
                  <a:lnTo>
                    <a:pt x="29" y="3"/>
                  </a:lnTo>
                  <a:lnTo>
                    <a:pt x="31" y="4"/>
                  </a:lnTo>
                  <a:lnTo>
                    <a:pt x="109" y="4"/>
                  </a:lnTo>
                  <a:lnTo>
                    <a:pt x="109" y="4"/>
                  </a:lnTo>
                  <a:lnTo>
                    <a:pt x="113" y="4"/>
                  </a:lnTo>
                  <a:lnTo>
                    <a:pt x="117" y="5"/>
                  </a:lnTo>
                  <a:lnTo>
                    <a:pt x="119" y="7"/>
                  </a:lnTo>
                  <a:lnTo>
                    <a:pt x="122" y="10"/>
                  </a:lnTo>
                  <a:lnTo>
                    <a:pt x="124" y="13"/>
                  </a:lnTo>
                  <a:lnTo>
                    <a:pt x="125" y="16"/>
                  </a:lnTo>
                  <a:lnTo>
                    <a:pt x="126" y="22"/>
                  </a:lnTo>
                  <a:lnTo>
                    <a:pt x="126" y="22"/>
                  </a:lnTo>
                  <a:lnTo>
                    <a:pt x="125" y="29"/>
                  </a:lnTo>
                  <a:lnTo>
                    <a:pt x="124" y="31"/>
                  </a:lnTo>
                  <a:lnTo>
                    <a:pt x="122" y="34"/>
                  </a:lnTo>
                  <a:lnTo>
                    <a:pt x="119" y="36"/>
                  </a:lnTo>
                  <a:lnTo>
                    <a:pt x="117" y="38"/>
                  </a:lnTo>
                  <a:lnTo>
                    <a:pt x="113" y="39"/>
                  </a:lnTo>
                  <a:lnTo>
                    <a:pt x="109" y="41"/>
                  </a:lnTo>
                  <a:lnTo>
                    <a:pt x="19" y="4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5" name="Freeform 407"/>
            <p:cNvSpPr/>
            <p:nvPr/>
          </p:nvSpPr>
          <p:spPr bwMode="auto">
            <a:xfrm>
              <a:off x="4535488" y="3187700"/>
              <a:ext cx="396875" cy="330200"/>
            </a:xfrm>
            <a:custGeom>
              <a:avLst/>
              <a:gdLst/>
              <a:ahLst/>
              <a:cxnLst>
                <a:cxn ang="0">
                  <a:pos x="12" y="623"/>
                </a:cxn>
                <a:cxn ang="0">
                  <a:pos x="2" y="616"/>
                </a:cxn>
                <a:cxn ang="0">
                  <a:pos x="0" y="610"/>
                </a:cxn>
                <a:cxn ang="0">
                  <a:pos x="1" y="602"/>
                </a:cxn>
                <a:cxn ang="0">
                  <a:pos x="16" y="580"/>
                </a:cxn>
                <a:cxn ang="0">
                  <a:pos x="37" y="561"/>
                </a:cxn>
                <a:cxn ang="0">
                  <a:pos x="58" y="541"/>
                </a:cxn>
                <a:cxn ang="0">
                  <a:pos x="137" y="452"/>
                </a:cxn>
                <a:cxn ang="0">
                  <a:pos x="181" y="404"/>
                </a:cxn>
                <a:cxn ang="0">
                  <a:pos x="252" y="340"/>
                </a:cxn>
                <a:cxn ang="0">
                  <a:pos x="328" y="280"/>
                </a:cxn>
                <a:cxn ang="0">
                  <a:pos x="479" y="173"/>
                </a:cxn>
                <a:cxn ang="0">
                  <a:pos x="552" y="122"/>
                </a:cxn>
                <a:cxn ang="0">
                  <a:pos x="606" y="80"/>
                </a:cxn>
                <a:cxn ang="0">
                  <a:pos x="636" y="59"/>
                </a:cxn>
                <a:cxn ang="0">
                  <a:pos x="657" y="45"/>
                </a:cxn>
                <a:cxn ang="0">
                  <a:pos x="692" y="23"/>
                </a:cxn>
                <a:cxn ang="0">
                  <a:pos x="697" y="21"/>
                </a:cxn>
                <a:cxn ang="0">
                  <a:pos x="722" y="6"/>
                </a:cxn>
                <a:cxn ang="0">
                  <a:pos x="727" y="2"/>
                </a:cxn>
                <a:cxn ang="0">
                  <a:pos x="733" y="0"/>
                </a:cxn>
                <a:cxn ang="0">
                  <a:pos x="748" y="7"/>
                </a:cxn>
                <a:cxn ang="0">
                  <a:pos x="752" y="16"/>
                </a:cxn>
                <a:cxn ang="0">
                  <a:pos x="748" y="32"/>
                </a:cxn>
                <a:cxn ang="0">
                  <a:pos x="736" y="41"/>
                </a:cxn>
                <a:cxn ang="0">
                  <a:pos x="694" y="67"/>
                </a:cxn>
                <a:cxn ang="0">
                  <a:pos x="668" y="82"/>
                </a:cxn>
                <a:cxn ang="0">
                  <a:pos x="639" y="101"/>
                </a:cxn>
                <a:cxn ang="0">
                  <a:pos x="593" y="139"/>
                </a:cxn>
                <a:cxn ang="0">
                  <a:pos x="539" y="176"/>
                </a:cxn>
                <a:cxn ang="0">
                  <a:pos x="472" y="218"/>
                </a:cxn>
                <a:cxn ang="0">
                  <a:pos x="392" y="275"/>
                </a:cxn>
                <a:cxn ang="0">
                  <a:pos x="358" y="305"/>
                </a:cxn>
                <a:cxn ang="0">
                  <a:pos x="296" y="354"/>
                </a:cxn>
                <a:cxn ang="0">
                  <a:pos x="209" y="427"/>
                </a:cxn>
                <a:cxn ang="0">
                  <a:pos x="183" y="454"/>
                </a:cxn>
                <a:cxn ang="0">
                  <a:pos x="140" y="502"/>
                </a:cxn>
                <a:cxn ang="0">
                  <a:pos x="100" y="550"/>
                </a:cxn>
                <a:cxn ang="0">
                  <a:pos x="65" y="586"/>
                </a:cxn>
                <a:cxn ang="0">
                  <a:pos x="56" y="592"/>
                </a:cxn>
                <a:cxn ang="0">
                  <a:pos x="40" y="604"/>
                </a:cxn>
                <a:cxn ang="0">
                  <a:pos x="33" y="616"/>
                </a:cxn>
                <a:cxn ang="0">
                  <a:pos x="17" y="623"/>
                </a:cxn>
              </a:cxnLst>
              <a:rect l="0" t="0" r="r" b="b"/>
              <a:pathLst>
                <a:path w="752" h="623">
                  <a:moveTo>
                    <a:pt x="17" y="623"/>
                  </a:moveTo>
                  <a:lnTo>
                    <a:pt x="17" y="623"/>
                  </a:lnTo>
                  <a:lnTo>
                    <a:pt x="12" y="623"/>
                  </a:lnTo>
                  <a:lnTo>
                    <a:pt x="8" y="621"/>
                  </a:lnTo>
                  <a:lnTo>
                    <a:pt x="4" y="619"/>
                  </a:lnTo>
                  <a:lnTo>
                    <a:pt x="2" y="616"/>
                  </a:lnTo>
                  <a:lnTo>
                    <a:pt x="2" y="616"/>
                  </a:lnTo>
                  <a:lnTo>
                    <a:pt x="0" y="613"/>
                  </a:lnTo>
                  <a:lnTo>
                    <a:pt x="0" y="610"/>
                  </a:lnTo>
                  <a:lnTo>
                    <a:pt x="0" y="606"/>
                  </a:lnTo>
                  <a:lnTo>
                    <a:pt x="1" y="602"/>
                  </a:lnTo>
                  <a:lnTo>
                    <a:pt x="1" y="602"/>
                  </a:lnTo>
                  <a:lnTo>
                    <a:pt x="4" y="596"/>
                  </a:lnTo>
                  <a:lnTo>
                    <a:pt x="8" y="590"/>
                  </a:lnTo>
                  <a:lnTo>
                    <a:pt x="16" y="580"/>
                  </a:lnTo>
                  <a:lnTo>
                    <a:pt x="26" y="570"/>
                  </a:lnTo>
                  <a:lnTo>
                    <a:pt x="37" y="561"/>
                  </a:lnTo>
                  <a:lnTo>
                    <a:pt x="37" y="561"/>
                  </a:lnTo>
                  <a:lnTo>
                    <a:pt x="47" y="552"/>
                  </a:lnTo>
                  <a:lnTo>
                    <a:pt x="58" y="541"/>
                  </a:lnTo>
                  <a:lnTo>
                    <a:pt x="58" y="541"/>
                  </a:lnTo>
                  <a:lnTo>
                    <a:pt x="78" y="520"/>
                  </a:lnTo>
                  <a:lnTo>
                    <a:pt x="98" y="498"/>
                  </a:lnTo>
                  <a:lnTo>
                    <a:pt x="137" y="452"/>
                  </a:lnTo>
                  <a:lnTo>
                    <a:pt x="137" y="452"/>
                  </a:lnTo>
                  <a:lnTo>
                    <a:pt x="158" y="428"/>
                  </a:lnTo>
                  <a:lnTo>
                    <a:pt x="181" y="404"/>
                  </a:lnTo>
                  <a:lnTo>
                    <a:pt x="203" y="381"/>
                  </a:lnTo>
                  <a:lnTo>
                    <a:pt x="228" y="361"/>
                  </a:lnTo>
                  <a:lnTo>
                    <a:pt x="252" y="340"/>
                  </a:lnTo>
                  <a:lnTo>
                    <a:pt x="278" y="319"/>
                  </a:lnTo>
                  <a:lnTo>
                    <a:pt x="328" y="280"/>
                  </a:lnTo>
                  <a:lnTo>
                    <a:pt x="328" y="280"/>
                  </a:lnTo>
                  <a:lnTo>
                    <a:pt x="378" y="243"/>
                  </a:lnTo>
                  <a:lnTo>
                    <a:pt x="428" y="207"/>
                  </a:lnTo>
                  <a:lnTo>
                    <a:pt x="479" y="173"/>
                  </a:lnTo>
                  <a:lnTo>
                    <a:pt x="527" y="141"/>
                  </a:lnTo>
                  <a:lnTo>
                    <a:pt x="527" y="141"/>
                  </a:lnTo>
                  <a:lnTo>
                    <a:pt x="552" y="122"/>
                  </a:lnTo>
                  <a:lnTo>
                    <a:pt x="577" y="102"/>
                  </a:lnTo>
                  <a:lnTo>
                    <a:pt x="577" y="102"/>
                  </a:lnTo>
                  <a:lnTo>
                    <a:pt x="606" y="80"/>
                  </a:lnTo>
                  <a:lnTo>
                    <a:pt x="621" y="69"/>
                  </a:lnTo>
                  <a:lnTo>
                    <a:pt x="636" y="59"/>
                  </a:lnTo>
                  <a:lnTo>
                    <a:pt x="636" y="59"/>
                  </a:lnTo>
                  <a:lnTo>
                    <a:pt x="646" y="52"/>
                  </a:lnTo>
                  <a:lnTo>
                    <a:pt x="657" y="45"/>
                  </a:lnTo>
                  <a:lnTo>
                    <a:pt x="657" y="45"/>
                  </a:lnTo>
                  <a:lnTo>
                    <a:pt x="674" y="32"/>
                  </a:lnTo>
                  <a:lnTo>
                    <a:pt x="683" y="27"/>
                  </a:lnTo>
                  <a:lnTo>
                    <a:pt x="692" y="23"/>
                  </a:lnTo>
                  <a:lnTo>
                    <a:pt x="692" y="23"/>
                  </a:lnTo>
                  <a:lnTo>
                    <a:pt x="697" y="21"/>
                  </a:lnTo>
                  <a:lnTo>
                    <a:pt x="697" y="21"/>
                  </a:lnTo>
                  <a:lnTo>
                    <a:pt x="710" y="15"/>
                  </a:lnTo>
                  <a:lnTo>
                    <a:pt x="717" y="10"/>
                  </a:lnTo>
                  <a:lnTo>
                    <a:pt x="722" y="6"/>
                  </a:lnTo>
                  <a:lnTo>
                    <a:pt x="722" y="6"/>
                  </a:lnTo>
                  <a:lnTo>
                    <a:pt x="725" y="3"/>
                  </a:lnTo>
                  <a:lnTo>
                    <a:pt x="727" y="2"/>
                  </a:lnTo>
                  <a:lnTo>
                    <a:pt x="730" y="0"/>
                  </a:lnTo>
                  <a:lnTo>
                    <a:pt x="733" y="0"/>
                  </a:lnTo>
                  <a:lnTo>
                    <a:pt x="733" y="0"/>
                  </a:lnTo>
                  <a:lnTo>
                    <a:pt x="738" y="1"/>
                  </a:lnTo>
                  <a:lnTo>
                    <a:pt x="743" y="3"/>
                  </a:lnTo>
                  <a:lnTo>
                    <a:pt x="748" y="7"/>
                  </a:lnTo>
                  <a:lnTo>
                    <a:pt x="751" y="13"/>
                  </a:lnTo>
                  <a:lnTo>
                    <a:pt x="751" y="13"/>
                  </a:lnTo>
                  <a:lnTo>
                    <a:pt x="752" y="16"/>
                  </a:lnTo>
                  <a:lnTo>
                    <a:pt x="752" y="21"/>
                  </a:lnTo>
                  <a:lnTo>
                    <a:pt x="751" y="26"/>
                  </a:lnTo>
                  <a:lnTo>
                    <a:pt x="748" y="32"/>
                  </a:lnTo>
                  <a:lnTo>
                    <a:pt x="748" y="32"/>
                  </a:lnTo>
                  <a:lnTo>
                    <a:pt x="741" y="37"/>
                  </a:lnTo>
                  <a:lnTo>
                    <a:pt x="736" y="41"/>
                  </a:lnTo>
                  <a:lnTo>
                    <a:pt x="723" y="51"/>
                  </a:lnTo>
                  <a:lnTo>
                    <a:pt x="708" y="59"/>
                  </a:lnTo>
                  <a:lnTo>
                    <a:pt x="694" y="67"/>
                  </a:lnTo>
                  <a:lnTo>
                    <a:pt x="694" y="67"/>
                  </a:lnTo>
                  <a:lnTo>
                    <a:pt x="680" y="75"/>
                  </a:lnTo>
                  <a:lnTo>
                    <a:pt x="668" y="82"/>
                  </a:lnTo>
                  <a:lnTo>
                    <a:pt x="668" y="82"/>
                  </a:lnTo>
                  <a:lnTo>
                    <a:pt x="654" y="91"/>
                  </a:lnTo>
                  <a:lnTo>
                    <a:pt x="639" y="101"/>
                  </a:lnTo>
                  <a:lnTo>
                    <a:pt x="612" y="122"/>
                  </a:lnTo>
                  <a:lnTo>
                    <a:pt x="612" y="122"/>
                  </a:lnTo>
                  <a:lnTo>
                    <a:pt x="593" y="139"/>
                  </a:lnTo>
                  <a:lnTo>
                    <a:pt x="573" y="153"/>
                  </a:lnTo>
                  <a:lnTo>
                    <a:pt x="573" y="153"/>
                  </a:lnTo>
                  <a:lnTo>
                    <a:pt x="539" y="176"/>
                  </a:lnTo>
                  <a:lnTo>
                    <a:pt x="505" y="196"/>
                  </a:lnTo>
                  <a:lnTo>
                    <a:pt x="505" y="196"/>
                  </a:lnTo>
                  <a:lnTo>
                    <a:pt x="472" y="218"/>
                  </a:lnTo>
                  <a:lnTo>
                    <a:pt x="439" y="239"/>
                  </a:lnTo>
                  <a:lnTo>
                    <a:pt x="408" y="263"/>
                  </a:lnTo>
                  <a:lnTo>
                    <a:pt x="392" y="275"/>
                  </a:lnTo>
                  <a:lnTo>
                    <a:pt x="378" y="287"/>
                  </a:lnTo>
                  <a:lnTo>
                    <a:pt x="378" y="287"/>
                  </a:lnTo>
                  <a:lnTo>
                    <a:pt x="358" y="305"/>
                  </a:lnTo>
                  <a:lnTo>
                    <a:pt x="338" y="322"/>
                  </a:lnTo>
                  <a:lnTo>
                    <a:pt x="296" y="354"/>
                  </a:lnTo>
                  <a:lnTo>
                    <a:pt x="296" y="354"/>
                  </a:lnTo>
                  <a:lnTo>
                    <a:pt x="267" y="377"/>
                  </a:lnTo>
                  <a:lnTo>
                    <a:pt x="238" y="401"/>
                  </a:lnTo>
                  <a:lnTo>
                    <a:pt x="209" y="427"/>
                  </a:lnTo>
                  <a:lnTo>
                    <a:pt x="196" y="440"/>
                  </a:lnTo>
                  <a:lnTo>
                    <a:pt x="183" y="454"/>
                  </a:lnTo>
                  <a:lnTo>
                    <a:pt x="183" y="454"/>
                  </a:lnTo>
                  <a:lnTo>
                    <a:pt x="161" y="478"/>
                  </a:lnTo>
                  <a:lnTo>
                    <a:pt x="140" y="502"/>
                  </a:lnTo>
                  <a:lnTo>
                    <a:pt x="140" y="502"/>
                  </a:lnTo>
                  <a:lnTo>
                    <a:pt x="104" y="545"/>
                  </a:lnTo>
                  <a:lnTo>
                    <a:pt x="100" y="550"/>
                  </a:lnTo>
                  <a:lnTo>
                    <a:pt x="100" y="550"/>
                  </a:lnTo>
                  <a:lnTo>
                    <a:pt x="82" y="568"/>
                  </a:lnTo>
                  <a:lnTo>
                    <a:pt x="74" y="578"/>
                  </a:lnTo>
                  <a:lnTo>
                    <a:pt x="65" y="586"/>
                  </a:lnTo>
                  <a:lnTo>
                    <a:pt x="65" y="586"/>
                  </a:lnTo>
                  <a:lnTo>
                    <a:pt x="56" y="592"/>
                  </a:lnTo>
                  <a:lnTo>
                    <a:pt x="56" y="592"/>
                  </a:lnTo>
                  <a:lnTo>
                    <a:pt x="50" y="596"/>
                  </a:lnTo>
                  <a:lnTo>
                    <a:pt x="44" y="600"/>
                  </a:lnTo>
                  <a:lnTo>
                    <a:pt x="40" y="604"/>
                  </a:lnTo>
                  <a:lnTo>
                    <a:pt x="36" y="611"/>
                  </a:lnTo>
                  <a:lnTo>
                    <a:pt x="36" y="611"/>
                  </a:lnTo>
                  <a:lnTo>
                    <a:pt x="33" y="616"/>
                  </a:lnTo>
                  <a:lnTo>
                    <a:pt x="29" y="620"/>
                  </a:lnTo>
                  <a:lnTo>
                    <a:pt x="24" y="622"/>
                  </a:lnTo>
                  <a:lnTo>
                    <a:pt x="17" y="623"/>
                  </a:lnTo>
                  <a:lnTo>
                    <a:pt x="17" y="62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Text"/>
          <p:cNvSpPr txBox="1"/>
          <p:nvPr/>
        </p:nvSpPr>
        <p:spPr>
          <a:xfrm>
            <a:off x="4448188" y="3424432"/>
            <a:ext cx="3295624" cy="553998"/>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cs typeface="+mn-ea"/>
                <a:sym typeface="+mn-lt"/>
              </a:rPr>
              <a:t>工作亮点展示</a:t>
            </a:r>
          </a:p>
        </p:txBody>
      </p:sp>
      <p:sp>
        <p:nvSpPr>
          <p:cNvPr id="5" name="Footer Text"/>
          <p:cNvSpPr txBox="1"/>
          <p:nvPr/>
        </p:nvSpPr>
        <p:spPr>
          <a:xfrm>
            <a:off x="5423289" y="2435218"/>
            <a:ext cx="1323200" cy="9233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0" dirty="0">
                <a:cs typeface="+mn-ea"/>
                <a:sym typeface="+mn-lt"/>
              </a:rPr>
              <a:t>0</a:t>
            </a:r>
            <a:r>
              <a:rPr lang="en-US" altLang="zh-CN" sz="6000" dirty="0">
                <a:cs typeface="+mn-ea"/>
                <a:sym typeface="+mn-lt"/>
              </a:rPr>
              <a:t>2</a:t>
            </a:r>
            <a:endParaRPr lang="en-US" sz="3200" dirty="0">
              <a:cs typeface="+mn-ea"/>
              <a:sym typeface="+mn-lt"/>
            </a:endParaRPr>
          </a:p>
        </p:txBody>
      </p:sp>
      <p:pic>
        <p:nvPicPr>
          <p:cNvPr id="7" name="Рисунок 3"/>
          <p:cNvPicPr>
            <a:picLocks noChangeAspect="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 uri="{28A0092B-C50C-407E-A947-70E740481C1C}">
                <a14:useLocalDpi xmlns:a14="http://schemas.microsoft.com/office/drawing/2010/main" val="0"/>
              </a:ext>
            </a:extLst>
          </a:blip>
          <a:stretch>
            <a:fillRect/>
          </a:stretch>
        </p:blipFill>
        <p:spPr>
          <a:xfrm>
            <a:off x="3232049" y="4227277"/>
            <a:ext cx="5727901" cy="12349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cxnSp>
        <p:nvCxnSpPr>
          <p:cNvPr id="758" name="Shape 758"/>
          <p:cNvCxnSpPr/>
          <p:nvPr/>
        </p:nvCxnSpPr>
        <p:spPr>
          <a:xfrm>
            <a:off x="4142313" y="2887678"/>
            <a:ext cx="0" cy="2457899"/>
          </a:xfrm>
          <a:prstGeom prst="straightConnector1">
            <a:avLst/>
          </a:prstGeom>
          <a:noFill/>
          <a:ln w="9525" cap="flat" cmpd="sng">
            <a:solidFill>
              <a:schemeClr val="tx1"/>
            </a:solidFill>
            <a:prstDash val="solid"/>
            <a:round/>
            <a:headEnd type="none" w="med" len="med"/>
            <a:tailEnd type="none" w="med" len="med"/>
          </a:ln>
        </p:spPr>
      </p:cxnSp>
      <p:cxnSp>
        <p:nvCxnSpPr>
          <p:cNvPr id="759" name="Shape 759"/>
          <p:cNvCxnSpPr/>
          <p:nvPr/>
        </p:nvCxnSpPr>
        <p:spPr>
          <a:xfrm>
            <a:off x="8136398" y="2887678"/>
            <a:ext cx="0" cy="2457899"/>
          </a:xfrm>
          <a:prstGeom prst="straightConnector1">
            <a:avLst/>
          </a:prstGeom>
          <a:noFill/>
          <a:ln w="9525" cap="flat" cmpd="sng">
            <a:solidFill>
              <a:schemeClr val="tx1"/>
            </a:solidFill>
            <a:prstDash val="solid"/>
            <a:round/>
            <a:headEnd type="none" w="med" len="med"/>
            <a:tailEnd type="none" w="med" len="med"/>
          </a:ln>
        </p:spPr>
      </p:cxnSp>
      <p:sp>
        <p:nvSpPr>
          <p:cNvPr id="760" name="Shape 760"/>
          <p:cNvSpPr txBox="1"/>
          <p:nvPr/>
        </p:nvSpPr>
        <p:spPr>
          <a:xfrm>
            <a:off x="785355" y="4116628"/>
            <a:ext cx="2611516" cy="464512"/>
          </a:xfrm>
          <a:prstGeom prst="rect">
            <a:avLst/>
          </a:prstGeom>
          <a:noFill/>
          <a:ln>
            <a:noFill/>
          </a:ln>
        </p:spPr>
        <p:txBody>
          <a:bodyPr wrap="square" lIns="121900" tIns="60933" rIns="121900" bIns="60933" anchor="t" anchorCtr="0">
            <a:noAutofit/>
          </a:bodyPr>
          <a:lstStyle/>
          <a:p>
            <a:pPr algn="ctr"/>
            <a:r>
              <a:rPr lang="zh-CN" altLang="en-US" sz="1600" b="1" dirty="0">
                <a:cs typeface="+mn-ea"/>
                <a:sym typeface="+mn-lt"/>
              </a:rPr>
              <a:t>输入您的小标题</a:t>
            </a:r>
            <a:endParaRPr lang="es-ES_tradnl" altLang="zh-CN" sz="1600" b="1" dirty="0">
              <a:cs typeface="+mn-ea"/>
              <a:sym typeface="+mn-lt"/>
            </a:endParaRPr>
          </a:p>
        </p:txBody>
      </p:sp>
      <p:sp>
        <p:nvSpPr>
          <p:cNvPr id="761" name="Shape 761"/>
          <p:cNvSpPr txBox="1"/>
          <p:nvPr/>
        </p:nvSpPr>
        <p:spPr>
          <a:xfrm>
            <a:off x="4790242" y="4116628"/>
            <a:ext cx="2611516" cy="464512"/>
          </a:xfrm>
          <a:prstGeom prst="rect">
            <a:avLst/>
          </a:prstGeom>
          <a:noFill/>
          <a:ln>
            <a:noFill/>
          </a:ln>
        </p:spPr>
        <p:txBody>
          <a:bodyPr wrap="square" lIns="121900" tIns="60933" rIns="121900" bIns="60933" anchor="t" anchorCtr="0">
            <a:noAutofit/>
          </a:bodyPr>
          <a:lstStyle/>
          <a:p>
            <a:pPr algn="ctr"/>
            <a:r>
              <a:rPr lang="zh-CN" altLang="en-US" sz="1600" b="1" dirty="0">
                <a:cs typeface="+mn-ea"/>
                <a:sym typeface="+mn-lt"/>
              </a:rPr>
              <a:t>输入您的小标题</a:t>
            </a:r>
            <a:endParaRPr lang="es-ES_tradnl" altLang="zh-CN" sz="1600" b="1" dirty="0">
              <a:cs typeface="+mn-ea"/>
              <a:sym typeface="+mn-lt"/>
            </a:endParaRPr>
          </a:p>
        </p:txBody>
      </p:sp>
      <p:sp>
        <p:nvSpPr>
          <p:cNvPr id="762" name="Shape 762"/>
          <p:cNvSpPr txBox="1"/>
          <p:nvPr/>
        </p:nvSpPr>
        <p:spPr>
          <a:xfrm>
            <a:off x="8822731" y="4116628"/>
            <a:ext cx="2611516" cy="464512"/>
          </a:xfrm>
          <a:prstGeom prst="rect">
            <a:avLst/>
          </a:prstGeom>
          <a:noFill/>
          <a:ln>
            <a:noFill/>
          </a:ln>
        </p:spPr>
        <p:txBody>
          <a:bodyPr wrap="square" lIns="121900" tIns="60933" rIns="121900" bIns="60933" anchor="t" anchorCtr="0">
            <a:noAutofit/>
          </a:bodyPr>
          <a:lstStyle/>
          <a:p>
            <a:pPr algn="ctr"/>
            <a:r>
              <a:rPr lang="zh-CN" altLang="en-US" sz="1600" b="1" dirty="0">
                <a:cs typeface="+mn-ea"/>
                <a:sym typeface="+mn-lt"/>
              </a:rPr>
              <a:t>输入您的小标题</a:t>
            </a:r>
            <a:endParaRPr lang="es-ES_tradnl" altLang="zh-CN" sz="1600" b="1" dirty="0">
              <a:cs typeface="+mn-ea"/>
              <a:sym typeface="+mn-lt"/>
            </a:endParaRPr>
          </a:p>
        </p:txBody>
      </p:sp>
      <p:sp>
        <p:nvSpPr>
          <p:cNvPr id="763" name="Shape 763"/>
          <p:cNvSpPr txBox="1"/>
          <p:nvPr/>
        </p:nvSpPr>
        <p:spPr>
          <a:xfrm>
            <a:off x="524627" y="4411542"/>
            <a:ext cx="3132974" cy="1354217"/>
          </a:xfrm>
          <a:prstGeom prst="rect">
            <a:avLst/>
          </a:prstGeom>
          <a:noFill/>
          <a:ln>
            <a:noFill/>
          </a:ln>
        </p:spPr>
        <p:txBody>
          <a:bodyPr wrap="square" lIns="121900" tIns="60933" rIns="121900" bIns="60933" anchor="t" anchorCtr="0">
            <a:noAutofit/>
          </a:bodyPr>
          <a:lstStyle/>
          <a:p>
            <a:pPr algn="ctr">
              <a:lnSpc>
                <a:spcPct val="150000"/>
              </a:lnSpc>
              <a:buSzPct val="25000"/>
            </a:pPr>
            <a:r>
              <a:rPr lang="en-US" sz="1200" dirty="0">
                <a:cs typeface="+mn-ea"/>
                <a:sym typeface="+mn-lt"/>
              </a:rPr>
              <a:t>You </a:t>
            </a:r>
            <a:r>
              <a:rPr lang="en-US" sz="1200" dirty="0" err="1">
                <a:cs typeface="+mn-ea"/>
                <a:sym typeface="+mn-lt"/>
              </a:rPr>
              <a:t>gotta</a:t>
            </a:r>
            <a:r>
              <a:rPr lang="en-US" sz="1200" dirty="0">
                <a:cs typeface="+mn-ea"/>
                <a:sym typeface="+mn-lt"/>
              </a:rPr>
              <a:t> learn something when we meet you after school. I said jump, down </a:t>
            </a:r>
          </a:p>
          <a:p>
            <a:pPr algn="ctr">
              <a:lnSpc>
                <a:spcPct val="150000"/>
              </a:lnSpc>
              <a:buSzPct val="25000"/>
            </a:pPr>
            <a:r>
              <a:rPr lang="en-US" sz="1200" dirty="0">
                <a:cs typeface="+mn-ea"/>
                <a:sym typeface="+mn-lt"/>
              </a:rPr>
              <a:t>on Jump Street</a:t>
            </a:r>
          </a:p>
        </p:txBody>
      </p:sp>
      <p:sp>
        <p:nvSpPr>
          <p:cNvPr id="764" name="Shape 764"/>
          <p:cNvSpPr txBox="1"/>
          <p:nvPr/>
        </p:nvSpPr>
        <p:spPr>
          <a:xfrm>
            <a:off x="4529514" y="4411542"/>
            <a:ext cx="3132974" cy="1354217"/>
          </a:xfrm>
          <a:prstGeom prst="rect">
            <a:avLst/>
          </a:prstGeom>
          <a:noFill/>
          <a:ln>
            <a:noFill/>
          </a:ln>
        </p:spPr>
        <p:txBody>
          <a:bodyPr wrap="square" lIns="121900" tIns="60933" rIns="121900" bIns="60933" anchor="t" anchorCtr="0">
            <a:noAutofit/>
          </a:bodyPr>
          <a:lstStyle/>
          <a:p>
            <a:pPr algn="ctr">
              <a:lnSpc>
                <a:spcPct val="150000"/>
              </a:lnSpc>
              <a:buSzPct val="25000"/>
            </a:pPr>
            <a:r>
              <a:rPr lang="en-US" sz="1200">
                <a:cs typeface="+mn-ea"/>
                <a:sym typeface="+mn-lt"/>
              </a:rPr>
              <a:t>You gotta learn something when we meet you after school. I said jump, down </a:t>
            </a:r>
          </a:p>
          <a:p>
            <a:pPr algn="ctr">
              <a:lnSpc>
                <a:spcPct val="150000"/>
              </a:lnSpc>
              <a:buSzPct val="25000"/>
            </a:pPr>
            <a:r>
              <a:rPr lang="en-US" sz="1200">
                <a:cs typeface="+mn-ea"/>
                <a:sym typeface="+mn-lt"/>
              </a:rPr>
              <a:t>on Jump Street</a:t>
            </a:r>
          </a:p>
        </p:txBody>
      </p:sp>
      <p:sp>
        <p:nvSpPr>
          <p:cNvPr id="765" name="Shape 765"/>
          <p:cNvSpPr txBox="1"/>
          <p:nvPr/>
        </p:nvSpPr>
        <p:spPr>
          <a:xfrm>
            <a:off x="8534402" y="4411542"/>
            <a:ext cx="3132974" cy="1354217"/>
          </a:xfrm>
          <a:prstGeom prst="rect">
            <a:avLst/>
          </a:prstGeom>
          <a:noFill/>
          <a:ln>
            <a:noFill/>
          </a:ln>
        </p:spPr>
        <p:txBody>
          <a:bodyPr wrap="square" lIns="121900" tIns="60933" rIns="121900" bIns="60933" anchor="t" anchorCtr="0">
            <a:noAutofit/>
          </a:bodyPr>
          <a:lstStyle/>
          <a:p>
            <a:pPr algn="ctr">
              <a:lnSpc>
                <a:spcPct val="150000"/>
              </a:lnSpc>
              <a:buSzPct val="25000"/>
            </a:pPr>
            <a:r>
              <a:rPr lang="en-US" sz="1200">
                <a:cs typeface="+mn-ea"/>
                <a:sym typeface="+mn-lt"/>
              </a:rPr>
              <a:t>You gotta learn something when we meet you after school. I said jump, down </a:t>
            </a:r>
          </a:p>
          <a:p>
            <a:pPr algn="ctr">
              <a:lnSpc>
                <a:spcPct val="150000"/>
              </a:lnSpc>
              <a:buSzPct val="25000"/>
            </a:pPr>
            <a:r>
              <a:rPr lang="en-US" sz="1200">
                <a:cs typeface="+mn-ea"/>
                <a:sym typeface="+mn-lt"/>
              </a:rPr>
              <a:t>on Jump Street</a:t>
            </a:r>
          </a:p>
        </p:txBody>
      </p:sp>
      <p:grpSp>
        <p:nvGrpSpPr>
          <p:cNvPr id="5" name="组合 4"/>
          <p:cNvGrpSpPr/>
          <p:nvPr/>
        </p:nvGrpSpPr>
        <p:grpSpPr>
          <a:xfrm>
            <a:off x="1688369" y="2887679"/>
            <a:ext cx="968624" cy="936460"/>
            <a:chOff x="1688369" y="2887679"/>
            <a:chExt cx="968624" cy="936460"/>
          </a:xfrm>
        </p:grpSpPr>
        <p:sp>
          <p:nvSpPr>
            <p:cNvPr id="14" name="Freeform 128"/>
            <p:cNvSpPr>
              <a:spLocks noEditPoints="1"/>
            </p:cNvSpPr>
            <p:nvPr/>
          </p:nvSpPr>
          <p:spPr bwMode="auto">
            <a:xfrm flipH="1">
              <a:off x="1688369" y="2887679"/>
              <a:ext cx="968624" cy="936460"/>
            </a:xfrm>
            <a:custGeom>
              <a:avLst/>
              <a:gdLst/>
              <a:ahLst/>
              <a:cxnLst>
                <a:cxn ang="0">
                  <a:pos x="7" y="475"/>
                </a:cxn>
                <a:cxn ang="0">
                  <a:pos x="2824" y="83"/>
                </a:cxn>
                <a:cxn ang="0">
                  <a:pos x="649" y="1056"/>
                </a:cxn>
                <a:cxn ang="0">
                  <a:pos x="2076" y="27"/>
                </a:cxn>
                <a:cxn ang="0">
                  <a:pos x="172" y="526"/>
                </a:cxn>
                <a:cxn ang="0">
                  <a:pos x="1718" y="1039"/>
                </a:cxn>
                <a:cxn ang="0">
                  <a:pos x="1774" y="1068"/>
                </a:cxn>
                <a:cxn ang="0">
                  <a:pos x="1781" y="1032"/>
                </a:cxn>
                <a:cxn ang="0">
                  <a:pos x="333" y="936"/>
                </a:cxn>
                <a:cxn ang="0">
                  <a:pos x="392" y="925"/>
                </a:cxn>
                <a:cxn ang="0">
                  <a:pos x="363" y="1000"/>
                </a:cxn>
                <a:cxn ang="0">
                  <a:pos x="503" y="880"/>
                </a:cxn>
                <a:cxn ang="0">
                  <a:pos x="1070" y="1002"/>
                </a:cxn>
                <a:cxn ang="0">
                  <a:pos x="1231" y="969"/>
                </a:cxn>
                <a:cxn ang="0">
                  <a:pos x="1562" y="1066"/>
                </a:cxn>
                <a:cxn ang="0">
                  <a:pos x="2570" y="952"/>
                </a:cxn>
                <a:cxn ang="0">
                  <a:pos x="2350" y="939"/>
                </a:cxn>
                <a:cxn ang="0">
                  <a:pos x="2269" y="1060"/>
                </a:cxn>
                <a:cxn ang="0">
                  <a:pos x="2003" y="943"/>
                </a:cxn>
                <a:cxn ang="0">
                  <a:pos x="290" y="863"/>
                </a:cxn>
                <a:cxn ang="0">
                  <a:pos x="2193" y="1080"/>
                </a:cxn>
                <a:cxn ang="0">
                  <a:pos x="444" y="1031"/>
                </a:cxn>
                <a:cxn ang="0">
                  <a:pos x="1999" y="1059"/>
                </a:cxn>
                <a:cxn ang="0">
                  <a:pos x="2788" y="924"/>
                </a:cxn>
                <a:cxn ang="0">
                  <a:pos x="1208" y="1000"/>
                </a:cxn>
                <a:cxn ang="0">
                  <a:pos x="1020" y="1032"/>
                </a:cxn>
                <a:cxn ang="0">
                  <a:pos x="1107" y="1032"/>
                </a:cxn>
                <a:cxn ang="0">
                  <a:pos x="2071" y="1081"/>
                </a:cxn>
                <a:cxn ang="0">
                  <a:pos x="1980" y="938"/>
                </a:cxn>
                <a:cxn ang="0">
                  <a:pos x="46" y="415"/>
                </a:cxn>
                <a:cxn ang="0">
                  <a:pos x="886" y="1049"/>
                </a:cxn>
                <a:cxn ang="0">
                  <a:pos x="867" y="1023"/>
                </a:cxn>
                <a:cxn ang="0">
                  <a:pos x="151" y="558"/>
                </a:cxn>
                <a:cxn ang="0">
                  <a:pos x="28" y="478"/>
                </a:cxn>
                <a:cxn ang="0">
                  <a:pos x="116" y="433"/>
                </a:cxn>
                <a:cxn ang="0">
                  <a:pos x="1842" y="1067"/>
                </a:cxn>
                <a:cxn ang="0">
                  <a:pos x="958" y="921"/>
                </a:cxn>
                <a:cxn ang="0">
                  <a:pos x="50" y="891"/>
                </a:cxn>
                <a:cxn ang="0">
                  <a:pos x="209" y="842"/>
                </a:cxn>
                <a:cxn ang="0">
                  <a:pos x="595" y="904"/>
                </a:cxn>
                <a:cxn ang="0">
                  <a:pos x="1419" y="903"/>
                </a:cxn>
                <a:cxn ang="0">
                  <a:pos x="129" y="571"/>
                </a:cxn>
                <a:cxn ang="0">
                  <a:pos x="668" y="1009"/>
                </a:cxn>
                <a:cxn ang="0">
                  <a:pos x="54" y="727"/>
                </a:cxn>
                <a:cxn ang="0">
                  <a:pos x="146" y="428"/>
                </a:cxn>
                <a:cxn ang="0">
                  <a:pos x="40" y="824"/>
                </a:cxn>
                <a:cxn ang="0">
                  <a:pos x="300" y="922"/>
                </a:cxn>
                <a:cxn ang="0">
                  <a:pos x="234" y="807"/>
                </a:cxn>
                <a:cxn ang="0">
                  <a:pos x="2516" y="34"/>
                </a:cxn>
                <a:cxn ang="0">
                  <a:pos x="2397" y="1012"/>
                </a:cxn>
                <a:cxn ang="0">
                  <a:pos x="2110" y="911"/>
                </a:cxn>
                <a:cxn ang="0">
                  <a:pos x="179" y="845"/>
                </a:cxn>
                <a:cxn ang="0">
                  <a:pos x="1700" y="907"/>
                </a:cxn>
                <a:cxn ang="0">
                  <a:pos x="1617" y="931"/>
                </a:cxn>
                <a:cxn ang="0">
                  <a:pos x="2731" y="1011"/>
                </a:cxn>
                <a:cxn ang="0">
                  <a:pos x="1645" y="1053"/>
                </a:cxn>
                <a:cxn ang="0">
                  <a:pos x="462" y="1005"/>
                </a:cxn>
                <a:cxn ang="0">
                  <a:pos x="2332" y="969"/>
                </a:cxn>
                <a:cxn ang="0">
                  <a:pos x="2433" y="946"/>
                </a:cxn>
                <a:cxn ang="0">
                  <a:pos x="1077" y="998"/>
                </a:cxn>
                <a:cxn ang="0">
                  <a:pos x="2776" y="941"/>
                </a:cxn>
                <a:cxn ang="0">
                  <a:pos x="82" y="727"/>
                </a:cxn>
                <a:cxn ang="0">
                  <a:pos x="1930" y="922"/>
                </a:cxn>
              </a:cxnLst>
              <a:rect l="0" t="0" r="r" b="b"/>
              <a:pathLst>
                <a:path w="2921" h="1098">
                  <a:moveTo>
                    <a:pt x="633" y="1063"/>
                  </a:moveTo>
                  <a:lnTo>
                    <a:pt x="633" y="1063"/>
                  </a:lnTo>
                  <a:lnTo>
                    <a:pt x="629" y="1063"/>
                  </a:lnTo>
                  <a:lnTo>
                    <a:pt x="626" y="1063"/>
                  </a:lnTo>
                  <a:lnTo>
                    <a:pt x="625" y="1060"/>
                  </a:lnTo>
                  <a:lnTo>
                    <a:pt x="626" y="1054"/>
                  </a:lnTo>
                  <a:lnTo>
                    <a:pt x="626" y="1054"/>
                  </a:lnTo>
                  <a:lnTo>
                    <a:pt x="586" y="1053"/>
                  </a:lnTo>
                  <a:lnTo>
                    <a:pt x="542" y="1053"/>
                  </a:lnTo>
                  <a:lnTo>
                    <a:pt x="452" y="1052"/>
                  </a:lnTo>
                  <a:lnTo>
                    <a:pt x="406" y="1050"/>
                  </a:lnTo>
                  <a:lnTo>
                    <a:pt x="362" y="1046"/>
                  </a:lnTo>
                  <a:lnTo>
                    <a:pt x="320" y="1042"/>
                  </a:lnTo>
                  <a:lnTo>
                    <a:pt x="279" y="1035"/>
                  </a:lnTo>
                  <a:lnTo>
                    <a:pt x="279" y="1035"/>
                  </a:lnTo>
                  <a:lnTo>
                    <a:pt x="278" y="1035"/>
                  </a:lnTo>
                  <a:lnTo>
                    <a:pt x="275" y="1036"/>
                  </a:lnTo>
                  <a:lnTo>
                    <a:pt x="268" y="1042"/>
                  </a:lnTo>
                  <a:lnTo>
                    <a:pt x="265" y="1043"/>
                  </a:lnTo>
                  <a:lnTo>
                    <a:pt x="262" y="1043"/>
                  </a:lnTo>
                  <a:lnTo>
                    <a:pt x="260" y="1043"/>
                  </a:lnTo>
                  <a:lnTo>
                    <a:pt x="257" y="1039"/>
                  </a:lnTo>
                  <a:lnTo>
                    <a:pt x="257" y="1039"/>
                  </a:lnTo>
                  <a:lnTo>
                    <a:pt x="254" y="1036"/>
                  </a:lnTo>
                  <a:lnTo>
                    <a:pt x="250" y="1033"/>
                  </a:lnTo>
                  <a:lnTo>
                    <a:pt x="243" y="1032"/>
                  </a:lnTo>
                  <a:lnTo>
                    <a:pt x="237" y="1032"/>
                  </a:lnTo>
                  <a:lnTo>
                    <a:pt x="223" y="1033"/>
                  </a:lnTo>
                  <a:lnTo>
                    <a:pt x="210" y="1033"/>
                  </a:lnTo>
                  <a:lnTo>
                    <a:pt x="210" y="1033"/>
                  </a:lnTo>
                  <a:lnTo>
                    <a:pt x="181" y="1031"/>
                  </a:lnTo>
                  <a:lnTo>
                    <a:pt x="154" y="1025"/>
                  </a:lnTo>
                  <a:lnTo>
                    <a:pt x="130" y="1018"/>
                  </a:lnTo>
                  <a:lnTo>
                    <a:pt x="106" y="1008"/>
                  </a:lnTo>
                  <a:lnTo>
                    <a:pt x="85" y="998"/>
                  </a:lnTo>
                  <a:lnTo>
                    <a:pt x="64" y="987"/>
                  </a:lnTo>
                  <a:lnTo>
                    <a:pt x="45" y="974"/>
                  </a:lnTo>
                  <a:lnTo>
                    <a:pt x="26" y="962"/>
                  </a:lnTo>
                  <a:lnTo>
                    <a:pt x="26" y="962"/>
                  </a:lnTo>
                  <a:lnTo>
                    <a:pt x="18" y="934"/>
                  </a:lnTo>
                  <a:lnTo>
                    <a:pt x="11" y="904"/>
                  </a:lnTo>
                  <a:lnTo>
                    <a:pt x="7" y="875"/>
                  </a:lnTo>
                  <a:lnTo>
                    <a:pt x="4" y="845"/>
                  </a:lnTo>
                  <a:lnTo>
                    <a:pt x="2" y="814"/>
                  </a:lnTo>
                  <a:lnTo>
                    <a:pt x="4" y="785"/>
                  </a:lnTo>
                  <a:lnTo>
                    <a:pt x="7" y="755"/>
                  </a:lnTo>
                  <a:lnTo>
                    <a:pt x="11" y="727"/>
                  </a:lnTo>
                  <a:lnTo>
                    <a:pt x="11" y="727"/>
                  </a:lnTo>
                  <a:lnTo>
                    <a:pt x="7" y="629"/>
                  </a:lnTo>
                  <a:lnTo>
                    <a:pt x="5" y="578"/>
                  </a:lnTo>
                  <a:lnTo>
                    <a:pt x="5" y="526"/>
                  </a:lnTo>
                  <a:lnTo>
                    <a:pt x="7" y="475"/>
                  </a:lnTo>
                  <a:lnTo>
                    <a:pt x="8" y="423"/>
                  </a:lnTo>
                  <a:lnTo>
                    <a:pt x="11" y="374"/>
                  </a:lnTo>
                  <a:lnTo>
                    <a:pt x="16" y="326"/>
                  </a:lnTo>
                  <a:lnTo>
                    <a:pt x="16" y="326"/>
                  </a:lnTo>
                  <a:lnTo>
                    <a:pt x="14" y="331"/>
                  </a:lnTo>
                  <a:lnTo>
                    <a:pt x="11" y="335"/>
                  </a:lnTo>
                  <a:lnTo>
                    <a:pt x="7" y="339"/>
                  </a:lnTo>
                  <a:lnTo>
                    <a:pt x="4" y="341"/>
                  </a:lnTo>
                  <a:lnTo>
                    <a:pt x="0" y="341"/>
                  </a:lnTo>
                  <a:lnTo>
                    <a:pt x="0" y="341"/>
                  </a:lnTo>
                  <a:lnTo>
                    <a:pt x="40" y="273"/>
                  </a:lnTo>
                  <a:lnTo>
                    <a:pt x="82" y="208"/>
                  </a:lnTo>
                  <a:lnTo>
                    <a:pt x="104" y="178"/>
                  </a:lnTo>
                  <a:lnTo>
                    <a:pt x="126" y="147"/>
                  </a:lnTo>
                  <a:lnTo>
                    <a:pt x="148" y="117"/>
                  </a:lnTo>
                  <a:lnTo>
                    <a:pt x="172" y="89"/>
                  </a:lnTo>
                  <a:lnTo>
                    <a:pt x="172" y="89"/>
                  </a:lnTo>
                  <a:lnTo>
                    <a:pt x="178" y="74"/>
                  </a:lnTo>
                  <a:lnTo>
                    <a:pt x="185" y="61"/>
                  </a:lnTo>
                  <a:lnTo>
                    <a:pt x="195" y="51"/>
                  </a:lnTo>
                  <a:lnTo>
                    <a:pt x="205" y="41"/>
                  </a:lnTo>
                  <a:lnTo>
                    <a:pt x="217" y="34"/>
                  </a:lnTo>
                  <a:lnTo>
                    <a:pt x="231" y="29"/>
                  </a:lnTo>
                  <a:lnTo>
                    <a:pt x="245" y="23"/>
                  </a:lnTo>
                  <a:lnTo>
                    <a:pt x="262" y="19"/>
                  </a:lnTo>
                  <a:lnTo>
                    <a:pt x="262" y="19"/>
                  </a:lnTo>
                  <a:lnTo>
                    <a:pt x="281" y="13"/>
                  </a:lnTo>
                  <a:lnTo>
                    <a:pt x="299" y="10"/>
                  </a:lnTo>
                  <a:lnTo>
                    <a:pt x="340" y="5"/>
                  </a:lnTo>
                  <a:lnTo>
                    <a:pt x="383" y="2"/>
                  </a:lnTo>
                  <a:lnTo>
                    <a:pt x="428" y="0"/>
                  </a:lnTo>
                  <a:lnTo>
                    <a:pt x="475" y="0"/>
                  </a:lnTo>
                  <a:lnTo>
                    <a:pt x="519" y="3"/>
                  </a:lnTo>
                  <a:lnTo>
                    <a:pt x="608" y="9"/>
                  </a:lnTo>
                  <a:lnTo>
                    <a:pt x="608" y="9"/>
                  </a:lnTo>
                  <a:lnTo>
                    <a:pt x="715" y="6"/>
                  </a:lnTo>
                  <a:lnTo>
                    <a:pt x="819" y="6"/>
                  </a:lnTo>
                  <a:lnTo>
                    <a:pt x="1030" y="8"/>
                  </a:lnTo>
                  <a:lnTo>
                    <a:pt x="1134" y="8"/>
                  </a:lnTo>
                  <a:lnTo>
                    <a:pt x="1239" y="8"/>
                  </a:lnTo>
                  <a:lnTo>
                    <a:pt x="1346" y="5"/>
                  </a:lnTo>
                  <a:lnTo>
                    <a:pt x="1451" y="0"/>
                  </a:lnTo>
                  <a:lnTo>
                    <a:pt x="2653" y="23"/>
                  </a:lnTo>
                  <a:lnTo>
                    <a:pt x="2653" y="23"/>
                  </a:lnTo>
                  <a:lnTo>
                    <a:pt x="2681" y="24"/>
                  </a:lnTo>
                  <a:lnTo>
                    <a:pt x="2706" y="27"/>
                  </a:lnTo>
                  <a:lnTo>
                    <a:pt x="2730" y="33"/>
                  </a:lnTo>
                  <a:lnTo>
                    <a:pt x="2752" y="40"/>
                  </a:lnTo>
                  <a:lnTo>
                    <a:pt x="2772" y="48"/>
                  </a:lnTo>
                  <a:lnTo>
                    <a:pt x="2790" y="58"/>
                  </a:lnTo>
                  <a:lnTo>
                    <a:pt x="2809" y="69"/>
                  </a:lnTo>
                  <a:lnTo>
                    <a:pt x="2824" y="83"/>
                  </a:lnTo>
                  <a:lnTo>
                    <a:pt x="2838" y="97"/>
                  </a:lnTo>
                  <a:lnTo>
                    <a:pt x="2849" y="114"/>
                  </a:lnTo>
                  <a:lnTo>
                    <a:pt x="2861" y="131"/>
                  </a:lnTo>
                  <a:lnTo>
                    <a:pt x="2870" y="151"/>
                  </a:lnTo>
                  <a:lnTo>
                    <a:pt x="2879" y="171"/>
                  </a:lnTo>
                  <a:lnTo>
                    <a:pt x="2884" y="193"/>
                  </a:lnTo>
                  <a:lnTo>
                    <a:pt x="2890" y="215"/>
                  </a:lnTo>
                  <a:lnTo>
                    <a:pt x="2894" y="239"/>
                  </a:lnTo>
                  <a:lnTo>
                    <a:pt x="2894" y="239"/>
                  </a:lnTo>
                  <a:lnTo>
                    <a:pt x="2893" y="270"/>
                  </a:lnTo>
                  <a:lnTo>
                    <a:pt x="2893" y="301"/>
                  </a:lnTo>
                  <a:lnTo>
                    <a:pt x="2896" y="363"/>
                  </a:lnTo>
                  <a:lnTo>
                    <a:pt x="2901" y="423"/>
                  </a:lnTo>
                  <a:lnTo>
                    <a:pt x="2907" y="482"/>
                  </a:lnTo>
                  <a:lnTo>
                    <a:pt x="2907" y="482"/>
                  </a:lnTo>
                  <a:lnTo>
                    <a:pt x="2910" y="516"/>
                  </a:lnTo>
                  <a:lnTo>
                    <a:pt x="2911" y="551"/>
                  </a:lnTo>
                  <a:lnTo>
                    <a:pt x="2913" y="619"/>
                  </a:lnTo>
                  <a:lnTo>
                    <a:pt x="2914" y="688"/>
                  </a:lnTo>
                  <a:lnTo>
                    <a:pt x="2917" y="723"/>
                  </a:lnTo>
                  <a:lnTo>
                    <a:pt x="2921" y="758"/>
                  </a:lnTo>
                  <a:lnTo>
                    <a:pt x="2921" y="758"/>
                  </a:lnTo>
                  <a:lnTo>
                    <a:pt x="2900" y="800"/>
                  </a:lnTo>
                  <a:lnTo>
                    <a:pt x="2879" y="841"/>
                  </a:lnTo>
                  <a:lnTo>
                    <a:pt x="2855" y="882"/>
                  </a:lnTo>
                  <a:lnTo>
                    <a:pt x="2831" y="920"/>
                  </a:lnTo>
                  <a:lnTo>
                    <a:pt x="2804" y="956"/>
                  </a:lnTo>
                  <a:lnTo>
                    <a:pt x="2790" y="973"/>
                  </a:lnTo>
                  <a:lnTo>
                    <a:pt x="2775" y="990"/>
                  </a:lnTo>
                  <a:lnTo>
                    <a:pt x="2759" y="1005"/>
                  </a:lnTo>
                  <a:lnTo>
                    <a:pt x="2743" y="1021"/>
                  </a:lnTo>
                  <a:lnTo>
                    <a:pt x="2726" y="1036"/>
                  </a:lnTo>
                  <a:lnTo>
                    <a:pt x="2709" y="1050"/>
                  </a:lnTo>
                  <a:lnTo>
                    <a:pt x="2709" y="1050"/>
                  </a:lnTo>
                  <a:lnTo>
                    <a:pt x="2699" y="1056"/>
                  </a:lnTo>
                  <a:lnTo>
                    <a:pt x="2689" y="1061"/>
                  </a:lnTo>
                  <a:lnTo>
                    <a:pt x="2668" y="1070"/>
                  </a:lnTo>
                  <a:lnTo>
                    <a:pt x="2644" y="1077"/>
                  </a:lnTo>
                  <a:lnTo>
                    <a:pt x="2619" y="1081"/>
                  </a:lnTo>
                  <a:lnTo>
                    <a:pt x="2594" y="1085"/>
                  </a:lnTo>
                  <a:lnTo>
                    <a:pt x="2565" y="1087"/>
                  </a:lnTo>
                  <a:lnTo>
                    <a:pt x="2508" y="1090"/>
                  </a:lnTo>
                  <a:lnTo>
                    <a:pt x="2508" y="1090"/>
                  </a:lnTo>
                  <a:lnTo>
                    <a:pt x="2363" y="1092"/>
                  </a:lnTo>
                  <a:lnTo>
                    <a:pt x="2224" y="1095"/>
                  </a:lnTo>
                  <a:lnTo>
                    <a:pt x="1942" y="1098"/>
                  </a:lnTo>
                  <a:lnTo>
                    <a:pt x="1942" y="1098"/>
                  </a:lnTo>
                  <a:lnTo>
                    <a:pt x="1909" y="1098"/>
                  </a:lnTo>
                  <a:lnTo>
                    <a:pt x="1880" y="1098"/>
                  </a:lnTo>
                  <a:lnTo>
                    <a:pt x="1818" y="1095"/>
                  </a:lnTo>
                  <a:lnTo>
                    <a:pt x="649" y="1056"/>
                  </a:lnTo>
                  <a:lnTo>
                    <a:pt x="649" y="1056"/>
                  </a:lnTo>
                  <a:lnTo>
                    <a:pt x="645" y="1057"/>
                  </a:lnTo>
                  <a:lnTo>
                    <a:pt x="640" y="1059"/>
                  </a:lnTo>
                  <a:lnTo>
                    <a:pt x="633" y="1063"/>
                  </a:lnTo>
                  <a:lnTo>
                    <a:pt x="633" y="1063"/>
                  </a:lnTo>
                  <a:close/>
                  <a:moveTo>
                    <a:pt x="2785" y="862"/>
                  </a:moveTo>
                  <a:lnTo>
                    <a:pt x="2785" y="862"/>
                  </a:lnTo>
                  <a:lnTo>
                    <a:pt x="2797" y="860"/>
                  </a:lnTo>
                  <a:lnTo>
                    <a:pt x="2809" y="858"/>
                  </a:lnTo>
                  <a:lnTo>
                    <a:pt x="2820" y="853"/>
                  </a:lnTo>
                  <a:lnTo>
                    <a:pt x="2830" y="849"/>
                  </a:lnTo>
                  <a:lnTo>
                    <a:pt x="2838" y="844"/>
                  </a:lnTo>
                  <a:lnTo>
                    <a:pt x="2848" y="838"/>
                  </a:lnTo>
                  <a:lnTo>
                    <a:pt x="2855" y="832"/>
                  </a:lnTo>
                  <a:lnTo>
                    <a:pt x="2862" y="824"/>
                  </a:lnTo>
                  <a:lnTo>
                    <a:pt x="2869" y="817"/>
                  </a:lnTo>
                  <a:lnTo>
                    <a:pt x="2875" y="808"/>
                  </a:lnTo>
                  <a:lnTo>
                    <a:pt x="2886" y="790"/>
                  </a:lnTo>
                  <a:lnTo>
                    <a:pt x="2893" y="769"/>
                  </a:lnTo>
                  <a:lnTo>
                    <a:pt x="2900" y="748"/>
                  </a:lnTo>
                  <a:lnTo>
                    <a:pt x="2900" y="748"/>
                  </a:lnTo>
                  <a:lnTo>
                    <a:pt x="2899" y="688"/>
                  </a:lnTo>
                  <a:lnTo>
                    <a:pt x="2897" y="629"/>
                  </a:lnTo>
                  <a:lnTo>
                    <a:pt x="2893" y="512"/>
                  </a:lnTo>
                  <a:lnTo>
                    <a:pt x="2884" y="395"/>
                  </a:lnTo>
                  <a:lnTo>
                    <a:pt x="2877" y="279"/>
                  </a:lnTo>
                  <a:lnTo>
                    <a:pt x="2877" y="279"/>
                  </a:lnTo>
                  <a:lnTo>
                    <a:pt x="2877" y="260"/>
                  </a:lnTo>
                  <a:lnTo>
                    <a:pt x="2877" y="244"/>
                  </a:lnTo>
                  <a:lnTo>
                    <a:pt x="2876" y="227"/>
                  </a:lnTo>
                  <a:lnTo>
                    <a:pt x="2873" y="211"/>
                  </a:lnTo>
                  <a:lnTo>
                    <a:pt x="2869" y="196"/>
                  </a:lnTo>
                  <a:lnTo>
                    <a:pt x="2865" y="182"/>
                  </a:lnTo>
                  <a:lnTo>
                    <a:pt x="2861" y="169"/>
                  </a:lnTo>
                  <a:lnTo>
                    <a:pt x="2854" y="155"/>
                  </a:lnTo>
                  <a:lnTo>
                    <a:pt x="2848" y="144"/>
                  </a:lnTo>
                  <a:lnTo>
                    <a:pt x="2840" y="133"/>
                  </a:lnTo>
                  <a:lnTo>
                    <a:pt x="2824" y="111"/>
                  </a:lnTo>
                  <a:lnTo>
                    <a:pt x="2806" y="92"/>
                  </a:lnTo>
                  <a:lnTo>
                    <a:pt x="2786" y="75"/>
                  </a:lnTo>
                  <a:lnTo>
                    <a:pt x="2786" y="75"/>
                  </a:lnTo>
                  <a:lnTo>
                    <a:pt x="2734" y="68"/>
                  </a:lnTo>
                  <a:lnTo>
                    <a:pt x="2682" y="62"/>
                  </a:lnTo>
                  <a:lnTo>
                    <a:pt x="2629" y="60"/>
                  </a:lnTo>
                  <a:lnTo>
                    <a:pt x="2574" y="55"/>
                  </a:lnTo>
                  <a:lnTo>
                    <a:pt x="2466" y="50"/>
                  </a:lnTo>
                  <a:lnTo>
                    <a:pt x="2412" y="45"/>
                  </a:lnTo>
                  <a:lnTo>
                    <a:pt x="2360" y="41"/>
                  </a:lnTo>
                  <a:lnTo>
                    <a:pt x="2360" y="41"/>
                  </a:lnTo>
                  <a:lnTo>
                    <a:pt x="2314" y="37"/>
                  </a:lnTo>
                  <a:lnTo>
                    <a:pt x="2268" y="34"/>
                  </a:lnTo>
                  <a:lnTo>
                    <a:pt x="2172" y="30"/>
                  </a:lnTo>
                  <a:lnTo>
                    <a:pt x="2076" y="27"/>
                  </a:lnTo>
                  <a:lnTo>
                    <a:pt x="1980" y="27"/>
                  </a:lnTo>
                  <a:lnTo>
                    <a:pt x="1786" y="27"/>
                  </a:lnTo>
                  <a:lnTo>
                    <a:pt x="1689" y="26"/>
                  </a:lnTo>
                  <a:lnTo>
                    <a:pt x="1593" y="22"/>
                  </a:lnTo>
                  <a:lnTo>
                    <a:pt x="1593" y="22"/>
                  </a:lnTo>
                  <a:lnTo>
                    <a:pt x="1550" y="20"/>
                  </a:lnTo>
                  <a:lnTo>
                    <a:pt x="1505" y="19"/>
                  </a:lnTo>
                  <a:lnTo>
                    <a:pt x="1416" y="19"/>
                  </a:lnTo>
                  <a:lnTo>
                    <a:pt x="1329" y="22"/>
                  </a:lnTo>
                  <a:lnTo>
                    <a:pt x="1243" y="24"/>
                  </a:lnTo>
                  <a:lnTo>
                    <a:pt x="1157" y="27"/>
                  </a:lnTo>
                  <a:lnTo>
                    <a:pt x="1070" y="30"/>
                  </a:lnTo>
                  <a:lnTo>
                    <a:pt x="986" y="30"/>
                  </a:lnTo>
                  <a:lnTo>
                    <a:pt x="942" y="29"/>
                  </a:lnTo>
                  <a:lnTo>
                    <a:pt x="900" y="27"/>
                  </a:lnTo>
                  <a:lnTo>
                    <a:pt x="900" y="27"/>
                  </a:lnTo>
                  <a:lnTo>
                    <a:pt x="848" y="26"/>
                  </a:lnTo>
                  <a:lnTo>
                    <a:pt x="796" y="24"/>
                  </a:lnTo>
                  <a:lnTo>
                    <a:pt x="694" y="26"/>
                  </a:lnTo>
                  <a:lnTo>
                    <a:pt x="642" y="27"/>
                  </a:lnTo>
                  <a:lnTo>
                    <a:pt x="590" y="27"/>
                  </a:lnTo>
                  <a:lnTo>
                    <a:pt x="536" y="26"/>
                  </a:lnTo>
                  <a:lnTo>
                    <a:pt x="483" y="22"/>
                  </a:lnTo>
                  <a:lnTo>
                    <a:pt x="483" y="22"/>
                  </a:lnTo>
                  <a:lnTo>
                    <a:pt x="487" y="24"/>
                  </a:lnTo>
                  <a:lnTo>
                    <a:pt x="493" y="27"/>
                  </a:lnTo>
                  <a:lnTo>
                    <a:pt x="493" y="27"/>
                  </a:lnTo>
                  <a:lnTo>
                    <a:pt x="489" y="29"/>
                  </a:lnTo>
                  <a:lnTo>
                    <a:pt x="484" y="27"/>
                  </a:lnTo>
                  <a:lnTo>
                    <a:pt x="477" y="26"/>
                  </a:lnTo>
                  <a:lnTo>
                    <a:pt x="477" y="26"/>
                  </a:lnTo>
                  <a:lnTo>
                    <a:pt x="448" y="24"/>
                  </a:lnTo>
                  <a:lnTo>
                    <a:pt x="418" y="26"/>
                  </a:lnTo>
                  <a:lnTo>
                    <a:pt x="359" y="29"/>
                  </a:lnTo>
                  <a:lnTo>
                    <a:pt x="302" y="33"/>
                  </a:lnTo>
                  <a:lnTo>
                    <a:pt x="248" y="38"/>
                  </a:lnTo>
                  <a:lnTo>
                    <a:pt x="248" y="38"/>
                  </a:lnTo>
                  <a:lnTo>
                    <a:pt x="240" y="44"/>
                  </a:lnTo>
                  <a:lnTo>
                    <a:pt x="231" y="50"/>
                  </a:lnTo>
                  <a:lnTo>
                    <a:pt x="217" y="64"/>
                  </a:lnTo>
                  <a:lnTo>
                    <a:pt x="193" y="90"/>
                  </a:lnTo>
                  <a:lnTo>
                    <a:pt x="193" y="90"/>
                  </a:lnTo>
                  <a:lnTo>
                    <a:pt x="188" y="106"/>
                  </a:lnTo>
                  <a:lnTo>
                    <a:pt x="185" y="123"/>
                  </a:lnTo>
                  <a:lnTo>
                    <a:pt x="181" y="138"/>
                  </a:lnTo>
                  <a:lnTo>
                    <a:pt x="175" y="155"/>
                  </a:lnTo>
                  <a:lnTo>
                    <a:pt x="175" y="155"/>
                  </a:lnTo>
                  <a:lnTo>
                    <a:pt x="171" y="275"/>
                  </a:lnTo>
                  <a:lnTo>
                    <a:pt x="170" y="336"/>
                  </a:lnTo>
                  <a:lnTo>
                    <a:pt x="170" y="400"/>
                  </a:lnTo>
                  <a:lnTo>
                    <a:pt x="171" y="463"/>
                  </a:lnTo>
                  <a:lnTo>
                    <a:pt x="172" y="526"/>
                  </a:lnTo>
                  <a:lnTo>
                    <a:pt x="177" y="588"/>
                  </a:lnTo>
                  <a:lnTo>
                    <a:pt x="182" y="648"/>
                  </a:lnTo>
                  <a:lnTo>
                    <a:pt x="182" y="648"/>
                  </a:lnTo>
                  <a:lnTo>
                    <a:pt x="189" y="676"/>
                  </a:lnTo>
                  <a:lnTo>
                    <a:pt x="198" y="705"/>
                  </a:lnTo>
                  <a:lnTo>
                    <a:pt x="208" y="731"/>
                  </a:lnTo>
                  <a:lnTo>
                    <a:pt x="219" y="755"/>
                  </a:lnTo>
                  <a:lnTo>
                    <a:pt x="231" y="779"/>
                  </a:lnTo>
                  <a:lnTo>
                    <a:pt x="245" y="799"/>
                  </a:lnTo>
                  <a:lnTo>
                    <a:pt x="254" y="808"/>
                  </a:lnTo>
                  <a:lnTo>
                    <a:pt x="262" y="817"/>
                  </a:lnTo>
                  <a:lnTo>
                    <a:pt x="271" y="824"/>
                  </a:lnTo>
                  <a:lnTo>
                    <a:pt x="281" y="831"/>
                  </a:lnTo>
                  <a:lnTo>
                    <a:pt x="281" y="831"/>
                  </a:lnTo>
                  <a:lnTo>
                    <a:pt x="302" y="837"/>
                  </a:lnTo>
                  <a:lnTo>
                    <a:pt x="321" y="841"/>
                  </a:lnTo>
                  <a:lnTo>
                    <a:pt x="363" y="846"/>
                  </a:lnTo>
                  <a:lnTo>
                    <a:pt x="408" y="849"/>
                  </a:lnTo>
                  <a:lnTo>
                    <a:pt x="453" y="851"/>
                  </a:lnTo>
                  <a:lnTo>
                    <a:pt x="498" y="851"/>
                  </a:lnTo>
                  <a:lnTo>
                    <a:pt x="543" y="849"/>
                  </a:lnTo>
                  <a:lnTo>
                    <a:pt x="632" y="848"/>
                  </a:lnTo>
                  <a:lnTo>
                    <a:pt x="632" y="848"/>
                  </a:lnTo>
                  <a:lnTo>
                    <a:pt x="791" y="849"/>
                  </a:lnTo>
                  <a:lnTo>
                    <a:pt x="948" y="852"/>
                  </a:lnTo>
                  <a:lnTo>
                    <a:pt x="1104" y="855"/>
                  </a:lnTo>
                  <a:lnTo>
                    <a:pt x="1259" y="859"/>
                  </a:lnTo>
                  <a:lnTo>
                    <a:pt x="1569" y="870"/>
                  </a:lnTo>
                  <a:lnTo>
                    <a:pt x="1883" y="883"/>
                  </a:lnTo>
                  <a:lnTo>
                    <a:pt x="1883" y="883"/>
                  </a:lnTo>
                  <a:lnTo>
                    <a:pt x="2019" y="889"/>
                  </a:lnTo>
                  <a:lnTo>
                    <a:pt x="2157" y="893"/>
                  </a:lnTo>
                  <a:lnTo>
                    <a:pt x="2296" y="896"/>
                  </a:lnTo>
                  <a:lnTo>
                    <a:pt x="2366" y="896"/>
                  </a:lnTo>
                  <a:lnTo>
                    <a:pt x="2436" y="894"/>
                  </a:lnTo>
                  <a:lnTo>
                    <a:pt x="2436" y="894"/>
                  </a:lnTo>
                  <a:lnTo>
                    <a:pt x="2516" y="893"/>
                  </a:lnTo>
                  <a:lnTo>
                    <a:pt x="2596" y="891"/>
                  </a:lnTo>
                  <a:lnTo>
                    <a:pt x="2637" y="890"/>
                  </a:lnTo>
                  <a:lnTo>
                    <a:pt x="2679" y="887"/>
                  </a:lnTo>
                  <a:lnTo>
                    <a:pt x="2720" y="883"/>
                  </a:lnTo>
                  <a:lnTo>
                    <a:pt x="2761" y="877"/>
                  </a:lnTo>
                  <a:lnTo>
                    <a:pt x="2761" y="877"/>
                  </a:lnTo>
                  <a:lnTo>
                    <a:pt x="2762" y="872"/>
                  </a:lnTo>
                  <a:lnTo>
                    <a:pt x="2765" y="868"/>
                  </a:lnTo>
                  <a:lnTo>
                    <a:pt x="2768" y="866"/>
                  </a:lnTo>
                  <a:lnTo>
                    <a:pt x="2771" y="863"/>
                  </a:lnTo>
                  <a:lnTo>
                    <a:pt x="2778" y="862"/>
                  </a:lnTo>
                  <a:lnTo>
                    <a:pt x="2785" y="862"/>
                  </a:lnTo>
                  <a:lnTo>
                    <a:pt x="2785" y="862"/>
                  </a:lnTo>
                  <a:close/>
                  <a:moveTo>
                    <a:pt x="1718" y="1039"/>
                  </a:moveTo>
                  <a:lnTo>
                    <a:pt x="1718" y="1039"/>
                  </a:lnTo>
                  <a:lnTo>
                    <a:pt x="1727" y="1025"/>
                  </a:lnTo>
                  <a:lnTo>
                    <a:pt x="1734" y="1012"/>
                  </a:lnTo>
                  <a:lnTo>
                    <a:pt x="1748" y="983"/>
                  </a:lnTo>
                  <a:lnTo>
                    <a:pt x="1763" y="955"/>
                  </a:lnTo>
                  <a:lnTo>
                    <a:pt x="1772" y="942"/>
                  </a:lnTo>
                  <a:lnTo>
                    <a:pt x="1781" y="929"/>
                  </a:lnTo>
                  <a:lnTo>
                    <a:pt x="1749" y="998"/>
                  </a:lnTo>
                  <a:lnTo>
                    <a:pt x="1749" y="998"/>
                  </a:lnTo>
                  <a:lnTo>
                    <a:pt x="1798" y="945"/>
                  </a:lnTo>
                  <a:lnTo>
                    <a:pt x="1824" y="921"/>
                  </a:lnTo>
                  <a:lnTo>
                    <a:pt x="1850" y="897"/>
                  </a:lnTo>
                  <a:lnTo>
                    <a:pt x="1850" y="897"/>
                  </a:lnTo>
                  <a:lnTo>
                    <a:pt x="1842" y="896"/>
                  </a:lnTo>
                  <a:lnTo>
                    <a:pt x="1831" y="896"/>
                  </a:lnTo>
                  <a:lnTo>
                    <a:pt x="1809" y="896"/>
                  </a:lnTo>
                  <a:lnTo>
                    <a:pt x="1809" y="896"/>
                  </a:lnTo>
                  <a:lnTo>
                    <a:pt x="1807" y="896"/>
                  </a:lnTo>
                  <a:lnTo>
                    <a:pt x="1804" y="897"/>
                  </a:lnTo>
                  <a:lnTo>
                    <a:pt x="1801" y="901"/>
                  </a:lnTo>
                  <a:lnTo>
                    <a:pt x="1800" y="907"/>
                  </a:lnTo>
                  <a:lnTo>
                    <a:pt x="1798" y="910"/>
                  </a:lnTo>
                  <a:lnTo>
                    <a:pt x="1795" y="912"/>
                  </a:lnTo>
                  <a:lnTo>
                    <a:pt x="1795" y="912"/>
                  </a:lnTo>
                  <a:lnTo>
                    <a:pt x="1794" y="910"/>
                  </a:lnTo>
                  <a:lnTo>
                    <a:pt x="1794" y="907"/>
                  </a:lnTo>
                  <a:lnTo>
                    <a:pt x="1795" y="901"/>
                  </a:lnTo>
                  <a:lnTo>
                    <a:pt x="1798" y="897"/>
                  </a:lnTo>
                  <a:lnTo>
                    <a:pt x="1798" y="896"/>
                  </a:lnTo>
                  <a:lnTo>
                    <a:pt x="1797" y="894"/>
                  </a:lnTo>
                  <a:lnTo>
                    <a:pt x="1797" y="894"/>
                  </a:lnTo>
                  <a:lnTo>
                    <a:pt x="1791" y="893"/>
                  </a:lnTo>
                  <a:lnTo>
                    <a:pt x="1783" y="893"/>
                  </a:lnTo>
                  <a:lnTo>
                    <a:pt x="1770" y="894"/>
                  </a:lnTo>
                  <a:lnTo>
                    <a:pt x="1770" y="894"/>
                  </a:lnTo>
                  <a:lnTo>
                    <a:pt x="1773" y="898"/>
                  </a:lnTo>
                  <a:lnTo>
                    <a:pt x="1772" y="903"/>
                  </a:lnTo>
                  <a:lnTo>
                    <a:pt x="1770" y="907"/>
                  </a:lnTo>
                  <a:lnTo>
                    <a:pt x="1769" y="911"/>
                  </a:lnTo>
                  <a:lnTo>
                    <a:pt x="1769" y="911"/>
                  </a:lnTo>
                  <a:lnTo>
                    <a:pt x="1739" y="952"/>
                  </a:lnTo>
                  <a:lnTo>
                    <a:pt x="1710" y="991"/>
                  </a:lnTo>
                  <a:lnTo>
                    <a:pt x="1682" y="1032"/>
                  </a:lnTo>
                  <a:lnTo>
                    <a:pt x="1668" y="1053"/>
                  </a:lnTo>
                  <a:lnTo>
                    <a:pt x="1655" y="1074"/>
                  </a:lnTo>
                  <a:lnTo>
                    <a:pt x="1655" y="1074"/>
                  </a:lnTo>
                  <a:lnTo>
                    <a:pt x="1673" y="1077"/>
                  </a:lnTo>
                  <a:lnTo>
                    <a:pt x="1691" y="1078"/>
                  </a:lnTo>
                  <a:lnTo>
                    <a:pt x="1710" y="1078"/>
                  </a:lnTo>
                  <a:lnTo>
                    <a:pt x="1728" y="1078"/>
                  </a:lnTo>
                  <a:lnTo>
                    <a:pt x="1745" y="1077"/>
                  </a:lnTo>
                  <a:lnTo>
                    <a:pt x="1760" y="1074"/>
                  </a:lnTo>
                  <a:lnTo>
                    <a:pt x="1774" y="1068"/>
                  </a:lnTo>
                  <a:lnTo>
                    <a:pt x="1784" y="1063"/>
                  </a:lnTo>
                  <a:lnTo>
                    <a:pt x="1784" y="1063"/>
                  </a:lnTo>
                  <a:lnTo>
                    <a:pt x="1783" y="1060"/>
                  </a:lnTo>
                  <a:lnTo>
                    <a:pt x="1784" y="1057"/>
                  </a:lnTo>
                  <a:lnTo>
                    <a:pt x="1786" y="1056"/>
                  </a:lnTo>
                  <a:lnTo>
                    <a:pt x="1788" y="1054"/>
                  </a:lnTo>
                  <a:lnTo>
                    <a:pt x="1790" y="1053"/>
                  </a:lnTo>
                  <a:lnTo>
                    <a:pt x="1793" y="1053"/>
                  </a:lnTo>
                  <a:lnTo>
                    <a:pt x="1794" y="1054"/>
                  </a:lnTo>
                  <a:lnTo>
                    <a:pt x="1793" y="1057"/>
                  </a:lnTo>
                  <a:lnTo>
                    <a:pt x="1793" y="1057"/>
                  </a:lnTo>
                  <a:lnTo>
                    <a:pt x="1788" y="1064"/>
                  </a:lnTo>
                  <a:lnTo>
                    <a:pt x="1783" y="1070"/>
                  </a:lnTo>
                  <a:lnTo>
                    <a:pt x="1772" y="1080"/>
                  </a:lnTo>
                  <a:lnTo>
                    <a:pt x="1822" y="1080"/>
                  </a:lnTo>
                  <a:lnTo>
                    <a:pt x="1822" y="1080"/>
                  </a:lnTo>
                  <a:lnTo>
                    <a:pt x="1832" y="1061"/>
                  </a:lnTo>
                  <a:lnTo>
                    <a:pt x="1843" y="1045"/>
                  </a:lnTo>
                  <a:lnTo>
                    <a:pt x="1866" y="1011"/>
                  </a:lnTo>
                  <a:lnTo>
                    <a:pt x="1866" y="1011"/>
                  </a:lnTo>
                  <a:lnTo>
                    <a:pt x="1866" y="1011"/>
                  </a:lnTo>
                  <a:lnTo>
                    <a:pt x="1870" y="1008"/>
                  </a:lnTo>
                  <a:lnTo>
                    <a:pt x="1873" y="1004"/>
                  </a:lnTo>
                  <a:lnTo>
                    <a:pt x="1878" y="993"/>
                  </a:lnTo>
                  <a:lnTo>
                    <a:pt x="1874" y="993"/>
                  </a:lnTo>
                  <a:lnTo>
                    <a:pt x="1874" y="993"/>
                  </a:lnTo>
                  <a:lnTo>
                    <a:pt x="1888" y="976"/>
                  </a:lnTo>
                  <a:lnTo>
                    <a:pt x="1901" y="957"/>
                  </a:lnTo>
                  <a:lnTo>
                    <a:pt x="1912" y="939"/>
                  </a:lnTo>
                  <a:lnTo>
                    <a:pt x="1923" y="921"/>
                  </a:lnTo>
                  <a:lnTo>
                    <a:pt x="1791" y="1049"/>
                  </a:lnTo>
                  <a:lnTo>
                    <a:pt x="1791" y="1049"/>
                  </a:lnTo>
                  <a:lnTo>
                    <a:pt x="1824" y="1009"/>
                  </a:lnTo>
                  <a:lnTo>
                    <a:pt x="1857" y="972"/>
                  </a:lnTo>
                  <a:lnTo>
                    <a:pt x="1892" y="936"/>
                  </a:lnTo>
                  <a:lnTo>
                    <a:pt x="1929" y="901"/>
                  </a:lnTo>
                  <a:lnTo>
                    <a:pt x="1929" y="901"/>
                  </a:lnTo>
                  <a:lnTo>
                    <a:pt x="1918" y="898"/>
                  </a:lnTo>
                  <a:lnTo>
                    <a:pt x="1905" y="898"/>
                  </a:lnTo>
                  <a:lnTo>
                    <a:pt x="1878" y="898"/>
                  </a:lnTo>
                  <a:lnTo>
                    <a:pt x="1878" y="898"/>
                  </a:lnTo>
                  <a:lnTo>
                    <a:pt x="1866" y="921"/>
                  </a:lnTo>
                  <a:lnTo>
                    <a:pt x="1853" y="943"/>
                  </a:lnTo>
                  <a:lnTo>
                    <a:pt x="1825" y="987"/>
                  </a:lnTo>
                  <a:lnTo>
                    <a:pt x="1825" y="987"/>
                  </a:lnTo>
                  <a:lnTo>
                    <a:pt x="1821" y="984"/>
                  </a:lnTo>
                  <a:lnTo>
                    <a:pt x="1818" y="984"/>
                  </a:lnTo>
                  <a:lnTo>
                    <a:pt x="1818" y="984"/>
                  </a:lnTo>
                  <a:lnTo>
                    <a:pt x="1818" y="984"/>
                  </a:lnTo>
                  <a:lnTo>
                    <a:pt x="1800" y="1011"/>
                  </a:lnTo>
                  <a:lnTo>
                    <a:pt x="1788" y="1023"/>
                  </a:lnTo>
                  <a:lnTo>
                    <a:pt x="1781" y="1032"/>
                  </a:lnTo>
                  <a:lnTo>
                    <a:pt x="1781" y="1032"/>
                  </a:lnTo>
                  <a:lnTo>
                    <a:pt x="1793" y="1014"/>
                  </a:lnTo>
                  <a:lnTo>
                    <a:pt x="1804" y="997"/>
                  </a:lnTo>
                  <a:lnTo>
                    <a:pt x="1817" y="980"/>
                  </a:lnTo>
                  <a:lnTo>
                    <a:pt x="1831" y="966"/>
                  </a:lnTo>
                  <a:lnTo>
                    <a:pt x="1829" y="962"/>
                  </a:lnTo>
                  <a:lnTo>
                    <a:pt x="1829" y="962"/>
                  </a:lnTo>
                  <a:lnTo>
                    <a:pt x="1838" y="949"/>
                  </a:lnTo>
                  <a:lnTo>
                    <a:pt x="1846" y="936"/>
                  </a:lnTo>
                  <a:lnTo>
                    <a:pt x="1854" y="922"/>
                  </a:lnTo>
                  <a:lnTo>
                    <a:pt x="1863" y="908"/>
                  </a:lnTo>
                  <a:lnTo>
                    <a:pt x="1863" y="908"/>
                  </a:lnTo>
                  <a:lnTo>
                    <a:pt x="1864" y="904"/>
                  </a:lnTo>
                  <a:lnTo>
                    <a:pt x="1863" y="903"/>
                  </a:lnTo>
                  <a:lnTo>
                    <a:pt x="1860" y="903"/>
                  </a:lnTo>
                  <a:lnTo>
                    <a:pt x="1856" y="905"/>
                  </a:lnTo>
                  <a:lnTo>
                    <a:pt x="1856" y="905"/>
                  </a:lnTo>
                  <a:lnTo>
                    <a:pt x="1818" y="941"/>
                  </a:lnTo>
                  <a:lnTo>
                    <a:pt x="1780" y="977"/>
                  </a:lnTo>
                  <a:lnTo>
                    <a:pt x="1745" y="1014"/>
                  </a:lnTo>
                  <a:lnTo>
                    <a:pt x="1711" y="1053"/>
                  </a:lnTo>
                  <a:lnTo>
                    <a:pt x="1711" y="1053"/>
                  </a:lnTo>
                  <a:lnTo>
                    <a:pt x="1711" y="1049"/>
                  </a:lnTo>
                  <a:lnTo>
                    <a:pt x="1711" y="1042"/>
                  </a:lnTo>
                  <a:lnTo>
                    <a:pt x="1711" y="1040"/>
                  </a:lnTo>
                  <a:lnTo>
                    <a:pt x="1713" y="1038"/>
                  </a:lnTo>
                  <a:lnTo>
                    <a:pt x="1714" y="1038"/>
                  </a:lnTo>
                  <a:lnTo>
                    <a:pt x="1718" y="1039"/>
                  </a:lnTo>
                  <a:lnTo>
                    <a:pt x="1718" y="1039"/>
                  </a:lnTo>
                  <a:close/>
                  <a:moveTo>
                    <a:pt x="231" y="993"/>
                  </a:moveTo>
                  <a:lnTo>
                    <a:pt x="231" y="993"/>
                  </a:lnTo>
                  <a:lnTo>
                    <a:pt x="236" y="990"/>
                  </a:lnTo>
                  <a:lnTo>
                    <a:pt x="240" y="986"/>
                  </a:lnTo>
                  <a:lnTo>
                    <a:pt x="248" y="974"/>
                  </a:lnTo>
                  <a:lnTo>
                    <a:pt x="257" y="964"/>
                  </a:lnTo>
                  <a:lnTo>
                    <a:pt x="261" y="959"/>
                  </a:lnTo>
                  <a:lnTo>
                    <a:pt x="267" y="955"/>
                  </a:lnTo>
                  <a:lnTo>
                    <a:pt x="267" y="955"/>
                  </a:lnTo>
                  <a:lnTo>
                    <a:pt x="260" y="967"/>
                  </a:lnTo>
                  <a:lnTo>
                    <a:pt x="254" y="977"/>
                  </a:lnTo>
                  <a:lnTo>
                    <a:pt x="248" y="988"/>
                  </a:lnTo>
                  <a:lnTo>
                    <a:pt x="244" y="994"/>
                  </a:lnTo>
                  <a:lnTo>
                    <a:pt x="237" y="1000"/>
                  </a:lnTo>
                  <a:lnTo>
                    <a:pt x="237" y="1000"/>
                  </a:lnTo>
                  <a:lnTo>
                    <a:pt x="245" y="1001"/>
                  </a:lnTo>
                  <a:lnTo>
                    <a:pt x="255" y="1002"/>
                  </a:lnTo>
                  <a:lnTo>
                    <a:pt x="275" y="1005"/>
                  </a:lnTo>
                  <a:lnTo>
                    <a:pt x="275" y="1005"/>
                  </a:lnTo>
                  <a:lnTo>
                    <a:pt x="286" y="984"/>
                  </a:lnTo>
                  <a:lnTo>
                    <a:pt x="300" y="966"/>
                  </a:lnTo>
                  <a:lnTo>
                    <a:pt x="316" y="950"/>
                  </a:lnTo>
                  <a:lnTo>
                    <a:pt x="333" y="936"/>
                  </a:lnTo>
                  <a:lnTo>
                    <a:pt x="320" y="941"/>
                  </a:lnTo>
                  <a:lnTo>
                    <a:pt x="317" y="942"/>
                  </a:lnTo>
                  <a:lnTo>
                    <a:pt x="316" y="946"/>
                  </a:lnTo>
                  <a:lnTo>
                    <a:pt x="317" y="942"/>
                  </a:lnTo>
                  <a:lnTo>
                    <a:pt x="320" y="941"/>
                  </a:lnTo>
                  <a:lnTo>
                    <a:pt x="320" y="941"/>
                  </a:lnTo>
                  <a:lnTo>
                    <a:pt x="323" y="934"/>
                  </a:lnTo>
                  <a:lnTo>
                    <a:pt x="327" y="927"/>
                  </a:lnTo>
                  <a:lnTo>
                    <a:pt x="335" y="915"/>
                  </a:lnTo>
                  <a:lnTo>
                    <a:pt x="344" y="903"/>
                  </a:lnTo>
                  <a:lnTo>
                    <a:pt x="348" y="896"/>
                  </a:lnTo>
                  <a:lnTo>
                    <a:pt x="351" y="889"/>
                  </a:lnTo>
                  <a:lnTo>
                    <a:pt x="271" y="962"/>
                  </a:lnTo>
                  <a:lnTo>
                    <a:pt x="271" y="962"/>
                  </a:lnTo>
                  <a:lnTo>
                    <a:pt x="279" y="948"/>
                  </a:lnTo>
                  <a:lnTo>
                    <a:pt x="289" y="935"/>
                  </a:lnTo>
                  <a:lnTo>
                    <a:pt x="300" y="922"/>
                  </a:lnTo>
                  <a:lnTo>
                    <a:pt x="312" y="910"/>
                  </a:lnTo>
                  <a:lnTo>
                    <a:pt x="323" y="900"/>
                  </a:lnTo>
                  <a:lnTo>
                    <a:pt x="335" y="889"/>
                  </a:lnTo>
                  <a:lnTo>
                    <a:pt x="362" y="870"/>
                  </a:lnTo>
                  <a:lnTo>
                    <a:pt x="362" y="870"/>
                  </a:lnTo>
                  <a:lnTo>
                    <a:pt x="365" y="869"/>
                  </a:lnTo>
                  <a:lnTo>
                    <a:pt x="369" y="870"/>
                  </a:lnTo>
                  <a:lnTo>
                    <a:pt x="371" y="872"/>
                  </a:lnTo>
                  <a:lnTo>
                    <a:pt x="371" y="877"/>
                  </a:lnTo>
                  <a:lnTo>
                    <a:pt x="371" y="877"/>
                  </a:lnTo>
                  <a:lnTo>
                    <a:pt x="363" y="893"/>
                  </a:lnTo>
                  <a:lnTo>
                    <a:pt x="354" y="907"/>
                  </a:lnTo>
                  <a:lnTo>
                    <a:pt x="344" y="920"/>
                  </a:lnTo>
                  <a:lnTo>
                    <a:pt x="333" y="929"/>
                  </a:lnTo>
                  <a:lnTo>
                    <a:pt x="337" y="929"/>
                  </a:lnTo>
                  <a:lnTo>
                    <a:pt x="292" y="1001"/>
                  </a:lnTo>
                  <a:lnTo>
                    <a:pt x="292" y="1001"/>
                  </a:lnTo>
                  <a:lnTo>
                    <a:pt x="290" y="1005"/>
                  </a:lnTo>
                  <a:lnTo>
                    <a:pt x="290" y="1009"/>
                  </a:lnTo>
                  <a:lnTo>
                    <a:pt x="292" y="1009"/>
                  </a:lnTo>
                  <a:lnTo>
                    <a:pt x="293" y="1009"/>
                  </a:lnTo>
                  <a:lnTo>
                    <a:pt x="296" y="1005"/>
                  </a:lnTo>
                  <a:lnTo>
                    <a:pt x="296" y="1005"/>
                  </a:lnTo>
                  <a:lnTo>
                    <a:pt x="297" y="1002"/>
                  </a:lnTo>
                  <a:lnTo>
                    <a:pt x="299" y="1001"/>
                  </a:lnTo>
                  <a:lnTo>
                    <a:pt x="300" y="1001"/>
                  </a:lnTo>
                  <a:lnTo>
                    <a:pt x="302" y="1002"/>
                  </a:lnTo>
                  <a:lnTo>
                    <a:pt x="303" y="1005"/>
                  </a:lnTo>
                  <a:lnTo>
                    <a:pt x="303" y="1009"/>
                  </a:lnTo>
                  <a:lnTo>
                    <a:pt x="303" y="1009"/>
                  </a:lnTo>
                  <a:lnTo>
                    <a:pt x="309" y="1012"/>
                  </a:lnTo>
                  <a:lnTo>
                    <a:pt x="314" y="1014"/>
                  </a:lnTo>
                  <a:lnTo>
                    <a:pt x="320" y="1015"/>
                  </a:lnTo>
                  <a:lnTo>
                    <a:pt x="327" y="1015"/>
                  </a:lnTo>
                  <a:lnTo>
                    <a:pt x="392" y="925"/>
                  </a:lnTo>
                  <a:lnTo>
                    <a:pt x="392" y="925"/>
                  </a:lnTo>
                  <a:lnTo>
                    <a:pt x="375" y="939"/>
                  </a:lnTo>
                  <a:lnTo>
                    <a:pt x="358" y="956"/>
                  </a:lnTo>
                  <a:lnTo>
                    <a:pt x="342" y="972"/>
                  </a:lnTo>
                  <a:lnTo>
                    <a:pt x="326" y="988"/>
                  </a:lnTo>
                  <a:lnTo>
                    <a:pt x="324" y="983"/>
                  </a:lnTo>
                  <a:lnTo>
                    <a:pt x="307" y="998"/>
                  </a:lnTo>
                  <a:lnTo>
                    <a:pt x="307" y="998"/>
                  </a:lnTo>
                  <a:lnTo>
                    <a:pt x="307" y="994"/>
                  </a:lnTo>
                  <a:lnTo>
                    <a:pt x="309" y="991"/>
                  </a:lnTo>
                  <a:lnTo>
                    <a:pt x="312" y="988"/>
                  </a:lnTo>
                  <a:lnTo>
                    <a:pt x="313" y="983"/>
                  </a:lnTo>
                  <a:lnTo>
                    <a:pt x="313" y="983"/>
                  </a:lnTo>
                  <a:lnTo>
                    <a:pt x="314" y="983"/>
                  </a:lnTo>
                  <a:lnTo>
                    <a:pt x="317" y="980"/>
                  </a:lnTo>
                  <a:lnTo>
                    <a:pt x="324" y="974"/>
                  </a:lnTo>
                  <a:lnTo>
                    <a:pt x="327" y="972"/>
                  </a:lnTo>
                  <a:lnTo>
                    <a:pt x="328" y="972"/>
                  </a:lnTo>
                  <a:lnTo>
                    <a:pt x="327" y="976"/>
                  </a:lnTo>
                  <a:lnTo>
                    <a:pt x="324" y="983"/>
                  </a:lnTo>
                  <a:lnTo>
                    <a:pt x="324" y="983"/>
                  </a:lnTo>
                  <a:lnTo>
                    <a:pt x="328" y="980"/>
                  </a:lnTo>
                  <a:lnTo>
                    <a:pt x="333" y="976"/>
                  </a:lnTo>
                  <a:lnTo>
                    <a:pt x="338" y="967"/>
                  </a:lnTo>
                  <a:lnTo>
                    <a:pt x="338" y="964"/>
                  </a:lnTo>
                  <a:lnTo>
                    <a:pt x="338" y="964"/>
                  </a:lnTo>
                  <a:lnTo>
                    <a:pt x="340" y="960"/>
                  </a:lnTo>
                  <a:lnTo>
                    <a:pt x="340" y="960"/>
                  </a:lnTo>
                  <a:lnTo>
                    <a:pt x="362" y="936"/>
                  </a:lnTo>
                  <a:lnTo>
                    <a:pt x="386" y="914"/>
                  </a:lnTo>
                  <a:lnTo>
                    <a:pt x="411" y="893"/>
                  </a:lnTo>
                  <a:lnTo>
                    <a:pt x="439" y="875"/>
                  </a:lnTo>
                  <a:lnTo>
                    <a:pt x="439" y="875"/>
                  </a:lnTo>
                  <a:lnTo>
                    <a:pt x="437" y="882"/>
                  </a:lnTo>
                  <a:lnTo>
                    <a:pt x="432" y="890"/>
                  </a:lnTo>
                  <a:lnTo>
                    <a:pt x="421" y="907"/>
                  </a:lnTo>
                  <a:lnTo>
                    <a:pt x="407" y="922"/>
                  </a:lnTo>
                  <a:lnTo>
                    <a:pt x="394" y="935"/>
                  </a:lnTo>
                  <a:lnTo>
                    <a:pt x="394" y="935"/>
                  </a:lnTo>
                  <a:lnTo>
                    <a:pt x="396" y="939"/>
                  </a:lnTo>
                  <a:lnTo>
                    <a:pt x="396" y="942"/>
                  </a:lnTo>
                  <a:lnTo>
                    <a:pt x="392" y="949"/>
                  </a:lnTo>
                  <a:lnTo>
                    <a:pt x="392" y="949"/>
                  </a:lnTo>
                  <a:lnTo>
                    <a:pt x="379" y="964"/>
                  </a:lnTo>
                  <a:lnTo>
                    <a:pt x="366" y="981"/>
                  </a:lnTo>
                  <a:lnTo>
                    <a:pt x="354" y="1000"/>
                  </a:lnTo>
                  <a:lnTo>
                    <a:pt x="342" y="1019"/>
                  </a:lnTo>
                  <a:lnTo>
                    <a:pt x="342" y="1019"/>
                  </a:lnTo>
                  <a:lnTo>
                    <a:pt x="349" y="1015"/>
                  </a:lnTo>
                  <a:lnTo>
                    <a:pt x="355" y="1011"/>
                  </a:lnTo>
                  <a:lnTo>
                    <a:pt x="359" y="1005"/>
                  </a:lnTo>
                  <a:lnTo>
                    <a:pt x="363" y="1000"/>
                  </a:lnTo>
                  <a:lnTo>
                    <a:pt x="372" y="988"/>
                  </a:lnTo>
                  <a:lnTo>
                    <a:pt x="376" y="984"/>
                  </a:lnTo>
                  <a:lnTo>
                    <a:pt x="383" y="979"/>
                  </a:lnTo>
                  <a:lnTo>
                    <a:pt x="383" y="979"/>
                  </a:lnTo>
                  <a:lnTo>
                    <a:pt x="383" y="981"/>
                  </a:lnTo>
                  <a:lnTo>
                    <a:pt x="382" y="986"/>
                  </a:lnTo>
                  <a:lnTo>
                    <a:pt x="378" y="991"/>
                  </a:lnTo>
                  <a:lnTo>
                    <a:pt x="373" y="997"/>
                  </a:lnTo>
                  <a:lnTo>
                    <a:pt x="372" y="1001"/>
                  </a:lnTo>
                  <a:lnTo>
                    <a:pt x="372" y="1005"/>
                  </a:lnTo>
                  <a:lnTo>
                    <a:pt x="372" y="1005"/>
                  </a:lnTo>
                  <a:lnTo>
                    <a:pt x="371" y="1007"/>
                  </a:lnTo>
                  <a:lnTo>
                    <a:pt x="368" y="1008"/>
                  </a:lnTo>
                  <a:lnTo>
                    <a:pt x="362" y="1014"/>
                  </a:lnTo>
                  <a:lnTo>
                    <a:pt x="361" y="1015"/>
                  </a:lnTo>
                  <a:lnTo>
                    <a:pt x="361" y="1018"/>
                  </a:lnTo>
                  <a:lnTo>
                    <a:pt x="362" y="1019"/>
                  </a:lnTo>
                  <a:lnTo>
                    <a:pt x="366" y="1022"/>
                  </a:lnTo>
                  <a:lnTo>
                    <a:pt x="366" y="1022"/>
                  </a:lnTo>
                  <a:lnTo>
                    <a:pt x="380" y="1025"/>
                  </a:lnTo>
                  <a:lnTo>
                    <a:pt x="394" y="1026"/>
                  </a:lnTo>
                  <a:lnTo>
                    <a:pt x="421" y="1029"/>
                  </a:lnTo>
                  <a:lnTo>
                    <a:pt x="421" y="1029"/>
                  </a:lnTo>
                  <a:lnTo>
                    <a:pt x="424" y="1018"/>
                  </a:lnTo>
                  <a:lnTo>
                    <a:pt x="430" y="1007"/>
                  </a:lnTo>
                  <a:lnTo>
                    <a:pt x="437" y="997"/>
                  </a:lnTo>
                  <a:lnTo>
                    <a:pt x="444" y="987"/>
                  </a:lnTo>
                  <a:lnTo>
                    <a:pt x="459" y="970"/>
                  </a:lnTo>
                  <a:lnTo>
                    <a:pt x="465" y="963"/>
                  </a:lnTo>
                  <a:lnTo>
                    <a:pt x="466" y="957"/>
                  </a:lnTo>
                  <a:lnTo>
                    <a:pt x="466" y="957"/>
                  </a:lnTo>
                  <a:lnTo>
                    <a:pt x="479" y="939"/>
                  </a:lnTo>
                  <a:lnTo>
                    <a:pt x="493" y="921"/>
                  </a:lnTo>
                  <a:lnTo>
                    <a:pt x="507" y="903"/>
                  </a:lnTo>
                  <a:lnTo>
                    <a:pt x="514" y="893"/>
                  </a:lnTo>
                  <a:lnTo>
                    <a:pt x="519" y="880"/>
                  </a:lnTo>
                  <a:lnTo>
                    <a:pt x="519" y="880"/>
                  </a:lnTo>
                  <a:lnTo>
                    <a:pt x="500" y="893"/>
                  </a:lnTo>
                  <a:lnTo>
                    <a:pt x="482" y="905"/>
                  </a:lnTo>
                  <a:lnTo>
                    <a:pt x="463" y="918"/>
                  </a:lnTo>
                  <a:lnTo>
                    <a:pt x="446" y="932"/>
                  </a:lnTo>
                  <a:lnTo>
                    <a:pt x="414" y="960"/>
                  </a:lnTo>
                  <a:lnTo>
                    <a:pt x="385" y="988"/>
                  </a:lnTo>
                  <a:lnTo>
                    <a:pt x="385" y="988"/>
                  </a:lnTo>
                  <a:lnTo>
                    <a:pt x="396" y="972"/>
                  </a:lnTo>
                  <a:lnTo>
                    <a:pt x="407" y="956"/>
                  </a:lnTo>
                  <a:lnTo>
                    <a:pt x="420" y="942"/>
                  </a:lnTo>
                  <a:lnTo>
                    <a:pt x="435" y="928"/>
                  </a:lnTo>
                  <a:lnTo>
                    <a:pt x="451" y="915"/>
                  </a:lnTo>
                  <a:lnTo>
                    <a:pt x="467" y="903"/>
                  </a:lnTo>
                  <a:lnTo>
                    <a:pt x="503" y="880"/>
                  </a:lnTo>
                  <a:lnTo>
                    <a:pt x="503" y="880"/>
                  </a:lnTo>
                  <a:lnTo>
                    <a:pt x="480" y="875"/>
                  </a:lnTo>
                  <a:lnTo>
                    <a:pt x="458" y="870"/>
                  </a:lnTo>
                  <a:lnTo>
                    <a:pt x="434" y="868"/>
                  </a:lnTo>
                  <a:lnTo>
                    <a:pt x="408" y="868"/>
                  </a:lnTo>
                  <a:lnTo>
                    <a:pt x="359" y="865"/>
                  </a:lnTo>
                  <a:lnTo>
                    <a:pt x="335" y="862"/>
                  </a:lnTo>
                  <a:lnTo>
                    <a:pt x="313" y="859"/>
                  </a:lnTo>
                  <a:lnTo>
                    <a:pt x="313" y="859"/>
                  </a:lnTo>
                  <a:lnTo>
                    <a:pt x="307" y="872"/>
                  </a:lnTo>
                  <a:lnTo>
                    <a:pt x="297" y="887"/>
                  </a:lnTo>
                  <a:lnTo>
                    <a:pt x="278" y="914"/>
                  </a:lnTo>
                  <a:lnTo>
                    <a:pt x="278" y="914"/>
                  </a:lnTo>
                  <a:lnTo>
                    <a:pt x="252" y="952"/>
                  </a:lnTo>
                  <a:lnTo>
                    <a:pt x="240" y="973"/>
                  </a:lnTo>
                  <a:lnTo>
                    <a:pt x="234" y="983"/>
                  </a:lnTo>
                  <a:lnTo>
                    <a:pt x="231" y="993"/>
                  </a:lnTo>
                  <a:lnTo>
                    <a:pt x="231" y="993"/>
                  </a:lnTo>
                  <a:close/>
                  <a:moveTo>
                    <a:pt x="992" y="986"/>
                  </a:moveTo>
                  <a:lnTo>
                    <a:pt x="992" y="986"/>
                  </a:lnTo>
                  <a:lnTo>
                    <a:pt x="1021" y="956"/>
                  </a:lnTo>
                  <a:lnTo>
                    <a:pt x="1037" y="942"/>
                  </a:lnTo>
                  <a:lnTo>
                    <a:pt x="1053" y="928"/>
                  </a:lnTo>
                  <a:lnTo>
                    <a:pt x="1070" y="914"/>
                  </a:lnTo>
                  <a:lnTo>
                    <a:pt x="1089" y="901"/>
                  </a:lnTo>
                  <a:lnTo>
                    <a:pt x="1110" y="890"/>
                  </a:lnTo>
                  <a:lnTo>
                    <a:pt x="1131" y="879"/>
                  </a:lnTo>
                  <a:lnTo>
                    <a:pt x="1131" y="879"/>
                  </a:lnTo>
                  <a:lnTo>
                    <a:pt x="1129" y="890"/>
                  </a:lnTo>
                  <a:lnTo>
                    <a:pt x="1127" y="901"/>
                  </a:lnTo>
                  <a:lnTo>
                    <a:pt x="1122" y="911"/>
                  </a:lnTo>
                  <a:lnTo>
                    <a:pt x="1115" y="921"/>
                  </a:lnTo>
                  <a:lnTo>
                    <a:pt x="1108" y="931"/>
                  </a:lnTo>
                  <a:lnTo>
                    <a:pt x="1101" y="938"/>
                  </a:lnTo>
                  <a:lnTo>
                    <a:pt x="1090" y="950"/>
                  </a:lnTo>
                  <a:lnTo>
                    <a:pt x="1093" y="949"/>
                  </a:lnTo>
                  <a:lnTo>
                    <a:pt x="1090" y="950"/>
                  </a:lnTo>
                  <a:lnTo>
                    <a:pt x="1090" y="950"/>
                  </a:lnTo>
                  <a:lnTo>
                    <a:pt x="1075" y="973"/>
                  </a:lnTo>
                  <a:lnTo>
                    <a:pt x="1056" y="998"/>
                  </a:lnTo>
                  <a:lnTo>
                    <a:pt x="1039" y="1022"/>
                  </a:lnTo>
                  <a:lnTo>
                    <a:pt x="1024" y="1046"/>
                  </a:lnTo>
                  <a:lnTo>
                    <a:pt x="1024" y="1046"/>
                  </a:lnTo>
                  <a:lnTo>
                    <a:pt x="1032" y="1045"/>
                  </a:lnTo>
                  <a:lnTo>
                    <a:pt x="1037" y="1043"/>
                  </a:lnTo>
                  <a:lnTo>
                    <a:pt x="1037" y="1042"/>
                  </a:lnTo>
                  <a:lnTo>
                    <a:pt x="1035" y="1042"/>
                  </a:lnTo>
                  <a:lnTo>
                    <a:pt x="1030" y="1043"/>
                  </a:lnTo>
                  <a:lnTo>
                    <a:pt x="1030" y="1043"/>
                  </a:lnTo>
                  <a:lnTo>
                    <a:pt x="1042" y="1032"/>
                  </a:lnTo>
                  <a:lnTo>
                    <a:pt x="1053" y="1019"/>
                  </a:lnTo>
                  <a:lnTo>
                    <a:pt x="1065" y="1007"/>
                  </a:lnTo>
                  <a:lnTo>
                    <a:pt x="1070" y="1002"/>
                  </a:lnTo>
                  <a:lnTo>
                    <a:pt x="1077" y="998"/>
                  </a:lnTo>
                  <a:lnTo>
                    <a:pt x="1082" y="994"/>
                  </a:lnTo>
                  <a:lnTo>
                    <a:pt x="1083" y="991"/>
                  </a:lnTo>
                  <a:lnTo>
                    <a:pt x="1083" y="991"/>
                  </a:lnTo>
                  <a:lnTo>
                    <a:pt x="1084" y="988"/>
                  </a:lnTo>
                  <a:lnTo>
                    <a:pt x="1084" y="986"/>
                  </a:lnTo>
                  <a:lnTo>
                    <a:pt x="1084" y="986"/>
                  </a:lnTo>
                  <a:lnTo>
                    <a:pt x="1094" y="974"/>
                  </a:lnTo>
                  <a:lnTo>
                    <a:pt x="1104" y="964"/>
                  </a:lnTo>
                  <a:lnTo>
                    <a:pt x="1125" y="943"/>
                  </a:lnTo>
                  <a:lnTo>
                    <a:pt x="1125" y="943"/>
                  </a:lnTo>
                  <a:lnTo>
                    <a:pt x="1143" y="927"/>
                  </a:lnTo>
                  <a:lnTo>
                    <a:pt x="1164" y="908"/>
                  </a:lnTo>
                  <a:lnTo>
                    <a:pt x="1176" y="900"/>
                  </a:lnTo>
                  <a:lnTo>
                    <a:pt x="1187" y="891"/>
                  </a:lnTo>
                  <a:lnTo>
                    <a:pt x="1200" y="886"/>
                  </a:lnTo>
                  <a:lnTo>
                    <a:pt x="1212" y="879"/>
                  </a:lnTo>
                  <a:lnTo>
                    <a:pt x="1212" y="879"/>
                  </a:lnTo>
                  <a:lnTo>
                    <a:pt x="1209" y="887"/>
                  </a:lnTo>
                  <a:lnTo>
                    <a:pt x="1205" y="896"/>
                  </a:lnTo>
                  <a:lnTo>
                    <a:pt x="1193" y="911"/>
                  </a:lnTo>
                  <a:lnTo>
                    <a:pt x="1181" y="924"/>
                  </a:lnTo>
                  <a:lnTo>
                    <a:pt x="1177" y="927"/>
                  </a:lnTo>
                  <a:lnTo>
                    <a:pt x="1174" y="927"/>
                  </a:lnTo>
                  <a:lnTo>
                    <a:pt x="1174" y="927"/>
                  </a:lnTo>
                  <a:lnTo>
                    <a:pt x="1173" y="927"/>
                  </a:lnTo>
                  <a:lnTo>
                    <a:pt x="1170" y="927"/>
                  </a:lnTo>
                  <a:lnTo>
                    <a:pt x="1167" y="929"/>
                  </a:lnTo>
                  <a:lnTo>
                    <a:pt x="1166" y="934"/>
                  </a:lnTo>
                  <a:lnTo>
                    <a:pt x="1166" y="938"/>
                  </a:lnTo>
                  <a:lnTo>
                    <a:pt x="1172" y="939"/>
                  </a:lnTo>
                  <a:lnTo>
                    <a:pt x="1172" y="939"/>
                  </a:lnTo>
                  <a:lnTo>
                    <a:pt x="1143" y="972"/>
                  </a:lnTo>
                  <a:lnTo>
                    <a:pt x="1131" y="988"/>
                  </a:lnTo>
                  <a:lnTo>
                    <a:pt x="1120" y="1007"/>
                  </a:lnTo>
                  <a:lnTo>
                    <a:pt x="1186" y="942"/>
                  </a:lnTo>
                  <a:lnTo>
                    <a:pt x="1186" y="942"/>
                  </a:lnTo>
                  <a:lnTo>
                    <a:pt x="1204" y="925"/>
                  </a:lnTo>
                  <a:lnTo>
                    <a:pt x="1225" y="907"/>
                  </a:lnTo>
                  <a:lnTo>
                    <a:pt x="1247" y="891"/>
                  </a:lnTo>
                  <a:lnTo>
                    <a:pt x="1259" y="886"/>
                  </a:lnTo>
                  <a:lnTo>
                    <a:pt x="1270" y="880"/>
                  </a:lnTo>
                  <a:lnTo>
                    <a:pt x="1270" y="880"/>
                  </a:lnTo>
                  <a:lnTo>
                    <a:pt x="1274" y="882"/>
                  </a:lnTo>
                  <a:lnTo>
                    <a:pt x="1278" y="883"/>
                  </a:lnTo>
                  <a:lnTo>
                    <a:pt x="1281" y="886"/>
                  </a:lnTo>
                  <a:lnTo>
                    <a:pt x="1281" y="887"/>
                  </a:lnTo>
                  <a:lnTo>
                    <a:pt x="1281" y="889"/>
                  </a:lnTo>
                  <a:lnTo>
                    <a:pt x="1198" y="1004"/>
                  </a:lnTo>
                  <a:lnTo>
                    <a:pt x="1198" y="1004"/>
                  </a:lnTo>
                  <a:lnTo>
                    <a:pt x="1214" y="986"/>
                  </a:lnTo>
                  <a:lnTo>
                    <a:pt x="1231" y="969"/>
                  </a:lnTo>
                  <a:lnTo>
                    <a:pt x="1247" y="953"/>
                  </a:lnTo>
                  <a:lnTo>
                    <a:pt x="1264" y="938"/>
                  </a:lnTo>
                  <a:lnTo>
                    <a:pt x="1283" y="922"/>
                  </a:lnTo>
                  <a:lnTo>
                    <a:pt x="1301" y="908"/>
                  </a:lnTo>
                  <a:lnTo>
                    <a:pt x="1319" y="896"/>
                  </a:lnTo>
                  <a:lnTo>
                    <a:pt x="1339" y="883"/>
                  </a:lnTo>
                  <a:lnTo>
                    <a:pt x="1339" y="883"/>
                  </a:lnTo>
                  <a:lnTo>
                    <a:pt x="1342" y="883"/>
                  </a:lnTo>
                  <a:lnTo>
                    <a:pt x="1343" y="883"/>
                  </a:lnTo>
                  <a:lnTo>
                    <a:pt x="1344" y="884"/>
                  </a:lnTo>
                  <a:lnTo>
                    <a:pt x="1346" y="887"/>
                  </a:lnTo>
                  <a:lnTo>
                    <a:pt x="1347" y="893"/>
                  </a:lnTo>
                  <a:lnTo>
                    <a:pt x="1347" y="896"/>
                  </a:lnTo>
                  <a:lnTo>
                    <a:pt x="1285" y="991"/>
                  </a:lnTo>
                  <a:lnTo>
                    <a:pt x="1285" y="991"/>
                  </a:lnTo>
                  <a:lnTo>
                    <a:pt x="1315" y="963"/>
                  </a:lnTo>
                  <a:lnTo>
                    <a:pt x="1344" y="935"/>
                  </a:lnTo>
                  <a:lnTo>
                    <a:pt x="1377" y="907"/>
                  </a:lnTo>
                  <a:lnTo>
                    <a:pt x="1394" y="894"/>
                  </a:lnTo>
                  <a:lnTo>
                    <a:pt x="1410" y="882"/>
                  </a:lnTo>
                  <a:lnTo>
                    <a:pt x="1410" y="882"/>
                  </a:lnTo>
                  <a:lnTo>
                    <a:pt x="1367" y="879"/>
                  </a:lnTo>
                  <a:lnTo>
                    <a:pt x="1323" y="877"/>
                  </a:lnTo>
                  <a:lnTo>
                    <a:pt x="1235" y="877"/>
                  </a:lnTo>
                  <a:lnTo>
                    <a:pt x="1149" y="877"/>
                  </a:lnTo>
                  <a:lnTo>
                    <a:pt x="1107" y="877"/>
                  </a:lnTo>
                  <a:lnTo>
                    <a:pt x="1065" y="877"/>
                  </a:lnTo>
                  <a:lnTo>
                    <a:pt x="1065" y="877"/>
                  </a:lnTo>
                  <a:lnTo>
                    <a:pt x="1059" y="889"/>
                  </a:lnTo>
                  <a:lnTo>
                    <a:pt x="1052" y="900"/>
                  </a:lnTo>
                  <a:lnTo>
                    <a:pt x="1035" y="922"/>
                  </a:lnTo>
                  <a:lnTo>
                    <a:pt x="1032" y="925"/>
                  </a:lnTo>
                  <a:lnTo>
                    <a:pt x="1032" y="925"/>
                  </a:lnTo>
                  <a:lnTo>
                    <a:pt x="1024" y="941"/>
                  </a:lnTo>
                  <a:lnTo>
                    <a:pt x="1013" y="956"/>
                  </a:lnTo>
                  <a:lnTo>
                    <a:pt x="992" y="986"/>
                  </a:lnTo>
                  <a:lnTo>
                    <a:pt x="992" y="986"/>
                  </a:lnTo>
                  <a:close/>
                  <a:moveTo>
                    <a:pt x="1617" y="898"/>
                  </a:moveTo>
                  <a:lnTo>
                    <a:pt x="1617" y="898"/>
                  </a:lnTo>
                  <a:lnTo>
                    <a:pt x="1593" y="917"/>
                  </a:lnTo>
                  <a:lnTo>
                    <a:pt x="1571" y="935"/>
                  </a:lnTo>
                  <a:lnTo>
                    <a:pt x="1548" y="953"/>
                  </a:lnTo>
                  <a:lnTo>
                    <a:pt x="1527" y="974"/>
                  </a:lnTo>
                  <a:lnTo>
                    <a:pt x="1507" y="994"/>
                  </a:lnTo>
                  <a:lnTo>
                    <a:pt x="1488" y="1016"/>
                  </a:lnTo>
                  <a:lnTo>
                    <a:pt x="1469" y="1039"/>
                  </a:lnTo>
                  <a:lnTo>
                    <a:pt x="1451" y="1063"/>
                  </a:lnTo>
                  <a:lnTo>
                    <a:pt x="1451" y="1063"/>
                  </a:lnTo>
                  <a:lnTo>
                    <a:pt x="1509" y="1066"/>
                  </a:lnTo>
                  <a:lnTo>
                    <a:pt x="1535" y="1067"/>
                  </a:lnTo>
                  <a:lnTo>
                    <a:pt x="1562" y="1066"/>
                  </a:lnTo>
                  <a:lnTo>
                    <a:pt x="1562" y="1066"/>
                  </a:lnTo>
                  <a:lnTo>
                    <a:pt x="1594" y="1026"/>
                  </a:lnTo>
                  <a:lnTo>
                    <a:pt x="1628" y="987"/>
                  </a:lnTo>
                  <a:lnTo>
                    <a:pt x="1645" y="967"/>
                  </a:lnTo>
                  <a:lnTo>
                    <a:pt x="1661" y="946"/>
                  </a:lnTo>
                  <a:lnTo>
                    <a:pt x="1675" y="925"/>
                  </a:lnTo>
                  <a:lnTo>
                    <a:pt x="1687" y="904"/>
                  </a:lnTo>
                  <a:lnTo>
                    <a:pt x="1687" y="904"/>
                  </a:lnTo>
                  <a:lnTo>
                    <a:pt x="1663" y="920"/>
                  </a:lnTo>
                  <a:lnTo>
                    <a:pt x="1639" y="936"/>
                  </a:lnTo>
                  <a:lnTo>
                    <a:pt x="1616" y="953"/>
                  </a:lnTo>
                  <a:lnTo>
                    <a:pt x="1594" y="973"/>
                  </a:lnTo>
                  <a:lnTo>
                    <a:pt x="1572" y="993"/>
                  </a:lnTo>
                  <a:lnTo>
                    <a:pt x="1552" y="1012"/>
                  </a:lnTo>
                  <a:lnTo>
                    <a:pt x="1533" y="1033"/>
                  </a:lnTo>
                  <a:lnTo>
                    <a:pt x="1513" y="1054"/>
                  </a:lnTo>
                  <a:lnTo>
                    <a:pt x="1513" y="1054"/>
                  </a:lnTo>
                  <a:lnTo>
                    <a:pt x="1541" y="1015"/>
                  </a:lnTo>
                  <a:lnTo>
                    <a:pt x="1571" y="974"/>
                  </a:lnTo>
                  <a:lnTo>
                    <a:pt x="1602" y="934"/>
                  </a:lnTo>
                  <a:lnTo>
                    <a:pt x="1632" y="891"/>
                  </a:lnTo>
                  <a:lnTo>
                    <a:pt x="1632" y="891"/>
                  </a:lnTo>
                  <a:lnTo>
                    <a:pt x="1617" y="898"/>
                  </a:lnTo>
                  <a:lnTo>
                    <a:pt x="1617" y="898"/>
                  </a:lnTo>
                  <a:close/>
                  <a:moveTo>
                    <a:pt x="2529" y="905"/>
                  </a:moveTo>
                  <a:lnTo>
                    <a:pt x="2529" y="905"/>
                  </a:lnTo>
                  <a:lnTo>
                    <a:pt x="2512" y="918"/>
                  </a:lnTo>
                  <a:lnTo>
                    <a:pt x="2495" y="931"/>
                  </a:lnTo>
                  <a:lnTo>
                    <a:pt x="2480" y="945"/>
                  </a:lnTo>
                  <a:lnTo>
                    <a:pt x="2464" y="959"/>
                  </a:lnTo>
                  <a:lnTo>
                    <a:pt x="2436" y="988"/>
                  </a:lnTo>
                  <a:lnTo>
                    <a:pt x="2422" y="1001"/>
                  </a:lnTo>
                  <a:lnTo>
                    <a:pt x="2407" y="1014"/>
                  </a:lnTo>
                  <a:lnTo>
                    <a:pt x="2407" y="1014"/>
                  </a:lnTo>
                  <a:lnTo>
                    <a:pt x="2393" y="1028"/>
                  </a:lnTo>
                  <a:lnTo>
                    <a:pt x="2380" y="1045"/>
                  </a:lnTo>
                  <a:lnTo>
                    <a:pt x="2369" y="1061"/>
                  </a:lnTo>
                  <a:lnTo>
                    <a:pt x="2356" y="1077"/>
                  </a:lnTo>
                  <a:lnTo>
                    <a:pt x="2356" y="1077"/>
                  </a:lnTo>
                  <a:lnTo>
                    <a:pt x="2388" y="1077"/>
                  </a:lnTo>
                  <a:lnTo>
                    <a:pt x="2419" y="1077"/>
                  </a:lnTo>
                  <a:lnTo>
                    <a:pt x="2480" y="1074"/>
                  </a:lnTo>
                  <a:lnTo>
                    <a:pt x="2480" y="1074"/>
                  </a:lnTo>
                  <a:lnTo>
                    <a:pt x="2498" y="1046"/>
                  </a:lnTo>
                  <a:lnTo>
                    <a:pt x="2518" y="1019"/>
                  </a:lnTo>
                  <a:lnTo>
                    <a:pt x="2557" y="966"/>
                  </a:lnTo>
                  <a:lnTo>
                    <a:pt x="2560" y="964"/>
                  </a:lnTo>
                  <a:lnTo>
                    <a:pt x="2563" y="962"/>
                  </a:lnTo>
                  <a:lnTo>
                    <a:pt x="2564" y="960"/>
                  </a:lnTo>
                  <a:lnTo>
                    <a:pt x="2567" y="957"/>
                  </a:lnTo>
                  <a:lnTo>
                    <a:pt x="2567" y="957"/>
                  </a:lnTo>
                  <a:lnTo>
                    <a:pt x="2568" y="953"/>
                  </a:lnTo>
                  <a:lnTo>
                    <a:pt x="2570" y="952"/>
                  </a:lnTo>
                  <a:lnTo>
                    <a:pt x="2571" y="952"/>
                  </a:lnTo>
                  <a:lnTo>
                    <a:pt x="2571" y="952"/>
                  </a:lnTo>
                  <a:lnTo>
                    <a:pt x="2573" y="948"/>
                  </a:lnTo>
                  <a:lnTo>
                    <a:pt x="2573" y="948"/>
                  </a:lnTo>
                  <a:lnTo>
                    <a:pt x="2575" y="942"/>
                  </a:lnTo>
                  <a:lnTo>
                    <a:pt x="2581" y="938"/>
                  </a:lnTo>
                  <a:lnTo>
                    <a:pt x="2585" y="935"/>
                  </a:lnTo>
                  <a:lnTo>
                    <a:pt x="2591" y="932"/>
                  </a:lnTo>
                  <a:lnTo>
                    <a:pt x="2591" y="932"/>
                  </a:lnTo>
                  <a:lnTo>
                    <a:pt x="2591" y="931"/>
                  </a:lnTo>
                  <a:lnTo>
                    <a:pt x="2591" y="928"/>
                  </a:lnTo>
                  <a:lnTo>
                    <a:pt x="2592" y="924"/>
                  </a:lnTo>
                  <a:lnTo>
                    <a:pt x="2592" y="920"/>
                  </a:lnTo>
                  <a:lnTo>
                    <a:pt x="2591" y="920"/>
                  </a:lnTo>
                  <a:lnTo>
                    <a:pt x="2589" y="921"/>
                  </a:lnTo>
                  <a:lnTo>
                    <a:pt x="2589" y="921"/>
                  </a:lnTo>
                  <a:lnTo>
                    <a:pt x="2554" y="949"/>
                  </a:lnTo>
                  <a:lnTo>
                    <a:pt x="2519" y="979"/>
                  </a:lnTo>
                  <a:lnTo>
                    <a:pt x="2487" y="1011"/>
                  </a:lnTo>
                  <a:lnTo>
                    <a:pt x="2456" y="1043"/>
                  </a:lnTo>
                  <a:lnTo>
                    <a:pt x="2456" y="1043"/>
                  </a:lnTo>
                  <a:lnTo>
                    <a:pt x="2450" y="1052"/>
                  </a:lnTo>
                  <a:lnTo>
                    <a:pt x="2445" y="1060"/>
                  </a:lnTo>
                  <a:lnTo>
                    <a:pt x="2440" y="1064"/>
                  </a:lnTo>
                  <a:lnTo>
                    <a:pt x="2436" y="1067"/>
                  </a:lnTo>
                  <a:lnTo>
                    <a:pt x="2431" y="1068"/>
                  </a:lnTo>
                  <a:lnTo>
                    <a:pt x="2424" y="1068"/>
                  </a:lnTo>
                  <a:lnTo>
                    <a:pt x="2424" y="1068"/>
                  </a:lnTo>
                  <a:lnTo>
                    <a:pt x="2443" y="1035"/>
                  </a:lnTo>
                  <a:lnTo>
                    <a:pt x="2464" y="1002"/>
                  </a:lnTo>
                  <a:lnTo>
                    <a:pt x="2487" y="972"/>
                  </a:lnTo>
                  <a:lnTo>
                    <a:pt x="2508" y="942"/>
                  </a:lnTo>
                  <a:lnTo>
                    <a:pt x="2508" y="942"/>
                  </a:lnTo>
                  <a:lnTo>
                    <a:pt x="2509" y="938"/>
                  </a:lnTo>
                  <a:lnTo>
                    <a:pt x="2512" y="934"/>
                  </a:lnTo>
                  <a:lnTo>
                    <a:pt x="2519" y="927"/>
                  </a:lnTo>
                  <a:lnTo>
                    <a:pt x="2522" y="924"/>
                  </a:lnTo>
                  <a:lnTo>
                    <a:pt x="2526" y="920"/>
                  </a:lnTo>
                  <a:lnTo>
                    <a:pt x="2528" y="912"/>
                  </a:lnTo>
                  <a:lnTo>
                    <a:pt x="2529" y="905"/>
                  </a:lnTo>
                  <a:lnTo>
                    <a:pt x="2529" y="905"/>
                  </a:lnTo>
                  <a:close/>
                  <a:moveTo>
                    <a:pt x="2329" y="969"/>
                  </a:moveTo>
                  <a:lnTo>
                    <a:pt x="2332" y="964"/>
                  </a:lnTo>
                  <a:lnTo>
                    <a:pt x="2334" y="962"/>
                  </a:lnTo>
                  <a:lnTo>
                    <a:pt x="2336" y="957"/>
                  </a:lnTo>
                  <a:lnTo>
                    <a:pt x="2336" y="957"/>
                  </a:lnTo>
                  <a:lnTo>
                    <a:pt x="2338" y="953"/>
                  </a:lnTo>
                  <a:lnTo>
                    <a:pt x="2339" y="952"/>
                  </a:lnTo>
                  <a:lnTo>
                    <a:pt x="2341" y="950"/>
                  </a:lnTo>
                  <a:lnTo>
                    <a:pt x="2341" y="950"/>
                  </a:lnTo>
                  <a:lnTo>
                    <a:pt x="2345" y="945"/>
                  </a:lnTo>
                  <a:lnTo>
                    <a:pt x="2350" y="939"/>
                  </a:lnTo>
                  <a:lnTo>
                    <a:pt x="2352" y="936"/>
                  </a:lnTo>
                  <a:lnTo>
                    <a:pt x="2353" y="932"/>
                  </a:lnTo>
                  <a:lnTo>
                    <a:pt x="2355" y="929"/>
                  </a:lnTo>
                  <a:lnTo>
                    <a:pt x="2353" y="927"/>
                  </a:lnTo>
                  <a:lnTo>
                    <a:pt x="2353" y="927"/>
                  </a:lnTo>
                  <a:lnTo>
                    <a:pt x="2314" y="962"/>
                  </a:lnTo>
                  <a:lnTo>
                    <a:pt x="2277" y="1000"/>
                  </a:lnTo>
                  <a:lnTo>
                    <a:pt x="2242" y="1039"/>
                  </a:lnTo>
                  <a:lnTo>
                    <a:pt x="2209" y="1081"/>
                  </a:lnTo>
                  <a:lnTo>
                    <a:pt x="2343" y="1077"/>
                  </a:lnTo>
                  <a:lnTo>
                    <a:pt x="2343" y="1077"/>
                  </a:lnTo>
                  <a:lnTo>
                    <a:pt x="2358" y="1050"/>
                  </a:lnTo>
                  <a:lnTo>
                    <a:pt x="2372" y="1026"/>
                  </a:lnTo>
                  <a:lnTo>
                    <a:pt x="2387" y="1004"/>
                  </a:lnTo>
                  <a:lnTo>
                    <a:pt x="2402" y="984"/>
                  </a:lnTo>
                  <a:lnTo>
                    <a:pt x="2405" y="984"/>
                  </a:lnTo>
                  <a:lnTo>
                    <a:pt x="2418" y="969"/>
                  </a:lnTo>
                  <a:lnTo>
                    <a:pt x="2418" y="969"/>
                  </a:lnTo>
                  <a:lnTo>
                    <a:pt x="2418" y="964"/>
                  </a:lnTo>
                  <a:lnTo>
                    <a:pt x="2418" y="964"/>
                  </a:lnTo>
                  <a:lnTo>
                    <a:pt x="2425" y="956"/>
                  </a:lnTo>
                  <a:lnTo>
                    <a:pt x="2429" y="950"/>
                  </a:lnTo>
                  <a:lnTo>
                    <a:pt x="2433" y="946"/>
                  </a:lnTo>
                  <a:lnTo>
                    <a:pt x="2433" y="946"/>
                  </a:lnTo>
                  <a:lnTo>
                    <a:pt x="2433" y="950"/>
                  </a:lnTo>
                  <a:lnTo>
                    <a:pt x="2432" y="952"/>
                  </a:lnTo>
                  <a:lnTo>
                    <a:pt x="2431" y="955"/>
                  </a:lnTo>
                  <a:lnTo>
                    <a:pt x="2429" y="957"/>
                  </a:lnTo>
                  <a:lnTo>
                    <a:pt x="2429" y="957"/>
                  </a:lnTo>
                  <a:lnTo>
                    <a:pt x="2432" y="957"/>
                  </a:lnTo>
                  <a:lnTo>
                    <a:pt x="2435" y="956"/>
                  </a:lnTo>
                  <a:lnTo>
                    <a:pt x="2436" y="953"/>
                  </a:lnTo>
                  <a:lnTo>
                    <a:pt x="2438" y="950"/>
                  </a:lnTo>
                  <a:lnTo>
                    <a:pt x="2438" y="950"/>
                  </a:lnTo>
                  <a:lnTo>
                    <a:pt x="2439" y="943"/>
                  </a:lnTo>
                  <a:lnTo>
                    <a:pt x="2442" y="936"/>
                  </a:lnTo>
                  <a:lnTo>
                    <a:pt x="2446" y="929"/>
                  </a:lnTo>
                  <a:lnTo>
                    <a:pt x="2449" y="921"/>
                  </a:lnTo>
                  <a:lnTo>
                    <a:pt x="2449" y="921"/>
                  </a:lnTo>
                  <a:lnTo>
                    <a:pt x="2402" y="956"/>
                  </a:lnTo>
                  <a:lnTo>
                    <a:pt x="2356" y="993"/>
                  </a:lnTo>
                  <a:lnTo>
                    <a:pt x="2334" y="1011"/>
                  </a:lnTo>
                  <a:lnTo>
                    <a:pt x="2311" y="1031"/>
                  </a:lnTo>
                  <a:lnTo>
                    <a:pt x="2291" y="1052"/>
                  </a:lnTo>
                  <a:lnTo>
                    <a:pt x="2272" y="1073"/>
                  </a:lnTo>
                  <a:lnTo>
                    <a:pt x="2272" y="1073"/>
                  </a:lnTo>
                  <a:lnTo>
                    <a:pt x="2270" y="1074"/>
                  </a:lnTo>
                  <a:lnTo>
                    <a:pt x="2270" y="1073"/>
                  </a:lnTo>
                  <a:lnTo>
                    <a:pt x="2269" y="1068"/>
                  </a:lnTo>
                  <a:lnTo>
                    <a:pt x="2268" y="1064"/>
                  </a:lnTo>
                  <a:lnTo>
                    <a:pt x="2269" y="1060"/>
                  </a:lnTo>
                  <a:lnTo>
                    <a:pt x="2269" y="1060"/>
                  </a:lnTo>
                  <a:lnTo>
                    <a:pt x="2282" y="1036"/>
                  </a:lnTo>
                  <a:lnTo>
                    <a:pt x="2296" y="1014"/>
                  </a:lnTo>
                  <a:lnTo>
                    <a:pt x="2327" y="970"/>
                  </a:lnTo>
                  <a:lnTo>
                    <a:pt x="2329" y="969"/>
                  </a:lnTo>
                  <a:close/>
                  <a:moveTo>
                    <a:pt x="1899" y="1078"/>
                  </a:moveTo>
                  <a:lnTo>
                    <a:pt x="1899" y="1078"/>
                  </a:lnTo>
                  <a:lnTo>
                    <a:pt x="1904" y="1078"/>
                  </a:lnTo>
                  <a:lnTo>
                    <a:pt x="1908" y="1075"/>
                  </a:lnTo>
                  <a:lnTo>
                    <a:pt x="1911" y="1074"/>
                  </a:lnTo>
                  <a:lnTo>
                    <a:pt x="1912" y="1071"/>
                  </a:lnTo>
                  <a:lnTo>
                    <a:pt x="1916" y="1066"/>
                  </a:lnTo>
                  <a:lnTo>
                    <a:pt x="1918" y="1064"/>
                  </a:lnTo>
                  <a:lnTo>
                    <a:pt x="1919" y="1064"/>
                  </a:lnTo>
                  <a:lnTo>
                    <a:pt x="1919" y="1064"/>
                  </a:lnTo>
                  <a:lnTo>
                    <a:pt x="1922" y="1066"/>
                  </a:lnTo>
                  <a:lnTo>
                    <a:pt x="1923" y="1067"/>
                  </a:lnTo>
                  <a:lnTo>
                    <a:pt x="1923" y="1068"/>
                  </a:lnTo>
                  <a:lnTo>
                    <a:pt x="1922" y="1071"/>
                  </a:lnTo>
                  <a:lnTo>
                    <a:pt x="1912" y="1080"/>
                  </a:lnTo>
                  <a:lnTo>
                    <a:pt x="1912" y="1080"/>
                  </a:lnTo>
                  <a:lnTo>
                    <a:pt x="1919" y="1078"/>
                  </a:lnTo>
                  <a:lnTo>
                    <a:pt x="1926" y="1080"/>
                  </a:lnTo>
                  <a:lnTo>
                    <a:pt x="1942" y="1081"/>
                  </a:lnTo>
                  <a:lnTo>
                    <a:pt x="1954" y="1081"/>
                  </a:lnTo>
                  <a:lnTo>
                    <a:pt x="1960" y="1080"/>
                  </a:lnTo>
                  <a:lnTo>
                    <a:pt x="1963" y="1078"/>
                  </a:lnTo>
                  <a:lnTo>
                    <a:pt x="1963" y="1078"/>
                  </a:lnTo>
                  <a:lnTo>
                    <a:pt x="2032" y="994"/>
                  </a:lnTo>
                  <a:lnTo>
                    <a:pt x="2067" y="953"/>
                  </a:lnTo>
                  <a:lnTo>
                    <a:pt x="2099" y="910"/>
                  </a:lnTo>
                  <a:lnTo>
                    <a:pt x="2099" y="910"/>
                  </a:lnTo>
                  <a:lnTo>
                    <a:pt x="2084" y="915"/>
                  </a:lnTo>
                  <a:lnTo>
                    <a:pt x="2076" y="918"/>
                  </a:lnTo>
                  <a:lnTo>
                    <a:pt x="2071" y="922"/>
                  </a:lnTo>
                  <a:lnTo>
                    <a:pt x="1923" y="1057"/>
                  </a:lnTo>
                  <a:lnTo>
                    <a:pt x="1923" y="1057"/>
                  </a:lnTo>
                  <a:lnTo>
                    <a:pt x="1958" y="1018"/>
                  </a:lnTo>
                  <a:lnTo>
                    <a:pt x="1995" y="979"/>
                  </a:lnTo>
                  <a:lnTo>
                    <a:pt x="2034" y="942"/>
                  </a:lnTo>
                  <a:lnTo>
                    <a:pt x="2055" y="925"/>
                  </a:lnTo>
                  <a:lnTo>
                    <a:pt x="2075" y="908"/>
                  </a:lnTo>
                  <a:lnTo>
                    <a:pt x="2075" y="908"/>
                  </a:lnTo>
                  <a:lnTo>
                    <a:pt x="2064" y="905"/>
                  </a:lnTo>
                  <a:lnTo>
                    <a:pt x="2053" y="904"/>
                  </a:lnTo>
                  <a:lnTo>
                    <a:pt x="2029" y="905"/>
                  </a:lnTo>
                  <a:lnTo>
                    <a:pt x="2029" y="905"/>
                  </a:lnTo>
                  <a:lnTo>
                    <a:pt x="2023" y="915"/>
                  </a:lnTo>
                  <a:lnTo>
                    <a:pt x="2016" y="924"/>
                  </a:lnTo>
                  <a:lnTo>
                    <a:pt x="2010" y="932"/>
                  </a:lnTo>
                  <a:lnTo>
                    <a:pt x="2005" y="941"/>
                  </a:lnTo>
                  <a:lnTo>
                    <a:pt x="2003" y="943"/>
                  </a:lnTo>
                  <a:lnTo>
                    <a:pt x="2003" y="943"/>
                  </a:lnTo>
                  <a:lnTo>
                    <a:pt x="1978" y="977"/>
                  </a:lnTo>
                  <a:lnTo>
                    <a:pt x="1951" y="1009"/>
                  </a:lnTo>
                  <a:lnTo>
                    <a:pt x="1925" y="1043"/>
                  </a:lnTo>
                  <a:lnTo>
                    <a:pt x="1899" y="1078"/>
                  </a:lnTo>
                  <a:lnTo>
                    <a:pt x="1899" y="1078"/>
                  </a:lnTo>
                  <a:close/>
                  <a:moveTo>
                    <a:pt x="248" y="839"/>
                  </a:moveTo>
                  <a:lnTo>
                    <a:pt x="248" y="839"/>
                  </a:lnTo>
                  <a:lnTo>
                    <a:pt x="243" y="858"/>
                  </a:lnTo>
                  <a:lnTo>
                    <a:pt x="234" y="877"/>
                  </a:lnTo>
                  <a:lnTo>
                    <a:pt x="224" y="894"/>
                  </a:lnTo>
                  <a:lnTo>
                    <a:pt x="213" y="912"/>
                  </a:lnTo>
                  <a:lnTo>
                    <a:pt x="191" y="945"/>
                  </a:lnTo>
                  <a:lnTo>
                    <a:pt x="168" y="977"/>
                  </a:lnTo>
                  <a:lnTo>
                    <a:pt x="168" y="977"/>
                  </a:lnTo>
                  <a:lnTo>
                    <a:pt x="177" y="970"/>
                  </a:lnTo>
                  <a:lnTo>
                    <a:pt x="184" y="963"/>
                  </a:lnTo>
                  <a:lnTo>
                    <a:pt x="189" y="956"/>
                  </a:lnTo>
                  <a:lnTo>
                    <a:pt x="198" y="949"/>
                  </a:lnTo>
                  <a:lnTo>
                    <a:pt x="203" y="943"/>
                  </a:lnTo>
                  <a:lnTo>
                    <a:pt x="203" y="943"/>
                  </a:lnTo>
                  <a:lnTo>
                    <a:pt x="203" y="945"/>
                  </a:lnTo>
                  <a:lnTo>
                    <a:pt x="203" y="948"/>
                  </a:lnTo>
                  <a:lnTo>
                    <a:pt x="200" y="949"/>
                  </a:lnTo>
                  <a:lnTo>
                    <a:pt x="198" y="949"/>
                  </a:lnTo>
                  <a:lnTo>
                    <a:pt x="198" y="949"/>
                  </a:lnTo>
                  <a:lnTo>
                    <a:pt x="196" y="955"/>
                  </a:lnTo>
                  <a:lnTo>
                    <a:pt x="193" y="960"/>
                  </a:lnTo>
                  <a:lnTo>
                    <a:pt x="188" y="970"/>
                  </a:lnTo>
                  <a:lnTo>
                    <a:pt x="170" y="987"/>
                  </a:lnTo>
                  <a:lnTo>
                    <a:pt x="170" y="987"/>
                  </a:lnTo>
                  <a:lnTo>
                    <a:pt x="181" y="991"/>
                  </a:lnTo>
                  <a:lnTo>
                    <a:pt x="193" y="995"/>
                  </a:lnTo>
                  <a:lnTo>
                    <a:pt x="202" y="995"/>
                  </a:lnTo>
                  <a:lnTo>
                    <a:pt x="206" y="995"/>
                  </a:lnTo>
                  <a:lnTo>
                    <a:pt x="208" y="994"/>
                  </a:lnTo>
                  <a:lnTo>
                    <a:pt x="208" y="994"/>
                  </a:lnTo>
                  <a:lnTo>
                    <a:pt x="229" y="963"/>
                  </a:lnTo>
                  <a:lnTo>
                    <a:pt x="250" y="932"/>
                  </a:lnTo>
                  <a:lnTo>
                    <a:pt x="293" y="875"/>
                  </a:lnTo>
                  <a:lnTo>
                    <a:pt x="293" y="875"/>
                  </a:lnTo>
                  <a:lnTo>
                    <a:pt x="271" y="891"/>
                  </a:lnTo>
                  <a:lnTo>
                    <a:pt x="250" y="910"/>
                  </a:lnTo>
                  <a:lnTo>
                    <a:pt x="229" y="929"/>
                  </a:lnTo>
                  <a:lnTo>
                    <a:pt x="209" y="948"/>
                  </a:lnTo>
                  <a:lnTo>
                    <a:pt x="209" y="948"/>
                  </a:lnTo>
                  <a:lnTo>
                    <a:pt x="219" y="935"/>
                  </a:lnTo>
                  <a:lnTo>
                    <a:pt x="229" y="921"/>
                  </a:lnTo>
                  <a:lnTo>
                    <a:pt x="238" y="908"/>
                  </a:lnTo>
                  <a:lnTo>
                    <a:pt x="251" y="896"/>
                  </a:lnTo>
                  <a:lnTo>
                    <a:pt x="262" y="884"/>
                  </a:lnTo>
                  <a:lnTo>
                    <a:pt x="276" y="873"/>
                  </a:lnTo>
                  <a:lnTo>
                    <a:pt x="290" y="863"/>
                  </a:lnTo>
                  <a:lnTo>
                    <a:pt x="304" y="853"/>
                  </a:lnTo>
                  <a:lnTo>
                    <a:pt x="304" y="853"/>
                  </a:lnTo>
                  <a:lnTo>
                    <a:pt x="267" y="842"/>
                  </a:lnTo>
                  <a:lnTo>
                    <a:pt x="248" y="837"/>
                  </a:lnTo>
                  <a:lnTo>
                    <a:pt x="240" y="832"/>
                  </a:lnTo>
                  <a:lnTo>
                    <a:pt x="233" y="827"/>
                  </a:lnTo>
                  <a:lnTo>
                    <a:pt x="233" y="827"/>
                  </a:lnTo>
                  <a:lnTo>
                    <a:pt x="230" y="832"/>
                  </a:lnTo>
                  <a:lnTo>
                    <a:pt x="226" y="838"/>
                  </a:lnTo>
                  <a:lnTo>
                    <a:pt x="216" y="848"/>
                  </a:lnTo>
                  <a:lnTo>
                    <a:pt x="205" y="858"/>
                  </a:lnTo>
                  <a:lnTo>
                    <a:pt x="200" y="862"/>
                  </a:lnTo>
                  <a:lnTo>
                    <a:pt x="196" y="868"/>
                  </a:lnTo>
                  <a:lnTo>
                    <a:pt x="200" y="869"/>
                  </a:lnTo>
                  <a:lnTo>
                    <a:pt x="200" y="869"/>
                  </a:lnTo>
                  <a:lnTo>
                    <a:pt x="200" y="872"/>
                  </a:lnTo>
                  <a:lnTo>
                    <a:pt x="199" y="875"/>
                  </a:lnTo>
                  <a:lnTo>
                    <a:pt x="140" y="960"/>
                  </a:lnTo>
                  <a:lnTo>
                    <a:pt x="140" y="960"/>
                  </a:lnTo>
                  <a:lnTo>
                    <a:pt x="146" y="959"/>
                  </a:lnTo>
                  <a:lnTo>
                    <a:pt x="150" y="956"/>
                  </a:lnTo>
                  <a:lnTo>
                    <a:pt x="160" y="949"/>
                  </a:lnTo>
                  <a:lnTo>
                    <a:pt x="164" y="946"/>
                  </a:lnTo>
                  <a:lnTo>
                    <a:pt x="168" y="945"/>
                  </a:lnTo>
                  <a:lnTo>
                    <a:pt x="172" y="945"/>
                  </a:lnTo>
                  <a:lnTo>
                    <a:pt x="175" y="946"/>
                  </a:lnTo>
                  <a:lnTo>
                    <a:pt x="175" y="946"/>
                  </a:lnTo>
                  <a:lnTo>
                    <a:pt x="195" y="922"/>
                  </a:lnTo>
                  <a:lnTo>
                    <a:pt x="215" y="896"/>
                  </a:lnTo>
                  <a:lnTo>
                    <a:pt x="231" y="868"/>
                  </a:lnTo>
                  <a:lnTo>
                    <a:pt x="248" y="839"/>
                  </a:lnTo>
                  <a:lnTo>
                    <a:pt x="248" y="839"/>
                  </a:lnTo>
                  <a:close/>
                  <a:moveTo>
                    <a:pt x="2275" y="962"/>
                  </a:moveTo>
                  <a:lnTo>
                    <a:pt x="2276" y="960"/>
                  </a:lnTo>
                  <a:lnTo>
                    <a:pt x="2276" y="960"/>
                  </a:lnTo>
                  <a:lnTo>
                    <a:pt x="2283" y="950"/>
                  </a:lnTo>
                  <a:lnTo>
                    <a:pt x="2289" y="939"/>
                  </a:lnTo>
                  <a:lnTo>
                    <a:pt x="2293" y="929"/>
                  </a:lnTo>
                  <a:lnTo>
                    <a:pt x="2297" y="917"/>
                  </a:lnTo>
                  <a:lnTo>
                    <a:pt x="2297" y="917"/>
                  </a:lnTo>
                  <a:lnTo>
                    <a:pt x="2289" y="921"/>
                  </a:lnTo>
                  <a:lnTo>
                    <a:pt x="2282" y="925"/>
                  </a:lnTo>
                  <a:lnTo>
                    <a:pt x="2282" y="925"/>
                  </a:lnTo>
                  <a:lnTo>
                    <a:pt x="2241" y="960"/>
                  </a:lnTo>
                  <a:lnTo>
                    <a:pt x="2200" y="998"/>
                  </a:lnTo>
                  <a:lnTo>
                    <a:pt x="2162" y="1038"/>
                  </a:lnTo>
                  <a:lnTo>
                    <a:pt x="2124" y="1080"/>
                  </a:lnTo>
                  <a:lnTo>
                    <a:pt x="2124" y="1080"/>
                  </a:lnTo>
                  <a:lnTo>
                    <a:pt x="2144" y="1081"/>
                  </a:lnTo>
                  <a:lnTo>
                    <a:pt x="2161" y="1081"/>
                  </a:lnTo>
                  <a:lnTo>
                    <a:pt x="2178" y="1080"/>
                  </a:lnTo>
                  <a:lnTo>
                    <a:pt x="2193" y="1080"/>
                  </a:lnTo>
                  <a:lnTo>
                    <a:pt x="2193" y="1080"/>
                  </a:lnTo>
                  <a:lnTo>
                    <a:pt x="2210" y="1054"/>
                  </a:lnTo>
                  <a:lnTo>
                    <a:pt x="2227" y="1029"/>
                  </a:lnTo>
                  <a:lnTo>
                    <a:pt x="2244" y="1005"/>
                  </a:lnTo>
                  <a:lnTo>
                    <a:pt x="2263" y="981"/>
                  </a:lnTo>
                  <a:lnTo>
                    <a:pt x="2263" y="977"/>
                  </a:lnTo>
                  <a:lnTo>
                    <a:pt x="2275" y="962"/>
                  </a:lnTo>
                  <a:close/>
                  <a:moveTo>
                    <a:pt x="444" y="1031"/>
                  </a:moveTo>
                  <a:lnTo>
                    <a:pt x="489" y="1033"/>
                  </a:lnTo>
                  <a:lnTo>
                    <a:pt x="489" y="1033"/>
                  </a:lnTo>
                  <a:lnTo>
                    <a:pt x="501" y="1011"/>
                  </a:lnTo>
                  <a:lnTo>
                    <a:pt x="515" y="990"/>
                  </a:lnTo>
                  <a:lnTo>
                    <a:pt x="546" y="950"/>
                  </a:lnTo>
                  <a:lnTo>
                    <a:pt x="546" y="950"/>
                  </a:lnTo>
                  <a:lnTo>
                    <a:pt x="546" y="949"/>
                  </a:lnTo>
                  <a:lnTo>
                    <a:pt x="590" y="893"/>
                  </a:lnTo>
                  <a:lnTo>
                    <a:pt x="590" y="893"/>
                  </a:lnTo>
                  <a:lnTo>
                    <a:pt x="573" y="903"/>
                  </a:lnTo>
                  <a:lnTo>
                    <a:pt x="556" y="915"/>
                  </a:lnTo>
                  <a:lnTo>
                    <a:pt x="539" y="931"/>
                  </a:lnTo>
                  <a:lnTo>
                    <a:pt x="522" y="946"/>
                  </a:lnTo>
                  <a:lnTo>
                    <a:pt x="522" y="946"/>
                  </a:lnTo>
                  <a:lnTo>
                    <a:pt x="501" y="966"/>
                  </a:lnTo>
                  <a:lnTo>
                    <a:pt x="491" y="974"/>
                  </a:lnTo>
                  <a:lnTo>
                    <a:pt x="490" y="974"/>
                  </a:lnTo>
                  <a:lnTo>
                    <a:pt x="490" y="974"/>
                  </a:lnTo>
                  <a:lnTo>
                    <a:pt x="494" y="970"/>
                  </a:lnTo>
                  <a:lnTo>
                    <a:pt x="487" y="966"/>
                  </a:lnTo>
                  <a:lnTo>
                    <a:pt x="487" y="966"/>
                  </a:lnTo>
                  <a:lnTo>
                    <a:pt x="505" y="946"/>
                  </a:lnTo>
                  <a:lnTo>
                    <a:pt x="525" y="928"/>
                  </a:lnTo>
                  <a:lnTo>
                    <a:pt x="566" y="891"/>
                  </a:lnTo>
                  <a:lnTo>
                    <a:pt x="531" y="886"/>
                  </a:lnTo>
                  <a:lnTo>
                    <a:pt x="531" y="886"/>
                  </a:lnTo>
                  <a:lnTo>
                    <a:pt x="511" y="918"/>
                  </a:lnTo>
                  <a:lnTo>
                    <a:pt x="489" y="948"/>
                  </a:lnTo>
                  <a:lnTo>
                    <a:pt x="466" y="977"/>
                  </a:lnTo>
                  <a:lnTo>
                    <a:pt x="444" y="1008"/>
                  </a:lnTo>
                  <a:lnTo>
                    <a:pt x="444" y="1008"/>
                  </a:lnTo>
                  <a:lnTo>
                    <a:pt x="442" y="1011"/>
                  </a:lnTo>
                  <a:lnTo>
                    <a:pt x="444" y="1011"/>
                  </a:lnTo>
                  <a:lnTo>
                    <a:pt x="448" y="1009"/>
                  </a:lnTo>
                  <a:lnTo>
                    <a:pt x="452" y="1008"/>
                  </a:lnTo>
                  <a:lnTo>
                    <a:pt x="458" y="1007"/>
                  </a:lnTo>
                  <a:lnTo>
                    <a:pt x="458" y="1007"/>
                  </a:lnTo>
                  <a:lnTo>
                    <a:pt x="452" y="1012"/>
                  </a:lnTo>
                  <a:lnTo>
                    <a:pt x="446" y="1018"/>
                  </a:lnTo>
                  <a:lnTo>
                    <a:pt x="445" y="1021"/>
                  </a:lnTo>
                  <a:lnTo>
                    <a:pt x="444" y="1023"/>
                  </a:lnTo>
                  <a:lnTo>
                    <a:pt x="442" y="1026"/>
                  </a:lnTo>
                  <a:lnTo>
                    <a:pt x="444" y="1031"/>
                  </a:lnTo>
                  <a:lnTo>
                    <a:pt x="444" y="1031"/>
                  </a:lnTo>
                  <a:close/>
                  <a:moveTo>
                    <a:pt x="1486" y="903"/>
                  </a:moveTo>
                  <a:lnTo>
                    <a:pt x="1486" y="903"/>
                  </a:lnTo>
                  <a:lnTo>
                    <a:pt x="1438" y="936"/>
                  </a:lnTo>
                  <a:lnTo>
                    <a:pt x="1416" y="953"/>
                  </a:lnTo>
                  <a:lnTo>
                    <a:pt x="1395" y="972"/>
                  </a:lnTo>
                  <a:lnTo>
                    <a:pt x="1374" y="991"/>
                  </a:lnTo>
                  <a:lnTo>
                    <a:pt x="1354" y="1012"/>
                  </a:lnTo>
                  <a:lnTo>
                    <a:pt x="1335" y="1035"/>
                  </a:lnTo>
                  <a:lnTo>
                    <a:pt x="1318" y="1059"/>
                  </a:lnTo>
                  <a:lnTo>
                    <a:pt x="1318" y="1059"/>
                  </a:lnTo>
                  <a:lnTo>
                    <a:pt x="1335" y="1061"/>
                  </a:lnTo>
                  <a:lnTo>
                    <a:pt x="1350" y="1063"/>
                  </a:lnTo>
                  <a:lnTo>
                    <a:pt x="1364" y="1063"/>
                  </a:lnTo>
                  <a:lnTo>
                    <a:pt x="1368" y="1061"/>
                  </a:lnTo>
                  <a:lnTo>
                    <a:pt x="1372" y="1059"/>
                  </a:lnTo>
                  <a:lnTo>
                    <a:pt x="1372" y="1059"/>
                  </a:lnTo>
                  <a:lnTo>
                    <a:pt x="1387" y="1039"/>
                  </a:lnTo>
                  <a:lnTo>
                    <a:pt x="1401" y="1019"/>
                  </a:lnTo>
                  <a:lnTo>
                    <a:pt x="1433" y="980"/>
                  </a:lnTo>
                  <a:lnTo>
                    <a:pt x="1464" y="942"/>
                  </a:lnTo>
                  <a:lnTo>
                    <a:pt x="1478" y="922"/>
                  </a:lnTo>
                  <a:lnTo>
                    <a:pt x="1490" y="903"/>
                  </a:lnTo>
                  <a:lnTo>
                    <a:pt x="1490" y="903"/>
                  </a:lnTo>
                  <a:lnTo>
                    <a:pt x="1488" y="903"/>
                  </a:lnTo>
                  <a:lnTo>
                    <a:pt x="1486" y="903"/>
                  </a:lnTo>
                  <a:lnTo>
                    <a:pt x="1486" y="903"/>
                  </a:lnTo>
                  <a:close/>
                  <a:moveTo>
                    <a:pt x="505" y="866"/>
                  </a:moveTo>
                  <a:lnTo>
                    <a:pt x="505" y="866"/>
                  </a:lnTo>
                  <a:lnTo>
                    <a:pt x="529" y="872"/>
                  </a:lnTo>
                  <a:lnTo>
                    <a:pt x="556" y="876"/>
                  </a:lnTo>
                  <a:lnTo>
                    <a:pt x="609" y="882"/>
                  </a:lnTo>
                  <a:lnTo>
                    <a:pt x="664" y="884"/>
                  </a:lnTo>
                  <a:lnTo>
                    <a:pt x="722" y="884"/>
                  </a:lnTo>
                  <a:lnTo>
                    <a:pt x="779" y="883"/>
                  </a:lnTo>
                  <a:lnTo>
                    <a:pt x="837" y="879"/>
                  </a:lnTo>
                  <a:lnTo>
                    <a:pt x="893" y="875"/>
                  </a:lnTo>
                  <a:lnTo>
                    <a:pt x="948" y="869"/>
                  </a:lnTo>
                  <a:lnTo>
                    <a:pt x="948" y="869"/>
                  </a:lnTo>
                  <a:lnTo>
                    <a:pt x="869" y="866"/>
                  </a:lnTo>
                  <a:lnTo>
                    <a:pt x="792" y="863"/>
                  </a:lnTo>
                  <a:lnTo>
                    <a:pt x="713" y="860"/>
                  </a:lnTo>
                  <a:lnTo>
                    <a:pt x="674" y="860"/>
                  </a:lnTo>
                  <a:lnTo>
                    <a:pt x="633" y="862"/>
                  </a:lnTo>
                  <a:lnTo>
                    <a:pt x="633" y="862"/>
                  </a:lnTo>
                  <a:lnTo>
                    <a:pt x="570" y="863"/>
                  </a:lnTo>
                  <a:lnTo>
                    <a:pt x="538" y="865"/>
                  </a:lnTo>
                  <a:lnTo>
                    <a:pt x="505" y="866"/>
                  </a:lnTo>
                  <a:lnTo>
                    <a:pt x="505" y="866"/>
                  </a:lnTo>
                  <a:close/>
                  <a:moveTo>
                    <a:pt x="2050" y="1008"/>
                  </a:moveTo>
                  <a:lnTo>
                    <a:pt x="2050" y="1008"/>
                  </a:lnTo>
                  <a:lnTo>
                    <a:pt x="2016" y="1042"/>
                  </a:lnTo>
                  <a:lnTo>
                    <a:pt x="1999" y="1059"/>
                  </a:lnTo>
                  <a:lnTo>
                    <a:pt x="1984" y="1077"/>
                  </a:lnTo>
                  <a:lnTo>
                    <a:pt x="1984" y="1077"/>
                  </a:lnTo>
                  <a:lnTo>
                    <a:pt x="1991" y="1080"/>
                  </a:lnTo>
                  <a:lnTo>
                    <a:pt x="1998" y="1081"/>
                  </a:lnTo>
                  <a:lnTo>
                    <a:pt x="2005" y="1081"/>
                  </a:lnTo>
                  <a:lnTo>
                    <a:pt x="2012" y="1081"/>
                  </a:lnTo>
                  <a:lnTo>
                    <a:pt x="2027" y="1080"/>
                  </a:lnTo>
                  <a:lnTo>
                    <a:pt x="2034" y="1080"/>
                  </a:lnTo>
                  <a:lnTo>
                    <a:pt x="2041" y="1081"/>
                  </a:lnTo>
                  <a:lnTo>
                    <a:pt x="2041" y="1081"/>
                  </a:lnTo>
                  <a:lnTo>
                    <a:pt x="2071" y="1040"/>
                  </a:lnTo>
                  <a:lnTo>
                    <a:pt x="2102" y="1001"/>
                  </a:lnTo>
                  <a:lnTo>
                    <a:pt x="2166" y="918"/>
                  </a:lnTo>
                  <a:lnTo>
                    <a:pt x="2166" y="918"/>
                  </a:lnTo>
                  <a:lnTo>
                    <a:pt x="2166" y="917"/>
                  </a:lnTo>
                  <a:lnTo>
                    <a:pt x="2165" y="912"/>
                  </a:lnTo>
                  <a:lnTo>
                    <a:pt x="2162" y="910"/>
                  </a:lnTo>
                  <a:lnTo>
                    <a:pt x="2161" y="910"/>
                  </a:lnTo>
                  <a:lnTo>
                    <a:pt x="2159" y="910"/>
                  </a:lnTo>
                  <a:lnTo>
                    <a:pt x="2159" y="910"/>
                  </a:lnTo>
                  <a:lnTo>
                    <a:pt x="2130" y="935"/>
                  </a:lnTo>
                  <a:lnTo>
                    <a:pt x="2102" y="959"/>
                  </a:lnTo>
                  <a:lnTo>
                    <a:pt x="2075" y="984"/>
                  </a:lnTo>
                  <a:lnTo>
                    <a:pt x="2050" y="1008"/>
                  </a:lnTo>
                  <a:lnTo>
                    <a:pt x="2050" y="1008"/>
                  </a:lnTo>
                  <a:close/>
                  <a:moveTo>
                    <a:pt x="1558" y="893"/>
                  </a:moveTo>
                  <a:lnTo>
                    <a:pt x="1558" y="893"/>
                  </a:lnTo>
                  <a:lnTo>
                    <a:pt x="1533" y="911"/>
                  </a:lnTo>
                  <a:lnTo>
                    <a:pt x="1507" y="929"/>
                  </a:lnTo>
                  <a:lnTo>
                    <a:pt x="1485" y="949"/>
                  </a:lnTo>
                  <a:lnTo>
                    <a:pt x="1462" y="970"/>
                  </a:lnTo>
                  <a:lnTo>
                    <a:pt x="1443" y="991"/>
                  </a:lnTo>
                  <a:lnTo>
                    <a:pt x="1423" y="1014"/>
                  </a:lnTo>
                  <a:lnTo>
                    <a:pt x="1405" y="1038"/>
                  </a:lnTo>
                  <a:lnTo>
                    <a:pt x="1388" y="1061"/>
                  </a:lnTo>
                  <a:lnTo>
                    <a:pt x="1388" y="1061"/>
                  </a:lnTo>
                  <a:lnTo>
                    <a:pt x="1416" y="1063"/>
                  </a:lnTo>
                  <a:lnTo>
                    <a:pt x="1430" y="1064"/>
                  </a:lnTo>
                  <a:lnTo>
                    <a:pt x="1436" y="1063"/>
                  </a:lnTo>
                  <a:lnTo>
                    <a:pt x="1438" y="1061"/>
                  </a:lnTo>
                  <a:lnTo>
                    <a:pt x="1513" y="962"/>
                  </a:lnTo>
                  <a:lnTo>
                    <a:pt x="1513" y="962"/>
                  </a:lnTo>
                  <a:lnTo>
                    <a:pt x="1535" y="931"/>
                  </a:lnTo>
                  <a:lnTo>
                    <a:pt x="1548" y="914"/>
                  </a:lnTo>
                  <a:lnTo>
                    <a:pt x="1552" y="904"/>
                  </a:lnTo>
                  <a:lnTo>
                    <a:pt x="1558" y="893"/>
                  </a:lnTo>
                  <a:lnTo>
                    <a:pt x="1558" y="893"/>
                  </a:lnTo>
                  <a:close/>
                  <a:moveTo>
                    <a:pt x="2788" y="931"/>
                  </a:moveTo>
                  <a:lnTo>
                    <a:pt x="2788" y="931"/>
                  </a:lnTo>
                  <a:lnTo>
                    <a:pt x="2786" y="929"/>
                  </a:lnTo>
                  <a:lnTo>
                    <a:pt x="2786" y="927"/>
                  </a:lnTo>
                  <a:lnTo>
                    <a:pt x="2788" y="924"/>
                  </a:lnTo>
                  <a:lnTo>
                    <a:pt x="2790" y="922"/>
                  </a:lnTo>
                  <a:lnTo>
                    <a:pt x="2796" y="921"/>
                  </a:lnTo>
                  <a:lnTo>
                    <a:pt x="2796" y="921"/>
                  </a:lnTo>
                  <a:lnTo>
                    <a:pt x="2796" y="915"/>
                  </a:lnTo>
                  <a:lnTo>
                    <a:pt x="2799" y="911"/>
                  </a:lnTo>
                  <a:lnTo>
                    <a:pt x="2806" y="903"/>
                  </a:lnTo>
                  <a:lnTo>
                    <a:pt x="2814" y="893"/>
                  </a:lnTo>
                  <a:lnTo>
                    <a:pt x="2818" y="886"/>
                  </a:lnTo>
                  <a:lnTo>
                    <a:pt x="2821" y="879"/>
                  </a:lnTo>
                  <a:lnTo>
                    <a:pt x="2821" y="879"/>
                  </a:lnTo>
                  <a:lnTo>
                    <a:pt x="2793" y="898"/>
                  </a:lnTo>
                  <a:lnTo>
                    <a:pt x="2765" y="918"/>
                  </a:lnTo>
                  <a:lnTo>
                    <a:pt x="2740" y="939"/>
                  </a:lnTo>
                  <a:lnTo>
                    <a:pt x="2714" y="962"/>
                  </a:lnTo>
                  <a:lnTo>
                    <a:pt x="2692" y="984"/>
                  </a:lnTo>
                  <a:lnTo>
                    <a:pt x="2669" y="1009"/>
                  </a:lnTo>
                  <a:lnTo>
                    <a:pt x="2648" y="1035"/>
                  </a:lnTo>
                  <a:lnTo>
                    <a:pt x="2629" y="1060"/>
                  </a:lnTo>
                  <a:lnTo>
                    <a:pt x="2629" y="1060"/>
                  </a:lnTo>
                  <a:lnTo>
                    <a:pt x="2647" y="1057"/>
                  </a:lnTo>
                  <a:lnTo>
                    <a:pt x="2662" y="1053"/>
                  </a:lnTo>
                  <a:lnTo>
                    <a:pt x="2677" y="1047"/>
                  </a:lnTo>
                  <a:lnTo>
                    <a:pt x="2689" y="1043"/>
                  </a:lnTo>
                  <a:lnTo>
                    <a:pt x="2776" y="941"/>
                  </a:lnTo>
                  <a:lnTo>
                    <a:pt x="2776" y="941"/>
                  </a:lnTo>
                  <a:lnTo>
                    <a:pt x="2780" y="939"/>
                  </a:lnTo>
                  <a:lnTo>
                    <a:pt x="2785" y="938"/>
                  </a:lnTo>
                  <a:lnTo>
                    <a:pt x="2788" y="935"/>
                  </a:lnTo>
                  <a:lnTo>
                    <a:pt x="2788" y="931"/>
                  </a:lnTo>
                  <a:lnTo>
                    <a:pt x="2788" y="931"/>
                  </a:lnTo>
                  <a:close/>
                  <a:moveTo>
                    <a:pt x="1167" y="1049"/>
                  </a:moveTo>
                  <a:lnTo>
                    <a:pt x="1167" y="1049"/>
                  </a:lnTo>
                  <a:lnTo>
                    <a:pt x="1181" y="1053"/>
                  </a:lnTo>
                  <a:lnTo>
                    <a:pt x="1197" y="1056"/>
                  </a:lnTo>
                  <a:lnTo>
                    <a:pt x="1211" y="1057"/>
                  </a:lnTo>
                  <a:lnTo>
                    <a:pt x="1223" y="1057"/>
                  </a:lnTo>
                  <a:lnTo>
                    <a:pt x="1223" y="1057"/>
                  </a:lnTo>
                  <a:lnTo>
                    <a:pt x="1249" y="1021"/>
                  </a:lnTo>
                  <a:lnTo>
                    <a:pt x="1274" y="986"/>
                  </a:lnTo>
                  <a:lnTo>
                    <a:pt x="1323" y="915"/>
                  </a:lnTo>
                  <a:lnTo>
                    <a:pt x="1323" y="915"/>
                  </a:lnTo>
                  <a:lnTo>
                    <a:pt x="1329" y="907"/>
                  </a:lnTo>
                  <a:lnTo>
                    <a:pt x="1330" y="903"/>
                  </a:lnTo>
                  <a:lnTo>
                    <a:pt x="1332" y="897"/>
                  </a:lnTo>
                  <a:lnTo>
                    <a:pt x="1332" y="897"/>
                  </a:lnTo>
                  <a:lnTo>
                    <a:pt x="1315" y="908"/>
                  </a:lnTo>
                  <a:lnTo>
                    <a:pt x="1298" y="921"/>
                  </a:lnTo>
                  <a:lnTo>
                    <a:pt x="1283" y="934"/>
                  </a:lnTo>
                  <a:lnTo>
                    <a:pt x="1267" y="948"/>
                  </a:lnTo>
                  <a:lnTo>
                    <a:pt x="1239" y="976"/>
                  </a:lnTo>
                  <a:lnTo>
                    <a:pt x="1211" y="1007"/>
                  </a:lnTo>
                  <a:lnTo>
                    <a:pt x="1208" y="1000"/>
                  </a:lnTo>
                  <a:lnTo>
                    <a:pt x="1208" y="1000"/>
                  </a:lnTo>
                  <a:lnTo>
                    <a:pt x="1198" y="1011"/>
                  </a:lnTo>
                  <a:lnTo>
                    <a:pt x="1188" y="1023"/>
                  </a:lnTo>
                  <a:lnTo>
                    <a:pt x="1179" y="1036"/>
                  </a:lnTo>
                  <a:lnTo>
                    <a:pt x="1167" y="1049"/>
                  </a:lnTo>
                  <a:lnTo>
                    <a:pt x="1167" y="1049"/>
                  </a:lnTo>
                  <a:close/>
                  <a:moveTo>
                    <a:pt x="1263" y="1026"/>
                  </a:moveTo>
                  <a:lnTo>
                    <a:pt x="1263" y="1026"/>
                  </a:lnTo>
                  <a:lnTo>
                    <a:pt x="1259" y="1032"/>
                  </a:lnTo>
                  <a:lnTo>
                    <a:pt x="1253" y="1040"/>
                  </a:lnTo>
                  <a:lnTo>
                    <a:pt x="1250" y="1050"/>
                  </a:lnTo>
                  <a:lnTo>
                    <a:pt x="1250" y="1054"/>
                  </a:lnTo>
                  <a:lnTo>
                    <a:pt x="1250" y="1060"/>
                  </a:lnTo>
                  <a:lnTo>
                    <a:pt x="1250" y="1060"/>
                  </a:lnTo>
                  <a:lnTo>
                    <a:pt x="1266" y="1059"/>
                  </a:lnTo>
                  <a:lnTo>
                    <a:pt x="1281" y="1060"/>
                  </a:lnTo>
                  <a:lnTo>
                    <a:pt x="1304" y="1061"/>
                  </a:lnTo>
                  <a:lnTo>
                    <a:pt x="1304" y="1061"/>
                  </a:lnTo>
                  <a:lnTo>
                    <a:pt x="1313" y="1040"/>
                  </a:lnTo>
                  <a:lnTo>
                    <a:pt x="1326" y="1021"/>
                  </a:lnTo>
                  <a:lnTo>
                    <a:pt x="1351" y="980"/>
                  </a:lnTo>
                  <a:lnTo>
                    <a:pt x="1377" y="943"/>
                  </a:lnTo>
                  <a:lnTo>
                    <a:pt x="1403" y="910"/>
                  </a:lnTo>
                  <a:lnTo>
                    <a:pt x="1403" y="910"/>
                  </a:lnTo>
                  <a:lnTo>
                    <a:pt x="1405" y="907"/>
                  </a:lnTo>
                  <a:lnTo>
                    <a:pt x="1405" y="904"/>
                  </a:lnTo>
                  <a:lnTo>
                    <a:pt x="1403" y="898"/>
                  </a:lnTo>
                  <a:lnTo>
                    <a:pt x="1403" y="898"/>
                  </a:lnTo>
                  <a:lnTo>
                    <a:pt x="1367" y="929"/>
                  </a:lnTo>
                  <a:lnTo>
                    <a:pt x="1330" y="962"/>
                  </a:lnTo>
                  <a:lnTo>
                    <a:pt x="1294" y="994"/>
                  </a:lnTo>
                  <a:lnTo>
                    <a:pt x="1263" y="1026"/>
                  </a:lnTo>
                  <a:lnTo>
                    <a:pt x="1263" y="1026"/>
                  </a:lnTo>
                  <a:close/>
                  <a:moveTo>
                    <a:pt x="1104" y="904"/>
                  </a:moveTo>
                  <a:lnTo>
                    <a:pt x="1104" y="904"/>
                  </a:lnTo>
                  <a:lnTo>
                    <a:pt x="1082" y="920"/>
                  </a:lnTo>
                  <a:lnTo>
                    <a:pt x="1062" y="936"/>
                  </a:lnTo>
                  <a:lnTo>
                    <a:pt x="1041" y="953"/>
                  </a:lnTo>
                  <a:lnTo>
                    <a:pt x="1021" y="970"/>
                  </a:lnTo>
                  <a:lnTo>
                    <a:pt x="1003" y="988"/>
                  </a:lnTo>
                  <a:lnTo>
                    <a:pt x="985" y="1007"/>
                  </a:lnTo>
                  <a:lnTo>
                    <a:pt x="966" y="1026"/>
                  </a:lnTo>
                  <a:lnTo>
                    <a:pt x="949" y="1046"/>
                  </a:lnTo>
                  <a:lnTo>
                    <a:pt x="949" y="1046"/>
                  </a:lnTo>
                  <a:lnTo>
                    <a:pt x="964" y="1047"/>
                  </a:lnTo>
                  <a:lnTo>
                    <a:pt x="978" y="1047"/>
                  </a:lnTo>
                  <a:lnTo>
                    <a:pt x="1010" y="1047"/>
                  </a:lnTo>
                  <a:lnTo>
                    <a:pt x="1010" y="1047"/>
                  </a:lnTo>
                  <a:lnTo>
                    <a:pt x="1011" y="1046"/>
                  </a:lnTo>
                  <a:lnTo>
                    <a:pt x="1014" y="1045"/>
                  </a:lnTo>
                  <a:lnTo>
                    <a:pt x="1017" y="1039"/>
                  </a:lnTo>
                  <a:lnTo>
                    <a:pt x="1020" y="1032"/>
                  </a:lnTo>
                  <a:lnTo>
                    <a:pt x="1024" y="1026"/>
                  </a:lnTo>
                  <a:lnTo>
                    <a:pt x="1024" y="1026"/>
                  </a:lnTo>
                  <a:lnTo>
                    <a:pt x="1069" y="964"/>
                  </a:lnTo>
                  <a:lnTo>
                    <a:pt x="1091" y="934"/>
                  </a:lnTo>
                  <a:lnTo>
                    <a:pt x="1110" y="903"/>
                  </a:lnTo>
                  <a:lnTo>
                    <a:pt x="1110" y="903"/>
                  </a:lnTo>
                  <a:lnTo>
                    <a:pt x="1105" y="903"/>
                  </a:lnTo>
                  <a:lnTo>
                    <a:pt x="1104" y="904"/>
                  </a:lnTo>
                  <a:lnTo>
                    <a:pt x="1104" y="904"/>
                  </a:lnTo>
                  <a:close/>
                  <a:moveTo>
                    <a:pt x="1107" y="1032"/>
                  </a:moveTo>
                  <a:lnTo>
                    <a:pt x="1107" y="1032"/>
                  </a:lnTo>
                  <a:lnTo>
                    <a:pt x="1103" y="1033"/>
                  </a:lnTo>
                  <a:lnTo>
                    <a:pt x="1101" y="1035"/>
                  </a:lnTo>
                  <a:lnTo>
                    <a:pt x="1100" y="1038"/>
                  </a:lnTo>
                  <a:lnTo>
                    <a:pt x="1098" y="1042"/>
                  </a:lnTo>
                  <a:lnTo>
                    <a:pt x="1098" y="1042"/>
                  </a:lnTo>
                  <a:lnTo>
                    <a:pt x="1098" y="1046"/>
                  </a:lnTo>
                  <a:lnTo>
                    <a:pt x="1098" y="1049"/>
                  </a:lnTo>
                  <a:lnTo>
                    <a:pt x="1101" y="1052"/>
                  </a:lnTo>
                  <a:lnTo>
                    <a:pt x="1104" y="1053"/>
                  </a:lnTo>
                  <a:lnTo>
                    <a:pt x="1111" y="1056"/>
                  </a:lnTo>
                  <a:lnTo>
                    <a:pt x="1121" y="1057"/>
                  </a:lnTo>
                  <a:lnTo>
                    <a:pt x="1129" y="1057"/>
                  </a:lnTo>
                  <a:lnTo>
                    <a:pt x="1138" y="1056"/>
                  </a:lnTo>
                  <a:lnTo>
                    <a:pt x="1145" y="1053"/>
                  </a:lnTo>
                  <a:lnTo>
                    <a:pt x="1149" y="1052"/>
                  </a:lnTo>
                  <a:lnTo>
                    <a:pt x="1261" y="898"/>
                  </a:lnTo>
                  <a:lnTo>
                    <a:pt x="1261" y="898"/>
                  </a:lnTo>
                  <a:lnTo>
                    <a:pt x="1257" y="898"/>
                  </a:lnTo>
                  <a:lnTo>
                    <a:pt x="1256" y="897"/>
                  </a:lnTo>
                  <a:lnTo>
                    <a:pt x="1254" y="896"/>
                  </a:lnTo>
                  <a:lnTo>
                    <a:pt x="1256" y="894"/>
                  </a:lnTo>
                  <a:lnTo>
                    <a:pt x="1233" y="908"/>
                  </a:lnTo>
                  <a:lnTo>
                    <a:pt x="1238" y="908"/>
                  </a:lnTo>
                  <a:lnTo>
                    <a:pt x="1240" y="905"/>
                  </a:lnTo>
                  <a:lnTo>
                    <a:pt x="1238" y="908"/>
                  </a:lnTo>
                  <a:lnTo>
                    <a:pt x="1238" y="908"/>
                  </a:lnTo>
                  <a:lnTo>
                    <a:pt x="1222" y="921"/>
                  </a:lnTo>
                  <a:lnTo>
                    <a:pt x="1208" y="934"/>
                  </a:lnTo>
                  <a:lnTo>
                    <a:pt x="1180" y="962"/>
                  </a:lnTo>
                  <a:lnTo>
                    <a:pt x="1152" y="990"/>
                  </a:lnTo>
                  <a:lnTo>
                    <a:pt x="1136" y="1002"/>
                  </a:lnTo>
                  <a:lnTo>
                    <a:pt x="1122" y="1014"/>
                  </a:lnTo>
                  <a:lnTo>
                    <a:pt x="1122" y="1014"/>
                  </a:lnTo>
                  <a:lnTo>
                    <a:pt x="1118" y="1015"/>
                  </a:lnTo>
                  <a:lnTo>
                    <a:pt x="1114" y="1015"/>
                  </a:lnTo>
                  <a:lnTo>
                    <a:pt x="1114" y="1015"/>
                  </a:lnTo>
                  <a:lnTo>
                    <a:pt x="1115" y="1021"/>
                  </a:lnTo>
                  <a:lnTo>
                    <a:pt x="1115" y="1026"/>
                  </a:lnTo>
                  <a:lnTo>
                    <a:pt x="1112" y="1031"/>
                  </a:lnTo>
                  <a:lnTo>
                    <a:pt x="1107" y="1032"/>
                  </a:lnTo>
                  <a:lnTo>
                    <a:pt x="1107" y="1032"/>
                  </a:lnTo>
                  <a:close/>
                  <a:moveTo>
                    <a:pt x="663" y="1039"/>
                  </a:moveTo>
                  <a:lnTo>
                    <a:pt x="663" y="1039"/>
                  </a:lnTo>
                  <a:lnTo>
                    <a:pt x="695" y="1042"/>
                  </a:lnTo>
                  <a:lnTo>
                    <a:pt x="711" y="1042"/>
                  </a:lnTo>
                  <a:lnTo>
                    <a:pt x="725" y="1042"/>
                  </a:lnTo>
                  <a:lnTo>
                    <a:pt x="725" y="1042"/>
                  </a:lnTo>
                  <a:lnTo>
                    <a:pt x="747" y="1005"/>
                  </a:lnTo>
                  <a:lnTo>
                    <a:pt x="770" y="970"/>
                  </a:lnTo>
                  <a:lnTo>
                    <a:pt x="792" y="938"/>
                  </a:lnTo>
                  <a:lnTo>
                    <a:pt x="816" y="910"/>
                  </a:lnTo>
                  <a:lnTo>
                    <a:pt x="816" y="910"/>
                  </a:lnTo>
                  <a:lnTo>
                    <a:pt x="817" y="907"/>
                  </a:lnTo>
                  <a:lnTo>
                    <a:pt x="817" y="904"/>
                  </a:lnTo>
                  <a:lnTo>
                    <a:pt x="817" y="898"/>
                  </a:lnTo>
                  <a:lnTo>
                    <a:pt x="817" y="898"/>
                  </a:lnTo>
                  <a:lnTo>
                    <a:pt x="799" y="910"/>
                  </a:lnTo>
                  <a:lnTo>
                    <a:pt x="782" y="922"/>
                  </a:lnTo>
                  <a:lnTo>
                    <a:pt x="765" y="935"/>
                  </a:lnTo>
                  <a:lnTo>
                    <a:pt x="750" y="949"/>
                  </a:lnTo>
                  <a:lnTo>
                    <a:pt x="720" y="979"/>
                  </a:lnTo>
                  <a:lnTo>
                    <a:pt x="691" y="1008"/>
                  </a:lnTo>
                  <a:lnTo>
                    <a:pt x="688" y="1007"/>
                  </a:lnTo>
                  <a:lnTo>
                    <a:pt x="688" y="1007"/>
                  </a:lnTo>
                  <a:lnTo>
                    <a:pt x="682" y="1009"/>
                  </a:lnTo>
                  <a:lnTo>
                    <a:pt x="678" y="1012"/>
                  </a:lnTo>
                  <a:lnTo>
                    <a:pt x="674" y="1016"/>
                  </a:lnTo>
                  <a:lnTo>
                    <a:pt x="671" y="1021"/>
                  </a:lnTo>
                  <a:lnTo>
                    <a:pt x="667" y="1031"/>
                  </a:lnTo>
                  <a:lnTo>
                    <a:pt x="663" y="1039"/>
                  </a:lnTo>
                  <a:lnTo>
                    <a:pt x="663" y="1039"/>
                  </a:lnTo>
                  <a:close/>
                  <a:moveTo>
                    <a:pt x="2196" y="964"/>
                  </a:moveTo>
                  <a:lnTo>
                    <a:pt x="2196" y="964"/>
                  </a:lnTo>
                  <a:lnTo>
                    <a:pt x="2200" y="957"/>
                  </a:lnTo>
                  <a:lnTo>
                    <a:pt x="2203" y="953"/>
                  </a:lnTo>
                  <a:lnTo>
                    <a:pt x="2210" y="945"/>
                  </a:lnTo>
                  <a:lnTo>
                    <a:pt x="2217" y="936"/>
                  </a:lnTo>
                  <a:lnTo>
                    <a:pt x="2220" y="931"/>
                  </a:lnTo>
                  <a:lnTo>
                    <a:pt x="2221" y="922"/>
                  </a:lnTo>
                  <a:lnTo>
                    <a:pt x="2221" y="922"/>
                  </a:lnTo>
                  <a:lnTo>
                    <a:pt x="2200" y="939"/>
                  </a:lnTo>
                  <a:lnTo>
                    <a:pt x="2179" y="956"/>
                  </a:lnTo>
                  <a:lnTo>
                    <a:pt x="2159" y="973"/>
                  </a:lnTo>
                  <a:lnTo>
                    <a:pt x="2140" y="991"/>
                  </a:lnTo>
                  <a:lnTo>
                    <a:pt x="2102" y="1028"/>
                  </a:lnTo>
                  <a:lnTo>
                    <a:pt x="2068" y="1067"/>
                  </a:lnTo>
                  <a:lnTo>
                    <a:pt x="2068" y="1067"/>
                  </a:lnTo>
                  <a:lnTo>
                    <a:pt x="2065" y="1073"/>
                  </a:lnTo>
                  <a:lnTo>
                    <a:pt x="2064" y="1077"/>
                  </a:lnTo>
                  <a:lnTo>
                    <a:pt x="2064" y="1078"/>
                  </a:lnTo>
                  <a:lnTo>
                    <a:pt x="2065" y="1080"/>
                  </a:lnTo>
                  <a:lnTo>
                    <a:pt x="2068" y="1081"/>
                  </a:lnTo>
                  <a:lnTo>
                    <a:pt x="2071" y="1081"/>
                  </a:lnTo>
                  <a:lnTo>
                    <a:pt x="2071" y="1081"/>
                  </a:lnTo>
                  <a:lnTo>
                    <a:pt x="2093" y="1080"/>
                  </a:lnTo>
                  <a:lnTo>
                    <a:pt x="2103" y="1080"/>
                  </a:lnTo>
                  <a:lnTo>
                    <a:pt x="2113" y="1080"/>
                  </a:lnTo>
                  <a:lnTo>
                    <a:pt x="2193" y="969"/>
                  </a:lnTo>
                  <a:lnTo>
                    <a:pt x="2196" y="964"/>
                  </a:lnTo>
                  <a:close/>
                  <a:moveTo>
                    <a:pt x="1741" y="910"/>
                  </a:moveTo>
                  <a:lnTo>
                    <a:pt x="1741" y="910"/>
                  </a:lnTo>
                  <a:lnTo>
                    <a:pt x="1720" y="927"/>
                  </a:lnTo>
                  <a:lnTo>
                    <a:pt x="1698" y="945"/>
                  </a:lnTo>
                  <a:lnTo>
                    <a:pt x="1679" y="964"/>
                  </a:lnTo>
                  <a:lnTo>
                    <a:pt x="1661" y="984"/>
                  </a:lnTo>
                  <a:lnTo>
                    <a:pt x="1624" y="1026"/>
                  </a:lnTo>
                  <a:lnTo>
                    <a:pt x="1589" y="1068"/>
                  </a:lnTo>
                  <a:lnTo>
                    <a:pt x="1589" y="1068"/>
                  </a:lnTo>
                  <a:lnTo>
                    <a:pt x="1596" y="1073"/>
                  </a:lnTo>
                  <a:lnTo>
                    <a:pt x="1604" y="1074"/>
                  </a:lnTo>
                  <a:lnTo>
                    <a:pt x="1611" y="1074"/>
                  </a:lnTo>
                  <a:lnTo>
                    <a:pt x="1616" y="1071"/>
                  </a:lnTo>
                  <a:lnTo>
                    <a:pt x="1616" y="1071"/>
                  </a:lnTo>
                  <a:lnTo>
                    <a:pt x="1655" y="1032"/>
                  </a:lnTo>
                  <a:lnTo>
                    <a:pt x="1693" y="991"/>
                  </a:lnTo>
                  <a:lnTo>
                    <a:pt x="1711" y="970"/>
                  </a:lnTo>
                  <a:lnTo>
                    <a:pt x="1728" y="949"/>
                  </a:lnTo>
                  <a:lnTo>
                    <a:pt x="1743" y="927"/>
                  </a:lnTo>
                  <a:lnTo>
                    <a:pt x="1759" y="904"/>
                  </a:lnTo>
                  <a:lnTo>
                    <a:pt x="1759" y="904"/>
                  </a:lnTo>
                  <a:lnTo>
                    <a:pt x="1749" y="905"/>
                  </a:lnTo>
                  <a:lnTo>
                    <a:pt x="1741" y="910"/>
                  </a:lnTo>
                  <a:lnTo>
                    <a:pt x="1741" y="910"/>
                  </a:lnTo>
                  <a:close/>
                  <a:moveTo>
                    <a:pt x="1836" y="1078"/>
                  </a:moveTo>
                  <a:lnTo>
                    <a:pt x="1836" y="1078"/>
                  </a:lnTo>
                  <a:lnTo>
                    <a:pt x="1852" y="1081"/>
                  </a:lnTo>
                  <a:lnTo>
                    <a:pt x="1870" y="1084"/>
                  </a:lnTo>
                  <a:lnTo>
                    <a:pt x="1878" y="1083"/>
                  </a:lnTo>
                  <a:lnTo>
                    <a:pt x="1887" y="1081"/>
                  </a:lnTo>
                  <a:lnTo>
                    <a:pt x="1892" y="1078"/>
                  </a:lnTo>
                  <a:lnTo>
                    <a:pt x="1898" y="1074"/>
                  </a:lnTo>
                  <a:lnTo>
                    <a:pt x="1898" y="1074"/>
                  </a:lnTo>
                  <a:lnTo>
                    <a:pt x="1908" y="1059"/>
                  </a:lnTo>
                  <a:lnTo>
                    <a:pt x="1912" y="1052"/>
                  </a:lnTo>
                  <a:lnTo>
                    <a:pt x="1915" y="1043"/>
                  </a:lnTo>
                  <a:lnTo>
                    <a:pt x="1915" y="1043"/>
                  </a:lnTo>
                  <a:lnTo>
                    <a:pt x="1915" y="1042"/>
                  </a:lnTo>
                  <a:lnTo>
                    <a:pt x="1916" y="1038"/>
                  </a:lnTo>
                  <a:lnTo>
                    <a:pt x="1923" y="1028"/>
                  </a:lnTo>
                  <a:lnTo>
                    <a:pt x="1942" y="1007"/>
                  </a:lnTo>
                  <a:lnTo>
                    <a:pt x="1942" y="1007"/>
                  </a:lnTo>
                  <a:lnTo>
                    <a:pt x="1943" y="1007"/>
                  </a:lnTo>
                  <a:lnTo>
                    <a:pt x="2015" y="908"/>
                  </a:lnTo>
                  <a:lnTo>
                    <a:pt x="2015" y="908"/>
                  </a:lnTo>
                  <a:lnTo>
                    <a:pt x="1980" y="938"/>
                  </a:lnTo>
                  <a:lnTo>
                    <a:pt x="1946" y="967"/>
                  </a:lnTo>
                  <a:lnTo>
                    <a:pt x="1913" y="1000"/>
                  </a:lnTo>
                  <a:lnTo>
                    <a:pt x="1881" y="1032"/>
                  </a:lnTo>
                  <a:lnTo>
                    <a:pt x="1880" y="1026"/>
                  </a:lnTo>
                  <a:lnTo>
                    <a:pt x="1880" y="1026"/>
                  </a:lnTo>
                  <a:lnTo>
                    <a:pt x="1874" y="1032"/>
                  </a:lnTo>
                  <a:lnTo>
                    <a:pt x="1869" y="1038"/>
                  </a:lnTo>
                  <a:lnTo>
                    <a:pt x="1860" y="1052"/>
                  </a:lnTo>
                  <a:lnTo>
                    <a:pt x="1849" y="1066"/>
                  </a:lnTo>
                  <a:lnTo>
                    <a:pt x="1843" y="1073"/>
                  </a:lnTo>
                  <a:lnTo>
                    <a:pt x="1836" y="1078"/>
                  </a:lnTo>
                  <a:lnTo>
                    <a:pt x="1836" y="1078"/>
                  </a:lnTo>
                  <a:close/>
                  <a:moveTo>
                    <a:pt x="2650" y="918"/>
                  </a:moveTo>
                  <a:lnTo>
                    <a:pt x="2650" y="918"/>
                  </a:lnTo>
                  <a:lnTo>
                    <a:pt x="2608" y="952"/>
                  </a:lnTo>
                  <a:lnTo>
                    <a:pt x="2588" y="970"/>
                  </a:lnTo>
                  <a:lnTo>
                    <a:pt x="2568" y="988"/>
                  </a:lnTo>
                  <a:lnTo>
                    <a:pt x="2549" y="1008"/>
                  </a:lnTo>
                  <a:lnTo>
                    <a:pt x="2530" y="1028"/>
                  </a:lnTo>
                  <a:lnTo>
                    <a:pt x="2512" y="1049"/>
                  </a:lnTo>
                  <a:lnTo>
                    <a:pt x="2495" y="1071"/>
                  </a:lnTo>
                  <a:lnTo>
                    <a:pt x="2495" y="1071"/>
                  </a:lnTo>
                  <a:lnTo>
                    <a:pt x="2509" y="1071"/>
                  </a:lnTo>
                  <a:lnTo>
                    <a:pt x="2525" y="1073"/>
                  </a:lnTo>
                  <a:lnTo>
                    <a:pt x="2533" y="1073"/>
                  </a:lnTo>
                  <a:lnTo>
                    <a:pt x="2540" y="1071"/>
                  </a:lnTo>
                  <a:lnTo>
                    <a:pt x="2544" y="1070"/>
                  </a:lnTo>
                  <a:lnTo>
                    <a:pt x="2549" y="1067"/>
                  </a:lnTo>
                  <a:lnTo>
                    <a:pt x="2549" y="1067"/>
                  </a:lnTo>
                  <a:lnTo>
                    <a:pt x="2570" y="1033"/>
                  </a:lnTo>
                  <a:lnTo>
                    <a:pt x="2592" y="1001"/>
                  </a:lnTo>
                  <a:lnTo>
                    <a:pt x="2603" y="986"/>
                  </a:lnTo>
                  <a:lnTo>
                    <a:pt x="2616" y="972"/>
                  </a:lnTo>
                  <a:lnTo>
                    <a:pt x="2629" y="957"/>
                  </a:lnTo>
                  <a:lnTo>
                    <a:pt x="2643" y="945"/>
                  </a:lnTo>
                  <a:lnTo>
                    <a:pt x="2643" y="945"/>
                  </a:lnTo>
                  <a:lnTo>
                    <a:pt x="2644" y="943"/>
                  </a:lnTo>
                  <a:lnTo>
                    <a:pt x="2641" y="946"/>
                  </a:lnTo>
                  <a:lnTo>
                    <a:pt x="2639" y="948"/>
                  </a:lnTo>
                  <a:lnTo>
                    <a:pt x="2640" y="945"/>
                  </a:lnTo>
                  <a:lnTo>
                    <a:pt x="2640" y="945"/>
                  </a:lnTo>
                  <a:lnTo>
                    <a:pt x="2644" y="939"/>
                  </a:lnTo>
                  <a:lnTo>
                    <a:pt x="2648" y="931"/>
                  </a:lnTo>
                  <a:lnTo>
                    <a:pt x="2650" y="924"/>
                  </a:lnTo>
                  <a:lnTo>
                    <a:pt x="2654" y="917"/>
                  </a:lnTo>
                  <a:lnTo>
                    <a:pt x="2654" y="917"/>
                  </a:lnTo>
                  <a:lnTo>
                    <a:pt x="2650" y="918"/>
                  </a:lnTo>
                  <a:lnTo>
                    <a:pt x="2650" y="918"/>
                  </a:lnTo>
                  <a:close/>
                  <a:moveTo>
                    <a:pt x="23" y="461"/>
                  </a:moveTo>
                  <a:lnTo>
                    <a:pt x="23" y="461"/>
                  </a:lnTo>
                  <a:lnTo>
                    <a:pt x="35" y="439"/>
                  </a:lnTo>
                  <a:lnTo>
                    <a:pt x="46" y="415"/>
                  </a:lnTo>
                  <a:lnTo>
                    <a:pt x="71" y="370"/>
                  </a:lnTo>
                  <a:lnTo>
                    <a:pt x="71" y="370"/>
                  </a:lnTo>
                  <a:lnTo>
                    <a:pt x="61" y="380"/>
                  </a:lnTo>
                  <a:lnTo>
                    <a:pt x="53" y="391"/>
                  </a:lnTo>
                  <a:lnTo>
                    <a:pt x="45" y="401"/>
                  </a:lnTo>
                  <a:lnTo>
                    <a:pt x="35" y="409"/>
                  </a:lnTo>
                  <a:lnTo>
                    <a:pt x="35" y="409"/>
                  </a:lnTo>
                  <a:lnTo>
                    <a:pt x="39" y="394"/>
                  </a:lnTo>
                  <a:lnTo>
                    <a:pt x="45" y="378"/>
                  </a:lnTo>
                  <a:lnTo>
                    <a:pt x="57" y="349"/>
                  </a:lnTo>
                  <a:lnTo>
                    <a:pt x="73" y="319"/>
                  </a:lnTo>
                  <a:lnTo>
                    <a:pt x="87" y="293"/>
                  </a:lnTo>
                  <a:lnTo>
                    <a:pt x="52" y="339"/>
                  </a:lnTo>
                  <a:lnTo>
                    <a:pt x="52" y="339"/>
                  </a:lnTo>
                  <a:lnTo>
                    <a:pt x="49" y="342"/>
                  </a:lnTo>
                  <a:lnTo>
                    <a:pt x="47" y="343"/>
                  </a:lnTo>
                  <a:lnTo>
                    <a:pt x="46" y="341"/>
                  </a:lnTo>
                  <a:lnTo>
                    <a:pt x="45" y="339"/>
                  </a:lnTo>
                  <a:lnTo>
                    <a:pt x="45" y="332"/>
                  </a:lnTo>
                  <a:lnTo>
                    <a:pt x="46" y="326"/>
                  </a:lnTo>
                  <a:lnTo>
                    <a:pt x="46" y="326"/>
                  </a:lnTo>
                  <a:lnTo>
                    <a:pt x="68" y="290"/>
                  </a:lnTo>
                  <a:lnTo>
                    <a:pt x="89" y="252"/>
                  </a:lnTo>
                  <a:lnTo>
                    <a:pt x="111" y="214"/>
                  </a:lnTo>
                  <a:lnTo>
                    <a:pt x="132" y="178"/>
                  </a:lnTo>
                  <a:lnTo>
                    <a:pt x="122" y="185"/>
                  </a:lnTo>
                  <a:lnTo>
                    <a:pt x="122" y="185"/>
                  </a:lnTo>
                  <a:lnTo>
                    <a:pt x="99" y="208"/>
                  </a:lnTo>
                  <a:lnTo>
                    <a:pt x="78" y="235"/>
                  </a:lnTo>
                  <a:lnTo>
                    <a:pt x="68" y="251"/>
                  </a:lnTo>
                  <a:lnTo>
                    <a:pt x="60" y="266"/>
                  </a:lnTo>
                  <a:lnTo>
                    <a:pt x="52" y="282"/>
                  </a:lnTo>
                  <a:lnTo>
                    <a:pt x="43" y="298"/>
                  </a:lnTo>
                  <a:lnTo>
                    <a:pt x="37" y="315"/>
                  </a:lnTo>
                  <a:lnTo>
                    <a:pt x="32" y="334"/>
                  </a:lnTo>
                  <a:lnTo>
                    <a:pt x="26" y="353"/>
                  </a:lnTo>
                  <a:lnTo>
                    <a:pt x="23" y="373"/>
                  </a:lnTo>
                  <a:lnTo>
                    <a:pt x="21" y="394"/>
                  </a:lnTo>
                  <a:lnTo>
                    <a:pt x="21" y="415"/>
                  </a:lnTo>
                  <a:lnTo>
                    <a:pt x="21" y="438"/>
                  </a:lnTo>
                  <a:lnTo>
                    <a:pt x="23" y="461"/>
                  </a:lnTo>
                  <a:lnTo>
                    <a:pt x="23" y="461"/>
                  </a:lnTo>
                  <a:close/>
                  <a:moveTo>
                    <a:pt x="926" y="1002"/>
                  </a:moveTo>
                  <a:lnTo>
                    <a:pt x="926" y="1002"/>
                  </a:lnTo>
                  <a:lnTo>
                    <a:pt x="919" y="1005"/>
                  </a:lnTo>
                  <a:lnTo>
                    <a:pt x="913" y="1008"/>
                  </a:lnTo>
                  <a:lnTo>
                    <a:pt x="906" y="1012"/>
                  </a:lnTo>
                  <a:lnTo>
                    <a:pt x="900" y="1018"/>
                  </a:lnTo>
                  <a:lnTo>
                    <a:pt x="895" y="1025"/>
                  </a:lnTo>
                  <a:lnTo>
                    <a:pt x="890" y="1032"/>
                  </a:lnTo>
                  <a:lnTo>
                    <a:pt x="888" y="1040"/>
                  </a:lnTo>
                  <a:lnTo>
                    <a:pt x="886" y="1049"/>
                  </a:lnTo>
                  <a:lnTo>
                    <a:pt x="886" y="1049"/>
                  </a:lnTo>
                  <a:lnTo>
                    <a:pt x="909" y="1050"/>
                  </a:lnTo>
                  <a:lnTo>
                    <a:pt x="923" y="1050"/>
                  </a:lnTo>
                  <a:lnTo>
                    <a:pt x="928" y="1050"/>
                  </a:lnTo>
                  <a:lnTo>
                    <a:pt x="931" y="1049"/>
                  </a:lnTo>
                  <a:lnTo>
                    <a:pt x="931" y="1049"/>
                  </a:lnTo>
                  <a:lnTo>
                    <a:pt x="935" y="1046"/>
                  </a:lnTo>
                  <a:lnTo>
                    <a:pt x="940" y="1040"/>
                  </a:lnTo>
                  <a:lnTo>
                    <a:pt x="949" y="1028"/>
                  </a:lnTo>
                  <a:lnTo>
                    <a:pt x="965" y="1004"/>
                  </a:lnTo>
                  <a:lnTo>
                    <a:pt x="965" y="1004"/>
                  </a:lnTo>
                  <a:lnTo>
                    <a:pt x="985" y="977"/>
                  </a:lnTo>
                  <a:lnTo>
                    <a:pt x="1006" y="949"/>
                  </a:lnTo>
                  <a:lnTo>
                    <a:pt x="1024" y="920"/>
                  </a:lnTo>
                  <a:lnTo>
                    <a:pt x="1041" y="891"/>
                  </a:lnTo>
                  <a:lnTo>
                    <a:pt x="1041" y="891"/>
                  </a:lnTo>
                  <a:lnTo>
                    <a:pt x="1010" y="917"/>
                  </a:lnTo>
                  <a:lnTo>
                    <a:pt x="980" y="942"/>
                  </a:lnTo>
                  <a:lnTo>
                    <a:pt x="952" y="972"/>
                  </a:lnTo>
                  <a:lnTo>
                    <a:pt x="926" y="1002"/>
                  </a:lnTo>
                  <a:lnTo>
                    <a:pt x="926" y="1002"/>
                  </a:lnTo>
                  <a:close/>
                  <a:moveTo>
                    <a:pt x="948" y="901"/>
                  </a:moveTo>
                  <a:lnTo>
                    <a:pt x="948" y="901"/>
                  </a:lnTo>
                  <a:lnTo>
                    <a:pt x="930" y="914"/>
                  </a:lnTo>
                  <a:lnTo>
                    <a:pt x="913" y="929"/>
                  </a:lnTo>
                  <a:lnTo>
                    <a:pt x="879" y="960"/>
                  </a:lnTo>
                  <a:lnTo>
                    <a:pt x="845" y="991"/>
                  </a:lnTo>
                  <a:lnTo>
                    <a:pt x="829" y="1005"/>
                  </a:lnTo>
                  <a:lnTo>
                    <a:pt x="810" y="1021"/>
                  </a:lnTo>
                  <a:lnTo>
                    <a:pt x="810" y="1021"/>
                  </a:lnTo>
                  <a:lnTo>
                    <a:pt x="810" y="1023"/>
                  </a:lnTo>
                  <a:lnTo>
                    <a:pt x="810" y="1026"/>
                  </a:lnTo>
                  <a:lnTo>
                    <a:pt x="808" y="1031"/>
                  </a:lnTo>
                  <a:lnTo>
                    <a:pt x="803" y="1033"/>
                  </a:lnTo>
                  <a:lnTo>
                    <a:pt x="798" y="1035"/>
                  </a:lnTo>
                  <a:lnTo>
                    <a:pt x="798" y="1035"/>
                  </a:lnTo>
                  <a:lnTo>
                    <a:pt x="795" y="1036"/>
                  </a:lnTo>
                  <a:lnTo>
                    <a:pt x="793" y="1038"/>
                  </a:lnTo>
                  <a:lnTo>
                    <a:pt x="793" y="1040"/>
                  </a:lnTo>
                  <a:lnTo>
                    <a:pt x="793" y="1040"/>
                  </a:lnTo>
                  <a:lnTo>
                    <a:pt x="795" y="1042"/>
                  </a:lnTo>
                  <a:lnTo>
                    <a:pt x="796" y="1040"/>
                  </a:lnTo>
                  <a:lnTo>
                    <a:pt x="798" y="1039"/>
                  </a:lnTo>
                  <a:lnTo>
                    <a:pt x="798" y="1039"/>
                  </a:lnTo>
                  <a:lnTo>
                    <a:pt x="802" y="1042"/>
                  </a:lnTo>
                  <a:lnTo>
                    <a:pt x="809" y="1043"/>
                  </a:lnTo>
                  <a:lnTo>
                    <a:pt x="816" y="1045"/>
                  </a:lnTo>
                  <a:lnTo>
                    <a:pt x="824" y="1045"/>
                  </a:lnTo>
                  <a:lnTo>
                    <a:pt x="840" y="1043"/>
                  </a:lnTo>
                  <a:lnTo>
                    <a:pt x="855" y="1043"/>
                  </a:lnTo>
                  <a:lnTo>
                    <a:pt x="855" y="1043"/>
                  </a:lnTo>
                  <a:lnTo>
                    <a:pt x="867" y="1023"/>
                  </a:lnTo>
                  <a:lnTo>
                    <a:pt x="879" y="1005"/>
                  </a:lnTo>
                  <a:lnTo>
                    <a:pt x="906" y="967"/>
                  </a:lnTo>
                  <a:lnTo>
                    <a:pt x="933" y="931"/>
                  </a:lnTo>
                  <a:lnTo>
                    <a:pt x="959" y="898"/>
                  </a:lnTo>
                  <a:lnTo>
                    <a:pt x="959" y="898"/>
                  </a:lnTo>
                  <a:lnTo>
                    <a:pt x="954" y="898"/>
                  </a:lnTo>
                  <a:lnTo>
                    <a:pt x="948" y="901"/>
                  </a:lnTo>
                  <a:lnTo>
                    <a:pt x="948" y="901"/>
                  </a:lnTo>
                  <a:close/>
                  <a:moveTo>
                    <a:pt x="2724" y="912"/>
                  </a:moveTo>
                  <a:lnTo>
                    <a:pt x="2724" y="912"/>
                  </a:lnTo>
                  <a:lnTo>
                    <a:pt x="2702" y="929"/>
                  </a:lnTo>
                  <a:lnTo>
                    <a:pt x="2679" y="946"/>
                  </a:lnTo>
                  <a:lnTo>
                    <a:pt x="2658" y="964"/>
                  </a:lnTo>
                  <a:lnTo>
                    <a:pt x="2639" y="983"/>
                  </a:lnTo>
                  <a:lnTo>
                    <a:pt x="2619" y="1002"/>
                  </a:lnTo>
                  <a:lnTo>
                    <a:pt x="2599" y="1023"/>
                  </a:lnTo>
                  <a:lnTo>
                    <a:pt x="2581" y="1046"/>
                  </a:lnTo>
                  <a:lnTo>
                    <a:pt x="2564" y="1068"/>
                  </a:lnTo>
                  <a:lnTo>
                    <a:pt x="2564" y="1068"/>
                  </a:lnTo>
                  <a:lnTo>
                    <a:pt x="2578" y="1068"/>
                  </a:lnTo>
                  <a:lnTo>
                    <a:pt x="2591" y="1070"/>
                  </a:lnTo>
                  <a:lnTo>
                    <a:pt x="2602" y="1068"/>
                  </a:lnTo>
                  <a:lnTo>
                    <a:pt x="2606" y="1067"/>
                  </a:lnTo>
                  <a:lnTo>
                    <a:pt x="2609" y="1064"/>
                  </a:lnTo>
                  <a:lnTo>
                    <a:pt x="2692" y="962"/>
                  </a:lnTo>
                  <a:lnTo>
                    <a:pt x="2692" y="962"/>
                  </a:lnTo>
                  <a:lnTo>
                    <a:pt x="2698" y="959"/>
                  </a:lnTo>
                  <a:lnTo>
                    <a:pt x="2703" y="953"/>
                  </a:lnTo>
                  <a:lnTo>
                    <a:pt x="2709" y="948"/>
                  </a:lnTo>
                  <a:lnTo>
                    <a:pt x="2714" y="941"/>
                  </a:lnTo>
                  <a:lnTo>
                    <a:pt x="2720" y="932"/>
                  </a:lnTo>
                  <a:lnTo>
                    <a:pt x="2724" y="924"/>
                  </a:lnTo>
                  <a:lnTo>
                    <a:pt x="2729" y="915"/>
                  </a:lnTo>
                  <a:lnTo>
                    <a:pt x="2730" y="907"/>
                  </a:lnTo>
                  <a:lnTo>
                    <a:pt x="2730" y="907"/>
                  </a:lnTo>
                  <a:lnTo>
                    <a:pt x="2724" y="912"/>
                  </a:lnTo>
                  <a:lnTo>
                    <a:pt x="2724" y="912"/>
                  </a:lnTo>
                  <a:close/>
                  <a:moveTo>
                    <a:pt x="81" y="737"/>
                  </a:moveTo>
                  <a:lnTo>
                    <a:pt x="81" y="737"/>
                  </a:lnTo>
                  <a:lnTo>
                    <a:pt x="75" y="747"/>
                  </a:lnTo>
                  <a:lnTo>
                    <a:pt x="71" y="757"/>
                  </a:lnTo>
                  <a:lnTo>
                    <a:pt x="71" y="757"/>
                  </a:lnTo>
                  <a:lnTo>
                    <a:pt x="92" y="730"/>
                  </a:lnTo>
                  <a:lnTo>
                    <a:pt x="113" y="703"/>
                  </a:lnTo>
                  <a:lnTo>
                    <a:pt x="136" y="679"/>
                  </a:lnTo>
                  <a:lnTo>
                    <a:pt x="161" y="657"/>
                  </a:lnTo>
                  <a:lnTo>
                    <a:pt x="161" y="657"/>
                  </a:lnTo>
                  <a:lnTo>
                    <a:pt x="160" y="601"/>
                  </a:lnTo>
                  <a:lnTo>
                    <a:pt x="158" y="574"/>
                  </a:lnTo>
                  <a:lnTo>
                    <a:pt x="156" y="549"/>
                  </a:lnTo>
                  <a:lnTo>
                    <a:pt x="156" y="549"/>
                  </a:lnTo>
                  <a:lnTo>
                    <a:pt x="151" y="558"/>
                  </a:lnTo>
                  <a:lnTo>
                    <a:pt x="144" y="570"/>
                  </a:lnTo>
                  <a:lnTo>
                    <a:pt x="137" y="577"/>
                  </a:lnTo>
                  <a:lnTo>
                    <a:pt x="136" y="578"/>
                  </a:lnTo>
                  <a:lnTo>
                    <a:pt x="134" y="577"/>
                  </a:lnTo>
                  <a:lnTo>
                    <a:pt x="134" y="577"/>
                  </a:lnTo>
                  <a:lnTo>
                    <a:pt x="132" y="577"/>
                  </a:lnTo>
                  <a:lnTo>
                    <a:pt x="130" y="578"/>
                  </a:lnTo>
                  <a:lnTo>
                    <a:pt x="129" y="581"/>
                  </a:lnTo>
                  <a:lnTo>
                    <a:pt x="130" y="584"/>
                  </a:lnTo>
                  <a:lnTo>
                    <a:pt x="130" y="589"/>
                  </a:lnTo>
                  <a:lnTo>
                    <a:pt x="130" y="589"/>
                  </a:lnTo>
                  <a:lnTo>
                    <a:pt x="101" y="636"/>
                  </a:lnTo>
                  <a:lnTo>
                    <a:pt x="87" y="661"/>
                  </a:lnTo>
                  <a:lnTo>
                    <a:pt x="73" y="686"/>
                  </a:lnTo>
                  <a:lnTo>
                    <a:pt x="73" y="686"/>
                  </a:lnTo>
                  <a:lnTo>
                    <a:pt x="87" y="668"/>
                  </a:lnTo>
                  <a:lnTo>
                    <a:pt x="101" y="653"/>
                  </a:lnTo>
                  <a:lnTo>
                    <a:pt x="130" y="622"/>
                  </a:lnTo>
                  <a:lnTo>
                    <a:pt x="130" y="622"/>
                  </a:lnTo>
                  <a:lnTo>
                    <a:pt x="136" y="616"/>
                  </a:lnTo>
                  <a:lnTo>
                    <a:pt x="141" y="612"/>
                  </a:lnTo>
                  <a:lnTo>
                    <a:pt x="146" y="610"/>
                  </a:lnTo>
                  <a:lnTo>
                    <a:pt x="148" y="610"/>
                  </a:lnTo>
                  <a:lnTo>
                    <a:pt x="151" y="610"/>
                  </a:lnTo>
                  <a:lnTo>
                    <a:pt x="156" y="613"/>
                  </a:lnTo>
                  <a:lnTo>
                    <a:pt x="112" y="683"/>
                  </a:lnTo>
                  <a:lnTo>
                    <a:pt x="112" y="683"/>
                  </a:lnTo>
                  <a:lnTo>
                    <a:pt x="111" y="682"/>
                  </a:lnTo>
                  <a:lnTo>
                    <a:pt x="112" y="679"/>
                  </a:lnTo>
                  <a:lnTo>
                    <a:pt x="113" y="675"/>
                  </a:lnTo>
                  <a:lnTo>
                    <a:pt x="113" y="672"/>
                  </a:lnTo>
                  <a:lnTo>
                    <a:pt x="94" y="706"/>
                  </a:lnTo>
                  <a:lnTo>
                    <a:pt x="94" y="707"/>
                  </a:lnTo>
                  <a:lnTo>
                    <a:pt x="92" y="712"/>
                  </a:lnTo>
                  <a:lnTo>
                    <a:pt x="89" y="713"/>
                  </a:lnTo>
                  <a:lnTo>
                    <a:pt x="89" y="713"/>
                  </a:lnTo>
                  <a:lnTo>
                    <a:pt x="84" y="717"/>
                  </a:lnTo>
                  <a:lnTo>
                    <a:pt x="82" y="720"/>
                  </a:lnTo>
                  <a:lnTo>
                    <a:pt x="84" y="723"/>
                  </a:lnTo>
                  <a:lnTo>
                    <a:pt x="85" y="723"/>
                  </a:lnTo>
                  <a:lnTo>
                    <a:pt x="85" y="723"/>
                  </a:lnTo>
                  <a:lnTo>
                    <a:pt x="82" y="727"/>
                  </a:lnTo>
                  <a:lnTo>
                    <a:pt x="81" y="733"/>
                  </a:lnTo>
                  <a:lnTo>
                    <a:pt x="81" y="733"/>
                  </a:lnTo>
                  <a:lnTo>
                    <a:pt x="81" y="737"/>
                  </a:lnTo>
                  <a:lnTo>
                    <a:pt x="81" y="737"/>
                  </a:lnTo>
                  <a:close/>
                  <a:moveTo>
                    <a:pt x="147" y="324"/>
                  </a:moveTo>
                  <a:lnTo>
                    <a:pt x="60" y="433"/>
                  </a:lnTo>
                  <a:lnTo>
                    <a:pt x="60" y="433"/>
                  </a:lnTo>
                  <a:lnTo>
                    <a:pt x="42" y="454"/>
                  </a:lnTo>
                  <a:lnTo>
                    <a:pt x="35" y="467"/>
                  </a:lnTo>
                  <a:lnTo>
                    <a:pt x="28" y="478"/>
                  </a:lnTo>
                  <a:lnTo>
                    <a:pt x="22" y="492"/>
                  </a:lnTo>
                  <a:lnTo>
                    <a:pt x="19" y="506"/>
                  </a:lnTo>
                  <a:lnTo>
                    <a:pt x="19" y="515"/>
                  </a:lnTo>
                  <a:lnTo>
                    <a:pt x="19" y="523"/>
                  </a:lnTo>
                  <a:lnTo>
                    <a:pt x="21" y="532"/>
                  </a:lnTo>
                  <a:lnTo>
                    <a:pt x="23" y="540"/>
                  </a:lnTo>
                  <a:lnTo>
                    <a:pt x="125" y="370"/>
                  </a:lnTo>
                  <a:lnTo>
                    <a:pt x="125" y="370"/>
                  </a:lnTo>
                  <a:lnTo>
                    <a:pt x="130" y="360"/>
                  </a:lnTo>
                  <a:lnTo>
                    <a:pt x="139" y="349"/>
                  </a:lnTo>
                  <a:lnTo>
                    <a:pt x="143" y="342"/>
                  </a:lnTo>
                  <a:lnTo>
                    <a:pt x="146" y="336"/>
                  </a:lnTo>
                  <a:lnTo>
                    <a:pt x="148" y="331"/>
                  </a:lnTo>
                  <a:lnTo>
                    <a:pt x="147" y="324"/>
                  </a:lnTo>
                  <a:lnTo>
                    <a:pt x="147" y="324"/>
                  </a:lnTo>
                  <a:close/>
                  <a:moveTo>
                    <a:pt x="883" y="898"/>
                  </a:moveTo>
                  <a:lnTo>
                    <a:pt x="883" y="898"/>
                  </a:lnTo>
                  <a:lnTo>
                    <a:pt x="844" y="929"/>
                  </a:lnTo>
                  <a:lnTo>
                    <a:pt x="824" y="946"/>
                  </a:lnTo>
                  <a:lnTo>
                    <a:pt x="805" y="963"/>
                  </a:lnTo>
                  <a:lnTo>
                    <a:pt x="788" y="981"/>
                  </a:lnTo>
                  <a:lnTo>
                    <a:pt x="771" y="1001"/>
                  </a:lnTo>
                  <a:lnTo>
                    <a:pt x="756" y="1021"/>
                  </a:lnTo>
                  <a:lnTo>
                    <a:pt x="742" y="1043"/>
                  </a:lnTo>
                  <a:lnTo>
                    <a:pt x="775" y="1045"/>
                  </a:lnTo>
                  <a:lnTo>
                    <a:pt x="775" y="1045"/>
                  </a:lnTo>
                  <a:lnTo>
                    <a:pt x="782" y="1033"/>
                  </a:lnTo>
                  <a:lnTo>
                    <a:pt x="789" y="1022"/>
                  </a:lnTo>
                  <a:lnTo>
                    <a:pt x="799" y="1011"/>
                  </a:lnTo>
                  <a:lnTo>
                    <a:pt x="809" y="1002"/>
                  </a:lnTo>
                  <a:lnTo>
                    <a:pt x="809" y="1000"/>
                  </a:lnTo>
                  <a:lnTo>
                    <a:pt x="809" y="1000"/>
                  </a:lnTo>
                  <a:lnTo>
                    <a:pt x="829" y="976"/>
                  </a:lnTo>
                  <a:lnTo>
                    <a:pt x="850" y="952"/>
                  </a:lnTo>
                  <a:lnTo>
                    <a:pt x="868" y="925"/>
                  </a:lnTo>
                  <a:lnTo>
                    <a:pt x="883" y="898"/>
                  </a:lnTo>
                  <a:lnTo>
                    <a:pt x="883" y="898"/>
                  </a:lnTo>
                  <a:close/>
                  <a:moveTo>
                    <a:pt x="25" y="554"/>
                  </a:moveTo>
                  <a:lnTo>
                    <a:pt x="25" y="554"/>
                  </a:lnTo>
                  <a:lnTo>
                    <a:pt x="23" y="558"/>
                  </a:lnTo>
                  <a:lnTo>
                    <a:pt x="22" y="564"/>
                  </a:lnTo>
                  <a:lnTo>
                    <a:pt x="22" y="577"/>
                  </a:lnTo>
                  <a:lnTo>
                    <a:pt x="22" y="603"/>
                  </a:lnTo>
                  <a:lnTo>
                    <a:pt x="22" y="603"/>
                  </a:lnTo>
                  <a:lnTo>
                    <a:pt x="39" y="579"/>
                  </a:lnTo>
                  <a:lnTo>
                    <a:pt x="56" y="554"/>
                  </a:lnTo>
                  <a:lnTo>
                    <a:pt x="88" y="502"/>
                  </a:lnTo>
                  <a:lnTo>
                    <a:pt x="119" y="449"/>
                  </a:lnTo>
                  <a:lnTo>
                    <a:pt x="151" y="398"/>
                  </a:lnTo>
                  <a:lnTo>
                    <a:pt x="151" y="398"/>
                  </a:lnTo>
                  <a:lnTo>
                    <a:pt x="133" y="415"/>
                  </a:lnTo>
                  <a:lnTo>
                    <a:pt x="116" y="433"/>
                  </a:lnTo>
                  <a:lnTo>
                    <a:pt x="99" y="452"/>
                  </a:lnTo>
                  <a:lnTo>
                    <a:pt x="82" y="471"/>
                  </a:lnTo>
                  <a:lnTo>
                    <a:pt x="67" y="491"/>
                  </a:lnTo>
                  <a:lnTo>
                    <a:pt x="53" y="512"/>
                  </a:lnTo>
                  <a:lnTo>
                    <a:pt x="39" y="533"/>
                  </a:lnTo>
                  <a:lnTo>
                    <a:pt x="25" y="554"/>
                  </a:lnTo>
                  <a:lnTo>
                    <a:pt x="25" y="554"/>
                  </a:lnTo>
                  <a:close/>
                  <a:moveTo>
                    <a:pt x="527" y="1033"/>
                  </a:moveTo>
                  <a:lnTo>
                    <a:pt x="527" y="1033"/>
                  </a:lnTo>
                  <a:lnTo>
                    <a:pt x="549" y="1038"/>
                  </a:lnTo>
                  <a:lnTo>
                    <a:pt x="560" y="1038"/>
                  </a:lnTo>
                  <a:lnTo>
                    <a:pt x="564" y="1038"/>
                  </a:lnTo>
                  <a:lnTo>
                    <a:pt x="566" y="1035"/>
                  </a:lnTo>
                  <a:lnTo>
                    <a:pt x="566" y="1035"/>
                  </a:lnTo>
                  <a:lnTo>
                    <a:pt x="576" y="1022"/>
                  </a:lnTo>
                  <a:lnTo>
                    <a:pt x="584" y="1009"/>
                  </a:lnTo>
                  <a:lnTo>
                    <a:pt x="605" y="987"/>
                  </a:lnTo>
                  <a:lnTo>
                    <a:pt x="626" y="964"/>
                  </a:lnTo>
                  <a:lnTo>
                    <a:pt x="636" y="952"/>
                  </a:lnTo>
                  <a:lnTo>
                    <a:pt x="645" y="939"/>
                  </a:lnTo>
                  <a:lnTo>
                    <a:pt x="645" y="939"/>
                  </a:lnTo>
                  <a:lnTo>
                    <a:pt x="652" y="929"/>
                  </a:lnTo>
                  <a:lnTo>
                    <a:pt x="659" y="922"/>
                  </a:lnTo>
                  <a:lnTo>
                    <a:pt x="666" y="915"/>
                  </a:lnTo>
                  <a:lnTo>
                    <a:pt x="668" y="911"/>
                  </a:lnTo>
                  <a:lnTo>
                    <a:pt x="670" y="904"/>
                  </a:lnTo>
                  <a:lnTo>
                    <a:pt x="670" y="904"/>
                  </a:lnTo>
                  <a:lnTo>
                    <a:pt x="654" y="914"/>
                  </a:lnTo>
                  <a:lnTo>
                    <a:pt x="639" y="925"/>
                  </a:lnTo>
                  <a:lnTo>
                    <a:pt x="609" y="948"/>
                  </a:lnTo>
                  <a:lnTo>
                    <a:pt x="581" y="973"/>
                  </a:lnTo>
                  <a:lnTo>
                    <a:pt x="555" y="998"/>
                  </a:lnTo>
                  <a:lnTo>
                    <a:pt x="555" y="998"/>
                  </a:lnTo>
                  <a:lnTo>
                    <a:pt x="550" y="998"/>
                  </a:lnTo>
                  <a:lnTo>
                    <a:pt x="546" y="1001"/>
                  </a:lnTo>
                  <a:lnTo>
                    <a:pt x="543" y="1005"/>
                  </a:lnTo>
                  <a:lnTo>
                    <a:pt x="539" y="1011"/>
                  </a:lnTo>
                  <a:lnTo>
                    <a:pt x="527" y="1033"/>
                  </a:lnTo>
                  <a:lnTo>
                    <a:pt x="527" y="1033"/>
                  </a:lnTo>
                  <a:close/>
                  <a:moveTo>
                    <a:pt x="1916" y="949"/>
                  </a:moveTo>
                  <a:lnTo>
                    <a:pt x="1916" y="949"/>
                  </a:lnTo>
                  <a:lnTo>
                    <a:pt x="1915" y="955"/>
                  </a:lnTo>
                  <a:lnTo>
                    <a:pt x="1913" y="959"/>
                  </a:lnTo>
                  <a:lnTo>
                    <a:pt x="1906" y="969"/>
                  </a:lnTo>
                  <a:lnTo>
                    <a:pt x="1906" y="969"/>
                  </a:lnTo>
                  <a:lnTo>
                    <a:pt x="1888" y="993"/>
                  </a:lnTo>
                  <a:lnTo>
                    <a:pt x="1870" y="1016"/>
                  </a:lnTo>
                  <a:lnTo>
                    <a:pt x="1852" y="1043"/>
                  </a:lnTo>
                  <a:lnTo>
                    <a:pt x="1835" y="1071"/>
                  </a:lnTo>
                  <a:lnTo>
                    <a:pt x="1835" y="1071"/>
                  </a:lnTo>
                  <a:lnTo>
                    <a:pt x="1839" y="1070"/>
                  </a:lnTo>
                  <a:lnTo>
                    <a:pt x="1842" y="1067"/>
                  </a:lnTo>
                  <a:lnTo>
                    <a:pt x="1843" y="1063"/>
                  </a:lnTo>
                  <a:lnTo>
                    <a:pt x="1843" y="1063"/>
                  </a:lnTo>
                  <a:lnTo>
                    <a:pt x="1861" y="1040"/>
                  </a:lnTo>
                  <a:lnTo>
                    <a:pt x="1880" y="1019"/>
                  </a:lnTo>
                  <a:lnTo>
                    <a:pt x="1919" y="979"/>
                  </a:lnTo>
                  <a:lnTo>
                    <a:pt x="1961" y="941"/>
                  </a:lnTo>
                  <a:lnTo>
                    <a:pt x="2002" y="903"/>
                  </a:lnTo>
                  <a:lnTo>
                    <a:pt x="1951" y="903"/>
                  </a:lnTo>
                  <a:lnTo>
                    <a:pt x="1951" y="903"/>
                  </a:lnTo>
                  <a:lnTo>
                    <a:pt x="1943" y="915"/>
                  </a:lnTo>
                  <a:lnTo>
                    <a:pt x="1932" y="927"/>
                  </a:lnTo>
                  <a:lnTo>
                    <a:pt x="1920" y="938"/>
                  </a:lnTo>
                  <a:lnTo>
                    <a:pt x="1909" y="949"/>
                  </a:lnTo>
                  <a:lnTo>
                    <a:pt x="1916" y="949"/>
                  </a:lnTo>
                  <a:close/>
                  <a:moveTo>
                    <a:pt x="144" y="488"/>
                  </a:moveTo>
                  <a:lnTo>
                    <a:pt x="144" y="488"/>
                  </a:lnTo>
                  <a:lnTo>
                    <a:pt x="129" y="504"/>
                  </a:lnTo>
                  <a:lnTo>
                    <a:pt x="113" y="519"/>
                  </a:lnTo>
                  <a:lnTo>
                    <a:pt x="85" y="550"/>
                  </a:lnTo>
                  <a:lnTo>
                    <a:pt x="59" y="584"/>
                  </a:lnTo>
                  <a:lnTo>
                    <a:pt x="33" y="619"/>
                  </a:lnTo>
                  <a:lnTo>
                    <a:pt x="33" y="619"/>
                  </a:lnTo>
                  <a:lnTo>
                    <a:pt x="29" y="626"/>
                  </a:lnTo>
                  <a:lnTo>
                    <a:pt x="26" y="631"/>
                  </a:lnTo>
                  <a:lnTo>
                    <a:pt x="23" y="645"/>
                  </a:lnTo>
                  <a:lnTo>
                    <a:pt x="22" y="662"/>
                  </a:lnTo>
                  <a:lnTo>
                    <a:pt x="18" y="681"/>
                  </a:lnTo>
                  <a:lnTo>
                    <a:pt x="18" y="681"/>
                  </a:lnTo>
                  <a:lnTo>
                    <a:pt x="64" y="620"/>
                  </a:lnTo>
                  <a:lnTo>
                    <a:pt x="85" y="589"/>
                  </a:lnTo>
                  <a:lnTo>
                    <a:pt x="94" y="574"/>
                  </a:lnTo>
                  <a:lnTo>
                    <a:pt x="102" y="557"/>
                  </a:lnTo>
                  <a:lnTo>
                    <a:pt x="102" y="557"/>
                  </a:lnTo>
                  <a:lnTo>
                    <a:pt x="125" y="523"/>
                  </a:lnTo>
                  <a:lnTo>
                    <a:pt x="134" y="506"/>
                  </a:lnTo>
                  <a:lnTo>
                    <a:pt x="144" y="488"/>
                  </a:lnTo>
                  <a:lnTo>
                    <a:pt x="144" y="488"/>
                  </a:lnTo>
                  <a:close/>
                  <a:moveTo>
                    <a:pt x="871" y="1045"/>
                  </a:moveTo>
                  <a:lnTo>
                    <a:pt x="871" y="1045"/>
                  </a:lnTo>
                  <a:lnTo>
                    <a:pt x="909" y="1001"/>
                  </a:lnTo>
                  <a:lnTo>
                    <a:pt x="948" y="959"/>
                  </a:lnTo>
                  <a:lnTo>
                    <a:pt x="990" y="918"/>
                  </a:lnTo>
                  <a:lnTo>
                    <a:pt x="1032" y="880"/>
                  </a:lnTo>
                  <a:lnTo>
                    <a:pt x="1032" y="880"/>
                  </a:lnTo>
                  <a:lnTo>
                    <a:pt x="1023" y="877"/>
                  </a:lnTo>
                  <a:lnTo>
                    <a:pt x="1010" y="876"/>
                  </a:lnTo>
                  <a:lnTo>
                    <a:pt x="1004" y="876"/>
                  </a:lnTo>
                  <a:lnTo>
                    <a:pt x="999" y="877"/>
                  </a:lnTo>
                  <a:lnTo>
                    <a:pt x="994" y="879"/>
                  </a:lnTo>
                  <a:lnTo>
                    <a:pt x="990" y="882"/>
                  </a:lnTo>
                  <a:lnTo>
                    <a:pt x="990" y="882"/>
                  </a:lnTo>
                  <a:lnTo>
                    <a:pt x="958" y="921"/>
                  </a:lnTo>
                  <a:lnTo>
                    <a:pt x="927" y="960"/>
                  </a:lnTo>
                  <a:lnTo>
                    <a:pt x="897" y="1002"/>
                  </a:lnTo>
                  <a:lnTo>
                    <a:pt x="883" y="1023"/>
                  </a:lnTo>
                  <a:lnTo>
                    <a:pt x="871" y="1045"/>
                  </a:lnTo>
                  <a:lnTo>
                    <a:pt x="871" y="1045"/>
                  </a:lnTo>
                  <a:close/>
                  <a:moveTo>
                    <a:pt x="638" y="1032"/>
                  </a:moveTo>
                  <a:lnTo>
                    <a:pt x="638" y="1032"/>
                  </a:lnTo>
                  <a:lnTo>
                    <a:pt x="643" y="1031"/>
                  </a:lnTo>
                  <a:lnTo>
                    <a:pt x="647" y="1026"/>
                  </a:lnTo>
                  <a:lnTo>
                    <a:pt x="654" y="1016"/>
                  </a:lnTo>
                  <a:lnTo>
                    <a:pt x="661" y="1007"/>
                  </a:lnTo>
                  <a:lnTo>
                    <a:pt x="670" y="995"/>
                  </a:lnTo>
                  <a:lnTo>
                    <a:pt x="670" y="993"/>
                  </a:lnTo>
                  <a:lnTo>
                    <a:pt x="670" y="993"/>
                  </a:lnTo>
                  <a:lnTo>
                    <a:pt x="675" y="983"/>
                  </a:lnTo>
                  <a:lnTo>
                    <a:pt x="678" y="979"/>
                  </a:lnTo>
                  <a:lnTo>
                    <a:pt x="682" y="976"/>
                  </a:lnTo>
                  <a:lnTo>
                    <a:pt x="685" y="973"/>
                  </a:lnTo>
                  <a:lnTo>
                    <a:pt x="685" y="973"/>
                  </a:lnTo>
                  <a:lnTo>
                    <a:pt x="690" y="966"/>
                  </a:lnTo>
                  <a:lnTo>
                    <a:pt x="695" y="959"/>
                  </a:lnTo>
                  <a:lnTo>
                    <a:pt x="706" y="946"/>
                  </a:lnTo>
                  <a:lnTo>
                    <a:pt x="718" y="932"/>
                  </a:lnTo>
                  <a:lnTo>
                    <a:pt x="722" y="924"/>
                  </a:lnTo>
                  <a:lnTo>
                    <a:pt x="725" y="915"/>
                  </a:lnTo>
                  <a:lnTo>
                    <a:pt x="725" y="915"/>
                  </a:lnTo>
                  <a:lnTo>
                    <a:pt x="698" y="934"/>
                  </a:lnTo>
                  <a:lnTo>
                    <a:pt x="673" y="953"/>
                  </a:lnTo>
                  <a:lnTo>
                    <a:pt x="650" y="976"/>
                  </a:lnTo>
                  <a:lnTo>
                    <a:pt x="629" y="998"/>
                  </a:lnTo>
                  <a:lnTo>
                    <a:pt x="629" y="998"/>
                  </a:lnTo>
                  <a:lnTo>
                    <a:pt x="628" y="1000"/>
                  </a:lnTo>
                  <a:lnTo>
                    <a:pt x="628" y="998"/>
                  </a:lnTo>
                  <a:lnTo>
                    <a:pt x="629" y="994"/>
                  </a:lnTo>
                  <a:lnTo>
                    <a:pt x="629" y="993"/>
                  </a:lnTo>
                  <a:lnTo>
                    <a:pt x="629" y="991"/>
                  </a:lnTo>
                  <a:lnTo>
                    <a:pt x="626" y="991"/>
                  </a:lnTo>
                  <a:lnTo>
                    <a:pt x="623" y="995"/>
                  </a:lnTo>
                  <a:lnTo>
                    <a:pt x="623" y="995"/>
                  </a:lnTo>
                  <a:lnTo>
                    <a:pt x="616" y="1005"/>
                  </a:lnTo>
                  <a:lnTo>
                    <a:pt x="611" y="1015"/>
                  </a:lnTo>
                  <a:lnTo>
                    <a:pt x="604" y="1025"/>
                  </a:lnTo>
                  <a:lnTo>
                    <a:pt x="597" y="1033"/>
                  </a:lnTo>
                  <a:lnTo>
                    <a:pt x="597" y="1033"/>
                  </a:lnTo>
                  <a:lnTo>
                    <a:pt x="602" y="1036"/>
                  </a:lnTo>
                  <a:lnTo>
                    <a:pt x="607" y="1038"/>
                  </a:lnTo>
                  <a:lnTo>
                    <a:pt x="616" y="1038"/>
                  </a:lnTo>
                  <a:lnTo>
                    <a:pt x="628" y="1036"/>
                  </a:lnTo>
                  <a:lnTo>
                    <a:pt x="638" y="1032"/>
                  </a:lnTo>
                  <a:lnTo>
                    <a:pt x="638" y="1032"/>
                  </a:lnTo>
                  <a:close/>
                  <a:moveTo>
                    <a:pt x="50" y="891"/>
                  </a:moveTo>
                  <a:lnTo>
                    <a:pt x="50" y="891"/>
                  </a:lnTo>
                  <a:lnTo>
                    <a:pt x="53" y="893"/>
                  </a:lnTo>
                  <a:lnTo>
                    <a:pt x="53" y="894"/>
                  </a:lnTo>
                  <a:lnTo>
                    <a:pt x="54" y="896"/>
                  </a:lnTo>
                  <a:lnTo>
                    <a:pt x="53" y="897"/>
                  </a:lnTo>
                  <a:lnTo>
                    <a:pt x="50" y="898"/>
                  </a:lnTo>
                  <a:lnTo>
                    <a:pt x="46" y="898"/>
                  </a:lnTo>
                  <a:lnTo>
                    <a:pt x="54" y="908"/>
                  </a:lnTo>
                  <a:lnTo>
                    <a:pt x="94" y="849"/>
                  </a:lnTo>
                  <a:lnTo>
                    <a:pt x="94" y="849"/>
                  </a:lnTo>
                  <a:lnTo>
                    <a:pt x="123" y="806"/>
                  </a:lnTo>
                  <a:lnTo>
                    <a:pt x="139" y="782"/>
                  </a:lnTo>
                  <a:lnTo>
                    <a:pt x="144" y="771"/>
                  </a:lnTo>
                  <a:lnTo>
                    <a:pt x="150" y="759"/>
                  </a:lnTo>
                  <a:lnTo>
                    <a:pt x="150" y="759"/>
                  </a:lnTo>
                  <a:lnTo>
                    <a:pt x="122" y="783"/>
                  </a:lnTo>
                  <a:lnTo>
                    <a:pt x="95" y="807"/>
                  </a:lnTo>
                  <a:lnTo>
                    <a:pt x="70" y="834"/>
                  </a:lnTo>
                  <a:lnTo>
                    <a:pt x="49" y="860"/>
                  </a:lnTo>
                  <a:lnTo>
                    <a:pt x="49" y="860"/>
                  </a:lnTo>
                  <a:lnTo>
                    <a:pt x="50" y="860"/>
                  </a:lnTo>
                  <a:lnTo>
                    <a:pt x="50" y="863"/>
                  </a:lnTo>
                  <a:lnTo>
                    <a:pt x="47" y="872"/>
                  </a:lnTo>
                  <a:lnTo>
                    <a:pt x="45" y="880"/>
                  </a:lnTo>
                  <a:lnTo>
                    <a:pt x="45" y="886"/>
                  </a:lnTo>
                  <a:lnTo>
                    <a:pt x="46" y="889"/>
                  </a:lnTo>
                  <a:lnTo>
                    <a:pt x="46" y="889"/>
                  </a:lnTo>
                  <a:lnTo>
                    <a:pt x="50" y="891"/>
                  </a:lnTo>
                  <a:lnTo>
                    <a:pt x="50" y="891"/>
                  </a:lnTo>
                  <a:close/>
                  <a:moveTo>
                    <a:pt x="101" y="943"/>
                  </a:moveTo>
                  <a:lnTo>
                    <a:pt x="101" y="943"/>
                  </a:lnTo>
                  <a:lnTo>
                    <a:pt x="104" y="952"/>
                  </a:lnTo>
                  <a:lnTo>
                    <a:pt x="105" y="957"/>
                  </a:lnTo>
                  <a:lnTo>
                    <a:pt x="109" y="963"/>
                  </a:lnTo>
                  <a:lnTo>
                    <a:pt x="116" y="969"/>
                  </a:lnTo>
                  <a:lnTo>
                    <a:pt x="116" y="969"/>
                  </a:lnTo>
                  <a:lnTo>
                    <a:pt x="119" y="969"/>
                  </a:lnTo>
                  <a:lnTo>
                    <a:pt x="123" y="969"/>
                  </a:lnTo>
                  <a:lnTo>
                    <a:pt x="126" y="966"/>
                  </a:lnTo>
                  <a:lnTo>
                    <a:pt x="129" y="963"/>
                  </a:lnTo>
                  <a:lnTo>
                    <a:pt x="129" y="963"/>
                  </a:lnTo>
                  <a:lnTo>
                    <a:pt x="167" y="904"/>
                  </a:lnTo>
                  <a:lnTo>
                    <a:pt x="185" y="875"/>
                  </a:lnTo>
                  <a:lnTo>
                    <a:pt x="206" y="846"/>
                  </a:lnTo>
                  <a:lnTo>
                    <a:pt x="206" y="846"/>
                  </a:lnTo>
                  <a:lnTo>
                    <a:pt x="209" y="846"/>
                  </a:lnTo>
                  <a:lnTo>
                    <a:pt x="212" y="846"/>
                  </a:lnTo>
                  <a:lnTo>
                    <a:pt x="215" y="845"/>
                  </a:lnTo>
                  <a:lnTo>
                    <a:pt x="216" y="842"/>
                  </a:lnTo>
                  <a:lnTo>
                    <a:pt x="216" y="842"/>
                  </a:lnTo>
                  <a:lnTo>
                    <a:pt x="212" y="844"/>
                  </a:lnTo>
                  <a:lnTo>
                    <a:pt x="209" y="844"/>
                  </a:lnTo>
                  <a:lnTo>
                    <a:pt x="209" y="842"/>
                  </a:lnTo>
                  <a:lnTo>
                    <a:pt x="212" y="839"/>
                  </a:lnTo>
                  <a:lnTo>
                    <a:pt x="212" y="839"/>
                  </a:lnTo>
                  <a:lnTo>
                    <a:pt x="213" y="838"/>
                  </a:lnTo>
                  <a:lnTo>
                    <a:pt x="215" y="835"/>
                  </a:lnTo>
                  <a:lnTo>
                    <a:pt x="215" y="828"/>
                  </a:lnTo>
                  <a:lnTo>
                    <a:pt x="215" y="828"/>
                  </a:lnTo>
                  <a:lnTo>
                    <a:pt x="184" y="855"/>
                  </a:lnTo>
                  <a:lnTo>
                    <a:pt x="154" y="883"/>
                  </a:lnTo>
                  <a:lnTo>
                    <a:pt x="126" y="912"/>
                  </a:lnTo>
                  <a:lnTo>
                    <a:pt x="101" y="943"/>
                  </a:lnTo>
                  <a:lnTo>
                    <a:pt x="101" y="943"/>
                  </a:lnTo>
                  <a:close/>
                  <a:moveTo>
                    <a:pt x="2304" y="1023"/>
                  </a:moveTo>
                  <a:lnTo>
                    <a:pt x="2446" y="908"/>
                  </a:lnTo>
                  <a:lnTo>
                    <a:pt x="2446" y="908"/>
                  </a:lnTo>
                  <a:lnTo>
                    <a:pt x="2410" y="910"/>
                  </a:lnTo>
                  <a:lnTo>
                    <a:pt x="2393" y="911"/>
                  </a:lnTo>
                  <a:lnTo>
                    <a:pt x="2377" y="910"/>
                  </a:lnTo>
                  <a:lnTo>
                    <a:pt x="2377" y="910"/>
                  </a:lnTo>
                  <a:lnTo>
                    <a:pt x="2360" y="939"/>
                  </a:lnTo>
                  <a:lnTo>
                    <a:pt x="2342" y="967"/>
                  </a:lnTo>
                  <a:lnTo>
                    <a:pt x="2304" y="1023"/>
                  </a:lnTo>
                  <a:lnTo>
                    <a:pt x="2304" y="1023"/>
                  </a:lnTo>
                  <a:close/>
                  <a:moveTo>
                    <a:pt x="583" y="924"/>
                  </a:moveTo>
                  <a:lnTo>
                    <a:pt x="583" y="924"/>
                  </a:lnTo>
                  <a:lnTo>
                    <a:pt x="580" y="928"/>
                  </a:lnTo>
                  <a:lnTo>
                    <a:pt x="576" y="929"/>
                  </a:lnTo>
                  <a:lnTo>
                    <a:pt x="573" y="928"/>
                  </a:lnTo>
                  <a:lnTo>
                    <a:pt x="570" y="927"/>
                  </a:lnTo>
                  <a:lnTo>
                    <a:pt x="570" y="927"/>
                  </a:lnTo>
                  <a:lnTo>
                    <a:pt x="566" y="934"/>
                  </a:lnTo>
                  <a:lnTo>
                    <a:pt x="564" y="938"/>
                  </a:lnTo>
                  <a:lnTo>
                    <a:pt x="566" y="941"/>
                  </a:lnTo>
                  <a:lnTo>
                    <a:pt x="569" y="939"/>
                  </a:lnTo>
                  <a:lnTo>
                    <a:pt x="569" y="939"/>
                  </a:lnTo>
                  <a:lnTo>
                    <a:pt x="536" y="983"/>
                  </a:lnTo>
                  <a:lnTo>
                    <a:pt x="519" y="1005"/>
                  </a:lnTo>
                  <a:lnTo>
                    <a:pt x="505" y="1029"/>
                  </a:lnTo>
                  <a:lnTo>
                    <a:pt x="505" y="1029"/>
                  </a:lnTo>
                  <a:lnTo>
                    <a:pt x="508" y="1029"/>
                  </a:lnTo>
                  <a:lnTo>
                    <a:pt x="512" y="1029"/>
                  </a:lnTo>
                  <a:lnTo>
                    <a:pt x="515" y="1026"/>
                  </a:lnTo>
                  <a:lnTo>
                    <a:pt x="515" y="1025"/>
                  </a:lnTo>
                  <a:lnTo>
                    <a:pt x="515" y="1022"/>
                  </a:lnTo>
                  <a:lnTo>
                    <a:pt x="515" y="1022"/>
                  </a:lnTo>
                  <a:lnTo>
                    <a:pt x="548" y="990"/>
                  </a:lnTo>
                  <a:lnTo>
                    <a:pt x="581" y="959"/>
                  </a:lnTo>
                  <a:lnTo>
                    <a:pt x="616" y="928"/>
                  </a:lnTo>
                  <a:lnTo>
                    <a:pt x="635" y="914"/>
                  </a:lnTo>
                  <a:lnTo>
                    <a:pt x="653" y="901"/>
                  </a:lnTo>
                  <a:lnTo>
                    <a:pt x="600" y="898"/>
                  </a:lnTo>
                  <a:lnTo>
                    <a:pt x="600" y="898"/>
                  </a:lnTo>
                  <a:lnTo>
                    <a:pt x="595" y="904"/>
                  </a:lnTo>
                  <a:lnTo>
                    <a:pt x="591" y="911"/>
                  </a:lnTo>
                  <a:lnTo>
                    <a:pt x="586" y="917"/>
                  </a:lnTo>
                  <a:lnTo>
                    <a:pt x="583" y="924"/>
                  </a:lnTo>
                  <a:lnTo>
                    <a:pt x="583" y="924"/>
                  </a:lnTo>
                  <a:close/>
                  <a:moveTo>
                    <a:pt x="140" y="863"/>
                  </a:moveTo>
                  <a:lnTo>
                    <a:pt x="144" y="862"/>
                  </a:lnTo>
                  <a:lnTo>
                    <a:pt x="144" y="862"/>
                  </a:lnTo>
                  <a:lnTo>
                    <a:pt x="151" y="855"/>
                  </a:lnTo>
                  <a:lnTo>
                    <a:pt x="153" y="853"/>
                  </a:lnTo>
                  <a:lnTo>
                    <a:pt x="151" y="853"/>
                  </a:lnTo>
                  <a:lnTo>
                    <a:pt x="144" y="856"/>
                  </a:lnTo>
                  <a:lnTo>
                    <a:pt x="144" y="856"/>
                  </a:lnTo>
                  <a:lnTo>
                    <a:pt x="153" y="841"/>
                  </a:lnTo>
                  <a:lnTo>
                    <a:pt x="164" y="827"/>
                  </a:lnTo>
                  <a:lnTo>
                    <a:pt x="175" y="811"/>
                  </a:lnTo>
                  <a:lnTo>
                    <a:pt x="179" y="804"/>
                  </a:lnTo>
                  <a:lnTo>
                    <a:pt x="184" y="796"/>
                  </a:lnTo>
                  <a:lnTo>
                    <a:pt x="184" y="796"/>
                  </a:lnTo>
                  <a:lnTo>
                    <a:pt x="156" y="824"/>
                  </a:lnTo>
                  <a:lnTo>
                    <a:pt x="129" y="852"/>
                  </a:lnTo>
                  <a:lnTo>
                    <a:pt x="80" y="908"/>
                  </a:lnTo>
                  <a:lnTo>
                    <a:pt x="80" y="908"/>
                  </a:lnTo>
                  <a:lnTo>
                    <a:pt x="71" y="915"/>
                  </a:lnTo>
                  <a:lnTo>
                    <a:pt x="70" y="915"/>
                  </a:lnTo>
                  <a:lnTo>
                    <a:pt x="71" y="914"/>
                  </a:lnTo>
                  <a:lnTo>
                    <a:pt x="71" y="914"/>
                  </a:lnTo>
                  <a:lnTo>
                    <a:pt x="66" y="918"/>
                  </a:lnTo>
                  <a:lnTo>
                    <a:pt x="64" y="922"/>
                  </a:lnTo>
                  <a:lnTo>
                    <a:pt x="64" y="927"/>
                  </a:lnTo>
                  <a:lnTo>
                    <a:pt x="66" y="931"/>
                  </a:lnTo>
                  <a:lnTo>
                    <a:pt x="68" y="935"/>
                  </a:lnTo>
                  <a:lnTo>
                    <a:pt x="73" y="939"/>
                  </a:lnTo>
                  <a:lnTo>
                    <a:pt x="84" y="948"/>
                  </a:lnTo>
                  <a:lnTo>
                    <a:pt x="137" y="865"/>
                  </a:lnTo>
                  <a:lnTo>
                    <a:pt x="140" y="863"/>
                  </a:lnTo>
                  <a:close/>
                  <a:moveTo>
                    <a:pt x="1419" y="903"/>
                  </a:moveTo>
                  <a:lnTo>
                    <a:pt x="1354" y="997"/>
                  </a:lnTo>
                  <a:lnTo>
                    <a:pt x="1354" y="997"/>
                  </a:lnTo>
                  <a:lnTo>
                    <a:pt x="1387" y="967"/>
                  </a:lnTo>
                  <a:lnTo>
                    <a:pt x="1420" y="938"/>
                  </a:lnTo>
                  <a:lnTo>
                    <a:pt x="1438" y="922"/>
                  </a:lnTo>
                  <a:lnTo>
                    <a:pt x="1455" y="910"/>
                  </a:lnTo>
                  <a:lnTo>
                    <a:pt x="1475" y="897"/>
                  </a:lnTo>
                  <a:lnTo>
                    <a:pt x="1495" y="884"/>
                  </a:lnTo>
                  <a:lnTo>
                    <a:pt x="1495" y="884"/>
                  </a:lnTo>
                  <a:lnTo>
                    <a:pt x="1479" y="887"/>
                  </a:lnTo>
                  <a:lnTo>
                    <a:pt x="1461" y="886"/>
                  </a:lnTo>
                  <a:lnTo>
                    <a:pt x="1444" y="886"/>
                  </a:lnTo>
                  <a:lnTo>
                    <a:pt x="1429" y="883"/>
                  </a:lnTo>
                  <a:lnTo>
                    <a:pt x="1429" y="883"/>
                  </a:lnTo>
                  <a:lnTo>
                    <a:pt x="1424" y="894"/>
                  </a:lnTo>
                  <a:lnTo>
                    <a:pt x="1419" y="903"/>
                  </a:lnTo>
                  <a:lnTo>
                    <a:pt x="1419" y="903"/>
                  </a:lnTo>
                  <a:close/>
                  <a:moveTo>
                    <a:pt x="1075" y="1008"/>
                  </a:moveTo>
                  <a:lnTo>
                    <a:pt x="1075" y="1008"/>
                  </a:lnTo>
                  <a:lnTo>
                    <a:pt x="1075" y="1007"/>
                  </a:lnTo>
                  <a:lnTo>
                    <a:pt x="1076" y="1005"/>
                  </a:lnTo>
                  <a:lnTo>
                    <a:pt x="1079" y="1001"/>
                  </a:lnTo>
                  <a:lnTo>
                    <a:pt x="1080" y="1000"/>
                  </a:lnTo>
                  <a:lnTo>
                    <a:pt x="1079" y="998"/>
                  </a:lnTo>
                  <a:lnTo>
                    <a:pt x="1077" y="998"/>
                  </a:lnTo>
                  <a:lnTo>
                    <a:pt x="1077" y="998"/>
                  </a:lnTo>
                  <a:lnTo>
                    <a:pt x="1068" y="1008"/>
                  </a:lnTo>
                  <a:lnTo>
                    <a:pt x="1058" y="1021"/>
                  </a:lnTo>
                  <a:lnTo>
                    <a:pt x="1049" y="1033"/>
                  </a:lnTo>
                  <a:lnTo>
                    <a:pt x="1046" y="1040"/>
                  </a:lnTo>
                  <a:lnTo>
                    <a:pt x="1044" y="1047"/>
                  </a:lnTo>
                  <a:lnTo>
                    <a:pt x="1044" y="1047"/>
                  </a:lnTo>
                  <a:lnTo>
                    <a:pt x="1053" y="1050"/>
                  </a:lnTo>
                  <a:lnTo>
                    <a:pt x="1063" y="1050"/>
                  </a:lnTo>
                  <a:lnTo>
                    <a:pt x="1069" y="1050"/>
                  </a:lnTo>
                  <a:lnTo>
                    <a:pt x="1075" y="1047"/>
                  </a:lnTo>
                  <a:lnTo>
                    <a:pt x="1079" y="1045"/>
                  </a:lnTo>
                  <a:lnTo>
                    <a:pt x="1083" y="1039"/>
                  </a:lnTo>
                  <a:lnTo>
                    <a:pt x="1083" y="1039"/>
                  </a:lnTo>
                  <a:lnTo>
                    <a:pt x="1103" y="1008"/>
                  </a:lnTo>
                  <a:lnTo>
                    <a:pt x="1125" y="979"/>
                  </a:lnTo>
                  <a:lnTo>
                    <a:pt x="1169" y="920"/>
                  </a:lnTo>
                  <a:lnTo>
                    <a:pt x="1169" y="920"/>
                  </a:lnTo>
                  <a:lnTo>
                    <a:pt x="1148" y="936"/>
                  </a:lnTo>
                  <a:lnTo>
                    <a:pt x="1128" y="955"/>
                  </a:lnTo>
                  <a:lnTo>
                    <a:pt x="1110" y="974"/>
                  </a:lnTo>
                  <a:lnTo>
                    <a:pt x="1091" y="994"/>
                  </a:lnTo>
                  <a:lnTo>
                    <a:pt x="1091" y="994"/>
                  </a:lnTo>
                  <a:lnTo>
                    <a:pt x="1089" y="995"/>
                  </a:lnTo>
                  <a:lnTo>
                    <a:pt x="1086" y="995"/>
                  </a:lnTo>
                  <a:lnTo>
                    <a:pt x="1086" y="995"/>
                  </a:lnTo>
                  <a:lnTo>
                    <a:pt x="1084" y="1000"/>
                  </a:lnTo>
                  <a:lnTo>
                    <a:pt x="1082" y="1004"/>
                  </a:lnTo>
                  <a:lnTo>
                    <a:pt x="1075" y="1008"/>
                  </a:lnTo>
                  <a:lnTo>
                    <a:pt x="1073" y="1011"/>
                  </a:lnTo>
                  <a:lnTo>
                    <a:pt x="1075" y="1008"/>
                  </a:lnTo>
                  <a:close/>
                  <a:moveTo>
                    <a:pt x="25" y="699"/>
                  </a:moveTo>
                  <a:lnTo>
                    <a:pt x="25" y="699"/>
                  </a:lnTo>
                  <a:lnTo>
                    <a:pt x="23" y="705"/>
                  </a:lnTo>
                  <a:lnTo>
                    <a:pt x="22" y="709"/>
                  </a:lnTo>
                  <a:lnTo>
                    <a:pt x="23" y="720"/>
                  </a:lnTo>
                  <a:lnTo>
                    <a:pt x="25" y="731"/>
                  </a:lnTo>
                  <a:lnTo>
                    <a:pt x="26" y="742"/>
                  </a:lnTo>
                  <a:lnTo>
                    <a:pt x="26" y="742"/>
                  </a:lnTo>
                  <a:lnTo>
                    <a:pt x="75" y="655"/>
                  </a:lnTo>
                  <a:lnTo>
                    <a:pt x="101" y="613"/>
                  </a:lnTo>
                  <a:lnTo>
                    <a:pt x="129" y="571"/>
                  </a:lnTo>
                  <a:lnTo>
                    <a:pt x="129" y="571"/>
                  </a:lnTo>
                  <a:lnTo>
                    <a:pt x="101" y="601"/>
                  </a:lnTo>
                  <a:lnTo>
                    <a:pt x="74" y="631"/>
                  </a:lnTo>
                  <a:lnTo>
                    <a:pt x="49" y="664"/>
                  </a:lnTo>
                  <a:lnTo>
                    <a:pt x="25" y="699"/>
                  </a:lnTo>
                  <a:lnTo>
                    <a:pt x="25" y="699"/>
                  </a:lnTo>
                  <a:close/>
                  <a:moveTo>
                    <a:pt x="67" y="821"/>
                  </a:moveTo>
                  <a:lnTo>
                    <a:pt x="119" y="769"/>
                  </a:lnTo>
                  <a:lnTo>
                    <a:pt x="119" y="769"/>
                  </a:lnTo>
                  <a:lnTo>
                    <a:pt x="129" y="761"/>
                  </a:lnTo>
                  <a:lnTo>
                    <a:pt x="141" y="752"/>
                  </a:lnTo>
                  <a:lnTo>
                    <a:pt x="153" y="745"/>
                  </a:lnTo>
                  <a:lnTo>
                    <a:pt x="165" y="741"/>
                  </a:lnTo>
                  <a:lnTo>
                    <a:pt x="161" y="683"/>
                  </a:lnTo>
                  <a:lnTo>
                    <a:pt x="148" y="697"/>
                  </a:lnTo>
                  <a:lnTo>
                    <a:pt x="148" y="697"/>
                  </a:lnTo>
                  <a:lnTo>
                    <a:pt x="146" y="697"/>
                  </a:lnTo>
                  <a:lnTo>
                    <a:pt x="141" y="699"/>
                  </a:lnTo>
                  <a:lnTo>
                    <a:pt x="139" y="703"/>
                  </a:lnTo>
                  <a:lnTo>
                    <a:pt x="136" y="707"/>
                  </a:lnTo>
                  <a:lnTo>
                    <a:pt x="134" y="710"/>
                  </a:lnTo>
                  <a:lnTo>
                    <a:pt x="134" y="713"/>
                  </a:lnTo>
                  <a:lnTo>
                    <a:pt x="136" y="714"/>
                  </a:lnTo>
                  <a:lnTo>
                    <a:pt x="139" y="713"/>
                  </a:lnTo>
                  <a:lnTo>
                    <a:pt x="139" y="713"/>
                  </a:lnTo>
                  <a:lnTo>
                    <a:pt x="120" y="740"/>
                  </a:lnTo>
                  <a:lnTo>
                    <a:pt x="102" y="768"/>
                  </a:lnTo>
                  <a:lnTo>
                    <a:pt x="84" y="794"/>
                  </a:lnTo>
                  <a:lnTo>
                    <a:pt x="67" y="821"/>
                  </a:lnTo>
                  <a:lnTo>
                    <a:pt x="67" y="821"/>
                  </a:lnTo>
                  <a:close/>
                  <a:moveTo>
                    <a:pt x="801" y="896"/>
                  </a:moveTo>
                  <a:lnTo>
                    <a:pt x="801" y="896"/>
                  </a:lnTo>
                  <a:lnTo>
                    <a:pt x="785" y="897"/>
                  </a:lnTo>
                  <a:lnTo>
                    <a:pt x="772" y="898"/>
                  </a:lnTo>
                  <a:lnTo>
                    <a:pt x="758" y="898"/>
                  </a:lnTo>
                  <a:lnTo>
                    <a:pt x="747" y="900"/>
                  </a:lnTo>
                  <a:lnTo>
                    <a:pt x="747" y="900"/>
                  </a:lnTo>
                  <a:lnTo>
                    <a:pt x="742" y="911"/>
                  </a:lnTo>
                  <a:lnTo>
                    <a:pt x="736" y="922"/>
                  </a:lnTo>
                  <a:lnTo>
                    <a:pt x="729" y="932"/>
                  </a:lnTo>
                  <a:lnTo>
                    <a:pt x="720" y="942"/>
                  </a:lnTo>
                  <a:lnTo>
                    <a:pt x="712" y="950"/>
                  </a:lnTo>
                  <a:lnTo>
                    <a:pt x="704" y="959"/>
                  </a:lnTo>
                  <a:lnTo>
                    <a:pt x="685" y="973"/>
                  </a:lnTo>
                  <a:lnTo>
                    <a:pt x="682" y="976"/>
                  </a:lnTo>
                  <a:lnTo>
                    <a:pt x="677" y="988"/>
                  </a:lnTo>
                  <a:lnTo>
                    <a:pt x="677" y="988"/>
                  </a:lnTo>
                  <a:lnTo>
                    <a:pt x="684" y="984"/>
                  </a:lnTo>
                  <a:lnTo>
                    <a:pt x="687" y="983"/>
                  </a:lnTo>
                  <a:lnTo>
                    <a:pt x="685" y="986"/>
                  </a:lnTo>
                  <a:lnTo>
                    <a:pt x="685" y="986"/>
                  </a:lnTo>
                  <a:lnTo>
                    <a:pt x="674" y="1001"/>
                  </a:lnTo>
                  <a:lnTo>
                    <a:pt x="668" y="1009"/>
                  </a:lnTo>
                  <a:lnTo>
                    <a:pt x="664" y="1019"/>
                  </a:lnTo>
                  <a:lnTo>
                    <a:pt x="664" y="1019"/>
                  </a:lnTo>
                  <a:lnTo>
                    <a:pt x="697" y="987"/>
                  </a:lnTo>
                  <a:lnTo>
                    <a:pt x="729" y="955"/>
                  </a:lnTo>
                  <a:lnTo>
                    <a:pt x="764" y="924"/>
                  </a:lnTo>
                  <a:lnTo>
                    <a:pt x="801" y="896"/>
                  </a:lnTo>
                  <a:lnTo>
                    <a:pt x="801" y="896"/>
                  </a:lnTo>
                  <a:close/>
                  <a:moveTo>
                    <a:pt x="40" y="959"/>
                  </a:moveTo>
                  <a:lnTo>
                    <a:pt x="40" y="959"/>
                  </a:lnTo>
                  <a:lnTo>
                    <a:pt x="81" y="980"/>
                  </a:lnTo>
                  <a:lnTo>
                    <a:pt x="101" y="990"/>
                  </a:lnTo>
                  <a:lnTo>
                    <a:pt x="122" y="1000"/>
                  </a:lnTo>
                  <a:lnTo>
                    <a:pt x="146" y="1007"/>
                  </a:lnTo>
                  <a:lnTo>
                    <a:pt x="170" y="1012"/>
                  </a:lnTo>
                  <a:lnTo>
                    <a:pt x="196" y="1016"/>
                  </a:lnTo>
                  <a:lnTo>
                    <a:pt x="224" y="1016"/>
                  </a:lnTo>
                  <a:lnTo>
                    <a:pt x="224" y="1016"/>
                  </a:lnTo>
                  <a:lnTo>
                    <a:pt x="199" y="1014"/>
                  </a:lnTo>
                  <a:lnTo>
                    <a:pt x="174" y="1008"/>
                  </a:lnTo>
                  <a:lnTo>
                    <a:pt x="151" y="1001"/>
                  </a:lnTo>
                  <a:lnTo>
                    <a:pt x="129" y="993"/>
                  </a:lnTo>
                  <a:lnTo>
                    <a:pt x="108" y="983"/>
                  </a:lnTo>
                  <a:lnTo>
                    <a:pt x="88" y="973"/>
                  </a:lnTo>
                  <a:lnTo>
                    <a:pt x="50" y="949"/>
                  </a:lnTo>
                  <a:lnTo>
                    <a:pt x="50" y="949"/>
                  </a:lnTo>
                  <a:lnTo>
                    <a:pt x="37" y="920"/>
                  </a:lnTo>
                  <a:lnTo>
                    <a:pt x="29" y="903"/>
                  </a:lnTo>
                  <a:lnTo>
                    <a:pt x="25" y="897"/>
                  </a:lnTo>
                  <a:lnTo>
                    <a:pt x="21" y="893"/>
                  </a:lnTo>
                  <a:lnTo>
                    <a:pt x="21" y="893"/>
                  </a:lnTo>
                  <a:lnTo>
                    <a:pt x="25" y="911"/>
                  </a:lnTo>
                  <a:lnTo>
                    <a:pt x="29" y="928"/>
                  </a:lnTo>
                  <a:lnTo>
                    <a:pt x="35" y="945"/>
                  </a:lnTo>
                  <a:lnTo>
                    <a:pt x="40" y="959"/>
                  </a:lnTo>
                  <a:lnTo>
                    <a:pt x="40" y="959"/>
                  </a:lnTo>
                  <a:close/>
                  <a:moveTo>
                    <a:pt x="26" y="783"/>
                  </a:moveTo>
                  <a:lnTo>
                    <a:pt x="26" y="783"/>
                  </a:lnTo>
                  <a:lnTo>
                    <a:pt x="25" y="789"/>
                  </a:lnTo>
                  <a:lnTo>
                    <a:pt x="25" y="796"/>
                  </a:lnTo>
                  <a:lnTo>
                    <a:pt x="26" y="801"/>
                  </a:lnTo>
                  <a:lnTo>
                    <a:pt x="28" y="804"/>
                  </a:lnTo>
                  <a:lnTo>
                    <a:pt x="32" y="807"/>
                  </a:lnTo>
                  <a:lnTo>
                    <a:pt x="32" y="807"/>
                  </a:lnTo>
                  <a:lnTo>
                    <a:pt x="52" y="766"/>
                  </a:lnTo>
                  <a:lnTo>
                    <a:pt x="73" y="726"/>
                  </a:lnTo>
                  <a:lnTo>
                    <a:pt x="95" y="688"/>
                  </a:lnTo>
                  <a:lnTo>
                    <a:pt x="119" y="651"/>
                  </a:lnTo>
                  <a:lnTo>
                    <a:pt x="119" y="651"/>
                  </a:lnTo>
                  <a:lnTo>
                    <a:pt x="92" y="681"/>
                  </a:lnTo>
                  <a:lnTo>
                    <a:pt x="78" y="695"/>
                  </a:lnTo>
                  <a:lnTo>
                    <a:pt x="66" y="710"/>
                  </a:lnTo>
                  <a:lnTo>
                    <a:pt x="54" y="727"/>
                  </a:lnTo>
                  <a:lnTo>
                    <a:pt x="43" y="744"/>
                  </a:lnTo>
                  <a:lnTo>
                    <a:pt x="33" y="764"/>
                  </a:lnTo>
                  <a:lnTo>
                    <a:pt x="26" y="783"/>
                  </a:lnTo>
                  <a:lnTo>
                    <a:pt x="26" y="783"/>
                  </a:lnTo>
                  <a:close/>
                  <a:moveTo>
                    <a:pt x="59" y="418"/>
                  </a:moveTo>
                  <a:lnTo>
                    <a:pt x="59" y="418"/>
                  </a:lnTo>
                  <a:lnTo>
                    <a:pt x="81" y="390"/>
                  </a:lnTo>
                  <a:lnTo>
                    <a:pt x="94" y="376"/>
                  </a:lnTo>
                  <a:lnTo>
                    <a:pt x="105" y="362"/>
                  </a:lnTo>
                  <a:lnTo>
                    <a:pt x="105" y="362"/>
                  </a:lnTo>
                  <a:lnTo>
                    <a:pt x="112" y="352"/>
                  </a:lnTo>
                  <a:lnTo>
                    <a:pt x="120" y="342"/>
                  </a:lnTo>
                  <a:lnTo>
                    <a:pt x="137" y="324"/>
                  </a:lnTo>
                  <a:lnTo>
                    <a:pt x="144" y="312"/>
                  </a:lnTo>
                  <a:lnTo>
                    <a:pt x="150" y="300"/>
                  </a:lnTo>
                  <a:lnTo>
                    <a:pt x="151" y="293"/>
                  </a:lnTo>
                  <a:lnTo>
                    <a:pt x="153" y="286"/>
                  </a:lnTo>
                  <a:lnTo>
                    <a:pt x="153" y="276"/>
                  </a:lnTo>
                  <a:lnTo>
                    <a:pt x="153" y="266"/>
                  </a:lnTo>
                  <a:lnTo>
                    <a:pt x="153" y="266"/>
                  </a:lnTo>
                  <a:lnTo>
                    <a:pt x="148" y="275"/>
                  </a:lnTo>
                  <a:lnTo>
                    <a:pt x="143" y="282"/>
                  </a:lnTo>
                  <a:lnTo>
                    <a:pt x="132" y="293"/>
                  </a:lnTo>
                  <a:lnTo>
                    <a:pt x="122" y="305"/>
                  </a:lnTo>
                  <a:lnTo>
                    <a:pt x="118" y="312"/>
                  </a:lnTo>
                  <a:lnTo>
                    <a:pt x="113" y="319"/>
                  </a:lnTo>
                  <a:lnTo>
                    <a:pt x="113" y="319"/>
                  </a:lnTo>
                  <a:lnTo>
                    <a:pt x="101" y="345"/>
                  </a:lnTo>
                  <a:lnTo>
                    <a:pt x="85" y="369"/>
                  </a:lnTo>
                  <a:lnTo>
                    <a:pt x="71" y="393"/>
                  </a:lnTo>
                  <a:lnTo>
                    <a:pt x="59" y="418"/>
                  </a:lnTo>
                  <a:lnTo>
                    <a:pt x="59" y="418"/>
                  </a:lnTo>
                  <a:close/>
                  <a:moveTo>
                    <a:pt x="129" y="439"/>
                  </a:moveTo>
                  <a:lnTo>
                    <a:pt x="137" y="442"/>
                  </a:lnTo>
                  <a:lnTo>
                    <a:pt x="70" y="553"/>
                  </a:lnTo>
                  <a:lnTo>
                    <a:pt x="70" y="553"/>
                  </a:lnTo>
                  <a:lnTo>
                    <a:pt x="82" y="536"/>
                  </a:lnTo>
                  <a:lnTo>
                    <a:pt x="97" y="520"/>
                  </a:lnTo>
                  <a:lnTo>
                    <a:pt x="129" y="488"/>
                  </a:lnTo>
                  <a:lnTo>
                    <a:pt x="129" y="488"/>
                  </a:lnTo>
                  <a:lnTo>
                    <a:pt x="136" y="484"/>
                  </a:lnTo>
                  <a:lnTo>
                    <a:pt x="143" y="478"/>
                  </a:lnTo>
                  <a:lnTo>
                    <a:pt x="150" y="471"/>
                  </a:lnTo>
                  <a:lnTo>
                    <a:pt x="154" y="461"/>
                  </a:lnTo>
                  <a:lnTo>
                    <a:pt x="157" y="452"/>
                  </a:lnTo>
                  <a:lnTo>
                    <a:pt x="158" y="440"/>
                  </a:lnTo>
                  <a:lnTo>
                    <a:pt x="157" y="429"/>
                  </a:lnTo>
                  <a:lnTo>
                    <a:pt x="154" y="418"/>
                  </a:lnTo>
                  <a:lnTo>
                    <a:pt x="154" y="418"/>
                  </a:lnTo>
                  <a:lnTo>
                    <a:pt x="151" y="422"/>
                  </a:lnTo>
                  <a:lnTo>
                    <a:pt x="148" y="425"/>
                  </a:lnTo>
                  <a:lnTo>
                    <a:pt x="146" y="428"/>
                  </a:lnTo>
                  <a:lnTo>
                    <a:pt x="143" y="429"/>
                  </a:lnTo>
                  <a:lnTo>
                    <a:pt x="136" y="432"/>
                  </a:lnTo>
                  <a:lnTo>
                    <a:pt x="132" y="435"/>
                  </a:lnTo>
                  <a:lnTo>
                    <a:pt x="129" y="439"/>
                  </a:lnTo>
                  <a:lnTo>
                    <a:pt x="129" y="439"/>
                  </a:lnTo>
                  <a:close/>
                  <a:moveTo>
                    <a:pt x="146" y="215"/>
                  </a:moveTo>
                  <a:lnTo>
                    <a:pt x="146" y="215"/>
                  </a:lnTo>
                  <a:lnTo>
                    <a:pt x="134" y="231"/>
                  </a:lnTo>
                  <a:lnTo>
                    <a:pt x="125" y="248"/>
                  </a:lnTo>
                  <a:lnTo>
                    <a:pt x="105" y="282"/>
                  </a:lnTo>
                  <a:lnTo>
                    <a:pt x="88" y="317"/>
                  </a:lnTo>
                  <a:lnTo>
                    <a:pt x="71" y="352"/>
                  </a:lnTo>
                  <a:lnTo>
                    <a:pt x="71" y="352"/>
                  </a:lnTo>
                  <a:lnTo>
                    <a:pt x="89" y="326"/>
                  </a:lnTo>
                  <a:lnTo>
                    <a:pt x="108" y="301"/>
                  </a:lnTo>
                  <a:lnTo>
                    <a:pt x="129" y="276"/>
                  </a:lnTo>
                  <a:lnTo>
                    <a:pt x="140" y="263"/>
                  </a:lnTo>
                  <a:lnTo>
                    <a:pt x="151" y="252"/>
                  </a:lnTo>
                  <a:lnTo>
                    <a:pt x="151" y="252"/>
                  </a:lnTo>
                  <a:lnTo>
                    <a:pt x="153" y="249"/>
                  </a:lnTo>
                  <a:lnTo>
                    <a:pt x="154" y="246"/>
                  </a:lnTo>
                  <a:lnTo>
                    <a:pt x="153" y="235"/>
                  </a:lnTo>
                  <a:lnTo>
                    <a:pt x="151" y="211"/>
                  </a:lnTo>
                  <a:lnTo>
                    <a:pt x="151" y="211"/>
                  </a:lnTo>
                  <a:lnTo>
                    <a:pt x="146" y="215"/>
                  </a:lnTo>
                  <a:lnTo>
                    <a:pt x="146" y="215"/>
                  </a:lnTo>
                  <a:close/>
                  <a:moveTo>
                    <a:pt x="75" y="900"/>
                  </a:moveTo>
                  <a:lnTo>
                    <a:pt x="75" y="900"/>
                  </a:lnTo>
                  <a:lnTo>
                    <a:pt x="97" y="872"/>
                  </a:lnTo>
                  <a:lnTo>
                    <a:pt x="120" y="845"/>
                  </a:lnTo>
                  <a:lnTo>
                    <a:pt x="146" y="818"/>
                  </a:lnTo>
                  <a:lnTo>
                    <a:pt x="171" y="794"/>
                  </a:lnTo>
                  <a:lnTo>
                    <a:pt x="171" y="794"/>
                  </a:lnTo>
                  <a:lnTo>
                    <a:pt x="175" y="790"/>
                  </a:lnTo>
                  <a:lnTo>
                    <a:pt x="177" y="785"/>
                  </a:lnTo>
                  <a:lnTo>
                    <a:pt x="177" y="780"/>
                  </a:lnTo>
                  <a:lnTo>
                    <a:pt x="175" y="775"/>
                  </a:lnTo>
                  <a:lnTo>
                    <a:pt x="171" y="766"/>
                  </a:lnTo>
                  <a:lnTo>
                    <a:pt x="167" y="758"/>
                  </a:lnTo>
                  <a:lnTo>
                    <a:pt x="167" y="758"/>
                  </a:lnTo>
                  <a:lnTo>
                    <a:pt x="161" y="769"/>
                  </a:lnTo>
                  <a:lnTo>
                    <a:pt x="154" y="779"/>
                  </a:lnTo>
                  <a:lnTo>
                    <a:pt x="139" y="800"/>
                  </a:lnTo>
                  <a:lnTo>
                    <a:pt x="136" y="803"/>
                  </a:lnTo>
                  <a:lnTo>
                    <a:pt x="134" y="808"/>
                  </a:lnTo>
                  <a:lnTo>
                    <a:pt x="134" y="808"/>
                  </a:lnTo>
                  <a:lnTo>
                    <a:pt x="104" y="853"/>
                  </a:lnTo>
                  <a:lnTo>
                    <a:pt x="88" y="876"/>
                  </a:lnTo>
                  <a:lnTo>
                    <a:pt x="75" y="900"/>
                  </a:lnTo>
                  <a:lnTo>
                    <a:pt x="75" y="900"/>
                  </a:lnTo>
                  <a:close/>
                  <a:moveTo>
                    <a:pt x="40" y="824"/>
                  </a:moveTo>
                  <a:lnTo>
                    <a:pt x="40" y="824"/>
                  </a:lnTo>
                  <a:lnTo>
                    <a:pt x="32" y="821"/>
                  </a:lnTo>
                  <a:lnTo>
                    <a:pt x="29" y="820"/>
                  </a:lnTo>
                  <a:lnTo>
                    <a:pt x="28" y="821"/>
                  </a:lnTo>
                  <a:lnTo>
                    <a:pt x="28" y="823"/>
                  </a:lnTo>
                  <a:lnTo>
                    <a:pt x="28" y="827"/>
                  </a:lnTo>
                  <a:lnTo>
                    <a:pt x="28" y="827"/>
                  </a:lnTo>
                  <a:lnTo>
                    <a:pt x="29" y="832"/>
                  </a:lnTo>
                  <a:lnTo>
                    <a:pt x="30" y="841"/>
                  </a:lnTo>
                  <a:lnTo>
                    <a:pt x="30" y="855"/>
                  </a:lnTo>
                  <a:lnTo>
                    <a:pt x="30" y="855"/>
                  </a:lnTo>
                  <a:lnTo>
                    <a:pt x="57" y="814"/>
                  </a:lnTo>
                  <a:lnTo>
                    <a:pt x="85" y="773"/>
                  </a:lnTo>
                  <a:lnTo>
                    <a:pt x="112" y="733"/>
                  </a:lnTo>
                  <a:lnTo>
                    <a:pt x="139" y="693"/>
                  </a:lnTo>
                  <a:lnTo>
                    <a:pt x="139" y="693"/>
                  </a:lnTo>
                  <a:lnTo>
                    <a:pt x="112" y="723"/>
                  </a:lnTo>
                  <a:lnTo>
                    <a:pt x="85" y="754"/>
                  </a:lnTo>
                  <a:lnTo>
                    <a:pt x="73" y="771"/>
                  </a:lnTo>
                  <a:lnTo>
                    <a:pt x="61" y="787"/>
                  </a:lnTo>
                  <a:lnTo>
                    <a:pt x="50" y="804"/>
                  </a:lnTo>
                  <a:lnTo>
                    <a:pt x="40" y="824"/>
                  </a:lnTo>
                  <a:lnTo>
                    <a:pt x="40" y="824"/>
                  </a:lnTo>
                  <a:close/>
                  <a:moveTo>
                    <a:pt x="2481" y="1001"/>
                  </a:moveTo>
                  <a:lnTo>
                    <a:pt x="2481" y="1001"/>
                  </a:lnTo>
                  <a:lnTo>
                    <a:pt x="2532" y="955"/>
                  </a:lnTo>
                  <a:lnTo>
                    <a:pt x="2560" y="931"/>
                  </a:lnTo>
                  <a:lnTo>
                    <a:pt x="2587" y="908"/>
                  </a:lnTo>
                  <a:lnTo>
                    <a:pt x="2587" y="908"/>
                  </a:lnTo>
                  <a:lnTo>
                    <a:pt x="2580" y="910"/>
                  </a:lnTo>
                  <a:lnTo>
                    <a:pt x="2574" y="910"/>
                  </a:lnTo>
                  <a:lnTo>
                    <a:pt x="2560" y="908"/>
                  </a:lnTo>
                  <a:lnTo>
                    <a:pt x="2550" y="908"/>
                  </a:lnTo>
                  <a:lnTo>
                    <a:pt x="2546" y="910"/>
                  </a:lnTo>
                  <a:lnTo>
                    <a:pt x="2543" y="911"/>
                  </a:lnTo>
                  <a:lnTo>
                    <a:pt x="2481" y="1001"/>
                  </a:lnTo>
                  <a:close/>
                  <a:moveTo>
                    <a:pt x="333" y="936"/>
                  </a:moveTo>
                  <a:lnTo>
                    <a:pt x="333" y="929"/>
                  </a:lnTo>
                  <a:lnTo>
                    <a:pt x="333" y="929"/>
                  </a:lnTo>
                  <a:lnTo>
                    <a:pt x="344" y="920"/>
                  </a:lnTo>
                  <a:lnTo>
                    <a:pt x="354" y="907"/>
                  </a:lnTo>
                  <a:lnTo>
                    <a:pt x="363" y="893"/>
                  </a:lnTo>
                  <a:lnTo>
                    <a:pt x="371" y="877"/>
                  </a:lnTo>
                  <a:lnTo>
                    <a:pt x="371" y="877"/>
                  </a:lnTo>
                  <a:lnTo>
                    <a:pt x="371" y="872"/>
                  </a:lnTo>
                  <a:lnTo>
                    <a:pt x="369" y="870"/>
                  </a:lnTo>
                  <a:lnTo>
                    <a:pt x="365" y="869"/>
                  </a:lnTo>
                  <a:lnTo>
                    <a:pt x="362" y="870"/>
                  </a:lnTo>
                  <a:lnTo>
                    <a:pt x="362" y="870"/>
                  </a:lnTo>
                  <a:lnTo>
                    <a:pt x="335" y="889"/>
                  </a:lnTo>
                  <a:lnTo>
                    <a:pt x="323" y="900"/>
                  </a:lnTo>
                  <a:lnTo>
                    <a:pt x="312" y="910"/>
                  </a:lnTo>
                  <a:lnTo>
                    <a:pt x="300" y="922"/>
                  </a:lnTo>
                  <a:lnTo>
                    <a:pt x="289" y="935"/>
                  </a:lnTo>
                  <a:lnTo>
                    <a:pt x="279" y="948"/>
                  </a:lnTo>
                  <a:lnTo>
                    <a:pt x="271" y="962"/>
                  </a:lnTo>
                  <a:lnTo>
                    <a:pt x="351" y="889"/>
                  </a:lnTo>
                  <a:lnTo>
                    <a:pt x="351" y="889"/>
                  </a:lnTo>
                  <a:lnTo>
                    <a:pt x="348" y="896"/>
                  </a:lnTo>
                  <a:lnTo>
                    <a:pt x="344" y="903"/>
                  </a:lnTo>
                  <a:lnTo>
                    <a:pt x="335" y="915"/>
                  </a:lnTo>
                  <a:lnTo>
                    <a:pt x="327" y="927"/>
                  </a:lnTo>
                  <a:lnTo>
                    <a:pt x="323" y="934"/>
                  </a:lnTo>
                  <a:lnTo>
                    <a:pt x="320" y="941"/>
                  </a:lnTo>
                  <a:lnTo>
                    <a:pt x="333" y="936"/>
                  </a:lnTo>
                  <a:close/>
                  <a:moveTo>
                    <a:pt x="1122" y="1014"/>
                  </a:moveTo>
                  <a:lnTo>
                    <a:pt x="1122" y="1014"/>
                  </a:lnTo>
                  <a:lnTo>
                    <a:pt x="1136" y="1002"/>
                  </a:lnTo>
                  <a:lnTo>
                    <a:pt x="1152" y="990"/>
                  </a:lnTo>
                  <a:lnTo>
                    <a:pt x="1180" y="962"/>
                  </a:lnTo>
                  <a:lnTo>
                    <a:pt x="1208" y="934"/>
                  </a:lnTo>
                  <a:lnTo>
                    <a:pt x="1222" y="921"/>
                  </a:lnTo>
                  <a:lnTo>
                    <a:pt x="1238" y="908"/>
                  </a:lnTo>
                  <a:lnTo>
                    <a:pt x="1233" y="908"/>
                  </a:lnTo>
                  <a:lnTo>
                    <a:pt x="1256" y="894"/>
                  </a:lnTo>
                  <a:lnTo>
                    <a:pt x="1256" y="894"/>
                  </a:lnTo>
                  <a:lnTo>
                    <a:pt x="1260" y="889"/>
                  </a:lnTo>
                  <a:lnTo>
                    <a:pt x="1263" y="887"/>
                  </a:lnTo>
                  <a:lnTo>
                    <a:pt x="1266" y="887"/>
                  </a:lnTo>
                  <a:lnTo>
                    <a:pt x="1266" y="887"/>
                  </a:lnTo>
                  <a:lnTo>
                    <a:pt x="1266" y="884"/>
                  </a:lnTo>
                  <a:lnTo>
                    <a:pt x="1267" y="883"/>
                  </a:lnTo>
                  <a:lnTo>
                    <a:pt x="1270" y="880"/>
                  </a:lnTo>
                  <a:lnTo>
                    <a:pt x="1270" y="880"/>
                  </a:lnTo>
                  <a:lnTo>
                    <a:pt x="1259" y="886"/>
                  </a:lnTo>
                  <a:lnTo>
                    <a:pt x="1247" y="891"/>
                  </a:lnTo>
                  <a:lnTo>
                    <a:pt x="1225" y="907"/>
                  </a:lnTo>
                  <a:lnTo>
                    <a:pt x="1204" y="925"/>
                  </a:lnTo>
                  <a:lnTo>
                    <a:pt x="1186" y="942"/>
                  </a:lnTo>
                  <a:lnTo>
                    <a:pt x="1120" y="1007"/>
                  </a:lnTo>
                  <a:lnTo>
                    <a:pt x="1117" y="1009"/>
                  </a:lnTo>
                  <a:lnTo>
                    <a:pt x="1114" y="1015"/>
                  </a:lnTo>
                  <a:lnTo>
                    <a:pt x="1114" y="1015"/>
                  </a:lnTo>
                  <a:lnTo>
                    <a:pt x="1118" y="1015"/>
                  </a:lnTo>
                  <a:lnTo>
                    <a:pt x="1122" y="1014"/>
                  </a:lnTo>
                  <a:lnTo>
                    <a:pt x="1122" y="1014"/>
                  </a:lnTo>
                  <a:close/>
                  <a:moveTo>
                    <a:pt x="200" y="776"/>
                  </a:moveTo>
                  <a:lnTo>
                    <a:pt x="200" y="776"/>
                  </a:lnTo>
                  <a:lnTo>
                    <a:pt x="200" y="783"/>
                  </a:lnTo>
                  <a:lnTo>
                    <a:pt x="203" y="789"/>
                  </a:lnTo>
                  <a:lnTo>
                    <a:pt x="208" y="793"/>
                  </a:lnTo>
                  <a:lnTo>
                    <a:pt x="212" y="797"/>
                  </a:lnTo>
                  <a:lnTo>
                    <a:pt x="223" y="803"/>
                  </a:lnTo>
                  <a:lnTo>
                    <a:pt x="234" y="807"/>
                  </a:lnTo>
                  <a:lnTo>
                    <a:pt x="234" y="807"/>
                  </a:lnTo>
                  <a:lnTo>
                    <a:pt x="224" y="794"/>
                  </a:lnTo>
                  <a:lnTo>
                    <a:pt x="216" y="780"/>
                  </a:lnTo>
                  <a:lnTo>
                    <a:pt x="209" y="765"/>
                  </a:lnTo>
                  <a:lnTo>
                    <a:pt x="202" y="748"/>
                  </a:lnTo>
                  <a:lnTo>
                    <a:pt x="189" y="716"/>
                  </a:lnTo>
                  <a:lnTo>
                    <a:pt x="178" y="681"/>
                  </a:lnTo>
                  <a:lnTo>
                    <a:pt x="178" y="681"/>
                  </a:lnTo>
                  <a:lnTo>
                    <a:pt x="178" y="706"/>
                  </a:lnTo>
                  <a:lnTo>
                    <a:pt x="181" y="730"/>
                  </a:lnTo>
                  <a:lnTo>
                    <a:pt x="184" y="752"/>
                  </a:lnTo>
                  <a:lnTo>
                    <a:pt x="191" y="772"/>
                  </a:lnTo>
                  <a:lnTo>
                    <a:pt x="191" y="772"/>
                  </a:lnTo>
                  <a:lnTo>
                    <a:pt x="192" y="775"/>
                  </a:lnTo>
                  <a:lnTo>
                    <a:pt x="196" y="775"/>
                  </a:lnTo>
                  <a:lnTo>
                    <a:pt x="199" y="775"/>
                  </a:lnTo>
                  <a:lnTo>
                    <a:pt x="200" y="776"/>
                  </a:lnTo>
                  <a:lnTo>
                    <a:pt x="200" y="776"/>
                  </a:lnTo>
                  <a:close/>
                  <a:moveTo>
                    <a:pt x="907" y="887"/>
                  </a:moveTo>
                  <a:lnTo>
                    <a:pt x="861" y="960"/>
                  </a:lnTo>
                  <a:lnTo>
                    <a:pt x="861" y="960"/>
                  </a:lnTo>
                  <a:lnTo>
                    <a:pt x="883" y="939"/>
                  </a:lnTo>
                  <a:lnTo>
                    <a:pt x="907" y="920"/>
                  </a:lnTo>
                  <a:lnTo>
                    <a:pt x="931" y="900"/>
                  </a:lnTo>
                  <a:lnTo>
                    <a:pt x="958" y="882"/>
                  </a:lnTo>
                  <a:lnTo>
                    <a:pt x="958" y="882"/>
                  </a:lnTo>
                  <a:lnTo>
                    <a:pt x="935" y="884"/>
                  </a:lnTo>
                  <a:lnTo>
                    <a:pt x="926" y="884"/>
                  </a:lnTo>
                  <a:lnTo>
                    <a:pt x="916" y="884"/>
                  </a:lnTo>
                  <a:lnTo>
                    <a:pt x="916" y="884"/>
                  </a:lnTo>
                  <a:lnTo>
                    <a:pt x="907" y="887"/>
                  </a:lnTo>
                  <a:lnTo>
                    <a:pt x="907" y="887"/>
                  </a:lnTo>
                  <a:close/>
                  <a:moveTo>
                    <a:pt x="2720" y="903"/>
                  </a:moveTo>
                  <a:lnTo>
                    <a:pt x="2720" y="903"/>
                  </a:lnTo>
                  <a:lnTo>
                    <a:pt x="2709" y="901"/>
                  </a:lnTo>
                  <a:lnTo>
                    <a:pt x="2699" y="901"/>
                  </a:lnTo>
                  <a:lnTo>
                    <a:pt x="2675" y="903"/>
                  </a:lnTo>
                  <a:lnTo>
                    <a:pt x="2675" y="903"/>
                  </a:lnTo>
                  <a:lnTo>
                    <a:pt x="2664" y="922"/>
                  </a:lnTo>
                  <a:lnTo>
                    <a:pt x="2653" y="942"/>
                  </a:lnTo>
                  <a:lnTo>
                    <a:pt x="2627" y="980"/>
                  </a:lnTo>
                  <a:lnTo>
                    <a:pt x="2627" y="980"/>
                  </a:lnTo>
                  <a:lnTo>
                    <a:pt x="2671" y="941"/>
                  </a:lnTo>
                  <a:lnTo>
                    <a:pt x="2695" y="921"/>
                  </a:lnTo>
                  <a:lnTo>
                    <a:pt x="2720" y="903"/>
                  </a:lnTo>
                  <a:lnTo>
                    <a:pt x="2720" y="903"/>
                  </a:lnTo>
                  <a:close/>
                  <a:moveTo>
                    <a:pt x="2737" y="51"/>
                  </a:moveTo>
                  <a:lnTo>
                    <a:pt x="2744" y="47"/>
                  </a:lnTo>
                  <a:lnTo>
                    <a:pt x="2744" y="47"/>
                  </a:lnTo>
                  <a:lnTo>
                    <a:pt x="2712" y="44"/>
                  </a:lnTo>
                  <a:lnTo>
                    <a:pt x="2675" y="41"/>
                  </a:lnTo>
                  <a:lnTo>
                    <a:pt x="2591" y="36"/>
                  </a:lnTo>
                  <a:lnTo>
                    <a:pt x="2516" y="34"/>
                  </a:lnTo>
                  <a:lnTo>
                    <a:pt x="2491" y="34"/>
                  </a:lnTo>
                  <a:lnTo>
                    <a:pt x="2477" y="36"/>
                  </a:lnTo>
                  <a:lnTo>
                    <a:pt x="2737" y="51"/>
                  </a:lnTo>
                  <a:close/>
                  <a:moveTo>
                    <a:pt x="725" y="898"/>
                  </a:moveTo>
                  <a:lnTo>
                    <a:pt x="725" y="898"/>
                  </a:lnTo>
                  <a:lnTo>
                    <a:pt x="711" y="898"/>
                  </a:lnTo>
                  <a:lnTo>
                    <a:pt x="705" y="898"/>
                  </a:lnTo>
                  <a:lnTo>
                    <a:pt x="698" y="900"/>
                  </a:lnTo>
                  <a:lnTo>
                    <a:pt x="698" y="900"/>
                  </a:lnTo>
                  <a:lnTo>
                    <a:pt x="697" y="904"/>
                  </a:lnTo>
                  <a:lnTo>
                    <a:pt x="697" y="905"/>
                  </a:lnTo>
                  <a:lnTo>
                    <a:pt x="695" y="905"/>
                  </a:lnTo>
                  <a:lnTo>
                    <a:pt x="694" y="903"/>
                  </a:lnTo>
                  <a:lnTo>
                    <a:pt x="694" y="900"/>
                  </a:lnTo>
                  <a:lnTo>
                    <a:pt x="694" y="900"/>
                  </a:lnTo>
                  <a:lnTo>
                    <a:pt x="684" y="907"/>
                  </a:lnTo>
                  <a:lnTo>
                    <a:pt x="678" y="914"/>
                  </a:lnTo>
                  <a:lnTo>
                    <a:pt x="666" y="932"/>
                  </a:lnTo>
                  <a:lnTo>
                    <a:pt x="666" y="932"/>
                  </a:lnTo>
                  <a:lnTo>
                    <a:pt x="660" y="938"/>
                  </a:lnTo>
                  <a:lnTo>
                    <a:pt x="654" y="942"/>
                  </a:lnTo>
                  <a:lnTo>
                    <a:pt x="649" y="942"/>
                  </a:lnTo>
                  <a:lnTo>
                    <a:pt x="647" y="941"/>
                  </a:lnTo>
                  <a:lnTo>
                    <a:pt x="645" y="939"/>
                  </a:lnTo>
                  <a:lnTo>
                    <a:pt x="645" y="939"/>
                  </a:lnTo>
                  <a:lnTo>
                    <a:pt x="646" y="945"/>
                  </a:lnTo>
                  <a:lnTo>
                    <a:pt x="646" y="948"/>
                  </a:lnTo>
                  <a:lnTo>
                    <a:pt x="646" y="950"/>
                  </a:lnTo>
                  <a:lnTo>
                    <a:pt x="646" y="950"/>
                  </a:lnTo>
                  <a:lnTo>
                    <a:pt x="642" y="957"/>
                  </a:lnTo>
                  <a:lnTo>
                    <a:pt x="638" y="964"/>
                  </a:lnTo>
                  <a:lnTo>
                    <a:pt x="628" y="977"/>
                  </a:lnTo>
                  <a:lnTo>
                    <a:pt x="616" y="991"/>
                  </a:lnTo>
                  <a:lnTo>
                    <a:pt x="608" y="1004"/>
                  </a:lnTo>
                  <a:lnTo>
                    <a:pt x="608" y="1004"/>
                  </a:lnTo>
                  <a:lnTo>
                    <a:pt x="635" y="976"/>
                  </a:lnTo>
                  <a:lnTo>
                    <a:pt x="663" y="949"/>
                  </a:lnTo>
                  <a:lnTo>
                    <a:pt x="694" y="922"/>
                  </a:lnTo>
                  <a:lnTo>
                    <a:pt x="725" y="898"/>
                  </a:lnTo>
                  <a:lnTo>
                    <a:pt x="725" y="898"/>
                  </a:lnTo>
                  <a:close/>
                  <a:moveTo>
                    <a:pt x="2397" y="1012"/>
                  </a:moveTo>
                  <a:lnTo>
                    <a:pt x="2397" y="1012"/>
                  </a:lnTo>
                  <a:lnTo>
                    <a:pt x="2449" y="962"/>
                  </a:lnTo>
                  <a:lnTo>
                    <a:pt x="2476" y="936"/>
                  </a:lnTo>
                  <a:lnTo>
                    <a:pt x="2502" y="912"/>
                  </a:lnTo>
                  <a:lnTo>
                    <a:pt x="2502" y="912"/>
                  </a:lnTo>
                  <a:lnTo>
                    <a:pt x="2494" y="910"/>
                  </a:lnTo>
                  <a:lnTo>
                    <a:pt x="2485" y="908"/>
                  </a:lnTo>
                  <a:lnTo>
                    <a:pt x="2477" y="908"/>
                  </a:lnTo>
                  <a:lnTo>
                    <a:pt x="2474" y="908"/>
                  </a:lnTo>
                  <a:lnTo>
                    <a:pt x="2471" y="911"/>
                  </a:lnTo>
                  <a:lnTo>
                    <a:pt x="2397" y="1012"/>
                  </a:lnTo>
                  <a:close/>
                  <a:moveTo>
                    <a:pt x="2128" y="981"/>
                  </a:moveTo>
                  <a:lnTo>
                    <a:pt x="2128" y="981"/>
                  </a:lnTo>
                  <a:lnTo>
                    <a:pt x="2133" y="983"/>
                  </a:lnTo>
                  <a:lnTo>
                    <a:pt x="2133" y="983"/>
                  </a:lnTo>
                  <a:lnTo>
                    <a:pt x="2173" y="948"/>
                  </a:lnTo>
                  <a:lnTo>
                    <a:pt x="2195" y="929"/>
                  </a:lnTo>
                  <a:lnTo>
                    <a:pt x="2218" y="914"/>
                  </a:lnTo>
                  <a:lnTo>
                    <a:pt x="2179" y="911"/>
                  </a:lnTo>
                  <a:lnTo>
                    <a:pt x="2140" y="969"/>
                  </a:lnTo>
                  <a:lnTo>
                    <a:pt x="2137" y="972"/>
                  </a:lnTo>
                  <a:lnTo>
                    <a:pt x="2140" y="969"/>
                  </a:lnTo>
                  <a:lnTo>
                    <a:pt x="2140" y="969"/>
                  </a:lnTo>
                  <a:lnTo>
                    <a:pt x="2141" y="963"/>
                  </a:lnTo>
                  <a:lnTo>
                    <a:pt x="2144" y="959"/>
                  </a:lnTo>
                  <a:lnTo>
                    <a:pt x="2147" y="955"/>
                  </a:lnTo>
                  <a:lnTo>
                    <a:pt x="2148" y="949"/>
                  </a:lnTo>
                  <a:lnTo>
                    <a:pt x="2148" y="949"/>
                  </a:lnTo>
                  <a:lnTo>
                    <a:pt x="2141" y="955"/>
                  </a:lnTo>
                  <a:lnTo>
                    <a:pt x="2137" y="963"/>
                  </a:lnTo>
                  <a:lnTo>
                    <a:pt x="2128" y="979"/>
                  </a:lnTo>
                  <a:lnTo>
                    <a:pt x="2128" y="979"/>
                  </a:lnTo>
                  <a:lnTo>
                    <a:pt x="2131" y="979"/>
                  </a:lnTo>
                  <a:lnTo>
                    <a:pt x="2131" y="980"/>
                  </a:lnTo>
                  <a:lnTo>
                    <a:pt x="2131" y="981"/>
                  </a:lnTo>
                  <a:lnTo>
                    <a:pt x="2128" y="981"/>
                  </a:lnTo>
                  <a:lnTo>
                    <a:pt x="2128" y="981"/>
                  </a:lnTo>
                  <a:close/>
                  <a:moveTo>
                    <a:pt x="2352" y="912"/>
                  </a:moveTo>
                  <a:lnTo>
                    <a:pt x="2313" y="911"/>
                  </a:lnTo>
                  <a:lnTo>
                    <a:pt x="2313" y="911"/>
                  </a:lnTo>
                  <a:lnTo>
                    <a:pt x="2306" y="931"/>
                  </a:lnTo>
                  <a:lnTo>
                    <a:pt x="2294" y="949"/>
                  </a:lnTo>
                  <a:lnTo>
                    <a:pt x="2284" y="967"/>
                  </a:lnTo>
                  <a:lnTo>
                    <a:pt x="2275" y="984"/>
                  </a:lnTo>
                  <a:lnTo>
                    <a:pt x="2352" y="912"/>
                  </a:lnTo>
                  <a:close/>
                  <a:moveTo>
                    <a:pt x="2279" y="914"/>
                  </a:moveTo>
                  <a:lnTo>
                    <a:pt x="2279" y="914"/>
                  </a:lnTo>
                  <a:lnTo>
                    <a:pt x="2269" y="911"/>
                  </a:lnTo>
                  <a:lnTo>
                    <a:pt x="2258" y="911"/>
                  </a:lnTo>
                  <a:lnTo>
                    <a:pt x="2249" y="912"/>
                  </a:lnTo>
                  <a:lnTo>
                    <a:pt x="2247" y="914"/>
                  </a:lnTo>
                  <a:lnTo>
                    <a:pt x="2244" y="915"/>
                  </a:lnTo>
                  <a:lnTo>
                    <a:pt x="2244" y="915"/>
                  </a:lnTo>
                  <a:lnTo>
                    <a:pt x="2237" y="928"/>
                  </a:lnTo>
                  <a:lnTo>
                    <a:pt x="2228" y="941"/>
                  </a:lnTo>
                  <a:lnTo>
                    <a:pt x="2218" y="952"/>
                  </a:lnTo>
                  <a:lnTo>
                    <a:pt x="2209" y="962"/>
                  </a:lnTo>
                  <a:lnTo>
                    <a:pt x="2195" y="987"/>
                  </a:lnTo>
                  <a:lnTo>
                    <a:pt x="2279" y="914"/>
                  </a:lnTo>
                  <a:close/>
                  <a:moveTo>
                    <a:pt x="2051" y="993"/>
                  </a:moveTo>
                  <a:lnTo>
                    <a:pt x="2141" y="912"/>
                  </a:lnTo>
                  <a:lnTo>
                    <a:pt x="2110" y="911"/>
                  </a:lnTo>
                  <a:lnTo>
                    <a:pt x="2110" y="911"/>
                  </a:lnTo>
                  <a:lnTo>
                    <a:pt x="2096" y="932"/>
                  </a:lnTo>
                  <a:lnTo>
                    <a:pt x="2081" y="952"/>
                  </a:lnTo>
                  <a:lnTo>
                    <a:pt x="2065" y="972"/>
                  </a:lnTo>
                  <a:lnTo>
                    <a:pt x="2051" y="993"/>
                  </a:lnTo>
                  <a:lnTo>
                    <a:pt x="2051" y="993"/>
                  </a:lnTo>
                  <a:close/>
                  <a:moveTo>
                    <a:pt x="1571" y="891"/>
                  </a:moveTo>
                  <a:lnTo>
                    <a:pt x="1571" y="891"/>
                  </a:lnTo>
                  <a:lnTo>
                    <a:pt x="1568" y="901"/>
                  </a:lnTo>
                  <a:lnTo>
                    <a:pt x="1564" y="910"/>
                  </a:lnTo>
                  <a:lnTo>
                    <a:pt x="1559" y="918"/>
                  </a:lnTo>
                  <a:lnTo>
                    <a:pt x="1554" y="927"/>
                  </a:lnTo>
                  <a:lnTo>
                    <a:pt x="1548" y="934"/>
                  </a:lnTo>
                  <a:lnTo>
                    <a:pt x="1542" y="939"/>
                  </a:lnTo>
                  <a:lnTo>
                    <a:pt x="1535" y="945"/>
                  </a:lnTo>
                  <a:lnTo>
                    <a:pt x="1528" y="948"/>
                  </a:lnTo>
                  <a:lnTo>
                    <a:pt x="1528" y="948"/>
                  </a:lnTo>
                  <a:lnTo>
                    <a:pt x="1527" y="949"/>
                  </a:lnTo>
                  <a:lnTo>
                    <a:pt x="1527" y="948"/>
                  </a:lnTo>
                  <a:lnTo>
                    <a:pt x="1530" y="946"/>
                  </a:lnTo>
                  <a:lnTo>
                    <a:pt x="1533" y="945"/>
                  </a:lnTo>
                  <a:lnTo>
                    <a:pt x="1534" y="945"/>
                  </a:lnTo>
                  <a:lnTo>
                    <a:pt x="1535" y="946"/>
                  </a:lnTo>
                  <a:lnTo>
                    <a:pt x="1537" y="949"/>
                  </a:lnTo>
                  <a:lnTo>
                    <a:pt x="1537" y="949"/>
                  </a:lnTo>
                  <a:lnTo>
                    <a:pt x="1554" y="935"/>
                  </a:lnTo>
                  <a:lnTo>
                    <a:pt x="1573" y="918"/>
                  </a:lnTo>
                  <a:lnTo>
                    <a:pt x="1596" y="901"/>
                  </a:lnTo>
                  <a:lnTo>
                    <a:pt x="1607" y="893"/>
                  </a:lnTo>
                  <a:lnTo>
                    <a:pt x="1618" y="887"/>
                  </a:lnTo>
                  <a:lnTo>
                    <a:pt x="1568" y="890"/>
                  </a:lnTo>
                  <a:lnTo>
                    <a:pt x="1571" y="891"/>
                  </a:lnTo>
                  <a:close/>
                  <a:moveTo>
                    <a:pt x="98" y="438"/>
                  </a:moveTo>
                  <a:lnTo>
                    <a:pt x="98" y="438"/>
                  </a:lnTo>
                  <a:lnTo>
                    <a:pt x="125" y="408"/>
                  </a:lnTo>
                  <a:lnTo>
                    <a:pt x="139" y="393"/>
                  </a:lnTo>
                  <a:lnTo>
                    <a:pt x="154" y="378"/>
                  </a:lnTo>
                  <a:lnTo>
                    <a:pt x="154" y="378"/>
                  </a:lnTo>
                  <a:lnTo>
                    <a:pt x="156" y="376"/>
                  </a:lnTo>
                  <a:lnTo>
                    <a:pt x="157" y="371"/>
                  </a:lnTo>
                  <a:lnTo>
                    <a:pt x="157" y="362"/>
                  </a:lnTo>
                  <a:lnTo>
                    <a:pt x="153" y="338"/>
                  </a:lnTo>
                  <a:lnTo>
                    <a:pt x="153" y="338"/>
                  </a:lnTo>
                  <a:lnTo>
                    <a:pt x="150" y="346"/>
                  </a:lnTo>
                  <a:lnTo>
                    <a:pt x="146" y="353"/>
                  </a:lnTo>
                  <a:lnTo>
                    <a:pt x="139" y="366"/>
                  </a:lnTo>
                  <a:lnTo>
                    <a:pt x="139" y="366"/>
                  </a:lnTo>
                  <a:lnTo>
                    <a:pt x="136" y="367"/>
                  </a:lnTo>
                  <a:lnTo>
                    <a:pt x="98" y="438"/>
                  </a:lnTo>
                  <a:close/>
                  <a:moveTo>
                    <a:pt x="146" y="876"/>
                  </a:moveTo>
                  <a:lnTo>
                    <a:pt x="146" y="876"/>
                  </a:lnTo>
                  <a:lnTo>
                    <a:pt x="163" y="860"/>
                  </a:lnTo>
                  <a:lnTo>
                    <a:pt x="179" y="845"/>
                  </a:lnTo>
                  <a:lnTo>
                    <a:pt x="213" y="817"/>
                  </a:lnTo>
                  <a:lnTo>
                    <a:pt x="213" y="817"/>
                  </a:lnTo>
                  <a:lnTo>
                    <a:pt x="209" y="813"/>
                  </a:lnTo>
                  <a:lnTo>
                    <a:pt x="203" y="810"/>
                  </a:lnTo>
                  <a:lnTo>
                    <a:pt x="199" y="807"/>
                  </a:lnTo>
                  <a:lnTo>
                    <a:pt x="195" y="804"/>
                  </a:lnTo>
                  <a:lnTo>
                    <a:pt x="195" y="804"/>
                  </a:lnTo>
                  <a:lnTo>
                    <a:pt x="179" y="820"/>
                  </a:lnTo>
                  <a:lnTo>
                    <a:pt x="168" y="837"/>
                  </a:lnTo>
                  <a:lnTo>
                    <a:pt x="157" y="855"/>
                  </a:lnTo>
                  <a:lnTo>
                    <a:pt x="146" y="876"/>
                  </a:lnTo>
                  <a:lnTo>
                    <a:pt x="146" y="876"/>
                  </a:lnTo>
                  <a:close/>
                  <a:moveTo>
                    <a:pt x="874" y="889"/>
                  </a:moveTo>
                  <a:lnTo>
                    <a:pt x="874" y="889"/>
                  </a:lnTo>
                  <a:lnTo>
                    <a:pt x="864" y="890"/>
                  </a:lnTo>
                  <a:lnTo>
                    <a:pt x="855" y="891"/>
                  </a:lnTo>
                  <a:lnTo>
                    <a:pt x="845" y="894"/>
                  </a:lnTo>
                  <a:lnTo>
                    <a:pt x="837" y="897"/>
                  </a:lnTo>
                  <a:lnTo>
                    <a:pt x="837" y="897"/>
                  </a:lnTo>
                  <a:lnTo>
                    <a:pt x="833" y="901"/>
                  </a:lnTo>
                  <a:lnTo>
                    <a:pt x="829" y="905"/>
                  </a:lnTo>
                  <a:lnTo>
                    <a:pt x="820" y="917"/>
                  </a:lnTo>
                  <a:lnTo>
                    <a:pt x="812" y="928"/>
                  </a:lnTo>
                  <a:lnTo>
                    <a:pt x="808" y="932"/>
                  </a:lnTo>
                  <a:lnTo>
                    <a:pt x="803" y="936"/>
                  </a:lnTo>
                  <a:lnTo>
                    <a:pt x="808" y="936"/>
                  </a:lnTo>
                  <a:lnTo>
                    <a:pt x="808" y="936"/>
                  </a:lnTo>
                  <a:lnTo>
                    <a:pt x="798" y="950"/>
                  </a:lnTo>
                  <a:lnTo>
                    <a:pt x="793" y="957"/>
                  </a:lnTo>
                  <a:lnTo>
                    <a:pt x="789" y="964"/>
                  </a:lnTo>
                  <a:lnTo>
                    <a:pt x="789" y="964"/>
                  </a:lnTo>
                  <a:lnTo>
                    <a:pt x="830" y="925"/>
                  </a:lnTo>
                  <a:lnTo>
                    <a:pt x="851" y="905"/>
                  </a:lnTo>
                  <a:lnTo>
                    <a:pt x="862" y="897"/>
                  </a:lnTo>
                  <a:lnTo>
                    <a:pt x="874" y="889"/>
                  </a:lnTo>
                  <a:lnTo>
                    <a:pt x="874" y="889"/>
                  </a:lnTo>
                  <a:close/>
                  <a:moveTo>
                    <a:pt x="1683" y="943"/>
                  </a:moveTo>
                  <a:lnTo>
                    <a:pt x="1749" y="891"/>
                  </a:lnTo>
                  <a:lnTo>
                    <a:pt x="1749" y="891"/>
                  </a:lnTo>
                  <a:lnTo>
                    <a:pt x="1741" y="891"/>
                  </a:lnTo>
                  <a:lnTo>
                    <a:pt x="1735" y="893"/>
                  </a:lnTo>
                  <a:lnTo>
                    <a:pt x="1729" y="894"/>
                  </a:lnTo>
                  <a:lnTo>
                    <a:pt x="1725" y="894"/>
                  </a:lnTo>
                  <a:lnTo>
                    <a:pt x="1725" y="894"/>
                  </a:lnTo>
                  <a:lnTo>
                    <a:pt x="1717" y="891"/>
                  </a:lnTo>
                  <a:lnTo>
                    <a:pt x="1708" y="890"/>
                  </a:lnTo>
                  <a:lnTo>
                    <a:pt x="1704" y="891"/>
                  </a:lnTo>
                  <a:lnTo>
                    <a:pt x="1701" y="893"/>
                  </a:lnTo>
                  <a:lnTo>
                    <a:pt x="1700" y="896"/>
                  </a:lnTo>
                  <a:lnTo>
                    <a:pt x="1700" y="900"/>
                  </a:lnTo>
                  <a:lnTo>
                    <a:pt x="1700" y="900"/>
                  </a:lnTo>
                  <a:lnTo>
                    <a:pt x="1700" y="907"/>
                  </a:lnTo>
                  <a:lnTo>
                    <a:pt x="1698" y="914"/>
                  </a:lnTo>
                  <a:lnTo>
                    <a:pt x="1694" y="920"/>
                  </a:lnTo>
                  <a:lnTo>
                    <a:pt x="1691" y="925"/>
                  </a:lnTo>
                  <a:lnTo>
                    <a:pt x="1684" y="935"/>
                  </a:lnTo>
                  <a:lnTo>
                    <a:pt x="1683" y="939"/>
                  </a:lnTo>
                  <a:lnTo>
                    <a:pt x="1683" y="943"/>
                  </a:lnTo>
                  <a:lnTo>
                    <a:pt x="1683" y="943"/>
                  </a:lnTo>
                  <a:close/>
                  <a:moveTo>
                    <a:pt x="115" y="550"/>
                  </a:moveTo>
                  <a:lnTo>
                    <a:pt x="115" y="550"/>
                  </a:lnTo>
                  <a:lnTo>
                    <a:pt x="122" y="540"/>
                  </a:lnTo>
                  <a:lnTo>
                    <a:pt x="125" y="537"/>
                  </a:lnTo>
                  <a:lnTo>
                    <a:pt x="127" y="534"/>
                  </a:lnTo>
                  <a:lnTo>
                    <a:pt x="127" y="534"/>
                  </a:lnTo>
                  <a:lnTo>
                    <a:pt x="122" y="546"/>
                  </a:lnTo>
                  <a:lnTo>
                    <a:pt x="115" y="558"/>
                  </a:lnTo>
                  <a:lnTo>
                    <a:pt x="106" y="571"/>
                  </a:lnTo>
                  <a:lnTo>
                    <a:pt x="99" y="584"/>
                  </a:lnTo>
                  <a:lnTo>
                    <a:pt x="99" y="584"/>
                  </a:lnTo>
                  <a:lnTo>
                    <a:pt x="125" y="557"/>
                  </a:lnTo>
                  <a:lnTo>
                    <a:pt x="137" y="546"/>
                  </a:lnTo>
                  <a:lnTo>
                    <a:pt x="150" y="534"/>
                  </a:lnTo>
                  <a:lnTo>
                    <a:pt x="150" y="534"/>
                  </a:lnTo>
                  <a:lnTo>
                    <a:pt x="153" y="530"/>
                  </a:lnTo>
                  <a:lnTo>
                    <a:pt x="156" y="526"/>
                  </a:lnTo>
                  <a:lnTo>
                    <a:pt x="156" y="522"/>
                  </a:lnTo>
                  <a:lnTo>
                    <a:pt x="156" y="518"/>
                  </a:lnTo>
                  <a:lnTo>
                    <a:pt x="154" y="509"/>
                  </a:lnTo>
                  <a:lnTo>
                    <a:pt x="153" y="502"/>
                  </a:lnTo>
                  <a:lnTo>
                    <a:pt x="153" y="502"/>
                  </a:lnTo>
                  <a:lnTo>
                    <a:pt x="148" y="508"/>
                  </a:lnTo>
                  <a:lnTo>
                    <a:pt x="144" y="513"/>
                  </a:lnTo>
                  <a:lnTo>
                    <a:pt x="133" y="523"/>
                  </a:lnTo>
                  <a:lnTo>
                    <a:pt x="127" y="527"/>
                  </a:lnTo>
                  <a:lnTo>
                    <a:pt x="123" y="534"/>
                  </a:lnTo>
                  <a:lnTo>
                    <a:pt x="119" y="542"/>
                  </a:lnTo>
                  <a:lnTo>
                    <a:pt x="115" y="550"/>
                  </a:lnTo>
                  <a:lnTo>
                    <a:pt x="115" y="550"/>
                  </a:lnTo>
                  <a:close/>
                  <a:moveTo>
                    <a:pt x="1607" y="946"/>
                  </a:moveTo>
                  <a:lnTo>
                    <a:pt x="1607" y="946"/>
                  </a:lnTo>
                  <a:lnTo>
                    <a:pt x="1645" y="917"/>
                  </a:lnTo>
                  <a:lnTo>
                    <a:pt x="1663" y="903"/>
                  </a:lnTo>
                  <a:lnTo>
                    <a:pt x="1683" y="891"/>
                  </a:lnTo>
                  <a:lnTo>
                    <a:pt x="1683" y="891"/>
                  </a:lnTo>
                  <a:lnTo>
                    <a:pt x="1673" y="889"/>
                  </a:lnTo>
                  <a:lnTo>
                    <a:pt x="1662" y="887"/>
                  </a:lnTo>
                  <a:lnTo>
                    <a:pt x="1651" y="887"/>
                  </a:lnTo>
                  <a:lnTo>
                    <a:pt x="1646" y="889"/>
                  </a:lnTo>
                  <a:lnTo>
                    <a:pt x="1644" y="891"/>
                  </a:lnTo>
                  <a:lnTo>
                    <a:pt x="1644" y="891"/>
                  </a:lnTo>
                  <a:lnTo>
                    <a:pt x="1634" y="903"/>
                  </a:lnTo>
                  <a:lnTo>
                    <a:pt x="1625" y="915"/>
                  </a:lnTo>
                  <a:lnTo>
                    <a:pt x="1617" y="931"/>
                  </a:lnTo>
                  <a:lnTo>
                    <a:pt x="1607" y="946"/>
                  </a:lnTo>
                  <a:lnTo>
                    <a:pt x="1607" y="946"/>
                  </a:lnTo>
                  <a:close/>
                  <a:moveTo>
                    <a:pt x="2613" y="912"/>
                  </a:moveTo>
                  <a:lnTo>
                    <a:pt x="2613" y="912"/>
                  </a:lnTo>
                  <a:lnTo>
                    <a:pt x="2603" y="928"/>
                  </a:lnTo>
                  <a:lnTo>
                    <a:pt x="2591" y="943"/>
                  </a:lnTo>
                  <a:lnTo>
                    <a:pt x="2580" y="957"/>
                  </a:lnTo>
                  <a:lnTo>
                    <a:pt x="2570" y="973"/>
                  </a:lnTo>
                  <a:lnTo>
                    <a:pt x="2570" y="973"/>
                  </a:lnTo>
                  <a:lnTo>
                    <a:pt x="2606" y="939"/>
                  </a:lnTo>
                  <a:lnTo>
                    <a:pt x="2626" y="924"/>
                  </a:lnTo>
                  <a:lnTo>
                    <a:pt x="2647" y="908"/>
                  </a:lnTo>
                  <a:lnTo>
                    <a:pt x="2647" y="908"/>
                  </a:lnTo>
                  <a:lnTo>
                    <a:pt x="2637" y="908"/>
                  </a:lnTo>
                  <a:lnTo>
                    <a:pt x="2627" y="910"/>
                  </a:lnTo>
                  <a:lnTo>
                    <a:pt x="2627" y="910"/>
                  </a:lnTo>
                  <a:lnTo>
                    <a:pt x="2623" y="910"/>
                  </a:lnTo>
                  <a:lnTo>
                    <a:pt x="2620" y="910"/>
                  </a:lnTo>
                  <a:lnTo>
                    <a:pt x="2616" y="910"/>
                  </a:lnTo>
                  <a:lnTo>
                    <a:pt x="2613" y="912"/>
                  </a:lnTo>
                  <a:lnTo>
                    <a:pt x="2613" y="912"/>
                  </a:lnTo>
                  <a:close/>
                  <a:moveTo>
                    <a:pt x="1510" y="894"/>
                  </a:moveTo>
                  <a:lnTo>
                    <a:pt x="1510" y="894"/>
                  </a:lnTo>
                  <a:lnTo>
                    <a:pt x="1505" y="904"/>
                  </a:lnTo>
                  <a:lnTo>
                    <a:pt x="1499" y="914"/>
                  </a:lnTo>
                  <a:lnTo>
                    <a:pt x="1490" y="924"/>
                  </a:lnTo>
                  <a:lnTo>
                    <a:pt x="1483" y="935"/>
                  </a:lnTo>
                  <a:lnTo>
                    <a:pt x="1483" y="935"/>
                  </a:lnTo>
                  <a:lnTo>
                    <a:pt x="1499" y="922"/>
                  </a:lnTo>
                  <a:lnTo>
                    <a:pt x="1516" y="910"/>
                  </a:lnTo>
                  <a:lnTo>
                    <a:pt x="1533" y="897"/>
                  </a:lnTo>
                  <a:lnTo>
                    <a:pt x="1548" y="887"/>
                  </a:lnTo>
                  <a:lnTo>
                    <a:pt x="1548" y="887"/>
                  </a:lnTo>
                  <a:lnTo>
                    <a:pt x="1526" y="887"/>
                  </a:lnTo>
                  <a:lnTo>
                    <a:pt x="1517" y="887"/>
                  </a:lnTo>
                  <a:lnTo>
                    <a:pt x="1510" y="889"/>
                  </a:lnTo>
                  <a:lnTo>
                    <a:pt x="1510" y="889"/>
                  </a:lnTo>
                  <a:lnTo>
                    <a:pt x="1510" y="894"/>
                  </a:lnTo>
                  <a:lnTo>
                    <a:pt x="1510" y="894"/>
                  </a:lnTo>
                  <a:close/>
                  <a:moveTo>
                    <a:pt x="2731" y="1011"/>
                  </a:moveTo>
                  <a:lnTo>
                    <a:pt x="2731" y="1011"/>
                  </a:lnTo>
                  <a:lnTo>
                    <a:pt x="2751" y="993"/>
                  </a:lnTo>
                  <a:lnTo>
                    <a:pt x="2769" y="973"/>
                  </a:lnTo>
                  <a:lnTo>
                    <a:pt x="2788" y="950"/>
                  </a:lnTo>
                  <a:lnTo>
                    <a:pt x="2803" y="929"/>
                  </a:lnTo>
                  <a:lnTo>
                    <a:pt x="2803" y="929"/>
                  </a:lnTo>
                  <a:lnTo>
                    <a:pt x="2803" y="924"/>
                  </a:lnTo>
                  <a:lnTo>
                    <a:pt x="2771" y="960"/>
                  </a:lnTo>
                  <a:lnTo>
                    <a:pt x="2771" y="960"/>
                  </a:lnTo>
                  <a:lnTo>
                    <a:pt x="2759" y="973"/>
                  </a:lnTo>
                  <a:lnTo>
                    <a:pt x="2751" y="986"/>
                  </a:lnTo>
                  <a:lnTo>
                    <a:pt x="2731" y="1011"/>
                  </a:lnTo>
                  <a:lnTo>
                    <a:pt x="2731" y="1011"/>
                  </a:lnTo>
                  <a:close/>
                  <a:moveTo>
                    <a:pt x="2751" y="896"/>
                  </a:moveTo>
                  <a:lnTo>
                    <a:pt x="2751" y="896"/>
                  </a:lnTo>
                  <a:lnTo>
                    <a:pt x="2738" y="918"/>
                  </a:lnTo>
                  <a:lnTo>
                    <a:pt x="2724" y="939"/>
                  </a:lnTo>
                  <a:lnTo>
                    <a:pt x="2783" y="891"/>
                  </a:lnTo>
                  <a:lnTo>
                    <a:pt x="2783" y="891"/>
                  </a:lnTo>
                  <a:lnTo>
                    <a:pt x="2776" y="891"/>
                  </a:lnTo>
                  <a:lnTo>
                    <a:pt x="2769" y="891"/>
                  </a:lnTo>
                  <a:lnTo>
                    <a:pt x="2754" y="894"/>
                  </a:lnTo>
                  <a:lnTo>
                    <a:pt x="2754" y="894"/>
                  </a:lnTo>
                  <a:lnTo>
                    <a:pt x="2751" y="896"/>
                  </a:lnTo>
                  <a:lnTo>
                    <a:pt x="2751" y="896"/>
                  </a:lnTo>
                  <a:close/>
                  <a:moveTo>
                    <a:pt x="151" y="151"/>
                  </a:moveTo>
                  <a:lnTo>
                    <a:pt x="151" y="151"/>
                  </a:lnTo>
                  <a:lnTo>
                    <a:pt x="156" y="155"/>
                  </a:lnTo>
                  <a:lnTo>
                    <a:pt x="157" y="155"/>
                  </a:lnTo>
                  <a:lnTo>
                    <a:pt x="157" y="155"/>
                  </a:lnTo>
                  <a:lnTo>
                    <a:pt x="158" y="148"/>
                  </a:lnTo>
                  <a:lnTo>
                    <a:pt x="158" y="148"/>
                  </a:lnTo>
                  <a:lnTo>
                    <a:pt x="160" y="142"/>
                  </a:lnTo>
                  <a:lnTo>
                    <a:pt x="158" y="138"/>
                  </a:lnTo>
                  <a:lnTo>
                    <a:pt x="158" y="134"/>
                  </a:lnTo>
                  <a:lnTo>
                    <a:pt x="160" y="130"/>
                  </a:lnTo>
                  <a:lnTo>
                    <a:pt x="160" y="130"/>
                  </a:lnTo>
                  <a:lnTo>
                    <a:pt x="150" y="140"/>
                  </a:lnTo>
                  <a:lnTo>
                    <a:pt x="140" y="149"/>
                  </a:lnTo>
                  <a:lnTo>
                    <a:pt x="122" y="172"/>
                  </a:lnTo>
                  <a:lnTo>
                    <a:pt x="122" y="172"/>
                  </a:lnTo>
                  <a:lnTo>
                    <a:pt x="120" y="173"/>
                  </a:lnTo>
                  <a:lnTo>
                    <a:pt x="120" y="175"/>
                  </a:lnTo>
                  <a:lnTo>
                    <a:pt x="120" y="175"/>
                  </a:lnTo>
                  <a:lnTo>
                    <a:pt x="129" y="172"/>
                  </a:lnTo>
                  <a:lnTo>
                    <a:pt x="137" y="166"/>
                  </a:lnTo>
                  <a:lnTo>
                    <a:pt x="146" y="161"/>
                  </a:lnTo>
                  <a:lnTo>
                    <a:pt x="148" y="156"/>
                  </a:lnTo>
                  <a:lnTo>
                    <a:pt x="151" y="151"/>
                  </a:lnTo>
                  <a:lnTo>
                    <a:pt x="151" y="151"/>
                  </a:lnTo>
                  <a:close/>
                  <a:moveTo>
                    <a:pt x="1625" y="1074"/>
                  </a:moveTo>
                  <a:lnTo>
                    <a:pt x="1625" y="1074"/>
                  </a:lnTo>
                  <a:lnTo>
                    <a:pt x="1631" y="1075"/>
                  </a:lnTo>
                  <a:lnTo>
                    <a:pt x="1637" y="1075"/>
                  </a:lnTo>
                  <a:lnTo>
                    <a:pt x="1642" y="1074"/>
                  </a:lnTo>
                  <a:lnTo>
                    <a:pt x="1645" y="1073"/>
                  </a:lnTo>
                  <a:lnTo>
                    <a:pt x="1646" y="1071"/>
                  </a:lnTo>
                  <a:lnTo>
                    <a:pt x="1646" y="1071"/>
                  </a:lnTo>
                  <a:lnTo>
                    <a:pt x="1659" y="1050"/>
                  </a:lnTo>
                  <a:lnTo>
                    <a:pt x="1665" y="1039"/>
                  </a:lnTo>
                  <a:lnTo>
                    <a:pt x="1668" y="1032"/>
                  </a:lnTo>
                  <a:lnTo>
                    <a:pt x="1668" y="1032"/>
                  </a:lnTo>
                  <a:lnTo>
                    <a:pt x="1656" y="1043"/>
                  </a:lnTo>
                  <a:lnTo>
                    <a:pt x="1645" y="1053"/>
                  </a:lnTo>
                  <a:lnTo>
                    <a:pt x="1635" y="1063"/>
                  </a:lnTo>
                  <a:lnTo>
                    <a:pt x="1625" y="1074"/>
                  </a:lnTo>
                  <a:lnTo>
                    <a:pt x="1625" y="1074"/>
                  </a:lnTo>
                  <a:close/>
                  <a:moveTo>
                    <a:pt x="132" y="210"/>
                  </a:moveTo>
                  <a:lnTo>
                    <a:pt x="132" y="210"/>
                  </a:lnTo>
                  <a:lnTo>
                    <a:pt x="137" y="207"/>
                  </a:lnTo>
                  <a:lnTo>
                    <a:pt x="141" y="201"/>
                  </a:lnTo>
                  <a:lnTo>
                    <a:pt x="150" y="187"/>
                  </a:lnTo>
                  <a:lnTo>
                    <a:pt x="150" y="187"/>
                  </a:lnTo>
                  <a:lnTo>
                    <a:pt x="153" y="182"/>
                  </a:lnTo>
                  <a:lnTo>
                    <a:pt x="154" y="173"/>
                  </a:lnTo>
                  <a:lnTo>
                    <a:pt x="153" y="168"/>
                  </a:lnTo>
                  <a:lnTo>
                    <a:pt x="151" y="165"/>
                  </a:lnTo>
                  <a:lnTo>
                    <a:pt x="150" y="165"/>
                  </a:lnTo>
                  <a:lnTo>
                    <a:pt x="150" y="165"/>
                  </a:lnTo>
                  <a:lnTo>
                    <a:pt x="150" y="166"/>
                  </a:lnTo>
                  <a:lnTo>
                    <a:pt x="150" y="169"/>
                  </a:lnTo>
                  <a:lnTo>
                    <a:pt x="147" y="175"/>
                  </a:lnTo>
                  <a:lnTo>
                    <a:pt x="139" y="192"/>
                  </a:lnTo>
                  <a:lnTo>
                    <a:pt x="130" y="207"/>
                  </a:lnTo>
                  <a:lnTo>
                    <a:pt x="130" y="211"/>
                  </a:lnTo>
                  <a:lnTo>
                    <a:pt x="130" y="211"/>
                  </a:lnTo>
                  <a:lnTo>
                    <a:pt x="132" y="210"/>
                  </a:lnTo>
                  <a:lnTo>
                    <a:pt x="132" y="210"/>
                  </a:lnTo>
                  <a:close/>
                  <a:moveTo>
                    <a:pt x="140" y="977"/>
                  </a:moveTo>
                  <a:lnTo>
                    <a:pt x="140" y="977"/>
                  </a:lnTo>
                  <a:lnTo>
                    <a:pt x="144" y="980"/>
                  </a:lnTo>
                  <a:lnTo>
                    <a:pt x="150" y="980"/>
                  </a:lnTo>
                  <a:lnTo>
                    <a:pt x="156" y="977"/>
                  </a:lnTo>
                  <a:lnTo>
                    <a:pt x="157" y="974"/>
                  </a:lnTo>
                  <a:lnTo>
                    <a:pt x="158" y="973"/>
                  </a:lnTo>
                  <a:lnTo>
                    <a:pt x="158" y="973"/>
                  </a:lnTo>
                  <a:lnTo>
                    <a:pt x="161" y="967"/>
                  </a:lnTo>
                  <a:lnTo>
                    <a:pt x="165" y="962"/>
                  </a:lnTo>
                  <a:lnTo>
                    <a:pt x="172" y="952"/>
                  </a:lnTo>
                  <a:lnTo>
                    <a:pt x="172" y="952"/>
                  </a:lnTo>
                  <a:lnTo>
                    <a:pt x="163" y="957"/>
                  </a:lnTo>
                  <a:lnTo>
                    <a:pt x="153" y="962"/>
                  </a:lnTo>
                  <a:lnTo>
                    <a:pt x="148" y="964"/>
                  </a:lnTo>
                  <a:lnTo>
                    <a:pt x="144" y="969"/>
                  </a:lnTo>
                  <a:lnTo>
                    <a:pt x="141" y="973"/>
                  </a:lnTo>
                  <a:lnTo>
                    <a:pt x="140" y="977"/>
                  </a:lnTo>
                  <a:lnTo>
                    <a:pt x="140" y="977"/>
                  </a:lnTo>
                  <a:close/>
                  <a:moveTo>
                    <a:pt x="473" y="981"/>
                  </a:moveTo>
                  <a:lnTo>
                    <a:pt x="473" y="981"/>
                  </a:lnTo>
                  <a:lnTo>
                    <a:pt x="467" y="984"/>
                  </a:lnTo>
                  <a:lnTo>
                    <a:pt x="462" y="991"/>
                  </a:lnTo>
                  <a:lnTo>
                    <a:pt x="458" y="998"/>
                  </a:lnTo>
                  <a:lnTo>
                    <a:pt x="456" y="1002"/>
                  </a:lnTo>
                  <a:lnTo>
                    <a:pt x="458" y="1007"/>
                  </a:lnTo>
                  <a:lnTo>
                    <a:pt x="458" y="1007"/>
                  </a:lnTo>
                  <a:lnTo>
                    <a:pt x="462" y="1005"/>
                  </a:lnTo>
                  <a:lnTo>
                    <a:pt x="465" y="1002"/>
                  </a:lnTo>
                  <a:lnTo>
                    <a:pt x="466" y="1000"/>
                  </a:lnTo>
                  <a:lnTo>
                    <a:pt x="467" y="995"/>
                  </a:lnTo>
                  <a:lnTo>
                    <a:pt x="470" y="988"/>
                  </a:lnTo>
                  <a:lnTo>
                    <a:pt x="472" y="984"/>
                  </a:lnTo>
                  <a:lnTo>
                    <a:pt x="473" y="981"/>
                  </a:lnTo>
                  <a:lnTo>
                    <a:pt x="473" y="981"/>
                  </a:lnTo>
                  <a:close/>
                  <a:moveTo>
                    <a:pt x="313" y="983"/>
                  </a:moveTo>
                  <a:lnTo>
                    <a:pt x="313" y="983"/>
                  </a:lnTo>
                  <a:lnTo>
                    <a:pt x="312" y="988"/>
                  </a:lnTo>
                  <a:lnTo>
                    <a:pt x="309" y="991"/>
                  </a:lnTo>
                  <a:lnTo>
                    <a:pt x="307" y="994"/>
                  </a:lnTo>
                  <a:lnTo>
                    <a:pt x="307" y="998"/>
                  </a:lnTo>
                  <a:lnTo>
                    <a:pt x="324" y="983"/>
                  </a:lnTo>
                  <a:lnTo>
                    <a:pt x="324" y="983"/>
                  </a:lnTo>
                  <a:lnTo>
                    <a:pt x="327" y="976"/>
                  </a:lnTo>
                  <a:lnTo>
                    <a:pt x="328" y="972"/>
                  </a:lnTo>
                  <a:lnTo>
                    <a:pt x="327" y="972"/>
                  </a:lnTo>
                  <a:lnTo>
                    <a:pt x="324" y="974"/>
                  </a:lnTo>
                  <a:lnTo>
                    <a:pt x="317" y="980"/>
                  </a:lnTo>
                  <a:lnTo>
                    <a:pt x="314" y="983"/>
                  </a:lnTo>
                  <a:lnTo>
                    <a:pt x="313" y="983"/>
                  </a:lnTo>
                  <a:lnTo>
                    <a:pt x="313" y="983"/>
                  </a:lnTo>
                  <a:close/>
                  <a:moveTo>
                    <a:pt x="2824" y="898"/>
                  </a:moveTo>
                  <a:lnTo>
                    <a:pt x="2824" y="898"/>
                  </a:lnTo>
                  <a:lnTo>
                    <a:pt x="2830" y="891"/>
                  </a:lnTo>
                  <a:lnTo>
                    <a:pt x="2834" y="886"/>
                  </a:lnTo>
                  <a:lnTo>
                    <a:pt x="2838" y="879"/>
                  </a:lnTo>
                  <a:lnTo>
                    <a:pt x="2841" y="870"/>
                  </a:lnTo>
                  <a:lnTo>
                    <a:pt x="2841" y="870"/>
                  </a:lnTo>
                  <a:lnTo>
                    <a:pt x="2835" y="877"/>
                  </a:lnTo>
                  <a:lnTo>
                    <a:pt x="2830" y="883"/>
                  </a:lnTo>
                  <a:lnTo>
                    <a:pt x="2827" y="891"/>
                  </a:lnTo>
                  <a:lnTo>
                    <a:pt x="2824" y="898"/>
                  </a:lnTo>
                  <a:lnTo>
                    <a:pt x="2824" y="898"/>
                  </a:lnTo>
                  <a:close/>
                  <a:moveTo>
                    <a:pt x="2332" y="969"/>
                  </a:moveTo>
                  <a:lnTo>
                    <a:pt x="2332" y="969"/>
                  </a:lnTo>
                  <a:lnTo>
                    <a:pt x="2342" y="960"/>
                  </a:lnTo>
                  <a:lnTo>
                    <a:pt x="2346" y="955"/>
                  </a:lnTo>
                  <a:lnTo>
                    <a:pt x="2349" y="949"/>
                  </a:lnTo>
                  <a:lnTo>
                    <a:pt x="2349" y="949"/>
                  </a:lnTo>
                  <a:lnTo>
                    <a:pt x="2348" y="948"/>
                  </a:lnTo>
                  <a:lnTo>
                    <a:pt x="2346" y="948"/>
                  </a:lnTo>
                  <a:lnTo>
                    <a:pt x="2343" y="949"/>
                  </a:lnTo>
                  <a:lnTo>
                    <a:pt x="2341" y="950"/>
                  </a:lnTo>
                  <a:lnTo>
                    <a:pt x="2341" y="950"/>
                  </a:lnTo>
                  <a:lnTo>
                    <a:pt x="2339" y="955"/>
                  </a:lnTo>
                  <a:lnTo>
                    <a:pt x="2338" y="957"/>
                  </a:lnTo>
                  <a:lnTo>
                    <a:pt x="2336" y="957"/>
                  </a:lnTo>
                  <a:lnTo>
                    <a:pt x="2334" y="962"/>
                  </a:lnTo>
                  <a:lnTo>
                    <a:pt x="2332" y="964"/>
                  </a:lnTo>
                  <a:lnTo>
                    <a:pt x="2332" y="969"/>
                  </a:lnTo>
                  <a:close/>
                  <a:moveTo>
                    <a:pt x="136" y="803"/>
                  </a:moveTo>
                  <a:lnTo>
                    <a:pt x="139" y="800"/>
                  </a:lnTo>
                  <a:lnTo>
                    <a:pt x="139" y="800"/>
                  </a:lnTo>
                  <a:lnTo>
                    <a:pt x="139" y="796"/>
                  </a:lnTo>
                  <a:lnTo>
                    <a:pt x="137" y="793"/>
                  </a:lnTo>
                  <a:lnTo>
                    <a:pt x="136" y="793"/>
                  </a:lnTo>
                  <a:lnTo>
                    <a:pt x="133" y="796"/>
                  </a:lnTo>
                  <a:lnTo>
                    <a:pt x="133" y="796"/>
                  </a:lnTo>
                  <a:lnTo>
                    <a:pt x="129" y="806"/>
                  </a:lnTo>
                  <a:lnTo>
                    <a:pt x="126" y="810"/>
                  </a:lnTo>
                  <a:lnTo>
                    <a:pt x="126" y="814"/>
                  </a:lnTo>
                  <a:lnTo>
                    <a:pt x="134" y="808"/>
                  </a:lnTo>
                  <a:lnTo>
                    <a:pt x="136" y="803"/>
                  </a:lnTo>
                  <a:close/>
                  <a:moveTo>
                    <a:pt x="71" y="364"/>
                  </a:moveTo>
                  <a:lnTo>
                    <a:pt x="71" y="364"/>
                  </a:lnTo>
                  <a:lnTo>
                    <a:pt x="78" y="360"/>
                  </a:lnTo>
                  <a:lnTo>
                    <a:pt x="84" y="353"/>
                  </a:lnTo>
                  <a:lnTo>
                    <a:pt x="88" y="346"/>
                  </a:lnTo>
                  <a:lnTo>
                    <a:pt x="88" y="343"/>
                  </a:lnTo>
                  <a:lnTo>
                    <a:pt x="87" y="342"/>
                  </a:lnTo>
                  <a:lnTo>
                    <a:pt x="87" y="342"/>
                  </a:lnTo>
                  <a:lnTo>
                    <a:pt x="78" y="353"/>
                  </a:lnTo>
                  <a:lnTo>
                    <a:pt x="75" y="359"/>
                  </a:lnTo>
                  <a:lnTo>
                    <a:pt x="71" y="364"/>
                  </a:lnTo>
                  <a:lnTo>
                    <a:pt x="71" y="364"/>
                  </a:lnTo>
                  <a:close/>
                  <a:moveTo>
                    <a:pt x="538" y="964"/>
                  </a:moveTo>
                  <a:lnTo>
                    <a:pt x="538" y="964"/>
                  </a:lnTo>
                  <a:lnTo>
                    <a:pt x="541" y="964"/>
                  </a:lnTo>
                  <a:lnTo>
                    <a:pt x="545" y="963"/>
                  </a:lnTo>
                  <a:lnTo>
                    <a:pt x="550" y="956"/>
                  </a:lnTo>
                  <a:lnTo>
                    <a:pt x="553" y="953"/>
                  </a:lnTo>
                  <a:lnTo>
                    <a:pt x="553" y="950"/>
                  </a:lnTo>
                  <a:lnTo>
                    <a:pt x="550" y="950"/>
                  </a:lnTo>
                  <a:lnTo>
                    <a:pt x="546" y="950"/>
                  </a:lnTo>
                  <a:lnTo>
                    <a:pt x="538" y="964"/>
                  </a:lnTo>
                  <a:close/>
                  <a:moveTo>
                    <a:pt x="2571" y="957"/>
                  </a:moveTo>
                  <a:lnTo>
                    <a:pt x="2571" y="957"/>
                  </a:lnTo>
                  <a:lnTo>
                    <a:pt x="2581" y="949"/>
                  </a:lnTo>
                  <a:lnTo>
                    <a:pt x="2584" y="945"/>
                  </a:lnTo>
                  <a:lnTo>
                    <a:pt x="2585" y="942"/>
                  </a:lnTo>
                  <a:lnTo>
                    <a:pt x="2585" y="939"/>
                  </a:lnTo>
                  <a:lnTo>
                    <a:pt x="2571" y="952"/>
                  </a:lnTo>
                  <a:lnTo>
                    <a:pt x="2571" y="957"/>
                  </a:lnTo>
                  <a:close/>
                  <a:moveTo>
                    <a:pt x="2421" y="967"/>
                  </a:moveTo>
                  <a:lnTo>
                    <a:pt x="2428" y="960"/>
                  </a:lnTo>
                  <a:lnTo>
                    <a:pt x="2429" y="957"/>
                  </a:lnTo>
                  <a:lnTo>
                    <a:pt x="2429" y="957"/>
                  </a:lnTo>
                  <a:lnTo>
                    <a:pt x="2431" y="955"/>
                  </a:lnTo>
                  <a:lnTo>
                    <a:pt x="2432" y="952"/>
                  </a:lnTo>
                  <a:lnTo>
                    <a:pt x="2433" y="950"/>
                  </a:lnTo>
                  <a:lnTo>
                    <a:pt x="2433" y="946"/>
                  </a:lnTo>
                  <a:lnTo>
                    <a:pt x="2433" y="946"/>
                  </a:lnTo>
                  <a:lnTo>
                    <a:pt x="2429" y="950"/>
                  </a:lnTo>
                  <a:lnTo>
                    <a:pt x="2425" y="956"/>
                  </a:lnTo>
                  <a:lnTo>
                    <a:pt x="2418" y="964"/>
                  </a:lnTo>
                  <a:lnTo>
                    <a:pt x="2418" y="964"/>
                  </a:lnTo>
                  <a:lnTo>
                    <a:pt x="2418" y="969"/>
                  </a:lnTo>
                  <a:lnTo>
                    <a:pt x="2421" y="967"/>
                  </a:lnTo>
                  <a:close/>
                  <a:moveTo>
                    <a:pt x="198" y="685"/>
                  </a:moveTo>
                  <a:lnTo>
                    <a:pt x="198" y="685"/>
                  </a:lnTo>
                  <a:lnTo>
                    <a:pt x="198" y="676"/>
                  </a:lnTo>
                  <a:lnTo>
                    <a:pt x="195" y="669"/>
                  </a:lnTo>
                  <a:lnTo>
                    <a:pt x="191" y="657"/>
                  </a:lnTo>
                  <a:lnTo>
                    <a:pt x="191" y="657"/>
                  </a:lnTo>
                  <a:lnTo>
                    <a:pt x="189" y="657"/>
                  </a:lnTo>
                  <a:lnTo>
                    <a:pt x="189" y="660"/>
                  </a:lnTo>
                  <a:lnTo>
                    <a:pt x="191" y="665"/>
                  </a:lnTo>
                  <a:lnTo>
                    <a:pt x="191" y="665"/>
                  </a:lnTo>
                  <a:lnTo>
                    <a:pt x="193" y="675"/>
                  </a:lnTo>
                  <a:lnTo>
                    <a:pt x="195" y="679"/>
                  </a:lnTo>
                  <a:lnTo>
                    <a:pt x="198" y="685"/>
                  </a:lnTo>
                  <a:lnTo>
                    <a:pt x="198" y="685"/>
                  </a:lnTo>
                  <a:close/>
                  <a:moveTo>
                    <a:pt x="861" y="948"/>
                  </a:moveTo>
                  <a:lnTo>
                    <a:pt x="861" y="948"/>
                  </a:lnTo>
                  <a:lnTo>
                    <a:pt x="872" y="936"/>
                  </a:lnTo>
                  <a:lnTo>
                    <a:pt x="876" y="931"/>
                  </a:lnTo>
                  <a:lnTo>
                    <a:pt x="875" y="931"/>
                  </a:lnTo>
                  <a:lnTo>
                    <a:pt x="874" y="932"/>
                  </a:lnTo>
                  <a:lnTo>
                    <a:pt x="874" y="932"/>
                  </a:lnTo>
                  <a:lnTo>
                    <a:pt x="864" y="941"/>
                  </a:lnTo>
                  <a:lnTo>
                    <a:pt x="862" y="943"/>
                  </a:lnTo>
                  <a:lnTo>
                    <a:pt x="861" y="948"/>
                  </a:lnTo>
                  <a:lnTo>
                    <a:pt x="861" y="948"/>
                  </a:lnTo>
                  <a:close/>
                  <a:moveTo>
                    <a:pt x="2209" y="962"/>
                  </a:moveTo>
                  <a:lnTo>
                    <a:pt x="2209" y="962"/>
                  </a:lnTo>
                  <a:lnTo>
                    <a:pt x="2209" y="959"/>
                  </a:lnTo>
                  <a:lnTo>
                    <a:pt x="2209" y="956"/>
                  </a:lnTo>
                  <a:lnTo>
                    <a:pt x="2207" y="956"/>
                  </a:lnTo>
                  <a:lnTo>
                    <a:pt x="2206" y="957"/>
                  </a:lnTo>
                  <a:lnTo>
                    <a:pt x="2203" y="960"/>
                  </a:lnTo>
                  <a:lnTo>
                    <a:pt x="2200" y="963"/>
                  </a:lnTo>
                  <a:lnTo>
                    <a:pt x="2196" y="964"/>
                  </a:lnTo>
                  <a:lnTo>
                    <a:pt x="2193" y="969"/>
                  </a:lnTo>
                  <a:lnTo>
                    <a:pt x="2193" y="969"/>
                  </a:lnTo>
                  <a:lnTo>
                    <a:pt x="2196" y="969"/>
                  </a:lnTo>
                  <a:lnTo>
                    <a:pt x="2199" y="969"/>
                  </a:lnTo>
                  <a:lnTo>
                    <a:pt x="2202" y="967"/>
                  </a:lnTo>
                  <a:lnTo>
                    <a:pt x="2204" y="964"/>
                  </a:lnTo>
                  <a:lnTo>
                    <a:pt x="2209" y="962"/>
                  </a:lnTo>
                  <a:lnTo>
                    <a:pt x="2209" y="962"/>
                  </a:lnTo>
                  <a:close/>
                  <a:moveTo>
                    <a:pt x="1086" y="995"/>
                  </a:moveTo>
                  <a:lnTo>
                    <a:pt x="1082" y="994"/>
                  </a:lnTo>
                  <a:lnTo>
                    <a:pt x="1077" y="998"/>
                  </a:lnTo>
                  <a:lnTo>
                    <a:pt x="1077" y="998"/>
                  </a:lnTo>
                  <a:lnTo>
                    <a:pt x="1079" y="998"/>
                  </a:lnTo>
                  <a:lnTo>
                    <a:pt x="1080" y="1000"/>
                  </a:lnTo>
                  <a:lnTo>
                    <a:pt x="1079" y="1001"/>
                  </a:lnTo>
                  <a:lnTo>
                    <a:pt x="1076" y="1005"/>
                  </a:lnTo>
                  <a:lnTo>
                    <a:pt x="1075" y="1007"/>
                  </a:lnTo>
                  <a:lnTo>
                    <a:pt x="1075" y="1008"/>
                  </a:lnTo>
                  <a:lnTo>
                    <a:pt x="1075" y="1008"/>
                  </a:lnTo>
                  <a:lnTo>
                    <a:pt x="1082" y="1004"/>
                  </a:lnTo>
                  <a:lnTo>
                    <a:pt x="1084" y="1000"/>
                  </a:lnTo>
                  <a:lnTo>
                    <a:pt x="1086" y="995"/>
                  </a:lnTo>
                  <a:lnTo>
                    <a:pt x="1086" y="995"/>
                  </a:lnTo>
                  <a:close/>
                  <a:moveTo>
                    <a:pt x="671" y="994"/>
                  </a:moveTo>
                  <a:lnTo>
                    <a:pt x="674" y="991"/>
                  </a:lnTo>
                  <a:lnTo>
                    <a:pt x="677" y="988"/>
                  </a:lnTo>
                  <a:lnTo>
                    <a:pt x="682" y="976"/>
                  </a:lnTo>
                  <a:lnTo>
                    <a:pt x="682" y="976"/>
                  </a:lnTo>
                  <a:lnTo>
                    <a:pt x="678" y="979"/>
                  </a:lnTo>
                  <a:lnTo>
                    <a:pt x="675" y="983"/>
                  </a:lnTo>
                  <a:lnTo>
                    <a:pt x="670" y="993"/>
                  </a:lnTo>
                  <a:lnTo>
                    <a:pt x="671" y="994"/>
                  </a:lnTo>
                  <a:close/>
                  <a:moveTo>
                    <a:pt x="46" y="898"/>
                  </a:moveTo>
                  <a:lnTo>
                    <a:pt x="46" y="898"/>
                  </a:lnTo>
                  <a:lnTo>
                    <a:pt x="50" y="898"/>
                  </a:lnTo>
                  <a:lnTo>
                    <a:pt x="53" y="897"/>
                  </a:lnTo>
                  <a:lnTo>
                    <a:pt x="54" y="896"/>
                  </a:lnTo>
                  <a:lnTo>
                    <a:pt x="53" y="894"/>
                  </a:lnTo>
                  <a:lnTo>
                    <a:pt x="53" y="893"/>
                  </a:lnTo>
                  <a:lnTo>
                    <a:pt x="50" y="891"/>
                  </a:lnTo>
                  <a:lnTo>
                    <a:pt x="50" y="891"/>
                  </a:lnTo>
                  <a:lnTo>
                    <a:pt x="46" y="889"/>
                  </a:lnTo>
                  <a:lnTo>
                    <a:pt x="46" y="898"/>
                  </a:lnTo>
                  <a:close/>
                  <a:moveTo>
                    <a:pt x="42" y="894"/>
                  </a:moveTo>
                  <a:lnTo>
                    <a:pt x="46" y="898"/>
                  </a:lnTo>
                  <a:lnTo>
                    <a:pt x="46" y="889"/>
                  </a:lnTo>
                  <a:lnTo>
                    <a:pt x="42" y="894"/>
                  </a:lnTo>
                  <a:close/>
                  <a:moveTo>
                    <a:pt x="269" y="915"/>
                  </a:moveTo>
                  <a:lnTo>
                    <a:pt x="269" y="915"/>
                  </a:lnTo>
                  <a:lnTo>
                    <a:pt x="269" y="920"/>
                  </a:lnTo>
                  <a:lnTo>
                    <a:pt x="269" y="920"/>
                  </a:lnTo>
                  <a:lnTo>
                    <a:pt x="272" y="920"/>
                  </a:lnTo>
                  <a:lnTo>
                    <a:pt x="275" y="915"/>
                  </a:lnTo>
                  <a:lnTo>
                    <a:pt x="278" y="914"/>
                  </a:lnTo>
                  <a:lnTo>
                    <a:pt x="278" y="914"/>
                  </a:lnTo>
                  <a:lnTo>
                    <a:pt x="278" y="911"/>
                  </a:lnTo>
                  <a:lnTo>
                    <a:pt x="276" y="908"/>
                  </a:lnTo>
                  <a:lnTo>
                    <a:pt x="275" y="908"/>
                  </a:lnTo>
                  <a:lnTo>
                    <a:pt x="274" y="908"/>
                  </a:lnTo>
                  <a:lnTo>
                    <a:pt x="272" y="912"/>
                  </a:lnTo>
                  <a:lnTo>
                    <a:pt x="269" y="915"/>
                  </a:lnTo>
                  <a:lnTo>
                    <a:pt x="269" y="915"/>
                  </a:lnTo>
                  <a:close/>
                  <a:moveTo>
                    <a:pt x="2776" y="941"/>
                  </a:moveTo>
                  <a:lnTo>
                    <a:pt x="2776" y="941"/>
                  </a:lnTo>
                  <a:lnTo>
                    <a:pt x="2771" y="950"/>
                  </a:lnTo>
                  <a:lnTo>
                    <a:pt x="2769" y="955"/>
                  </a:lnTo>
                  <a:lnTo>
                    <a:pt x="2769" y="957"/>
                  </a:lnTo>
                  <a:lnTo>
                    <a:pt x="2771" y="960"/>
                  </a:lnTo>
                  <a:lnTo>
                    <a:pt x="2771" y="960"/>
                  </a:lnTo>
                  <a:lnTo>
                    <a:pt x="2772" y="955"/>
                  </a:lnTo>
                  <a:lnTo>
                    <a:pt x="2773" y="950"/>
                  </a:lnTo>
                  <a:lnTo>
                    <a:pt x="2776" y="946"/>
                  </a:lnTo>
                  <a:lnTo>
                    <a:pt x="2776" y="941"/>
                  </a:lnTo>
                  <a:lnTo>
                    <a:pt x="2776" y="941"/>
                  </a:lnTo>
                  <a:close/>
                  <a:moveTo>
                    <a:pt x="2283" y="955"/>
                  </a:moveTo>
                  <a:lnTo>
                    <a:pt x="2276" y="960"/>
                  </a:lnTo>
                  <a:lnTo>
                    <a:pt x="2275" y="962"/>
                  </a:lnTo>
                  <a:lnTo>
                    <a:pt x="2272" y="972"/>
                  </a:lnTo>
                  <a:lnTo>
                    <a:pt x="2272" y="972"/>
                  </a:lnTo>
                  <a:lnTo>
                    <a:pt x="2276" y="969"/>
                  </a:lnTo>
                  <a:lnTo>
                    <a:pt x="2279" y="964"/>
                  </a:lnTo>
                  <a:lnTo>
                    <a:pt x="2283" y="955"/>
                  </a:lnTo>
                  <a:lnTo>
                    <a:pt x="2283" y="955"/>
                  </a:lnTo>
                  <a:close/>
                  <a:moveTo>
                    <a:pt x="584" y="1026"/>
                  </a:moveTo>
                  <a:lnTo>
                    <a:pt x="584" y="1026"/>
                  </a:lnTo>
                  <a:lnTo>
                    <a:pt x="586" y="1029"/>
                  </a:lnTo>
                  <a:lnTo>
                    <a:pt x="587" y="1032"/>
                  </a:lnTo>
                  <a:lnTo>
                    <a:pt x="590" y="1032"/>
                  </a:lnTo>
                  <a:lnTo>
                    <a:pt x="594" y="1032"/>
                  </a:lnTo>
                  <a:lnTo>
                    <a:pt x="597" y="1033"/>
                  </a:lnTo>
                  <a:lnTo>
                    <a:pt x="597" y="1033"/>
                  </a:lnTo>
                  <a:lnTo>
                    <a:pt x="597" y="1026"/>
                  </a:lnTo>
                  <a:lnTo>
                    <a:pt x="597" y="1026"/>
                  </a:lnTo>
                  <a:lnTo>
                    <a:pt x="595" y="1026"/>
                  </a:lnTo>
                  <a:lnTo>
                    <a:pt x="591" y="1028"/>
                  </a:lnTo>
                  <a:lnTo>
                    <a:pt x="588" y="1028"/>
                  </a:lnTo>
                  <a:lnTo>
                    <a:pt x="584" y="1026"/>
                  </a:lnTo>
                  <a:lnTo>
                    <a:pt x="584" y="1026"/>
                  </a:lnTo>
                  <a:close/>
                  <a:moveTo>
                    <a:pt x="2521" y="931"/>
                  </a:moveTo>
                  <a:lnTo>
                    <a:pt x="2521" y="931"/>
                  </a:lnTo>
                  <a:lnTo>
                    <a:pt x="2518" y="934"/>
                  </a:lnTo>
                  <a:lnTo>
                    <a:pt x="2516" y="936"/>
                  </a:lnTo>
                  <a:lnTo>
                    <a:pt x="2514" y="942"/>
                  </a:lnTo>
                  <a:lnTo>
                    <a:pt x="2514" y="942"/>
                  </a:lnTo>
                  <a:lnTo>
                    <a:pt x="2518" y="941"/>
                  </a:lnTo>
                  <a:lnTo>
                    <a:pt x="2521" y="938"/>
                  </a:lnTo>
                  <a:lnTo>
                    <a:pt x="2522" y="934"/>
                  </a:lnTo>
                  <a:lnTo>
                    <a:pt x="2521" y="931"/>
                  </a:lnTo>
                  <a:lnTo>
                    <a:pt x="2521" y="931"/>
                  </a:lnTo>
                  <a:close/>
                  <a:moveTo>
                    <a:pt x="2270" y="973"/>
                  </a:moveTo>
                  <a:lnTo>
                    <a:pt x="2272" y="972"/>
                  </a:lnTo>
                  <a:lnTo>
                    <a:pt x="2275" y="962"/>
                  </a:lnTo>
                  <a:lnTo>
                    <a:pt x="2263" y="977"/>
                  </a:lnTo>
                  <a:lnTo>
                    <a:pt x="2270" y="973"/>
                  </a:lnTo>
                  <a:close/>
                  <a:moveTo>
                    <a:pt x="81" y="733"/>
                  </a:moveTo>
                  <a:lnTo>
                    <a:pt x="82" y="727"/>
                  </a:lnTo>
                  <a:lnTo>
                    <a:pt x="84" y="723"/>
                  </a:lnTo>
                  <a:lnTo>
                    <a:pt x="84" y="723"/>
                  </a:lnTo>
                  <a:lnTo>
                    <a:pt x="78" y="730"/>
                  </a:lnTo>
                  <a:lnTo>
                    <a:pt x="75" y="733"/>
                  </a:lnTo>
                  <a:lnTo>
                    <a:pt x="74" y="737"/>
                  </a:lnTo>
                  <a:lnTo>
                    <a:pt x="81" y="733"/>
                  </a:lnTo>
                  <a:close/>
                  <a:moveTo>
                    <a:pt x="1646" y="973"/>
                  </a:moveTo>
                  <a:lnTo>
                    <a:pt x="1646" y="973"/>
                  </a:lnTo>
                  <a:lnTo>
                    <a:pt x="1654" y="967"/>
                  </a:lnTo>
                  <a:lnTo>
                    <a:pt x="1656" y="964"/>
                  </a:lnTo>
                  <a:lnTo>
                    <a:pt x="1658" y="960"/>
                  </a:lnTo>
                  <a:lnTo>
                    <a:pt x="1658" y="960"/>
                  </a:lnTo>
                  <a:lnTo>
                    <a:pt x="1649" y="966"/>
                  </a:lnTo>
                  <a:lnTo>
                    <a:pt x="1648" y="969"/>
                  </a:lnTo>
                  <a:lnTo>
                    <a:pt x="1646" y="973"/>
                  </a:lnTo>
                  <a:lnTo>
                    <a:pt x="1646" y="973"/>
                  </a:lnTo>
                  <a:close/>
                  <a:moveTo>
                    <a:pt x="1235" y="942"/>
                  </a:moveTo>
                  <a:lnTo>
                    <a:pt x="1235" y="942"/>
                  </a:lnTo>
                  <a:lnTo>
                    <a:pt x="1239" y="938"/>
                  </a:lnTo>
                  <a:lnTo>
                    <a:pt x="1243" y="934"/>
                  </a:lnTo>
                  <a:lnTo>
                    <a:pt x="1243" y="932"/>
                  </a:lnTo>
                  <a:lnTo>
                    <a:pt x="1242" y="932"/>
                  </a:lnTo>
                  <a:lnTo>
                    <a:pt x="1235" y="936"/>
                  </a:lnTo>
                  <a:lnTo>
                    <a:pt x="1235" y="936"/>
                  </a:lnTo>
                  <a:lnTo>
                    <a:pt x="1235" y="942"/>
                  </a:lnTo>
                  <a:lnTo>
                    <a:pt x="1235" y="942"/>
                  </a:lnTo>
                  <a:close/>
                  <a:moveTo>
                    <a:pt x="1035" y="922"/>
                  </a:moveTo>
                  <a:lnTo>
                    <a:pt x="1035" y="922"/>
                  </a:lnTo>
                  <a:lnTo>
                    <a:pt x="1037" y="918"/>
                  </a:lnTo>
                  <a:lnTo>
                    <a:pt x="1035" y="917"/>
                  </a:lnTo>
                  <a:lnTo>
                    <a:pt x="1035" y="917"/>
                  </a:lnTo>
                  <a:lnTo>
                    <a:pt x="1032" y="917"/>
                  </a:lnTo>
                  <a:lnTo>
                    <a:pt x="1030" y="921"/>
                  </a:lnTo>
                  <a:lnTo>
                    <a:pt x="1028" y="924"/>
                  </a:lnTo>
                  <a:lnTo>
                    <a:pt x="1028" y="924"/>
                  </a:lnTo>
                  <a:lnTo>
                    <a:pt x="1028" y="925"/>
                  </a:lnTo>
                  <a:lnTo>
                    <a:pt x="1030" y="927"/>
                  </a:lnTo>
                  <a:lnTo>
                    <a:pt x="1032" y="925"/>
                  </a:lnTo>
                  <a:lnTo>
                    <a:pt x="1035" y="922"/>
                  </a:lnTo>
                  <a:close/>
                  <a:moveTo>
                    <a:pt x="1935" y="920"/>
                  </a:moveTo>
                  <a:lnTo>
                    <a:pt x="1935" y="920"/>
                  </a:lnTo>
                  <a:lnTo>
                    <a:pt x="1933" y="918"/>
                  </a:lnTo>
                  <a:lnTo>
                    <a:pt x="1933" y="917"/>
                  </a:lnTo>
                  <a:lnTo>
                    <a:pt x="1932" y="915"/>
                  </a:lnTo>
                  <a:lnTo>
                    <a:pt x="1930" y="915"/>
                  </a:lnTo>
                  <a:lnTo>
                    <a:pt x="1926" y="918"/>
                  </a:lnTo>
                  <a:lnTo>
                    <a:pt x="1926" y="918"/>
                  </a:lnTo>
                  <a:lnTo>
                    <a:pt x="1926" y="920"/>
                  </a:lnTo>
                  <a:lnTo>
                    <a:pt x="1928" y="922"/>
                  </a:lnTo>
                  <a:lnTo>
                    <a:pt x="1928" y="924"/>
                  </a:lnTo>
                  <a:lnTo>
                    <a:pt x="1929" y="924"/>
                  </a:lnTo>
                  <a:lnTo>
                    <a:pt x="1930" y="922"/>
                  </a:lnTo>
                  <a:lnTo>
                    <a:pt x="1935" y="920"/>
                  </a:lnTo>
                  <a:lnTo>
                    <a:pt x="1935" y="920"/>
                  </a:lnTo>
                  <a:close/>
                  <a:moveTo>
                    <a:pt x="659" y="1038"/>
                  </a:moveTo>
                  <a:lnTo>
                    <a:pt x="659" y="1038"/>
                  </a:lnTo>
                  <a:lnTo>
                    <a:pt x="659" y="1032"/>
                  </a:lnTo>
                  <a:lnTo>
                    <a:pt x="659" y="1029"/>
                  </a:lnTo>
                  <a:lnTo>
                    <a:pt x="657" y="1028"/>
                  </a:lnTo>
                  <a:lnTo>
                    <a:pt x="657" y="1028"/>
                  </a:lnTo>
                  <a:lnTo>
                    <a:pt x="657" y="1029"/>
                  </a:lnTo>
                  <a:lnTo>
                    <a:pt x="656" y="1031"/>
                  </a:lnTo>
                  <a:lnTo>
                    <a:pt x="653" y="1035"/>
                  </a:lnTo>
                  <a:lnTo>
                    <a:pt x="652" y="1038"/>
                  </a:lnTo>
                  <a:lnTo>
                    <a:pt x="653" y="1038"/>
                  </a:lnTo>
                  <a:lnTo>
                    <a:pt x="654" y="1039"/>
                  </a:lnTo>
                  <a:lnTo>
                    <a:pt x="659" y="1038"/>
                  </a:lnTo>
                  <a:lnTo>
                    <a:pt x="659" y="1038"/>
                  </a:lnTo>
                  <a:close/>
                  <a:moveTo>
                    <a:pt x="2811" y="914"/>
                  </a:moveTo>
                  <a:lnTo>
                    <a:pt x="2811" y="914"/>
                  </a:lnTo>
                  <a:lnTo>
                    <a:pt x="2806" y="918"/>
                  </a:lnTo>
                  <a:lnTo>
                    <a:pt x="2804" y="921"/>
                  </a:lnTo>
                  <a:lnTo>
                    <a:pt x="2803" y="924"/>
                  </a:lnTo>
                  <a:lnTo>
                    <a:pt x="2803" y="924"/>
                  </a:lnTo>
                  <a:lnTo>
                    <a:pt x="2807" y="922"/>
                  </a:lnTo>
                  <a:lnTo>
                    <a:pt x="2810" y="921"/>
                  </a:lnTo>
                  <a:lnTo>
                    <a:pt x="2811" y="917"/>
                  </a:lnTo>
                  <a:lnTo>
                    <a:pt x="2811" y="914"/>
                  </a:lnTo>
                  <a:lnTo>
                    <a:pt x="2811" y="914"/>
                  </a:lnTo>
                  <a:close/>
                  <a:moveTo>
                    <a:pt x="213" y="735"/>
                  </a:moveTo>
                  <a:lnTo>
                    <a:pt x="213" y="735"/>
                  </a:lnTo>
                  <a:lnTo>
                    <a:pt x="215" y="734"/>
                  </a:lnTo>
                  <a:lnTo>
                    <a:pt x="215" y="731"/>
                  </a:lnTo>
                  <a:lnTo>
                    <a:pt x="213" y="726"/>
                  </a:lnTo>
                  <a:lnTo>
                    <a:pt x="210" y="723"/>
                  </a:lnTo>
                  <a:lnTo>
                    <a:pt x="210" y="723"/>
                  </a:lnTo>
                  <a:lnTo>
                    <a:pt x="210" y="727"/>
                  </a:lnTo>
                  <a:lnTo>
                    <a:pt x="210" y="727"/>
                  </a:lnTo>
                  <a:lnTo>
                    <a:pt x="212" y="733"/>
                  </a:lnTo>
                  <a:lnTo>
                    <a:pt x="213" y="735"/>
                  </a:lnTo>
                  <a:lnTo>
                    <a:pt x="213" y="735"/>
                  </a:lnTo>
                  <a:close/>
                </a:path>
              </a:pathLst>
            </a:custGeom>
            <a:noFill/>
            <a:ln w="9525">
              <a:solidFill>
                <a:schemeClr val="tx1"/>
              </a:solidFill>
              <a:round/>
            </a:ln>
          </p:spPr>
          <p:txBody>
            <a:bodyPr vert="horz" wrap="square" lIns="121920" tIns="60960" rIns="121920" bIns="6096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 name="文本框 1"/>
            <p:cNvSpPr txBox="1"/>
            <p:nvPr/>
          </p:nvSpPr>
          <p:spPr>
            <a:xfrm>
              <a:off x="1808639" y="2932009"/>
              <a:ext cx="728084" cy="707886"/>
            </a:xfrm>
            <a:prstGeom prst="rect">
              <a:avLst/>
            </a:prstGeom>
            <a:noFill/>
          </p:spPr>
          <p:txBody>
            <a:bodyPr wrap="none" rtlCol="0" anchor="ctr">
              <a:spAutoFit/>
            </a:bodyPr>
            <a:lstStyle/>
            <a:p>
              <a:r>
                <a:rPr lang="en-US" altLang="zh-CN" sz="4000" dirty="0">
                  <a:cs typeface="+mn-ea"/>
                  <a:sym typeface="+mn-lt"/>
                </a:rPr>
                <a:t>01</a:t>
              </a:r>
              <a:endParaRPr lang="zh-CN" altLang="en-US" sz="4000" dirty="0">
                <a:cs typeface="+mn-ea"/>
                <a:sym typeface="+mn-lt"/>
              </a:endParaRPr>
            </a:p>
          </p:txBody>
        </p:sp>
      </p:grpSp>
      <p:grpSp>
        <p:nvGrpSpPr>
          <p:cNvPr id="4" name="组合 3"/>
          <p:cNvGrpSpPr/>
          <p:nvPr/>
        </p:nvGrpSpPr>
        <p:grpSpPr>
          <a:xfrm>
            <a:off x="5687290" y="2887679"/>
            <a:ext cx="968624" cy="936460"/>
            <a:chOff x="5687290" y="2887679"/>
            <a:chExt cx="968624" cy="936460"/>
          </a:xfrm>
        </p:grpSpPr>
        <p:sp>
          <p:nvSpPr>
            <p:cNvPr id="13" name="Freeform 128"/>
            <p:cNvSpPr>
              <a:spLocks noEditPoints="1"/>
            </p:cNvSpPr>
            <p:nvPr/>
          </p:nvSpPr>
          <p:spPr bwMode="auto">
            <a:xfrm flipH="1">
              <a:off x="5687290" y="2887679"/>
              <a:ext cx="968624" cy="936460"/>
            </a:xfrm>
            <a:custGeom>
              <a:avLst/>
              <a:gdLst/>
              <a:ahLst/>
              <a:cxnLst>
                <a:cxn ang="0">
                  <a:pos x="7" y="475"/>
                </a:cxn>
                <a:cxn ang="0">
                  <a:pos x="2824" y="83"/>
                </a:cxn>
                <a:cxn ang="0">
                  <a:pos x="649" y="1056"/>
                </a:cxn>
                <a:cxn ang="0">
                  <a:pos x="2076" y="27"/>
                </a:cxn>
                <a:cxn ang="0">
                  <a:pos x="172" y="526"/>
                </a:cxn>
                <a:cxn ang="0">
                  <a:pos x="1718" y="1039"/>
                </a:cxn>
                <a:cxn ang="0">
                  <a:pos x="1774" y="1068"/>
                </a:cxn>
                <a:cxn ang="0">
                  <a:pos x="1781" y="1032"/>
                </a:cxn>
                <a:cxn ang="0">
                  <a:pos x="333" y="936"/>
                </a:cxn>
                <a:cxn ang="0">
                  <a:pos x="392" y="925"/>
                </a:cxn>
                <a:cxn ang="0">
                  <a:pos x="363" y="1000"/>
                </a:cxn>
                <a:cxn ang="0">
                  <a:pos x="503" y="880"/>
                </a:cxn>
                <a:cxn ang="0">
                  <a:pos x="1070" y="1002"/>
                </a:cxn>
                <a:cxn ang="0">
                  <a:pos x="1231" y="969"/>
                </a:cxn>
                <a:cxn ang="0">
                  <a:pos x="1562" y="1066"/>
                </a:cxn>
                <a:cxn ang="0">
                  <a:pos x="2570" y="952"/>
                </a:cxn>
                <a:cxn ang="0">
                  <a:pos x="2350" y="939"/>
                </a:cxn>
                <a:cxn ang="0">
                  <a:pos x="2269" y="1060"/>
                </a:cxn>
                <a:cxn ang="0">
                  <a:pos x="2003" y="943"/>
                </a:cxn>
                <a:cxn ang="0">
                  <a:pos x="290" y="863"/>
                </a:cxn>
                <a:cxn ang="0">
                  <a:pos x="2193" y="1080"/>
                </a:cxn>
                <a:cxn ang="0">
                  <a:pos x="444" y="1031"/>
                </a:cxn>
                <a:cxn ang="0">
                  <a:pos x="1999" y="1059"/>
                </a:cxn>
                <a:cxn ang="0">
                  <a:pos x="2788" y="924"/>
                </a:cxn>
                <a:cxn ang="0">
                  <a:pos x="1208" y="1000"/>
                </a:cxn>
                <a:cxn ang="0">
                  <a:pos x="1020" y="1032"/>
                </a:cxn>
                <a:cxn ang="0">
                  <a:pos x="1107" y="1032"/>
                </a:cxn>
                <a:cxn ang="0">
                  <a:pos x="2071" y="1081"/>
                </a:cxn>
                <a:cxn ang="0">
                  <a:pos x="1980" y="938"/>
                </a:cxn>
                <a:cxn ang="0">
                  <a:pos x="46" y="415"/>
                </a:cxn>
                <a:cxn ang="0">
                  <a:pos x="886" y="1049"/>
                </a:cxn>
                <a:cxn ang="0">
                  <a:pos x="867" y="1023"/>
                </a:cxn>
                <a:cxn ang="0">
                  <a:pos x="151" y="558"/>
                </a:cxn>
                <a:cxn ang="0">
                  <a:pos x="28" y="478"/>
                </a:cxn>
                <a:cxn ang="0">
                  <a:pos x="116" y="433"/>
                </a:cxn>
                <a:cxn ang="0">
                  <a:pos x="1842" y="1067"/>
                </a:cxn>
                <a:cxn ang="0">
                  <a:pos x="958" y="921"/>
                </a:cxn>
                <a:cxn ang="0">
                  <a:pos x="50" y="891"/>
                </a:cxn>
                <a:cxn ang="0">
                  <a:pos x="209" y="842"/>
                </a:cxn>
                <a:cxn ang="0">
                  <a:pos x="595" y="904"/>
                </a:cxn>
                <a:cxn ang="0">
                  <a:pos x="1419" y="903"/>
                </a:cxn>
                <a:cxn ang="0">
                  <a:pos x="129" y="571"/>
                </a:cxn>
                <a:cxn ang="0">
                  <a:pos x="668" y="1009"/>
                </a:cxn>
                <a:cxn ang="0">
                  <a:pos x="54" y="727"/>
                </a:cxn>
                <a:cxn ang="0">
                  <a:pos x="146" y="428"/>
                </a:cxn>
                <a:cxn ang="0">
                  <a:pos x="40" y="824"/>
                </a:cxn>
                <a:cxn ang="0">
                  <a:pos x="300" y="922"/>
                </a:cxn>
                <a:cxn ang="0">
                  <a:pos x="234" y="807"/>
                </a:cxn>
                <a:cxn ang="0">
                  <a:pos x="2516" y="34"/>
                </a:cxn>
                <a:cxn ang="0">
                  <a:pos x="2397" y="1012"/>
                </a:cxn>
                <a:cxn ang="0">
                  <a:pos x="2110" y="911"/>
                </a:cxn>
                <a:cxn ang="0">
                  <a:pos x="179" y="845"/>
                </a:cxn>
                <a:cxn ang="0">
                  <a:pos x="1700" y="907"/>
                </a:cxn>
                <a:cxn ang="0">
                  <a:pos x="1617" y="931"/>
                </a:cxn>
                <a:cxn ang="0">
                  <a:pos x="2731" y="1011"/>
                </a:cxn>
                <a:cxn ang="0">
                  <a:pos x="1645" y="1053"/>
                </a:cxn>
                <a:cxn ang="0">
                  <a:pos x="462" y="1005"/>
                </a:cxn>
                <a:cxn ang="0">
                  <a:pos x="2332" y="969"/>
                </a:cxn>
                <a:cxn ang="0">
                  <a:pos x="2433" y="946"/>
                </a:cxn>
                <a:cxn ang="0">
                  <a:pos x="1077" y="998"/>
                </a:cxn>
                <a:cxn ang="0">
                  <a:pos x="2776" y="941"/>
                </a:cxn>
                <a:cxn ang="0">
                  <a:pos x="82" y="727"/>
                </a:cxn>
                <a:cxn ang="0">
                  <a:pos x="1930" y="922"/>
                </a:cxn>
              </a:cxnLst>
              <a:rect l="0" t="0" r="r" b="b"/>
              <a:pathLst>
                <a:path w="2921" h="1098">
                  <a:moveTo>
                    <a:pt x="633" y="1063"/>
                  </a:moveTo>
                  <a:lnTo>
                    <a:pt x="633" y="1063"/>
                  </a:lnTo>
                  <a:lnTo>
                    <a:pt x="629" y="1063"/>
                  </a:lnTo>
                  <a:lnTo>
                    <a:pt x="626" y="1063"/>
                  </a:lnTo>
                  <a:lnTo>
                    <a:pt x="625" y="1060"/>
                  </a:lnTo>
                  <a:lnTo>
                    <a:pt x="626" y="1054"/>
                  </a:lnTo>
                  <a:lnTo>
                    <a:pt x="626" y="1054"/>
                  </a:lnTo>
                  <a:lnTo>
                    <a:pt x="586" y="1053"/>
                  </a:lnTo>
                  <a:lnTo>
                    <a:pt x="542" y="1053"/>
                  </a:lnTo>
                  <a:lnTo>
                    <a:pt x="452" y="1052"/>
                  </a:lnTo>
                  <a:lnTo>
                    <a:pt x="406" y="1050"/>
                  </a:lnTo>
                  <a:lnTo>
                    <a:pt x="362" y="1046"/>
                  </a:lnTo>
                  <a:lnTo>
                    <a:pt x="320" y="1042"/>
                  </a:lnTo>
                  <a:lnTo>
                    <a:pt x="279" y="1035"/>
                  </a:lnTo>
                  <a:lnTo>
                    <a:pt x="279" y="1035"/>
                  </a:lnTo>
                  <a:lnTo>
                    <a:pt x="278" y="1035"/>
                  </a:lnTo>
                  <a:lnTo>
                    <a:pt x="275" y="1036"/>
                  </a:lnTo>
                  <a:lnTo>
                    <a:pt x="268" y="1042"/>
                  </a:lnTo>
                  <a:lnTo>
                    <a:pt x="265" y="1043"/>
                  </a:lnTo>
                  <a:lnTo>
                    <a:pt x="262" y="1043"/>
                  </a:lnTo>
                  <a:lnTo>
                    <a:pt x="260" y="1043"/>
                  </a:lnTo>
                  <a:lnTo>
                    <a:pt x="257" y="1039"/>
                  </a:lnTo>
                  <a:lnTo>
                    <a:pt x="257" y="1039"/>
                  </a:lnTo>
                  <a:lnTo>
                    <a:pt x="254" y="1036"/>
                  </a:lnTo>
                  <a:lnTo>
                    <a:pt x="250" y="1033"/>
                  </a:lnTo>
                  <a:lnTo>
                    <a:pt x="243" y="1032"/>
                  </a:lnTo>
                  <a:lnTo>
                    <a:pt x="237" y="1032"/>
                  </a:lnTo>
                  <a:lnTo>
                    <a:pt x="223" y="1033"/>
                  </a:lnTo>
                  <a:lnTo>
                    <a:pt x="210" y="1033"/>
                  </a:lnTo>
                  <a:lnTo>
                    <a:pt x="210" y="1033"/>
                  </a:lnTo>
                  <a:lnTo>
                    <a:pt x="181" y="1031"/>
                  </a:lnTo>
                  <a:lnTo>
                    <a:pt x="154" y="1025"/>
                  </a:lnTo>
                  <a:lnTo>
                    <a:pt x="130" y="1018"/>
                  </a:lnTo>
                  <a:lnTo>
                    <a:pt x="106" y="1008"/>
                  </a:lnTo>
                  <a:lnTo>
                    <a:pt x="85" y="998"/>
                  </a:lnTo>
                  <a:lnTo>
                    <a:pt x="64" y="987"/>
                  </a:lnTo>
                  <a:lnTo>
                    <a:pt x="45" y="974"/>
                  </a:lnTo>
                  <a:lnTo>
                    <a:pt x="26" y="962"/>
                  </a:lnTo>
                  <a:lnTo>
                    <a:pt x="26" y="962"/>
                  </a:lnTo>
                  <a:lnTo>
                    <a:pt x="18" y="934"/>
                  </a:lnTo>
                  <a:lnTo>
                    <a:pt x="11" y="904"/>
                  </a:lnTo>
                  <a:lnTo>
                    <a:pt x="7" y="875"/>
                  </a:lnTo>
                  <a:lnTo>
                    <a:pt x="4" y="845"/>
                  </a:lnTo>
                  <a:lnTo>
                    <a:pt x="2" y="814"/>
                  </a:lnTo>
                  <a:lnTo>
                    <a:pt x="4" y="785"/>
                  </a:lnTo>
                  <a:lnTo>
                    <a:pt x="7" y="755"/>
                  </a:lnTo>
                  <a:lnTo>
                    <a:pt x="11" y="727"/>
                  </a:lnTo>
                  <a:lnTo>
                    <a:pt x="11" y="727"/>
                  </a:lnTo>
                  <a:lnTo>
                    <a:pt x="7" y="629"/>
                  </a:lnTo>
                  <a:lnTo>
                    <a:pt x="5" y="578"/>
                  </a:lnTo>
                  <a:lnTo>
                    <a:pt x="5" y="526"/>
                  </a:lnTo>
                  <a:lnTo>
                    <a:pt x="7" y="475"/>
                  </a:lnTo>
                  <a:lnTo>
                    <a:pt x="8" y="423"/>
                  </a:lnTo>
                  <a:lnTo>
                    <a:pt x="11" y="374"/>
                  </a:lnTo>
                  <a:lnTo>
                    <a:pt x="16" y="326"/>
                  </a:lnTo>
                  <a:lnTo>
                    <a:pt x="16" y="326"/>
                  </a:lnTo>
                  <a:lnTo>
                    <a:pt x="14" y="331"/>
                  </a:lnTo>
                  <a:lnTo>
                    <a:pt x="11" y="335"/>
                  </a:lnTo>
                  <a:lnTo>
                    <a:pt x="7" y="339"/>
                  </a:lnTo>
                  <a:lnTo>
                    <a:pt x="4" y="341"/>
                  </a:lnTo>
                  <a:lnTo>
                    <a:pt x="0" y="341"/>
                  </a:lnTo>
                  <a:lnTo>
                    <a:pt x="0" y="341"/>
                  </a:lnTo>
                  <a:lnTo>
                    <a:pt x="40" y="273"/>
                  </a:lnTo>
                  <a:lnTo>
                    <a:pt x="82" y="208"/>
                  </a:lnTo>
                  <a:lnTo>
                    <a:pt x="104" y="178"/>
                  </a:lnTo>
                  <a:lnTo>
                    <a:pt x="126" y="147"/>
                  </a:lnTo>
                  <a:lnTo>
                    <a:pt x="148" y="117"/>
                  </a:lnTo>
                  <a:lnTo>
                    <a:pt x="172" y="89"/>
                  </a:lnTo>
                  <a:lnTo>
                    <a:pt x="172" y="89"/>
                  </a:lnTo>
                  <a:lnTo>
                    <a:pt x="178" y="74"/>
                  </a:lnTo>
                  <a:lnTo>
                    <a:pt x="185" y="61"/>
                  </a:lnTo>
                  <a:lnTo>
                    <a:pt x="195" y="51"/>
                  </a:lnTo>
                  <a:lnTo>
                    <a:pt x="205" y="41"/>
                  </a:lnTo>
                  <a:lnTo>
                    <a:pt x="217" y="34"/>
                  </a:lnTo>
                  <a:lnTo>
                    <a:pt x="231" y="29"/>
                  </a:lnTo>
                  <a:lnTo>
                    <a:pt x="245" y="23"/>
                  </a:lnTo>
                  <a:lnTo>
                    <a:pt x="262" y="19"/>
                  </a:lnTo>
                  <a:lnTo>
                    <a:pt x="262" y="19"/>
                  </a:lnTo>
                  <a:lnTo>
                    <a:pt x="281" y="13"/>
                  </a:lnTo>
                  <a:lnTo>
                    <a:pt x="299" y="10"/>
                  </a:lnTo>
                  <a:lnTo>
                    <a:pt x="340" y="5"/>
                  </a:lnTo>
                  <a:lnTo>
                    <a:pt x="383" y="2"/>
                  </a:lnTo>
                  <a:lnTo>
                    <a:pt x="428" y="0"/>
                  </a:lnTo>
                  <a:lnTo>
                    <a:pt x="475" y="0"/>
                  </a:lnTo>
                  <a:lnTo>
                    <a:pt x="519" y="3"/>
                  </a:lnTo>
                  <a:lnTo>
                    <a:pt x="608" y="9"/>
                  </a:lnTo>
                  <a:lnTo>
                    <a:pt x="608" y="9"/>
                  </a:lnTo>
                  <a:lnTo>
                    <a:pt x="715" y="6"/>
                  </a:lnTo>
                  <a:lnTo>
                    <a:pt x="819" y="6"/>
                  </a:lnTo>
                  <a:lnTo>
                    <a:pt x="1030" y="8"/>
                  </a:lnTo>
                  <a:lnTo>
                    <a:pt x="1134" y="8"/>
                  </a:lnTo>
                  <a:lnTo>
                    <a:pt x="1239" y="8"/>
                  </a:lnTo>
                  <a:lnTo>
                    <a:pt x="1346" y="5"/>
                  </a:lnTo>
                  <a:lnTo>
                    <a:pt x="1451" y="0"/>
                  </a:lnTo>
                  <a:lnTo>
                    <a:pt x="2653" y="23"/>
                  </a:lnTo>
                  <a:lnTo>
                    <a:pt x="2653" y="23"/>
                  </a:lnTo>
                  <a:lnTo>
                    <a:pt x="2681" y="24"/>
                  </a:lnTo>
                  <a:lnTo>
                    <a:pt x="2706" y="27"/>
                  </a:lnTo>
                  <a:lnTo>
                    <a:pt x="2730" y="33"/>
                  </a:lnTo>
                  <a:lnTo>
                    <a:pt x="2752" y="40"/>
                  </a:lnTo>
                  <a:lnTo>
                    <a:pt x="2772" y="48"/>
                  </a:lnTo>
                  <a:lnTo>
                    <a:pt x="2790" y="58"/>
                  </a:lnTo>
                  <a:lnTo>
                    <a:pt x="2809" y="69"/>
                  </a:lnTo>
                  <a:lnTo>
                    <a:pt x="2824" y="83"/>
                  </a:lnTo>
                  <a:lnTo>
                    <a:pt x="2838" y="97"/>
                  </a:lnTo>
                  <a:lnTo>
                    <a:pt x="2849" y="114"/>
                  </a:lnTo>
                  <a:lnTo>
                    <a:pt x="2861" y="131"/>
                  </a:lnTo>
                  <a:lnTo>
                    <a:pt x="2870" y="151"/>
                  </a:lnTo>
                  <a:lnTo>
                    <a:pt x="2879" y="171"/>
                  </a:lnTo>
                  <a:lnTo>
                    <a:pt x="2884" y="193"/>
                  </a:lnTo>
                  <a:lnTo>
                    <a:pt x="2890" y="215"/>
                  </a:lnTo>
                  <a:lnTo>
                    <a:pt x="2894" y="239"/>
                  </a:lnTo>
                  <a:lnTo>
                    <a:pt x="2894" y="239"/>
                  </a:lnTo>
                  <a:lnTo>
                    <a:pt x="2893" y="270"/>
                  </a:lnTo>
                  <a:lnTo>
                    <a:pt x="2893" y="301"/>
                  </a:lnTo>
                  <a:lnTo>
                    <a:pt x="2896" y="363"/>
                  </a:lnTo>
                  <a:lnTo>
                    <a:pt x="2901" y="423"/>
                  </a:lnTo>
                  <a:lnTo>
                    <a:pt x="2907" y="482"/>
                  </a:lnTo>
                  <a:lnTo>
                    <a:pt x="2907" y="482"/>
                  </a:lnTo>
                  <a:lnTo>
                    <a:pt x="2910" y="516"/>
                  </a:lnTo>
                  <a:lnTo>
                    <a:pt x="2911" y="551"/>
                  </a:lnTo>
                  <a:lnTo>
                    <a:pt x="2913" y="619"/>
                  </a:lnTo>
                  <a:lnTo>
                    <a:pt x="2914" y="688"/>
                  </a:lnTo>
                  <a:lnTo>
                    <a:pt x="2917" y="723"/>
                  </a:lnTo>
                  <a:lnTo>
                    <a:pt x="2921" y="758"/>
                  </a:lnTo>
                  <a:lnTo>
                    <a:pt x="2921" y="758"/>
                  </a:lnTo>
                  <a:lnTo>
                    <a:pt x="2900" y="800"/>
                  </a:lnTo>
                  <a:lnTo>
                    <a:pt x="2879" y="841"/>
                  </a:lnTo>
                  <a:lnTo>
                    <a:pt x="2855" y="882"/>
                  </a:lnTo>
                  <a:lnTo>
                    <a:pt x="2831" y="920"/>
                  </a:lnTo>
                  <a:lnTo>
                    <a:pt x="2804" y="956"/>
                  </a:lnTo>
                  <a:lnTo>
                    <a:pt x="2790" y="973"/>
                  </a:lnTo>
                  <a:lnTo>
                    <a:pt x="2775" y="990"/>
                  </a:lnTo>
                  <a:lnTo>
                    <a:pt x="2759" y="1005"/>
                  </a:lnTo>
                  <a:lnTo>
                    <a:pt x="2743" y="1021"/>
                  </a:lnTo>
                  <a:lnTo>
                    <a:pt x="2726" y="1036"/>
                  </a:lnTo>
                  <a:lnTo>
                    <a:pt x="2709" y="1050"/>
                  </a:lnTo>
                  <a:lnTo>
                    <a:pt x="2709" y="1050"/>
                  </a:lnTo>
                  <a:lnTo>
                    <a:pt x="2699" y="1056"/>
                  </a:lnTo>
                  <a:lnTo>
                    <a:pt x="2689" y="1061"/>
                  </a:lnTo>
                  <a:lnTo>
                    <a:pt x="2668" y="1070"/>
                  </a:lnTo>
                  <a:lnTo>
                    <a:pt x="2644" y="1077"/>
                  </a:lnTo>
                  <a:lnTo>
                    <a:pt x="2619" y="1081"/>
                  </a:lnTo>
                  <a:lnTo>
                    <a:pt x="2594" y="1085"/>
                  </a:lnTo>
                  <a:lnTo>
                    <a:pt x="2565" y="1087"/>
                  </a:lnTo>
                  <a:lnTo>
                    <a:pt x="2508" y="1090"/>
                  </a:lnTo>
                  <a:lnTo>
                    <a:pt x="2508" y="1090"/>
                  </a:lnTo>
                  <a:lnTo>
                    <a:pt x="2363" y="1092"/>
                  </a:lnTo>
                  <a:lnTo>
                    <a:pt x="2224" y="1095"/>
                  </a:lnTo>
                  <a:lnTo>
                    <a:pt x="1942" y="1098"/>
                  </a:lnTo>
                  <a:lnTo>
                    <a:pt x="1942" y="1098"/>
                  </a:lnTo>
                  <a:lnTo>
                    <a:pt x="1909" y="1098"/>
                  </a:lnTo>
                  <a:lnTo>
                    <a:pt x="1880" y="1098"/>
                  </a:lnTo>
                  <a:lnTo>
                    <a:pt x="1818" y="1095"/>
                  </a:lnTo>
                  <a:lnTo>
                    <a:pt x="649" y="1056"/>
                  </a:lnTo>
                  <a:lnTo>
                    <a:pt x="649" y="1056"/>
                  </a:lnTo>
                  <a:lnTo>
                    <a:pt x="645" y="1057"/>
                  </a:lnTo>
                  <a:lnTo>
                    <a:pt x="640" y="1059"/>
                  </a:lnTo>
                  <a:lnTo>
                    <a:pt x="633" y="1063"/>
                  </a:lnTo>
                  <a:lnTo>
                    <a:pt x="633" y="1063"/>
                  </a:lnTo>
                  <a:close/>
                  <a:moveTo>
                    <a:pt x="2785" y="862"/>
                  </a:moveTo>
                  <a:lnTo>
                    <a:pt x="2785" y="862"/>
                  </a:lnTo>
                  <a:lnTo>
                    <a:pt x="2797" y="860"/>
                  </a:lnTo>
                  <a:lnTo>
                    <a:pt x="2809" y="858"/>
                  </a:lnTo>
                  <a:lnTo>
                    <a:pt x="2820" y="853"/>
                  </a:lnTo>
                  <a:lnTo>
                    <a:pt x="2830" y="849"/>
                  </a:lnTo>
                  <a:lnTo>
                    <a:pt x="2838" y="844"/>
                  </a:lnTo>
                  <a:lnTo>
                    <a:pt x="2848" y="838"/>
                  </a:lnTo>
                  <a:lnTo>
                    <a:pt x="2855" y="832"/>
                  </a:lnTo>
                  <a:lnTo>
                    <a:pt x="2862" y="824"/>
                  </a:lnTo>
                  <a:lnTo>
                    <a:pt x="2869" y="817"/>
                  </a:lnTo>
                  <a:lnTo>
                    <a:pt x="2875" y="808"/>
                  </a:lnTo>
                  <a:lnTo>
                    <a:pt x="2886" y="790"/>
                  </a:lnTo>
                  <a:lnTo>
                    <a:pt x="2893" y="769"/>
                  </a:lnTo>
                  <a:lnTo>
                    <a:pt x="2900" y="748"/>
                  </a:lnTo>
                  <a:lnTo>
                    <a:pt x="2900" y="748"/>
                  </a:lnTo>
                  <a:lnTo>
                    <a:pt x="2899" y="688"/>
                  </a:lnTo>
                  <a:lnTo>
                    <a:pt x="2897" y="629"/>
                  </a:lnTo>
                  <a:lnTo>
                    <a:pt x="2893" y="512"/>
                  </a:lnTo>
                  <a:lnTo>
                    <a:pt x="2884" y="395"/>
                  </a:lnTo>
                  <a:lnTo>
                    <a:pt x="2877" y="279"/>
                  </a:lnTo>
                  <a:lnTo>
                    <a:pt x="2877" y="279"/>
                  </a:lnTo>
                  <a:lnTo>
                    <a:pt x="2877" y="260"/>
                  </a:lnTo>
                  <a:lnTo>
                    <a:pt x="2877" y="244"/>
                  </a:lnTo>
                  <a:lnTo>
                    <a:pt x="2876" y="227"/>
                  </a:lnTo>
                  <a:lnTo>
                    <a:pt x="2873" y="211"/>
                  </a:lnTo>
                  <a:lnTo>
                    <a:pt x="2869" y="196"/>
                  </a:lnTo>
                  <a:lnTo>
                    <a:pt x="2865" y="182"/>
                  </a:lnTo>
                  <a:lnTo>
                    <a:pt x="2861" y="169"/>
                  </a:lnTo>
                  <a:lnTo>
                    <a:pt x="2854" y="155"/>
                  </a:lnTo>
                  <a:lnTo>
                    <a:pt x="2848" y="144"/>
                  </a:lnTo>
                  <a:lnTo>
                    <a:pt x="2840" y="133"/>
                  </a:lnTo>
                  <a:lnTo>
                    <a:pt x="2824" y="111"/>
                  </a:lnTo>
                  <a:lnTo>
                    <a:pt x="2806" y="92"/>
                  </a:lnTo>
                  <a:lnTo>
                    <a:pt x="2786" y="75"/>
                  </a:lnTo>
                  <a:lnTo>
                    <a:pt x="2786" y="75"/>
                  </a:lnTo>
                  <a:lnTo>
                    <a:pt x="2734" y="68"/>
                  </a:lnTo>
                  <a:lnTo>
                    <a:pt x="2682" y="62"/>
                  </a:lnTo>
                  <a:lnTo>
                    <a:pt x="2629" y="60"/>
                  </a:lnTo>
                  <a:lnTo>
                    <a:pt x="2574" y="55"/>
                  </a:lnTo>
                  <a:lnTo>
                    <a:pt x="2466" y="50"/>
                  </a:lnTo>
                  <a:lnTo>
                    <a:pt x="2412" y="45"/>
                  </a:lnTo>
                  <a:lnTo>
                    <a:pt x="2360" y="41"/>
                  </a:lnTo>
                  <a:lnTo>
                    <a:pt x="2360" y="41"/>
                  </a:lnTo>
                  <a:lnTo>
                    <a:pt x="2314" y="37"/>
                  </a:lnTo>
                  <a:lnTo>
                    <a:pt x="2268" y="34"/>
                  </a:lnTo>
                  <a:lnTo>
                    <a:pt x="2172" y="30"/>
                  </a:lnTo>
                  <a:lnTo>
                    <a:pt x="2076" y="27"/>
                  </a:lnTo>
                  <a:lnTo>
                    <a:pt x="1980" y="27"/>
                  </a:lnTo>
                  <a:lnTo>
                    <a:pt x="1786" y="27"/>
                  </a:lnTo>
                  <a:lnTo>
                    <a:pt x="1689" y="26"/>
                  </a:lnTo>
                  <a:lnTo>
                    <a:pt x="1593" y="22"/>
                  </a:lnTo>
                  <a:lnTo>
                    <a:pt x="1593" y="22"/>
                  </a:lnTo>
                  <a:lnTo>
                    <a:pt x="1550" y="20"/>
                  </a:lnTo>
                  <a:lnTo>
                    <a:pt x="1505" y="19"/>
                  </a:lnTo>
                  <a:lnTo>
                    <a:pt x="1416" y="19"/>
                  </a:lnTo>
                  <a:lnTo>
                    <a:pt x="1329" y="22"/>
                  </a:lnTo>
                  <a:lnTo>
                    <a:pt x="1243" y="24"/>
                  </a:lnTo>
                  <a:lnTo>
                    <a:pt x="1157" y="27"/>
                  </a:lnTo>
                  <a:lnTo>
                    <a:pt x="1070" y="30"/>
                  </a:lnTo>
                  <a:lnTo>
                    <a:pt x="986" y="30"/>
                  </a:lnTo>
                  <a:lnTo>
                    <a:pt x="942" y="29"/>
                  </a:lnTo>
                  <a:lnTo>
                    <a:pt x="900" y="27"/>
                  </a:lnTo>
                  <a:lnTo>
                    <a:pt x="900" y="27"/>
                  </a:lnTo>
                  <a:lnTo>
                    <a:pt x="848" y="26"/>
                  </a:lnTo>
                  <a:lnTo>
                    <a:pt x="796" y="24"/>
                  </a:lnTo>
                  <a:lnTo>
                    <a:pt x="694" y="26"/>
                  </a:lnTo>
                  <a:lnTo>
                    <a:pt x="642" y="27"/>
                  </a:lnTo>
                  <a:lnTo>
                    <a:pt x="590" y="27"/>
                  </a:lnTo>
                  <a:lnTo>
                    <a:pt x="536" y="26"/>
                  </a:lnTo>
                  <a:lnTo>
                    <a:pt x="483" y="22"/>
                  </a:lnTo>
                  <a:lnTo>
                    <a:pt x="483" y="22"/>
                  </a:lnTo>
                  <a:lnTo>
                    <a:pt x="487" y="24"/>
                  </a:lnTo>
                  <a:lnTo>
                    <a:pt x="493" y="27"/>
                  </a:lnTo>
                  <a:lnTo>
                    <a:pt x="493" y="27"/>
                  </a:lnTo>
                  <a:lnTo>
                    <a:pt x="489" y="29"/>
                  </a:lnTo>
                  <a:lnTo>
                    <a:pt x="484" y="27"/>
                  </a:lnTo>
                  <a:lnTo>
                    <a:pt x="477" y="26"/>
                  </a:lnTo>
                  <a:lnTo>
                    <a:pt x="477" y="26"/>
                  </a:lnTo>
                  <a:lnTo>
                    <a:pt x="448" y="24"/>
                  </a:lnTo>
                  <a:lnTo>
                    <a:pt x="418" y="26"/>
                  </a:lnTo>
                  <a:lnTo>
                    <a:pt x="359" y="29"/>
                  </a:lnTo>
                  <a:lnTo>
                    <a:pt x="302" y="33"/>
                  </a:lnTo>
                  <a:lnTo>
                    <a:pt x="248" y="38"/>
                  </a:lnTo>
                  <a:lnTo>
                    <a:pt x="248" y="38"/>
                  </a:lnTo>
                  <a:lnTo>
                    <a:pt x="240" y="44"/>
                  </a:lnTo>
                  <a:lnTo>
                    <a:pt x="231" y="50"/>
                  </a:lnTo>
                  <a:lnTo>
                    <a:pt x="217" y="64"/>
                  </a:lnTo>
                  <a:lnTo>
                    <a:pt x="193" y="90"/>
                  </a:lnTo>
                  <a:lnTo>
                    <a:pt x="193" y="90"/>
                  </a:lnTo>
                  <a:lnTo>
                    <a:pt x="188" y="106"/>
                  </a:lnTo>
                  <a:lnTo>
                    <a:pt x="185" y="123"/>
                  </a:lnTo>
                  <a:lnTo>
                    <a:pt x="181" y="138"/>
                  </a:lnTo>
                  <a:lnTo>
                    <a:pt x="175" y="155"/>
                  </a:lnTo>
                  <a:lnTo>
                    <a:pt x="175" y="155"/>
                  </a:lnTo>
                  <a:lnTo>
                    <a:pt x="171" y="275"/>
                  </a:lnTo>
                  <a:lnTo>
                    <a:pt x="170" y="336"/>
                  </a:lnTo>
                  <a:lnTo>
                    <a:pt x="170" y="400"/>
                  </a:lnTo>
                  <a:lnTo>
                    <a:pt x="171" y="463"/>
                  </a:lnTo>
                  <a:lnTo>
                    <a:pt x="172" y="526"/>
                  </a:lnTo>
                  <a:lnTo>
                    <a:pt x="177" y="588"/>
                  </a:lnTo>
                  <a:lnTo>
                    <a:pt x="182" y="648"/>
                  </a:lnTo>
                  <a:lnTo>
                    <a:pt x="182" y="648"/>
                  </a:lnTo>
                  <a:lnTo>
                    <a:pt x="189" y="676"/>
                  </a:lnTo>
                  <a:lnTo>
                    <a:pt x="198" y="705"/>
                  </a:lnTo>
                  <a:lnTo>
                    <a:pt x="208" y="731"/>
                  </a:lnTo>
                  <a:lnTo>
                    <a:pt x="219" y="755"/>
                  </a:lnTo>
                  <a:lnTo>
                    <a:pt x="231" y="779"/>
                  </a:lnTo>
                  <a:lnTo>
                    <a:pt x="245" y="799"/>
                  </a:lnTo>
                  <a:lnTo>
                    <a:pt x="254" y="808"/>
                  </a:lnTo>
                  <a:lnTo>
                    <a:pt x="262" y="817"/>
                  </a:lnTo>
                  <a:lnTo>
                    <a:pt x="271" y="824"/>
                  </a:lnTo>
                  <a:lnTo>
                    <a:pt x="281" y="831"/>
                  </a:lnTo>
                  <a:lnTo>
                    <a:pt x="281" y="831"/>
                  </a:lnTo>
                  <a:lnTo>
                    <a:pt x="302" y="837"/>
                  </a:lnTo>
                  <a:lnTo>
                    <a:pt x="321" y="841"/>
                  </a:lnTo>
                  <a:lnTo>
                    <a:pt x="363" y="846"/>
                  </a:lnTo>
                  <a:lnTo>
                    <a:pt x="408" y="849"/>
                  </a:lnTo>
                  <a:lnTo>
                    <a:pt x="453" y="851"/>
                  </a:lnTo>
                  <a:lnTo>
                    <a:pt x="498" y="851"/>
                  </a:lnTo>
                  <a:lnTo>
                    <a:pt x="543" y="849"/>
                  </a:lnTo>
                  <a:lnTo>
                    <a:pt x="632" y="848"/>
                  </a:lnTo>
                  <a:lnTo>
                    <a:pt x="632" y="848"/>
                  </a:lnTo>
                  <a:lnTo>
                    <a:pt x="791" y="849"/>
                  </a:lnTo>
                  <a:lnTo>
                    <a:pt x="948" y="852"/>
                  </a:lnTo>
                  <a:lnTo>
                    <a:pt x="1104" y="855"/>
                  </a:lnTo>
                  <a:lnTo>
                    <a:pt x="1259" y="859"/>
                  </a:lnTo>
                  <a:lnTo>
                    <a:pt x="1569" y="870"/>
                  </a:lnTo>
                  <a:lnTo>
                    <a:pt x="1883" y="883"/>
                  </a:lnTo>
                  <a:lnTo>
                    <a:pt x="1883" y="883"/>
                  </a:lnTo>
                  <a:lnTo>
                    <a:pt x="2019" y="889"/>
                  </a:lnTo>
                  <a:lnTo>
                    <a:pt x="2157" y="893"/>
                  </a:lnTo>
                  <a:lnTo>
                    <a:pt x="2296" y="896"/>
                  </a:lnTo>
                  <a:lnTo>
                    <a:pt x="2366" y="896"/>
                  </a:lnTo>
                  <a:lnTo>
                    <a:pt x="2436" y="894"/>
                  </a:lnTo>
                  <a:lnTo>
                    <a:pt x="2436" y="894"/>
                  </a:lnTo>
                  <a:lnTo>
                    <a:pt x="2516" y="893"/>
                  </a:lnTo>
                  <a:lnTo>
                    <a:pt x="2596" y="891"/>
                  </a:lnTo>
                  <a:lnTo>
                    <a:pt x="2637" y="890"/>
                  </a:lnTo>
                  <a:lnTo>
                    <a:pt x="2679" y="887"/>
                  </a:lnTo>
                  <a:lnTo>
                    <a:pt x="2720" y="883"/>
                  </a:lnTo>
                  <a:lnTo>
                    <a:pt x="2761" y="877"/>
                  </a:lnTo>
                  <a:lnTo>
                    <a:pt x="2761" y="877"/>
                  </a:lnTo>
                  <a:lnTo>
                    <a:pt x="2762" y="872"/>
                  </a:lnTo>
                  <a:lnTo>
                    <a:pt x="2765" y="868"/>
                  </a:lnTo>
                  <a:lnTo>
                    <a:pt x="2768" y="866"/>
                  </a:lnTo>
                  <a:lnTo>
                    <a:pt x="2771" y="863"/>
                  </a:lnTo>
                  <a:lnTo>
                    <a:pt x="2778" y="862"/>
                  </a:lnTo>
                  <a:lnTo>
                    <a:pt x="2785" y="862"/>
                  </a:lnTo>
                  <a:lnTo>
                    <a:pt x="2785" y="862"/>
                  </a:lnTo>
                  <a:close/>
                  <a:moveTo>
                    <a:pt x="1718" y="1039"/>
                  </a:moveTo>
                  <a:lnTo>
                    <a:pt x="1718" y="1039"/>
                  </a:lnTo>
                  <a:lnTo>
                    <a:pt x="1727" y="1025"/>
                  </a:lnTo>
                  <a:lnTo>
                    <a:pt x="1734" y="1012"/>
                  </a:lnTo>
                  <a:lnTo>
                    <a:pt x="1748" y="983"/>
                  </a:lnTo>
                  <a:lnTo>
                    <a:pt x="1763" y="955"/>
                  </a:lnTo>
                  <a:lnTo>
                    <a:pt x="1772" y="942"/>
                  </a:lnTo>
                  <a:lnTo>
                    <a:pt x="1781" y="929"/>
                  </a:lnTo>
                  <a:lnTo>
                    <a:pt x="1749" y="998"/>
                  </a:lnTo>
                  <a:lnTo>
                    <a:pt x="1749" y="998"/>
                  </a:lnTo>
                  <a:lnTo>
                    <a:pt x="1798" y="945"/>
                  </a:lnTo>
                  <a:lnTo>
                    <a:pt x="1824" y="921"/>
                  </a:lnTo>
                  <a:lnTo>
                    <a:pt x="1850" y="897"/>
                  </a:lnTo>
                  <a:lnTo>
                    <a:pt x="1850" y="897"/>
                  </a:lnTo>
                  <a:lnTo>
                    <a:pt x="1842" y="896"/>
                  </a:lnTo>
                  <a:lnTo>
                    <a:pt x="1831" y="896"/>
                  </a:lnTo>
                  <a:lnTo>
                    <a:pt x="1809" y="896"/>
                  </a:lnTo>
                  <a:lnTo>
                    <a:pt x="1809" y="896"/>
                  </a:lnTo>
                  <a:lnTo>
                    <a:pt x="1807" y="896"/>
                  </a:lnTo>
                  <a:lnTo>
                    <a:pt x="1804" y="897"/>
                  </a:lnTo>
                  <a:lnTo>
                    <a:pt x="1801" y="901"/>
                  </a:lnTo>
                  <a:lnTo>
                    <a:pt x="1800" y="907"/>
                  </a:lnTo>
                  <a:lnTo>
                    <a:pt x="1798" y="910"/>
                  </a:lnTo>
                  <a:lnTo>
                    <a:pt x="1795" y="912"/>
                  </a:lnTo>
                  <a:lnTo>
                    <a:pt x="1795" y="912"/>
                  </a:lnTo>
                  <a:lnTo>
                    <a:pt x="1794" y="910"/>
                  </a:lnTo>
                  <a:lnTo>
                    <a:pt x="1794" y="907"/>
                  </a:lnTo>
                  <a:lnTo>
                    <a:pt x="1795" y="901"/>
                  </a:lnTo>
                  <a:lnTo>
                    <a:pt x="1798" y="897"/>
                  </a:lnTo>
                  <a:lnTo>
                    <a:pt x="1798" y="896"/>
                  </a:lnTo>
                  <a:lnTo>
                    <a:pt x="1797" y="894"/>
                  </a:lnTo>
                  <a:lnTo>
                    <a:pt x="1797" y="894"/>
                  </a:lnTo>
                  <a:lnTo>
                    <a:pt x="1791" y="893"/>
                  </a:lnTo>
                  <a:lnTo>
                    <a:pt x="1783" y="893"/>
                  </a:lnTo>
                  <a:lnTo>
                    <a:pt x="1770" y="894"/>
                  </a:lnTo>
                  <a:lnTo>
                    <a:pt x="1770" y="894"/>
                  </a:lnTo>
                  <a:lnTo>
                    <a:pt x="1773" y="898"/>
                  </a:lnTo>
                  <a:lnTo>
                    <a:pt x="1772" y="903"/>
                  </a:lnTo>
                  <a:lnTo>
                    <a:pt x="1770" y="907"/>
                  </a:lnTo>
                  <a:lnTo>
                    <a:pt x="1769" y="911"/>
                  </a:lnTo>
                  <a:lnTo>
                    <a:pt x="1769" y="911"/>
                  </a:lnTo>
                  <a:lnTo>
                    <a:pt x="1739" y="952"/>
                  </a:lnTo>
                  <a:lnTo>
                    <a:pt x="1710" y="991"/>
                  </a:lnTo>
                  <a:lnTo>
                    <a:pt x="1682" y="1032"/>
                  </a:lnTo>
                  <a:lnTo>
                    <a:pt x="1668" y="1053"/>
                  </a:lnTo>
                  <a:lnTo>
                    <a:pt x="1655" y="1074"/>
                  </a:lnTo>
                  <a:lnTo>
                    <a:pt x="1655" y="1074"/>
                  </a:lnTo>
                  <a:lnTo>
                    <a:pt x="1673" y="1077"/>
                  </a:lnTo>
                  <a:lnTo>
                    <a:pt x="1691" y="1078"/>
                  </a:lnTo>
                  <a:lnTo>
                    <a:pt x="1710" y="1078"/>
                  </a:lnTo>
                  <a:lnTo>
                    <a:pt x="1728" y="1078"/>
                  </a:lnTo>
                  <a:lnTo>
                    <a:pt x="1745" y="1077"/>
                  </a:lnTo>
                  <a:lnTo>
                    <a:pt x="1760" y="1074"/>
                  </a:lnTo>
                  <a:lnTo>
                    <a:pt x="1774" y="1068"/>
                  </a:lnTo>
                  <a:lnTo>
                    <a:pt x="1784" y="1063"/>
                  </a:lnTo>
                  <a:lnTo>
                    <a:pt x="1784" y="1063"/>
                  </a:lnTo>
                  <a:lnTo>
                    <a:pt x="1783" y="1060"/>
                  </a:lnTo>
                  <a:lnTo>
                    <a:pt x="1784" y="1057"/>
                  </a:lnTo>
                  <a:lnTo>
                    <a:pt x="1786" y="1056"/>
                  </a:lnTo>
                  <a:lnTo>
                    <a:pt x="1788" y="1054"/>
                  </a:lnTo>
                  <a:lnTo>
                    <a:pt x="1790" y="1053"/>
                  </a:lnTo>
                  <a:lnTo>
                    <a:pt x="1793" y="1053"/>
                  </a:lnTo>
                  <a:lnTo>
                    <a:pt x="1794" y="1054"/>
                  </a:lnTo>
                  <a:lnTo>
                    <a:pt x="1793" y="1057"/>
                  </a:lnTo>
                  <a:lnTo>
                    <a:pt x="1793" y="1057"/>
                  </a:lnTo>
                  <a:lnTo>
                    <a:pt x="1788" y="1064"/>
                  </a:lnTo>
                  <a:lnTo>
                    <a:pt x="1783" y="1070"/>
                  </a:lnTo>
                  <a:lnTo>
                    <a:pt x="1772" y="1080"/>
                  </a:lnTo>
                  <a:lnTo>
                    <a:pt x="1822" y="1080"/>
                  </a:lnTo>
                  <a:lnTo>
                    <a:pt x="1822" y="1080"/>
                  </a:lnTo>
                  <a:lnTo>
                    <a:pt x="1832" y="1061"/>
                  </a:lnTo>
                  <a:lnTo>
                    <a:pt x="1843" y="1045"/>
                  </a:lnTo>
                  <a:lnTo>
                    <a:pt x="1866" y="1011"/>
                  </a:lnTo>
                  <a:lnTo>
                    <a:pt x="1866" y="1011"/>
                  </a:lnTo>
                  <a:lnTo>
                    <a:pt x="1866" y="1011"/>
                  </a:lnTo>
                  <a:lnTo>
                    <a:pt x="1870" y="1008"/>
                  </a:lnTo>
                  <a:lnTo>
                    <a:pt x="1873" y="1004"/>
                  </a:lnTo>
                  <a:lnTo>
                    <a:pt x="1878" y="993"/>
                  </a:lnTo>
                  <a:lnTo>
                    <a:pt x="1874" y="993"/>
                  </a:lnTo>
                  <a:lnTo>
                    <a:pt x="1874" y="993"/>
                  </a:lnTo>
                  <a:lnTo>
                    <a:pt x="1888" y="976"/>
                  </a:lnTo>
                  <a:lnTo>
                    <a:pt x="1901" y="957"/>
                  </a:lnTo>
                  <a:lnTo>
                    <a:pt x="1912" y="939"/>
                  </a:lnTo>
                  <a:lnTo>
                    <a:pt x="1923" y="921"/>
                  </a:lnTo>
                  <a:lnTo>
                    <a:pt x="1791" y="1049"/>
                  </a:lnTo>
                  <a:lnTo>
                    <a:pt x="1791" y="1049"/>
                  </a:lnTo>
                  <a:lnTo>
                    <a:pt x="1824" y="1009"/>
                  </a:lnTo>
                  <a:lnTo>
                    <a:pt x="1857" y="972"/>
                  </a:lnTo>
                  <a:lnTo>
                    <a:pt x="1892" y="936"/>
                  </a:lnTo>
                  <a:lnTo>
                    <a:pt x="1929" y="901"/>
                  </a:lnTo>
                  <a:lnTo>
                    <a:pt x="1929" y="901"/>
                  </a:lnTo>
                  <a:lnTo>
                    <a:pt x="1918" y="898"/>
                  </a:lnTo>
                  <a:lnTo>
                    <a:pt x="1905" y="898"/>
                  </a:lnTo>
                  <a:lnTo>
                    <a:pt x="1878" y="898"/>
                  </a:lnTo>
                  <a:lnTo>
                    <a:pt x="1878" y="898"/>
                  </a:lnTo>
                  <a:lnTo>
                    <a:pt x="1866" y="921"/>
                  </a:lnTo>
                  <a:lnTo>
                    <a:pt x="1853" y="943"/>
                  </a:lnTo>
                  <a:lnTo>
                    <a:pt x="1825" y="987"/>
                  </a:lnTo>
                  <a:lnTo>
                    <a:pt x="1825" y="987"/>
                  </a:lnTo>
                  <a:lnTo>
                    <a:pt x="1821" y="984"/>
                  </a:lnTo>
                  <a:lnTo>
                    <a:pt x="1818" y="984"/>
                  </a:lnTo>
                  <a:lnTo>
                    <a:pt x="1818" y="984"/>
                  </a:lnTo>
                  <a:lnTo>
                    <a:pt x="1818" y="984"/>
                  </a:lnTo>
                  <a:lnTo>
                    <a:pt x="1800" y="1011"/>
                  </a:lnTo>
                  <a:lnTo>
                    <a:pt x="1788" y="1023"/>
                  </a:lnTo>
                  <a:lnTo>
                    <a:pt x="1781" y="1032"/>
                  </a:lnTo>
                  <a:lnTo>
                    <a:pt x="1781" y="1032"/>
                  </a:lnTo>
                  <a:lnTo>
                    <a:pt x="1793" y="1014"/>
                  </a:lnTo>
                  <a:lnTo>
                    <a:pt x="1804" y="997"/>
                  </a:lnTo>
                  <a:lnTo>
                    <a:pt x="1817" y="980"/>
                  </a:lnTo>
                  <a:lnTo>
                    <a:pt x="1831" y="966"/>
                  </a:lnTo>
                  <a:lnTo>
                    <a:pt x="1829" y="962"/>
                  </a:lnTo>
                  <a:lnTo>
                    <a:pt x="1829" y="962"/>
                  </a:lnTo>
                  <a:lnTo>
                    <a:pt x="1838" y="949"/>
                  </a:lnTo>
                  <a:lnTo>
                    <a:pt x="1846" y="936"/>
                  </a:lnTo>
                  <a:lnTo>
                    <a:pt x="1854" y="922"/>
                  </a:lnTo>
                  <a:lnTo>
                    <a:pt x="1863" y="908"/>
                  </a:lnTo>
                  <a:lnTo>
                    <a:pt x="1863" y="908"/>
                  </a:lnTo>
                  <a:lnTo>
                    <a:pt x="1864" y="904"/>
                  </a:lnTo>
                  <a:lnTo>
                    <a:pt x="1863" y="903"/>
                  </a:lnTo>
                  <a:lnTo>
                    <a:pt x="1860" y="903"/>
                  </a:lnTo>
                  <a:lnTo>
                    <a:pt x="1856" y="905"/>
                  </a:lnTo>
                  <a:lnTo>
                    <a:pt x="1856" y="905"/>
                  </a:lnTo>
                  <a:lnTo>
                    <a:pt x="1818" y="941"/>
                  </a:lnTo>
                  <a:lnTo>
                    <a:pt x="1780" y="977"/>
                  </a:lnTo>
                  <a:lnTo>
                    <a:pt x="1745" y="1014"/>
                  </a:lnTo>
                  <a:lnTo>
                    <a:pt x="1711" y="1053"/>
                  </a:lnTo>
                  <a:lnTo>
                    <a:pt x="1711" y="1053"/>
                  </a:lnTo>
                  <a:lnTo>
                    <a:pt x="1711" y="1049"/>
                  </a:lnTo>
                  <a:lnTo>
                    <a:pt x="1711" y="1042"/>
                  </a:lnTo>
                  <a:lnTo>
                    <a:pt x="1711" y="1040"/>
                  </a:lnTo>
                  <a:lnTo>
                    <a:pt x="1713" y="1038"/>
                  </a:lnTo>
                  <a:lnTo>
                    <a:pt x="1714" y="1038"/>
                  </a:lnTo>
                  <a:lnTo>
                    <a:pt x="1718" y="1039"/>
                  </a:lnTo>
                  <a:lnTo>
                    <a:pt x="1718" y="1039"/>
                  </a:lnTo>
                  <a:close/>
                  <a:moveTo>
                    <a:pt x="231" y="993"/>
                  </a:moveTo>
                  <a:lnTo>
                    <a:pt x="231" y="993"/>
                  </a:lnTo>
                  <a:lnTo>
                    <a:pt x="236" y="990"/>
                  </a:lnTo>
                  <a:lnTo>
                    <a:pt x="240" y="986"/>
                  </a:lnTo>
                  <a:lnTo>
                    <a:pt x="248" y="974"/>
                  </a:lnTo>
                  <a:lnTo>
                    <a:pt x="257" y="964"/>
                  </a:lnTo>
                  <a:lnTo>
                    <a:pt x="261" y="959"/>
                  </a:lnTo>
                  <a:lnTo>
                    <a:pt x="267" y="955"/>
                  </a:lnTo>
                  <a:lnTo>
                    <a:pt x="267" y="955"/>
                  </a:lnTo>
                  <a:lnTo>
                    <a:pt x="260" y="967"/>
                  </a:lnTo>
                  <a:lnTo>
                    <a:pt x="254" y="977"/>
                  </a:lnTo>
                  <a:lnTo>
                    <a:pt x="248" y="988"/>
                  </a:lnTo>
                  <a:lnTo>
                    <a:pt x="244" y="994"/>
                  </a:lnTo>
                  <a:lnTo>
                    <a:pt x="237" y="1000"/>
                  </a:lnTo>
                  <a:lnTo>
                    <a:pt x="237" y="1000"/>
                  </a:lnTo>
                  <a:lnTo>
                    <a:pt x="245" y="1001"/>
                  </a:lnTo>
                  <a:lnTo>
                    <a:pt x="255" y="1002"/>
                  </a:lnTo>
                  <a:lnTo>
                    <a:pt x="275" y="1005"/>
                  </a:lnTo>
                  <a:lnTo>
                    <a:pt x="275" y="1005"/>
                  </a:lnTo>
                  <a:lnTo>
                    <a:pt x="286" y="984"/>
                  </a:lnTo>
                  <a:lnTo>
                    <a:pt x="300" y="966"/>
                  </a:lnTo>
                  <a:lnTo>
                    <a:pt x="316" y="950"/>
                  </a:lnTo>
                  <a:lnTo>
                    <a:pt x="333" y="936"/>
                  </a:lnTo>
                  <a:lnTo>
                    <a:pt x="320" y="941"/>
                  </a:lnTo>
                  <a:lnTo>
                    <a:pt x="317" y="942"/>
                  </a:lnTo>
                  <a:lnTo>
                    <a:pt x="316" y="946"/>
                  </a:lnTo>
                  <a:lnTo>
                    <a:pt x="317" y="942"/>
                  </a:lnTo>
                  <a:lnTo>
                    <a:pt x="320" y="941"/>
                  </a:lnTo>
                  <a:lnTo>
                    <a:pt x="320" y="941"/>
                  </a:lnTo>
                  <a:lnTo>
                    <a:pt x="323" y="934"/>
                  </a:lnTo>
                  <a:lnTo>
                    <a:pt x="327" y="927"/>
                  </a:lnTo>
                  <a:lnTo>
                    <a:pt x="335" y="915"/>
                  </a:lnTo>
                  <a:lnTo>
                    <a:pt x="344" y="903"/>
                  </a:lnTo>
                  <a:lnTo>
                    <a:pt x="348" y="896"/>
                  </a:lnTo>
                  <a:lnTo>
                    <a:pt x="351" y="889"/>
                  </a:lnTo>
                  <a:lnTo>
                    <a:pt x="271" y="962"/>
                  </a:lnTo>
                  <a:lnTo>
                    <a:pt x="271" y="962"/>
                  </a:lnTo>
                  <a:lnTo>
                    <a:pt x="279" y="948"/>
                  </a:lnTo>
                  <a:lnTo>
                    <a:pt x="289" y="935"/>
                  </a:lnTo>
                  <a:lnTo>
                    <a:pt x="300" y="922"/>
                  </a:lnTo>
                  <a:lnTo>
                    <a:pt x="312" y="910"/>
                  </a:lnTo>
                  <a:lnTo>
                    <a:pt x="323" y="900"/>
                  </a:lnTo>
                  <a:lnTo>
                    <a:pt x="335" y="889"/>
                  </a:lnTo>
                  <a:lnTo>
                    <a:pt x="362" y="870"/>
                  </a:lnTo>
                  <a:lnTo>
                    <a:pt x="362" y="870"/>
                  </a:lnTo>
                  <a:lnTo>
                    <a:pt x="365" y="869"/>
                  </a:lnTo>
                  <a:lnTo>
                    <a:pt x="369" y="870"/>
                  </a:lnTo>
                  <a:lnTo>
                    <a:pt x="371" y="872"/>
                  </a:lnTo>
                  <a:lnTo>
                    <a:pt x="371" y="877"/>
                  </a:lnTo>
                  <a:lnTo>
                    <a:pt x="371" y="877"/>
                  </a:lnTo>
                  <a:lnTo>
                    <a:pt x="363" y="893"/>
                  </a:lnTo>
                  <a:lnTo>
                    <a:pt x="354" y="907"/>
                  </a:lnTo>
                  <a:lnTo>
                    <a:pt x="344" y="920"/>
                  </a:lnTo>
                  <a:lnTo>
                    <a:pt x="333" y="929"/>
                  </a:lnTo>
                  <a:lnTo>
                    <a:pt x="337" y="929"/>
                  </a:lnTo>
                  <a:lnTo>
                    <a:pt x="292" y="1001"/>
                  </a:lnTo>
                  <a:lnTo>
                    <a:pt x="292" y="1001"/>
                  </a:lnTo>
                  <a:lnTo>
                    <a:pt x="290" y="1005"/>
                  </a:lnTo>
                  <a:lnTo>
                    <a:pt x="290" y="1009"/>
                  </a:lnTo>
                  <a:lnTo>
                    <a:pt x="292" y="1009"/>
                  </a:lnTo>
                  <a:lnTo>
                    <a:pt x="293" y="1009"/>
                  </a:lnTo>
                  <a:lnTo>
                    <a:pt x="296" y="1005"/>
                  </a:lnTo>
                  <a:lnTo>
                    <a:pt x="296" y="1005"/>
                  </a:lnTo>
                  <a:lnTo>
                    <a:pt x="297" y="1002"/>
                  </a:lnTo>
                  <a:lnTo>
                    <a:pt x="299" y="1001"/>
                  </a:lnTo>
                  <a:lnTo>
                    <a:pt x="300" y="1001"/>
                  </a:lnTo>
                  <a:lnTo>
                    <a:pt x="302" y="1002"/>
                  </a:lnTo>
                  <a:lnTo>
                    <a:pt x="303" y="1005"/>
                  </a:lnTo>
                  <a:lnTo>
                    <a:pt x="303" y="1009"/>
                  </a:lnTo>
                  <a:lnTo>
                    <a:pt x="303" y="1009"/>
                  </a:lnTo>
                  <a:lnTo>
                    <a:pt x="309" y="1012"/>
                  </a:lnTo>
                  <a:lnTo>
                    <a:pt x="314" y="1014"/>
                  </a:lnTo>
                  <a:lnTo>
                    <a:pt x="320" y="1015"/>
                  </a:lnTo>
                  <a:lnTo>
                    <a:pt x="327" y="1015"/>
                  </a:lnTo>
                  <a:lnTo>
                    <a:pt x="392" y="925"/>
                  </a:lnTo>
                  <a:lnTo>
                    <a:pt x="392" y="925"/>
                  </a:lnTo>
                  <a:lnTo>
                    <a:pt x="375" y="939"/>
                  </a:lnTo>
                  <a:lnTo>
                    <a:pt x="358" y="956"/>
                  </a:lnTo>
                  <a:lnTo>
                    <a:pt x="342" y="972"/>
                  </a:lnTo>
                  <a:lnTo>
                    <a:pt x="326" y="988"/>
                  </a:lnTo>
                  <a:lnTo>
                    <a:pt x="324" y="983"/>
                  </a:lnTo>
                  <a:lnTo>
                    <a:pt x="307" y="998"/>
                  </a:lnTo>
                  <a:lnTo>
                    <a:pt x="307" y="998"/>
                  </a:lnTo>
                  <a:lnTo>
                    <a:pt x="307" y="994"/>
                  </a:lnTo>
                  <a:lnTo>
                    <a:pt x="309" y="991"/>
                  </a:lnTo>
                  <a:lnTo>
                    <a:pt x="312" y="988"/>
                  </a:lnTo>
                  <a:lnTo>
                    <a:pt x="313" y="983"/>
                  </a:lnTo>
                  <a:lnTo>
                    <a:pt x="313" y="983"/>
                  </a:lnTo>
                  <a:lnTo>
                    <a:pt x="314" y="983"/>
                  </a:lnTo>
                  <a:lnTo>
                    <a:pt x="317" y="980"/>
                  </a:lnTo>
                  <a:lnTo>
                    <a:pt x="324" y="974"/>
                  </a:lnTo>
                  <a:lnTo>
                    <a:pt x="327" y="972"/>
                  </a:lnTo>
                  <a:lnTo>
                    <a:pt x="328" y="972"/>
                  </a:lnTo>
                  <a:lnTo>
                    <a:pt x="327" y="976"/>
                  </a:lnTo>
                  <a:lnTo>
                    <a:pt x="324" y="983"/>
                  </a:lnTo>
                  <a:lnTo>
                    <a:pt x="324" y="983"/>
                  </a:lnTo>
                  <a:lnTo>
                    <a:pt x="328" y="980"/>
                  </a:lnTo>
                  <a:lnTo>
                    <a:pt x="333" y="976"/>
                  </a:lnTo>
                  <a:lnTo>
                    <a:pt x="338" y="967"/>
                  </a:lnTo>
                  <a:lnTo>
                    <a:pt x="338" y="964"/>
                  </a:lnTo>
                  <a:lnTo>
                    <a:pt x="338" y="964"/>
                  </a:lnTo>
                  <a:lnTo>
                    <a:pt x="340" y="960"/>
                  </a:lnTo>
                  <a:lnTo>
                    <a:pt x="340" y="960"/>
                  </a:lnTo>
                  <a:lnTo>
                    <a:pt x="362" y="936"/>
                  </a:lnTo>
                  <a:lnTo>
                    <a:pt x="386" y="914"/>
                  </a:lnTo>
                  <a:lnTo>
                    <a:pt x="411" y="893"/>
                  </a:lnTo>
                  <a:lnTo>
                    <a:pt x="439" y="875"/>
                  </a:lnTo>
                  <a:lnTo>
                    <a:pt x="439" y="875"/>
                  </a:lnTo>
                  <a:lnTo>
                    <a:pt x="437" y="882"/>
                  </a:lnTo>
                  <a:lnTo>
                    <a:pt x="432" y="890"/>
                  </a:lnTo>
                  <a:lnTo>
                    <a:pt x="421" y="907"/>
                  </a:lnTo>
                  <a:lnTo>
                    <a:pt x="407" y="922"/>
                  </a:lnTo>
                  <a:lnTo>
                    <a:pt x="394" y="935"/>
                  </a:lnTo>
                  <a:lnTo>
                    <a:pt x="394" y="935"/>
                  </a:lnTo>
                  <a:lnTo>
                    <a:pt x="396" y="939"/>
                  </a:lnTo>
                  <a:lnTo>
                    <a:pt x="396" y="942"/>
                  </a:lnTo>
                  <a:lnTo>
                    <a:pt x="392" y="949"/>
                  </a:lnTo>
                  <a:lnTo>
                    <a:pt x="392" y="949"/>
                  </a:lnTo>
                  <a:lnTo>
                    <a:pt x="379" y="964"/>
                  </a:lnTo>
                  <a:lnTo>
                    <a:pt x="366" y="981"/>
                  </a:lnTo>
                  <a:lnTo>
                    <a:pt x="354" y="1000"/>
                  </a:lnTo>
                  <a:lnTo>
                    <a:pt x="342" y="1019"/>
                  </a:lnTo>
                  <a:lnTo>
                    <a:pt x="342" y="1019"/>
                  </a:lnTo>
                  <a:lnTo>
                    <a:pt x="349" y="1015"/>
                  </a:lnTo>
                  <a:lnTo>
                    <a:pt x="355" y="1011"/>
                  </a:lnTo>
                  <a:lnTo>
                    <a:pt x="359" y="1005"/>
                  </a:lnTo>
                  <a:lnTo>
                    <a:pt x="363" y="1000"/>
                  </a:lnTo>
                  <a:lnTo>
                    <a:pt x="372" y="988"/>
                  </a:lnTo>
                  <a:lnTo>
                    <a:pt x="376" y="984"/>
                  </a:lnTo>
                  <a:lnTo>
                    <a:pt x="383" y="979"/>
                  </a:lnTo>
                  <a:lnTo>
                    <a:pt x="383" y="979"/>
                  </a:lnTo>
                  <a:lnTo>
                    <a:pt x="383" y="981"/>
                  </a:lnTo>
                  <a:lnTo>
                    <a:pt x="382" y="986"/>
                  </a:lnTo>
                  <a:lnTo>
                    <a:pt x="378" y="991"/>
                  </a:lnTo>
                  <a:lnTo>
                    <a:pt x="373" y="997"/>
                  </a:lnTo>
                  <a:lnTo>
                    <a:pt x="372" y="1001"/>
                  </a:lnTo>
                  <a:lnTo>
                    <a:pt x="372" y="1005"/>
                  </a:lnTo>
                  <a:lnTo>
                    <a:pt x="372" y="1005"/>
                  </a:lnTo>
                  <a:lnTo>
                    <a:pt x="371" y="1007"/>
                  </a:lnTo>
                  <a:lnTo>
                    <a:pt x="368" y="1008"/>
                  </a:lnTo>
                  <a:lnTo>
                    <a:pt x="362" y="1014"/>
                  </a:lnTo>
                  <a:lnTo>
                    <a:pt x="361" y="1015"/>
                  </a:lnTo>
                  <a:lnTo>
                    <a:pt x="361" y="1018"/>
                  </a:lnTo>
                  <a:lnTo>
                    <a:pt x="362" y="1019"/>
                  </a:lnTo>
                  <a:lnTo>
                    <a:pt x="366" y="1022"/>
                  </a:lnTo>
                  <a:lnTo>
                    <a:pt x="366" y="1022"/>
                  </a:lnTo>
                  <a:lnTo>
                    <a:pt x="380" y="1025"/>
                  </a:lnTo>
                  <a:lnTo>
                    <a:pt x="394" y="1026"/>
                  </a:lnTo>
                  <a:lnTo>
                    <a:pt x="421" y="1029"/>
                  </a:lnTo>
                  <a:lnTo>
                    <a:pt x="421" y="1029"/>
                  </a:lnTo>
                  <a:lnTo>
                    <a:pt x="424" y="1018"/>
                  </a:lnTo>
                  <a:lnTo>
                    <a:pt x="430" y="1007"/>
                  </a:lnTo>
                  <a:lnTo>
                    <a:pt x="437" y="997"/>
                  </a:lnTo>
                  <a:lnTo>
                    <a:pt x="444" y="987"/>
                  </a:lnTo>
                  <a:lnTo>
                    <a:pt x="459" y="970"/>
                  </a:lnTo>
                  <a:lnTo>
                    <a:pt x="465" y="963"/>
                  </a:lnTo>
                  <a:lnTo>
                    <a:pt x="466" y="957"/>
                  </a:lnTo>
                  <a:lnTo>
                    <a:pt x="466" y="957"/>
                  </a:lnTo>
                  <a:lnTo>
                    <a:pt x="479" y="939"/>
                  </a:lnTo>
                  <a:lnTo>
                    <a:pt x="493" y="921"/>
                  </a:lnTo>
                  <a:lnTo>
                    <a:pt x="507" y="903"/>
                  </a:lnTo>
                  <a:lnTo>
                    <a:pt x="514" y="893"/>
                  </a:lnTo>
                  <a:lnTo>
                    <a:pt x="519" y="880"/>
                  </a:lnTo>
                  <a:lnTo>
                    <a:pt x="519" y="880"/>
                  </a:lnTo>
                  <a:lnTo>
                    <a:pt x="500" y="893"/>
                  </a:lnTo>
                  <a:lnTo>
                    <a:pt x="482" y="905"/>
                  </a:lnTo>
                  <a:lnTo>
                    <a:pt x="463" y="918"/>
                  </a:lnTo>
                  <a:lnTo>
                    <a:pt x="446" y="932"/>
                  </a:lnTo>
                  <a:lnTo>
                    <a:pt x="414" y="960"/>
                  </a:lnTo>
                  <a:lnTo>
                    <a:pt x="385" y="988"/>
                  </a:lnTo>
                  <a:lnTo>
                    <a:pt x="385" y="988"/>
                  </a:lnTo>
                  <a:lnTo>
                    <a:pt x="396" y="972"/>
                  </a:lnTo>
                  <a:lnTo>
                    <a:pt x="407" y="956"/>
                  </a:lnTo>
                  <a:lnTo>
                    <a:pt x="420" y="942"/>
                  </a:lnTo>
                  <a:lnTo>
                    <a:pt x="435" y="928"/>
                  </a:lnTo>
                  <a:lnTo>
                    <a:pt x="451" y="915"/>
                  </a:lnTo>
                  <a:lnTo>
                    <a:pt x="467" y="903"/>
                  </a:lnTo>
                  <a:lnTo>
                    <a:pt x="503" y="880"/>
                  </a:lnTo>
                  <a:lnTo>
                    <a:pt x="503" y="880"/>
                  </a:lnTo>
                  <a:lnTo>
                    <a:pt x="480" y="875"/>
                  </a:lnTo>
                  <a:lnTo>
                    <a:pt x="458" y="870"/>
                  </a:lnTo>
                  <a:lnTo>
                    <a:pt x="434" y="868"/>
                  </a:lnTo>
                  <a:lnTo>
                    <a:pt x="408" y="868"/>
                  </a:lnTo>
                  <a:lnTo>
                    <a:pt x="359" y="865"/>
                  </a:lnTo>
                  <a:lnTo>
                    <a:pt x="335" y="862"/>
                  </a:lnTo>
                  <a:lnTo>
                    <a:pt x="313" y="859"/>
                  </a:lnTo>
                  <a:lnTo>
                    <a:pt x="313" y="859"/>
                  </a:lnTo>
                  <a:lnTo>
                    <a:pt x="307" y="872"/>
                  </a:lnTo>
                  <a:lnTo>
                    <a:pt x="297" y="887"/>
                  </a:lnTo>
                  <a:lnTo>
                    <a:pt x="278" y="914"/>
                  </a:lnTo>
                  <a:lnTo>
                    <a:pt x="278" y="914"/>
                  </a:lnTo>
                  <a:lnTo>
                    <a:pt x="252" y="952"/>
                  </a:lnTo>
                  <a:lnTo>
                    <a:pt x="240" y="973"/>
                  </a:lnTo>
                  <a:lnTo>
                    <a:pt x="234" y="983"/>
                  </a:lnTo>
                  <a:lnTo>
                    <a:pt x="231" y="993"/>
                  </a:lnTo>
                  <a:lnTo>
                    <a:pt x="231" y="993"/>
                  </a:lnTo>
                  <a:close/>
                  <a:moveTo>
                    <a:pt x="992" y="986"/>
                  </a:moveTo>
                  <a:lnTo>
                    <a:pt x="992" y="986"/>
                  </a:lnTo>
                  <a:lnTo>
                    <a:pt x="1021" y="956"/>
                  </a:lnTo>
                  <a:lnTo>
                    <a:pt x="1037" y="942"/>
                  </a:lnTo>
                  <a:lnTo>
                    <a:pt x="1053" y="928"/>
                  </a:lnTo>
                  <a:lnTo>
                    <a:pt x="1070" y="914"/>
                  </a:lnTo>
                  <a:lnTo>
                    <a:pt x="1089" y="901"/>
                  </a:lnTo>
                  <a:lnTo>
                    <a:pt x="1110" y="890"/>
                  </a:lnTo>
                  <a:lnTo>
                    <a:pt x="1131" y="879"/>
                  </a:lnTo>
                  <a:lnTo>
                    <a:pt x="1131" y="879"/>
                  </a:lnTo>
                  <a:lnTo>
                    <a:pt x="1129" y="890"/>
                  </a:lnTo>
                  <a:lnTo>
                    <a:pt x="1127" y="901"/>
                  </a:lnTo>
                  <a:lnTo>
                    <a:pt x="1122" y="911"/>
                  </a:lnTo>
                  <a:lnTo>
                    <a:pt x="1115" y="921"/>
                  </a:lnTo>
                  <a:lnTo>
                    <a:pt x="1108" y="931"/>
                  </a:lnTo>
                  <a:lnTo>
                    <a:pt x="1101" y="938"/>
                  </a:lnTo>
                  <a:lnTo>
                    <a:pt x="1090" y="950"/>
                  </a:lnTo>
                  <a:lnTo>
                    <a:pt x="1093" y="949"/>
                  </a:lnTo>
                  <a:lnTo>
                    <a:pt x="1090" y="950"/>
                  </a:lnTo>
                  <a:lnTo>
                    <a:pt x="1090" y="950"/>
                  </a:lnTo>
                  <a:lnTo>
                    <a:pt x="1075" y="973"/>
                  </a:lnTo>
                  <a:lnTo>
                    <a:pt x="1056" y="998"/>
                  </a:lnTo>
                  <a:lnTo>
                    <a:pt x="1039" y="1022"/>
                  </a:lnTo>
                  <a:lnTo>
                    <a:pt x="1024" y="1046"/>
                  </a:lnTo>
                  <a:lnTo>
                    <a:pt x="1024" y="1046"/>
                  </a:lnTo>
                  <a:lnTo>
                    <a:pt x="1032" y="1045"/>
                  </a:lnTo>
                  <a:lnTo>
                    <a:pt x="1037" y="1043"/>
                  </a:lnTo>
                  <a:lnTo>
                    <a:pt x="1037" y="1042"/>
                  </a:lnTo>
                  <a:lnTo>
                    <a:pt x="1035" y="1042"/>
                  </a:lnTo>
                  <a:lnTo>
                    <a:pt x="1030" y="1043"/>
                  </a:lnTo>
                  <a:lnTo>
                    <a:pt x="1030" y="1043"/>
                  </a:lnTo>
                  <a:lnTo>
                    <a:pt x="1042" y="1032"/>
                  </a:lnTo>
                  <a:lnTo>
                    <a:pt x="1053" y="1019"/>
                  </a:lnTo>
                  <a:lnTo>
                    <a:pt x="1065" y="1007"/>
                  </a:lnTo>
                  <a:lnTo>
                    <a:pt x="1070" y="1002"/>
                  </a:lnTo>
                  <a:lnTo>
                    <a:pt x="1077" y="998"/>
                  </a:lnTo>
                  <a:lnTo>
                    <a:pt x="1082" y="994"/>
                  </a:lnTo>
                  <a:lnTo>
                    <a:pt x="1083" y="991"/>
                  </a:lnTo>
                  <a:lnTo>
                    <a:pt x="1083" y="991"/>
                  </a:lnTo>
                  <a:lnTo>
                    <a:pt x="1084" y="988"/>
                  </a:lnTo>
                  <a:lnTo>
                    <a:pt x="1084" y="986"/>
                  </a:lnTo>
                  <a:lnTo>
                    <a:pt x="1084" y="986"/>
                  </a:lnTo>
                  <a:lnTo>
                    <a:pt x="1094" y="974"/>
                  </a:lnTo>
                  <a:lnTo>
                    <a:pt x="1104" y="964"/>
                  </a:lnTo>
                  <a:lnTo>
                    <a:pt x="1125" y="943"/>
                  </a:lnTo>
                  <a:lnTo>
                    <a:pt x="1125" y="943"/>
                  </a:lnTo>
                  <a:lnTo>
                    <a:pt x="1143" y="927"/>
                  </a:lnTo>
                  <a:lnTo>
                    <a:pt x="1164" y="908"/>
                  </a:lnTo>
                  <a:lnTo>
                    <a:pt x="1176" y="900"/>
                  </a:lnTo>
                  <a:lnTo>
                    <a:pt x="1187" y="891"/>
                  </a:lnTo>
                  <a:lnTo>
                    <a:pt x="1200" y="886"/>
                  </a:lnTo>
                  <a:lnTo>
                    <a:pt x="1212" y="879"/>
                  </a:lnTo>
                  <a:lnTo>
                    <a:pt x="1212" y="879"/>
                  </a:lnTo>
                  <a:lnTo>
                    <a:pt x="1209" y="887"/>
                  </a:lnTo>
                  <a:lnTo>
                    <a:pt x="1205" y="896"/>
                  </a:lnTo>
                  <a:lnTo>
                    <a:pt x="1193" y="911"/>
                  </a:lnTo>
                  <a:lnTo>
                    <a:pt x="1181" y="924"/>
                  </a:lnTo>
                  <a:lnTo>
                    <a:pt x="1177" y="927"/>
                  </a:lnTo>
                  <a:lnTo>
                    <a:pt x="1174" y="927"/>
                  </a:lnTo>
                  <a:lnTo>
                    <a:pt x="1174" y="927"/>
                  </a:lnTo>
                  <a:lnTo>
                    <a:pt x="1173" y="927"/>
                  </a:lnTo>
                  <a:lnTo>
                    <a:pt x="1170" y="927"/>
                  </a:lnTo>
                  <a:lnTo>
                    <a:pt x="1167" y="929"/>
                  </a:lnTo>
                  <a:lnTo>
                    <a:pt x="1166" y="934"/>
                  </a:lnTo>
                  <a:lnTo>
                    <a:pt x="1166" y="938"/>
                  </a:lnTo>
                  <a:lnTo>
                    <a:pt x="1172" y="939"/>
                  </a:lnTo>
                  <a:lnTo>
                    <a:pt x="1172" y="939"/>
                  </a:lnTo>
                  <a:lnTo>
                    <a:pt x="1143" y="972"/>
                  </a:lnTo>
                  <a:lnTo>
                    <a:pt x="1131" y="988"/>
                  </a:lnTo>
                  <a:lnTo>
                    <a:pt x="1120" y="1007"/>
                  </a:lnTo>
                  <a:lnTo>
                    <a:pt x="1186" y="942"/>
                  </a:lnTo>
                  <a:lnTo>
                    <a:pt x="1186" y="942"/>
                  </a:lnTo>
                  <a:lnTo>
                    <a:pt x="1204" y="925"/>
                  </a:lnTo>
                  <a:lnTo>
                    <a:pt x="1225" y="907"/>
                  </a:lnTo>
                  <a:lnTo>
                    <a:pt x="1247" y="891"/>
                  </a:lnTo>
                  <a:lnTo>
                    <a:pt x="1259" y="886"/>
                  </a:lnTo>
                  <a:lnTo>
                    <a:pt x="1270" y="880"/>
                  </a:lnTo>
                  <a:lnTo>
                    <a:pt x="1270" y="880"/>
                  </a:lnTo>
                  <a:lnTo>
                    <a:pt x="1274" y="882"/>
                  </a:lnTo>
                  <a:lnTo>
                    <a:pt x="1278" y="883"/>
                  </a:lnTo>
                  <a:lnTo>
                    <a:pt x="1281" y="886"/>
                  </a:lnTo>
                  <a:lnTo>
                    <a:pt x="1281" y="887"/>
                  </a:lnTo>
                  <a:lnTo>
                    <a:pt x="1281" y="889"/>
                  </a:lnTo>
                  <a:lnTo>
                    <a:pt x="1198" y="1004"/>
                  </a:lnTo>
                  <a:lnTo>
                    <a:pt x="1198" y="1004"/>
                  </a:lnTo>
                  <a:lnTo>
                    <a:pt x="1214" y="986"/>
                  </a:lnTo>
                  <a:lnTo>
                    <a:pt x="1231" y="969"/>
                  </a:lnTo>
                  <a:lnTo>
                    <a:pt x="1247" y="953"/>
                  </a:lnTo>
                  <a:lnTo>
                    <a:pt x="1264" y="938"/>
                  </a:lnTo>
                  <a:lnTo>
                    <a:pt x="1283" y="922"/>
                  </a:lnTo>
                  <a:lnTo>
                    <a:pt x="1301" y="908"/>
                  </a:lnTo>
                  <a:lnTo>
                    <a:pt x="1319" y="896"/>
                  </a:lnTo>
                  <a:lnTo>
                    <a:pt x="1339" y="883"/>
                  </a:lnTo>
                  <a:lnTo>
                    <a:pt x="1339" y="883"/>
                  </a:lnTo>
                  <a:lnTo>
                    <a:pt x="1342" y="883"/>
                  </a:lnTo>
                  <a:lnTo>
                    <a:pt x="1343" y="883"/>
                  </a:lnTo>
                  <a:lnTo>
                    <a:pt x="1344" y="884"/>
                  </a:lnTo>
                  <a:lnTo>
                    <a:pt x="1346" y="887"/>
                  </a:lnTo>
                  <a:lnTo>
                    <a:pt x="1347" y="893"/>
                  </a:lnTo>
                  <a:lnTo>
                    <a:pt x="1347" y="896"/>
                  </a:lnTo>
                  <a:lnTo>
                    <a:pt x="1285" y="991"/>
                  </a:lnTo>
                  <a:lnTo>
                    <a:pt x="1285" y="991"/>
                  </a:lnTo>
                  <a:lnTo>
                    <a:pt x="1315" y="963"/>
                  </a:lnTo>
                  <a:lnTo>
                    <a:pt x="1344" y="935"/>
                  </a:lnTo>
                  <a:lnTo>
                    <a:pt x="1377" y="907"/>
                  </a:lnTo>
                  <a:lnTo>
                    <a:pt x="1394" y="894"/>
                  </a:lnTo>
                  <a:lnTo>
                    <a:pt x="1410" y="882"/>
                  </a:lnTo>
                  <a:lnTo>
                    <a:pt x="1410" y="882"/>
                  </a:lnTo>
                  <a:lnTo>
                    <a:pt x="1367" y="879"/>
                  </a:lnTo>
                  <a:lnTo>
                    <a:pt x="1323" y="877"/>
                  </a:lnTo>
                  <a:lnTo>
                    <a:pt x="1235" y="877"/>
                  </a:lnTo>
                  <a:lnTo>
                    <a:pt x="1149" y="877"/>
                  </a:lnTo>
                  <a:lnTo>
                    <a:pt x="1107" y="877"/>
                  </a:lnTo>
                  <a:lnTo>
                    <a:pt x="1065" y="877"/>
                  </a:lnTo>
                  <a:lnTo>
                    <a:pt x="1065" y="877"/>
                  </a:lnTo>
                  <a:lnTo>
                    <a:pt x="1059" y="889"/>
                  </a:lnTo>
                  <a:lnTo>
                    <a:pt x="1052" y="900"/>
                  </a:lnTo>
                  <a:lnTo>
                    <a:pt x="1035" y="922"/>
                  </a:lnTo>
                  <a:lnTo>
                    <a:pt x="1032" y="925"/>
                  </a:lnTo>
                  <a:lnTo>
                    <a:pt x="1032" y="925"/>
                  </a:lnTo>
                  <a:lnTo>
                    <a:pt x="1024" y="941"/>
                  </a:lnTo>
                  <a:lnTo>
                    <a:pt x="1013" y="956"/>
                  </a:lnTo>
                  <a:lnTo>
                    <a:pt x="992" y="986"/>
                  </a:lnTo>
                  <a:lnTo>
                    <a:pt x="992" y="986"/>
                  </a:lnTo>
                  <a:close/>
                  <a:moveTo>
                    <a:pt x="1617" y="898"/>
                  </a:moveTo>
                  <a:lnTo>
                    <a:pt x="1617" y="898"/>
                  </a:lnTo>
                  <a:lnTo>
                    <a:pt x="1593" y="917"/>
                  </a:lnTo>
                  <a:lnTo>
                    <a:pt x="1571" y="935"/>
                  </a:lnTo>
                  <a:lnTo>
                    <a:pt x="1548" y="953"/>
                  </a:lnTo>
                  <a:lnTo>
                    <a:pt x="1527" y="974"/>
                  </a:lnTo>
                  <a:lnTo>
                    <a:pt x="1507" y="994"/>
                  </a:lnTo>
                  <a:lnTo>
                    <a:pt x="1488" y="1016"/>
                  </a:lnTo>
                  <a:lnTo>
                    <a:pt x="1469" y="1039"/>
                  </a:lnTo>
                  <a:lnTo>
                    <a:pt x="1451" y="1063"/>
                  </a:lnTo>
                  <a:lnTo>
                    <a:pt x="1451" y="1063"/>
                  </a:lnTo>
                  <a:lnTo>
                    <a:pt x="1509" y="1066"/>
                  </a:lnTo>
                  <a:lnTo>
                    <a:pt x="1535" y="1067"/>
                  </a:lnTo>
                  <a:lnTo>
                    <a:pt x="1562" y="1066"/>
                  </a:lnTo>
                  <a:lnTo>
                    <a:pt x="1562" y="1066"/>
                  </a:lnTo>
                  <a:lnTo>
                    <a:pt x="1594" y="1026"/>
                  </a:lnTo>
                  <a:lnTo>
                    <a:pt x="1628" y="987"/>
                  </a:lnTo>
                  <a:lnTo>
                    <a:pt x="1645" y="967"/>
                  </a:lnTo>
                  <a:lnTo>
                    <a:pt x="1661" y="946"/>
                  </a:lnTo>
                  <a:lnTo>
                    <a:pt x="1675" y="925"/>
                  </a:lnTo>
                  <a:lnTo>
                    <a:pt x="1687" y="904"/>
                  </a:lnTo>
                  <a:lnTo>
                    <a:pt x="1687" y="904"/>
                  </a:lnTo>
                  <a:lnTo>
                    <a:pt x="1663" y="920"/>
                  </a:lnTo>
                  <a:lnTo>
                    <a:pt x="1639" y="936"/>
                  </a:lnTo>
                  <a:lnTo>
                    <a:pt x="1616" y="953"/>
                  </a:lnTo>
                  <a:lnTo>
                    <a:pt x="1594" y="973"/>
                  </a:lnTo>
                  <a:lnTo>
                    <a:pt x="1572" y="993"/>
                  </a:lnTo>
                  <a:lnTo>
                    <a:pt x="1552" y="1012"/>
                  </a:lnTo>
                  <a:lnTo>
                    <a:pt x="1533" y="1033"/>
                  </a:lnTo>
                  <a:lnTo>
                    <a:pt x="1513" y="1054"/>
                  </a:lnTo>
                  <a:lnTo>
                    <a:pt x="1513" y="1054"/>
                  </a:lnTo>
                  <a:lnTo>
                    <a:pt x="1541" y="1015"/>
                  </a:lnTo>
                  <a:lnTo>
                    <a:pt x="1571" y="974"/>
                  </a:lnTo>
                  <a:lnTo>
                    <a:pt x="1602" y="934"/>
                  </a:lnTo>
                  <a:lnTo>
                    <a:pt x="1632" y="891"/>
                  </a:lnTo>
                  <a:lnTo>
                    <a:pt x="1632" y="891"/>
                  </a:lnTo>
                  <a:lnTo>
                    <a:pt x="1617" y="898"/>
                  </a:lnTo>
                  <a:lnTo>
                    <a:pt x="1617" y="898"/>
                  </a:lnTo>
                  <a:close/>
                  <a:moveTo>
                    <a:pt x="2529" y="905"/>
                  </a:moveTo>
                  <a:lnTo>
                    <a:pt x="2529" y="905"/>
                  </a:lnTo>
                  <a:lnTo>
                    <a:pt x="2512" y="918"/>
                  </a:lnTo>
                  <a:lnTo>
                    <a:pt x="2495" y="931"/>
                  </a:lnTo>
                  <a:lnTo>
                    <a:pt x="2480" y="945"/>
                  </a:lnTo>
                  <a:lnTo>
                    <a:pt x="2464" y="959"/>
                  </a:lnTo>
                  <a:lnTo>
                    <a:pt x="2436" y="988"/>
                  </a:lnTo>
                  <a:lnTo>
                    <a:pt x="2422" y="1001"/>
                  </a:lnTo>
                  <a:lnTo>
                    <a:pt x="2407" y="1014"/>
                  </a:lnTo>
                  <a:lnTo>
                    <a:pt x="2407" y="1014"/>
                  </a:lnTo>
                  <a:lnTo>
                    <a:pt x="2393" y="1028"/>
                  </a:lnTo>
                  <a:lnTo>
                    <a:pt x="2380" y="1045"/>
                  </a:lnTo>
                  <a:lnTo>
                    <a:pt x="2369" y="1061"/>
                  </a:lnTo>
                  <a:lnTo>
                    <a:pt x="2356" y="1077"/>
                  </a:lnTo>
                  <a:lnTo>
                    <a:pt x="2356" y="1077"/>
                  </a:lnTo>
                  <a:lnTo>
                    <a:pt x="2388" y="1077"/>
                  </a:lnTo>
                  <a:lnTo>
                    <a:pt x="2419" y="1077"/>
                  </a:lnTo>
                  <a:lnTo>
                    <a:pt x="2480" y="1074"/>
                  </a:lnTo>
                  <a:lnTo>
                    <a:pt x="2480" y="1074"/>
                  </a:lnTo>
                  <a:lnTo>
                    <a:pt x="2498" y="1046"/>
                  </a:lnTo>
                  <a:lnTo>
                    <a:pt x="2518" y="1019"/>
                  </a:lnTo>
                  <a:lnTo>
                    <a:pt x="2557" y="966"/>
                  </a:lnTo>
                  <a:lnTo>
                    <a:pt x="2560" y="964"/>
                  </a:lnTo>
                  <a:lnTo>
                    <a:pt x="2563" y="962"/>
                  </a:lnTo>
                  <a:lnTo>
                    <a:pt x="2564" y="960"/>
                  </a:lnTo>
                  <a:lnTo>
                    <a:pt x="2567" y="957"/>
                  </a:lnTo>
                  <a:lnTo>
                    <a:pt x="2567" y="957"/>
                  </a:lnTo>
                  <a:lnTo>
                    <a:pt x="2568" y="953"/>
                  </a:lnTo>
                  <a:lnTo>
                    <a:pt x="2570" y="952"/>
                  </a:lnTo>
                  <a:lnTo>
                    <a:pt x="2571" y="952"/>
                  </a:lnTo>
                  <a:lnTo>
                    <a:pt x="2571" y="952"/>
                  </a:lnTo>
                  <a:lnTo>
                    <a:pt x="2573" y="948"/>
                  </a:lnTo>
                  <a:lnTo>
                    <a:pt x="2573" y="948"/>
                  </a:lnTo>
                  <a:lnTo>
                    <a:pt x="2575" y="942"/>
                  </a:lnTo>
                  <a:lnTo>
                    <a:pt x="2581" y="938"/>
                  </a:lnTo>
                  <a:lnTo>
                    <a:pt x="2585" y="935"/>
                  </a:lnTo>
                  <a:lnTo>
                    <a:pt x="2591" y="932"/>
                  </a:lnTo>
                  <a:lnTo>
                    <a:pt x="2591" y="932"/>
                  </a:lnTo>
                  <a:lnTo>
                    <a:pt x="2591" y="931"/>
                  </a:lnTo>
                  <a:lnTo>
                    <a:pt x="2591" y="928"/>
                  </a:lnTo>
                  <a:lnTo>
                    <a:pt x="2592" y="924"/>
                  </a:lnTo>
                  <a:lnTo>
                    <a:pt x="2592" y="920"/>
                  </a:lnTo>
                  <a:lnTo>
                    <a:pt x="2591" y="920"/>
                  </a:lnTo>
                  <a:lnTo>
                    <a:pt x="2589" y="921"/>
                  </a:lnTo>
                  <a:lnTo>
                    <a:pt x="2589" y="921"/>
                  </a:lnTo>
                  <a:lnTo>
                    <a:pt x="2554" y="949"/>
                  </a:lnTo>
                  <a:lnTo>
                    <a:pt x="2519" y="979"/>
                  </a:lnTo>
                  <a:lnTo>
                    <a:pt x="2487" y="1011"/>
                  </a:lnTo>
                  <a:lnTo>
                    <a:pt x="2456" y="1043"/>
                  </a:lnTo>
                  <a:lnTo>
                    <a:pt x="2456" y="1043"/>
                  </a:lnTo>
                  <a:lnTo>
                    <a:pt x="2450" y="1052"/>
                  </a:lnTo>
                  <a:lnTo>
                    <a:pt x="2445" y="1060"/>
                  </a:lnTo>
                  <a:lnTo>
                    <a:pt x="2440" y="1064"/>
                  </a:lnTo>
                  <a:lnTo>
                    <a:pt x="2436" y="1067"/>
                  </a:lnTo>
                  <a:lnTo>
                    <a:pt x="2431" y="1068"/>
                  </a:lnTo>
                  <a:lnTo>
                    <a:pt x="2424" y="1068"/>
                  </a:lnTo>
                  <a:lnTo>
                    <a:pt x="2424" y="1068"/>
                  </a:lnTo>
                  <a:lnTo>
                    <a:pt x="2443" y="1035"/>
                  </a:lnTo>
                  <a:lnTo>
                    <a:pt x="2464" y="1002"/>
                  </a:lnTo>
                  <a:lnTo>
                    <a:pt x="2487" y="972"/>
                  </a:lnTo>
                  <a:lnTo>
                    <a:pt x="2508" y="942"/>
                  </a:lnTo>
                  <a:lnTo>
                    <a:pt x="2508" y="942"/>
                  </a:lnTo>
                  <a:lnTo>
                    <a:pt x="2509" y="938"/>
                  </a:lnTo>
                  <a:lnTo>
                    <a:pt x="2512" y="934"/>
                  </a:lnTo>
                  <a:lnTo>
                    <a:pt x="2519" y="927"/>
                  </a:lnTo>
                  <a:lnTo>
                    <a:pt x="2522" y="924"/>
                  </a:lnTo>
                  <a:lnTo>
                    <a:pt x="2526" y="920"/>
                  </a:lnTo>
                  <a:lnTo>
                    <a:pt x="2528" y="912"/>
                  </a:lnTo>
                  <a:lnTo>
                    <a:pt x="2529" y="905"/>
                  </a:lnTo>
                  <a:lnTo>
                    <a:pt x="2529" y="905"/>
                  </a:lnTo>
                  <a:close/>
                  <a:moveTo>
                    <a:pt x="2329" y="969"/>
                  </a:moveTo>
                  <a:lnTo>
                    <a:pt x="2332" y="964"/>
                  </a:lnTo>
                  <a:lnTo>
                    <a:pt x="2334" y="962"/>
                  </a:lnTo>
                  <a:lnTo>
                    <a:pt x="2336" y="957"/>
                  </a:lnTo>
                  <a:lnTo>
                    <a:pt x="2336" y="957"/>
                  </a:lnTo>
                  <a:lnTo>
                    <a:pt x="2338" y="953"/>
                  </a:lnTo>
                  <a:lnTo>
                    <a:pt x="2339" y="952"/>
                  </a:lnTo>
                  <a:lnTo>
                    <a:pt x="2341" y="950"/>
                  </a:lnTo>
                  <a:lnTo>
                    <a:pt x="2341" y="950"/>
                  </a:lnTo>
                  <a:lnTo>
                    <a:pt x="2345" y="945"/>
                  </a:lnTo>
                  <a:lnTo>
                    <a:pt x="2350" y="939"/>
                  </a:lnTo>
                  <a:lnTo>
                    <a:pt x="2352" y="936"/>
                  </a:lnTo>
                  <a:lnTo>
                    <a:pt x="2353" y="932"/>
                  </a:lnTo>
                  <a:lnTo>
                    <a:pt x="2355" y="929"/>
                  </a:lnTo>
                  <a:lnTo>
                    <a:pt x="2353" y="927"/>
                  </a:lnTo>
                  <a:lnTo>
                    <a:pt x="2353" y="927"/>
                  </a:lnTo>
                  <a:lnTo>
                    <a:pt x="2314" y="962"/>
                  </a:lnTo>
                  <a:lnTo>
                    <a:pt x="2277" y="1000"/>
                  </a:lnTo>
                  <a:lnTo>
                    <a:pt x="2242" y="1039"/>
                  </a:lnTo>
                  <a:lnTo>
                    <a:pt x="2209" y="1081"/>
                  </a:lnTo>
                  <a:lnTo>
                    <a:pt x="2343" y="1077"/>
                  </a:lnTo>
                  <a:lnTo>
                    <a:pt x="2343" y="1077"/>
                  </a:lnTo>
                  <a:lnTo>
                    <a:pt x="2358" y="1050"/>
                  </a:lnTo>
                  <a:lnTo>
                    <a:pt x="2372" y="1026"/>
                  </a:lnTo>
                  <a:lnTo>
                    <a:pt x="2387" y="1004"/>
                  </a:lnTo>
                  <a:lnTo>
                    <a:pt x="2402" y="984"/>
                  </a:lnTo>
                  <a:lnTo>
                    <a:pt x="2405" y="984"/>
                  </a:lnTo>
                  <a:lnTo>
                    <a:pt x="2418" y="969"/>
                  </a:lnTo>
                  <a:lnTo>
                    <a:pt x="2418" y="969"/>
                  </a:lnTo>
                  <a:lnTo>
                    <a:pt x="2418" y="964"/>
                  </a:lnTo>
                  <a:lnTo>
                    <a:pt x="2418" y="964"/>
                  </a:lnTo>
                  <a:lnTo>
                    <a:pt x="2425" y="956"/>
                  </a:lnTo>
                  <a:lnTo>
                    <a:pt x="2429" y="950"/>
                  </a:lnTo>
                  <a:lnTo>
                    <a:pt x="2433" y="946"/>
                  </a:lnTo>
                  <a:lnTo>
                    <a:pt x="2433" y="946"/>
                  </a:lnTo>
                  <a:lnTo>
                    <a:pt x="2433" y="950"/>
                  </a:lnTo>
                  <a:lnTo>
                    <a:pt x="2432" y="952"/>
                  </a:lnTo>
                  <a:lnTo>
                    <a:pt x="2431" y="955"/>
                  </a:lnTo>
                  <a:lnTo>
                    <a:pt x="2429" y="957"/>
                  </a:lnTo>
                  <a:lnTo>
                    <a:pt x="2429" y="957"/>
                  </a:lnTo>
                  <a:lnTo>
                    <a:pt x="2432" y="957"/>
                  </a:lnTo>
                  <a:lnTo>
                    <a:pt x="2435" y="956"/>
                  </a:lnTo>
                  <a:lnTo>
                    <a:pt x="2436" y="953"/>
                  </a:lnTo>
                  <a:lnTo>
                    <a:pt x="2438" y="950"/>
                  </a:lnTo>
                  <a:lnTo>
                    <a:pt x="2438" y="950"/>
                  </a:lnTo>
                  <a:lnTo>
                    <a:pt x="2439" y="943"/>
                  </a:lnTo>
                  <a:lnTo>
                    <a:pt x="2442" y="936"/>
                  </a:lnTo>
                  <a:lnTo>
                    <a:pt x="2446" y="929"/>
                  </a:lnTo>
                  <a:lnTo>
                    <a:pt x="2449" y="921"/>
                  </a:lnTo>
                  <a:lnTo>
                    <a:pt x="2449" y="921"/>
                  </a:lnTo>
                  <a:lnTo>
                    <a:pt x="2402" y="956"/>
                  </a:lnTo>
                  <a:lnTo>
                    <a:pt x="2356" y="993"/>
                  </a:lnTo>
                  <a:lnTo>
                    <a:pt x="2334" y="1011"/>
                  </a:lnTo>
                  <a:lnTo>
                    <a:pt x="2311" y="1031"/>
                  </a:lnTo>
                  <a:lnTo>
                    <a:pt x="2291" y="1052"/>
                  </a:lnTo>
                  <a:lnTo>
                    <a:pt x="2272" y="1073"/>
                  </a:lnTo>
                  <a:lnTo>
                    <a:pt x="2272" y="1073"/>
                  </a:lnTo>
                  <a:lnTo>
                    <a:pt x="2270" y="1074"/>
                  </a:lnTo>
                  <a:lnTo>
                    <a:pt x="2270" y="1073"/>
                  </a:lnTo>
                  <a:lnTo>
                    <a:pt x="2269" y="1068"/>
                  </a:lnTo>
                  <a:lnTo>
                    <a:pt x="2268" y="1064"/>
                  </a:lnTo>
                  <a:lnTo>
                    <a:pt x="2269" y="1060"/>
                  </a:lnTo>
                  <a:lnTo>
                    <a:pt x="2269" y="1060"/>
                  </a:lnTo>
                  <a:lnTo>
                    <a:pt x="2282" y="1036"/>
                  </a:lnTo>
                  <a:lnTo>
                    <a:pt x="2296" y="1014"/>
                  </a:lnTo>
                  <a:lnTo>
                    <a:pt x="2327" y="970"/>
                  </a:lnTo>
                  <a:lnTo>
                    <a:pt x="2329" y="969"/>
                  </a:lnTo>
                  <a:close/>
                  <a:moveTo>
                    <a:pt x="1899" y="1078"/>
                  </a:moveTo>
                  <a:lnTo>
                    <a:pt x="1899" y="1078"/>
                  </a:lnTo>
                  <a:lnTo>
                    <a:pt x="1904" y="1078"/>
                  </a:lnTo>
                  <a:lnTo>
                    <a:pt x="1908" y="1075"/>
                  </a:lnTo>
                  <a:lnTo>
                    <a:pt x="1911" y="1074"/>
                  </a:lnTo>
                  <a:lnTo>
                    <a:pt x="1912" y="1071"/>
                  </a:lnTo>
                  <a:lnTo>
                    <a:pt x="1916" y="1066"/>
                  </a:lnTo>
                  <a:lnTo>
                    <a:pt x="1918" y="1064"/>
                  </a:lnTo>
                  <a:lnTo>
                    <a:pt x="1919" y="1064"/>
                  </a:lnTo>
                  <a:lnTo>
                    <a:pt x="1919" y="1064"/>
                  </a:lnTo>
                  <a:lnTo>
                    <a:pt x="1922" y="1066"/>
                  </a:lnTo>
                  <a:lnTo>
                    <a:pt x="1923" y="1067"/>
                  </a:lnTo>
                  <a:lnTo>
                    <a:pt x="1923" y="1068"/>
                  </a:lnTo>
                  <a:lnTo>
                    <a:pt x="1922" y="1071"/>
                  </a:lnTo>
                  <a:lnTo>
                    <a:pt x="1912" y="1080"/>
                  </a:lnTo>
                  <a:lnTo>
                    <a:pt x="1912" y="1080"/>
                  </a:lnTo>
                  <a:lnTo>
                    <a:pt x="1919" y="1078"/>
                  </a:lnTo>
                  <a:lnTo>
                    <a:pt x="1926" y="1080"/>
                  </a:lnTo>
                  <a:lnTo>
                    <a:pt x="1942" y="1081"/>
                  </a:lnTo>
                  <a:lnTo>
                    <a:pt x="1954" y="1081"/>
                  </a:lnTo>
                  <a:lnTo>
                    <a:pt x="1960" y="1080"/>
                  </a:lnTo>
                  <a:lnTo>
                    <a:pt x="1963" y="1078"/>
                  </a:lnTo>
                  <a:lnTo>
                    <a:pt x="1963" y="1078"/>
                  </a:lnTo>
                  <a:lnTo>
                    <a:pt x="2032" y="994"/>
                  </a:lnTo>
                  <a:lnTo>
                    <a:pt x="2067" y="953"/>
                  </a:lnTo>
                  <a:lnTo>
                    <a:pt x="2099" y="910"/>
                  </a:lnTo>
                  <a:lnTo>
                    <a:pt x="2099" y="910"/>
                  </a:lnTo>
                  <a:lnTo>
                    <a:pt x="2084" y="915"/>
                  </a:lnTo>
                  <a:lnTo>
                    <a:pt x="2076" y="918"/>
                  </a:lnTo>
                  <a:lnTo>
                    <a:pt x="2071" y="922"/>
                  </a:lnTo>
                  <a:lnTo>
                    <a:pt x="1923" y="1057"/>
                  </a:lnTo>
                  <a:lnTo>
                    <a:pt x="1923" y="1057"/>
                  </a:lnTo>
                  <a:lnTo>
                    <a:pt x="1958" y="1018"/>
                  </a:lnTo>
                  <a:lnTo>
                    <a:pt x="1995" y="979"/>
                  </a:lnTo>
                  <a:lnTo>
                    <a:pt x="2034" y="942"/>
                  </a:lnTo>
                  <a:lnTo>
                    <a:pt x="2055" y="925"/>
                  </a:lnTo>
                  <a:lnTo>
                    <a:pt x="2075" y="908"/>
                  </a:lnTo>
                  <a:lnTo>
                    <a:pt x="2075" y="908"/>
                  </a:lnTo>
                  <a:lnTo>
                    <a:pt x="2064" y="905"/>
                  </a:lnTo>
                  <a:lnTo>
                    <a:pt x="2053" y="904"/>
                  </a:lnTo>
                  <a:lnTo>
                    <a:pt x="2029" y="905"/>
                  </a:lnTo>
                  <a:lnTo>
                    <a:pt x="2029" y="905"/>
                  </a:lnTo>
                  <a:lnTo>
                    <a:pt x="2023" y="915"/>
                  </a:lnTo>
                  <a:lnTo>
                    <a:pt x="2016" y="924"/>
                  </a:lnTo>
                  <a:lnTo>
                    <a:pt x="2010" y="932"/>
                  </a:lnTo>
                  <a:lnTo>
                    <a:pt x="2005" y="941"/>
                  </a:lnTo>
                  <a:lnTo>
                    <a:pt x="2003" y="943"/>
                  </a:lnTo>
                  <a:lnTo>
                    <a:pt x="2003" y="943"/>
                  </a:lnTo>
                  <a:lnTo>
                    <a:pt x="1978" y="977"/>
                  </a:lnTo>
                  <a:lnTo>
                    <a:pt x="1951" y="1009"/>
                  </a:lnTo>
                  <a:lnTo>
                    <a:pt x="1925" y="1043"/>
                  </a:lnTo>
                  <a:lnTo>
                    <a:pt x="1899" y="1078"/>
                  </a:lnTo>
                  <a:lnTo>
                    <a:pt x="1899" y="1078"/>
                  </a:lnTo>
                  <a:close/>
                  <a:moveTo>
                    <a:pt x="248" y="839"/>
                  </a:moveTo>
                  <a:lnTo>
                    <a:pt x="248" y="839"/>
                  </a:lnTo>
                  <a:lnTo>
                    <a:pt x="243" y="858"/>
                  </a:lnTo>
                  <a:lnTo>
                    <a:pt x="234" y="877"/>
                  </a:lnTo>
                  <a:lnTo>
                    <a:pt x="224" y="894"/>
                  </a:lnTo>
                  <a:lnTo>
                    <a:pt x="213" y="912"/>
                  </a:lnTo>
                  <a:lnTo>
                    <a:pt x="191" y="945"/>
                  </a:lnTo>
                  <a:lnTo>
                    <a:pt x="168" y="977"/>
                  </a:lnTo>
                  <a:lnTo>
                    <a:pt x="168" y="977"/>
                  </a:lnTo>
                  <a:lnTo>
                    <a:pt x="177" y="970"/>
                  </a:lnTo>
                  <a:lnTo>
                    <a:pt x="184" y="963"/>
                  </a:lnTo>
                  <a:lnTo>
                    <a:pt x="189" y="956"/>
                  </a:lnTo>
                  <a:lnTo>
                    <a:pt x="198" y="949"/>
                  </a:lnTo>
                  <a:lnTo>
                    <a:pt x="203" y="943"/>
                  </a:lnTo>
                  <a:lnTo>
                    <a:pt x="203" y="943"/>
                  </a:lnTo>
                  <a:lnTo>
                    <a:pt x="203" y="945"/>
                  </a:lnTo>
                  <a:lnTo>
                    <a:pt x="203" y="948"/>
                  </a:lnTo>
                  <a:lnTo>
                    <a:pt x="200" y="949"/>
                  </a:lnTo>
                  <a:lnTo>
                    <a:pt x="198" y="949"/>
                  </a:lnTo>
                  <a:lnTo>
                    <a:pt x="198" y="949"/>
                  </a:lnTo>
                  <a:lnTo>
                    <a:pt x="196" y="955"/>
                  </a:lnTo>
                  <a:lnTo>
                    <a:pt x="193" y="960"/>
                  </a:lnTo>
                  <a:lnTo>
                    <a:pt x="188" y="970"/>
                  </a:lnTo>
                  <a:lnTo>
                    <a:pt x="170" y="987"/>
                  </a:lnTo>
                  <a:lnTo>
                    <a:pt x="170" y="987"/>
                  </a:lnTo>
                  <a:lnTo>
                    <a:pt x="181" y="991"/>
                  </a:lnTo>
                  <a:lnTo>
                    <a:pt x="193" y="995"/>
                  </a:lnTo>
                  <a:lnTo>
                    <a:pt x="202" y="995"/>
                  </a:lnTo>
                  <a:lnTo>
                    <a:pt x="206" y="995"/>
                  </a:lnTo>
                  <a:lnTo>
                    <a:pt x="208" y="994"/>
                  </a:lnTo>
                  <a:lnTo>
                    <a:pt x="208" y="994"/>
                  </a:lnTo>
                  <a:lnTo>
                    <a:pt x="229" y="963"/>
                  </a:lnTo>
                  <a:lnTo>
                    <a:pt x="250" y="932"/>
                  </a:lnTo>
                  <a:lnTo>
                    <a:pt x="293" y="875"/>
                  </a:lnTo>
                  <a:lnTo>
                    <a:pt x="293" y="875"/>
                  </a:lnTo>
                  <a:lnTo>
                    <a:pt x="271" y="891"/>
                  </a:lnTo>
                  <a:lnTo>
                    <a:pt x="250" y="910"/>
                  </a:lnTo>
                  <a:lnTo>
                    <a:pt x="229" y="929"/>
                  </a:lnTo>
                  <a:lnTo>
                    <a:pt x="209" y="948"/>
                  </a:lnTo>
                  <a:lnTo>
                    <a:pt x="209" y="948"/>
                  </a:lnTo>
                  <a:lnTo>
                    <a:pt x="219" y="935"/>
                  </a:lnTo>
                  <a:lnTo>
                    <a:pt x="229" y="921"/>
                  </a:lnTo>
                  <a:lnTo>
                    <a:pt x="238" y="908"/>
                  </a:lnTo>
                  <a:lnTo>
                    <a:pt x="251" y="896"/>
                  </a:lnTo>
                  <a:lnTo>
                    <a:pt x="262" y="884"/>
                  </a:lnTo>
                  <a:lnTo>
                    <a:pt x="276" y="873"/>
                  </a:lnTo>
                  <a:lnTo>
                    <a:pt x="290" y="863"/>
                  </a:lnTo>
                  <a:lnTo>
                    <a:pt x="304" y="853"/>
                  </a:lnTo>
                  <a:lnTo>
                    <a:pt x="304" y="853"/>
                  </a:lnTo>
                  <a:lnTo>
                    <a:pt x="267" y="842"/>
                  </a:lnTo>
                  <a:lnTo>
                    <a:pt x="248" y="837"/>
                  </a:lnTo>
                  <a:lnTo>
                    <a:pt x="240" y="832"/>
                  </a:lnTo>
                  <a:lnTo>
                    <a:pt x="233" y="827"/>
                  </a:lnTo>
                  <a:lnTo>
                    <a:pt x="233" y="827"/>
                  </a:lnTo>
                  <a:lnTo>
                    <a:pt x="230" y="832"/>
                  </a:lnTo>
                  <a:lnTo>
                    <a:pt x="226" y="838"/>
                  </a:lnTo>
                  <a:lnTo>
                    <a:pt x="216" y="848"/>
                  </a:lnTo>
                  <a:lnTo>
                    <a:pt x="205" y="858"/>
                  </a:lnTo>
                  <a:lnTo>
                    <a:pt x="200" y="862"/>
                  </a:lnTo>
                  <a:lnTo>
                    <a:pt x="196" y="868"/>
                  </a:lnTo>
                  <a:lnTo>
                    <a:pt x="200" y="869"/>
                  </a:lnTo>
                  <a:lnTo>
                    <a:pt x="200" y="869"/>
                  </a:lnTo>
                  <a:lnTo>
                    <a:pt x="200" y="872"/>
                  </a:lnTo>
                  <a:lnTo>
                    <a:pt x="199" y="875"/>
                  </a:lnTo>
                  <a:lnTo>
                    <a:pt x="140" y="960"/>
                  </a:lnTo>
                  <a:lnTo>
                    <a:pt x="140" y="960"/>
                  </a:lnTo>
                  <a:lnTo>
                    <a:pt x="146" y="959"/>
                  </a:lnTo>
                  <a:lnTo>
                    <a:pt x="150" y="956"/>
                  </a:lnTo>
                  <a:lnTo>
                    <a:pt x="160" y="949"/>
                  </a:lnTo>
                  <a:lnTo>
                    <a:pt x="164" y="946"/>
                  </a:lnTo>
                  <a:lnTo>
                    <a:pt x="168" y="945"/>
                  </a:lnTo>
                  <a:lnTo>
                    <a:pt x="172" y="945"/>
                  </a:lnTo>
                  <a:lnTo>
                    <a:pt x="175" y="946"/>
                  </a:lnTo>
                  <a:lnTo>
                    <a:pt x="175" y="946"/>
                  </a:lnTo>
                  <a:lnTo>
                    <a:pt x="195" y="922"/>
                  </a:lnTo>
                  <a:lnTo>
                    <a:pt x="215" y="896"/>
                  </a:lnTo>
                  <a:lnTo>
                    <a:pt x="231" y="868"/>
                  </a:lnTo>
                  <a:lnTo>
                    <a:pt x="248" y="839"/>
                  </a:lnTo>
                  <a:lnTo>
                    <a:pt x="248" y="839"/>
                  </a:lnTo>
                  <a:close/>
                  <a:moveTo>
                    <a:pt x="2275" y="962"/>
                  </a:moveTo>
                  <a:lnTo>
                    <a:pt x="2276" y="960"/>
                  </a:lnTo>
                  <a:lnTo>
                    <a:pt x="2276" y="960"/>
                  </a:lnTo>
                  <a:lnTo>
                    <a:pt x="2283" y="950"/>
                  </a:lnTo>
                  <a:lnTo>
                    <a:pt x="2289" y="939"/>
                  </a:lnTo>
                  <a:lnTo>
                    <a:pt x="2293" y="929"/>
                  </a:lnTo>
                  <a:lnTo>
                    <a:pt x="2297" y="917"/>
                  </a:lnTo>
                  <a:lnTo>
                    <a:pt x="2297" y="917"/>
                  </a:lnTo>
                  <a:lnTo>
                    <a:pt x="2289" y="921"/>
                  </a:lnTo>
                  <a:lnTo>
                    <a:pt x="2282" y="925"/>
                  </a:lnTo>
                  <a:lnTo>
                    <a:pt x="2282" y="925"/>
                  </a:lnTo>
                  <a:lnTo>
                    <a:pt x="2241" y="960"/>
                  </a:lnTo>
                  <a:lnTo>
                    <a:pt x="2200" y="998"/>
                  </a:lnTo>
                  <a:lnTo>
                    <a:pt x="2162" y="1038"/>
                  </a:lnTo>
                  <a:lnTo>
                    <a:pt x="2124" y="1080"/>
                  </a:lnTo>
                  <a:lnTo>
                    <a:pt x="2124" y="1080"/>
                  </a:lnTo>
                  <a:lnTo>
                    <a:pt x="2144" y="1081"/>
                  </a:lnTo>
                  <a:lnTo>
                    <a:pt x="2161" y="1081"/>
                  </a:lnTo>
                  <a:lnTo>
                    <a:pt x="2178" y="1080"/>
                  </a:lnTo>
                  <a:lnTo>
                    <a:pt x="2193" y="1080"/>
                  </a:lnTo>
                  <a:lnTo>
                    <a:pt x="2193" y="1080"/>
                  </a:lnTo>
                  <a:lnTo>
                    <a:pt x="2210" y="1054"/>
                  </a:lnTo>
                  <a:lnTo>
                    <a:pt x="2227" y="1029"/>
                  </a:lnTo>
                  <a:lnTo>
                    <a:pt x="2244" y="1005"/>
                  </a:lnTo>
                  <a:lnTo>
                    <a:pt x="2263" y="981"/>
                  </a:lnTo>
                  <a:lnTo>
                    <a:pt x="2263" y="977"/>
                  </a:lnTo>
                  <a:lnTo>
                    <a:pt x="2275" y="962"/>
                  </a:lnTo>
                  <a:close/>
                  <a:moveTo>
                    <a:pt x="444" y="1031"/>
                  </a:moveTo>
                  <a:lnTo>
                    <a:pt x="489" y="1033"/>
                  </a:lnTo>
                  <a:lnTo>
                    <a:pt x="489" y="1033"/>
                  </a:lnTo>
                  <a:lnTo>
                    <a:pt x="501" y="1011"/>
                  </a:lnTo>
                  <a:lnTo>
                    <a:pt x="515" y="990"/>
                  </a:lnTo>
                  <a:lnTo>
                    <a:pt x="546" y="950"/>
                  </a:lnTo>
                  <a:lnTo>
                    <a:pt x="546" y="950"/>
                  </a:lnTo>
                  <a:lnTo>
                    <a:pt x="546" y="949"/>
                  </a:lnTo>
                  <a:lnTo>
                    <a:pt x="590" y="893"/>
                  </a:lnTo>
                  <a:lnTo>
                    <a:pt x="590" y="893"/>
                  </a:lnTo>
                  <a:lnTo>
                    <a:pt x="573" y="903"/>
                  </a:lnTo>
                  <a:lnTo>
                    <a:pt x="556" y="915"/>
                  </a:lnTo>
                  <a:lnTo>
                    <a:pt x="539" y="931"/>
                  </a:lnTo>
                  <a:lnTo>
                    <a:pt x="522" y="946"/>
                  </a:lnTo>
                  <a:lnTo>
                    <a:pt x="522" y="946"/>
                  </a:lnTo>
                  <a:lnTo>
                    <a:pt x="501" y="966"/>
                  </a:lnTo>
                  <a:lnTo>
                    <a:pt x="491" y="974"/>
                  </a:lnTo>
                  <a:lnTo>
                    <a:pt x="490" y="974"/>
                  </a:lnTo>
                  <a:lnTo>
                    <a:pt x="490" y="974"/>
                  </a:lnTo>
                  <a:lnTo>
                    <a:pt x="494" y="970"/>
                  </a:lnTo>
                  <a:lnTo>
                    <a:pt x="487" y="966"/>
                  </a:lnTo>
                  <a:lnTo>
                    <a:pt x="487" y="966"/>
                  </a:lnTo>
                  <a:lnTo>
                    <a:pt x="505" y="946"/>
                  </a:lnTo>
                  <a:lnTo>
                    <a:pt x="525" y="928"/>
                  </a:lnTo>
                  <a:lnTo>
                    <a:pt x="566" y="891"/>
                  </a:lnTo>
                  <a:lnTo>
                    <a:pt x="531" y="886"/>
                  </a:lnTo>
                  <a:lnTo>
                    <a:pt x="531" y="886"/>
                  </a:lnTo>
                  <a:lnTo>
                    <a:pt x="511" y="918"/>
                  </a:lnTo>
                  <a:lnTo>
                    <a:pt x="489" y="948"/>
                  </a:lnTo>
                  <a:lnTo>
                    <a:pt x="466" y="977"/>
                  </a:lnTo>
                  <a:lnTo>
                    <a:pt x="444" y="1008"/>
                  </a:lnTo>
                  <a:lnTo>
                    <a:pt x="444" y="1008"/>
                  </a:lnTo>
                  <a:lnTo>
                    <a:pt x="442" y="1011"/>
                  </a:lnTo>
                  <a:lnTo>
                    <a:pt x="444" y="1011"/>
                  </a:lnTo>
                  <a:lnTo>
                    <a:pt x="448" y="1009"/>
                  </a:lnTo>
                  <a:lnTo>
                    <a:pt x="452" y="1008"/>
                  </a:lnTo>
                  <a:lnTo>
                    <a:pt x="458" y="1007"/>
                  </a:lnTo>
                  <a:lnTo>
                    <a:pt x="458" y="1007"/>
                  </a:lnTo>
                  <a:lnTo>
                    <a:pt x="452" y="1012"/>
                  </a:lnTo>
                  <a:lnTo>
                    <a:pt x="446" y="1018"/>
                  </a:lnTo>
                  <a:lnTo>
                    <a:pt x="445" y="1021"/>
                  </a:lnTo>
                  <a:lnTo>
                    <a:pt x="444" y="1023"/>
                  </a:lnTo>
                  <a:lnTo>
                    <a:pt x="442" y="1026"/>
                  </a:lnTo>
                  <a:lnTo>
                    <a:pt x="444" y="1031"/>
                  </a:lnTo>
                  <a:lnTo>
                    <a:pt x="444" y="1031"/>
                  </a:lnTo>
                  <a:close/>
                  <a:moveTo>
                    <a:pt x="1486" y="903"/>
                  </a:moveTo>
                  <a:lnTo>
                    <a:pt x="1486" y="903"/>
                  </a:lnTo>
                  <a:lnTo>
                    <a:pt x="1438" y="936"/>
                  </a:lnTo>
                  <a:lnTo>
                    <a:pt x="1416" y="953"/>
                  </a:lnTo>
                  <a:lnTo>
                    <a:pt x="1395" y="972"/>
                  </a:lnTo>
                  <a:lnTo>
                    <a:pt x="1374" y="991"/>
                  </a:lnTo>
                  <a:lnTo>
                    <a:pt x="1354" y="1012"/>
                  </a:lnTo>
                  <a:lnTo>
                    <a:pt x="1335" y="1035"/>
                  </a:lnTo>
                  <a:lnTo>
                    <a:pt x="1318" y="1059"/>
                  </a:lnTo>
                  <a:lnTo>
                    <a:pt x="1318" y="1059"/>
                  </a:lnTo>
                  <a:lnTo>
                    <a:pt x="1335" y="1061"/>
                  </a:lnTo>
                  <a:lnTo>
                    <a:pt x="1350" y="1063"/>
                  </a:lnTo>
                  <a:lnTo>
                    <a:pt x="1364" y="1063"/>
                  </a:lnTo>
                  <a:lnTo>
                    <a:pt x="1368" y="1061"/>
                  </a:lnTo>
                  <a:lnTo>
                    <a:pt x="1372" y="1059"/>
                  </a:lnTo>
                  <a:lnTo>
                    <a:pt x="1372" y="1059"/>
                  </a:lnTo>
                  <a:lnTo>
                    <a:pt x="1387" y="1039"/>
                  </a:lnTo>
                  <a:lnTo>
                    <a:pt x="1401" y="1019"/>
                  </a:lnTo>
                  <a:lnTo>
                    <a:pt x="1433" y="980"/>
                  </a:lnTo>
                  <a:lnTo>
                    <a:pt x="1464" y="942"/>
                  </a:lnTo>
                  <a:lnTo>
                    <a:pt x="1478" y="922"/>
                  </a:lnTo>
                  <a:lnTo>
                    <a:pt x="1490" y="903"/>
                  </a:lnTo>
                  <a:lnTo>
                    <a:pt x="1490" y="903"/>
                  </a:lnTo>
                  <a:lnTo>
                    <a:pt x="1488" y="903"/>
                  </a:lnTo>
                  <a:lnTo>
                    <a:pt x="1486" y="903"/>
                  </a:lnTo>
                  <a:lnTo>
                    <a:pt x="1486" y="903"/>
                  </a:lnTo>
                  <a:close/>
                  <a:moveTo>
                    <a:pt x="505" y="866"/>
                  </a:moveTo>
                  <a:lnTo>
                    <a:pt x="505" y="866"/>
                  </a:lnTo>
                  <a:lnTo>
                    <a:pt x="529" y="872"/>
                  </a:lnTo>
                  <a:lnTo>
                    <a:pt x="556" y="876"/>
                  </a:lnTo>
                  <a:lnTo>
                    <a:pt x="609" y="882"/>
                  </a:lnTo>
                  <a:lnTo>
                    <a:pt x="664" y="884"/>
                  </a:lnTo>
                  <a:lnTo>
                    <a:pt x="722" y="884"/>
                  </a:lnTo>
                  <a:lnTo>
                    <a:pt x="779" y="883"/>
                  </a:lnTo>
                  <a:lnTo>
                    <a:pt x="837" y="879"/>
                  </a:lnTo>
                  <a:lnTo>
                    <a:pt x="893" y="875"/>
                  </a:lnTo>
                  <a:lnTo>
                    <a:pt x="948" y="869"/>
                  </a:lnTo>
                  <a:lnTo>
                    <a:pt x="948" y="869"/>
                  </a:lnTo>
                  <a:lnTo>
                    <a:pt x="869" y="866"/>
                  </a:lnTo>
                  <a:lnTo>
                    <a:pt x="792" y="863"/>
                  </a:lnTo>
                  <a:lnTo>
                    <a:pt x="713" y="860"/>
                  </a:lnTo>
                  <a:lnTo>
                    <a:pt x="674" y="860"/>
                  </a:lnTo>
                  <a:lnTo>
                    <a:pt x="633" y="862"/>
                  </a:lnTo>
                  <a:lnTo>
                    <a:pt x="633" y="862"/>
                  </a:lnTo>
                  <a:lnTo>
                    <a:pt x="570" y="863"/>
                  </a:lnTo>
                  <a:lnTo>
                    <a:pt x="538" y="865"/>
                  </a:lnTo>
                  <a:lnTo>
                    <a:pt x="505" y="866"/>
                  </a:lnTo>
                  <a:lnTo>
                    <a:pt x="505" y="866"/>
                  </a:lnTo>
                  <a:close/>
                  <a:moveTo>
                    <a:pt x="2050" y="1008"/>
                  </a:moveTo>
                  <a:lnTo>
                    <a:pt x="2050" y="1008"/>
                  </a:lnTo>
                  <a:lnTo>
                    <a:pt x="2016" y="1042"/>
                  </a:lnTo>
                  <a:lnTo>
                    <a:pt x="1999" y="1059"/>
                  </a:lnTo>
                  <a:lnTo>
                    <a:pt x="1984" y="1077"/>
                  </a:lnTo>
                  <a:lnTo>
                    <a:pt x="1984" y="1077"/>
                  </a:lnTo>
                  <a:lnTo>
                    <a:pt x="1991" y="1080"/>
                  </a:lnTo>
                  <a:lnTo>
                    <a:pt x="1998" y="1081"/>
                  </a:lnTo>
                  <a:lnTo>
                    <a:pt x="2005" y="1081"/>
                  </a:lnTo>
                  <a:lnTo>
                    <a:pt x="2012" y="1081"/>
                  </a:lnTo>
                  <a:lnTo>
                    <a:pt x="2027" y="1080"/>
                  </a:lnTo>
                  <a:lnTo>
                    <a:pt x="2034" y="1080"/>
                  </a:lnTo>
                  <a:lnTo>
                    <a:pt x="2041" y="1081"/>
                  </a:lnTo>
                  <a:lnTo>
                    <a:pt x="2041" y="1081"/>
                  </a:lnTo>
                  <a:lnTo>
                    <a:pt x="2071" y="1040"/>
                  </a:lnTo>
                  <a:lnTo>
                    <a:pt x="2102" y="1001"/>
                  </a:lnTo>
                  <a:lnTo>
                    <a:pt x="2166" y="918"/>
                  </a:lnTo>
                  <a:lnTo>
                    <a:pt x="2166" y="918"/>
                  </a:lnTo>
                  <a:lnTo>
                    <a:pt x="2166" y="917"/>
                  </a:lnTo>
                  <a:lnTo>
                    <a:pt x="2165" y="912"/>
                  </a:lnTo>
                  <a:lnTo>
                    <a:pt x="2162" y="910"/>
                  </a:lnTo>
                  <a:lnTo>
                    <a:pt x="2161" y="910"/>
                  </a:lnTo>
                  <a:lnTo>
                    <a:pt x="2159" y="910"/>
                  </a:lnTo>
                  <a:lnTo>
                    <a:pt x="2159" y="910"/>
                  </a:lnTo>
                  <a:lnTo>
                    <a:pt x="2130" y="935"/>
                  </a:lnTo>
                  <a:lnTo>
                    <a:pt x="2102" y="959"/>
                  </a:lnTo>
                  <a:lnTo>
                    <a:pt x="2075" y="984"/>
                  </a:lnTo>
                  <a:lnTo>
                    <a:pt x="2050" y="1008"/>
                  </a:lnTo>
                  <a:lnTo>
                    <a:pt x="2050" y="1008"/>
                  </a:lnTo>
                  <a:close/>
                  <a:moveTo>
                    <a:pt x="1558" y="893"/>
                  </a:moveTo>
                  <a:lnTo>
                    <a:pt x="1558" y="893"/>
                  </a:lnTo>
                  <a:lnTo>
                    <a:pt x="1533" y="911"/>
                  </a:lnTo>
                  <a:lnTo>
                    <a:pt x="1507" y="929"/>
                  </a:lnTo>
                  <a:lnTo>
                    <a:pt x="1485" y="949"/>
                  </a:lnTo>
                  <a:lnTo>
                    <a:pt x="1462" y="970"/>
                  </a:lnTo>
                  <a:lnTo>
                    <a:pt x="1443" y="991"/>
                  </a:lnTo>
                  <a:lnTo>
                    <a:pt x="1423" y="1014"/>
                  </a:lnTo>
                  <a:lnTo>
                    <a:pt x="1405" y="1038"/>
                  </a:lnTo>
                  <a:lnTo>
                    <a:pt x="1388" y="1061"/>
                  </a:lnTo>
                  <a:lnTo>
                    <a:pt x="1388" y="1061"/>
                  </a:lnTo>
                  <a:lnTo>
                    <a:pt x="1416" y="1063"/>
                  </a:lnTo>
                  <a:lnTo>
                    <a:pt x="1430" y="1064"/>
                  </a:lnTo>
                  <a:lnTo>
                    <a:pt x="1436" y="1063"/>
                  </a:lnTo>
                  <a:lnTo>
                    <a:pt x="1438" y="1061"/>
                  </a:lnTo>
                  <a:lnTo>
                    <a:pt x="1513" y="962"/>
                  </a:lnTo>
                  <a:lnTo>
                    <a:pt x="1513" y="962"/>
                  </a:lnTo>
                  <a:lnTo>
                    <a:pt x="1535" y="931"/>
                  </a:lnTo>
                  <a:lnTo>
                    <a:pt x="1548" y="914"/>
                  </a:lnTo>
                  <a:lnTo>
                    <a:pt x="1552" y="904"/>
                  </a:lnTo>
                  <a:lnTo>
                    <a:pt x="1558" y="893"/>
                  </a:lnTo>
                  <a:lnTo>
                    <a:pt x="1558" y="893"/>
                  </a:lnTo>
                  <a:close/>
                  <a:moveTo>
                    <a:pt x="2788" y="931"/>
                  </a:moveTo>
                  <a:lnTo>
                    <a:pt x="2788" y="931"/>
                  </a:lnTo>
                  <a:lnTo>
                    <a:pt x="2786" y="929"/>
                  </a:lnTo>
                  <a:lnTo>
                    <a:pt x="2786" y="927"/>
                  </a:lnTo>
                  <a:lnTo>
                    <a:pt x="2788" y="924"/>
                  </a:lnTo>
                  <a:lnTo>
                    <a:pt x="2790" y="922"/>
                  </a:lnTo>
                  <a:lnTo>
                    <a:pt x="2796" y="921"/>
                  </a:lnTo>
                  <a:lnTo>
                    <a:pt x="2796" y="921"/>
                  </a:lnTo>
                  <a:lnTo>
                    <a:pt x="2796" y="915"/>
                  </a:lnTo>
                  <a:lnTo>
                    <a:pt x="2799" y="911"/>
                  </a:lnTo>
                  <a:lnTo>
                    <a:pt x="2806" y="903"/>
                  </a:lnTo>
                  <a:lnTo>
                    <a:pt x="2814" y="893"/>
                  </a:lnTo>
                  <a:lnTo>
                    <a:pt x="2818" y="886"/>
                  </a:lnTo>
                  <a:lnTo>
                    <a:pt x="2821" y="879"/>
                  </a:lnTo>
                  <a:lnTo>
                    <a:pt x="2821" y="879"/>
                  </a:lnTo>
                  <a:lnTo>
                    <a:pt x="2793" y="898"/>
                  </a:lnTo>
                  <a:lnTo>
                    <a:pt x="2765" y="918"/>
                  </a:lnTo>
                  <a:lnTo>
                    <a:pt x="2740" y="939"/>
                  </a:lnTo>
                  <a:lnTo>
                    <a:pt x="2714" y="962"/>
                  </a:lnTo>
                  <a:lnTo>
                    <a:pt x="2692" y="984"/>
                  </a:lnTo>
                  <a:lnTo>
                    <a:pt x="2669" y="1009"/>
                  </a:lnTo>
                  <a:lnTo>
                    <a:pt x="2648" y="1035"/>
                  </a:lnTo>
                  <a:lnTo>
                    <a:pt x="2629" y="1060"/>
                  </a:lnTo>
                  <a:lnTo>
                    <a:pt x="2629" y="1060"/>
                  </a:lnTo>
                  <a:lnTo>
                    <a:pt x="2647" y="1057"/>
                  </a:lnTo>
                  <a:lnTo>
                    <a:pt x="2662" y="1053"/>
                  </a:lnTo>
                  <a:lnTo>
                    <a:pt x="2677" y="1047"/>
                  </a:lnTo>
                  <a:lnTo>
                    <a:pt x="2689" y="1043"/>
                  </a:lnTo>
                  <a:lnTo>
                    <a:pt x="2776" y="941"/>
                  </a:lnTo>
                  <a:lnTo>
                    <a:pt x="2776" y="941"/>
                  </a:lnTo>
                  <a:lnTo>
                    <a:pt x="2780" y="939"/>
                  </a:lnTo>
                  <a:lnTo>
                    <a:pt x="2785" y="938"/>
                  </a:lnTo>
                  <a:lnTo>
                    <a:pt x="2788" y="935"/>
                  </a:lnTo>
                  <a:lnTo>
                    <a:pt x="2788" y="931"/>
                  </a:lnTo>
                  <a:lnTo>
                    <a:pt x="2788" y="931"/>
                  </a:lnTo>
                  <a:close/>
                  <a:moveTo>
                    <a:pt x="1167" y="1049"/>
                  </a:moveTo>
                  <a:lnTo>
                    <a:pt x="1167" y="1049"/>
                  </a:lnTo>
                  <a:lnTo>
                    <a:pt x="1181" y="1053"/>
                  </a:lnTo>
                  <a:lnTo>
                    <a:pt x="1197" y="1056"/>
                  </a:lnTo>
                  <a:lnTo>
                    <a:pt x="1211" y="1057"/>
                  </a:lnTo>
                  <a:lnTo>
                    <a:pt x="1223" y="1057"/>
                  </a:lnTo>
                  <a:lnTo>
                    <a:pt x="1223" y="1057"/>
                  </a:lnTo>
                  <a:lnTo>
                    <a:pt x="1249" y="1021"/>
                  </a:lnTo>
                  <a:lnTo>
                    <a:pt x="1274" y="986"/>
                  </a:lnTo>
                  <a:lnTo>
                    <a:pt x="1323" y="915"/>
                  </a:lnTo>
                  <a:lnTo>
                    <a:pt x="1323" y="915"/>
                  </a:lnTo>
                  <a:lnTo>
                    <a:pt x="1329" y="907"/>
                  </a:lnTo>
                  <a:lnTo>
                    <a:pt x="1330" y="903"/>
                  </a:lnTo>
                  <a:lnTo>
                    <a:pt x="1332" y="897"/>
                  </a:lnTo>
                  <a:lnTo>
                    <a:pt x="1332" y="897"/>
                  </a:lnTo>
                  <a:lnTo>
                    <a:pt x="1315" y="908"/>
                  </a:lnTo>
                  <a:lnTo>
                    <a:pt x="1298" y="921"/>
                  </a:lnTo>
                  <a:lnTo>
                    <a:pt x="1283" y="934"/>
                  </a:lnTo>
                  <a:lnTo>
                    <a:pt x="1267" y="948"/>
                  </a:lnTo>
                  <a:lnTo>
                    <a:pt x="1239" y="976"/>
                  </a:lnTo>
                  <a:lnTo>
                    <a:pt x="1211" y="1007"/>
                  </a:lnTo>
                  <a:lnTo>
                    <a:pt x="1208" y="1000"/>
                  </a:lnTo>
                  <a:lnTo>
                    <a:pt x="1208" y="1000"/>
                  </a:lnTo>
                  <a:lnTo>
                    <a:pt x="1198" y="1011"/>
                  </a:lnTo>
                  <a:lnTo>
                    <a:pt x="1188" y="1023"/>
                  </a:lnTo>
                  <a:lnTo>
                    <a:pt x="1179" y="1036"/>
                  </a:lnTo>
                  <a:lnTo>
                    <a:pt x="1167" y="1049"/>
                  </a:lnTo>
                  <a:lnTo>
                    <a:pt x="1167" y="1049"/>
                  </a:lnTo>
                  <a:close/>
                  <a:moveTo>
                    <a:pt x="1263" y="1026"/>
                  </a:moveTo>
                  <a:lnTo>
                    <a:pt x="1263" y="1026"/>
                  </a:lnTo>
                  <a:lnTo>
                    <a:pt x="1259" y="1032"/>
                  </a:lnTo>
                  <a:lnTo>
                    <a:pt x="1253" y="1040"/>
                  </a:lnTo>
                  <a:lnTo>
                    <a:pt x="1250" y="1050"/>
                  </a:lnTo>
                  <a:lnTo>
                    <a:pt x="1250" y="1054"/>
                  </a:lnTo>
                  <a:lnTo>
                    <a:pt x="1250" y="1060"/>
                  </a:lnTo>
                  <a:lnTo>
                    <a:pt x="1250" y="1060"/>
                  </a:lnTo>
                  <a:lnTo>
                    <a:pt x="1266" y="1059"/>
                  </a:lnTo>
                  <a:lnTo>
                    <a:pt x="1281" y="1060"/>
                  </a:lnTo>
                  <a:lnTo>
                    <a:pt x="1304" y="1061"/>
                  </a:lnTo>
                  <a:lnTo>
                    <a:pt x="1304" y="1061"/>
                  </a:lnTo>
                  <a:lnTo>
                    <a:pt x="1313" y="1040"/>
                  </a:lnTo>
                  <a:lnTo>
                    <a:pt x="1326" y="1021"/>
                  </a:lnTo>
                  <a:lnTo>
                    <a:pt x="1351" y="980"/>
                  </a:lnTo>
                  <a:lnTo>
                    <a:pt x="1377" y="943"/>
                  </a:lnTo>
                  <a:lnTo>
                    <a:pt x="1403" y="910"/>
                  </a:lnTo>
                  <a:lnTo>
                    <a:pt x="1403" y="910"/>
                  </a:lnTo>
                  <a:lnTo>
                    <a:pt x="1405" y="907"/>
                  </a:lnTo>
                  <a:lnTo>
                    <a:pt x="1405" y="904"/>
                  </a:lnTo>
                  <a:lnTo>
                    <a:pt x="1403" y="898"/>
                  </a:lnTo>
                  <a:lnTo>
                    <a:pt x="1403" y="898"/>
                  </a:lnTo>
                  <a:lnTo>
                    <a:pt x="1367" y="929"/>
                  </a:lnTo>
                  <a:lnTo>
                    <a:pt x="1330" y="962"/>
                  </a:lnTo>
                  <a:lnTo>
                    <a:pt x="1294" y="994"/>
                  </a:lnTo>
                  <a:lnTo>
                    <a:pt x="1263" y="1026"/>
                  </a:lnTo>
                  <a:lnTo>
                    <a:pt x="1263" y="1026"/>
                  </a:lnTo>
                  <a:close/>
                  <a:moveTo>
                    <a:pt x="1104" y="904"/>
                  </a:moveTo>
                  <a:lnTo>
                    <a:pt x="1104" y="904"/>
                  </a:lnTo>
                  <a:lnTo>
                    <a:pt x="1082" y="920"/>
                  </a:lnTo>
                  <a:lnTo>
                    <a:pt x="1062" y="936"/>
                  </a:lnTo>
                  <a:lnTo>
                    <a:pt x="1041" y="953"/>
                  </a:lnTo>
                  <a:lnTo>
                    <a:pt x="1021" y="970"/>
                  </a:lnTo>
                  <a:lnTo>
                    <a:pt x="1003" y="988"/>
                  </a:lnTo>
                  <a:lnTo>
                    <a:pt x="985" y="1007"/>
                  </a:lnTo>
                  <a:lnTo>
                    <a:pt x="966" y="1026"/>
                  </a:lnTo>
                  <a:lnTo>
                    <a:pt x="949" y="1046"/>
                  </a:lnTo>
                  <a:lnTo>
                    <a:pt x="949" y="1046"/>
                  </a:lnTo>
                  <a:lnTo>
                    <a:pt x="964" y="1047"/>
                  </a:lnTo>
                  <a:lnTo>
                    <a:pt x="978" y="1047"/>
                  </a:lnTo>
                  <a:lnTo>
                    <a:pt x="1010" y="1047"/>
                  </a:lnTo>
                  <a:lnTo>
                    <a:pt x="1010" y="1047"/>
                  </a:lnTo>
                  <a:lnTo>
                    <a:pt x="1011" y="1046"/>
                  </a:lnTo>
                  <a:lnTo>
                    <a:pt x="1014" y="1045"/>
                  </a:lnTo>
                  <a:lnTo>
                    <a:pt x="1017" y="1039"/>
                  </a:lnTo>
                  <a:lnTo>
                    <a:pt x="1020" y="1032"/>
                  </a:lnTo>
                  <a:lnTo>
                    <a:pt x="1024" y="1026"/>
                  </a:lnTo>
                  <a:lnTo>
                    <a:pt x="1024" y="1026"/>
                  </a:lnTo>
                  <a:lnTo>
                    <a:pt x="1069" y="964"/>
                  </a:lnTo>
                  <a:lnTo>
                    <a:pt x="1091" y="934"/>
                  </a:lnTo>
                  <a:lnTo>
                    <a:pt x="1110" y="903"/>
                  </a:lnTo>
                  <a:lnTo>
                    <a:pt x="1110" y="903"/>
                  </a:lnTo>
                  <a:lnTo>
                    <a:pt x="1105" y="903"/>
                  </a:lnTo>
                  <a:lnTo>
                    <a:pt x="1104" y="904"/>
                  </a:lnTo>
                  <a:lnTo>
                    <a:pt x="1104" y="904"/>
                  </a:lnTo>
                  <a:close/>
                  <a:moveTo>
                    <a:pt x="1107" y="1032"/>
                  </a:moveTo>
                  <a:lnTo>
                    <a:pt x="1107" y="1032"/>
                  </a:lnTo>
                  <a:lnTo>
                    <a:pt x="1103" y="1033"/>
                  </a:lnTo>
                  <a:lnTo>
                    <a:pt x="1101" y="1035"/>
                  </a:lnTo>
                  <a:lnTo>
                    <a:pt x="1100" y="1038"/>
                  </a:lnTo>
                  <a:lnTo>
                    <a:pt x="1098" y="1042"/>
                  </a:lnTo>
                  <a:lnTo>
                    <a:pt x="1098" y="1042"/>
                  </a:lnTo>
                  <a:lnTo>
                    <a:pt x="1098" y="1046"/>
                  </a:lnTo>
                  <a:lnTo>
                    <a:pt x="1098" y="1049"/>
                  </a:lnTo>
                  <a:lnTo>
                    <a:pt x="1101" y="1052"/>
                  </a:lnTo>
                  <a:lnTo>
                    <a:pt x="1104" y="1053"/>
                  </a:lnTo>
                  <a:lnTo>
                    <a:pt x="1111" y="1056"/>
                  </a:lnTo>
                  <a:lnTo>
                    <a:pt x="1121" y="1057"/>
                  </a:lnTo>
                  <a:lnTo>
                    <a:pt x="1129" y="1057"/>
                  </a:lnTo>
                  <a:lnTo>
                    <a:pt x="1138" y="1056"/>
                  </a:lnTo>
                  <a:lnTo>
                    <a:pt x="1145" y="1053"/>
                  </a:lnTo>
                  <a:lnTo>
                    <a:pt x="1149" y="1052"/>
                  </a:lnTo>
                  <a:lnTo>
                    <a:pt x="1261" y="898"/>
                  </a:lnTo>
                  <a:lnTo>
                    <a:pt x="1261" y="898"/>
                  </a:lnTo>
                  <a:lnTo>
                    <a:pt x="1257" y="898"/>
                  </a:lnTo>
                  <a:lnTo>
                    <a:pt x="1256" y="897"/>
                  </a:lnTo>
                  <a:lnTo>
                    <a:pt x="1254" y="896"/>
                  </a:lnTo>
                  <a:lnTo>
                    <a:pt x="1256" y="894"/>
                  </a:lnTo>
                  <a:lnTo>
                    <a:pt x="1233" y="908"/>
                  </a:lnTo>
                  <a:lnTo>
                    <a:pt x="1238" y="908"/>
                  </a:lnTo>
                  <a:lnTo>
                    <a:pt x="1240" y="905"/>
                  </a:lnTo>
                  <a:lnTo>
                    <a:pt x="1238" y="908"/>
                  </a:lnTo>
                  <a:lnTo>
                    <a:pt x="1238" y="908"/>
                  </a:lnTo>
                  <a:lnTo>
                    <a:pt x="1222" y="921"/>
                  </a:lnTo>
                  <a:lnTo>
                    <a:pt x="1208" y="934"/>
                  </a:lnTo>
                  <a:lnTo>
                    <a:pt x="1180" y="962"/>
                  </a:lnTo>
                  <a:lnTo>
                    <a:pt x="1152" y="990"/>
                  </a:lnTo>
                  <a:lnTo>
                    <a:pt x="1136" y="1002"/>
                  </a:lnTo>
                  <a:lnTo>
                    <a:pt x="1122" y="1014"/>
                  </a:lnTo>
                  <a:lnTo>
                    <a:pt x="1122" y="1014"/>
                  </a:lnTo>
                  <a:lnTo>
                    <a:pt x="1118" y="1015"/>
                  </a:lnTo>
                  <a:lnTo>
                    <a:pt x="1114" y="1015"/>
                  </a:lnTo>
                  <a:lnTo>
                    <a:pt x="1114" y="1015"/>
                  </a:lnTo>
                  <a:lnTo>
                    <a:pt x="1115" y="1021"/>
                  </a:lnTo>
                  <a:lnTo>
                    <a:pt x="1115" y="1026"/>
                  </a:lnTo>
                  <a:lnTo>
                    <a:pt x="1112" y="1031"/>
                  </a:lnTo>
                  <a:lnTo>
                    <a:pt x="1107" y="1032"/>
                  </a:lnTo>
                  <a:lnTo>
                    <a:pt x="1107" y="1032"/>
                  </a:lnTo>
                  <a:close/>
                  <a:moveTo>
                    <a:pt x="663" y="1039"/>
                  </a:moveTo>
                  <a:lnTo>
                    <a:pt x="663" y="1039"/>
                  </a:lnTo>
                  <a:lnTo>
                    <a:pt x="695" y="1042"/>
                  </a:lnTo>
                  <a:lnTo>
                    <a:pt x="711" y="1042"/>
                  </a:lnTo>
                  <a:lnTo>
                    <a:pt x="725" y="1042"/>
                  </a:lnTo>
                  <a:lnTo>
                    <a:pt x="725" y="1042"/>
                  </a:lnTo>
                  <a:lnTo>
                    <a:pt x="747" y="1005"/>
                  </a:lnTo>
                  <a:lnTo>
                    <a:pt x="770" y="970"/>
                  </a:lnTo>
                  <a:lnTo>
                    <a:pt x="792" y="938"/>
                  </a:lnTo>
                  <a:lnTo>
                    <a:pt x="816" y="910"/>
                  </a:lnTo>
                  <a:lnTo>
                    <a:pt x="816" y="910"/>
                  </a:lnTo>
                  <a:lnTo>
                    <a:pt x="817" y="907"/>
                  </a:lnTo>
                  <a:lnTo>
                    <a:pt x="817" y="904"/>
                  </a:lnTo>
                  <a:lnTo>
                    <a:pt x="817" y="898"/>
                  </a:lnTo>
                  <a:lnTo>
                    <a:pt x="817" y="898"/>
                  </a:lnTo>
                  <a:lnTo>
                    <a:pt x="799" y="910"/>
                  </a:lnTo>
                  <a:lnTo>
                    <a:pt x="782" y="922"/>
                  </a:lnTo>
                  <a:lnTo>
                    <a:pt x="765" y="935"/>
                  </a:lnTo>
                  <a:lnTo>
                    <a:pt x="750" y="949"/>
                  </a:lnTo>
                  <a:lnTo>
                    <a:pt x="720" y="979"/>
                  </a:lnTo>
                  <a:lnTo>
                    <a:pt x="691" y="1008"/>
                  </a:lnTo>
                  <a:lnTo>
                    <a:pt x="688" y="1007"/>
                  </a:lnTo>
                  <a:lnTo>
                    <a:pt x="688" y="1007"/>
                  </a:lnTo>
                  <a:lnTo>
                    <a:pt x="682" y="1009"/>
                  </a:lnTo>
                  <a:lnTo>
                    <a:pt x="678" y="1012"/>
                  </a:lnTo>
                  <a:lnTo>
                    <a:pt x="674" y="1016"/>
                  </a:lnTo>
                  <a:lnTo>
                    <a:pt x="671" y="1021"/>
                  </a:lnTo>
                  <a:lnTo>
                    <a:pt x="667" y="1031"/>
                  </a:lnTo>
                  <a:lnTo>
                    <a:pt x="663" y="1039"/>
                  </a:lnTo>
                  <a:lnTo>
                    <a:pt x="663" y="1039"/>
                  </a:lnTo>
                  <a:close/>
                  <a:moveTo>
                    <a:pt x="2196" y="964"/>
                  </a:moveTo>
                  <a:lnTo>
                    <a:pt x="2196" y="964"/>
                  </a:lnTo>
                  <a:lnTo>
                    <a:pt x="2200" y="957"/>
                  </a:lnTo>
                  <a:lnTo>
                    <a:pt x="2203" y="953"/>
                  </a:lnTo>
                  <a:lnTo>
                    <a:pt x="2210" y="945"/>
                  </a:lnTo>
                  <a:lnTo>
                    <a:pt x="2217" y="936"/>
                  </a:lnTo>
                  <a:lnTo>
                    <a:pt x="2220" y="931"/>
                  </a:lnTo>
                  <a:lnTo>
                    <a:pt x="2221" y="922"/>
                  </a:lnTo>
                  <a:lnTo>
                    <a:pt x="2221" y="922"/>
                  </a:lnTo>
                  <a:lnTo>
                    <a:pt x="2200" y="939"/>
                  </a:lnTo>
                  <a:lnTo>
                    <a:pt x="2179" y="956"/>
                  </a:lnTo>
                  <a:lnTo>
                    <a:pt x="2159" y="973"/>
                  </a:lnTo>
                  <a:lnTo>
                    <a:pt x="2140" y="991"/>
                  </a:lnTo>
                  <a:lnTo>
                    <a:pt x="2102" y="1028"/>
                  </a:lnTo>
                  <a:lnTo>
                    <a:pt x="2068" y="1067"/>
                  </a:lnTo>
                  <a:lnTo>
                    <a:pt x="2068" y="1067"/>
                  </a:lnTo>
                  <a:lnTo>
                    <a:pt x="2065" y="1073"/>
                  </a:lnTo>
                  <a:lnTo>
                    <a:pt x="2064" y="1077"/>
                  </a:lnTo>
                  <a:lnTo>
                    <a:pt x="2064" y="1078"/>
                  </a:lnTo>
                  <a:lnTo>
                    <a:pt x="2065" y="1080"/>
                  </a:lnTo>
                  <a:lnTo>
                    <a:pt x="2068" y="1081"/>
                  </a:lnTo>
                  <a:lnTo>
                    <a:pt x="2071" y="1081"/>
                  </a:lnTo>
                  <a:lnTo>
                    <a:pt x="2071" y="1081"/>
                  </a:lnTo>
                  <a:lnTo>
                    <a:pt x="2093" y="1080"/>
                  </a:lnTo>
                  <a:lnTo>
                    <a:pt x="2103" y="1080"/>
                  </a:lnTo>
                  <a:lnTo>
                    <a:pt x="2113" y="1080"/>
                  </a:lnTo>
                  <a:lnTo>
                    <a:pt x="2193" y="969"/>
                  </a:lnTo>
                  <a:lnTo>
                    <a:pt x="2196" y="964"/>
                  </a:lnTo>
                  <a:close/>
                  <a:moveTo>
                    <a:pt x="1741" y="910"/>
                  </a:moveTo>
                  <a:lnTo>
                    <a:pt x="1741" y="910"/>
                  </a:lnTo>
                  <a:lnTo>
                    <a:pt x="1720" y="927"/>
                  </a:lnTo>
                  <a:lnTo>
                    <a:pt x="1698" y="945"/>
                  </a:lnTo>
                  <a:lnTo>
                    <a:pt x="1679" y="964"/>
                  </a:lnTo>
                  <a:lnTo>
                    <a:pt x="1661" y="984"/>
                  </a:lnTo>
                  <a:lnTo>
                    <a:pt x="1624" y="1026"/>
                  </a:lnTo>
                  <a:lnTo>
                    <a:pt x="1589" y="1068"/>
                  </a:lnTo>
                  <a:lnTo>
                    <a:pt x="1589" y="1068"/>
                  </a:lnTo>
                  <a:lnTo>
                    <a:pt x="1596" y="1073"/>
                  </a:lnTo>
                  <a:lnTo>
                    <a:pt x="1604" y="1074"/>
                  </a:lnTo>
                  <a:lnTo>
                    <a:pt x="1611" y="1074"/>
                  </a:lnTo>
                  <a:lnTo>
                    <a:pt x="1616" y="1071"/>
                  </a:lnTo>
                  <a:lnTo>
                    <a:pt x="1616" y="1071"/>
                  </a:lnTo>
                  <a:lnTo>
                    <a:pt x="1655" y="1032"/>
                  </a:lnTo>
                  <a:lnTo>
                    <a:pt x="1693" y="991"/>
                  </a:lnTo>
                  <a:lnTo>
                    <a:pt x="1711" y="970"/>
                  </a:lnTo>
                  <a:lnTo>
                    <a:pt x="1728" y="949"/>
                  </a:lnTo>
                  <a:lnTo>
                    <a:pt x="1743" y="927"/>
                  </a:lnTo>
                  <a:lnTo>
                    <a:pt x="1759" y="904"/>
                  </a:lnTo>
                  <a:lnTo>
                    <a:pt x="1759" y="904"/>
                  </a:lnTo>
                  <a:lnTo>
                    <a:pt x="1749" y="905"/>
                  </a:lnTo>
                  <a:lnTo>
                    <a:pt x="1741" y="910"/>
                  </a:lnTo>
                  <a:lnTo>
                    <a:pt x="1741" y="910"/>
                  </a:lnTo>
                  <a:close/>
                  <a:moveTo>
                    <a:pt x="1836" y="1078"/>
                  </a:moveTo>
                  <a:lnTo>
                    <a:pt x="1836" y="1078"/>
                  </a:lnTo>
                  <a:lnTo>
                    <a:pt x="1852" y="1081"/>
                  </a:lnTo>
                  <a:lnTo>
                    <a:pt x="1870" y="1084"/>
                  </a:lnTo>
                  <a:lnTo>
                    <a:pt x="1878" y="1083"/>
                  </a:lnTo>
                  <a:lnTo>
                    <a:pt x="1887" y="1081"/>
                  </a:lnTo>
                  <a:lnTo>
                    <a:pt x="1892" y="1078"/>
                  </a:lnTo>
                  <a:lnTo>
                    <a:pt x="1898" y="1074"/>
                  </a:lnTo>
                  <a:lnTo>
                    <a:pt x="1898" y="1074"/>
                  </a:lnTo>
                  <a:lnTo>
                    <a:pt x="1908" y="1059"/>
                  </a:lnTo>
                  <a:lnTo>
                    <a:pt x="1912" y="1052"/>
                  </a:lnTo>
                  <a:lnTo>
                    <a:pt x="1915" y="1043"/>
                  </a:lnTo>
                  <a:lnTo>
                    <a:pt x="1915" y="1043"/>
                  </a:lnTo>
                  <a:lnTo>
                    <a:pt x="1915" y="1042"/>
                  </a:lnTo>
                  <a:lnTo>
                    <a:pt x="1916" y="1038"/>
                  </a:lnTo>
                  <a:lnTo>
                    <a:pt x="1923" y="1028"/>
                  </a:lnTo>
                  <a:lnTo>
                    <a:pt x="1942" y="1007"/>
                  </a:lnTo>
                  <a:lnTo>
                    <a:pt x="1942" y="1007"/>
                  </a:lnTo>
                  <a:lnTo>
                    <a:pt x="1943" y="1007"/>
                  </a:lnTo>
                  <a:lnTo>
                    <a:pt x="2015" y="908"/>
                  </a:lnTo>
                  <a:lnTo>
                    <a:pt x="2015" y="908"/>
                  </a:lnTo>
                  <a:lnTo>
                    <a:pt x="1980" y="938"/>
                  </a:lnTo>
                  <a:lnTo>
                    <a:pt x="1946" y="967"/>
                  </a:lnTo>
                  <a:lnTo>
                    <a:pt x="1913" y="1000"/>
                  </a:lnTo>
                  <a:lnTo>
                    <a:pt x="1881" y="1032"/>
                  </a:lnTo>
                  <a:lnTo>
                    <a:pt x="1880" y="1026"/>
                  </a:lnTo>
                  <a:lnTo>
                    <a:pt x="1880" y="1026"/>
                  </a:lnTo>
                  <a:lnTo>
                    <a:pt x="1874" y="1032"/>
                  </a:lnTo>
                  <a:lnTo>
                    <a:pt x="1869" y="1038"/>
                  </a:lnTo>
                  <a:lnTo>
                    <a:pt x="1860" y="1052"/>
                  </a:lnTo>
                  <a:lnTo>
                    <a:pt x="1849" y="1066"/>
                  </a:lnTo>
                  <a:lnTo>
                    <a:pt x="1843" y="1073"/>
                  </a:lnTo>
                  <a:lnTo>
                    <a:pt x="1836" y="1078"/>
                  </a:lnTo>
                  <a:lnTo>
                    <a:pt x="1836" y="1078"/>
                  </a:lnTo>
                  <a:close/>
                  <a:moveTo>
                    <a:pt x="2650" y="918"/>
                  </a:moveTo>
                  <a:lnTo>
                    <a:pt x="2650" y="918"/>
                  </a:lnTo>
                  <a:lnTo>
                    <a:pt x="2608" y="952"/>
                  </a:lnTo>
                  <a:lnTo>
                    <a:pt x="2588" y="970"/>
                  </a:lnTo>
                  <a:lnTo>
                    <a:pt x="2568" y="988"/>
                  </a:lnTo>
                  <a:lnTo>
                    <a:pt x="2549" y="1008"/>
                  </a:lnTo>
                  <a:lnTo>
                    <a:pt x="2530" y="1028"/>
                  </a:lnTo>
                  <a:lnTo>
                    <a:pt x="2512" y="1049"/>
                  </a:lnTo>
                  <a:lnTo>
                    <a:pt x="2495" y="1071"/>
                  </a:lnTo>
                  <a:lnTo>
                    <a:pt x="2495" y="1071"/>
                  </a:lnTo>
                  <a:lnTo>
                    <a:pt x="2509" y="1071"/>
                  </a:lnTo>
                  <a:lnTo>
                    <a:pt x="2525" y="1073"/>
                  </a:lnTo>
                  <a:lnTo>
                    <a:pt x="2533" y="1073"/>
                  </a:lnTo>
                  <a:lnTo>
                    <a:pt x="2540" y="1071"/>
                  </a:lnTo>
                  <a:lnTo>
                    <a:pt x="2544" y="1070"/>
                  </a:lnTo>
                  <a:lnTo>
                    <a:pt x="2549" y="1067"/>
                  </a:lnTo>
                  <a:lnTo>
                    <a:pt x="2549" y="1067"/>
                  </a:lnTo>
                  <a:lnTo>
                    <a:pt x="2570" y="1033"/>
                  </a:lnTo>
                  <a:lnTo>
                    <a:pt x="2592" y="1001"/>
                  </a:lnTo>
                  <a:lnTo>
                    <a:pt x="2603" y="986"/>
                  </a:lnTo>
                  <a:lnTo>
                    <a:pt x="2616" y="972"/>
                  </a:lnTo>
                  <a:lnTo>
                    <a:pt x="2629" y="957"/>
                  </a:lnTo>
                  <a:lnTo>
                    <a:pt x="2643" y="945"/>
                  </a:lnTo>
                  <a:lnTo>
                    <a:pt x="2643" y="945"/>
                  </a:lnTo>
                  <a:lnTo>
                    <a:pt x="2644" y="943"/>
                  </a:lnTo>
                  <a:lnTo>
                    <a:pt x="2641" y="946"/>
                  </a:lnTo>
                  <a:lnTo>
                    <a:pt x="2639" y="948"/>
                  </a:lnTo>
                  <a:lnTo>
                    <a:pt x="2640" y="945"/>
                  </a:lnTo>
                  <a:lnTo>
                    <a:pt x="2640" y="945"/>
                  </a:lnTo>
                  <a:lnTo>
                    <a:pt x="2644" y="939"/>
                  </a:lnTo>
                  <a:lnTo>
                    <a:pt x="2648" y="931"/>
                  </a:lnTo>
                  <a:lnTo>
                    <a:pt x="2650" y="924"/>
                  </a:lnTo>
                  <a:lnTo>
                    <a:pt x="2654" y="917"/>
                  </a:lnTo>
                  <a:lnTo>
                    <a:pt x="2654" y="917"/>
                  </a:lnTo>
                  <a:lnTo>
                    <a:pt x="2650" y="918"/>
                  </a:lnTo>
                  <a:lnTo>
                    <a:pt x="2650" y="918"/>
                  </a:lnTo>
                  <a:close/>
                  <a:moveTo>
                    <a:pt x="23" y="461"/>
                  </a:moveTo>
                  <a:lnTo>
                    <a:pt x="23" y="461"/>
                  </a:lnTo>
                  <a:lnTo>
                    <a:pt x="35" y="439"/>
                  </a:lnTo>
                  <a:lnTo>
                    <a:pt x="46" y="415"/>
                  </a:lnTo>
                  <a:lnTo>
                    <a:pt x="71" y="370"/>
                  </a:lnTo>
                  <a:lnTo>
                    <a:pt x="71" y="370"/>
                  </a:lnTo>
                  <a:lnTo>
                    <a:pt x="61" y="380"/>
                  </a:lnTo>
                  <a:lnTo>
                    <a:pt x="53" y="391"/>
                  </a:lnTo>
                  <a:lnTo>
                    <a:pt x="45" y="401"/>
                  </a:lnTo>
                  <a:lnTo>
                    <a:pt x="35" y="409"/>
                  </a:lnTo>
                  <a:lnTo>
                    <a:pt x="35" y="409"/>
                  </a:lnTo>
                  <a:lnTo>
                    <a:pt x="39" y="394"/>
                  </a:lnTo>
                  <a:lnTo>
                    <a:pt x="45" y="378"/>
                  </a:lnTo>
                  <a:lnTo>
                    <a:pt x="57" y="349"/>
                  </a:lnTo>
                  <a:lnTo>
                    <a:pt x="73" y="319"/>
                  </a:lnTo>
                  <a:lnTo>
                    <a:pt x="87" y="293"/>
                  </a:lnTo>
                  <a:lnTo>
                    <a:pt x="52" y="339"/>
                  </a:lnTo>
                  <a:lnTo>
                    <a:pt x="52" y="339"/>
                  </a:lnTo>
                  <a:lnTo>
                    <a:pt x="49" y="342"/>
                  </a:lnTo>
                  <a:lnTo>
                    <a:pt x="47" y="343"/>
                  </a:lnTo>
                  <a:lnTo>
                    <a:pt x="46" y="341"/>
                  </a:lnTo>
                  <a:lnTo>
                    <a:pt x="45" y="339"/>
                  </a:lnTo>
                  <a:lnTo>
                    <a:pt x="45" y="332"/>
                  </a:lnTo>
                  <a:lnTo>
                    <a:pt x="46" y="326"/>
                  </a:lnTo>
                  <a:lnTo>
                    <a:pt x="46" y="326"/>
                  </a:lnTo>
                  <a:lnTo>
                    <a:pt x="68" y="290"/>
                  </a:lnTo>
                  <a:lnTo>
                    <a:pt x="89" y="252"/>
                  </a:lnTo>
                  <a:lnTo>
                    <a:pt x="111" y="214"/>
                  </a:lnTo>
                  <a:lnTo>
                    <a:pt x="132" y="178"/>
                  </a:lnTo>
                  <a:lnTo>
                    <a:pt x="122" y="185"/>
                  </a:lnTo>
                  <a:lnTo>
                    <a:pt x="122" y="185"/>
                  </a:lnTo>
                  <a:lnTo>
                    <a:pt x="99" y="208"/>
                  </a:lnTo>
                  <a:lnTo>
                    <a:pt x="78" y="235"/>
                  </a:lnTo>
                  <a:lnTo>
                    <a:pt x="68" y="251"/>
                  </a:lnTo>
                  <a:lnTo>
                    <a:pt x="60" y="266"/>
                  </a:lnTo>
                  <a:lnTo>
                    <a:pt x="52" y="282"/>
                  </a:lnTo>
                  <a:lnTo>
                    <a:pt x="43" y="298"/>
                  </a:lnTo>
                  <a:lnTo>
                    <a:pt x="37" y="315"/>
                  </a:lnTo>
                  <a:lnTo>
                    <a:pt x="32" y="334"/>
                  </a:lnTo>
                  <a:lnTo>
                    <a:pt x="26" y="353"/>
                  </a:lnTo>
                  <a:lnTo>
                    <a:pt x="23" y="373"/>
                  </a:lnTo>
                  <a:lnTo>
                    <a:pt x="21" y="394"/>
                  </a:lnTo>
                  <a:lnTo>
                    <a:pt x="21" y="415"/>
                  </a:lnTo>
                  <a:lnTo>
                    <a:pt x="21" y="438"/>
                  </a:lnTo>
                  <a:lnTo>
                    <a:pt x="23" y="461"/>
                  </a:lnTo>
                  <a:lnTo>
                    <a:pt x="23" y="461"/>
                  </a:lnTo>
                  <a:close/>
                  <a:moveTo>
                    <a:pt x="926" y="1002"/>
                  </a:moveTo>
                  <a:lnTo>
                    <a:pt x="926" y="1002"/>
                  </a:lnTo>
                  <a:lnTo>
                    <a:pt x="919" y="1005"/>
                  </a:lnTo>
                  <a:lnTo>
                    <a:pt x="913" y="1008"/>
                  </a:lnTo>
                  <a:lnTo>
                    <a:pt x="906" y="1012"/>
                  </a:lnTo>
                  <a:lnTo>
                    <a:pt x="900" y="1018"/>
                  </a:lnTo>
                  <a:lnTo>
                    <a:pt x="895" y="1025"/>
                  </a:lnTo>
                  <a:lnTo>
                    <a:pt x="890" y="1032"/>
                  </a:lnTo>
                  <a:lnTo>
                    <a:pt x="888" y="1040"/>
                  </a:lnTo>
                  <a:lnTo>
                    <a:pt x="886" y="1049"/>
                  </a:lnTo>
                  <a:lnTo>
                    <a:pt x="886" y="1049"/>
                  </a:lnTo>
                  <a:lnTo>
                    <a:pt x="909" y="1050"/>
                  </a:lnTo>
                  <a:lnTo>
                    <a:pt x="923" y="1050"/>
                  </a:lnTo>
                  <a:lnTo>
                    <a:pt x="928" y="1050"/>
                  </a:lnTo>
                  <a:lnTo>
                    <a:pt x="931" y="1049"/>
                  </a:lnTo>
                  <a:lnTo>
                    <a:pt x="931" y="1049"/>
                  </a:lnTo>
                  <a:lnTo>
                    <a:pt x="935" y="1046"/>
                  </a:lnTo>
                  <a:lnTo>
                    <a:pt x="940" y="1040"/>
                  </a:lnTo>
                  <a:lnTo>
                    <a:pt x="949" y="1028"/>
                  </a:lnTo>
                  <a:lnTo>
                    <a:pt x="965" y="1004"/>
                  </a:lnTo>
                  <a:lnTo>
                    <a:pt x="965" y="1004"/>
                  </a:lnTo>
                  <a:lnTo>
                    <a:pt x="985" y="977"/>
                  </a:lnTo>
                  <a:lnTo>
                    <a:pt x="1006" y="949"/>
                  </a:lnTo>
                  <a:lnTo>
                    <a:pt x="1024" y="920"/>
                  </a:lnTo>
                  <a:lnTo>
                    <a:pt x="1041" y="891"/>
                  </a:lnTo>
                  <a:lnTo>
                    <a:pt x="1041" y="891"/>
                  </a:lnTo>
                  <a:lnTo>
                    <a:pt x="1010" y="917"/>
                  </a:lnTo>
                  <a:lnTo>
                    <a:pt x="980" y="942"/>
                  </a:lnTo>
                  <a:lnTo>
                    <a:pt x="952" y="972"/>
                  </a:lnTo>
                  <a:lnTo>
                    <a:pt x="926" y="1002"/>
                  </a:lnTo>
                  <a:lnTo>
                    <a:pt x="926" y="1002"/>
                  </a:lnTo>
                  <a:close/>
                  <a:moveTo>
                    <a:pt x="948" y="901"/>
                  </a:moveTo>
                  <a:lnTo>
                    <a:pt x="948" y="901"/>
                  </a:lnTo>
                  <a:lnTo>
                    <a:pt x="930" y="914"/>
                  </a:lnTo>
                  <a:lnTo>
                    <a:pt x="913" y="929"/>
                  </a:lnTo>
                  <a:lnTo>
                    <a:pt x="879" y="960"/>
                  </a:lnTo>
                  <a:lnTo>
                    <a:pt x="845" y="991"/>
                  </a:lnTo>
                  <a:lnTo>
                    <a:pt x="829" y="1005"/>
                  </a:lnTo>
                  <a:lnTo>
                    <a:pt x="810" y="1021"/>
                  </a:lnTo>
                  <a:lnTo>
                    <a:pt x="810" y="1021"/>
                  </a:lnTo>
                  <a:lnTo>
                    <a:pt x="810" y="1023"/>
                  </a:lnTo>
                  <a:lnTo>
                    <a:pt x="810" y="1026"/>
                  </a:lnTo>
                  <a:lnTo>
                    <a:pt x="808" y="1031"/>
                  </a:lnTo>
                  <a:lnTo>
                    <a:pt x="803" y="1033"/>
                  </a:lnTo>
                  <a:lnTo>
                    <a:pt x="798" y="1035"/>
                  </a:lnTo>
                  <a:lnTo>
                    <a:pt x="798" y="1035"/>
                  </a:lnTo>
                  <a:lnTo>
                    <a:pt x="795" y="1036"/>
                  </a:lnTo>
                  <a:lnTo>
                    <a:pt x="793" y="1038"/>
                  </a:lnTo>
                  <a:lnTo>
                    <a:pt x="793" y="1040"/>
                  </a:lnTo>
                  <a:lnTo>
                    <a:pt x="793" y="1040"/>
                  </a:lnTo>
                  <a:lnTo>
                    <a:pt x="795" y="1042"/>
                  </a:lnTo>
                  <a:lnTo>
                    <a:pt x="796" y="1040"/>
                  </a:lnTo>
                  <a:lnTo>
                    <a:pt x="798" y="1039"/>
                  </a:lnTo>
                  <a:lnTo>
                    <a:pt x="798" y="1039"/>
                  </a:lnTo>
                  <a:lnTo>
                    <a:pt x="802" y="1042"/>
                  </a:lnTo>
                  <a:lnTo>
                    <a:pt x="809" y="1043"/>
                  </a:lnTo>
                  <a:lnTo>
                    <a:pt x="816" y="1045"/>
                  </a:lnTo>
                  <a:lnTo>
                    <a:pt x="824" y="1045"/>
                  </a:lnTo>
                  <a:lnTo>
                    <a:pt x="840" y="1043"/>
                  </a:lnTo>
                  <a:lnTo>
                    <a:pt x="855" y="1043"/>
                  </a:lnTo>
                  <a:lnTo>
                    <a:pt x="855" y="1043"/>
                  </a:lnTo>
                  <a:lnTo>
                    <a:pt x="867" y="1023"/>
                  </a:lnTo>
                  <a:lnTo>
                    <a:pt x="879" y="1005"/>
                  </a:lnTo>
                  <a:lnTo>
                    <a:pt x="906" y="967"/>
                  </a:lnTo>
                  <a:lnTo>
                    <a:pt x="933" y="931"/>
                  </a:lnTo>
                  <a:lnTo>
                    <a:pt x="959" y="898"/>
                  </a:lnTo>
                  <a:lnTo>
                    <a:pt x="959" y="898"/>
                  </a:lnTo>
                  <a:lnTo>
                    <a:pt x="954" y="898"/>
                  </a:lnTo>
                  <a:lnTo>
                    <a:pt x="948" y="901"/>
                  </a:lnTo>
                  <a:lnTo>
                    <a:pt x="948" y="901"/>
                  </a:lnTo>
                  <a:close/>
                  <a:moveTo>
                    <a:pt x="2724" y="912"/>
                  </a:moveTo>
                  <a:lnTo>
                    <a:pt x="2724" y="912"/>
                  </a:lnTo>
                  <a:lnTo>
                    <a:pt x="2702" y="929"/>
                  </a:lnTo>
                  <a:lnTo>
                    <a:pt x="2679" y="946"/>
                  </a:lnTo>
                  <a:lnTo>
                    <a:pt x="2658" y="964"/>
                  </a:lnTo>
                  <a:lnTo>
                    <a:pt x="2639" y="983"/>
                  </a:lnTo>
                  <a:lnTo>
                    <a:pt x="2619" y="1002"/>
                  </a:lnTo>
                  <a:lnTo>
                    <a:pt x="2599" y="1023"/>
                  </a:lnTo>
                  <a:lnTo>
                    <a:pt x="2581" y="1046"/>
                  </a:lnTo>
                  <a:lnTo>
                    <a:pt x="2564" y="1068"/>
                  </a:lnTo>
                  <a:lnTo>
                    <a:pt x="2564" y="1068"/>
                  </a:lnTo>
                  <a:lnTo>
                    <a:pt x="2578" y="1068"/>
                  </a:lnTo>
                  <a:lnTo>
                    <a:pt x="2591" y="1070"/>
                  </a:lnTo>
                  <a:lnTo>
                    <a:pt x="2602" y="1068"/>
                  </a:lnTo>
                  <a:lnTo>
                    <a:pt x="2606" y="1067"/>
                  </a:lnTo>
                  <a:lnTo>
                    <a:pt x="2609" y="1064"/>
                  </a:lnTo>
                  <a:lnTo>
                    <a:pt x="2692" y="962"/>
                  </a:lnTo>
                  <a:lnTo>
                    <a:pt x="2692" y="962"/>
                  </a:lnTo>
                  <a:lnTo>
                    <a:pt x="2698" y="959"/>
                  </a:lnTo>
                  <a:lnTo>
                    <a:pt x="2703" y="953"/>
                  </a:lnTo>
                  <a:lnTo>
                    <a:pt x="2709" y="948"/>
                  </a:lnTo>
                  <a:lnTo>
                    <a:pt x="2714" y="941"/>
                  </a:lnTo>
                  <a:lnTo>
                    <a:pt x="2720" y="932"/>
                  </a:lnTo>
                  <a:lnTo>
                    <a:pt x="2724" y="924"/>
                  </a:lnTo>
                  <a:lnTo>
                    <a:pt x="2729" y="915"/>
                  </a:lnTo>
                  <a:lnTo>
                    <a:pt x="2730" y="907"/>
                  </a:lnTo>
                  <a:lnTo>
                    <a:pt x="2730" y="907"/>
                  </a:lnTo>
                  <a:lnTo>
                    <a:pt x="2724" y="912"/>
                  </a:lnTo>
                  <a:lnTo>
                    <a:pt x="2724" y="912"/>
                  </a:lnTo>
                  <a:close/>
                  <a:moveTo>
                    <a:pt x="81" y="737"/>
                  </a:moveTo>
                  <a:lnTo>
                    <a:pt x="81" y="737"/>
                  </a:lnTo>
                  <a:lnTo>
                    <a:pt x="75" y="747"/>
                  </a:lnTo>
                  <a:lnTo>
                    <a:pt x="71" y="757"/>
                  </a:lnTo>
                  <a:lnTo>
                    <a:pt x="71" y="757"/>
                  </a:lnTo>
                  <a:lnTo>
                    <a:pt x="92" y="730"/>
                  </a:lnTo>
                  <a:lnTo>
                    <a:pt x="113" y="703"/>
                  </a:lnTo>
                  <a:lnTo>
                    <a:pt x="136" y="679"/>
                  </a:lnTo>
                  <a:lnTo>
                    <a:pt x="161" y="657"/>
                  </a:lnTo>
                  <a:lnTo>
                    <a:pt x="161" y="657"/>
                  </a:lnTo>
                  <a:lnTo>
                    <a:pt x="160" y="601"/>
                  </a:lnTo>
                  <a:lnTo>
                    <a:pt x="158" y="574"/>
                  </a:lnTo>
                  <a:lnTo>
                    <a:pt x="156" y="549"/>
                  </a:lnTo>
                  <a:lnTo>
                    <a:pt x="156" y="549"/>
                  </a:lnTo>
                  <a:lnTo>
                    <a:pt x="151" y="558"/>
                  </a:lnTo>
                  <a:lnTo>
                    <a:pt x="144" y="570"/>
                  </a:lnTo>
                  <a:lnTo>
                    <a:pt x="137" y="577"/>
                  </a:lnTo>
                  <a:lnTo>
                    <a:pt x="136" y="578"/>
                  </a:lnTo>
                  <a:lnTo>
                    <a:pt x="134" y="577"/>
                  </a:lnTo>
                  <a:lnTo>
                    <a:pt x="134" y="577"/>
                  </a:lnTo>
                  <a:lnTo>
                    <a:pt x="132" y="577"/>
                  </a:lnTo>
                  <a:lnTo>
                    <a:pt x="130" y="578"/>
                  </a:lnTo>
                  <a:lnTo>
                    <a:pt x="129" y="581"/>
                  </a:lnTo>
                  <a:lnTo>
                    <a:pt x="130" y="584"/>
                  </a:lnTo>
                  <a:lnTo>
                    <a:pt x="130" y="589"/>
                  </a:lnTo>
                  <a:lnTo>
                    <a:pt x="130" y="589"/>
                  </a:lnTo>
                  <a:lnTo>
                    <a:pt x="101" y="636"/>
                  </a:lnTo>
                  <a:lnTo>
                    <a:pt x="87" y="661"/>
                  </a:lnTo>
                  <a:lnTo>
                    <a:pt x="73" y="686"/>
                  </a:lnTo>
                  <a:lnTo>
                    <a:pt x="73" y="686"/>
                  </a:lnTo>
                  <a:lnTo>
                    <a:pt x="87" y="668"/>
                  </a:lnTo>
                  <a:lnTo>
                    <a:pt x="101" y="653"/>
                  </a:lnTo>
                  <a:lnTo>
                    <a:pt x="130" y="622"/>
                  </a:lnTo>
                  <a:lnTo>
                    <a:pt x="130" y="622"/>
                  </a:lnTo>
                  <a:lnTo>
                    <a:pt x="136" y="616"/>
                  </a:lnTo>
                  <a:lnTo>
                    <a:pt x="141" y="612"/>
                  </a:lnTo>
                  <a:lnTo>
                    <a:pt x="146" y="610"/>
                  </a:lnTo>
                  <a:lnTo>
                    <a:pt x="148" y="610"/>
                  </a:lnTo>
                  <a:lnTo>
                    <a:pt x="151" y="610"/>
                  </a:lnTo>
                  <a:lnTo>
                    <a:pt x="156" y="613"/>
                  </a:lnTo>
                  <a:lnTo>
                    <a:pt x="112" y="683"/>
                  </a:lnTo>
                  <a:lnTo>
                    <a:pt x="112" y="683"/>
                  </a:lnTo>
                  <a:lnTo>
                    <a:pt x="111" y="682"/>
                  </a:lnTo>
                  <a:lnTo>
                    <a:pt x="112" y="679"/>
                  </a:lnTo>
                  <a:lnTo>
                    <a:pt x="113" y="675"/>
                  </a:lnTo>
                  <a:lnTo>
                    <a:pt x="113" y="672"/>
                  </a:lnTo>
                  <a:lnTo>
                    <a:pt x="94" y="706"/>
                  </a:lnTo>
                  <a:lnTo>
                    <a:pt x="94" y="707"/>
                  </a:lnTo>
                  <a:lnTo>
                    <a:pt x="92" y="712"/>
                  </a:lnTo>
                  <a:lnTo>
                    <a:pt x="89" y="713"/>
                  </a:lnTo>
                  <a:lnTo>
                    <a:pt x="89" y="713"/>
                  </a:lnTo>
                  <a:lnTo>
                    <a:pt x="84" y="717"/>
                  </a:lnTo>
                  <a:lnTo>
                    <a:pt x="82" y="720"/>
                  </a:lnTo>
                  <a:lnTo>
                    <a:pt x="84" y="723"/>
                  </a:lnTo>
                  <a:lnTo>
                    <a:pt x="85" y="723"/>
                  </a:lnTo>
                  <a:lnTo>
                    <a:pt x="85" y="723"/>
                  </a:lnTo>
                  <a:lnTo>
                    <a:pt x="82" y="727"/>
                  </a:lnTo>
                  <a:lnTo>
                    <a:pt x="81" y="733"/>
                  </a:lnTo>
                  <a:lnTo>
                    <a:pt x="81" y="733"/>
                  </a:lnTo>
                  <a:lnTo>
                    <a:pt x="81" y="737"/>
                  </a:lnTo>
                  <a:lnTo>
                    <a:pt x="81" y="737"/>
                  </a:lnTo>
                  <a:close/>
                  <a:moveTo>
                    <a:pt x="147" y="324"/>
                  </a:moveTo>
                  <a:lnTo>
                    <a:pt x="60" y="433"/>
                  </a:lnTo>
                  <a:lnTo>
                    <a:pt x="60" y="433"/>
                  </a:lnTo>
                  <a:lnTo>
                    <a:pt x="42" y="454"/>
                  </a:lnTo>
                  <a:lnTo>
                    <a:pt x="35" y="467"/>
                  </a:lnTo>
                  <a:lnTo>
                    <a:pt x="28" y="478"/>
                  </a:lnTo>
                  <a:lnTo>
                    <a:pt x="22" y="492"/>
                  </a:lnTo>
                  <a:lnTo>
                    <a:pt x="19" y="506"/>
                  </a:lnTo>
                  <a:lnTo>
                    <a:pt x="19" y="515"/>
                  </a:lnTo>
                  <a:lnTo>
                    <a:pt x="19" y="523"/>
                  </a:lnTo>
                  <a:lnTo>
                    <a:pt x="21" y="532"/>
                  </a:lnTo>
                  <a:lnTo>
                    <a:pt x="23" y="540"/>
                  </a:lnTo>
                  <a:lnTo>
                    <a:pt x="125" y="370"/>
                  </a:lnTo>
                  <a:lnTo>
                    <a:pt x="125" y="370"/>
                  </a:lnTo>
                  <a:lnTo>
                    <a:pt x="130" y="360"/>
                  </a:lnTo>
                  <a:lnTo>
                    <a:pt x="139" y="349"/>
                  </a:lnTo>
                  <a:lnTo>
                    <a:pt x="143" y="342"/>
                  </a:lnTo>
                  <a:lnTo>
                    <a:pt x="146" y="336"/>
                  </a:lnTo>
                  <a:lnTo>
                    <a:pt x="148" y="331"/>
                  </a:lnTo>
                  <a:lnTo>
                    <a:pt x="147" y="324"/>
                  </a:lnTo>
                  <a:lnTo>
                    <a:pt x="147" y="324"/>
                  </a:lnTo>
                  <a:close/>
                  <a:moveTo>
                    <a:pt x="883" y="898"/>
                  </a:moveTo>
                  <a:lnTo>
                    <a:pt x="883" y="898"/>
                  </a:lnTo>
                  <a:lnTo>
                    <a:pt x="844" y="929"/>
                  </a:lnTo>
                  <a:lnTo>
                    <a:pt x="824" y="946"/>
                  </a:lnTo>
                  <a:lnTo>
                    <a:pt x="805" y="963"/>
                  </a:lnTo>
                  <a:lnTo>
                    <a:pt x="788" y="981"/>
                  </a:lnTo>
                  <a:lnTo>
                    <a:pt x="771" y="1001"/>
                  </a:lnTo>
                  <a:lnTo>
                    <a:pt x="756" y="1021"/>
                  </a:lnTo>
                  <a:lnTo>
                    <a:pt x="742" y="1043"/>
                  </a:lnTo>
                  <a:lnTo>
                    <a:pt x="775" y="1045"/>
                  </a:lnTo>
                  <a:lnTo>
                    <a:pt x="775" y="1045"/>
                  </a:lnTo>
                  <a:lnTo>
                    <a:pt x="782" y="1033"/>
                  </a:lnTo>
                  <a:lnTo>
                    <a:pt x="789" y="1022"/>
                  </a:lnTo>
                  <a:lnTo>
                    <a:pt x="799" y="1011"/>
                  </a:lnTo>
                  <a:lnTo>
                    <a:pt x="809" y="1002"/>
                  </a:lnTo>
                  <a:lnTo>
                    <a:pt x="809" y="1000"/>
                  </a:lnTo>
                  <a:lnTo>
                    <a:pt x="809" y="1000"/>
                  </a:lnTo>
                  <a:lnTo>
                    <a:pt x="829" y="976"/>
                  </a:lnTo>
                  <a:lnTo>
                    <a:pt x="850" y="952"/>
                  </a:lnTo>
                  <a:lnTo>
                    <a:pt x="868" y="925"/>
                  </a:lnTo>
                  <a:lnTo>
                    <a:pt x="883" y="898"/>
                  </a:lnTo>
                  <a:lnTo>
                    <a:pt x="883" y="898"/>
                  </a:lnTo>
                  <a:close/>
                  <a:moveTo>
                    <a:pt x="25" y="554"/>
                  </a:moveTo>
                  <a:lnTo>
                    <a:pt x="25" y="554"/>
                  </a:lnTo>
                  <a:lnTo>
                    <a:pt x="23" y="558"/>
                  </a:lnTo>
                  <a:lnTo>
                    <a:pt x="22" y="564"/>
                  </a:lnTo>
                  <a:lnTo>
                    <a:pt x="22" y="577"/>
                  </a:lnTo>
                  <a:lnTo>
                    <a:pt x="22" y="603"/>
                  </a:lnTo>
                  <a:lnTo>
                    <a:pt x="22" y="603"/>
                  </a:lnTo>
                  <a:lnTo>
                    <a:pt x="39" y="579"/>
                  </a:lnTo>
                  <a:lnTo>
                    <a:pt x="56" y="554"/>
                  </a:lnTo>
                  <a:lnTo>
                    <a:pt x="88" y="502"/>
                  </a:lnTo>
                  <a:lnTo>
                    <a:pt x="119" y="449"/>
                  </a:lnTo>
                  <a:lnTo>
                    <a:pt x="151" y="398"/>
                  </a:lnTo>
                  <a:lnTo>
                    <a:pt x="151" y="398"/>
                  </a:lnTo>
                  <a:lnTo>
                    <a:pt x="133" y="415"/>
                  </a:lnTo>
                  <a:lnTo>
                    <a:pt x="116" y="433"/>
                  </a:lnTo>
                  <a:lnTo>
                    <a:pt x="99" y="452"/>
                  </a:lnTo>
                  <a:lnTo>
                    <a:pt x="82" y="471"/>
                  </a:lnTo>
                  <a:lnTo>
                    <a:pt x="67" y="491"/>
                  </a:lnTo>
                  <a:lnTo>
                    <a:pt x="53" y="512"/>
                  </a:lnTo>
                  <a:lnTo>
                    <a:pt x="39" y="533"/>
                  </a:lnTo>
                  <a:lnTo>
                    <a:pt x="25" y="554"/>
                  </a:lnTo>
                  <a:lnTo>
                    <a:pt x="25" y="554"/>
                  </a:lnTo>
                  <a:close/>
                  <a:moveTo>
                    <a:pt x="527" y="1033"/>
                  </a:moveTo>
                  <a:lnTo>
                    <a:pt x="527" y="1033"/>
                  </a:lnTo>
                  <a:lnTo>
                    <a:pt x="549" y="1038"/>
                  </a:lnTo>
                  <a:lnTo>
                    <a:pt x="560" y="1038"/>
                  </a:lnTo>
                  <a:lnTo>
                    <a:pt x="564" y="1038"/>
                  </a:lnTo>
                  <a:lnTo>
                    <a:pt x="566" y="1035"/>
                  </a:lnTo>
                  <a:lnTo>
                    <a:pt x="566" y="1035"/>
                  </a:lnTo>
                  <a:lnTo>
                    <a:pt x="576" y="1022"/>
                  </a:lnTo>
                  <a:lnTo>
                    <a:pt x="584" y="1009"/>
                  </a:lnTo>
                  <a:lnTo>
                    <a:pt x="605" y="987"/>
                  </a:lnTo>
                  <a:lnTo>
                    <a:pt x="626" y="964"/>
                  </a:lnTo>
                  <a:lnTo>
                    <a:pt x="636" y="952"/>
                  </a:lnTo>
                  <a:lnTo>
                    <a:pt x="645" y="939"/>
                  </a:lnTo>
                  <a:lnTo>
                    <a:pt x="645" y="939"/>
                  </a:lnTo>
                  <a:lnTo>
                    <a:pt x="652" y="929"/>
                  </a:lnTo>
                  <a:lnTo>
                    <a:pt x="659" y="922"/>
                  </a:lnTo>
                  <a:lnTo>
                    <a:pt x="666" y="915"/>
                  </a:lnTo>
                  <a:lnTo>
                    <a:pt x="668" y="911"/>
                  </a:lnTo>
                  <a:lnTo>
                    <a:pt x="670" y="904"/>
                  </a:lnTo>
                  <a:lnTo>
                    <a:pt x="670" y="904"/>
                  </a:lnTo>
                  <a:lnTo>
                    <a:pt x="654" y="914"/>
                  </a:lnTo>
                  <a:lnTo>
                    <a:pt x="639" y="925"/>
                  </a:lnTo>
                  <a:lnTo>
                    <a:pt x="609" y="948"/>
                  </a:lnTo>
                  <a:lnTo>
                    <a:pt x="581" y="973"/>
                  </a:lnTo>
                  <a:lnTo>
                    <a:pt x="555" y="998"/>
                  </a:lnTo>
                  <a:lnTo>
                    <a:pt x="555" y="998"/>
                  </a:lnTo>
                  <a:lnTo>
                    <a:pt x="550" y="998"/>
                  </a:lnTo>
                  <a:lnTo>
                    <a:pt x="546" y="1001"/>
                  </a:lnTo>
                  <a:lnTo>
                    <a:pt x="543" y="1005"/>
                  </a:lnTo>
                  <a:lnTo>
                    <a:pt x="539" y="1011"/>
                  </a:lnTo>
                  <a:lnTo>
                    <a:pt x="527" y="1033"/>
                  </a:lnTo>
                  <a:lnTo>
                    <a:pt x="527" y="1033"/>
                  </a:lnTo>
                  <a:close/>
                  <a:moveTo>
                    <a:pt x="1916" y="949"/>
                  </a:moveTo>
                  <a:lnTo>
                    <a:pt x="1916" y="949"/>
                  </a:lnTo>
                  <a:lnTo>
                    <a:pt x="1915" y="955"/>
                  </a:lnTo>
                  <a:lnTo>
                    <a:pt x="1913" y="959"/>
                  </a:lnTo>
                  <a:lnTo>
                    <a:pt x="1906" y="969"/>
                  </a:lnTo>
                  <a:lnTo>
                    <a:pt x="1906" y="969"/>
                  </a:lnTo>
                  <a:lnTo>
                    <a:pt x="1888" y="993"/>
                  </a:lnTo>
                  <a:lnTo>
                    <a:pt x="1870" y="1016"/>
                  </a:lnTo>
                  <a:lnTo>
                    <a:pt x="1852" y="1043"/>
                  </a:lnTo>
                  <a:lnTo>
                    <a:pt x="1835" y="1071"/>
                  </a:lnTo>
                  <a:lnTo>
                    <a:pt x="1835" y="1071"/>
                  </a:lnTo>
                  <a:lnTo>
                    <a:pt x="1839" y="1070"/>
                  </a:lnTo>
                  <a:lnTo>
                    <a:pt x="1842" y="1067"/>
                  </a:lnTo>
                  <a:lnTo>
                    <a:pt x="1843" y="1063"/>
                  </a:lnTo>
                  <a:lnTo>
                    <a:pt x="1843" y="1063"/>
                  </a:lnTo>
                  <a:lnTo>
                    <a:pt x="1861" y="1040"/>
                  </a:lnTo>
                  <a:lnTo>
                    <a:pt x="1880" y="1019"/>
                  </a:lnTo>
                  <a:lnTo>
                    <a:pt x="1919" y="979"/>
                  </a:lnTo>
                  <a:lnTo>
                    <a:pt x="1961" y="941"/>
                  </a:lnTo>
                  <a:lnTo>
                    <a:pt x="2002" y="903"/>
                  </a:lnTo>
                  <a:lnTo>
                    <a:pt x="1951" y="903"/>
                  </a:lnTo>
                  <a:lnTo>
                    <a:pt x="1951" y="903"/>
                  </a:lnTo>
                  <a:lnTo>
                    <a:pt x="1943" y="915"/>
                  </a:lnTo>
                  <a:lnTo>
                    <a:pt x="1932" y="927"/>
                  </a:lnTo>
                  <a:lnTo>
                    <a:pt x="1920" y="938"/>
                  </a:lnTo>
                  <a:lnTo>
                    <a:pt x="1909" y="949"/>
                  </a:lnTo>
                  <a:lnTo>
                    <a:pt x="1916" y="949"/>
                  </a:lnTo>
                  <a:close/>
                  <a:moveTo>
                    <a:pt x="144" y="488"/>
                  </a:moveTo>
                  <a:lnTo>
                    <a:pt x="144" y="488"/>
                  </a:lnTo>
                  <a:lnTo>
                    <a:pt x="129" y="504"/>
                  </a:lnTo>
                  <a:lnTo>
                    <a:pt x="113" y="519"/>
                  </a:lnTo>
                  <a:lnTo>
                    <a:pt x="85" y="550"/>
                  </a:lnTo>
                  <a:lnTo>
                    <a:pt x="59" y="584"/>
                  </a:lnTo>
                  <a:lnTo>
                    <a:pt x="33" y="619"/>
                  </a:lnTo>
                  <a:lnTo>
                    <a:pt x="33" y="619"/>
                  </a:lnTo>
                  <a:lnTo>
                    <a:pt x="29" y="626"/>
                  </a:lnTo>
                  <a:lnTo>
                    <a:pt x="26" y="631"/>
                  </a:lnTo>
                  <a:lnTo>
                    <a:pt x="23" y="645"/>
                  </a:lnTo>
                  <a:lnTo>
                    <a:pt x="22" y="662"/>
                  </a:lnTo>
                  <a:lnTo>
                    <a:pt x="18" y="681"/>
                  </a:lnTo>
                  <a:lnTo>
                    <a:pt x="18" y="681"/>
                  </a:lnTo>
                  <a:lnTo>
                    <a:pt x="64" y="620"/>
                  </a:lnTo>
                  <a:lnTo>
                    <a:pt x="85" y="589"/>
                  </a:lnTo>
                  <a:lnTo>
                    <a:pt x="94" y="574"/>
                  </a:lnTo>
                  <a:lnTo>
                    <a:pt x="102" y="557"/>
                  </a:lnTo>
                  <a:lnTo>
                    <a:pt x="102" y="557"/>
                  </a:lnTo>
                  <a:lnTo>
                    <a:pt x="125" y="523"/>
                  </a:lnTo>
                  <a:lnTo>
                    <a:pt x="134" y="506"/>
                  </a:lnTo>
                  <a:lnTo>
                    <a:pt x="144" y="488"/>
                  </a:lnTo>
                  <a:lnTo>
                    <a:pt x="144" y="488"/>
                  </a:lnTo>
                  <a:close/>
                  <a:moveTo>
                    <a:pt x="871" y="1045"/>
                  </a:moveTo>
                  <a:lnTo>
                    <a:pt x="871" y="1045"/>
                  </a:lnTo>
                  <a:lnTo>
                    <a:pt x="909" y="1001"/>
                  </a:lnTo>
                  <a:lnTo>
                    <a:pt x="948" y="959"/>
                  </a:lnTo>
                  <a:lnTo>
                    <a:pt x="990" y="918"/>
                  </a:lnTo>
                  <a:lnTo>
                    <a:pt x="1032" y="880"/>
                  </a:lnTo>
                  <a:lnTo>
                    <a:pt x="1032" y="880"/>
                  </a:lnTo>
                  <a:lnTo>
                    <a:pt x="1023" y="877"/>
                  </a:lnTo>
                  <a:lnTo>
                    <a:pt x="1010" y="876"/>
                  </a:lnTo>
                  <a:lnTo>
                    <a:pt x="1004" y="876"/>
                  </a:lnTo>
                  <a:lnTo>
                    <a:pt x="999" y="877"/>
                  </a:lnTo>
                  <a:lnTo>
                    <a:pt x="994" y="879"/>
                  </a:lnTo>
                  <a:lnTo>
                    <a:pt x="990" y="882"/>
                  </a:lnTo>
                  <a:lnTo>
                    <a:pt x="990" y="882"/>
                  </a:lnTo>
                  <a:lnTo>
                    <a:pt x="958" y="921"/>
                  </a:lnTo>
                  <a:lnTo>
                    <a:pt x="927" y="960"/>
                  </a:lnTo>
                  <a:lnTo>
                    <a:pt x="897" y="1002"/>
                  </a:lnTo>
                  <a:lnTo>
                    <a:pt x="883" y="1023"/>
                  </a:lnTo>
                  <a:lnTo>
                    <a:pt x="871" y="1045"/>
                  </a:lnTo>
                  <a:lnTo>
                    <a:pt x="871" y="1045"/>
                  </a:lnTo>
                  <a:close/>
                  <a:moveTo>
                    <a:pt x="638" y="1032"/>
                  </a:moveTo>
                  <a:lnTo>
                    <a:pt x="638" y="1032"/>
                  </a:lnTo>
                  <a:lnTo>
                    <a:pt x="643" y="1031"/>
                  </a:lnTo>
                  <a:lnTo>
                    <a:pt x="647" y="1026"/>
                  </a:lnTo>
                  <a:lnTo>
                    <a:pt x="654" y="1016"/>
                  </a:lnTo>
                  <a:lnTo>
                    <a:pt x="661" y="1007"/>
                  </a:lnTo>
                  <a:lnTo>
                    <a:pt x="670" y="995"/>
                  </a:lnTo>
                  <a:lnTo>
                    <a:pt x="670" y="993"/>
                  </a:lnTo>
                  <a:lnTo>
                    <a:pt x="670" y="993"/>
                  </a:lnTo>
                  <a:lnTo>
                    <a:pt x="675" y="983"/>
                  </a:lnTo>
                  <a:lnTo>
                    <a:pt x="678" y="979"/>
                  </a:lnTo>
                  <a:lnTo>
                    <a:pt x="682" y="976"/>
                  </a:lnTo>
                  <a:lnTo>
                    <a:pt x="685" y="973"/>
                  </a:lnTo>
                  <a:lnTo>
                    <a:pt x="685" y="973"/>
                  </a:lnTo>
                  <a:lnTo>
                    <a:pt x="690" y="966"/>
                  </a:lnTo>
                  <a:lnTo>
                    <a:pt x="695" y="959"/>
                  </a:lnTo>
                  <a:lnTo>
                    <a:pt x="706" y="946"/>
                  </a:lnTo>
                  <a:lnTo>
                    <a:pt x="718" y="932"/>
                  </a:lnTo>
                  <a:lnTo>
                    <a:pt x="722" y="924"/>
                  </a:lnTo>
                  <a:lnTo>
                    <a:pt x="725" y="915"/>
                  </a:lnTo>
                  <a:lnTo>
                    <a:pt x="725" y="915"/>
                  </a:lnTo>
                  <a:lnTo>
                    <a:pt x="698" y="934"/>
                  </a:lnTo>
                  <a:lnTo>
                    <a:pt x="673" y="953"/>
                  </a:lnTo>
                  <a:lnTo>
                    <a:pt x="650" y="976"/>
                  </a:lnTo>
                  <a:lnTo>
                    <a:pt x="629" y="998"/>
                  </a:lnTo>
                  <a:lnTo>
                    <a:pt x="629" y="998"/>
                  </a:lnTo>
                  <a:lnTo>
                    <a:pt x="628" y="1000"/>
                  </a:lnTo>
                  <a:lnTo>
                    <a:pt x="628" y="998"/>
                  </a:lnTo>
                  <a:lnTo>
                    <a:pt x="629" y="994"/>
                  </a:lnTo>
                  <a:lnTo>
                    <a:pt x="629" y="993"/>
                  </a:lnTo>
                  <a:lnTo>
                    <a:pt x="629" y="991"/>
                  </a:lnTo>
                  <a:lnTo>
                    <a:pt x="626" y="991"/>
                  </a:lnTo>
                  <a:lnTo>
                    <a:pt x="623" y="995"/>
                  </a:lnTo>
                  <a:lnTo>
                    <a:pt x="623" y="995"/>
                  </a:lnTo>
                  <a:lnTo>
                    <a:pt x="616" y="1005"/>
                  </a:lnTo>
                  <a:lnTo>
                    <a:pt x="611" y="1015"/>
                  </a:lnTo>
                  <a:lnTo>
                    <a:pt x="604" y="1025"/>
                  </a:lnTo>
                  <a:lnTo>
                    <a:pt x="597" y="1033"/>
                  </a:lnTo>
                  <a:lnTo>
                    <a:pt x="597" y="1033"/>
                  </a:lnTo>
                  <a:lnTo>
                    <a:pt x="602" y="1036"/>
                  </a:lnTo>
                  <a:lnTo>
                    <a:pt x="607" y="1038"/>
                  </a:lnTo>
                  <a:lnTo>
                    <a:pt x="616" y="1038"/>
                  </a:lnTo>
                  <a:lnTo>
                    <a:pt x="628" y="1036"/>
                  </a:lnTo>
                  <a:lnTo>
                    <a:pt x="638" y="1032"/>
                  </a:lnTo>
                  <a:lnTo>
                    <a:pt x="638" y="1032"/>
                  </a:lnTo>
                  <a:close/>
                  <a:moveTo>
                    <a:pt x="50" y="891"/>
                  </a:moveTo>
                  <a:lnTo>
                    <a:pt x="50" y="891"/>
                  </a:lnTo>
                  <a:lnTo>
                    <a:pt x="53" y="893"/>
                  </a:lnTo>
                  <a:lnTo>
                    <a:pt x="53" y="894"/>
                  </a:lnTo>
                  <a:lnTo>
                    <a:pt x="54" y="896"/>
                  </a:lnTo>
                  <a:lnTo>
                    <a:pt x="53" y="897"/>
                  </a:lnTo>
                  <a:lnTo>
                    <a:pt x="50" y="898"/>
                  </a:lnTo>
                  <a:lnTo>
                    <a:pt x="46" y="898"/>
                  </a:lnTo>
                  <a:lnTo>
                    <a:pt x="54" y="908"/>
                  </a:lnTo>
                  <a:lnTo>
                    <a:pt x="94" y="849"/>
                  </a:lnTo>
                  <a:lnTo>
                    <a:pt x="94" y="849"/>
                  </a:lnTo>
                  <a:lnTo>
                    <a:pt x="123" y="806"/>
                  </a:lnTo>
                  <a:lnTo>
                    <a:pt x="139" y="782"/>
                  </a:lnTo>
                  <a:lnTo>
                    <a:pt x="144" y="771"/>
                  </a:lnTo>
                  <a:lnTo>
                    <a:pt x="150" y="759"/>
                  </a:lnTo>
                  <a:lnTo>
                    <a:pt x="150" y="759"/>
                  </a:lnTo>
                  <a:lnTo>
                    <a:pt x="122" y="783"/>
                  </a:lnTo>
                  <a:lnTo>
                    <a:pt x="95" y="807"/>
                  </a:lnTo>
                  <a:lnTo>
                    <a:pt x="70" y="834"/>
                  </a:lnTo>
                  <a:lnTo>
                    <a:pt x="49" y="860"/>
                  </a:lnTo>
                  <a:lnTo>
                    <a:pt x="49" y="860"/>
                  </a:lnTo>
                  <a:lnTo>
                    <a:pt x="50" y="860"/>
                  </a:lnTo>
                  <a:lnTo>
                    <a:pt x="50" y="863"/>
                  </a:lnTo>
                  <a:lnTo>
                    <a:pt x="47" y="872"/>
                  </a:lnTo>
                  <a:lnTo>
                    <a:pt x="45" y="880"/>
                  </a:lnTo>
                  <a:lnTo>
                    <a:pt x="45" y="886"/>
                  </a:lnTo>
                  <a:lnTo>
                    <a:pt x="46" y="889"/>
                  </a:lnTo>
                  <a:lnTo>
                    <a:pt x="46" y="889"/>
                  </a:lnTo>
                  <a:lnTo>
                    <a:pt x="50" y="891"/>
                  </a:lnTo>
                  <a:lnTo>
                    <a:pt x="50" y="891"/>
                  </a:lnTo>
                  <a:close/>
                  <a:moveTo>
                    <a:pt x="101" y="943"/>
                  </a:moveTo>
                  <a:lnTo>
                    <a:pt x="101" y="943"/>
                  </a:lnTo>
                  <a:lnTo>
                    <a:pt x="104" y="952"/>
                  </a:lnTo>
                  <a:lnTo>
                    <a:pt x="105" y="957"/>
                  </a:lnTo>
                  <a:lnTo>
                    <a:pt x="109" y="963"/>
                  </a:lnTo>
                  <a:lnTo>
                    <a:pt x="116" y="969"/>
                  </a:lnTo>
                  <a:lnTo>
                    <a:pt x="116" y="969"/>
                  </a:lnTo>
                  <a:lnTo>
                    <a:pt x="119" y="969"/>
                  </a:lnTo>
                  <a:lnTo>
                    <a:pt x="123" y="969"/>
                  </a:lnTo>
                  <a:lnTo>
                    <a:pt x="126" y="966"/>
                  </a:lnTo>
                  <a:lnTo>
                    <a:pt x="129" y="963"/>
                  </a:lnTo>
                  <a:lnTo>
                    <a:pt x="129" y="963"/>
                  </a:lnTo>
                  <a:lnTo>
                    <a:pt x="167" y="904"/>
                  </a:lnTo>
                  <a:lnTo>
                    <a:pt x="185" y="875"/>
                  </a:lnTo>
                  <a:lnTo>
                    <a:pt x="206" y="846"/>
                  </a:lnTo>
                  <a:lnTo>
                    <a:pt x="206" y="846"/>
                  </a:lnTo>
                  <a:lnTo>
                    <a:pt x="209" y="846"/>
                  </a:lnTo>
                  <a:lnTo>
                    <a:pt x="212" y="846"/>
                  </a:lnTo>
                  <a:lnTo>
                    <a:pt x="215" y="845"/>
                  </a:lnTo>
                  <a:lnTo>
                    <a:pt x="216" y="842"/>
                  </a:lnTo>
                  <a:lnTo>
                    <a:pt x="216" y="842"/>
                  </a:lnTo>
                  <a:lnTo>
                    <a:pt x="212" y="844"/>
                  </a:lnTo>
                  <a:lnTo>
                    <a:pt x="209" y="844"/>
                  </a:lnTo>
                  <a:lnTo>
                    <a:pt x="209" y="842"/>
                  </a:lnTo>
                  <a:lnTo>
                    <a:pt x="212" y="839"/>
                  </a:lnTo>
                  <a:lnTo>
                    <a:pt x="212" y="839"/>
                  </a:lnTo>
                  <a:lnTo>
                    <a:pt x="213" y="838"/>
                  </a:lnTo>
                  <a:lnTo>
                    <a:pt x="215" y="835"/>
                  </a:lnTo>
                  <a:lnTo>
                    <a:pt x="215" y="828"/>
                  </a:lnTo>
                  <a:lnTo>
                    <a:pt x="215" y="828"/>
                  </a:lnTo>
                  <a:lnTo>
                    <a:pt x="184" y="855"/>
                  </a:lnTo>
                  <a:lnTo>
                    <a:pt x="154" y="883"/>
                  </a:lnTo>
                  <a:lnTo>
                    <a:pt x="126" y="912"/>
                  </a:lnTo>
                  <a:lnTo>
                    <a:pt x="101" y="943"/>
                  </a:lnTo>
                  <a:lnTo>
                    <a:pt x="101" y="943"/>
                  </a:lnTo>
                  <a:close/>
                  <a:moveTo>
                    <a:pt x="2304" y="1023"/>
                  </a:moveTo>
                  <a:lnTo>
                    <a:pt x="2446" y="908"/>
                  </a:lnTo>
                  <a:lnTo>
                    <a:pt x="2446" y="908"/>
                  </a:lnTo>
                  <a:lnTo>
                    <a:pt x="2410" y="910"/>
                  </a:lnTo>
                  <a:lnTo>
                    <a:pt x="2393" y="911"/>
                  </a:lnTo>
                  <a:lnTo>
                    <a:pt x="2377" y="910"/>
                  </a:lnTo>
                  <a:lnTo>
                    <a:pt x="2377" y="910"/>
                  </a:lnTo>
                  <a:lnTo>
                    <a:pt x="2360" y="939"/>
                  </a:lnTo>
                  <a:lnTo>
                    <a:pt x="2342" y="967"/>
                  </a:lnTo>
                  <a:lnTo>
                    <a:pt x="2304" y="1023"/>
                  </a:lnTo>
                  <a:lnTo>
                    <a:pt x="2304" y="1023"/>
                  </a:lnTo>
                  <a:close/>
                  <a:moveTo>
                    <a:pt x="583" y="924"/>
                  </a:moveTo>
                  <a:lnTo>
                    <a:pt x="583" y="924"/>
                  </a:lnTo>
                  <a:lnTo>
                    <a:pt x="580" y="928"/>
                  </a:lnTo>
                  <a:lnTo>
                    <a:pt x="576" y="929"/>
                  </a:lnTo>
                  <a:lnTo>
                    <a:pt x="573" y="928"/>
                  </a:lnTo>
                  <a:lnTo>
                    <a:pt x="570" y="927"/>
                  </a:lnTo>
                  <a:lnTo>
                    <a:pt x="570" y="927"/>
                  </a:lnTo>
                  <a:lnTo>
                    <a:pt x="566" y="934"/>
                  </a:lnTo>
                  <a:lnTo>
                    <a:pt x="564" y="938"/>
                  </a:lnTo>
                  <a:lnTo>
                    <a:pt x="566" y="941"/>
                  </a:lnTo>
                  <a:lnTo>
                    <a:pt x="569" y="939"/>
                  </a:lnTo>
                  <a:lnTo>
                    <a:pt x="569" y="939"/>
                  </a:lnTo>
                  <a:lnTo>
                    <a:pt x="536" y="983"/>
                  </a:lnTo>
                  <a:lnTo>
                    <a:pt x="519" y="1005"/>
                  </a:lnTo>
                  <a:lnTo>
                    <a:pt x="505" y="1029"/>
                  </a:lnTo>
                  <a:lnTo>
                    <a:pt x="505" y="1029"/>
                  </a:lnTo>
                  <a:lnTo>
                    <a:pt x="508" y="1029"/>
                  </a:lnTo>
                  <a:lnTo>
                    <a:pt x="512" y="1029"/>
                  </a:lnTo>
                  <a:lnTo>
                    <a:pt x="515" y="1026"/>
                  </a:lnTo>
                  <a:lnTo>
                    <a:pt x="515" y="1025"/>
                  </a:lnTo>
                  <a:lnTo>
                    <a:pt x="515" y="1022"/>
                  </a:lnTo>
                  <a:lnTo>
                    <a:pt x="515" y="1022"/>
                  </a:lnTo>
                  <a:lnTo>
                    <a:pt x="548" y="990"/>
                  </a:lnTo>
                  <a:lnTo>
                    <a:pt x="581" y="959"/>
                  </a:lnTo>
                  <a:lnTo>
                    <a:pt x="616" y="928"/>
                  </a:lnTo>
                  <a:lnTo>
                    <a:pt x="635" y="914"/>
                  </a:lnTo>
                  <a:lnTo>
                    <a:pt x="653" y="901"/>
                  </a:lnTo>
                  <a:lnTo>
                    <a:pt x="600" y="898"/>
                  </a:lnTo>
                  <a:lnTo>
                    <a:pt x="600" y="898"/>
                  </a:lnTo>
                  <a:lnTo>
                    <a:pt x="595" y="904"/>
                  </a:lnTo>
                  <a:lnTo>
                    <a:pt x="591" y="911"/>
                  </a:lnTo>
                  <a:lnTo>
                    <a:pt x="586" y="917"/>
                  </a:lnTo>
                  <a:lnTo>
                    <a:pt x="583" y="924"/>
                  </a:lnTo>
                  <a:lnTo>
                    <a:pt x="583" y="924"/>
                  </a:lnTo>
                  <a:close/>
                  <a:moveTo>
                    <a:pt x="140" y="863"/>
                  </a:moveTo>
                  <a:lnTo>
                    <a:pt x="144" y="862"/>
                  </a:lnTo>
                  <a:lnTo>
                    <a:pt x="144" y="862"/>
                  </a:lnTo>
                  <a:lnTo>
                    <a:pt x="151" y="855"/>
                  </a:lnTo>
                  <a:lnTo>
                    <a:pt x="153" y="853"/>
                  </a:lnTo>
                  <a:lnTo>
                    <a:pt x="151" y="853"/>
                  </a:lnTo>
                  <a:lnTo>
                    <a:pt x="144" y="856"/>
                  </a:lnTo>
                  <a:lnTo>
                    <a:pt x="144" y="856"/>
                  </a:lnTo>
                  <a:lnTo>
                    <a:pt x="153" y="841"/>
                  </a:lnTo>
                  <a:lnTo>
                    <a:pt x="164" y="827"/>
                  </a:lnTo>
                  <a:lnTo>
                    <a:pt x="175" y="811"/>
                  </a:lnTo>
                  <a:lnTo>
                    <a:pt x="179" y="804"/>
                  </a:lnTo>
                  <a:lnTo>
                    <a:pt x="184" y="796"/>
                  </a:lnTo>
                  <a:lnTo>
                    <a:pt x="184" y="796"/>
                  </a:lnTo>
                  <a:lnTo>
                    <a:pt x="156" y="824"/>
                  </a:lnTo>
                  <a:lnTo>
                    <a:pt x="129" y="852"/>
                  </a:lnTo>
                  <a:lnTo>
                    <a:pt x="80" y="908"/>
                  </a:lnTo>
                  <a:lnTo>
                    <a:pt x="80" y="908"/>
                  </a:lnTo>
                  <a:lnTo>
                    <a:pt x="71" y="915"/>
                  </a:lnTo>
                  <a:lnTo>
                    <a:pt x="70" y="915"/>
                  </a:lnTo>
                  <a:lnTo>
                    <a:pt x="71" y="914"/>
                  </a:lnTo>
                  <a:lnTo>
                    <a:pt x="71" y="914"/>
                  </a:lnTo>
                  <a:lnTo>
                    <a:pt x="66" y="918"/>
                  </a:lnTo>
                  <a:lnTo>
                    <a:pt x="64" y="922"/>
                  </a:lnTo>
                  <a:lnTo>
                    <a:pt x="64" y="927"/>
                  </a:lnTo>
                  <a:lnTo>
                    <a:pt x="66" y="931"/>
                  </a:lnTo>
                  <a:lnTo>
                    <a:pt x="68" y="935"/>
                  </a:lnTo>
                  <a:lnTo>
                    <a:pt x="73" y="939"/>
                  </a:lnTo>
                  <a:lnTo>
                    <a:pt x="84" y="948"/>
                  </a:lnTo>
                  <a:lnTo>
                    <a:pt x="137" y="865"/>
                  </a:lnTo>
                  <a:lnTo>
                    <a:pt x="140" y="863"/>
                  </a:lnTo>
                  <a:close/>
                  <a:moveTo>
                    <a:pt x="1419" y="903"/>
                  </a:moveTo>
                  <a:lnTo>
                    <a:pt x="1354" y="997"/>
                  </a:lnTo>
                  <a:lnTo>
                    <a:pt x="1354" y="997"/>
                  </a:lnTo>
                  <a:lnTo>
                    <a:pt x="1387" y="967"/>
                  </a:lnTo>
                  <a:lnTo>
                    <a:pt x="1420" y="938"/>
                  </a:lnTo>
                  <a:lnTo>
                    <a:pt x="1438" y="922"/>
                  </a:lnTo>
                  <a:lnTo>
                    <a:pt x="1455" y="910"/>
                  </a:lnTo>
                  <a:lnTo>
                    <a:pt x="1475" y="897"/>
                  </a:lnTo>
                  <a:lnTo>
                    <a:pt x="1495" y="884"/>
                  </a:lnTo>
                  <a:lnTo>
                    <a:pt x="1495" y="884"/>
                  </a:lnTo>
                  <a:lnTo>
                    <a:pt x="1479" y="887"/>
                  </a:lnTo>
                  <a:lnTo>
                    <a:pt x="1461" y="886"/>
                  </a:lnTo>
                  <a:lnTo>
                    <a:pt x="1444" y="886"/>
                  </a:lnTo>
                  <a:lnTo>
                    <a:pt x="1429" y="883"/>
                  </a:lnTo>
                  <a:lnTo>
                    <a:pt x="1429" y="883"/>
                  </a:lnTo>
                  <a:lnTo>
                    <a:pt x="1424" y="894"/>
                  </a:lnTo>
                  <a:lnTo>
                    <a:pt x="1419" y="903"/>
                  </a:lnTo>
                  <a:lnTo>
                    <a:pt x="1419" y="903"/>
                  </a:lnTo>
                  <a:close/>
                  <a:moveTo>
                    <a:pt x="1075" y="1008"/>
                  </a:moveTo>
                  <a:lnTo>
                    <a:pt x="1075" y="1008"/>
                  </a:lnTo>
                  <a:lnTo>
                    <a:pt x="1075" y="1007"/>
                  </a:lnTo>
                  <a:lnTo>
                    <a:pt x="1076" y="1005"/>
                  </a:lnTo>
                  <a:lnTo>
                    <a:pt x="1079" y="1001"/>
                  </a:lnTo>
                  <a:lnTo>
                    <a:pt x="1080" y="1000"/>
                  </a:lnTo>
                  <a:lnTo>
                    <a:pt x="1079" y="998"/>
                  </a:lnTo>
                  <a:lnTo>
                    <a:pt x="1077" y="998"/>
                  </a:lnTo>
                  <a:lnTo>
                    <a:pt x="1077" y="998"/>
                  </a:lnTo>
                  <a:lnTo>
                    <a:pt x="1068" y="1008"/>
                  </a:lnTo>
                  <a:lnTo>
                    <a:pt x="1058" y="1021"/>
                  </a:lnTo>
                  <a:lnTo>
                    <a:pt x="1049" y="1033"/>
                  </a:lnTo>
                  <a:lnTo>
                    <a:pt x="1046" y="1040"/>
                  </a:lnTo>
                  <a:lnTo>
                    <a:pt x="1044" y="1047"/>
                  </a:lnTo>
                  <a:lnTo>
                    <a:pt x="1044" y="1047"/>
                  </a:lnTo>
                  <a:lnTo>
                    <a:pt x="1053" y="1050"/>
                  </a:lnTo>
                  <a:lnTo>
                    <a:pt x="1063" y="1050"/>
                  </a:lnTo>
                  <a:lnTo>
                    <a:pt x="1069" y="1050"/>
                  </a:lnTo>
                  <a:lnTo>
                    <a:pt x="1075" y="1047"/>
                  </a:lnTo>
                  <a:lnTo>
                    <a:pt x="1079" y="1045"/>
                  </a:lnTo>
                  <a:lnTo>
                    <a:pt x="1083" y="1039"/>
                  </a:lnTo>
                  <a:lnTo>
                    <a:pt x="1083" y="1039"/>
                  </a:lnTo>
                  <a:lnTo>
                    <a:pt x="1103" y="1008"/>
                  </a:lnTo>
                  <a:lnTo>
                    <a:pt x="1125" y="979"/>
                  </a:lnTo>
                  <a:lnTo>
                    <a:pt x="1169" y="920"/>
                  </a:lnTo>
                  <a:lnTo>
                    <a:pt x="1169" y="920"/>
                  </a:lnTo>
                  <a:lnTo>
                    <a:pt x="1148" y="936"/>
                  </a:lnTo>
                  <a:lnTo>
                    <a:pt x="1128" y="955"/>
                  </a:lnTo>
                  <a:lnTo>
                    <a:pt x="1110" y="974"/>
                  </a:lnTo>
                  <a:lnTo>
                    <a:pt x="1091" y="994"/>
                  </a:lnTo>
                  <a:lnTo>
                    <a:pt x="1091" y="994"/>
                  </a:lnTo>
                  <a:lnTo>
                    <a:pt x="1089" y="995"/>
                  </a:lnTo>
                  <a:lnTo>
                    <a:pt x="1086" y="995"/>
                  </a:lnTo>
                  <a:lnTo>
                    <a:pt x="1086" y="995"/>
                  </a:lnTo>
                  <a:lnTo>
                    <a:pt x="1084" y="1000"/>
                  </a:lnTo>
                  <a:lnTo>
                    <a:pt x="1082" y="1004"/>
                  </a:lnTo>
                  <a:lnTo>
                    <a:pt x="1075" y="1008"/>
                  </a:lnTo>
                  <a:lnTo>
                    <a:pt x="1073" y="1011"/>
                  </a:lnTo>
                  <a:lnTo>
                    <a:pt x="1075" y="1008"/>
                  </a:lnTo>
                  <a:close/>
                  <a:moveTo>
                    <a:pt x="25" y="699"/>
                  </a:moveTo>
                  <a:lnTo>
                    <a:pt x="25" y="699"/>
                  </a:lnTo>
                  <a:lnTo>
                    <a:pt x="23" y="705"/>
                  </a:lnTo>
                  <a:lnTo>
                    <a:pt x="22" y="709"/>
                  </a:lnTo>
                  <a:lnTo>
                    <a:pt x="23" y="720"/>
                  </a:lnTo>
                  <a:lnTo>
                    <a:pt x="25" y="731"/>
                  </a:lnTo>
                  <a:lnTo>
                    <a:pt x="26" y="742"/>
                  </a:lnTo>
                  <a:lnTo>
                    <a:pt x="26" y="742"/>
                  </a:lnTo>
                  <a:lnTo>
                    <a:pt x="75" y="655"/>
                  </a:lnTo>
                  <a:lnTo>
                    <a:pt x="101" y="613"/>
                  </a:lnTo>
                  <a:lnTo>
                    <a:pt x="129" y="571"/>
                  </a:lnTo>
                  <a:lnTo>
                    <a:pt x="129" y="571"/>
                  </a:lnTo>
                  <a:lnTo>
                    <a:pt x="101" y="601"/>
                  </a:lnTo>
                  <a:lnTo>
                    <a:pt x="74" y="631"/>
                  </a:lnTo>
                  <a:lnTo>
                    <a:pt x="49" y="664"/>
                  </a:lnTo>
                  <a:lnTo>
                    <a:pt x="25" y="699"/>
                  </a:lnTo>
                  <a:lnTo>
                    <a:pt x="25" y="699"/>
                  </a:lnTo>
                  <a:close/>
                  <a:moveTo>
                    <a:pt x="67" y="821"/>
                  </a:moveTo>
                  <a:lnTo>
                    <a:pt x="119" y="769"/>
                  </a:lnTo>
                  <a:lnTo>
                    <a:pt x="119" y="769"/>
                  </a:lnTo>
                  <a:lnTo>
                    <a:pt x="129" y="761"/>
                  </a:lnTo>
                  <a:lnTo>
                    <a:pt x="141" y="752"/>
                  </a:lnTo>
                  <a:lnTo>
                    <a:pt x="153" y="745"/>
                  </a:lnTo>
                  <a:lnTo>
                    <a:pt x="165" y="741"/>
                  </a:lnTo>
                  <a:lnTo>
                    <a:pt x="161" y="683"/>
                  </a:lnTo>
                  <a:lnTo>
                    <a:pt x="148" y="697"/>
                  </a:lnTo>
                  <a:lnTo>
                    <a:pt x="148" y="697"/>
                  </a:lnTo>
                  <a:lnTo>
                    <a:pt x="146" y="697"/>
                  </a:lnTo>
                  <a:lnTo>
                    <a:pt x="141" y="699"/>
                  </a:lnTo>
                  <a:lnTo>
                    <a:pt x="139" y="703"/>
                  </a:lnTo>
                  <a:lnTo>
                    <a:pt x="136" y="707"/>
                  </a:lnTo>
                  <a:lnTo>
                    <a:pt x="134" y="710"/>
                  </a:lnTo>
                  <a:lnTo>
                    <a:pt x="134" y="713"/>
                  </a:lnTo>
                  <a:lnTo>
                    <a:pt x="136" y="714"/>
                  </a:lnTo>
                  <a:lnTo>
                    <a:pt x="139" y="713"/>
                  </a:lnTo>
                  <a:lnTo>
                    <a:pt x="139" y="713"/>
                  </a:lnTo>
                  <a:lnTo>
                    <a:pt x="120" y="740"/>
                  </a:lnTo>
                  <a:lnTo>
                    <a:pt x="102" y="768"/>
                  </a:lnTo>
                  <a:lnTo>
                    <a:pt x="84" y="794"/>
                  </a:lnTo>
                  <a:lnTo>
                    <a:pt x="67" y="821"/>
                  </a:lnTo>
                  <a:lnTo>
                    <a:pt x="67" y="821"/>
                  </a:lnTo>
                  <a:close/>
                  <a:moveTo>
                    <a:pt x="801" y="896"/>
                  </a:moveTo>
                  <a:lnTo>
                    <a:pt x="801" y="896"/>
                  </a:lnTo>
                  <a:lnTo>
                    <a:pt x="785" y="897"/>
                  </a:lnTo>
                  <a:lnTo>
                    <a:pt x="772" y="898"/>
                  </a:lnTo>
                  <a:lnTo>
                    <a:pt x="758" y="898"/>
                  </a:lnTo>
                  <a:lnTo>
                    <a:pt x="747" y="900"/>
                  </a:lnTo>
                  <a:lnTo>
                    <a:pt x="747" y="900"/>
                  </a:lnTo>
                  <a:lnTo>
                    <a:pt x="742" y="911"/>
                  </a:lnTo>
                  <a:lnTo>
                    <a:pt x="736" y="922"/>
                  </a:lnTo>
                  <a:lnTo>
                    <a:pt x="729" y="932"/>
                  </a:lnTo>
                  <a:lnTo>
                    <a:pt x="720" y="942"/>
                  </a:lnTo>
                  <a:lnTo>
                    <a:pt x="712" y="950"/>
                  </a:lnTo>
                  <a:lnTo>
                    <a:pt x="704" y="959"/>
                  </a:lnTo>
                  <a:lnTo>
                    <a:pt x="685" y="973"/>
                  </a:lnTo>
                  <a:lnTo>
                    <a:pt x="682" y="976"/>
                  </a:lnTo>
                  <a:lnTo>
                    <a:pt x="677" y="988"/>
                  </a:lnTo>
                  <a:lnTo>
                    <a:pt x="677" y="988"/>
                  </a:lnTo>
                  <a:lnTo>
                    <a:pt x="684" y="984"/>
                  </a:lnTo>
                  <a:lnTo>
                    <a:pt x="687" y="983"/>
                  </a:lnTo>
                  <a:lnTo>
                    <a:pt x="685" y="986"/>
                  </a:lnTo>
                  <a:lnTo>
                    <a:pt x="685" y="986"/>
                  </a:lnTo>
                  <a:lnTo>
                    <a:pt x="674" y="1001"/>
                  </a:lnTo>
                  <a:lnTo>
                    <a:pt x="668" y="1009"/>
                  </a:lnTo>
                  <a:lnTo>
                    <a:pt x="664" y="1019"/>
                  </a:lnTo>
                  <a:lnTo>
                    <a:pt x="664" y="1019"/>
                  </a:lnTo>
                  <a:lnTo>
                    <a:pt x="697" y="987"/>
                  </a:lnTo>
                  <a:lnTo>
                    <a:pt x="729" y="955"/>
                  </a:lnTo>
                  <a:lnTo>
                    <a:pt x="764" y="924"/>
                  </a:lnTo>
                  <a:lnTo>
                    <a:pt x="801" y="896"/>
                  </a:lnTo>
                  <a:lnTo>
                    <a:pt x="801" y="896"/>
                  </a:lnTo>
                  <a:close/>
                  <a:moveTo>
                    <a:pt x="40" y="959"/>
                  </a:moveTo>
                  <a:lnTo>
                    <a:pt x="40" y="959"/>
                  </a:lnTo>
                  <a:lnTo>
                    <a:pt x="81" y="980"/>
                  </a:lnTo>
                  <a:lnTo>
                    <a:pt x="101" y="990"/>
                  </a:lnTo>
                  <a:lnTo>
                    <a:pt x="122" y="1000"/>
                  </a:lnTo>
                  <a:lnTo>
                    <a:pt x="146" y="1007"/>
                  </a:lnTo>
                  <a:lnTo>
                    <a:pt x="170" y="1012"/>
                  </a:lnTo>
                  <a:lnTo>
                    <a:pt x="196" y="1016"/>
                  </a:lnTo>
                  <a:lnTo>
                    <a:pt x="224" y="1016"/>
                  </a:lnTo>
                  <a:lnTo>
                    <a:pt x="224" y="1016"/>
                  </a:lnTo>
                  <a:lnTo>
                    <a:pt x="199" y="1014"/>
                  </a:lnTo>
                  <a:lnTo>
                    <a:pt x="174" y="1008"/>
                  </a:lnTo>
                  <a:lnTo>
                    <a:pt x="151" y="1001"/>
                  </a:lnTo>
                  <a:lnTo>
                    <a:pt x="129" y="993"/>
                  </a:lnTo>
                  <a:lnTo>
                    <a:pt x="108" y="983"/>
                  </a:lnTo>
                  <a:lnTo>
                    <a:pt x="88" y="973"/>
                  </a:lnTo>
                  <a:lnTo>
                    <a:pt x="50" y="949"/>
                  </a:lnTo>
                  <a:lnTo>
                    <a:pt x="50" y="949"/>
                  </a:lnTo>
                  <a:lnTo>
                    <a:pt x="37" y="920"/>
                  </a:lnTo>
                  <a:lnTo>
                    <a:pt x="29" y="903"/>
                  </a:lnTo>
                  <a:lnTo>
                    <a:pt x="25" y="897"/>
                  </a:lnTo>
                  <a:lnTo>
                    <a:pt x="21" y="893"/>
                  </a:lnTo>
                  <a:lnTo>
                    <a:pt x="21" y="893"/>
                  </a:lnTo>
                  <a:lnTo>
                    <a:pt x="25" y="911"/>
                  </a:lnTo>
                  <a:lnTo>
                    <a:pt x="29" y="928"/>
                  </a:lnTo>
                  <a:lnTo>
                    <a:pt x="35" y="945"/>
                  </a:lnTo>
                  <a:lnTo>
                    <a:pt x="40" y="959"/>
                  </a:lnTo>
                  <a:lnTo>
                    <a:pt x="40" y="959"/>
                  </a:lnTo>
                  <a:close/>
                  <a:moveTo>
                    <a:pt x="26" y="783"/>
                  </a:moveTo>
                  <a:lnTo>
                    <a:pt x="26" y="783"/>
                  </a:lnTo>
                  <a:lnTo>
                    <a:pt x="25" y="789"/>
                  </a:lnTo>
                  <a:lnTo>
                    <a:pt x="25" y="796"/>
                  </a:lnTo>
                  <a:lnTo>
                    <a:pt x="26" y="801"/>
                  </a:lnTo>
                  <a:lnTo>
                    <a:pt x="28" y="804"/>
                  </a:lnTo>
                  <a:lnTo>
                    <a:pt x="32" y="807"/>
                  </a:lnTo>
                  <a:lnTo>
                    <a:pt x="32" y="807"/>
                  </a:lnTo>
                  <a:lnTo>
                    <a:pt x="52" y="766"/>
                  </a:lnTo>
                  <a:lnTo>
                    <a:pt x="73" y="726"/>
                  </a:lnTo>
                  <a:lnTo>
                    <a:pt x="95" y="688"/>
                  </a:lnTo>
                  <a:lnTo>
                    <a:pt x="119" y="651"/>
                  </a:lnTo>
                  <a:lnTo>
                    <a:pt x="119" y="651"/>
                  </a:lnTo>
                  <a:lnTo>
                    <a:pt x="92" y="681"/>
                  </a:lnTo>
                  <a:lnTo>
                    <a:pt x="78" y="695"/>
                  </a:lnTo>
                  <a:lnTo>
                    <a:pt x="66" y="710"/>
                  </a:lnTo>
                  <a:lnTo>
                    <a:pt x="54" y="727"/>
                  </a:lnTo>
                  <a:lnTo>
                    <a:pt x="43" y="744"/>
                  </a:lnTo>
                  <a:lnTo>
                    <a:pt x="33" y="764"/>
                  </a:lnTo>
                  <a:lnTo>
                    <a:pt x="26" y="783"/>
                  </a:lnTo>
                  <a:lnTo>
                    <a:pt x="26" y="783"/>
                  </a:lnTo>
                  <a:close/>
                  <a:moveTo>
                    <a:pt x="59" y="418"/>
                  </a:moveTo>
                  <a:lnTo>
                    <a:pt x="59" y="418"/>
                  </a:lnTo>
                  <a:lnTo>
                    <a:pt x="81" y="390"/>
                  </a:lnTo>
                  <a:lnTo>
                    <a:pt x="94" y="376"/>
                  </a:lnTo>
                  <a:lnTo>
                    <a:pt x="105" y="362"/>
                  </a:lnTo>
                  <a:lnTo>
                    <a:pt x="105" y="362"/>
                  </a:lnTo>
                  <a:lnTo>
                    <a:pt x="112" y="352"/>
                  </a:lnTo>
                  <a:lnTo>
                    <a:pt x="120" y="342"/>
                  </a:lnTo>
                  <a:lnTo>
                    <a:pt x="137" y="324"/>
                  </a:lnTo>
                  <a:lnTo>
                    <a:pt x="144" y="312"/>
                  </a:lnTo>
                  <a:lnTo>
                    <a:pt x="150" y="300"/>
                  </a:lnTo>
                  <a:lnTo>
                    <a:pt x="151" y="293"/>
                  </a:lnTo>
                  <a:lnTo>
                    <a:pt x="153" y="286"/>
                  </a:lnTo>
                  <a:lnTo>
                    <a:pt x="153" y="276"/>
                  </a:lnTo>
                  <a:lnTo>
                    <a:pt x="153" y="266"/>
                  </a:lnTo>
                  <a:lnTo>
                    <a:pt x="153" y="266"/>
                  </a:lnTo>
                  <a:lnTo>
                    <a:pt x="148" y="275"/>
                  </a:lnTo>
                  <a:lnTo>
                    <a:pt x="143" y="282"/>
                  </a:lnTo>
                  <a:lnTo>
                    <a:pt x="132" y="293"/>
                  </a:lnTo>
                  <a:lnTo>
                    <a:pt x="122" y="305"/>
                  </a:lnTo>
                  <a:lnTo>
                    <a:pt x="118" y="312"/>
                  </a:lnTo>
                  <a:lnTo>
                    <a:pt x="113" y="319"/>
                  </a:lnTo>
                  <a:lnTo>
                    <a:pt x="113" y="319"/>
                  </a:lnTo>
                  <a:lnTo>
                    <a:pt x="101" y="345"/>
                  </a:lnTo>
                  <a:lnTo>
                    <a:pt x="85" y="369"/>
                  </a:lnTo>
                  <a:lnTo>
                    <a:pt x="71" y="393"/>
                  </a:lnTo>
                  <a:lnTo>
                    <a:pt x="59" y="418"/>
                  </a:lnTo>
                  <a:lnTo>
                    <a:pt x="59" y="418"/>
                  </a:lnTo>
                  <a:close/>
                  <a:moveTo>
                    <a:pt x="129" y="439"/>
                  </a:moveTo>
                  <a:lnTo>
                    <a:pt x="137" y="442"/>
                  </a:lnTo>
                  <a:lnTo>
                    <a:pt x="70" y="553"/>
                  </a:lnTo>
                  <a:lnTo>
                    <a:pt x="70" y="553"/>
                  </a:lnTo>
                  <a:lnTo>
                    <a:pt x="82" y="536"/>
                  </a:lnTo>
                  <a:lnTo>
                    <a:pt x="97" y="520"/>
                  </a:lnTo>
                  <a:lnTo>
                    <a:pt x="129" y="488"/>
                  </a:lnTo>
                  <a:lnTo>
                    <a:pt x="129" y="488"/>
                  </a:lnTo>
                  <a:lnTo>
                    <a:pt x="136" y="484"/>
                  </a:lnTo>
                  <a:lnTo>
                    <a:pt x="143" y="478"/>
                  </a:lnTo>
                  <a:lnTo>
                    <a:pt x="150" y="471"/>
                  </a:lnTo>
                  <a:lnTo>
                    <a:pt x="154" y="461"/>
                  </a:lnTo>
                  <a:lnTo>
                    <a:pt x="157" y="452"/>
                  </a:lnTo>
                  <a:lnTo>
                    <a:pt x="158" y="440"/>
                  </a:lnTo>
                  <a:lnTo>
                    <a:pt x="157" y="429"/>
                  </a:lnTo>
                  <a:lnTo>
                    <a:pt x="154" y="418"/>
                  </a:lnTo>
                  <a:lnTo>
                    <a:pt x="154" y="418"/>
                  </a:lnTo>
                  <a:lnTo>
                    <a:pt x="151" y="422"/>
                  </a:lnTo>
                  <a:lnTo>
                    <a:pt x="148" y="425"/>
                  </a:lnTo>
                  <a:lnTo>
                    <a:pt x="146" y="428"/>
                  </a:lnTo>
                  <a:lnTo>
                    <a:pt x="143" y="429"/>
                  </a:lnTo>
                  <a:lnTo>
                    <a:pt x="136" y="432"/>
                  </a:lnTo>
                  <a:lnTo>
                    <a:pt x="132" y="435"/>
                  </a:lnTo>
                  <a:lnTo>
                    <a:pt x="129" y="439"/>
                  </a:lnTo>
                  <a:lnTo>
                    <a:pt x="129" y="439"/>
                  </a:lnTo>
                  <a:close/>
                  <a:moveTo>
                    <a:pt x="146" y="215"/>
                  </a:moveTo>
                  <a:lnTo>
                    <a:pt x="146" y="215"/>
                  </a:lnTo>
                  <a:lnTo>
                    <a:pt x="134" y="231"/>
                  </a:lnTo>
                  <a:lnTo>
                    <a:pt x="125" y="248"/>
                  </a:lnTo>
                  <a:lnTo>
                    <a:pt x="105" y="282"/>
                  </a:lnTo>
                  <a:lnTo>
                    <a:pt x="88" y="317"/>
                  </a:lnTo>
                  <a:lnTo>
                    <a:pt x="71" y="352"/>
                  </a:lnTo>
                  <a:lnTo>
                    <a:pt x="71" y="352"/>
                  </a:lnTo>
                  <a:lnTo>
                    <a:pt x="89" y="326"/>
                  </a:lnTo>
                  <a:lnTo>
                    <a:pt x="108" y="301"/>
                  </a:lnTo>
                  <a:lnTo>
                    <a:pt x="129" y="276"/>
                  </a:lnTo>
                  <a:lnTo>
                    <a:pt x="140" y="263"/>
                  </a:lnTo>
                  <a:lnTo>
                    <a:pt x="151" y="252"/>
                  </a:lnTo>
                  <a:lnTo>
                    <a:pt x="151" y="252"/>
                  </a:lnTo>
                  <a:lnTo>
                    <a:pt x="153" y="249"/>
                  </a:lnTo>
                  <a:lnTo>
                    <a:pt x="154" y="246"/>
                  </a:lnTo>
                  <a:lnTo>
                    <a:pt x="153" y="235"/>
                  </a:lnTo>
                  <a:lnTo>
                    <a:pt x="151" y="211"/>
                  </a:lnTo>
                  <a:lnTo>
                    <a:pt x="151" y="211"/>
                  </a:lnTo>
                  <a:lnTo>
                    <a:pt x="146" y="215"/>
                  </a:lnTo>
                  <a:lnTo>
                    <a:pt x="146" y="215"/>
                  </a:lnTo>
                  <a:close/>
                  <a:moveTo>
                    <a:pt x="75" y="900"/>
                  </a:moveTo>
                  <a:lnTo>
                    <a:pt x="75" y="900"/>
                  </a:lnTo>
                  <a:lnTo>
                    <a:pt x="97" y="872"/>
                  </a:lnTo>
                  <a:lnTo>
                    <a:pt x="120" y="845"/>
                  </a:lnTo>
                  <a:lnTo>
                    <a:pt x="146" y="818"/>
                  </a:lnTo>
                  <a:lnTo>
                    <a:pt x="171" y="794"/>
                  </a:lnTo>
                  <a:lnTo>
                    <a:pt x="171" y="794"/>
                  </a:lnTo>
                  <a:lnTo>
                    <a:pt x="175" y="790"/>
                  </a:lnTo>
                  <a:lnTo>
                    <a:pt x="177" y="785"/>
                  </a:lnTo>
                  <a:lnTo>
                    <a:pt x="177" y="780"/>
                  </a:lnTo>
                  <a:lnTo>
                    <a:pt x="175" y="775"/>
                  </a:lnTo>
                  <a:lnTo>
                    <a:pt x="171" y="766"/>
                  </a:lnTo>
                  <a:lnTo>
                    <a:pt x="167" y="758"/>
                  </a:lnTo>
                  <a:lnTo>
                    <a:pt x="167" y="758"/>
                  </a:lnTo>
                  <a:lnTo>
                    <a:pt x="161" y="769"/>
                  </a:lnTo>
                  <a:lnTo>
                    <a:pt x="154" y="779"/>
                  </a:lnTo>
                  <a:lnTo>
                    <a:pt x="139" y="800"/>
                  </a:lnTo>
                  <a:lnTo>
                    <a:pt x="136" y="803"/>
                  </a:lnTo>
                  <a:lnTo>
                    <a:pt x="134" y="808"/>
                  </a:lnTo>
                  <a:lnTo>
                    <a:pt x="134" y="808"/>
                  </a:lnTo>
                  <a:lnTo>
                    <a:pt x="104" y="853"/>
                  </a:lnTo>
                  <a:lnTo>
                    <a:pt x="88" y="876"/>
                  </a:lnTo>
                  <a:lnTo>
                    <a:pt x="75" y="900"/>
                  </a:lnTo>
                  <a:lnTo>
                    <a:pt x="75" y="900"/>
                  </a:lnTo>
                  <a:close/>
                  <a:moveTo>
                    <a:pt x="40" y="824"/>
                  </a:moveTo>
                  <a:lnTo>
                    <a:pt x="40" y="824"/>
                  </a:lnTo>
                  <a:lnTo>
                    <a:pt x="32" y="821"/>
                  </a:lnTo>
                  <a:lnTo>
                    <a:pt x="29" y="820"/>
                  </a:lnTo>
                  <a:lnTo>
                    <a:pt x="28" y="821"/>
                  </a:lnTo>
                  <a:lnTo>
                    <a:pt x="28" y="823"/>
                  </a:lnTo>
                  <a:lnTo>
                    <a:pt x="28" y="827"/>
                  </a:lnTo>
                  <a:lnTo>
                    <a:pt x="28" y="827"/>
                  </a:lnTo>
                  <a:lnTo>
                    <a:pt x="29" y="832"/>
                  </a:lnTo>
                  <a:lnTo>
                    <a:pt x="30" y="841"/>
                  </a:lnTo>
                  <a:lnTo>
                    <a:pt x="30" y="855"/>
                  </a:lnTo>
                  <a:lnTo>
                    <a:pt x="30" y="855"/>
                  </a:lnTo>
                  <a:lnTo>
                    <a:pt x="57" y="814"/>
                  </a:lnTo>
                  <a:lnTo>
                    <a:pt x="85" y="773"/>
                  </a:lnTo>
                  <a:lnTo>
                    <a:pt x="112" y="733"/>
                  </a:lnTo>
                  <a:lnTo>
                    <a:pt x="139" y="693"/>
                  </a:lnTo>
                  <a:lnTo>
                    <a:pt x="139" y="693"/>
                  </a:lnTo>
                  <a:lnTo>
                    <a:pt x="112" y="723"/>
                  </a:lnTo>
                  <a:lnTo>
                    <a:pt x="85" y="754"/>
                  </a:lnTo>
                  <a:lnTo>
                    <a:pt x="73" y="771"/>
                  </a:lnTo>
                  <a:lnTo>
                    <a:pt x="61" y="787"/>
                  </a:lnTo>
                  <a:lnTo>
                    <a:pt x="50" y="804"/>
                  </a:lnTo>
                  <a:lnTo>
                    <a:pt x="40" y="824"/>
                  </a:lnTo>
                  <a:lnTo>
                    <a:pt x="40" y="824"/>
                  </a:lnTo>
                  <a:close/>
                  <a:moveTo>
                    <a:pt x="2481" y="1001"/>
                  </a:moveTo>
                  <a:lnTo>
                    <a:pt x="2481" y="1001"/>
                  </a:lnTo>
                  <a:lnTo>
                    <a:pt x="2532" y="955"/>
                  </a:lnTo>
                  <a:lnTo>
                    <a:pt x="2560" y="931"/>
                  </a:lnTo>
                  <a:lnTo>
                    <a:pt x="2587" y="908"/>
                  </a:lnTo>
                  <a:lnTo>
                    <a:pt x="2587" y="908"/>
                  </a:lnTo>
                  <a:lnTo>
                    <a:pt x="2580" y="910"/>
                  </a:lnTo>
                  <a:lnTo>
                    <a:pt x="2574" y="910"/>
                  </a:lnTo>
                  <a:lnTo>
                    <a:pt x="2560" y="908"/>
                  </a:lnTo>
                  <a:lnTo>
                    <a:pt x="2550" y="908"/>
                  </a:lnTo>
                  <a:lnTo>
                    <a:pt x="2546" y="910"/>
                  </a:lnTo>
                  <a:lnTo>
                    <a:pt x="2543" y="911"/>
                  </a:lnTo>
                  <a:lnTo>
                    <a:pt x="2481" y="1001"/>
                  </a:lnTo>
                  <a:close/>
                  <a:moveTo>
                    <a:pt x="333" y="936"/>
                  </a:moveTo>
                  <a:lnTo>
                    <a:pt x="333" y="929"/>
                  </a:lnTo>
                  <a:lnTo>
                    <a:pt x="333" y="929"/>
                  </a:lnTo>
                  <a:lnTo>
                    <a:pt x="344" y="920"/>
                  </a:lnTo>
                  <a:lnTo>
                    <a:pt x="354" y="907"/>
                  </a:lnTo>
                  <a:lnTo>
                    <a:pt x="363" y="893"/>
                  </a:lnTo>
                  <a:lnTo>
                    <a:pt x="371" y="877"/>
                  </a:lnTo>
                  <a:lnTo>
                    <a:pt x="371" y="877"/>
                  </a:lnTo>
                  <a:lnTo>
                    <a:pt x="371" y="872"/>
                  </a:lnTo>
                  <a:lnTo>
                    <a:pt x="369" y="870"/>
                  </a:lnTo>
                  <a:lnTo>
                    <a:pt x="365" y="869"/>
                  </a:lnTo>
                  <a:lnTo>
                    <a:pt x="362" y="870"/>
                  </a:lnTo>
                  <a:lnTo>
                    <a:pt x="362" y="870"/>
                  </a:lnTo>
                  <a:lnTo>
                    <a:pt x="335" y="889"/>
                  </a:lnTo>
                  <a:lnTo>
                    <a:pt x="323" y="900"/>
                  </a:lnTo>
                  <a:lnTo>
                    <a:pt x="312" y="910"/>
                  </a:lnTo>
                  <a:lnTo>
                    <a:pt x="300" y="922"/>
                  </a:lnTo>
                  <a:lnTo>
                    <a:pt x="289" y="935"/>
                  </a:lnTo>
                  <a:lnTo>
                    <a:pt x="279" y="948"/>
                  </a:lnTo>
                  <a:lnTo>
                    <a:pt x="271" y="962"/>
                  </a:lnTo>
                  <a:lnTo>
                    <a:pt x="351" y="889"/>
                  </a:lnTo>
                  <a:lnTo>
                    <a:pt x="351" y="889"/>
                  </a:lnTo>
                  <a:lnTo>
                    <a:pt x="348" y="896"/>
                  </a:lnTo>
                  <a:lnTo>
                    <a:pt x="344" y="903"/>
                  </a:lnTo>
                  <a:lnTo>
                    <a:pt x="335" y="915"/>
                  </a:lnTo>
                  <a:lnTo>
                    <a:pt x="327" y="927"/>
                  </a:lnTo>
                  <a:lnTo>
                    <a:pt x="323" y="934"/>
                  </a:lnTo>
                  <a:lnTo>
                    <a:pt x="320" y="941"/>
                  </a:lnTo>
                  <a:lnTo>
                    <a:pt x="333" y="936"/>
                  </a:lnTo>
                  <a:close/>
                  <a:moveTo>
                    <a:pt x="1122" y="1014"/>
                  </a:moveTo>
                  <a:lnTo>
                    <a:pt x="1122" y="1014"/>
                  </a:lnTo>
                  <a:lnTo>
                    <a:pt x="1136" y="1002"/>
                  </a:lnTo>
                  <a:lnTo>
                    <a:pt x="1152" y="990"/>
                  </a:lnTo>
                  <a:lnTo>
                    <a:pt x="1180" y="962"/>
                  </a:lnTo>
                  <a:lnTo>
                    <a:pt x="1208" y="934"/>
                  </a:lnTo>
                  <a:lnTo>
                    <a:pt x="1222" y="921"/>
                  </a:lnTo>
                  <a:lnTo>
                    <a:pt x="1238" y="908"/>
                  </a:lnTo>
                  <a:lnTo>
                    <a:pt x="1233" y="908"/>
                  </a:lnTo>
                  <a:lnTo>
                    <a:pt x="1256" y="894"/>
                  </a:lnTo>
                  <a:lnTo>
                    <a:pt x="1256" y="894"/>
                  </a:lnTo>
                  <a:lnTo>
                    <a:pt x="1260" y="889"/>
                  </a:lnTo>
                  <a:lnTo>
                    <a:pt x="1263" y="887"/>
                  </a:lnTo>
                  <a:lnTo>
                    <a:pt x="1266" y="887"/>
                  </a:lnTo>
                  <a:lnTo>
                    <a:pt x="1266" y="887"/>
                  </a:lnTo>
                  <a:lnTo>
                    <a:pt x="1266" y="884"/>
                  </a:lnTo>
                  <a:lnTo>
                    <a:pt x="1267" y="883"/>
                  </a:lnTo>
                  <a:lnTo>
                    <a:pt x="1270" y="880"/>
                  </a:lnTo>
                  <a:lnTo>
                    <a:pt x="1270" y="880"/>
                  </a:lnTo>
                  <a:lnTo>
                    <a:pt x="1259" y="886"/>
                  </a:lnTo>
                  <a:lnTo>
                    <a:pt x="1247" y="891"/>
                  </a:lnTo>
                  <a:lnTo>
                    <a:pt x="1225" y="907"/>
                  </a:lnTo>
                  <a:lnTo>
                    <a:pt x="1204" y="925"/>
                  </a:lnTo>
                  <a:lnTo>
                    <a:pt x="1186" y="942"/>
                  </a:lnTo>
                  <a:lnTo>
                    <a:pt x="1120" y="1007"/>
                  </a:lnTo>
                  <a:lnTo>
                    <a:pt x="1117" y="1009"/>
                  </a:lnTo>
                  <a:lnTo>
                    <a:pt x="1114" y="1015"/>
                  </a:lnTo>
                  <a:lnTo>
                    <a:pt x="1114" y="1015"/>
                  </a:lnTo>
                  <a:lnTo>
                    <a:pt x="1118" y="1015"/>
                  </a:lnTo>
                  <a:lnTo>
                    <a:pt x="1122" y="1014"/>
                  </a:lnTo>
                  <a:lnTo>
                    <a:pt x="1122" y="1014"/>
                  </a:lnTo>
                  <a:close/>
                  <a:moveTo>
                    <a:pt x="200" y="776"/>
                  </a:moveTo>
                  <a:lnTo>
                    <a:pt x="200" y="776"/>
                  </a:lnTo>
                  <a:lnTo>
                    <a:pt x="200" y="783"/>
                  </a:lnTo>
                  <a:lnTo>
                    <a:pt x="203" y="789"/>
                  </a:lnTo>
                  <a:lnTo>
                    <a:pt x="208" y="793"/>
                  </a:lnTo>
                  <a:lnTo>
                    <a:pt x="212" y="797"/>
                  </a:lnTo>
                  <a:lnTo>
                    <a:pt x="223" y="803"/>
                  </a:lnTo>
                  <a:lnTo>
                    <a:pt x="234" y="807"/>
                  </a:lnTo>
                  <a:lnTo>
                    <a:pt x="234" y="807"/>
                  </a:lnTo>
                  <a:lnTo>
                    <a:pt x="224" y="794"/>
                  </a:lnTo>
                  <a:lnTo>
                    <a:pt x="216" y="780"/>
                  </a:lnTo>
                  <a:lnTo>
                    <a:pt x="209" y="765"/>
                  </a:lnTo>
                  <a:lnTo>
                    <a:pt x="202" y="748"/>
                  </a:lnTo>
                  <a:lnTo>
                    <a:pt x="189" y="716"/>
                  </a:lnTo>
                  <a:lnTo>
                    <a:pt x="178" y="681"/>
                  </a:lnTo>
                  <a:lnTo>
                    <a:pt x="178" y="681"/>
                  </a:lnTo>
                  <a:lnTo>
                    <a:pt x="178" y="706"/>
                  </a:lnTo>
                  <a:lnTo>
                    <a:pt x="181" y="730"/>
                  </a:lnTo>
                  <a:lnTo>
                    <a:pt x="184" y="752"/>
                  </a:lnTo>
                  <a:lnTo>
                    <a:pt x="191" y="772"/>
                  </a:lnTo>
                  <a:lnTo>
                    <a:pt x="191" y="772"/>
                  </a:lnTo>
                  <a:lnTo>
                    <a:pt x="192" y="775"/>
                  </a:lnTo>
                  <a:lnTo>
                    <a:pt x="196" y="775"/>
                  </a:lnTo>
                  <a:lnTo>
                    <a:pt x="199" y="775"/>
                  </a:lnTo>
                  <a:lnTo>
                    <a:pt x="200" y="776"/>
                  </a:lnTo>
                  <a:lnTo>
                    <a:pt x="200" y="776"/>
                  </a:lnTo>
                  <a:close/>
                  <a:moveTo>
                    <a:pt x="907" y="887"/>
                  </a:moveTo>
                  <a:lnTo>
                    <a:pt x="861" y="960"/>
                  </a:lnTo>
                  <a:lnTo>
                    <a:pt x="861" y="960"/>
                  </a:lnTo>
                  <a:lnTo>
                    <a:pt x="883" y="939"/>
                  </a:lnTo>
                  <a:lnTo>
                    <a:pt x="907" y="920"/>
                  </a:lnTo>
                  <a:lnTo>
                    <a:pt x="931" y="900"/>
                  </a:lnTo>
                  <a:lnTo>
                    <a:pt x="958" y="882"/>
                  </a:lnTo>
                  <a:lnTo>
                    <a:pt x="958" y="882"/>
                  </a:lnTo>
                  <a:lnTo>
                    <a:pt x="935" y="884"/>
                  </a:lnTo>
                  <a:lnTo>
                    <a:pt x="926" y="884"/>
                  </a:lnTo>
                  <a:lnTo>
                    <a:pt x="916" y="884"/>
                  </a:lnTo>
                  <a:lnTo>
                    <a:pt x="916" y="884"/>
                  </a:lnTo>
                  <a:lnTo>
                    <a:pt x="907" y="887"/>
                  </a:lnTo>
                  <a:lnTo>
                    <a:pt x="907" y="887"/>
                  </a:lnTo>
                  <a:close/>
                  <a:moveTo>
                    <a:pt x="2720" y="903"/>
                  </a:moveTo>
                  <a:lnTo>
                    <a:pt x="2720" y="903"/>
                  </a:lnTo>
                  <a:lnTo>
                    <a:pt x="2709" y="901"/>
                  </a:lnTo>
                  <a:lnTo>
                    <a:pt x="2699" y="901"/>
                  </a:lnTo>
                  <a:lnTo>
                    <a:pt x="2675" y="903"/>
                  </a:lnTo>
                  <a:lnTo>
                    <a:pt x="2675" y="903"/>
                  </a:lnTo>
                  <a:lnTo>
                    <a:pt x="2664" y="922"/>
                  </a:lnTo>
                  <a:lnTo>
                    <a:pt x="2653" y="942"/>
                  </a:lnTo>
                  <a:lnTo>
                    <a:pt x="2627" y="980"/>
                  </a:lnTo>
                  <a:lnTo>
                    <a:pt x="2627" y="980"/>
                  </a:lnTo>
                  <a:lnTo>
                    <a:pt x="2671" y="941"/>
                  </a:lnTo>
                  <a:lnTo>
                    <a:pt x="2695" y="921"/>
                  </a:lnTo>
                  <a:lnTo>
                    <a:pt x="2720" y="903"/>
                  </a:lnTo>
                  <a:lnTo>
                    <a:pt x="2720" y="903"/>
                  </a:lnTo>
                  <a:close/>
                  <a:moveTo>
                    <a:pt x="2737" y="51"/>
                  </a:moveTo>
                  <a:lnTo>
                    <a:pt x="2744" y="47"/>
                  </a:lnTo>
                  <a:lnTo>
                    <a:pt x="2744" y="47"/>
                  </a:lnTo>
                  <a:lnTo>
                    <a:pt x="2712" y="44"/>
                  </a:lnTo>
                  <a:lnTo>
                    <a:pt x="2675" y="41"/>
                  </a:lnTo>
                  <a:lnTo>
                    <a:pt x="2591" y="36"/>
                  </a:lnTo>
                  <a:lnTo>
                    <a:pt x="2516" y="34"/>
                  </a:lnTo>
                  <a:lnTo>
                    <a:pt x="2491" y="34"/>
                  </a:lnTo>
                  <a:lnTo>
                    <a:pt x="2477" y="36"/>
                  </a:lnTo>
                  <a:lnTo>
                    <a:pt x="2737" y="51"/>
                  </a:lnTo>
                  <a:close/>
                  <a:moveTo>
                    <a:pt x="725" y="898"/>
                  </a:moveTo>
                  <a:lnTo>
                    <a:pt x="725" y="898"/>
                  </a:lnTo>
                  <a:lnTo>
                    <a:pt x="711" y="898"/>
                  </a:lnTo>
                  <a:lnTo>
                    <a:pt x="705" y="898"/>
                  </a:lnTo>
                  <a:lnTo>
                    <a:pt x="698" y="900"/>
                  </a:lnTo>
                  <a:lnTo>
                    <a:pt x="698" y="900"/>
                  </a:lnTo>
                  <a:lnTo>
                    <a:pt x="697" y="904"/>
                  </a:lnTo>
                  <a:lnTo>
                    <a:pt x="697" y="905"/>
                  </a:lnTo>
                  <a:lnTo>
                    <a:pt x="695" y="905"/>
                  </a:lnTo>
                  <a:lnTo>
                    <a:pt x="694" y="903"/>
                  </a:lnTo>
                  <a:lnTo>
                    <a:pt x="694" y="900"/>
                  </a:lnTo>
                  <a:lnTo>
                    <a:pt x="694" y="900"/>
                  </a:lnTo>
                  <a:lnTo>
                    <a:pt x="684" y="907"/>
                  </a:lnTo>
                  <a:lnTo>
                    <a:pt x="678" y="914"/>
                  </a:lnTo>
                  <a:lnTo>
                    <a:pt x="666" y="932"/>
                  </a:lnTo>
                  <a:lnTo>
                    <a:pt x="666" y="932"/>
                  </a:lnTo>
                  <a:lnTo>
                    <a:pt x="660" y="938"/>
                  </a:lnTo>
                  <a:lnTo>
                    <a:pt x="654" y="942"/>
                  </a:lnTo>
                  <a:lnTo>
                    <a:pt x="649" y="942"/>
                  </a:lnTo>
                  <a:lnTo>
                    <a:pt x="647" y="941"/>
                  </a:lnTo>
                  <a:lnTo>
                    <a:pt x="645" y="939"/>
                  </a:lnTo>
                  <a:lnTo>
                    <a:pt x="645" y="939"/>
                  </a:lnTo>
                  <a:lnTo>
                    <a:pt x="646" y="945"/>
                  </a:lnTo>
                  <a:lnTo>
                    <a:pt x="646" y="948"/>
                  </a:lnTo>
                  <a:lnTo>
                    <a:pt x="646" y="950"/>
                  </a:lnTo>
                  <a:lnTo>
                    <a:pt x="646" y="950"/>
                  </a:lnTo>
                  <a:lnTo>
                    <a:pt x="642" y="957"/>
                  </a:lnTo>
                  <a:lnTo>
                    <a:pt x="638" y="964"/>
                  </a:lnTo>
                  <a:lnTo>
                    <a:pt x="628" y="977"/>
                  </a:lnTo>
                  <a:lnTo>
                    <a:pt x="616" y="991"/>
                  </a:lnTo>
                  <a:lnTo>
                    <a:pt x="608" y="1004"/>
                  </a:lnTo>
                  <a:lnTo>
                    <a:pt x="608" y="1004"/>
                  </a:lnTo>
                  <a:lnTo>
                    <a:pt x="635" y="976"/>
                  </a:lnTo>
                  <a:lnTo>
                    <a:pt x="663" y="949"/>
                  </a:lnTo>
                  <a:lnTo>
                    <a:pt x="694" y="922"/>
                  </a:lnTo>
                  <a:lnTo>
                    <a:pt x="725" y="898"/>
                  </a:lnTo>
                  <a:lnTo>
                    <a:pt x="725" y="898"/>
                  </a:lnTo>
                  <a:close/>
                  <a:moveTo>
                    <a:pt x="2397" y="1012"/>
                  </a:moveTo>
                  <a:lnTo>
                    <a:pt x="2397" y="1012"/>
                  </a:lnTo>
                  <a:lnTo>
                    <a:pt x="2449" y="962"/>
                  </a:lnTo>
                  <a:lnTo>
                    <a:pt x="2476" y="936"/>
                  </a:lnTo>
                  <a:lnTo>
                    <a:pt x="2502" y="912"/>
                  </a:lnTo>
                  <a:lnTo>
                    <a:pt x="2502" y="912"/>
                  </a:lnTo>
                  <a:lnTo>
                    <a:pt x="2494" y="910"/>
                  </a:lnTo>
                  <a:lnTo>
                    <a:pt x="2485" y="908"/>
                  </a:lnTo>
                  <a:lnTo>
                    <a:pt x="2477" y="908"/>
                  </a:lnTo>
                  <a:lnTo>
                    <a:pt x="2474" y="908"/>
                  </a:lnTo>
                  <a:lnTo>
                    <a:pt x="2471" y="911"/>
                  </a:lnTo>
                  <a:lnTo>
                    <a:pt x="2397" y="1012"/>
                  </a:lnTo>
                  <a:close/>
                  <a:moveTo>
                    <a:pt x="2128" y="981"/>
                  </a:moveTo>
                  <a:lnTo>
                    <a:pt x="2128" y="981"/>
                  </a:lnTo>
                  <a:lnTo>
                    <a:pt x="2133" y="983"/>
                  </a:lnTo>
                  <a:lnTo>
                    <a:pt x="2133" y="983"/>
                  </a:lnTo>
                  <a:lnTo>
                    <a:pt x="2173" y="948"/>
                  </a:lnTo>
                  <a:lnTo>
                    <a:pt x="2195" y="929"/>
                  </a:lnTo>
                  <a:lnTo>
                    <a:pt x="2218" y="914"/>
                  </a:lnTo>
                  <a:lnTo>
                    <a:pt x="2179" y="911"/>
                  </a:lnTo>
                  <a:lnTo>
                    <a:pt x="2140" y="969"/>
                  </a:lnTo>
                  <a:lnTo>
                    <a:pt x="2137" y="972"/>
                  </a:lnTo>
                  <a:lnTo>
                    <a:pt x="2140" y="969"/>
                  </a:lnTo>
                  <a:lnTo>
                    <a:pt x="2140" y="969"/>
                  </a:lnTo>
                  <a:lnTo>
                    <a:pt x="2141" y="963"/>
                  </a:lnTo>
                  <a:lnTo>
                    <a:pt x="2144" y="959"/>
                  </a:lnTo>
                  <a:lnTo>
                    <a:pt x="2147" y="955"/>
                  </a:lnTo>
                  <a:lnTo>
                    <a:pt x="2148" y="949"/>
                  </a:lnTo>
                  <a:lnTo>
                    <a:pt x="2148" y="949"/>
                  </a:lnTo>
                  <a:lnTo>
                    <a:pt x="2141" y="955"/>
                  </a:lnTo>
                  <a:lnTo>
                    <a:pt x="2137" y="963"/>
                  </a:lnTo>
                  <a:lnTo>
                    <a:pt x="2128" y="979"/>
                  </a:lnTo>
                  <a:lnTo>
                    <a:pt x="2128" y="979"/>
                  </a:lnTo>
                  <a:lnTo>
                    <a:pt x="2131" y="979"/>
                  </a:lnTo>
                  <a:lnTo>
                    <a:pt x="2131" y="980"/>
                  </a:lnTo>
                  <a:lnTo>
                    <a:pt x="2131" y="981"/>
                  </a:lnTo>
                  <a:lnTo>
                    <a:pt x="2128" y="981"/>
                  </a:lnTo>
                  <a:lnTo>
                    <a:pt x="2128" y="981"/>
                  </a:lnTo>
                  <a:close/>
                  <a:moveTo>
                    <a:pt x="2352" y="912"/>
                  </a:moveTo>
                  <a:lnTo>
                    <a:pt x="2313" y="911"/>
                  </a:lnTo>
                  <a:lnTo>
                    <a:pt x="2313" y="911"/>
                  </a:lnTo>
                  <a:lnTo>
                    <a:pt x="2306" y="931"/>
                  </a:lnTo>
                  <a:lnTo>
                    <a:pt x="2294" y="949"/>
                  </a:lnTo>
                  <a:lnTo>
                    <a:pt x="2284" y="967"/>
                  </a:lnTo>
                  <a:lnTo>
                    <a:pt x="2275" y="984"/>
                  </a:lnTo>
                  <a:lnTo>
                    <a:pt x="2352" y="912"/>
                  </a:lnTo>
                  <a:close/>
                  <a:moveTo>
                    <a:pt x="2279" y="914"/>
                  </a:moveTo>
                  <a:lnTo>
                    <a:pt x="2279" y="914"/>
                  </a:lnTo>
                  <a:lnTo>
                    <a:pt x="2269" y="911"/>
                  </a:lnTo>
                  <a:lnTo>
                    <a:pt x="2258" y="911"/>
                  </a:lnTo>
                  <a:lnTo>
                    <a:pt x="2249" y="912"/>
                  </a:lnTo>
                  <a:lnTo>
                    <a:pt x="2247" y="914"/>
                  </a:lnTo>
                  <a:lnTo>
                    <a:pt x="2244" y="915"/>
                  </a:lnTo>
                  <a:lnTo>
                    <a:pt x="2244" y="915"/>
                  </a:lnTo>
                  <a:lnTo>
                    <a:pt x="2237" y="928"/>
                  </a:lnTo>
                  <a:lnTo>
                    <a:pt x="2228" y="941"/>
                  </a:lnTo>
                  <a:lnTo>
                    <a:pt x="2218" y="952"/>
                  </a:lnTo>
                  <a:lnTo>
                    <a:pt x="2209" y="962"/>
                  </a:lnTo>
                  <a:lnTo>
                    <a:pt x="2195" y="987"/>
                  </a:lnTo>
                  <a:lnTo>
                    <a:pt x="2279" y="914"/>
                  </a:lnTo>
                  <a:close/>
                  <a:moveTo>
                    <a:pt x="2051" y="993"/>
                  </a:moveTo>
                  <a:lnTo>
                    <a:pt x="2141" y="912"/>
                  </a:lnTo>
                  <a:lnTo>
                    <a:pt x="2110" y="911"/>
                  </a:lnTo>
                  <a:lnTo>
                    <a:pt x="2110" y="911"/>
                  </a:lnTo>
                  <a:lnTo>
                    <a:pt x="2096" y="932"/>
                  </a:lnTo>
                  <a:lnTo>
                    <a:pt x="2081" y="952"/>
                  </a:lnTo>
                  <a:lnTo>
                    <a:pt x="2065" y="972"/>
                  </a:lnTo>
                  <a:lnTo>
                    <a:pt x="2051" y="993"/>
                  </a:lnTo>
                  <a:lnTo>
                    <a:pt x="2051" y="993"/>
                  </a:lnTo>
                  <a:close/>
                  <a:moveTo>
                    <a:pt x="1571" y="891"/>
                  </a:moveTo>
                  <a:lnTo>
                    <a:pt x="1571" y="891"/>
                  </a:lnTo>
                  <a:lnTo>
                    <a:pt x="1568" y="901"/>
                  </a:lnTo>
                  <a:lnTo>
                    <a:pt x="1564" y="910"/>
                  </a:lnTo>
                  <a:lnTo>
                    <a:pt x="1559" y="918"/>
                  </a:lnTo>
                  <a:lnTo>
                    <a:pt x="1554" y="927"/>
                  </a:lnTo>
                  <a:lnTo>
                    <a:pt x="1548" y="934"/>
                  </a:lnTo>
                  <a:lnTo>
                    <a:pt x="1542" y="939"/>
                  </a:lnTo>
                  <a:lnTo>
                    <a:pt x="1535" y="945"/>
                  </a:lnTo>
                  <a:lnTo>
                    <a:pt x="1528" y="948"/>
                  </a:lnTo>
                  <a:lnTo>
                    <a:pt x="1528" y="948"/>
                  </a:lnTo>
                  <a:lnTo>
                    <a:pt x="1527" y="949"/>
                  </a:lnTo>
                  <a:lnTo>
                    <a:pt x="1527" y="948"/>
                  </a:lnTo>
                  <a:lnTo>
                    <a:pt x="1530" y="946"/>
                  </a:lnTo>
                  <a:lnTo>
                    <a:pt x="1533" y="945"/>
                  </a:lnTo>
                  <a:lnTo>
                    <a:pt x="1534" y="945"/>
                  </a:lnTo>
                  <a:lnTo>
                    <a:pt x="1535" y="946"/>
                  </a:lnTo>
                  <a:lnTo>
                    <a:pt x="1537" y="949"/>
                  </a:lnTo>
                  <a:lnTo>
                    <a:pt x="1537" y="949"/>
                  </a:lnTo>
                  <a:lnTo>
                    <a:pt x="1554" y="935"/>
                  </a:lnTo>
                  <a:lnTo>
                    <a:pt x="1573" y="918"/>
                  </a:lnTo>
                  <a:lnTo>
                    <a:pt x="1596" y="901"/>
                  </a:lnTo>
                  <a:lnTo>
                    <a:pt x="1607" y="893"/>
                  </a:lnTo>
                  <a:lnTo>
                    <a:pt x="1618" y="887"/>
                  </a:lnTo>
                  <a:lnTo>
                    <a:pt x="1568" y="890"/>
                  </a:lnTo>
                  <a:lnTo>
                    <a:pt x="1571" y="891"/>
                  </a:lnTo>
                  <a:close/>
                  <a:moveTo>
                    <a:pt x="98" y="438"/>
                  </a:moveTo>
                  <a:lnTo>
                    <a:pt x="98" y="438"/>
                  </a:lnTo>
                  <a:lnTo>
                    <a:pt x="125" y="408"/>
                  </a:lnTo>
                  <a:lnTo>
                    <a:pt x="139" y="393"/>
                  </a:lnTo>
                  <a:lnTo>
                    <a:pt x="154" y="378"/>
                  </a:lnTo>
                  <a:lnTo>
                    <a:pt x="154" y="378"/>
                  </a:lnTo>
                  <a:lnTo>
                    <a:pt x="156" y="376"/>
                  </a:lnTo>
                  <a:lnTo>
                    <a:pt x="157" y="371"/>
                  </a:lnTo>
                  <a:lnTo>
                    <a:pt x="157" y="362"/>
                  </a:lnTo>
                  <a:lnTo>
                    <a:pt x="153" y="338"/>
                  </a:lnTo>
                  <a:lnTo>
                    <a:pt x="153" y="338"/>
                  </a:lnTo>
                  <a:lnTo>
                    <a:pt x="150" y="346"/>
                  </a:lnTo>
                  <a:lnTo>
                    <a:pt x="146" y="353"/>
                  </a:lnTo>
                  <a:lnTo>
                    <a:pt x="139" y="366"/>
                  </a:lnTo>
                  <a:lnTo>
                    <a:pt x="139" y="366"/>
                  </a:lnTo>
                  <a:lnTo>
                    <a:pt x="136" y="367"/>
                  </a:lnTo>
                  <a:lnTo>
                    <a:pt x="98" y="438"/>
                  </a:lnTo>
                  <a:close/>
                  <a:moveTo>
                    <a:pt x="146" y="876"/>
                  </a:moveTo>
                  <a:lnTo>
                    <a:pt x="146" y="876"/>
                  </a:lnTo>
                  <a:lnTo>
                    <a:pt x="163" y="860"/>
                  </a:lnTo>
                  <a:lnTo>
                    <a:pt x="179" y="845"/>
                  </a:lnTo>
                  <a:lnTo>
                    <a:pt x="213" y="817"/>
                  </a:lnTo>
                  <a:lnTo>
                    <a:pt x="213" y="817"/>
                  </a:lnTo>
                  <a:lnTo>
                    <a:pt x="209" y="813"/>
                  </a:lnTo>
                  <a:lnTo>
                    <a:pt x="203" y="810"/>
                  </a:lnTo>
                  <a:lnTo>
                    <a:pt x="199" y="807"/>
                  </a:lnTo>
                  <a:lnTo>
                    <a:pt x="195" y="804"/>
                  </a:lnTo>
                  <a:lnTo>
                    <a:pt x="195" y="804"/>
                  </a:lnTo>
                  <a:lnTo>
                    <a:pt x="179" y="820"/>
                  </a:lnTo>
                  <a:lnTo>
                    <a:pt x="168" y="837"/>
                  </a:lnTo>
                  <a:lnTo>
                    <a:pt x="157" y="855"/>
                  </a:lnTo>
                  <a:lnTo>
                    <a:pt x="146" y="876"/>
                  </a:lnTo>
                  <a:lnTo>
                    <a:pt x="146" y="876"/>
                  </a:lnTo>
                  <a:close/>
                  <a:moveTo>
                    <a:pt x="874" y="889"/>
                  </a:moveTo>
                  <a:lnTo>
                    <a:pt x="874" y="889"/>
                  </a:lnTo>
                  <a:lnTo>
                    <a:pt x="864" y="890"/>
                  </a:lnTo>
                  <a:lnTo>
                    <a:pt x="855" y="891"/>
                  </a:lnTo>
                  <a:lnTo>
                    <a:pt x="845" y="894"/>
                  </a:lnTo>
                  <a:lnTo>
                    <a:pt x="837" y="897"/>
                  </a:lnTo>
                  <a:lnTo>
                    <a:pt x="837" y="897"/>
                  </a:lnTo>
                  <a:lnTo>
                    <a:pt x="833" y="901"/>
                  </a:lnTo>
                  <a:lnTo>
                    <a:pt x="829" y="905"/>
                  </a:lnTo>
                  <a:lnTo>
                    <a:pt x="820" y="917"/>
                  </a:lnTo>
                  <a:lnTo>
                    <a:pt x="812" y="928"/>
                  </a:lnTo>
                  <a:lnTo>
                    <a:pt x="808" y="932"/>
                  </a:lnTo>
                  <a:lnTo>
                    <a:pt x="803" y="936"/>
                  </a:lnTo>
                  <a:lnTo>
                    <a:pt x="808" y="936"/>
                  </a:lnTo>
                  <a:lnTo>
                    <a:pt x="808" y="936"/>
                  </a:lnTo>
                  <a:lnTo>
                    <a:pt x="798" y="950"/>
                  </a:lnTo>
                  <a:lnTo>
                    <a:pt x="793" y="957"/>
                  </a:lnTo>
                  <a:lnTo>
                    <a:pt x="789" y="964"/>
                  </a:lnTo>
                  <a:lnTo>
                    <a:pt x="789" y="964"/>
                  </a:lnTo>
                  <a:lnTo>
                    <a:pt x="830" y="925"/>
                  </a:lnTo>
                  <a:lnTo>
                    <a:pt x="851" y="905"/>
                  </a:lnTo>
                  <a:lnTo>
                    <a:pt x="862" y="897"/>
                  </a:lnTo>
                  <a:lnTo>
                    <a:pt x="874" y="889"/>
                  </a:lnTo>
                  <a:lnTo>
                    <a:pt x="874" y="889"/>
                  </a:lnTo>
                  <a:close/>
                  <a:moveTo>
                    <a:pt x="1683" y="943"/>
                  </a:moveTo>
                  <a:lnTo>
                    <a:pt x="1749" y="891"/>
                  </a:lnTo>
                  <a:lnTo>
                    <a:pt x="1749" y="891"/>
                  </a:lnTo>
                  <a:lnTo>
                    <a:pt x="1741" y="891"/>
                  </a:lnTo>
                  <a:lnTo>
                    <a:pt x="1735" y="893"/>
                  </a:lnTo>
                  <a:lnTo>
                    <a:pt x="1729" y="894"/>
                  </a:lnTo>
                  <a:lnTo>
                    <a:pt x="1725" y="894"/>
                  </a:lnTo>
                  <a:lnTo>
                    <a:pt x="1725" y="894"/>
                  </a:lnTo>
                  <a:lnTo>
                    <a:pt x="1717" y="891"/>
                  </a:lnTo>
                  <a:lnTo>
                    <a:pt x="1708" y="890"/>
                  </a:lnTo>
                  <a:lnTo>
                    <a:pt x="1704" y="891"/>
                  </a:lnTo>
                  <a:lnTo>
                    <a:pt x="1701" y="893"/>
                  </a:lnTo>
                  <a:lnTo>
                    <a:pt x="1700" y="896"/>
                  </a:lnTo>
                  <a:lnTo>
                    <a:pt x="1700" y="900"/>
                  </a:lnTo>
                  <a:lnTo>
                    <a:pt x="1700" y="900"/>
                  </a:lnTo>
                  <a:lnTo>
                    <a:pt x="1700" y="907"/>
                  </a:lnTo>
                  <a:lnTo>
                    <a:pt x="1698" y="914"/>
                  </a:lnTo>
                  <a:lnTo>
                    <a:pt x="1694" y="920"/>
                  </a:lnTo>
                  <a:lnTo>
                    <a:pt x="1691" y="925"/>
                  </a:lnTo>
                  <a:lnTo>
                    <a:pt x="1684" y="935"/>
                  </a:lnTo>
                  <a:lnTo>
                    <a:pt x="1683" y="939"/>
                  </a:lnTo>
                  <a:lnTo>
                    <a:pt x="1683" y="943"/>
                  </a:lnTo>
                  <a:lnTo>
                    <a:pt x="1683" y="943"/>
                  </a:lnTo>
                  <a:close/>
                  <a:moveTo>
                    <a:pt x="115" y="550"/>
                  </a:moveTo>
                  <a:lnTo>
                    <a:pt x="115" y="550"/>
                  </a:lnTo>
                  <a:lnTo>
                    <a:pt x="122" y="540"/>
                  </a:lnTo>
                  <a:lnTo>
                    <a:pt x="125" y="537"/>
                  </a:lnTo>
                  <a:lnTo>
                    <a:pt x="127" y="534"/>
                  </a:lnTo>
                  <a:lnTo>
                    <a:pt x="127" y="534"/>
                  </a:lnTo>
                  <a:lnTo>
                    <a:pt x="122" y="546"/>
                  </a:lnTo>
                  <a:lnTo>
                    <a:pt x="115" y="558"/>
                  </a:lnTo>
                  <a:lnTo>
                    <a:pt x="106" y="571"/>
                  </a:lnTo>
                  <a:lnTo>
                    <a:pt x="99" y="584"/>
                  </a:lnTo>
                  <a:lnTo>
                    <a:pt x="99" y="584"/>
                  </a:lnTo>
                  <a:lnTo>
                    <a:pt x="125" y="557"/>
                  </a:lnTo>
                  <a:lnTo>
                    <a:pt x="137" y="546"/>
                  </a:lnTo>
                  <a:lnTo>
                    <a:pt x="150" y="534"/>
                  </a:lnTo>
                  <a:lnTo>
                    <a:pt x="150" y="534"/>
                  </a:lnTo>
                  <a:lnTo>
                    <a:pt x="153" y="530"/>
                  </a:lnTo>
                  <a:lnTo>
                    <a:pt x="156" y="526"/>
                  </a:lnTo>
                  <a:lnTo>
                    <a:pt x="156" y="522"/>
                  </a:lnTo>
                  <a:lnTo>
                    <a:pt x="156" y="518"/>
                  </a:lnTo>
                  <a:lnTo>
                    <a:pt x="154" y="509"/>
                  </a:lnTo>
                  <a:lnTo>
                    <a:pt x="153" y="502"/>
                  </a:lnTo>
                  <a:lnTo>
                    <a:pt x="153" y="502"/>
                  </a:lnTo>
                  <a:lnTo>
                    <a:pt x="148" y="508"/>
                  </a:lnTo>
                  <a:lnTo>
                    <a:pt x="144" y="513"/>
                  </a:lnTo>
                  <a:lnTo>
                    <a:pt x="133" y="523"/>
                  </a:lnTo>
                  <a:lnTo>
                    <a:pt x="127" y="527"/>
                  </a:lnTo>
                  <a:lnTo>
                    <a:pt x="123" y="534"/>
                  </a:lnTo>
                  <a:lnTo>
                    <a:pt x="119" y="542"/>
                  </a:lnTo>
                  <a:lnTo>
                    <a:pt x="115" y="550"/>
                  </a:lnTo>
                  <a:lnTo>
                    <a:pt x="115" y="550"/>
                  </a:lnTo>
                  <a:close/>
                  <a:moveTo>
                    <a:pt x="1607" y="946"/>
                  </a:moveTo>
                  <a:lnTo>
                    <a:pt x="1607" y="946"/>
                  </a:lnTo>
                  <a:lnTo>
                    <a:pt x="1645" y="917"/>
                  </a:lnTo>
                  <a:lnTo>
                    <a:pt x="1663" y="903"/>
                  </a:lnTo>
                  <a:lnTo>
                    <a:pt x="1683" y="891"/>
                  </a:lnTo>
                  <a:lnTo>
                    <a:pt x="1683" y="891"/>
                  </a:lnTo>
                  <a:lnTo>
                    <a:pt x="1673" y="889"/>
                  </a:lnTo>
                  <a:lnTo>
                    <a:pt x="1662" y="887"/>
                  </a:lnTo>
                  <a:lnTo>
                    <a:pt x="1651" y="887"/>
                  </a:lnTo>
                  <a:lnTo>
                    <a:pt x="1646" y="889"/>
                  </a:lnTo>
                  <a:lnTo>
                    <a:pt x="1644" y="891"/>
                  </a:lnTo>
                  <a:lnTo>
                    <a:pt x="1644" y="891"/>
                  </a:lnTo>
                  <a:lnTo>
                    <a:pt x="1634" y="903"/>
                  </a:lnTo>
                  <a:lnTo>
                    <a:pt x="1625" y="915"/>
                  </a:lnTo>
                  <a:lnTo>
                    <a:pt x="1617" y="931"/>
                  </a:lnTo>
                  <a:lnTo>
                    <a:pt x="1607" y="946"/>
                  </a:lnTo>
                  <a:lnTo>
                    <a:pt x="1607" y="946"/>
                  </a:lnTo>
                  <a:close/>
                  <a:moveTo>
                    <a:pt x="2613" y="912"/>
                  </a:moveTo>
                  <a:lnTo>
                    <a:pt x="2613" y="912"/>
                  </a:lnTo>
                  <a:lnTo>
                    <a:pt x="2603" y="928"/>
                  </a:lnTo>
                  <a:lnTo>
                    <a:pt x="2591" y="943"/>
                  </a:lnTo>
                  <a:lnTo>
                    <a:pt x="2580" y="957"/>
                  </a:lnTo>
                  <a:lnTo>
                    <a:pt x="2570" y="973"/>
                  </a:lnTo>
                  <a:lnTo>
                    <a:pt x="2570" y="973"/>
                  </a:lnTo>
                  <a:lnTo>
                    <a:pt x="2606" y="939"/>
                  </a:lnTo>
                  <a:lnTo>
                    <a:pt x="2626" y="924"/>
                  </a:lnTo>
                  <a:lnTo>
                    <a:pt x="2647" y="908"/>
                  </a:lnTo>
                  <a:lnTo>
                    <a:pt x="2647" y="908"/>
                  </a:lnTo>
                  <a:lnTo>
                    <a:pt x="2637" y="908"/>
                  </a:lnTo>
                  <a:lnTo>
                    <a:pt x="2627" y="910"/>
                  </a:lnTo>
                  <a:lnTo>
                    <a:pt x="2627" y="910"/>
                  </a:lnTo>
                  <a:lnTo>
                    <a:pt x="2623" y="910"/>
                  </a:lnTo>
                  <a:lnTo>
                    <a:pt x="2620" y="910"/>
                  </a:lnTo>
                  <a:lnTo>
                    <a:pt x="2616" y="910"/>
                  </a:lnTo>
                  <a:lnTo>
                    <a:pt x="2613" y="912"/>
                  </a:lnTo>
                  <a:lnTo>
                    <a:pt x="2613" y="912"/>
                  </a:lnTo>
                  <a:close/>
                  <a:moveTo>
                    <a:pt x="1510" y="894"/>
                  </a:moveTo>
                  <a:lnTo>
                    <a:pt x="1510" y="894"/>
                  </a:lnTo>
                  <a:lnTo>
                    <a:pt x="1505" y="904"/>
                  </a:lnTo>
                  <a:lnTo>
                    <a:pt x="1499" y="914"/>
                  </a:lnTo>
                  <a:lnTo>
                    <a:pt x="1490" y="924"/>
                  </a:lnTo>
                  <a:lnTo>
                    <a:pt x="1483" y="935"/>
                  </a:lnTo>
                  <a:lnTo>
                    <a:pt x="1483" y="935"/>
                  </a:lnTo>
                  <a:lnTo>
                    <a:pt x="1499" y="922"/>
                  </a:lnTo>
                  <a:lnTo>
                    <a:pt x="1516" y="910"/>
                  </a:lnTo>
                  <a:lnTo>
                    <a:pt x="1533" y="897"/>
                  </a:lnTo>
                  <a:lnTo>
                    <a:pt x="1548" y="887"/>
                  </a:lnTo>
                  <a:lnTo>
                    <a:pt x="1548" y="887"/>
                  </a:lnTo>
                  <a:lnTo>
                    <a:pt x="1526" y="887"/>
                  </a:lnTo>
                  <a:lnTo>
                    <a:pt x="1517" y="887"/>
                  </a:lnTo>
                  <a:lnTo>
                    <a:pt x="1510" y="889"/>
                  </a:lnTo>
                  <a:lnTo>
                    <a:pt x="1510" y="889"/>
                  </a:lnTo>
                  <a:lnTo>
                    <a:pt x="1510" y="894"/>
                  </a:lnTo>
                  <a:lnTo>
                    <a:pt x="1510" y="894"/>
                  </a:lnTo>
                  <a:close/>
                  <a:moveTo>
                    <a:pt x="2731" y="1011"/>
                  </a:moveTo>
                  <a:lnTo>
                    <a:pt x="2731" y="1011"/>
                  </a:lnTo>
                  <a:lnTo>
                    <a:pt x="2751" y="993"/>
                  </a:lnTo>
                  <a:lnTo>
                    <a:pt x="2769" y="973"/>
                  </a:lnTo>
                  <a:lnTo>
                    <a:pt x="2788" y="950"/>
                  </a:lnTo>
                  <a:lnTo>
                    <a:pt x="2803" y="929"/>
                  </a:lnTo>
                  <a:lnTo>
                    <a:pt x="2803" y="929"/>
                  </a:lnTo>
                  <a:lnTo>
                    <a:pt x="2803" y="924"/>
                  </a:lnTo>
                  <a:lnTo>
                    <a:pt x="2771" y="960"/>
                  </a:lnTo>
                  <a:lnTo>
                    <a:pt x="2771" y="960"/>
                  </a:lnTo>
                  <a:lnTo>
                    <a:pt x="2759" y="973"/>
                  </a:lnTo>
                  <a:lnTo>
                    <a:pt x="2751" y="986"/>
                  </a:lnTo>
                  <a:lnTo>
                    <a:pt x="2731" y="1011"/>
                  </a:lnTo>
                  <a:lnTo>
                    <a:pt x="2731" y="1011"/>
                  </a:lnTo>
                  <a:close/>
                  <a:moveTo>
                    <a:pt x="2751" y="896"/>
                  </a:moveTo>
                  <a:lnTo>
                    <a:pt x="2751" y="896"/>
                  </a:lnTo>
                  <a:lnTo>
                    <a:pt x="2738" y="918"/>
                  </a:lnTo>
                  <a:lnTo>
                    <a:pt x="2724" y="939"/>
                  </a:lnTo>
                  <a:lnTo>
                    <a:pt x="2783" y="891"/>
                  </a:lnTo>
                  <a:lnTo>
                    <a:pt x="2783" y="891"/>
                  </a:lnTo>
                  <a:lnTo>
                    <a:pt x="2776" y="891"/>
                  </a:lnTo>
                  <a:lnTo>
                    <a:pt x="2769" y="891"/>
                  </a:lnTo>
                  <a:lnTo>
                    <a:pt x="2754" y="894"/>
                  </a:lnTo>
                  <a:lnTo>
                    <a:pt x="2754" y="894"/>
                  </a:lnTo>
                  <a:lnTo>
                    <a:pt x="2751" y="896"/>
                  </a:lnTo>
                  <a:lnTo>
                    <a:pt x="2751" y="896"/>
                  </a:lnTo>
                  <a:close/>
                  <a:moveTo>
                    <a:pt x="151" y="151"/>
                  </a:moveTo>
                  <a:lnTo>
                    <a:pt x="151" y="151"/>
                  </a:lnTo>
                  <a:lnTo>
                    <a:pt x="156" y="155"/>
                  </a:lnTo>
                  <a:lnTo>
                    <a:pt x="157" y="155"/>
                  </a:lnTo>
                  <a:lnTo>
                    <a:pt x="157" y="155"/>
                  </a:lnTo>
                  <a:lnTo>
                    <a:pt x="158" y="148"/>
                  </a:lnTo>
                  <a:lnTo>
                    <a:pt x="158" y="148"/>
                  </a:lnTo>
                  <a:lnTo>
                    <a:pt x="160" y="142"/>
                  </a:lnTo>
                  <a:lnTo>
                    <a:pt x="158" y="138"/>
                  </a:lnTo>
                  <a:lnTo>
                    <a:pt x="158" y="134"/>
                  </a:lnTo>
                  <a:lnTo>
                    <a:pt x="160" y="130"/>
                  </a:lnTo>
                  <a:lnTo>
                    <a:pt x="160" y="130"/>
                  </a:lnTo>
                  <a:lnTo>
                    <a:pt x="150" y="140"/>
                  </a:lnTo>
                  <a:lnTo>
                    <a:pt x="140" y="149"/>
                  </a:lnTo>
                  <a:lnTo>
                    <a:pt x="122" y="172"/>
                  </a:lnTo>
                  <a:lnTo>
                    <a:pt x="122" y="172"/>
                  </a:lnTo>
                  <a:lnTo>
                    <a:pt x="120" y="173"/>
                  </a:lnTo>
                  <a:lnTo>
                    <a:pt x="120" y="175"/>
                  </a:lnTo>
                  <a:lnTo>
                    <a:pt x="120" y="175"/>
                  </a:lnTo>
                  <a:lnTo>
                    <a:pt x="129" y="172"/>
                  </a:lnTo>
                  <a:lnTo>
                    <a:pt x="137" y="166"/>
                  </a:lnTo>
                  <a:lnTo>
                    <a:pt x="146" y="161"/>
                  </a:lnTo>
                  <a:lnTo>
                    <a:pt x="148" y="156"/>
                  </a:lnTo>
                  <a:lnTo>
                    <a:pt x="151" y="151"/>
                  </a:lnTo>
                  <a:lnTo>
                    <a:pt x="151" y="151"/>
                  </a:lnTo>
                  <a:close/>
                  <a:moveTo>
                    <a:pt x="1625" y="1074"/>
                  </a:moveTo>
                  <a:lnTo>
                    <a:pt x="1625" y="1074"/>
                  </a:lnTo>
                  <a:lnTo>
                    <a:pt x="1631" y="1075"/>
                  </a:lnTo>
                  <a:lnTo>
                    <a:pt x="1637" y="1075"/>
                  </a:lnTo>
                  <a:lnTo>
                    <a:pt x="1642" y="1074"/>
                  </a:lnTo>
                  <a:lnTo>
                    <a:pt x="1645" y="1073"/>
                  </a:lnTo>
                  <a:lnTo>
                    <a:pt x="1646" y="1071"/>
                  </a:lnTo>
                  <a:lnTo>
                    <a:pt x="1646" y="1071"/>
                  </a:lnTo>
                  <a:lnTo>
                    <a:pt x="1659" y="1050"/>
                  </a:lnTo>
                  <a:lnTo>
                    <a:pt x="1665" y="1039"/>
                  </a:lnTo>
                  <a:lnTo>
                    <a:pt x="1668" y="1032"/>
                  </a:lnTo>
                  <a:lnTo>
                    <a:pt x="1668" y="1032"/>
                  </a:lnTo>
                  <a:lnTo>
                    <a:pt x="1656" y="1043"/>
                  </a:lnTo>
                  <a:lnTo>
                    <a:pt x="1645" y="1053"/>
                  </a:lnTo>
                  <a:lnTo>
                    <a:pt x="1635" y="1063"/>
                  </a:lnTo>
                  <a:lnTo>
                    <a:pt x="1625" y="1074"/>
                  </a:lnTo>
                  <a:lnTo>
                    <a:pt x="1625" y="1074"/>
                  </a:lnTo>
                  <a:close/>
                  <a:moveTo>
                    <a:pt x="132" y="210"/>
                  </a:moveTo>
                  <a:lnTo>
                    <a:pt x="132" y="210"/>
                  </a:lnTo>
                  <a:lnTo>
                    <a:pt x="137" y="207"/>
                  </a:lnTo>
                  <a:lnTo>
                    <a:pt x="141" y="201"/>
                  </a:lnTo>
                  <a:lnTo>
                    <a:pt x="150" y="187"/>
                  </a:lnTo>
                  <a:lnTo>
                    <a:pt x="150" y="187"/>
                  </a:lnTo>
                  <a:lnTo>
                    <a:pt x="153" y="182"/>
                  </a:lnTo>
                  <a:lnTo>
                    <a:pt x="154" y="173"/>
                  </a:lnTo>
                  <a:lnTo>
                    <a:pt x="153" y="168"/>
                  </a:lnTo>
                  <a:lnTo>
                    <a:pt x="151" y="165"/>
                  </a:lnTo>
                  <a:lnTo>
                    <a:pt x="150" y="165"/>
                  </a:lnTo>
                  <a:lnTo>
                    <a:pt x="150" y="165"/>
                  </a:lnTo>
                  <a:lnTo>
                    <a:pt x="150" y="166"/>
                  </a:lnTo>
                  <a:lnTo>
                    <a:pt x="150" y="169"/>
                  </a:lnTo>
                  <a:lnTo>
                    <a:pt x="147" y="175"/>
                  </a:lnTo>
                  <a:lnTo>
                    <a:pt x="139" y="192"/>
                  </a:lnTo>
                  <a:lnTo>
                    <a:pt x="130" y="207"/>
                  </a:lnTo>
                  <a:lnTo>
                    <a:pt x="130" y="211"/>
                  </a:lnTo>
                  <a:lnTo>
                    <a:pt x="130" y="211"/>
                  </a:lnTo>
                  <a:lnTo>
                    <a:pt x="132" y="210"/>
                  </a:lnTo>
                  <a:lnTo>
                    <a:pt x="132" y="210"/>
                  </a:lnTo>
                  <a:close/>
                  <a:moveTo>
                    <a:pt x="140" y="977"/>
                  </a:moveTo>
                  <a:lnTo>
                    <a:pt x="140" y="977"/>
                  </a:lnTo>
                  <a:lnTo>
                    <a:pt x="144" y="980"/>
                  </a:lnTo>
                  <a:lnTo>
                    <a:pt x="150" y="980"/>
                  </a:lnTo>
                  <a:lnTo>
                    <a:pt x="156" y="977"/>
                  </a:lnTo>
                  <a:lnTo>
                    <a:pt x="157" y="974"/>
                  </a:lnTo>
                  <a:lnTo>
                    <a:pt x="158" y="973"/>
                  </a:lnTo>
                  <a:lnTo>
                    <a:pt x="158" y="973"/>
                  </a:lnTo>
                  <a:lnTo>
                    <a:pt x="161" y="967"/>
                  </a:lnTo>
                  <a:lnTo>
                    <a:pt x="165" y="962"/>
                  </a:lnTo>
                  <a:lnTo>
                    <a:pt x="172" y="952"/>
                  </a:lnTo>
                  <a:lnTo>
                    <a:pt x="172" y="952"/>
                  </a:lnTo>
                  <a:lnTo>
                    <a:pt x="163" y="957"/>
                  </a:lnTo>
                  <a:lnTo>
                    <a:pt x="153" y="962"/>
                  </a:lnTo>
                  <a:lnTo>
                    <a:pt x="148" y="964"/>
                  </a:lnTo>
                  <a:lnTo>
                    <a:pt x="144" y="969"/>
                  </a:lnTo>
                  <a:lnTo>
                    <a:pt x="141" y="973"/>
                  </a:lnTo>
                  <a:lnTo>
                    <a:pt x="140" y="977"/>
                  </a:lnTo>
                  <a:lnTo>
                    <a:pt x="140" y="977"/>
                  </a:lnTo>
                  <a:close/>
                  <a:moveTo>
                    <a:pt x="473" y="981"/>
                  </a:moveTo>
                  <a:lnTo>
                    <a:pt x="473" y="981"/>
                  </a:lnTo>
                  <a:lnTo>
                    <a:pt x="467" y="984"/>
                  </a:lnTo>
                  <a:lnTo>
                    <a:pt x="462" y="991"/>
                  </a:lnTo>
                  <a:lnTo>
                    <a:pt x="458" y="998"/>
                  </a:lnTo>
                  <a:lnTo>
                    <a:pt x="456" y="1002"/>
                  </a:lnTo>
                  <a:lnTo>
                    <a:pt x="458" y="1007"/>
                  </a:lnTo>
                  <a:lnTo>
                    <a:pt x="458" y="1007"/>
                  </a:lnTo>
                  <a:lnTo>
                    <a:pt x="462" y="1005"/>
                  </a:lnTo>
                  <a:lnTo>
                    <a:pt x="465" y="1002"/>
                  </a:lnTo>
                  <a:lnTo>
                    <a:pt x="466" y="1000"/>
                  </a:lnTo>
                  <a:lnTo>
                    <a:pt x="467" y="995"/>
                  </a:lnTo>
                  <a:lnTo>
                    <a:pt x="470" y="988"/>
                  </a:lnTo>
                  <a:lnTo>
                    <a:pt x="472" y="984"/>
                  </a:lnTo>
                  <a:lnTo>
                    <a:pt x="473" y="981"/>
                  </a:lnTo>
                  <a:lnTo>
                    <a:pt x="473" y="981"/>
                  </a:lnTo>
                  <a:close/>
                  <a:moveTo>
                    <a:pt x="313" y="983"/>
                  </a:moveTo>
                  <a:lnTo>
                    <a:pt x="313" y="983"/>
                  </a:lnTo>
                  <a:lnTo>
                    <a:pt x="312" y="988"/>
                  </a:lnTo>
                  <a:lnTo>
                    <a:pt x="309" y="991"/>
                  </a:lnTo>
                  <a:lnTo>
                    <a:pt x="307" y="994"/>
                  </a:lnTo>
                  <a:lnTo>
                    <a:pt x="307" y="998"/>
                  </a:lnTo>
                  <a:lnTo>
                    <a:pt x="324" y="983"/>
                  </a:lnTo>
                  <a:lnTo>
                    <a:pt x="324" y="983"/>
                  </a:lnTo>
                  <a:lnTo>
                    <a:pt x="327" y="976"/>
                  </a:lnTo>
                  <a:lnTo>
                    <a:pt x="328" y="972"/>
                  </a:lnTo>
                  <a:lnTo>
                    <a:pt x="327" y="972"/>
                  </a:lnTo>
                  <a:lnTo>
                    <a:pt x="324" y="974"/>
                  </a:lnTo>
                  <a:lnTo>
                    <a:pt x="317" y="980"/>
                  </a:lnTo>
                  <a:lnTo>
                    <a:pt x="314" y="983"/>
                  </a:lnTo>
                  <a:lnTo>
                    <a:pt x="313" y="983"/>
                  </a:lnTo>
                  <a:lnTo>
                    <a:pt x="313" y="983"/>
                  </a:lnTo>
                  <a:close/>
                  <a:moveTo>
                    <a:pt x="2824" y="898"/>
                  </a:moveTo>
                  <a:lnTo>
                    <a:pt x="2824" y="898"/>
                  </a:lnTo>
                  <a:lnTo>
                    <a:pt x="2830" y="891"/>
                  </a:lnTo>
                  <a:lnTo>
                    <a:pt x="2834" y="886"/>
                  </a:lnTo>
                  <a:lnTo>
                    <a:pt x="2838" y="879"/>
                  </a:lnTo>
                  <a:lnTo>
                    <a:pt x="2841" y="870"/>
                  </a:lnTo>
                  <a:lnTo>
                    <a:pt x="2841" y="870"/>
                  </a:lnTo>
                  <a:lnTo>
                    <a:pt x="2835" y="877"/>
                  </a:lnTo>
                  <a:lnTo>
                    <a:pt x="2830" y="883"/>
                  </a:lnTo>
                  <a:lnTo>
                    <a:pt x="2827" y="891"/>
                  </a:lnTo>
                  <a:lnTo>
                    <a:pt x="2824" y="898"/>
                  </a:lnTo>
                  <a:lnTo>
                    <a:pt x="2824" y="898"/>
                  </a:lnTo>
                  <a:close/>
                  <a:moveTo>
                    <a:pt x="2332" y="969"/>
                  </a:moveTo>
                  <a:lnTo>
                    <a:pt x="2332" y="969"/>
                  </a:lnTo>
                  <a:lnTo>
                    <a:pt x="2342" y="960"/>
                  </a:lnTo>
                  <a:lnTo>
                    <a:pt x="2346" y="955"/>
                  </a:lnTo>
                  <a:lnTo>
                    <a:pt x="2349" y="949"/>
                  </a:lnTo>
                  <a:lnTo>
                    <a:pt x="2349" y="949"/>
                  </a:lnTo>
                  <a:lnTo>
                    <a:pt x="2348" y="948"/>
                  </a:lnTo>
                  <a:lnTo>
                    <a:pt x="2346" y="948"/>
                  </a:lnTo>
                  <a:lnTo>
                    <a:pt x="2343" y="949"/>
                  </a:lnTo>
                  <a:lnTo>
                    <a:pt x="2341" y="950"/>
                  </a:lnTo>
                  <a:lnTo>
                    <a:pt x="2341" y="950"/>
                  </a:lnTo>
                  <a:lnTo>
                    <a:pt x="2339" y="955"/>
                  </a:lnTo>
                  <a:lnTo>
                    <a:pt x="2338" y="957"/>
                  </a:lnTo>
                  <a:lnTo>
                    <a:pt x="2336" y="957"/>
                  </a:lnTo>
                  <a:lnTo>
                    <a:pt x="2334" y="962"/>
                  </a:lnTo>
                  <a:lnTo>
                    <a:pt x="2332" y="964"/>
                  </a:lnTo>
                  <a:lnTo>
                    <a:pt x="2332" y="969"/>
                  </a:lnTo>
                  <a:close/>
                  <a:moveTo>
                    <a:pt x="136" y="803"/>
                  </a:moveTo>
                  <a:lnTo>
                    <a:pt x="139" y="800"/>
                  </a:lnTo>
                  <a:lnTo>
                    <a:pt x="139" y="800"/>
                  </a:lnTo>
                  <a:lnTo>
                    <a:pt x="139" y="796"/>
                  </a:lnTo>
                  <a:lnTo>
                    <a:pt x="137" y="793"/>
                  </a:lnTo>
                  <a:lnTo>
                    <a:pt x="136" y="793"/>
                  </a:lnTo>
                  <a:lnTo>
                    <a:pt x="133" y="796"/>
                  </a:lnTo>
                  <a:lnTo>
                    <a:pt x="133" y="796"/>
                  </a:lnTo>
                  <a:lnTo>
                    <a:pt x="129" y="806"/>
                  </a:lnTo>
                  <a:lnTo>
                    <a:pt x="126" y="810"/>
                  </a:lnTo>
                  <a:lnTo>
                    <a:pt x="126" y="814"/>
                  </a:lnTo>
                  <a:lnTo>
                    <a:pt x="134" y="808"/>
                  </a:lnTo>
                  <a:lnTo>
                    <a:pt x="136" y="803"/>
                  </a:lnTo>
                  <a:close/>
                  <a:moveTo>
                    <a:pt x="71" y="364"/>
                  </a:moveTo>
                  <a:lnTo>
                    <a:pt x="71" y="364"/>
                  </a:lnTo>
                  <a:lnTo>
                    <a:pt x="78" y="360"/>
                  </a:lnTo>
                  <a:lnTo>
                    <a:pt x="84" y="353"/>
                  </a:lnTo>
                  <a:lnTo>
                    <a:pt x="88" y="346"/>
                  </a:lnTo>
                  <a:lnTo>
                    <a:pt x="88" y="343"/>
                  </a:lnTo>
                  <a:lnTo>
                    <a:pt x="87" y="342"/>
                  </a:lnTo>
                  <a:lnTo>
                    <a:pt x="87" y="342"/>
                  </a:lnTo>
                  <a:lnTo>
                    <a:pt x="78" y="353"/>
                  </a:lnTo>
                  <a:lnTo>
                    <a:pt x="75" y="359"/>
                  </a:lnTo>
                  <a:lnTo>
                    <a:pt x="71" y="364"/>
                  </a:lnTo>
                  <a:lnTo>
                    <a:pt x="71" y="364"/>
                  </a:lnTo>
                  <a:close/>
                  <a:moveTo>
                    <a:pt x="538" y="964"/>
                  </a:moveTo>
                  <a:lnTo>
                    <a:pt x="538" y="964"/>
                  </a:lnTo>
                  <a:lnTo>
                    <a:pt x="541" y="964"/>
                  </a:lnTo>
                  <a:lnTo>
                    <a:pt x="545" y="963"/>
                  </a:lnTo>
                  <a:lnTo>
                    <a:pt x="550" y="956"/>
                  </a:lnTo>
                  <a:lnTo>
                    <a:pt x="553" y="953"/>
                  </a:lnTo>
                  <a:lnTo>
                    <a:pt x="553" y="950"/>
                  </a:lnTo>
                  <a:lnTo>
                    <a:pt x="550" y="950"/>
                  </a:lnTo>
                  <a:lnTo>
                    <a:pt x="546" y="950"/>
                  </a:lnTo>
                  <a:lnTo>
                    <a:pt x="538" y="964"/>
                  </a:lnTo>
                  <a:close/>
                  <a:moveTo>
                    <a:pt x="2571" y="957"/>
                  </a:moveTo>
                  <a:lnTo>
                    <a:pt x="2571" y="957"/>
                  </a:lnTo>
                  <a:lnTo>
                    <a:pt x="2581" y="949"/>
                  </a:lnTo>
                  <a:lnTo>
                    <a:pt x="2584" y="945"/>
                  </a:lnTo>
                  <a:lnTo>
                    <a:pt x="2585" y="942"/>
                  </a:lnTo>
                  <a:lnTo>
                    <a:pt x="2585" y="939"/>
                  </a:lnTo>
                  <a:lnTo>
                    <a:pt x="2571" y="952"/>
                  </a:lnTo>
                  <a:lnTo>
                    <a:pt x="2571" y="957"/>
                  </a:lnTo>
                  <a:close/>
                  <a:moveTo>
                    <a:pt x="2421" y="967"/>
                  </a:moveTo>
                  <a:lnTo>
                    <a:pt x="2428" y="960"/>
                  </a:lnTo>
                  <a:lnTo>
                    <a:pt x="2429" y="957"/>
                  </a:lnTo>
                  <a:lnTo>
                    <a:pt x="2429" y="957"/>
                  </a:lnTo>
                  <a:lnTo>
                    <a:pt x="2431" y="955"/>
                  </a:lnTo>
                  <a:lnTo>
                    <a:pt x="2432" y="952"/>
                  </a:lnTo>
                  <a:lnTo>
                    <a:pt x="2433" y="950"/>
                  </a:lnTo>
                  <a:lnTo>
                    <a:pt x="2433" y="946"/>
                  </a:lnTo>
                  <a:lnTo>
                    <a:pt x="2433" y="946"/>
                  </a:lnTo>
                  <a:lnTo>
                    <a:pt x="2429" y="950"/>
                  </a:lnTo>
                  <a:lnTo>
                    <a:pt x="2425" y="956"/>
                  </a:lnTo>
                  <a:lnTo>
                    <a:pt x="2418" y="964"/>
                  </a:lnTo>
                  <a:lnTo>
                    <a:pt x="2418" y="964"/>
                  </a:lnTo>
                  <a:lnTo>
                    <a:pt x="2418" y="969"/>
                  </a:lnTo>
                  <a:lnTo>
                    <a:pt x="2421" y="967"/>
                  </a:lnTo>
                  <a:close/>
                  <a:moveTo>
                    <a:pt x="198" y="685"/>
                  </a:moveTo>
                  <a:lnTo>
                    <a:pt x="198" y="685"/>
                  </a:lnTo>
                  <a:lnTo>
                    <a:pt x="198" y="676"/>
                  </a:lnTo>
                  <a:lnTo>
                    <a:pt x="195" y="669"/>
                  </a:lnTo>
                  <a:lnTo>
                    <a:pt x="191" y="657"/>
                  </a:lnTo>
                  <a:lnTo>
                    <a:pt x="191" y="657"/>
                  </a:lnTo>
                  <a:lnTo>
                    <a:pt x="189" y="657"/>
                  </a:lnTo>
                  <a:lnTo>
                    <a:pt x="189" y="660"/>
                  </a:lnTo>
                  <a:lnTo>
                    <a:pt x="191" y="665"/>
                  </a:lnTo>
                  <a:lnTo>
                    <a:pt x="191" y="665"/>
                  </a:lnTo>
                  <a:lnTo>
                    <a:pt x="193" y="675"/>
                  </a:lnTo>
                  <a:lnTo>
                    <a:pt x="195" y="679"/>
                  </a:lnTo>
                  <a:lnTo>
                    <a:pt x="198" y="685"/>
                  </a:lnTo>
                  <a:lnTo>
                    <a:pt x="198" y="685"/>
                  </a:lnTo>
                  <a:close/>
                  <a:moveTo>
                    <a:pt x="861" y="948"/>
                  </a:moveTo>
                  <a:lnTo>
                    <a:pt x="861" y="948"/>
                  </a:lnTo>
                  <a:lnTo>
                    <a:pt x="872" y="936"/>
                  </a:lnTo>
                  <a:lnTo>
                    <a:pt x="876" y="931"/>
                  </a:lnTo>
                  <a:lnTo>
                    <a:pt x="875" y="931"/>
                  </a:lnTo>
                  <a:lnTo>
                    <a:pt x="874" y="932"/>
                  </a:lnTo>
                  <a:lnTo>
                    <a:pt x="874" y="932"/>
                  </a:lnTo>
                  <a:lnTo>
                    <a:pt x="864" y="941"/>
                  </a:lnTo>
                  <a:lnTo>
                    <a:pt x="862" y="943"/>
                  </a:lnTo>
                  <a:lnTo>
                    <a:pt x="861" y="948"/>
                  </a:lnTo>
                  <a:lnTo>
                    <a:pt x="861" y="948"/>
                  </a:lnTo>
                  <a:close/>
                  <a:moveTo>
                    <a:pt x="2209" y="962"/>
                  </a:moveTo>
                  <a:lnTo>
                    <a:pt x="2209" y="962"/>
                  </a:lnTo>
                  <a:lnTo>
                    <a:pt x="2209" y="959"/>
                  </a:lnTo>
                  <a:lnTo>
                    <a:pt x="2209" y="956"/>
                  </a:lnTo>
                  <a:lnTo>
                    <a:pt x="2207" y="956"/>
                  </a:lnTo>
                  <a:lnTo>
                    <a:pt x="2206" y="957"/>
                  </a:lnTo>
                  <a:lnTo>
                    <a:pt x="2203" y="960"/>
                  </a:lnTo>
                  <a:lnTo>
                    <a:pt x="2200" y="963"/>
                  </a:lnTo>
                  <a:lnTo>
                    <a:pt x="2196" y="964"/>
                  </a:lnTo>
                  <a:lnTo>
                    <a:pt x="2193" y="969"/>
                  </a:lnTo>
                  <a:lnTo>
                    <a:pt x="2193" y="969"/>
                  </a:lnTo>
                  <a:lnTo>
                    <a:pt x="2196" y="969"/>
                  </a:lnTo>
                  <a:lnTo>
                    <a:pt x="2199" y="969"/>
                  </a:lnTo>
                  <a:lnTo>
                    <a:pt x="2202" y="967"/>
                  </a:lnTo>
                  <a:lnTo>
                    <a:pt x="2204" y="964"/>
                  </a:lnTo>
                  <a:lnTo>
                    <a:pt x="2209" y="962"/>
                  </a:lnTo>
                  <a:lnTo>
                    <a:pt x="2209" y="962"/>
                  </a:lnTo>
                  <a:close/>
                  <a:moveTo>
                    <a:pt x="1086" y="995"/>
                  </a:moveTo>
                  <a:lnTo>
                    <a:pt x="1082" y="994"/>
                  </a:lnTo>
                  <a:lnTo>
                    <a:pt x="1077" y="998"/>
                  </a:lnTo>
                  <a:lnTo>
                    <a:pt x="1077" y="998"/>
                  </a:lnTo>
                  <a:lnTo>
                    <a:pt x="1079" y="998"/>
                  </a:lnTo>
                  <a:lnTo>
                    <a:pt x="1080" y="1000"/>
                  </a:lnTo>
                  <a:lnTo>
                    <a:pt x="1079" y="1001"/>
                  </a:lnTo>
                  <a:lnTo>
                    <a:pt x="1076" y="1005"/>
                  </a:lnTo>
                  <a:lnTo>
                    <a:pt x="1075" y="1007"/>
                  </a:lnTo>
                  <a:lnTo>
                    <a:pt x="1075" y="1008"/>
                  </a:lnTo>
                  <a:lnTo>
                    <a:pt x="1075" y="1008"/>
                  </a:lnTo>
                  <a:lnTo>
                    <a:pt x="1082" y="1004"/>
                  </a:lnTo>
                  <a:lnTo>
                    <a:pt x="1084" y="1000"/>
                  </a:lnTo>
                  <a:lnTo>
                    <a:pt x="1086" y="995"/>
                  </a:lnTo>
                  <a:lnTo>
                    <a:pt x="1086" y="995"/>
                  </a:lnTo>
                  <a:close/>
                  <a:moveTo>
                    <a:pt x="671" y="994"/>
                  </a:moveTo>
                  <a:lnTo>
                    <a:pt x="674" y="991"/>
                  </a:lnTo>
                  <a:lnTo>
                    <a:pt x="677" y="988"/>
                  </a:lnTo>
                  <a:lnTo>
                    <a:pt x="682" y="976"/>
                  </a:lnTo>
                  <a:lnTo>
                    <a:pt x="682" y="976"/>
                  </a:lnTo>
                  <a:lnTo>
                    <a:pt x="678" y="979"/>
                  </a:lnTo>
                  <a:lnTo>
                    <a:pt x="675" y="983"/>
                  </a:lnTo>
                  <a:lnTo>
                    <a:pt x="670" y="993"/>
                  </a:lnTo>
                  <a:lnTo>
                    <a:pt x="671" y="994"/>
                  </a:lnTo>
                  <a:close/>
                  <a:moveTo>
                    <a:pt x="46" y="898"/>
                  </a:moveTo>
                  <a:lnTo>
                    <a:pt x="46" y="898"/>
                  </a:lnTo>
                  <a:lnTo>
                    <a:pt x="50" y="898"/>
                  </a:lnTo>
                  <a:lnTo>
                    <a:pt x="53" y="897"/>
                  </a:lnTo>
                  <a:lnTo>
                    <a:pt x="54" y="896"/>
                  </a:lnTo>
                  <a:lnTo>
                    <a:pt x="53" y="894"/>
                  </a:lnTo>
                  <a:lnTo>
                    <a:pt x="53" y="893"/>
                  </a:lnTo>
                  <a:lnTo>
                    <a:pt x="50" y="891"/>
                  </a:lnTo>
                  <a:lnTo>
                    <a:pt x="50" y="891"/>
                  </a:lnTo>
                  <a:lnTo>
                    <a:pt x="46" y="889"/>
                  </a:lnTo>
                  <a:lnTo>
                    <a:pt x="46" y="898"/>
                  </a:lnTo>
                  <a:close/>
                  <a:moveTo>
                    <a:pt x="42" y="894"/>
                  </a:moveTo>
                  <a:lnTo>
                    <a:pt x="46" y="898"/>
                  </a:lnTo>
                  <a:lnTo>
                    <a:pt x="46" y="889"/>
                  </a:lnTo>
                  <a:lnTo>
                    <a:pt x="42" y="894"/>
                  </a:lnTo>
                  <a:close/>
                  <a:moveTo>
                    <a:pt x="269" y="915"/>
                  </a:moveTo>
                  <a:lnTo>
                    <a:pt x="269" y="915"/>
                  </a:lnTo>
                  <a:lnTo>
                    <a:pt x="269" y="920"/>
                  </a:lnTo>
                  <a:lnTo>
                    <a:pt x="269" y="920"/>
                  </a:lnTo>
                  <a:lnTo>
                    <a:pt x="272" y="920"/>
                  </a:lnTo>
                  <a:lnTo>
                    <a:pt x="275" y="915"/>
                  </a:lnTo>
                  <a:lnTo>
                    <a:pt x="278" y="914"/>
                  </a:lnTo>
                  <a:lnTo>
                    <a:pt x="278" y="914"/>
                  </a:lnTo>
                  <a:lnTo>
                    <a:pt x="278" y="911"/>
                  </a:lnTo>
                  <a:lnTo>
                    <a:pt x="276" y="908"/>
                  </a:lnTo>
                  <a:lnTo>
                    <a:pt x="275" y="908"/>
                  </a:lnTo>
                  <a:lnTo>
                    <a:pt x="274" y="908"/>
                  </a:lnTo>
                  <a:lnTo>
                    <a:pt x="272" y="912"/>
                  </a:lnTo>
                  <a:lnTo>
                    <a:pt x="269" y="915"/>
                  </a:lnTo>
                  <a:lnTo>
                    <a:pt x="269" y="915"/>
                  </a:lnTo>
                  <a:close/>
                  <a:moveTo>
                    <a:pt x="2776" y="941"/>
                  </a:moveTo>
                  <a:lnTo>
                    <a:pt x="2776" y="941"/>
                  </a:lnTo>
                  <a:lnTo>
                    <a:pt x="2771" y="950"/>
                  </a:lnTo>
                  <a:lnTo>
                    <a:pt x="2769" y="955"/>
                  </a:lnTo>
                  <a:lnTo>
                    <a:pt x="2769" y="957"/>
                  </a:lnTo>
                  <a:lnTo>
                    <a:pt x="2771" y="960"/>
                  </a:lnTo>
                  <a:lnTo>
                    <a:pt x="2771" y="960"/>
                  </a:lnTo>
                  <a:lnTo>
                    <a:pt x="2772" y="955"/>
                  </a:lnTo>
                  <a:lnTo>
                    <a:pt x="2773" y="950"/>
                  </a:lnTo>
                  <a:lnTo>
                    <a:pt x="2776" y="946"/>
                  </a:lnTo>
                  <a:lnTo>
                    <a:pt x="2776" y="941"/>
                  </a:lnTo>
                  <a:lnTo>
                    <a:pt x="2776" y="941"/>
                  </a:lnTo>
                  <a:close/>
                  <a:moveTo>
                    <a:pt x="2283" y="955"/>
                  </a:moveTo>
                  <a:lnTo>
                    <a:pt x="2276" y="960"/>
                  </a:lnTo>
                  <a:lnTo>
                    <a:pt x="2275" y="962"/>
                  </a:lnTo>
                  <a:lnTo>
                    <a:pt x="2272" y="972"/>
                  </a:lnTo>
                  <a:lnTo>
                    <a:pt x="2272" y="972"/>
                  </a:lnTo>
                  <a:lnTo>
                    <a:pt x="2276" y="969"/>
                  </a:lnTo>
                  <a:lnTo>
                    <a:pt x="2279" y="964"/>
                  </a:lnTo>
                  <a:lnTo>
                    <a:pt x="2283" y="955"/>
                  </a:lnTo>
                  <a:lnTo>
                    <a:pt x="2283" y="955"/>
                  </a:lnTo>
                  <a:close/>
                  <a:moveTo>
                    <a:pt x="584" y="1026"/>
                  </a:moveTo>
                  <a:lnTo>
                    <a:pt x="584" y="1026"/>
                  </a:lnTo>
                  <a:lnTo>
                    <a:pt x="586" y="1029"/>
                  </a:lnTo>
                  <a:lnTo>
                    <a:pt x="587" y="1032"/>
                  </a:lnTo>
                  <a:lnTo>
                    <a:pt x="590" y="1032"/>
                  </a:lnTo>
                  <a:lnTo>
                    <a:pt x="594" y="1032"/>
                  </a:lnTo>
                  <a:lnTo>
                    <a:pt x="597" y="1033"/>
                  </a:lnTo>
                  <a:lnTo>
                    <a:pt x="597" y="1033"/>
                  </a:lnTo>
                  <a:lnTo>
                    <a:pt x="597" y="1026"/>
                  </a:lnTo>
                  <a:lnTo>
                    <a:pt x="597" y="1026"/>
                  </a:lnTo>
                  <a:lnTo>
                    <a:pt x="595" y="1026"/>
                  </a:lnTo>
                  <a:lnTo>
                    <a:pt x="591" y="1028"/>
                  </a:lnTo>
                  <a:lnTo>
                    <a:pt x="588" y="1028"/>
                  </a:lnTo>
                  <a:lnTo>
                    <a:pt x="584" y="1026"/>
                  </a:lnTo>
                  <a:lnTo>
                    <a:pt x="584" y="1026"/>
                  </a:lnTo>
                  <a:close/>
                  <a:moveTo>
                    <a:pt x="2521" y="931"/>
                  </a:moveTo>
                  <a:lnTo>
                    <a:pt x="2521" y="931"/>
                  </a:lnTo>
                  <a:lnTo>
                    <a:pt x="2518" y="934"/>
                  </a:lnTo>
                  <a:lnTo>
                    <a:pt x="2516" y="936"/>
                  </a:lnTo>
                  <a:lnTo>
                    <a:pt x="2514" y="942"/>
                  </a:lnTo>
                  <a:lnTo>
                    <a:pt x="2514" y="942"/>
                  </a:lnTo>
                  <a:lnTo>
                    <a:pt x="2518" y="941"/>
                  </a:lnTo>
                  <a:lnTo>
                    <a:pt x="2521" y="938"/>
                  </a:lnTo>
                  <a:lnTo>
                    <a:pt x="2522" y="934"/>
                  </a:lnTo>
                  <a:lnTo>
                    <a:pt x="2521" y="931"/>
                  </a:lnTo>
                  <a:lnTo>
                    <a:pt x="2521" y="931"/>
                  </a:lnTo>
                  <a:close/>
                  <a:moveTo>
                    <a:pt x="2270" y="973"/>
                  </a:moveTo>
                  <a:lnTo>
                    <a:pt x="2272" y="972"/>
                  </a:lnTo>
                  <a:lnTo>
                    <a:pt x="2275" y="962"/>
                  </a:lnTo>
                  <a:lnTo>
                    <a:pt x="2263" y="977"/>
                  </a:lnTo>
                  <a:lnTo>
                    <a:pt x="2270" y="973"/>
                  </a:lnTo>
                  <a:close/>
                  <a:moveTo>
                    <a:pt x="81" y="733"/>
                  </a:moveTo>
                  <a:lnTo>
                    <a:pt x="82" y="727"/>
                  </a:lnTo>
                  <a:lnTo>
                    <a:pt x="84" y="723"/>
                  </a:lnTo>
                  <a:lnTo>
                    <a:pt x="84" y="723"/>
                  </a:lnTo>
                  <a:lnTo>
                    <a:pt x="78" y="730"/>
                  </a:lnTo>
                  <a:lnTo>
                    <a:pt x="75" y="733"/>
                  </a:lnTo>
                  <a:lnTo>
                    <a:pt x="74" y="737"/>
                  </a:lnTo>
                  <a:lnTo>
                    <a:pt x="81" y="733"/>
                  </a:lnTo>
                  <a:close/>
                  <a:moveTo>
                    <a:pt x="1646" y="973"/>
                  </a:moveTo>
                  <a:lnTo>
                    <a:pt x="1646" y="973"/>
                  </a:lnTo>
                  <a:lnTo>
                    <a:pt x="1654" y="967"/>
                  </a:lnTo>
                  <a:lnTo>
                    <a:pt x="1656" y="964"/>
                  </a:lnTo>
                  <a:lnTo>
                    <a:pt x="1658" y="960"/>
                  </a:lnTo>
                  <a:lnTo>
                    <a:pt x="1658" y="960"/>
                  </a:lnTo>
                  <a:lnTo>
                    <a:pt x="1649" y="966"/>
                  </a:lnTo>
                  <a:lnTo>
                    <a:pt x="1648" y="969"/>
                  </a:lnTo>
                  <a:lnTo>
                    <a:pt x="1646" y="973"/>
                  </a:lnTo>
                  <a:lnTo>
                    <a:pt x="1646" y="973"/>
                  </a:lnTo>
                  <a:close/>
                  <a:moveTo>
                    <a:pt x="1235" y="942"/>
                  </a:moveTo>
                  <a:lnTo>
                    <a:pt x="1235" y="942"/>
                  </a:lnTo>
                  <a:lnTo>
                    <a:pt x="1239" y="938"/>
                  </a:lnTo>
                  <a:lnTo>
                    <a:pt x="1243" y="934"/>
                  </a:lnTo>
                  <a:lnTo>
                    <a:pt x="1243" y="932"/>
                  </a:lnTo>
                  <a:lnTo>
                    <a:pt x="1242" y="932"/>
                  </a:lnTo>
                  <a:lnTo>
                    <a:pt x="1235" y="936"/>
                  </a:lnTo>
                  <a:lnTo>
                    <a:pt x="1235" y="936"/>
                  </a:lnTo>
                  <a:lnTo>
                    <a:pt x="1235" y="942"/>
                  </a:lnTo>
                  <a:lnTo>
                    <a:pt x="1235" y="942"/>
                  </a:lnTo>
                  <a:close/>
                  <a:moveTo>
                    <a:pt x="1035" y="922"/>
                  </a:moveTo>
                  <a:lnTo>
                    <a:pt x="1035" y="922"/>
                  </a:lnTo>
                  <a:lnTo>
                    <a:pt x="1037" y="918"/>
                  </a:lnTo>
                  <a:lnTo>
                    <a:pt x="1035" y="917"/>
                  </a:lnTo>
                  <a:lnTo>
                    <a:pt x="1035" y="917"/>
                  </a:lnTo>
                  <a:lnTo>
                    <a:pt x="1032" y="917"/>
                  </a:lnTo>
                  <a:lnTo>
                    <a:pt x="1030" y="921"/>
                  </a:lnTo>
                  <a:lnTo>
                    <a:pt x="1028" y="924"/>
                  </a:lnTo>
                  <a:lnTo>
                    <a:pt x="1028" y="924"/>
                  </a:lnTo>
                  <a:lnTo>
                    <a:pt x="1028" y="925"/>
                  </a:lnTo>
                  <a:lnTo>
                    <a:pt x="1030" y="927"/>
                  </a:lnTo>
                  <a:lnTo>
                    <a:pt x="1032" y="925"/>
                  </a:lnTo>
                  <a:lnTo>
                    <a:pt x="1035" y="922"/>
                  </a:lnTo>
                  <a:close/>
                  <a:moveTo>
                    <a:pt x="1935" y="920"/>
                  </a:moveTo>
                  <a:lnTo>
                    <a:pt x="1935" y="920"/>
                  </a:lnTo>
                  <a:lnTo>
                    <a:pt x="1933" y="918"/>
                  </a:lnTo>
                  <a:lnTo>
                    <a:pt x="1933" y="917"/>
                  </a:lnTo>
                  <a:lnTo>
                    <a:pt x="1932" y="915"/>
                  </a:lnTo>
                  <a:lnTo>
                    <a:pt x="1930" y="915"/>
                  </a:lnTo>
                  <a:lnTo>
                    <a:pt x="1926" y="918"/>
                  </a:lnTo>
                  <a:lnTo>
                    <a:pt x="1926" y="918"/>
                  </a:lnTo>
                  <a:lnTo>
                    <a:pt x="1926" y="920"/>
                  </a:lnTo>
                  <a:lnTo>
                    <a:pt x="1928" y="922"/>
                  </a:lnTo>
                  <a:lnTo>
                    <a:pt x="1928" y="924"/>
                  </a:lnTo>
                  <a:lnTo>
                    <a:pt x="1929" y="924"/>
                  </a:lnTo>
                  <a:lnTo>
                    <a:pt x="1930" y="922"/>
                  </a:lnTo>
                  <a:lnTo>
                    <a:pt x="1935" y="920"/>
                  </a:lnTo>
                  <a:lnTo>
                    <a:pt x="1935" y="920"/>
                  </a:lnTo>
                  <a:close/>
                  <a:moveTo>
                    <a:pt x="659" y="1038"/>
                  </a:moveTo>
                  <a:lnTo>
                    <a:pt x="659" y="1038"/>
                  </a:lnTo>
                  <a:lnTo>
                    <a:pt x="659" y="1032"/>
                  </a:lnTo>
                  <a:lnTo>
                    <a:pt x="659" y="1029"/>
                  </a:lnTo>
                  <a:lnTo>
                    <a:pt x="657" y="1028"/>
                  </a:lnTo>
                  <a:lnTo>
                    <a:pt x="657" y="1028"/>
                  </a:lnTo>
                  <a:lnTo>
                    <a:pt x="657" y="1029"/>
                  </a:lnTo>
                  <a:lnTo>
                    <a:pt x="656" y="1031"/>
                  </a:lnTo>
                  <a:lnTo>
                    <a:pt x="653" y="1035"/>
                  </a:lnTo>
                  <a:lnTo>
                    <a:pt x="652" y="1038"/>
                  </a:lnTo>
                  <a:lnTo>
                    <a:pt x="653" y="1038"/>
                  </a:lnTo>
                  <a:lnTo>
                    <a:pt x="654" y="1039"/>
                  </a:lnTo>
                  <a:lnTo>
                    <a:pt x="659" y="1038"/>
                  </a:lnTo>
                  <a:lnTo>
                    <a:pt x="659" y="1038"/>
                  </a:lnTo>
                  <a:close/>
                  <a:moveTo>
                    <a:pt x="2811" y="914"/>
                  </a:moveTo>
                  <a:lnTo>
                    <a:pt x="2811" y="914"/>
                  </a:lnTo>
                  <a:lnTo>
                    <a:pt x="2806" y="918"/>
                  </a:lnTo>
                  <a:lnTo>
                    <a:pt x="2804" y="921"/>
                  </a:lnTo>
                  <a:lnTo>
                    <a:pt x="2803" y="924"/>
                  </a:lnTo>
                  <a:lnTo>
                    <a:pt x="2803" y="924"/>
                  </a:lnTo>
                  <a:lnTo>
                    <a:pt x="2807" y="922"/>
                  </a:lnTo>
                  <a:lnTo>
                    <a:pt x="2810" y="921"/>
                  </a:lnTo>
                  <a:lnTo>
                    <a:pt x="2811" y="917"/>
                  </a:lnTo>
                  <a:lnTo>
                    <a:pt x="2811" y="914"/>
                  </a:lnTo>
                  <a:lnTo>
                    <a:pt x="2811" y="914"/>
                  </a:lnTo>
                  <a:close/>
                  <a:moveTo>
                    <a:pt x="213" y="735"/>
                  </a:moveTo>
                  <a:lnTo>
                    <a:pt x="213" y="735"/>
                  </a:lnTo>
                  <a:lnTo>
                    <a:pt x="215" y="734"/>
                  </a:lnTo>
                  <a:lnTo>
                    <a:pt x="215" y="731"/>
                  </a:lnTo>
                  <a:lnTo>
                    <a:pt x="213" y="726"/>
                  </a:lnTo>
                  <a:lnTo>
                    <a:pt x="210" y="723"/>
                  </a:lnTo>
                  <a:lnTo>
                    <a:pt x="210" y="723"/>
                  </a:lnTo>
                  <a:lnTo>
                    <a:pt x="210" y="727"/>
                  </a:lnTo>
                  <a:lnTo>
                    <a:pt x="210" y="727"/>
                  </a:lnTo>
                  <a:lnTo>
                    <a:pt x="212" y="733"/>
                  </a:lnTo>
                  <a:lnTo>
                    <a:pt x="213" y="735"/>
                  </a:lnTo>
                  <a:lnTo>
                    <a:pt x="213" y="735"/>
                  </a:lnTo>
                  <a:close/>
                </a:path>
              </a:pathLst>
            </a:custGeom>
            <a:noFill/>
            <a:ln w="9525">
              <a:solidFill>
                <a:schemeClr val="tx1"/>
              </a:solid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 name="文本框 16"/>
            <p:cNvSpPr txBox="1"/>
            <p:nvPr/>
          </p:nvSpPr>
          <p:spPr>
            <a:xfrm>
              <a:off x="5766684" y="2932009"/>
              <a:ext cx="809837" cy="707886"/>
            </a:xfrm>
            <a:prstGeom prst="rect">
              <a:avLst/>
            </a:prstGeom>
            <a:noFill/>
          </p:spPr>
          <p:txBody>
            <a:bodyPr wrap="none" rtlCol="0" anchor="ctr">
              <a:spAutoFit/>
            </a:bodyPr>
            <a:lstStyle/>
            <a:p>
              <a:r>
                <a:rPr lang="en-US" altLang="zh-CN" sz="4000" dirty="0">
                  <a:cs typeface="+mn-ea"/>
                  <a:sym typeface="+mn-lt"/>
                </a:rPr>
                <a:t>02</a:t>
              </a:r>
              <a:endParaRPr lang="zh-CN" altLang="en-US" sz="4000" dirty="0">
                <a:cs typeface="+mn-ea"/>
                <a:sym typeface="+mn-lt"/>
              </a:endParaRPr>
            </a:p>
          </p:txBody>
        </p:sp>
      </p:grpSp>
      <p:grpSp>
        <p:nvGrpSpPr>
          <p:cNvPr id="3" name="组合 2"/>
          <p:cNvGrpSpPr/>
          <p:nvPr/>
        </p:nvGrpSpPr>
        <p:grpSpPr>
          <a:xfrm>
            <a:off x="9692180" y="2887679"/>
            <a:ext cx="968624" cy="936460"/>
            <a:chOff x="9692180" y="2887679"/>
            <a:chExt cx="968624" cy="936460"/>
          </a:xfrm>
        </p:grpSpPr>
        <p:sp>
          <p:nvSpPr>
            <p:cNvPr id="15" name="Freeform 128"/>
            <p:cNvSpPr>
              <a:spLocks noEditPoints="1"/>
            </p:cNvSpPr>
            <p:nvPr/>
          </p:nvSpPr>
          <p:spPr bwMode="auto">
            <a:xfrm flipH="1">
              <a:off x="9692180" y="2887679"/>
              <a:ext cx="968624" cy="936460"/>
            </a:xfrm>
            <a:custGeom>
              <a:avLst/>
              <a:gdLst/>
              <a:ahLst/>
              <a:cxnLst>
                <a:cxn ang="0">
                  <a:pos x="7" y="475"/>
                </a:cxn>
                <a:cxn ang="0">
                  <a:pos x="2824" y="83"/>
                </a:cxn>
                <a:cxn ang="0">
                  <a:pos x="649" y="1056"/>
                </a:cxn>
                <a:cxn ang="0">
                  <a:pos x="2076" y="27"/>
                </a:cxn>
                <a:cxn ang="0">
                  <a:pos x="172" y="526"/>
                </a:cxn>
                <a:cxn ang="0">
                  <a:pos x="1718" y="1039"/>
                </a:cxn>
                <a:cxn ang="0">
                  <a:pos x="1774" y="1068"/>
                </a:cxn>
                <a:cxn ang="0">
                  <a:pos x="1781" y="1032"/>
                </a:cxn>
                <a:cxn ang="0">
                  <a:pos x="333" y="936"/>
                </a:cxn>
                <a:cxn ang="0">
                  <a:pos x="392" y="925"/>
                </a:cxn>
                <a:cxn ang="0">
                  <a:pos x="363" y="1000"/>
                </a:cxn>
                <a:cxn ang="0">
                  <a:pos x="503" y="880"/>
                </a:cxn>
                <a:cxn ang="0">
                  <a:pos x="1070" y="1002"/>
                </a:cxn>
                <a:cxn ang="0">
                  <a:pos x="1231" y="969"/>
                </a:cxn>
                <a:cxn ang="0">
                  <a:pos x="1562" y="1066"/>
                </a:cxn>
                <a:cxn ang="0">
                  <a:pos x="2570" y="952"/>
                </a:cxn>
                <a:cxn ang="0">
                  <a:pos x="2350" y="939"/>
                </a:cxn>
                <a:cxn ang="0">
                  <a:pos x="2269" y="1060"/>
                </a:cxn>
                <a:cxn ang="0">
                  <a:pos x="2003" y="943"/>
                </a:cxn>
                <a:cxn ang="0">
                  <a:pos x="290" y="863"/>
                </a:cxn>
                <a:cxn ang="0">
                  <a:pos x="2193" y="1080"/>
                </a:cxn>
                <a:cxn ang="0">
                  <a:pos x="444" y="1031"/>
                </a:cxn>
                <a:cxn ang="0">
                  <a:pos x="1999" y="1059"/>
                </a:cxn>
                <a:cxn ang="0">
                  <a:pos x="2788" y="924"/>
                </a:cxn>
                <a:cxn ang="0">
                  <a:pos x="1208" y="1000"/>
                </a:cxn>
                <a:cxn ang="0">
                  <a:pos x="1020" y="1032"/>
                </a:cxn>
                <a:cxn ang="0">
                  <a:pos x="1107" y="1032"/>
                </a:cxn>
                <a:cxn ang="0">
                  <a:pos x="2071" y="1081"/>
                </a:cxn>
                <a:cxn ang="0">
                  <a:pos x="1980" y="938"/>
                </a:cxn>
                <a:cxn ang="0">
                  <a:pos x="46" y="415"/>
                </a:cxn>
                <a:cxn ang="0">
                  <a:pos x="886" y="1049"/>
                </a:cxn>
                <a:cxn ang="0">
                  <a:pos x="867" y="1023"/>
                </a:cxn>
                <a:cxn ang="0">
                  <a:pos x="151" y="558"/>
                </a:cxn>
                <a:cxn ang="0">
                  <a:pos x="28" y="478"/>
                </a:cxn>
                <a:cxn ang="0">
                  <a:pos x="116" y="433"/>
                </a:cxn>
                <a:cxn ang="0">
                  <a:pos x="1842" y="1067"/>
                </a:cxn>
                <a:cxn ang="0">
                  <a:pos x="958" y="921"/>
                </a:cxn>
                <a:cxn ang="0">
                  <a:pos x="50" y="891"/>
                </a:cxn>
                <a:cxn ang="0">
                  <a:pos x="209" y="842"/>
                </a:cxn>
                <a:cxn ang="0">
                  <a:pos x="595" y="904"/>
                </a:cxn>
                <a:cxn ang="0">
                  <a:pos x="1419" y="903"/>
                </a:cxn>
                <a:cxn ang="0">
                  <a:pos x="129" y="571"/>
                </a:cxn>
                <a:cxn ang="0">
                  <a:pos x="668" y="1009"/>
                </a:cxn>
                <a:cxn ang="0">
                  <a:pos x="54" y="727"/>
                </a:cxn>
                <a:cxn ang="0">
                  <a:pos x="146" y="428"/>
                </a:cxn>
                <a:cxn ang="0">
                  <a:pos x="40" y="824"/>
                </a:cxn>
                <a:cxn ang="0">
                  <a:pos x="300" y="922"/>
                </a:cxn>
                <a:cxn ang="0">
                  <a:pos x="234" y="807"/>
                </a:cxn>
                <a:cxn ang="0">
                  <a:pos x="2516" y="34"/>
                </a:cxn>
                <a:cxn ang="0">
                  <a:pos x="2397" y="1012"/>
                </a:cxn>
                <a:cxn ang="0">
                  <a:pos x="2110" y="911"/>
                </a:cxn>
                <a:cxn ang="0">
                  <a:pos x="179" y="845"/>
                </a:cxn>
                <a:cxn ang="0">
                  <a:pos x="1700" y="907"/>
                </a:cxn>
                <a:cxn ang="0">
                  <a:pos x="1617" y="931"/>
                </a:cxn>
                <a:cxn ang="0">
                  <a:pos x="2731" y="1011"/>
                </a:cxn>
                <a:cxn ang="0">
                  <a:pos x="1645" y="1053"/>
                </a:cxn>
                <a:cxn ang="0">
                  <a:pos x="462" y="1005"/>
                </a:cxn>
                <a:cxn ang="0">
                  <a:pos x="2332" y="969"/>
                </a:cxn>
                <a:cxn ang="0">
                  <a:pos x="2433" y="946"/>
                </a:cxn>
                <a:cxn ang="0">
                  <a:pos x="1077" y="998"/>
                </a:cxn>
                <a:cxn ang="0">
                  <a:pos x="2776" y="941"/>
                </a:cxn>
                <a:cxn ang="0">
                  <a:pos x="82" y="727"/>
                </a:cxn>
                <a:cxn ang="0">
                  <a:pos x="1930" y="922"/>
                </a:cxn>
              </a:cxnLst>
              <a:rect l="0" t="0" r="r" b="b"/>
              <a:pathLst>
                <a:path w="2921" h="1098">
                  <a:moveTo>
                    <a:pt x="633" y="1063"/>
                  </a:moveTo>
                  <a:lnTo>
                    <a:pt x="633" y="1063"/>
                  </a:lnTo>
                  <a:lnTo>
                    <a:pt x="629" y="1063"/>
                  </a:lnTo>
                  <a:lnTo>
                    <a:pt x="626" y="1063"/>
                  </a:lnTo>
                  <a:lnTo>
                    <a:pt x="625" y="1060"/>
                  </a:lnTo>
                  <a:lnTo>
                    <a:pt x="626" y="1054"/>
                  </a:lnTo>
                  <a:lnTo>
                    <a:pt x="626" y="1054"/>
                  </a:lnTo>
                  <a:lnTo>
                    <a:pt x="586" y="1053"/>
                  </a:lnTo>
                  <a:lnTo>
                    <a:pt x="542" y="1053"/>
                  </a:lnTo>
                  <a:lnTo>
                    <a:pt x="452" y="1052"/>
                  </a:lnTo>
                  <a:lnTo>
                    <a:pt x="406" y="1050"/>
                  </a:lnTo>
                  <a:lnTo>
                    <a:pt x="362" y="1046"/>
                  </a:lnTo>
                  <a:lnTo>
                    <a:pt x="320" y="1042"/>
                  </a:lnTo>
                  <a:lnTo>
                    <a:pt x="279" y="1035"/>
                  </a:lnTo>
                  <a:lnTo>
                    <a:pt x="279" y="1035"/>
                  </a:lnTo>
                  <a:lnTo>
                    <a:pt x="278" y="1035"/>
                  </a:lnTo>
                  <a:lnTo>
                    <a:pt x="275" y="1036"/>
                  </a:lnTo>
                  <a:lnTo>
                    <a:pt x="268" y="1042"/>
                  </a:lnTo>
                  <a:lnTo>
                    <a:pt x="265" y="1043"/>
                  </a:lnTo>
                  <a:lnTo>
                    <a:pt x="262" y="1043"/>
                  </a:lnTo>
                  <a:lnTo>
                    <a:pt x="260" y="1043"/>
                  </a:lnTo>
                  <a:lnTo>
                    <a:pt x="257" y="1039"/>
                  </a:lnTo>
                  <a:lnTo>
                    <a:pt x="257" y="1039"/>
                  </a:lnTo>
                  <a:lnTo>
                    <a:pt x="254" y="1036"/>
                  </a:lnTo>
                  <a:lnTo>
                    <a:pt x="250" y="1033"/>
                  </a:lnTo>
                  <a:lnTo>
                    <a:pt x="243" y="1032"/>
                  </a:lnTo>
                  <a:lnTo>
                    <a:pt x="237" y="1032"/>
                  </a:lnTo>
                  <a:lnTo>
                    <a:pt x="223" y="1033"/>
                  </a:lnTo>
                  <a:lnTo>
                    <a:pt x="210" y="1033"/>
                  </a:lnTo>
                  <a:lnTo>
                    <a:pt x="210" y="1033"/>
                  </a:lnTo>
                  <a:lnTo>
                    <a:pt x="181" y="1031"/>
                  </a:lnTo>
                  <a:lnTo>
                    <a:pt x="154" y="1025"/>
                  </a:lnTo>
                  <a:lnTo>
                    <a:pt x="130" y="1018"/>
                  </a:lnTo>
                  <a:lnTo>
                    <a:pt x="106" y="1008"/>
                  </a:lnTo>
                  <a:lnTo>
                    <a:pt x="85" y="998"/>
                  </a:lnTo>
                  <a:lnTo>
                    <a:pt x="64" y="987"/>
                  </a:lnTo>
                  <a:lnTo>
                    <a:pt x="45" y="974"/>
                  </a:lnTo>
                  <a:lnTo>
                    <a:pt x="26" y="962"/>
                  </a:lnTo>
                  <a:lnTo>
                    <a:pt x="26" y="962"/>
                  </a:lnTo>
                  <a:lnTo>
                    <a:pt x="18" y="934"/>
                  </a:lnTo>
                  <a:lnTo>
                    <a:pt x="11" y="904"/>
                  </a:lnTo>
                  <a:lnTo>
                    <a:pt x="7" y="875"/>
                  </a:lnTo>
                  <a:lnTo>
                    <a:pt x="4" y="845"/>
                  </a:lnTo>
                  <a:lnTo>
                    <a:pt x="2" y="814"/>
                  </a:lnTo>
                  <a:lnTo>
                    <a:pt x="4" y="785"/>
                  </a:lnTo>
                  <a:lnTo>
                    <a:pt x="7" y="755"/>
                  </a:lnTo>
                  <a:lnTo>
                    <a:pt x="11" y="727"/>
                  </a:lnTo>
                  <a:lnTo>
                    <a:pt x="11" y="727"/>
                  </a:lnTo>
                  <a:lnTo>
                    <a:pt x="7" y="629"/>
                  </a:lnTo>
                  <a:lnTo>
                    <a:pt x="5" y="578"/>
                  </a:lnTo>
                  <a:lnTo>
                    <a:pt x="5" y="526"/>
                  </a:lnTo>
                  <a:lnTo>
                    <a:pt x="7" y="475"/>
                  </a:lnTo>
                  <a:lnTo>
                    <a:pt x="8" y="423"/>
                  </a:lnTo>
                  <a:lnTo>
                    <a:pt x="11" y="374"/>
                  </a:lnTo>
                  <a:lnTo>
                    <a:pt x="16" y="326"/>
                  </a:lnTo>
                  <a:lnTo>
                    <a:pt x="16" y="326"/>
                  </a:lnTo>
                  <a:lnTo>
                    <a:pt x="14" y="331"/>
                  </a:lnTo>
                  <a:lnTo>
                    <a:pt x="11" y="335"/>
                  </a:lnTo>
                  <a:lnTo>
                    <a:pt x="7" y="339"/>
                  </a:lnTo>
                  <a:lnTo>
                    <a:pt x="4" y="341"/>
                  </a:lnTo>
                  <a:lnTo>
                    <a:pt x="0" y="341"/>
                  </a:lnTo>
                  <a:lnTo>
                    <a:pt x="0" y="341"/>
                  </a:lnTo>
                  <a:lnTo>
                    <a:pt x="40" y="273"/>
                  </a:lnTo>
                  <a:lnTo>
                    <a:pt x="82" y="208"/>
                  </a:lnTo>
                  <a:lnTo>
                    <a:pt x="104" y="178"/>
                  </a:lnTo>
                  <a:lnTo>
                    <a:pt x="126" y="147"/>
                  </a:lnTo>
                  <a:lnTo>
                    <a:pt x="148" y="117"/>
                  </a:lnTo>
                  <a:lnTo>
                    <a:pt x="172" y="89"/>
                  </a:lnTo>
                  <a:lnTo>
                    <a:pt x="172" y="89"/>
                  </a:lnTo>
                  <a:lnTo>
                    <a:pt x="178" y="74"/>
                  </a:lnTo>
                  <a:lnTo>
                    <a:pt x="185" y="61"/>
                  </a:lnTo>
                  <a:lnTo>
                    <a:pt x="195" y="51"/>
                  </a:lnTo>
                  <a:lnTo>
                    <a:pt x="205" y="41"/>
                  </a:lnTo>
                  <a:lnTo>
                    <a:pt x="217" y="34"/>
                  </a:lnTo>
                  <a:lnTo>
                    <a:pt x="231" y="29"/>
                  </a:lnTo>
                  <a:lnTo>
                    <a:pt x="245" y="23"/>
                  </a:lnTo>
                  <a:lnTo>
                    <a:pt x="262" y="19"/>
                  </a:lnTo>
                  <a:lnTo>
                    <a:pt x="262" y="19"/>
                  </a:lnTo>
                  <a:lnTo>
                    <a:pt x="281" y="13"/>
                  </a:lnTo>
                  <a:lnTo>
                    <a:pt x="299" y="10"/>
                  </a:lnTo>
                  <a:lnTo>
                    <a:pt x="340" y="5"/>
                  </a:lnTo>
                  <a:lnTo>
                    <a:pt x="383" y="2"/>
                  </a:lnTo>
                  <a:lnTo>
                    <a:pt x="428" y="0"/>
                  </a:lnTo>
                  <a:lnTo>
                    <a:pt x="475" y="0"/>
                  </a:lnTo>
                  <a:lnTo>
                    <a:pt x="519" y="3"/>
                  </a:lnTo>
                  <a:lnTo>
                    <a:pt x="608" y="9"/>
                  </a:lnTo>
                  <a:lnTo>
                    <a:pt x="608" y="9"/>
                  </a:lnTo>
                  <a:lnTo>
                    <a:pt x="715" y="6"/>
                  </a:lnTo>
                  <a:lnTo>
                    <a:pt x="819" y="6"/>
                  </a:lnTo>
                  <a:lnTo>
                    <a:pt x="1030" y="8"/>
                  </a:lnTo>
                  <a:lnTo>
                    <a:pt x="1134" y="8"/>
                  </a:lnTo>
                  <a:lnTo>
                    <a:pt x="1239" y="8"/>
                  </a:lnTo>
                  <a:lnTo>
                    <a:pt x="1346" y="5"/>
                  </a:lnTo>
                  <a:lnTo>
                    <a:pt x="1451" y="0"/>
                  </a:lnTo>
                  <a:lnTo>
                    <a:pt x="2653" y="23"/>
                  </a:lnTo>
                  <a:lnTo>
                    <a:pt x="2653" y="23"/>
                  </a:lnTo>
                  <a:lnTo>
                    <a:pt x="2681" y="24"/>
                  </a:lnTo>
                  <a:lnTo>
                    <a:pt x="2706" y="27"/>
                  </a:lnTo>
                  <a:lnTo>
                    <a:pt x="2730" y="33"/>
                  </a:lnTo>
                  <a:lnTo>
                    <a:pt x="2752" y="40"/>
                  </a:lnTo>
                  <a:lnTo>
                    <a:pt x="2772" y="48"/>
                  </a:lnTo>
                  <a:lnTo>
                    <a:pt x="2790" y="58"/>
                  </a:lnTo>
                  <a:lnTo>
                    <a:pt x="2809" y="69"/>
                  </a:lnTo>
                  <a:lnTo>
                    <a:pt x="2824" y="83"/>
                  </a:lnTo>
                  <a:lnTo>
                    <a:pt x="2838" y="97"/>
                  </a:lnTo>
                  <a:lnTo>
                    <a:pt x="2849" y="114"/>
                  </a:lnTo>
                  <a:lnTo>
                    <a:pt x="2861" y="131"/>
                  </a:lnTo>
                  <a:lnTo>
                    <a:pt x="2870" y="151"/>
                  </a:lnTo>
                  <a:lnTo>
                    <a:pt x="2879" y="171"/>
                  </a:lnTo>
                  <a:lnTo>
                    <a:pt x="2884" y="193"/>
                  </a:lnTo>
                  <a:lnTo>
                    <a:pt x="2890" y="215"/>
                  </a:lnTo>
                  <a:lnTo>
                    <a:pt x="2894" y="239"/>
                  </a:lnTo>
                  <a:lnTo>
                    <a:pt x="2894" y="239"/>
                  </a:lnTo>
                  <a:lnTo>
                    <a:pt x="2893" y="270"/>
                  </a:lnTo>
                  <a:lnTo>
                    <a:pt x="2893" y="301"/>
                  </a:lnTo>
                  <a:lnTo>
                    <a:pt x="2896" y="363"/>
                  </a:lnTo>
                  <a:lnTo>
                    <a:pt x="2901" y="423"/>
                  </a:lnTo>
                  <a:lnTo>
                    <a:pt x="2907" y="482"/>
                  </a:lnTo>
                  <a:lnTo>
                    <a:pt x="2907" y="482"/>
                  </a:lnTo>
                  <a:lnTo>
                    <a:pt x="2910" y="516"/>
                  </a:lnTo>
                  <a:lnTo>
                    <a:pt x="2911" y="551"/>
                  </a:lnTo>
                  <a:lnTo>
                    <a:pt x="2913" y="619"/>
                  </a:lnTo>
                  <a:lnTo>
                    <a:pt x="2914" y="688"/>
                  </a:lnTo>
                  <a:lnTo>
                    <a:pt x="2917" y="723"/>
                  </a:lnTo>
                  <a:lnTo>
                    <a:pt x="2921" y="758"/>
                  </a:lnTo>
                  <a:lnTo>
                    <a:pt x="2921" y="758"/>
                  </a:lnTo>
                  <a:lnTo>
                    <a:pt x="2900" y="800"/>
                  </a:lnTo>
                  <a:lnTo>
                    <a:pt x="2879" y="841"/>
                  </a:lnTo>
                  <a:lnTo>
                    <a:pt x="2855" y="882"/>
                  </a:lnTo>
                  <a:lnTo>
                    <a:pt x="2831" y="920"/>
                  </a:lnTo>
                  <a:lnTo>
                    <a:pt x="2804" y="956"/>
                  </a:lnTo>
                  <a:lnTo>
                    <a:pt x="2790" y="973"/>
                  </a:lnTo>
                  <a:lnTo>
                    <a:pt x="2775" y="990"/>
                  </a:lnTo>
                  <a:lnTo>
                    <a:pt x="2759" y="1005"/>
                  </a:lnTo>
                  <a:lnTo>
                    <a:pt x="2743" y="1021"/>
                  </a:lnTo>
                  <a:lnTo>
                    <a:pt x="2726" y="1036"/>
                  </a:lnTo>
                  <a:lnTo>
                    <a:pt x="2709" y="1050"/>
                  </a:lnTo>
                  <a:lnTo>
                    <a:pt x="2709" y="1050"/>
                  </a:lnTo>
                  <a:lnTo>
                    <a:pt x="2699" y="1056"/>
                  </a:lnTo>
                  <a:lnTo>
                    <a:pt x="2689" y="1061"/>
                  </a:lnTo>
                  <a:lnTo>
                    <a:pt x="2668" y="1070"/>
                  </a:lnTo>
                  <a:lnTo>
                    <a:pt x="2644" y="1077"/>
                  </a:lnTo>
                  <a:lnTo>
                    <a:pt x="2619" y="1081"/>
                  </a:lnTo>
                  <a:lnTo>
                    <a:pt x="2594" y="1085"/>
                  </a:lnTo>
                  <a:lnTo>
                    <a:pt x="2565" y="1087"/>
                  </a:lnTo>
                  <a:lnTo>
                    <a:pt x="2508" y="1090"/>
                  </a:lnTo>
                  <a:lnTo>
                    <a:pt x="2508" y="1090"/>
                  </a:lnTo>
                  <a:lnTo>
                    <a:pt x="2363" y="1092"/>
                  </a:lnTo>
                  <a:lnTo>
                    <a:pt x="2224" y="1095"/>
                  </a:lnTo>
                  <a:lnTo>
                    <a:pt x="1942" y="1098"/>
                  </a:lnTo>
                  <a:lnTo>
                    <a:pt x="1942" y="1098"/>
                  </a:lnTo>
                  <a:lnTo>
                    <a:pt x="1909" y="1098"/>
                  </a:lnTo>
                  <a:lnTo>
                    <a:pt x="1880" y="1098"/>
                  </a:lnTo>
                  <a:lnTo>
                    <a:pt x="1818" y="1095"/>
                  </a:lnTo>
                  <a:lnTo>
                    <a:pt x="649" y="1056"/>
                  </a:lnTo>
                  <a:lnTo>
                    <a:pt x="649" y="1056"/>
                  </a:lnTo>
                  <a:lnTo>
                    <a:pt x="645" y="1057"/>
                  </a:lnTo>
                  <a:lnTo>
                    <a:pt x="640" y="1059"/>
                  </a:lnTo>
                  <a:lnTo>
                    <a:pt x="633" y="1063"/>
                  </a:lnTo>
                  <a:lnTo>
                    <a:pt x="633" y="1063"/>
                  </a:lnTo>
                  <a:close/>
                  <a:moveTo>
                    <a:pt x="2785" y="862"/>
                  </a:moveTo>
                  <a:lnTo>
                    <a:pt x="2785" y="862"/>
                  </a:lnTo>
                  <a:lnTo>
                    <a:pt x="2797" y="860"/>
                  </a:lnTo>
                  <a:lnTo>
                    <a:pt x="2809" y="858"/>
                  </a:lnTo>
                  <a:lnTo>
                    <a:pt x="2820" y="853"/>
                  </a:lnTo>
                  <a:lnTo>
                    <a:pt x="2830" y="849"/>
                  </a:lnTo>
                  <a:lnTo>
                    <a:pt x="2838" y="844"/>
                  </a:lnTo>
                  <a:lnTo>
                    <a:pt x="2848" y="838"/>
                  </a:lnTo>
                  <a:lnTo>
                    <a:pt x="2855" y="832"/>
                  </a:lnTo>
                  <a:lnTo>
                    <a:pt x="2862" y="824"/>
                  </a:lnTo>
                  <a:lnTo>
                    <a:pt x="2869" y="817"/>
                  </a:lnTo>
                  <a:lnTo>
                    <a:pt x="2875" y="808"/>
                  </a:lnTo>
                  <a:lnTo>
                    <a:pt x="2886" y="790"/>
                  </a:lnTo>
                  <a:lnTo>
                    <a:pt x="2893" y="769"/>
                  </a:lnTo>
                  <a:lnTo>
                    <a:pt x="2900" y="748"/>
                  </a:lnTo>
                  <a:lnTo>
                    <a:pt x="2900" y="748"/>
                  </a:lnTo>
                  <a:lnTo>
                    <a:pt x="2899" y="688"/>
                  </a:lnTo>
                  <a:lnTo>
                    <a:pt x="2897" y="629"/>
                  </a:lnTo>
                  <a:lnTo>
                    <a:pt x="2893" y="512"/>
                  </a:lnTo>
                  <a:lnTo>
                    <a:pt x="2884" y="395"/>
                  </a:lnTo>
                  <a:lnTo>
                    <a:pt x="2877" y="279"/>
                  </a:lnTo>
                  <a:lnTo>
                    <a:pt x="2877" y="279"/>
                  </a:lnTo>
                  <a:lnTo>
                    <a:pt x="2877" y="260"/>
                  </a:lnTo>
                  <a:lnTo>
                    <a:pt x="2877" y="244"/>
                  </a:lnTo>
                  <a:lnTo>
                    <a:pt x="2876" y="227"/>
                  </a:lnTo>
                  <a:lnTo>
                    <a:pt x="2873" y="211"/>
                  </a:lnTo>
                  <a:lnTo>
                    <a:pt x="2869" y="196"/>
                  </a:lnTo>
                  <a:lnTo>
                    <a:pt x="2865" y="182"/>
                  </a:lnTo>
                  <a:lnTo>
                    <a:pt x="2861" y="169"/>
                  </a:lnTo>
                  <a:lnTo>
                    <a:pt x="2854" y="155"/>
                  </a:lnTo>
                  <a:lnTo>
                    <a:pt x="2848" y="144"/>
                  </a:lnTo>
                  <a:lnTo>
                    <a:pt x="2840" y="133"/>
                  </a:lnTo>
                  <a:lnTo>
                    <a:pt x="2824" y="111"/>
                  </a:lnTo>
                  <a:lnTo>
                    <a:pt x="2806" y="92"/>
                  </a:lnTo>
                  <a:lnTo>
                    <a:pt x="2786" y="75"/>
                  </a:lnTo>
                  <a:lnTo>
                    <a:pt x="2786" y="75"/>
                  </a:lnTo>
                  <a:lnTo>
                    <a:pt x="2734" y="68"/>
                  </a:lnTo>
                  <a:lnTo>
                    <a:pt x="2682" y="62"/>
                  </a:lnTo>
                  <a:lnTo>
                    <a:pt x="2629" y="60"/>
                  </a:lnTo>
                  <a:lnTo>
                    <a:pt x="2574" y="55"/>
                  </a:lnTo>
                  <a:lnTo>
                    <a:pt x="2466" y="50"/>
                  </a:lnTo>
                  <a:lnTo>
                    <a:pt x="2412" y="45"/>
                  </a:lnTo>
                  <a:lnTo>
                    <a:pt x="2360" y="41"/>
                  </a:lnTo>
                  <a:lnTo>
                    <a:pt x="2360" y="41"/>
                  </a:lnTo>
                  <a:lnTo>
                    <a:pt x="2314" y="37"/>
                  </a:lnTo>
                  <a:lnTo>
                    <a:pt x="2268" y="34"/>
                  </a:lnTo>
                  <a:lnTo>
                    <a:pt x="2172" y="30"/>
                  </a:lnTo>
                  <a:lnTo>
                    <a:pt x="2076" y="27"/>
                  </a:lnTo>
                  <a:lnTo>
                    <a:pt x="1980" y="27"/>
                  </a:lnTo>
                  <a:lnTo>
                    <a:pt x="1786" y="27"/>
                  </a:lnTo>
                  <a:lnTo>
                    <a:pt x="1689" y="26"/>
                  </a:lnTo>
                  <a:lnTo>
                    <a:pt x="1593" y="22"/>
                  </a:lnTo>
                  <a:lnTo>
                    <a:pt x="1593" y="22"/>
                  </a:lnTo>
                  <a:lnTo>
                    <a:pt x="1550" y="20"/>
                  </a:lnTo>
                  <a:lnTo>
                    <a:pt x="1505" y="19"/>
                  </a:lnTo>
                  <a:lnTo>
                    <a:pt x="1416" y="19"/>
                  </a:lnTo>
                  <a:lnTo>
                    <a:pt x="1329" y="22"/>
                  </a:lnTo>
                  <a:lnTo>
                    <a:pt x="1243" y="24"/>
                  </a:lnTo>
                  <a:lnTo>
                    <a:pt x="1157" y="27"/>
                  </a:lnTo>
                  <a:lnTo>
                    <a:pt x="1070" y="30"/>
                  </a:lnTo>
                  <a:lnTo>
                    <a:pt x="986" y="30"/>
                  </a:lnTo>
                  <a:lnTo>
                    <a:pt x="942" y="29"/>
                  </a:lnTo>
                  <a:lnTo>
                    <a:pt x="900" y="27"/>
                  </a:lnTo>
                  <a:lnTo>
                    <a:pt x="900" y="27"/>
                  </a:lnTo>
                  <a:lnTo>
                    <a:pt x="848" y="26"/>
                  </a:lnTo>
                  <a:lnTo>
                    <a:pt x="796" y="24"/>
                  </a:lnTo>
                  <a:lnTo>
                    <a:pt x="694" y="26"/>
                  </a:lnTo>
                  <a:lnTo>
                    <a:pt x="642" y="27"/>
                  </a:lnTo>
                  <a:lnTo>
                    <a:pt x="590" y="27"/>
                  </a:lnTo>
                  <a:lnTo>
                    <a:pt x="536" y="26"/>
                  </a:lnTo>
                  <a:lnTo>
                    <a:pt x="483" y="22"/>
                  </a:lnTo>
                  <a:lnTo>
                    <a:pt x="483" y="22"/>
                  </a:lnTo>
                  <a:lnTo>
                    <a:pt x="487" y="24"/>
                  </a:lnTo>
                  <a:lnTo>
                    <a:pt x="493" y="27"/>
                  </a:lnTo>
                  <a:lnTo>
                    <a:pt x="493" y="27"/>
                  </a:lnTo>
                  <a:lnTo>
                    <a:pt x="489" y="29"/>
                  </a:lnTo>
                  <a:lnTo>
                    <a:pt x="484" y="27"/>
                  </a:lnTo>
                  <a:lnTo>
                    <a:pt x="477" y="26"/>
                  </a:lnTo>
                  <a:lnTo>
                    <a:pt x="477" y="26"/>
                  </a:lnTo>
                  <a:lnTo>
                    <a:pt x="448" y="24"/>
                  </a:lnTo>
                  <a:lnTo>
                    <a:pt x="418" y="26"/>
                  </a:lnTo>
                  <a:lnTo>
                    <a:pt x="359" y="29"/>
                  </a:lnTo>
                  <a:lnTo>
                    <a:pt x="302" y="33"/>
                  </a:lnTo>
                  <a:lnTo>
                    <a:pt x="248" y="38"/>
                  </a:lnTo>
                  <a:lnTo>
                    <a:pt x="248" y="38"/>
                  </a:lnTo>
                  <a:lnTo>
                    <a:pt x="240" y="44"/>
                  </a:lnTo>
                  <a:lnTo>
                    <a:pt x="231" y="50"/>
                  </a:lnTo>
                  <a:lnTo>
                    <a:pt x="217" y="64"/>
                  </a:lnTo>
                  <a:lnTo>
                    <a:pt x="193" y="90"/>
                  </a:lnTo>
                  <a:lnTo>
                    <a:pt x="193" y="90"/>
                  </a:lnTo>
                  <a:lnTo>
                    <a:pt x="188" y="106"/>
                  </a:lnTo>
                  <a:lnTo>
                    <a:pt x="185" y="123"/>
                  </a:lnTo>
                  <a:lnTo>
                    <a:pt x="181" y="138"/>
                  </a:lnTo>
                  <a:lnTo>
                    <a:pt x="175" y="155"/>
                  </a:lnTo>
                  <a:lnTo>
                    <a:pt x="175" y="155"/>
                  </a:lnTo>
                  <a:lnTo>
                    <a:pt x="171" y="275"/>
                  </a:lnTo>
                  <a:lnTo>
                    <a:pt x="170" y="336"/>
                  </a:lnTo>
                  <a:lnTo>
                    <a:pt x="170" y="400"/>
                  </a:lnTo>
                  <a:lnTo>
                    <a:pt x="171" y="463"/>
                  </a:lnTo>
                  <a:lnTo>
                    <a:pt x="172" y="526"/>
                  </a:lnTo>
                  <a:lnTo>
                    <a:pt x="177" y="588"/>
                  </a:lnTo>
                  <a:lnTo>
                    <a:pt x="182" y="648"/>
                  </a:lnTo>
                  <a:lnTo>
                    <a:pt x="182" y="648"/>
                  </a:lnTo>
                  <a:lnTo>
                    <a:pt x="189" y="676"/>
                  </a:lnTo>
                  <a:lnTo>
                    <a:pt x="198" y="705"/>
                  </a:lnTo>
                  <a:lnTo>
                    <a:pt x="208" y="731"/>
                  </a:lnTo>
                  <a:lnTo>
                    <a:pt x="219" y="755"/>
                  </a:lnTo>
                  <a:lnTo>
                    <a:pt x="231" y="779"/>
                  </a:lnTo>
                  <a:lnTo>
                    <a:pt x="245" y="799"/>
                  </a:lnTo>
                  <a:lnTo>
                    <a:pt x="254" y="808"/>
                  </a:lnTo>
                  <a:lnTo>
                    <a:pt x="262" y="817"/>
                  </a:lnTo>
                  <a:lnTo>
                    <a:pt x="271" y="824"/>
                  </a:lnTo>
                  <a:lnTo>
                    <a:pt x="281" y="831"/>
                  </a:lnTo>
                  <a:lnTo>
                    <a:pt x="281" y="831"/>
                  </a:lnTo>
                  <a:lnTo>
                    <a:pt x="302" y="837"/>
                  </a:lnTo>
                  <a:lnTo>
                    <a:pt x="321" y="841"/>
                  </a:lnTo>
                  <a:lnTo>
                    <a:pt x="363" y="846"/>
                  </a:lnTo>
                  <a:lnTo>
                    <a:pt x="408" y="849"/>
                  </a:lnTo>
                  <a:lnTo>
                    <a:pt x="453" y="851"/>
                  </a:lnTo>
                  <a:lnTo>
                    <a:pt x="498" y="851"/>
                  </a:lnTo>
                  <a:lnTo>
                    <a:pt x="543" y="849"/>
                  </a:lnTo>
                  <a:lnTo>
                    <a:pt x="632" y="848"/>
                  </a:lnTo>
                  <a:lnTo>
                    <a:pt x="632" y="848"/>
                  </a:lnTo>
                  <a:lnTo>
                    <a:pt x="791" y="849"/>
                  </a:lnTo>
                  <a:lnTo>
                    <a:pt x="948" y="852"/>
                  </a:lnTo>
                  <a:lnTo>
                    <a:pt x="1104" y="855"/>
                  </a:lnTo>
                  <a:lnTo>
                    <a:pt x="1259" y="859"/>
                  </a:lnTo>
                  <a:lnTo>
                    <a:pt x="1569" y="870"/>
                  </a:lnTo>
                  <a:lnTo>
                    <a:pt x="1883" y="883"/>
                  </a:lnTo>
                  <a:lnTo>
                    <a:pt x="1883" y="883"/>
                  </a:lnTo>
                  <a:lnTo>
                    <a:pt x="2019" y="889"/>
                  </a:lnTo>
                  <a:lnTo>
                    <a:pt x="2157" y="893"/>
                  </a:lnTo>
                  <a:lnTo>
                    <a:pt x="2296" y="896"/>
                  </a:lnTo>
                  <a:lnTo>
                    <a:pt x="2366" y="896"/>
                  </a:lnTo>
                  <a:lnTo>
                    <a:pt x="2436" y="894"/>
                  </a:lnTo>
                  <a:lnTo>
                    <a:pt x="2436" y="894"/>
                  </a:lnTo>
                  <a:lnTo>
                    <a:pt x="2516" y="893"/>
                  </a:lnTo>
                  <a:lnTo>
                    <a:pt x="2596" y="891"/>
                  </a:lnTo>
                  <a:lnTo>
                    <a:pt x="2637" y="890"/>
                  </a:lnTo>
                  <a:lnTo>
                    <a:pt x="2679" y="887"/>
                  </a:lnTo>
                  <a:lnTo>
                    <a:pt x="2720" y="883"/>
                  </a:lnTo>
                  <a:lnTo>
                    <a:pt x="2761" y="877"/>
                  </a:lnTo>
                  <a:lnTo>
                    <a:pt x="2761" y="877"/>
                  </a:lnTo>
                  <a:lnTo>
                    <a:pt x="2762" y="872"/>
                  </a:lnTo>
                  <a:lnTo>
                    <a:pt x="2765" y="868"/>
                  </a:lnTo>
                  <a:lnTo>
                    <a:pt x="2768" y="866"/>
                  </a:lnTo>
                  <a:lnTo>
                    <a:pt x="2771" y="863"/>
                  </a:lnTo>
                  <a:lnTo>
                    <a:pt x="2778" y="862"/>
                  </a:lnTo>
                  <a:lnTo>
                    <a:pt x="2785" y="862"/>
                  </a:lnTo>
                  <a:lnTo>
                    <a:pt x="2785" y="862"/>
                  </a:lnTo>
                  <a:close/>
                  <a:moveTo>
                    <a:pt x="1718" y="1039"/>
                  </a:moveTo>
                  <a:lnTo>
                    <a:pt x="1718" y="1039"/>
                  </a:lnTo>
                  <a:lnTo>
                    <a:pt x="1727" y="1025"/>
                  </a:lnTo>
                  <a:lnTo>
                    <a:pt x="1734" y="1012"/>
                  </a:lnTo>
                  <a:lnTo>
                    <a:pt x="1748" y="983"/>
                  </a:lnTo>
                  <a:lnTo>
                    <a:pt x="1763" y="955"/>
                  </a:lnTo>
                  <a:lnTo>
                    <a:pt x="1772" y="942"/>
                  </a:lnTo>
                  <a:lnTo>
                    <a:pt x="1781" y="929"/>
                  </a:lnTo>
                  <a:lnTo>
                    <a:pt x="1749" y="998"/>
                  </a:lnTo>
                  <a:lnTo>
                    <a:pt x="1749" y="998"/>
                  </a:lnTo>
                  <a:lnTo>
                    <a:pt x="1798" y="945"/>
                  </a:lnTo>
                  <a:lnTo>
                    <a:pt x="1824" y="921"/>
                  </a:lnTo>
                  <a:lnTo>
                    <a:pt x="1850" y="897"/>
                  </a:lnTo>
                  <a:lnTo>
                    <a:pt x="1850" y="897"/>
                  </a:lnTo>
                  <a:lnTo>
                    <a:pt x="1842" y="896"/>
                  </a:lnTo>
                  <a:lnTo>
                    <a:pt x="1831" y="896"/>
                  </a:lnTo>
                  <a:lnTo>
                    <a:pt x="1809" y="896"/>
                  </a:lnTo>
                  <a:lnTo>
                    <a:pt x="1809" y="896"/>
                  </a:lnTo>
                  <a:lnTo>
                    <a:pt x="1807" y="896"/>
                  </a:lnTo>
                  <a:lnTo>
                    <a:pt x="1804" y="897"/>
                  </a:lnTo>
                  <a:lnTo>
                    <a:pt x="1801" y="901"/>
                  </a:lnTo>
                  <a:lnTo>
                    <a:pt x="1800" y="907"/>
                  </a:lnTo>
                  <a:lnTo>
                    <a:pt x="1798" y="910"/>
                  </a:lnTo>
                  <a:lnTo>
                    <a:pt x="1795" y="912"/>
                  </a:lnTo>
                  <a:lnTo>
                    <a:pt x="1795" y="912"/>
                  </a:lnTo>
                  <a:lnTo>
                    <a:pt x="1794" y="910"/>
                  </a:lnTo>
                  <a:lnTo>
                    <a:pt x="1794" y="907"/>
                  </a:lnTo>
                  <a:lnTo>
                    <a:pt x="1795" y="901"/>
                  </a:lnTo>
                  <a:lnTo>
                    <a:pt x="1798" y="897"/>
                  </a:lnTo>
                  <a:lnTo>
                    <a:pt x="1798" y="896"/>
                  </a:lnTo>
                  <a:lnTo>
                    <a:pt x="1797" y="894"/>
                  </a:lnTo>
                  <a:lnTo>
                    <a:pt x="1797" y="894"/>
                  </a:lnTo>
                  <a:lnTo>
                    <a:pt x="1791" y="893"/>
                  </a:lnTo>
                  <a:lnTo>
                    <a:pt x="1783" y="893"/>
                  </a:lnTo>
                  <a:lnTo>
                    <a:pt x="1770" y="894"/>
                  </a:lnTo>
                  <a:lnTo>
                    <a:pt x="1770" y="894"/>
                  </a:lnTo>
                  <a:lnTo>
                    <a:pt x="1773" y="898"/>
                  </a:lnTo>
                  <a:lnTo>
                    <a:pt x="1772" y="903"/>
                  </a:lnTo>
                  <a:lnTo>
                    <a:pt x="1770" y="907"/>
                  </a:lnTo>
                  <a:lnTo>
                    <a:pt x="1769" y="911"/>
                  </a:lnTo>
                  <a:lnTo>
                    <a:pt x="1769" y="911"/>
                  </a:lnTo>
                  <a:lnTo>
                    <a:pt x="1739" y="952"/>
                  </a:lnTo>
                  <a:lnTo>
                    <a:pt x="1710" y="991"/>
                  </a:lnTo>
                  <a:lnTo>
                    <a:pt x="1682" y="1032"/>
                  </a:lnTo>
                  <a:lnTo>
                    <a:pt x="1668" y="1053"/>
                  </a:lnTo>
                  <a:lnTo>
                    <a:pt x="1655" y="1074"/>
                  </a:lnTo>
                  <a:lnTo>
                    <a:pt x="1655" y="1074"/>
                  </a:lnTo>
                  <a:lnTo>
                    <a:pt x="1673" y="1077"/>
                  </a:lnTo>
                  <a:lnTo>
                    <a:pt x="1691" y="1078"/>
                  </a:lnTo>
                  <a:lnTo>
                    <a:pt x="1710" y="1078"/>
                  </a:lnTo>
                  <a:lnTo>
                    <a:pt x="1728" y="1078"/>
                  </a:lnTo>
                  <a:lnTo>
                    <a:pt x="1745" y="1077"/>
                  </a:lnTo>
                  <a:lnTo>
                    <a:pt x="1760" y="1074"/>
                  </a:lnTo>
                  <a:lnTo>
                    <a:pt x="1774" y="1068"/>
                  </a:lnTo>
                  <a:lnTo>
                    <a:pt x="1784" y="1063"/>
                  </a:lnTo>
                  <a:lnTo>
                    <a:pt x="1784" y="1063"/>
                  </a:lnTo>
                  <a:lnTo>
                    <a:pt x="1783" y="1060"/>
                  </a:lnTo>
                  <a:lnTo>
                    <a:pt x="1784" y="1057"/>
                  </a:lnTo>
                  <a:lnTo>
                    <a:pt x="1786" y="1056"/>
                  </a:lnTo>
                  <a:lnTo>
                    <a:pt x="1788" y="1054"/>
                  </a:lnTo>
                  <a:lnTo>
                    <a:pt x="1790" y="1053"/>
                  </a:lnTo>
                  <a:lnTo>
                    <a:pt x="1793" y="1053"/>
                  </a:lnTo>
                  <a:lnTo>
                    <a:pt x="1794" y="1054"/>
                  </a:lnTo>
                  <a:lnTo>
                    <a:pt x="1793" y="1057"/>
                  </a:lnTo>
                  <a:lnTo>
                    <a:pt x="1793" y="1057"/>
                  </a:lnTo>
                  <a:lnTo>
                    <a:pt x="1788" y="1064"/>
                  </a:lnTo>
                  <a:lnTo>
                    <a:pt x="1783" y="1070"/>
                  </a:lnTo>
                  <a:lnTo>
                    <a:pt x="1772" y="1080"/>
                  </a:lnTo>
                  <a:lnTo>
                    <a:pt x="1822" y="1080"/>
                  </a:lnTo>
                  <a:lnTo>
                    <a:pt x="1822" y="1080"/>
                  </a:lnTo>
                  <a:lnTo>
                    <a:pt x="1832" y="1061"/>
                  </a:lnTo>
                  <a:lnTo>
                    <a:pt x="1843" y="1045"/>
                  </a:lnTo>
                  <a:lnTo>
                    <a:pt x="1866" y="1011"/>
                  </a:lnTo>
                  <a:lnTo>
                    <a:pt x="1866" y="1011"/>
                  </a:lnTo>
                  <a:lnTo>
                    <a:pt x="1866" y="1011"/>
                  </a:lnTo>
                  <a:lnTo>
                    <a:pt x="1870" y="1008"/>
                  </a:lnTo>
                  <a:lnTo>
                    <a:pt x="1873" y="1004"/>
                  </a:lnTo>
                  <a:lnTo>
                    <a:pt x="1878" y="993"/>
                  </a:lnTo>
                  <a:lnTo>
                    <a:pt x="1874" y="993"/>
                  </a:lnTo>
                  <a:lnTo>
                    <a:pt x="1874" y="993"/>
                  </a:lnTo>
                  <a:lnTo>
                    <a:pt x="1888" y="976"/>
                  </a:lnTo>
                  <a:lnTo>
                    <a:pt x="1901" y="957"/>
                  </a:lnTo>
                  <a:lnTo>
                    <a:pt x="1912" y="939"/>
                  </a:lnTo>
                  <a:lnTo>
                    <a:pt x="1923" y="921"/>
                  </a:lnTo>
                  <a:lnTo>
                    <a:pt x="1791" y="1049"/>
                  </a:lnTo>
                  <a:lnTo>
                    <a:pt x="1791" y="1049"/>
                  </a:lnTo>
                  <a:lnTo>
                    <a:pt x="1824" y="1009"/>
                  </a:lnTo>
                  <a:lnTo>
                    <a:pt x="1857" y="972"/>
                  </a:lnTo>
                  <a:lnTo>
                    <a:pt x="1892" y="936"/>
                  </a:lnTo>
                  <a:lnTo>
                    <a:pt x="1929" y="901"/>
                  </a:lnTo>
                  <a:lnTo>
                    <a:pt x="1929" y="901"/>
                  </a:lnTo>
                  <a:lnTo>
                    <a:pt x="1918" y="898"/>
                  </a:lnTo>
                  <a:lnTo>
                    <a:pt x="1905" y="898"/>
                  </a:lnTo>
                  <a:lnTo>
                    <a:pt x="1878" y="898"/>
                  </a:lnTo>
                  <a:lnTo>
                    <a:pt x="1878" y="898"/>
                  </a:lnTo>
                  <a:lnTo>
                    <a:pt x="1866" y="921"/>
                  </a:lnTo>
                  <a:lnTo>
                    <a:pt x="1853" y="943"/>
                  </a:lnTo>
                  <a:lnTo>
                    <a:pt x="1825" y="987"/>
                  </a:lnTo>
                  <a:lnTo>
                    <a:pt x="1825" y="987"/>
                  </a:lnTo>
                  <a:lnTo>
                    <a:pt x="1821" y="984"/>
                  </a:lnTo>
                  <a:lnTo>
                    <a:pt x="1818" y="984"/>
                  </a:lnTo>
                  <a:lnTo>
                    <a:pt x="1818" y="984"/>
                  </a:lnTo>
                  <a:lnTo>
                    <a:pt x="1818" y="984"/>
                  </a:lnTo>
                  <a:lnTo>
                    <a:pt x="1800" y="1011"/>
                  </a:lnTo>
                  <a:lnTo>
                    <a:pt x="1788" y="1023"/>
                  </a:lnTo>
                  <a:lnTo>
                    <a:pt x="1781" y="1032"/>
                  </a:lnTo>
                  <a:lnTo>
                    <a:pt x="1781" y="1032"/>
                  </a:lnTo>
                  <a:lnTo>
                    <a:pt x="1793" y="1014"/>
                  </a:lnTo>
                  <a:lnTo>
                    <a:pt x="1804" y="997"/>
                  </a:lnTo>
                  <a:lnTo>
                    <a:pt x="1817" y="980"/>
                  </a:lnTo>
                  <a:lnTo>
                    <a:pt x="1831" y="966"/>
                  </a:lnTo>
                  <a:lnTo>
                    <a:pt x="1829" y="962"/>
                  </a:lnTo>
                  <a:lnTo>
                    <a:pt x="1829" y="962"/>
                  </a:lnTo>
                  <a:lnTo>
                    <a:pt x="1838" y="949"/>
                  </a:lnTo>
                  <a:lnTo>
                    <a:pt x="1846" y="936"/>
                  </a:lnTo>
                  <a:lnTo>
                    <a:pt x="1854" y="922"/>
                  </a:lnTo>
                  <a:lnTo>
                    <a:pt x="1863" y="908"/>
                  </a:lnTo>
                  <a:lnTo>
                    <a:pt x="1863" y="908"/>
                  </a:lnTo>
                  <a:lnTo>
                    <a:pt x="1864" y="904"/>
                  </a:lnTo>
                  <a:lnTo>
                    <a:pt x="1863" y="903"/>
                  </a:lnTo>
                  <a:lnTo>
                    <a:pt x="1860" y="903"/>
                  </a:lnTo>
                  <a:lnTo>
                    <a:pt x="1856" y="905"/>
                  </a:lnTo>
                  <a:lnTo>
                    <a:pt x="1856" y="905"/>
                  </a:lnTo>
                  <a:lnTo>
                    <a:pt x="1818" y="941"/>
                  </a:lnTo>
                  <a:lnTo>
                    <a:pt x="1780" y="977"/>
                  </a:lnTo>
                  <a:lnTo>
                    <a:pt x="1745" y="1014"/>
                  </a:lnTo>
                  <a:lnTo>
                    <a:pt x="1711" y="1053"/>
                  </a:lnTo>
                  <a:lnTo>
                    <a:pt x="1711" y="1053"/>
                  </a:lnTo>
                  <a:lnTo>
                    <a:pt x="1711" y="1049"/>
                  </a:lnTo>
                  <a:lnTo>
                    <a:pt x="1711" y="1042"/>
                  </a:lnTo>
                  <a:lnTo>
                    <a:pt x="1711" y="1040"/>
                  </a:lnTo>
                  <a:lnTo>
                    <a:pt x="1713" y="1038"/>
                  </a:lnTo>
                  <a:lnTo>
                    <a:pt x="1714" y="1038"/>
                  </a:lnTo>
                  <a:lnTo>
                    <a:pt x="1718" y="1039"/>
                  </a:lnTo>
                  <a:lnTo>
                    <a:pt x="1718" y="1039"/>
                  </a:lnTo>
                  <a:close/>
                  <a:moveTo>
                    <a:pt x="231" y="993"/>
                  </a:moveTo>
                  <a:lnTo>
                    <a:pt x="231" y="993"/>
                  </a:lnTo>
                  <a:lnTo>
                    <a:pt x="236" y="990"/>
                  </a:lnTo>
                  <a:lnTo>
                    <a:pt x="240" y="986"/>
                  </a:lnTo>
                  <a:lnTo>
                    <a:pt x="248" y="974"/>
                  </a:lnTo>
                  <a:lnTo>
                    <a:pt x="257" y="964"/>
                  </a:lnTo>
                  <a:lnTo>
                    <a:pt x="261" y="959"/>
                  </a:lnTo>
                  <a:lnTo>
                    <a:pt x="267" y="955"/>
                  </a:lnTo>
                  <a:lnTo>
                    <a:pt x="267" y="955"/>
                  </a:lnTo>
                  <a:lnTo>
                    <a:pt x="260" y="967"/>
                  </a:lnTo>
                  <a:lnTo>
                    <a:pt x="254" y="977"/>
                  </a:lnTo>
                  <a:lnTo>
                    <a:pt x="248" y="988"/>
                  </a:lnTo>
                  <a:lnTo>
                    <a:pt x="244" y="994"/>
                  </a:lnTo>
                  <a:lnTo>
                    <a:pt x="237" y="1000"/>
                  </a:lnTo>
                  <a:lnTo>
                    <a:pt x="237" y="1000"/>
                  </a:lnTo>
                  <a:lnTo>
                    <a:pt x="245" y="1001"/>
                  </a:lnTo>
                  <a:lnTo>
                    <a:pt x="255" y="1002"/>
                  </a:lnTo>
                  <a:lnTo>
                    <a:pt x="275" y="1005"/>
                  </a:lnTo>
                  <a:lnTo>
                    <a:pt x="275" y="1005"/>
                  </a:lnTo>
                  <a:lnTo>
                    <a:pt x="286" y="984"/>
                  </a:lnTo>
                  <a:lnTo>
                    <a:pt x="300" y="966"/>
                  </a:lnTo>
                  <a:lnTo>
                    <a:pt x="316" y="950"/>
                  </a:lnTo>
                  <a:lnTo>
                    <a:pt x="333" y="936"/>
                  </a:lnTo>
                  <a:lnTo>
                    <a:pt x="320" y="941"/>
                  </a:lnTo>
                  <a:lnTo>
                    <a:pt x="317" y="942"/>
                  </a:lnTo>
                  <a:lnTo>
                    <a:pt x="316" y="946"/>
                  </a:lnTo>
                  <a:lnTo>
                    <a:pt x="317" y="942"/>
                  </a:lnTo>
                  <a:lnTo>
                    <a:pt x="320" y="941"/>
                  </a:lnTo>
                  <a:lnTo>
                    <a:pt x="320" y="941"/>
                  </a:lnTo>
                  <a:lnTo>
                    <a:pt x="323" y="934"/>
                  </a:lnTo>
                  <a:lnTo>
                    <a:pt x="327" y="927"/>
                  </a:lnTo>
                  <a:lnTo>
                    <a:pt x="335" y="915"/>
                  </a:lnTo>
                  <a:lnTo>
                    <a:pt x="344" y="903"/>
                  </a:lnTo>
                  <a:lnTo>
                    <a:pt x="348" y="896"/>
                  </a:lnTo>
                  <a:lnTo>
                    <a:pt x="351" y="889"/>
                  </a:lnTo>
                  <a:lnTo>
                    <a:pt x="271" y="962"/>
                  </a:lnTo>
                  <a:lnTo>
                    <a:pt x="271" y="962"/>
                  </a:lnTo>
                  <a:lnTo>
                    <a:pt x="279" y="948"/>
                  </a:lnTo>
                  <a:lnTo>
                    <a:pt x="289" y="935"/>
                  </a:lnTo>
                  <a:lnTo>
                    <a:pt x="300" y="922"/>
                  </a:lnTo>
                  <a:lnTo>
                    <a:pt x="312" y="910"/>
                  </a:lnTo>
                  <a:lnTo>
                    <a:pt x="323" y="900"/>
                  </a:lnTo>
                  <a:lnTo>
                    <a:pt x="335" y="889"/>
                  </a:lnTo>
                  <a:lnTo>
                    <a:pt x="362" y="870"/>
                  </a:lnTo>
                  <a:lnTo>
                    <a:pt x="362" y="870"/>
                  </a:lnTo>
                  <a:lnTo>
                    <a:pt x="365" y="869"/>
                  </a:lnTo>
                  <a:lnTo>
                    <a:pt x="369" y="870"/>
                  </a:lnTo>
                  <a:lnTo>
                    <a:pt x="371" y="872"/>
                  </a:lnTo>
                  <a:lnTo>
                    <a:pt x="371" y="877"/>
                  </a:lnTo>
                  <a:lnTo>
                    <a:pt x="371" y="877"/>
                  </a:lnTo>
                  <a:lnTo>
                    <a:pt x="363" y="893"/>
                  </a:lnTo>
                  <a:lnTo>
                    <a:pt x="354" y="907"/>
                  </a:lnTo>
                  <a:lnTo>
                    <a:pt x="344" y="920"/>
                  </a:lnTo>
                  <a:lnTo>
                    <a:pt x="333" y="929"/>
                  </a:lnTo>
                  <a:lnTo>
                    <a:pt x="337" y="929"/>
                  </a:lnTo>
                  <a:lnTo>
                    <a:pt x="292" y="1001"/>
                  </a:lnTo>
                  <a:lnTo>
                    <a:pt x="292" y="1001"/>
                  </a:lnTo>
                  <a:lnTo>
                    <a:pt x="290" y="1005"/>
                  </a:lnTo>
                  <a:lnTo>
                    <a:pt x="290" y="1009"/>
                  </a:lnTo>
                  <a:lnTo>
                    <a:pt x="292" y="1009"/>
                  </a:lnTo>
                  <a:lnTo>
                    <a:pt x="293" y="1009"/>
                  </a:lnTo>
                  <a:lnTo>
                    <a:pt x="296" y="1005"/>
                  </a:lnTo>
                  <a:lnTo>
                    <a:pt x="296" y="1005"/>
                  </a:lnTo>
                  <a:lnTo>
                    <a:pt x="297" y="1002"/>
                  </a:lnTo>
                  <a:lnTo>
                    <a:pt x="299" y="1001"/>
                  </a:lnTo>
                  <a:lnTo>
                    <a:pt x="300" y="1001"/>
                  </a:lnTo>
                  <a:lnTo>
                    <a:pt x="302" y="1002"/>
                  </a:lnTo>
                  <a:lnTo>
                    <a:pt x="303" y="1005"/>
                  </a:lnTo>
                  <a:lnTo>
                    <a:pt x="303" y="1009"/>
                  </a:lnTo>
                  <a:lnTo>
                    <a:pt x="303" y="1009"/>
                  </a:lnTo>
                  <a:lnTo>
                    <a:pt x="309" y="1012"/>
                  </a:lnTo>
                  <a:lnTo>
                    <a:pt x="314" y="1014"/>
                  </a:lnTo>
                  <a:lnTo>
                    <a:pt x="320" y="1015"/>
                  </a:lnTo>
                  <a:lnTo>
                    <a:pt x="327" y="1015"/>
                  </a:lnTo>
                  <a:lnTo>
                    <a:pt x="392" y="925"/>
                  </a:lnTo>
                  <a:lnTo>
                    <a:pt x="392" y="925"/>
                  </a:lnTo>
                  <a:lnTo>
                    <a:pt x="375" y="939"/>
                  </a:lnTo>
                  <a:lnTo>
                    <a:pt x="358" y="956"/>
                  </a:lnTo>
                  <a:lnTo>
                    <a:pt x="342" y="972"/>
                  </a:lnTo>
                  <a:lnTo>
                    <a:pt x="326" y="988"/>
                  </a:lnTo>
                  <a:lnTo>
                    <a:pt x="324" y="983"/>
                  </a:lnTo>
                  <a:lnTo>
                    <a:pt x="307" y="998"/>
                  </a:lnTo>
                  <a:lnTo>
                    <a:pt x="307" y="998"/>
                  </a:lnTo>
                  <a:lnTo>
                    <a:pt x="307" y="994"/>
                  </a:lnTo>
                  <a:lnTo>
                    <a:pt x="309" y="991"/>
                  </a:lnTo>
                  <a:lnTo>
                    <a:pt x="312" y="988"/>
                  </a:lnTo>
                  <a:lnTo>
                    <a:pt x="313" y="983"/>
                  </a:lnTo>
                  <a:lnTo>
                    <a:pt x="313" y="983"/>
                  </a:lnTo>
                  <a:lnTo>
                    <a:pt x="314" y="983"/>
                  </a:lnTo>
                  <a:lnTo>
                    <a:pt x="317" y="980"/>
                  </a:lnTo>
                  <a:lnTo>
                    <a:pt x="324" y="974"/>
                  </a:lnTo>
                  <a:lnTo>
                    <a:pt x="327" y="972"/>
                  </a:lnTo>
                  <a:lnTo>
                    <a:pt x="328" y="972"/>
                  </a:lnTo>
                  <a:lnTo>
                    <a:pt x="327" y="976"/>
                  </a:lnTo>
                  <a:lnTo>
                    <a:pt x="324" y="983"/>
                  </a:lnTo>
                  <a:lnTo>
                    <a:pt x="324" y="983"/>
                  </a:lnTo>
                  <a:lnTo>
                    <a:pt x="328" y="980"/>
                  </a:lnTo>
                  <a:lnTo>
                    <a:pt x="333" y="976"/>
                  </a:lnTo>
                  <a:lnTo>
                    <a:pt x="338" y="967"/>
                  </a:lnTo>
                  <a:lnTo>
                    <a:pt x="338" y="964"/>
                  </a:lnTo>
                  <a:lnTo>
                    <a:pt x="338" y="964"/>
                  </a:lnTo>
                  <a:lnTo>
                    <a:pt x="340" y="960"/>
                  </a:lnTo>
                  <a:lnTo>
                    <a:pt x="340" y="960"/>
                  </a:lnTo>
                  <a:lnTo>
                    <a:pt x="362" y="936"/>
                  </a:lnTo>
                  <a:lnTo>
                    <a:pt x="386" y="914"/>
                  </a:lnTo>
                  <a:lnTo>
                    <a:pt x="411" y="893"/>
                  </a:lnTo>
                  <a:lnTo>
                    <a:pt x="439" y="875"/>
                  </a:lnTo>
                  <a:lnTo>
                    <a:pt x="439" y="875"/>
                  </a:lnTo>
                  <a:lnTo>
                    <a:pt x="437" y="882"/>
                  </a:lnTo>
                  <a:lnTo>
                    <a:pt x="432" y="890"/>
                  </a:lnTo>
                  <a:lnTo>
                    <a:pt x="421" y="907"/>
                  </a:lnTo>
                  <a:lnTo>
                    <a:pt x="407" y="922"/>
                  </a:lnTo>
                  <a:lnTo>
                    <a:pt x="394" y="935"/>
                  </a:lnTo>
                  <a:lnTo>
                    <a:pt x="394" y="935"/>
                  </a:lnTo>
                  <a:lnTo>
                    <a:pt x="396" y="939"/>
                  </a:lnTo>
                  <a:lnTo>
                    <a:pt x="396" y="942"/>
                  </a:lnTo>
                  <a:lnTo>
                    <a:pt x="392" y="949"/>
                  </a:lnTo>
                  <a:lnTo>
                    <a:pt x="392" y="949"/>
                  </a:lnTo>
                  <a:lnTo>
                    <a:pt x="379" y="964"/>
                  </a:lnTo>
                  <a:lnTo>
                    <a:pt x="366" y="981"/>
                  </a:lnTo>
                  <a:lnTo>
                    <a:pt x="354" y="1000"/>
                  </a:lnTo>
                  <a:lnTo>
                    <a:pt x="342" y="1019"/>
                  </a:lnTo>
                  <a:lnTo>
                    <a:pt x="342" y="1019"/>
                  </a:lnTo>
                  <a:lnTo>
                    <a:pt x="349" y="1015"/>
                  </a:lnTo>
                  <a:lnTo>
                    <a:pt x="355" y="1011"/>
                  </a:lnTo>
                  <a:lnTo>
                    <a:pt x="359" y="1005"/>
                  </a:lnTo>
                  <a:lnTo>
                    <a:pt x="363" y="1000"/>
                  </a:lnTo>
                  <a:lnTo>
                    <a:pt x="372" y="988"/>
                  </a:lnTo>
                  <a:lnTo>
                    <a:pt x="376" y="984"/>
                  </a:lnTo>
                  <a:lnTo>
                    <a:pt x="383" y="979"/>
                  </a:lnTo>
                  <a:lnTo>
                    <a:pt x="383" y="979"/>
                  </a:lnTo>
                  <a:lnTo>
                    <a:pt x="383" y="981"/>
                  </a:lnTo>
                  <a:lnTo>
                    <a:pt x="382" y="986"/>
                  </a:lnTo>
                  <a:lnTo>
                    <a:pt x="378" y="991"/>
                  </a:lnTo>
                  <a:lnTo>
                    <a:pt x="373" y="997"/>
                  </a:lnTo>
                  <a:lnTo>
                    <a:pt x="372" y="1001"/>
                  </a:lnTo>
                  <a:lnTo>
                    <a:pt x="372" y="1005"/>
                  </a:lnTo>
                  <a:lnTo>
                    <a:pt x="372" y="1005"/>
                  </a:lnTo>
                  <a:lnTo>
                    <a:pt x="371" y="1007"/>
                  </a:lnTo>
                  <a:lnTo>
                    <a:pt x="368" y="1008"/>
                  </a:lnTo>
                  <a:lnTo>
                    <a:pt x="362" y="1014"/>
                  </a:lnTo>
                  <a:lnTo>
                    <a:pt x="361" y="1015"/>
                  </a:lnTo>
                  <a:lnTo>
                    <a:pt x="361" y="1018"/>
                  </a:lnTo>
                  <a:lnTo>
                    <a:pt x="362" y="1019"/>
                  </a:lnTo>
                  <a:lnTo>
                    <a:pt x="366" y="1022"/>
                  </a:lnTo>
                  <a:lnTo>
                    <a:pt x="366" y="1022"/>
                  </a:lnTo>
                  <a:lnTo>
                    <a:pt x="380" y="1025"/>
                  </a:lnTo>
                  <a:lnTo>
                    <a:pt x="394" y="1026"/>
                  </a:lnTo>
                  <a:lnTo>
                    <a:pt x="421" y="1029"/>
                  </a:lnTo>
                  <a:lnTo>
                    <a:pt x="421" y="1029"/>
                  </a:lnTo>
                  <a:lnTo>
                    <a:pt x="424" y="1018"/>
                  </a:lnTo>
                  <a:lnTo>
                    <a:pt x="430" y="1007"/>
                  </a:lnTo>
                  <a:lnTo>
                    <a:pt x="437" y="997"/>
                  </a:lnTo>
                  <a:lnTo>
                    <a:pt x="444" y="987"/>
                  </a:lnTo>
                  <a:lnTo>
                    <a:pt x="459" y="970"/>
                  </a:lnTo>
                  <a:lnTo>
                    <a:pt x="465" y="963"/>
                  </a:lnTo>
                  <a:lnTo>
                    <a:pt x="466" y="957"/>
                  </a:lnTo>
                  <a:lnTo>
                    <a:pt x="466" y="957"/>
                  </a:lnTo>
                  <a:lnTo>
                    <a:pt x="479" y="939"/>
                  </a:lnTo>
                  <a:lnTo>
                    <a:pt x="493" y="921"/>
                  </a:lnTo>
                  <a:lnTo>
                    <a:pt x="507" y="903"/>
                  </a:lnTo>
                  <a:lnTo>
                    <a:pt x="514" y="893"/>
                  </a:lnTo>
                  <a:lnTo>
                    <a:pt x="519" y="880"/>
                  </a:lnTo>
                  <a:lnTo>
                    <a:pt x="519" y="880"/>
                  </a:lnTo>
                  <a:lnTo>
                    <a:pt x="500" y="893"/>
                  </a:lnTo>
                  <a:lnTo>
                    <a:pt x="482" y="905"/>
                  </a:lnTo>
                  <a:lnTo>
                    <a:pt x="463" y="918"/>
                  </a:lnTo>
                  <a:lnTo>
                    <a:pt x="446" y="932"/>
                  </a:lnTo>
                  <a:lnTo>
                    <a:pt x="414" y="960"/>
                  </a:lnTo>
                  <a:lnTo>
                    <a:pt x="385" y="988"/>
                  </a:lnTo>
                  <a:lnTo>
                    <a:pt x="385" y="988"/>
                  </a:lnTo>
                  <a:lnTo>
                    <a:pt x="396" y="972"/>
                  </a:lnTo>
                  <a:lnTo>
                    <a:pt x="407" y="956"/>
                  </a:lnTo>
                  <a:lnTo>
                    <a:pt x="420" y="942"/>
                  </a:lnTo>
                  <a:lnTo>
                    <a:pt x="435" y="928"/>
                  </a:lnTo>
                  <a:lnTo>
                    <a:pt x="451" y="915"/>
                  </a:lnTo>
                  <a:lnTo>
                    <a:pt x="467" y="903"/>
                  </a:lnTo>
                  <a:lnTo>
                    <a:pt x="503" y="880"/>
                  </a:lnTo>
                  <a:lnTo>
                    <a:pt x="503" y="880"/>
                  </a:lnTo>
                  <a:lnTo>
                    <a:pt x="480" y="875"/>
                  </a:lnTo>
                  <a:lnTo>
                    <a:pt x="458" y="870"/>
                  </a:lnTo>
                  <a:lnTo>
                    <a:pt x="434" y="868"/>
                  </a:lnTo>
                  <a:lnTo>
                    <a:pt x="408" y="868"/>
                  </a:lnTo>
                  <a:lnTo>
                    <a:pt x="359" y="865"/>
                  </a:lnTo>
                  <a:lnTo>
                    <a:pt x="335" y="862"/>
                  </a:lnTo>
                  <a:lnTo>
                    <a:pt x="313" y="859"/>
                  </a:lnTo>
                  <a:lnTo>
                    <a:pt x="313" y="859"/>
                  </a:lnTo>
                  <a:lnTo>
                    <a:pt x="307" y="872"/>
                  </a:lnTo>
                  <a:lnTo>
                    <a:pt x="297" y="887"/>
                  </a:lnTo>
                  <a:lnTo>
                    <a:pt x="278" y="914"/>
                  </a:lnTo>
                  <a:lnTo>
                    <a:pt x="278" y="914"/>
                  </a:lnTo>
                  <a:lnTo>
                    <a:pt x="252" y="952"/>
                  </a:lnTo>
                  <a:lnTo>
                    <a:pt x="240" y="973"/>
                  </a:lnTo>
                  <a:lnTo>
                    <a:pt x="234" y="983"/>
                  </a:lnTo>
                  <a:lnTo>
                    <a:pt x="231" y="993"/>
                  </a:lnTo>
                  <a:lnTo>
                    <a:pt x="231" y="993"/>
                  </a:lnTo>
                  <a:close/>
                  <a:moveTo>
                    <a:pt x="992" y="986"/>
                  </a:moveTo>
                  <a:lnTo>
                    <a:pt x="992" y="986"/>
                  </a:lnTo>
                  <a:lnTo>
                    <a:pt x="1021" y="956"/>
                  </a:lnTo>
                  <a:lnTo>
                    <a:pt x="1037" y="942"/>
                  </a:lnTo>
                  <a:lnTo>
                    <a:pt x="1053" y="928"/>
                  </a:lnTo>
                  <a:lnTo>
                    <a:pt x="1070" y="914"/>
                  </a:lnTo>
                  <a:lnTo>
                    <a:pt x="1089" y="901"/>
                  </a:lnTo>
                  <a:lnTo>
                    <a:pt x="1110" y="890"/>
                  </a:lnTo>
                  <a:lnTo>
                    <a:pt x="1131" y="879"/>
                  </a:lnTo>
                  <a:lnTo>
                    <a:pt x="1131" y="879"/>
                  </a:lnTo>
                  <a:lnTo>
                    <a:pt x="1129" y="890"/>
                  </a:lnTo>
                  <a:lnTo>
                    <a:pt x="1127" y="901"/>
                  </a:lnTo>
                  <a:lnTo>
                    <a:pt x="1122" y="911"/>
                  </a:lnTo>
                  <a:lnTo>
                    <a:pt x="1115" y="921"/>
                  </a:lnTo>
                  <a:lnTo>
                    <a:pt x="1108" y="931"/>
                  </a:lnTo>
                  <a:lnTo>
                    <a:pt x="1101" y="938"/>
                  </a:lnTo>
                  <a:lnTo>
                    <a:pt x="1090" y="950"/>
                  </a:lnTo>
                  <a:lnTo>
                    <a:pt x="1093" y="949"/>
                  </a:lnTo>
                  <a:lnTo>
                    <a:pt x="1090" y="950"/>
                  </a:lnTo>
                  <a:lnTo>
                    <a:pt x="1090" y="950"/>
                  </a:lnTo>
                  <a:lnTo>
                    <a:pt x="1075" y="973"/>
                  </a:lnTo>
                  <a:lnTo>
                    <a:pt x="1056" y="998"/>
                  </a:lnTo>
                  <a:lnTo>
                    <a:pt x="1039" y="1022"/>
                  </a:lnTo>
                  <a:lnTo>
                    <a:pt x="1024" y="1046"/>
                  </a:lnTo>
                  <a:lnTo>
                    <a:pt x="1024" y="1046"/>
                  </a:lnTo>
                  <a:lnTo>
                    <a:pt x="1032" y="1045"/>
                  </a:lnTo>
                  <a:lnTo>
                    <a:pt x="1037" y="1043"/>
                  </a:lnTo>
                  <a:lnTo>
                    <a:pt x="1037" y="1042"/>
                  </a:lnTo>
                  <a:lnTo>
                    <a:pt x="1035" y="1042"/>
                  </a:lnTo>
                  <a:lnTo>
                    <a:pt x="1030" y="1043"/>
                  </a:lnTo>
                  <a:lnTo>
                    <a:pt x="1030" y="1043"/>
                  </a:lnTo>
                  <a:lnTo>
                    <a:pt x="1042" y="1032"/>
                  </a:lnTo>
                  <a:lnTo>
                    <a:pt x="1053" y="1019"/>
                  </a:lnTo>
                  <a:lnTo>
                    <a:pt x="1065" y="1007"/>
                  </a:lnTo>
                  <a:lnTo>
                    <a:pt x="1070" y="1002"/>
                  </a:lnTo>
                  <a:lnTo>
                    <a:pt x="1077" y="998"/>
                  </a:lnTo>
                  <a:lnTo>
                    <a:pt x="1082" y="994"/>
                  </a:lnTo>
                  <a:lnTo>
                    <a:pt x="1083" y="991"/>
                  </a:lnTo>
                  <a:lnTo>
                    <a:pt x="1083" y="991"/>
                  </a:lnTo>
                  <a:lnTo>
                    <a:pt x="1084" y="988"/>
                  </a:lnTo>
                  <a:lnTo>
                    <a:pt x="1084" y="986"/>
                  </a:lnTo>
                  <a:lnTo>
                    <a:pt x="1084" y="986"/>
                  </a:lnTo>
                  <a:lnTo>
                    <a:pt x="1094" y="974"/>
                  </a:lnTo>
                  <a:lnTo>
                    <a:pt x="1104" y="964"/>
                  </a:lnTo>
                  <a:lnTo>
                    <a:pt x="1125" y="943"/>
                  </a:lnTo>
                  <a:lnTo>
                    <a:pt x="1125" y="943"/>
                  </a:lnTo>
                  <a:lnTo>
                    <a:pt x="1143" y="927"/>
                  </a:lnTo>
                  <a:lnTo>
                    <a:pt x="1164" y="908"/>
                  </a:lnTo>
                  <a:lnTo>
                    <a:pt x="1176" y="900"/>
                  </a:lnTo>
                  <a:lnTo>
                    <a:pt x="1187" y="891"/>
                  </a:lnTo>
                  <a:lnTo>
                    <a:pt x="1200" y="886"/>
                  </a:lnTo>
                  <a:lnTo>
                    <a:pt x="1212" y="879"/>
                  </a:lnTo>
                  <a:lnTo>
                    <a:pt x="1212" y="879"/>
                  </a:lnTo>
                  <a:lnTo>
                    <a:pt x="1209" y="887"/>
                  </a:lnTo>
                  <a:lnTo>
                    <a:pt x="1205" y="896"/>
                  </a:lnTo>
                  <a:lnTo>
                    <a:pt x="1193" y="911"/>
                  </a:lnTo>
                  <a:lnTo>
                    <a:pt x="1181" y="924"/>
                  </a:lnTo>
                  <a:lnTo>
                    <a:pt x="1177" y="927"/>
                  </a:lnTo>
                  <a:lnTo>
                    <a:pt x="1174" y="927"/>
                  </a:lnTo>
                  <a:lnTo>
                    <a:pt x="1174" y="927"/>
                  </a:lnTo>
                  <a:lnTo>
                    <a:pt x="1173" y="927"/>
                  </a:lnTo>
                  <a:lnTo>
                    <a:pt x="1170" y="927"/>
                  </a:lnTo>
                  <a:lnTo>
                    <a:pt x="1167" y="929"/>
                  </a:lnTo>
                  <a:lnTo>
                    <a:pt x="1166" y="934"/>
                  </a:lnTo>
                  <a:lnTo>
                    <a:pt x="1166" y="938"/>
                  </a:lnTo>
                  <a:lnTo>
                    <a:pt x="1172" y="939"/>
                  </a:lnTo>
                  <a:lnTo>
                    <a:pt x="1172" y="939"/>
                  </a:lnTo>
                  <a:lnTo>
                    <a:pt x="1143" y="972"/>
                  </a:lnTo>
                  <a:lnTo>
                    <a:pt x="1131" y="988"/>
                  </a:lnTo>
                  <a:lnTo>
                    <a:pt x="1120" y="1007"/>
                  </a:lnTo>
                  <a:lnTo>
                    <a:pt x="1186" y="942"/>
                  </a:lnTo>
                  <a:lnTo>
                    <a:pt x="1186" y="942"/>
                  </a:lnTo>
                  <a:lnTo>
                    <a:pt x="1204" y="925"/>
                  </a:lnTo>
                  <a:lnTo>
                    <a:pt x="1225" y="907"/>
                  </a:lnTo>
                  <a:lnTo>
                    <a:pt x="1247" y="891"/>
                  </a:lnTo>
                  <a:lnTo>
                    <a:pt x="1259" y="886"/>
                  </a:lnTo>
                  <a:lnTo>
                    <a:pt x="1270" y="880"/>
                  </a:lnTo>
                  <a:lnTo>
                    <a:pt x="1270" y="880"/>
                  </a:lnTo>
                  <a:lnTo>
                    <a:pt x="1274" y="882"/>
                  </a:lnTo>
                  <a:lnTo>
                    <a:pt x="1278" y="883"/>
                  </a:lnTo>
                  <a:lnTo>
                    <a:pt x="1281" y="886"/>
                  </a:lnTo>
                  <a:lnTo>
                    <a:pt x="1281" y="887"/>
                  </a:lnTo>
                  <a:lnTo>
                    <a:pt x="1281" y="889"/>
                  </a:lnTo>
                  <a:lnTo>
                    <a:pt x="1198" y="1004"/>
                  </a:lnTo>
                  <a:lnTo>
                    <a:pt x="1198" y="1004"/>
                  </a:lnTo>
                  <a:lnTo>
                    <a:pt x="1214" y="986"/>
                  </a:lnTo>
                  <a:lnTo>
                    <a:pt x="1231" y="969"/>
                  </a:lnTo>
                  <a:lnTo>
                    <a:pt x="1247" y="953"/>
                  </a:lnTo>
                  <a:lnTo>
                    <a:pt x="1264" y="938"/>
                  </a:lnTo>
                  <a:lnTo>
                    <a:pt x="1283" y="922"/>
                  </a:lnTo>
                  <a:lnTo>
                    <a:pt x="1301" y="908"/>
                  </a:lnTo>
                  <a:lnTo>
                    <a:pt x="1319" y="896"/>
                  </a:lnTo>
                  <a:lnTo>
                    <a:pt x="1339" y="883"/>
                  </a:lnTo>
                  <a:lnTo>
                    <a:pt x="1339" y="883"/>
                  </a:lnTo>
                  <a:lnTo>
                    <a:pt x="1342" y="883"/>
                  </a:lnTo>
                  <a:lnTo>
                    <a:pt x="1343" y="883"/>
                  </a:lnTo>
                  <a:lnTo>
                    <a:pt x="1344" y="884"/>
                  </a:lnTo>
                  <a:lnTo>
                    <a:pt x="1346" y="887"/>
                  </a:lnTo>
                  <a:lnTo>
                    <a:pt x="1347" y="893"/>
                  </a:lnTo>
                  <a:lnTo>
                    <a:pt x="1347" y="896"/>
                  </a:lnTo>
                  <a:lnTo>
                    <a:pt x="1285" y="991"/>
                  </a:lnTo>
                  <a:lnTo>
                    <a:pt x="1285" y="991"/>
                  </a:lnTo>
                  <a:lnTo>
                    <a:pt x="1315" y="963"/>
                  </a:lnTo>
                  <a:lnTo>
                    <a:pt x="1344" y="935"/>
                  </a:lnTo>
                  <a:lnTo>
                    <a:pt x="1377" y="907"/>
                  </a:lnTo>
                  <a:lnTo>
                    <a:pt x="1394" y="894"/>
                  </a:lnTo>
                  <a:lnTo>
                    <a:pt x="1410" y="882"/>
                  </a:lnTo>
                  <a:lnTo>
                    <a:pt x="1410" y="882"/>
                  </a:lnTo>
                  <a:lnTo>
                    <a:pt x="1367" y="879"/>
                  </a:lnTo>
                  <a:lnTo>
                    <a:pt x="1323" y="877"/>
                  </a:lnTo>
                  <a:lnTo>
                    <a:pt x="1235" y="877"/>
                  </a:lnTo>
                  <a:lnTo>
                    <a:pt x="1149" y="877"/>
                  </a:lnTo>
                  <a:lnTo>
                    <a:pt x="1107" y="877"/>
                  </a:lnTo>
                  <a:lnTo>
                    <a:pt x="1065" y="877"/>
                  </a:lnTo>
                  <a:lnTo>
                    <a:pt x="1065" y="877"/>
                  </a:lnTo>
                  <a:lnTo>
                    <a:pt x="1059" y="889"/>
                  </a:lnTo>
                  <a:lnTo>
                    <a:pt x="1052" y="900"/>
                  </a:lnTo>
                  <a:lnTo>
                    <a:pt x="1035" y="922"/>
                  </a:lnTo>
                  <a:lnTo>
                    <a:pt x="1032" y="925"/>
                  </a:lnTo>
                  <a:lnTo>
                    <a:pt x="1032" y="925"/>
                  </a:lnTo>
                  <a:lnTo>
                    <a:pt x="1024" y="941"/>
                  </a:lnTo>
                  <a:lnTo>
                    <a:pt x="1013" y="956"/>
                  </a:lnTo>
                  <a:lnTo>
                    <a:pt x="992" y="986"/>
                  </a:lnTo>
                  <a:lnTo>
                    <a:pt x="992" y="986"/>
                  </a:lnTo>
                  <a:close/>
                  <a:moveTo>
                    <a:pt x="1617" y="898"/>
                  </a:moveTo>
                  <a:lnTo>
                    <a:pt x="1617" y="898"/>
                  </a:lnTo>
                  <a:lnTo>
                    <a:pt x="1593" y="917"/>
                  </a:lnTo>
                  <a:lnTo>
                    <a:pt x="1571" y="935"/>
                  </a:lnTo>
                  <a:lnTo>
                    <a:pt x="1548" y="953"/>
                  </a:lnTo>
                  <a:lnTo>
                    <a:pt x="1527" y="974"/>
                  </a:lnTo>
                  <a:lnTo>
                    <a:pt x="1507" y="994"/>
                  </a:lnTo>
                  <a:lnTo>
                    <a:pt x="1488" y="1016"/>
                  </a:lnTo>
                  <a:lnTo>
                    <a:pt x="1469" y="1039"/>
                  </a:lnTo>
                  <a:lnTo>
                    <a:pt x="1451" y="1063"/>
                  </a:lnTo>
                  <a:lnTo>
                    <a:pt x="1451" y="1063"/>
                  </a:lnTo>
                  <a:lnTo>
                    <a:pt x="1509" y="1066"/>
                  </a:lnTo>
                  <a:lnTo>
                    <a:pt x="1535" y="1067"/>
                  </a:lnTo>
                  <a:lnTo>
                    <a:pt x="1562" y="1066"/>
                  </a:lnTo>
                  <a:lnTo>
                    <a:pt x="1562" y="1066"/>
                  </a:lnTo>
                  <a:lnTo>
                    <a:pt x="1594" y="1026"/>
                  </a:lnTo>
                  <a:lnTo>
                    <a:pt x="1628" y="987"/>
                  </a:lnTo>
                  <a:lnTo>
                    <a:pt x="1645" y="967"/>
                  </a:lnTo>
                  <a:lnTo>
                    <a:pt x="1661" y="946"/>
                  </a:lnTo>
                  <a:lnTo>
                    <a:pt x="1675" y="925"/>
                  </a:lnTo>
                  <a:lnTo>
                    <a:pt x="1687" y="904"/>
                  </a:lnTo>
                  <a:lnTo>
                    <a:pt x="1687" y="904"/>
                  </a:lnTo>
                  <a:lnTo>
                    <a:pt x="1663" y="920"/>
                  </a:lnTo>
                  <a:lnTo>
                    <a:pt x="1639" y="936"/>
                  </a:lnTo>
                  <a:lnTo>
                    <a:pt x="1616" y="953"/>
                  </a:lnTo>
                  <a:lnTo>
                    <a:pt x="1594" y="973"/>
                  </a:lnTo>
                  <a:lnTo>
                    <a:pt x="1572" y="993"/>
                  </a:lnTo>
                  <a:lnTo>
                    <a:pt x="1552" y="1012"/>
                  </a:lnTo>
                  <a:lnTo>
                    <a:pt x="1533" y="1033"/>
                  </a:lnTo>
                  <a:lnTo>
                    <a:pt x="1513" y="1054"/>
                  </a:lnTo>
                  <a:lnTo>
                    <a:pt x="1513" y="1054"/>
                  </a:lnTo>
                  <a:lnTo>
                    <a:pt x="1541" y="1015"/>
                  </a:lnTo>
                  <a:lnTo>
                    <a:pt x="1571" y="974"/>
                  </a:lnTo>
                  <a:lnTo>
                    <a:pt x="1602" y="934"/>
                  </a:lnTo>
                  <a:lnTo>
                    <a:pt x="1632" y="891"/>
                  </a:lnTo>
                  <a:lnTo>
                    <a:pt x="1632" y="891"/>
                  </a:lnTo>
                  <a:lnTo>
                    <a:pt x="1617" y="898"/>
                  </a:lnTo>
                  <a:lnTo>
                    <a:pt x="1617" y="898"/>
                  </a:lnTo>
                  <a:close/>
                  <a:moveTo>
                    <a:pt x="2529" y="905"/>
                  </a:moveTo>
                  <a:lnTo>
                    <a:pt x="2529" y="905"/>
                  </a:lnTo>
                  <a:lnTo>
                    <a:pt x="2512" y="918"/>
                  </a:lnTo>
                  <a:lnTo>
                    <a:pt x="2495" y="931"/>
                  </a:lnTo>
                  <a:lnTo>
                    <a:pt x="2480" y="945"/>
                  </a:lnTo>
                  <a:lnTo>
                    <a:pt x="2464" y="959"/>
                  </a:lnTo>
                  <a:lnTo>
                    <a:pt x="2436" y="988"/>
                  </a:lnTo>
                  <a:lnTo>
                    <a:pt x="2422" y="1001"/>
                  </a:lnTo>
                  <a:lnTo>
                    <a:pt x="2407" y="1014"/>
                  </a:lnTo>
                  <a:lnTo>
                    <a:pt x="2407" y="1014"/>
                  </a:lnTo>
                  <a:lnTo>
                    <a:pt x="2393" y="1028"/>
                  </a:lnTo>
                  <a:lnTo>
                    <a:pt x="2380" y="1045"/>
                  </a:lnTo>
                  <a:lnTo>
                    <a:pt x="2369" y="1061"/>
                  </a:lnTo>
                  <a:lnTo>
                    <a:pt x="2356" y="1077"/>
                  </a:lnTo>
                  <a:lnTo>
                    <a:pt x="2356" y="1077"/>
                  </a:lnTo>
                  <a:lnTo>
                    <a:pt x="2388" y="1077"/>
                  </a:lnTo>
                  <a:lnTo>
                    <a:pt x="2419" y="1077"/>
                  </a:lnTo>
                  <a:lnTo>
                    <a:pt x="2480" y="1074"/>
                  </a:lnTo>
                  <a:lnTo>
                    <a:pt x="2480" y="1074"/>
                  </a:lnTo>
                  <a:lnTo>
                    <a:pt x="2498" y="1046"/>
                  </a:lnTo>
                  <a:lnTo>
                    <a:pt x="2518" y="1019"/>
                  </a:lnTo>
                  <a:lnTo>
                    <a:pt x="2557" y="966"/>
                  </a:lnTo>
                  <a:lnTo>
                    <a:pt x="2560" y="964"/>
                  </a:lnTo>
                  <a:lnTo>
                    <a:pt x="2563" y="962"/>
                  </a:lnTo>
                  <a:lnTo>
                    <a:pt x="2564" y="960"/>
                  </a:lnTo>
                  <a:lnTo>
                    <a:pt x="2567" y="957"/>
                  </a:lnTo>
                  <a:lnTo>
                    <a:pt x="2567" y="957"/>
                  </a:lnTo>
                  <a:lnTo>
                    <a:pt x="2568" y="953"/>
                  </a:lnTo>
                  <a:lnTo>
                    <a:pt x="2570" y="952"/>
                  </a:lnTo>
                  <a:lnTo>
                    <a:pt x="2571" y="952"/>
                  </a:lnTo>
                  <a:lnTo>
                    <a:pt x="2571" y="952"/>
                  </a:lnTo>
                  <a:lnTo>
                    <a:pt x="2573" y="948"/>
                  </a:lnTo>
                  <a:lnTo>
                    <a:pt x="2573" y="948"/>
                  </a:lnTo>
                  <a:lnTo>
                    <a:pt x="2575" y="942"/>
                  </a:lnTo>
                  <a:lnTo>
                    <a:pt x="2581" y="938"/>
                  </a:lnTo>
                  <a:lnTo>
                    <a:pt x="2585" y="935"/>
                  </a:lnTo>
                  <a:lnTo>
                    <a:pt x="2591" y="932"/>
                  </a:lnTo>
                  <a:lnTo>
                    <a:pt x="2591" y="932"/>
                  </a:lnTo>
                  <a:lnTo>
                    <a:pt x="2591" y="931"/>
                  </a:lnTo>
                  <a:lnTo>
                    <a:pt x="2591" y="928"/>
                  </a:lnTo>
                  <a:lnTo>
                    <a:pt x="2592" y="924"/>
                  </a:lnTo>
                  <a:lnTo>
                    <a:pt x="2592" y="920"/>
                  </a:lnTo>
                  <a:lnTo>
                    <a:pt x="2591" y="920"/>
                  </a:lnTo>
                  <a:lnTo>
                    <a:pt x="2589" y="921"/>
                  </a:lnTo>
                  <a:lnTo>
                    <a:pt x="2589" y="921"/>
                  </a:lnTo>
                  <a:lnTo>
                    <a:pt x="2554" y="949"/>
                  </a:lnTo>
                  <a:lnTo>
                    <a:pt x="2519" y="979"/>
                  </a:lnTo>
                  <a:lnTo>
                    <a:pt x="2487" y="1011"/>
                  </a:lnTo>
                  <a:lnTo>
                    <a:pt x="2456" y="1043"/>
                  </a:lnTo>
                  <a:lnTo>
                    <a:pt x="2456" y="1043"/>
                  </a:lnTo>
                  <a:lnTo>
                    <a:pt x="2450" y="1052"/>
                  </a:lnTo>
                  <a:lnTo>
                    <a:pt x="2445" y="1060"/>
                  </a:lnTo>
                  <a:lnTo>
                    <a:pt x="2440" y="1064"/>
                  </a:lnTo>
                  <a:lnTo>
                    <a:pt x="2436" y="1067"/>
                  </a:lnTo>
                  <a:lnTo>
                    <a:pt x="2431" y="1068"/>
                  </a:lnTo>
                  <a:lnTo>
                    <a:pt x="2424" y="1068"/>
                  </a:lnTo>
                  <a:lnTo>
                    <a:pt x="2424" y="1068"/>
                  </a:lnTo>
                  <a:lnTo>
                    <a:pt x="2443" y="1035"/>
                  </a:lnTo>
                  <a:lnTo>
                    <a:pt x="2464" y="1002"/>
                  </a:lnTo>
                  <a:lnTo>
                    <a:pt x="2487" y="972"/>
                  </a:lnTo>
                  <a:lnTo>
                    <a:pt x="2508" y="942"/>
                  </a:lnTo>
                  <a:lnTo>
                    <a:pt x="2508" y="942"/>
                  </a:lnTo>
                  <a:lnTo>
                    <a:pt x="2509" y="938"/>
                  </a:lnTo>
                  <a:lnTo>
                    <a:pt x="2512" y="934"/>
                  </a:lnTo>
                  <a:lnTo>
                    <a:pt x="2519" y="927"/>
                  </a:lnTo>
                  <a:lnTo>
                    <a:pt x="2522" y="924"/>
                  </a:lnTo>
                  <a:lnTo>
                    <a:pt x="2526" y="920"/>
                  </a:lnTo>
                  <a:lnTo>
                    <a:pt x="2528" y="912"/>
                  </a:lnTo>
                  <a:lnTo>
                    <a:pt x="2529" y="905"/>
                  </a:lnTo>
                  <a:lnTo>
                    <a:pt x="2529" y="905"/>
                  </a:lnTo>
                  <a:close/>
                  <a:moveTo>
                    <a:pt x="2329" y="969"/>
                  </a:moveTo>
                  <a:lnTo>
                    <a:pt x="2332" y="964"/>
                  </a:lnTo>
                  <a:lnTo>
                    <a:pt x="2334" y="962"/>
                  </a:lnTo>
                  <a:lnTo>
                    <a:pt x="2336" y="957"/>
                  </a:lnTo>
                  <a:lnTo>
                    <a:pt x="2336" y="957"/>
                  </a:lnTo>
                  <a:lnTo>
                    <a:pt x="2338" y="953"/>
                  </a:lnTo>
                  <a:lnTo>
                    <a:pt x="2339" y="952"/>
                  </a:lnTo>
                  <a:lnTo>
                    <a:pt x="2341" y="950"/>
                  </a:lnTo>
                  <a:lnTo>
                    <a:pt x="2341" y="950"/>
                  </a:lnTo>
                  <a:lnTo>
                    <a:pt x="2345" y="945"/>
                  </a:lnTo>
                  <a:lnTo>
                    <a:pt x="2350" y="939"/>
                  </a:lnTo>
                  <a:lnTo>
                    <a:pt x="2352" y="936"/>
                  </a:lnTo>
                  <a:lnTo>
                    <a:pt x="2353" y="932"/>
                  </a:lnTo>
                  <a:lnTo>
                    <a:pt x="2355" y="929"/>
                  </a:lnTo>
                  <a:lnTo>
                    <a:pt x="2353" y="927"/>
                  </a:lnTo>
                  <a:lnTo>
                    <a:pt x="2353" y="927"/>
                  </a:lnTo>
                  <a:lnTo>
                    <a:pt x="2314" y="962"/>
                  </a:lnTo>
                  <a:lnTo>
                    <a:pt x="2277" y="1000"/>
                  </a:lnTo>
                  <a:lnTo>
                    <a:pt x="2242" y="1039"/>
                  </a:lnTo>
                  <a:lnTo>
                    <a:pt x="2209" y="1081"/>
                  </a:lnTo>
                  <a:lnTo>
                    <a:pt x="2343" y="1077"/>
                  </a:lnTo>
                  <a:lnTo>
                    <a:pt x="2343" y="1077"/>
                  </a:lnTo>
                  <a:lnTo>
                    <a:pt x="2358" y="1050"/>
                  </a:lnTo>
                  <a:lnTo>
                    <a:pt x="2372" y="1026"/>
                  </a:lnTo>
                  <a:lnTo>
                    <a:pt x="2387" y="1004"/>
                  </a:lnTo>
                  <a:lnTo>
                    <a:pt x="2402" y="984"/>
                  </a:lnTo>
                  <a:lnTo>
                    <a:pt x="2405" y="984"/>
                  </a:lnTo>
                  <a:lnTo>
                    <a:pt x="2418" y="969"/>
                  </a:lnTo>
                  <a:lnTo>
                    <a:pt x="2418" y="969"/>
                  </a:lnTo>
                  <a:lnTo>
                    <a:pt x="2418" y="964"/>
                  </a:lnTo>
                  <a:lnTo>
                    <a:pt x="2418" y="964"/>
                  </a:lnTo>
                  <a:lnTo>
                    <a:pt x="2425" y="956"/>
                  </a:lnTo>
                  <a:lnTo>
                    <a:pt x="2429" y="950"/>
                  </a:lnTo>
                  <a:lnTo>
                    <a:pt x="2433" y="946"/>
                  </a:lnTo>
                  <a:lnTo>
                    <a:pt x="2433" y="946"/>
                  </a:lnTo>
                  <a:lnTo>
                    <a:pt x="2433" y="950"/>
                  </a:lnTo>
                  <a:lnTo>
                    <a:pt x="2432" y="952"/>
                  </a:lnTo>
                  <a:lnTo>
                    <a:pt x="2431" y="955"/>
                  </a:lnTo>
                  <a:lnTo>
                    <a:pt x="2429" y="957"/>
                  </a:lnTo>
                  <a:lnTo>
                    <a:pt x="2429" y="957"/>
                  </a:lnTo>
                  <a:lnTo>
                    <a:pt x="2432" y="957"/>
                  </a:lnTo>
                  <a:lnTo>
                    <a:pt x="2435" y="956"/>
                  </a:lnTo>
                  <a:lnTo>
                    <a:pt x="2436" y="953"/>
                  </a:lnTo>
                  <a:lnTo>
                    <a:pt x="2438" y="950"/>
                  </a:lnTo>
                  <a:lnTo>
                    <a:pt x="2438" y="950"/>
                  </a:lnTo>
                  <a:lnTo>
                    <a:pt x="2439" y="943"/>
                  </a:lnTo>
                  <a:lnTo>
                    <a:pt x="2442" y="936"/>
                  </a:lnTo>
                  <a:lnTo>
                    <a:pt x="2446" y="929"/>
                  </a:lnTo>
                  <a:lnTo>
                    <a:pt x="2449" y="921"/>
                  </a:lnTo>
                  <a:lnTo>
                    <a:pt x="2449" y="921"/>
                  </a:lnTo>
                  <a:lnTo>
                    <a:pt x="2402" y="956"/>
                  </a:lnTo>
                  <a:lnTo>
                    <a:pt x="2356" y="993"/>
                  </a:lnTo>
                  <a:lnTo>
                    <a:pt x="2334" y="1011"/>
                  </a:lnTo>
                  <a:lnTo>
                    <a:pt x="2311" y="1031"/>
                  </a:lnTo>
                  <a:lnTo>
                    <a:pt x="2291" y="1052"/>
                  </a:lnTo>
                  <a:lnTo>
                    <a:pt x="2272" y="1073"/>
                  </a:lnTo>
                  <a:lnTo>
                    <a:pt x="2272" y="1073"/>
                  </a:lnTo>
                  <a:lnTo>
                    <a:pt x="2270" y="1074"/>
                  </a:lnTo>
                  <a:lnTo>
                    <a:pt x="2270" y="1073"/>
                  </a:lnTo>
                  <a:lnTo>
                    <a:pt x="2269" y="1068"/>
                  </a:lnTo>
                  <a:lnTo>
                    <a:pt x="2268" y="1064"/>
                  </a:lnTo>
                  <a:lnTo>
                    <a:pt x="2269" y="1060"/>
                  </a:lnTo>
                  <a:lnTo>
                    <a:pt x="2269" y="1060"/>
                  </a:lnTo>
                  <a:lnTo>
                    <a:pt x="2282" y="1036"/>
                  </a:lnTo>
                  <a:lnTo>
                    <a:pt x="2296" y="1014"/>
                  </a:lnTo>
                  <a:lnTo>
                    <a:pt x="2327" y="970"/>
                  </a:lnTo>
                  <a:lnTo>
                    <a:pt x="2329" y="969"/>
                  </a:lnTo>
                  <a:close/>
                  <a:moveTo>
                    <a:pt x="1899" y="1078"/>
                  </a:moveTo>
                  <a:lnTo>
                    <a:pt x="1899" y="1078"/>
                  </a:lnTo>
                  <a:lnTo>
                    <a:pt x="1904" y="1078"/>
                  </a:lnTo>
                  <a:lnTo>
                    <a:pt x="1908" y="1075"/>
                  </a:lnTo>
                  <a:lnTo>
                    <a:pt x="1911" y="1074"/>
                  </a:lnTo>
                  <a:lnTo>
                    <a:pt x="1912" y="1071"/>
                  </a:lnTo>
                  <a:lnTo>
                    <a:pt x="1916" y="1066"/>
                  </a:lnTo>
                  <a:lnTo>
                    <a:pt x="1918" y="1064"/>
                  </a:lnTo>
                  <a:lnTo>
                    <a:pt x="1919" y="1064"/>
                  </a:lnTo>
                  <a:lnTo>
                    <a:pt x="1919" y="1064"/>
                  </a:lnTo>
                  <a:lnTo>
                    <a:pt x="1922" y="1066"/>
                  </a:lnTo>
                  <a:lnTo>
                    <a:pt x="1923" y="1067"/>
                  </a:lnTo>
                  <a:lnTo>
                    <a:pt x="1923" y="1068"/>
                  </a:lnTo>
                  <a:lnTo>
                    <a:pt x="1922" y="1071"/>
                  </a:lnTo>
                  <a:lnTo>
                    <a:pt x="1912" y="1080"/>
                  </a:lnTo>
                  <a:lnTo>
                    <a:pt x="1912" y="1080"/>
                  </a:lnTo>
                  <a:lnTo>
                    <a:pt x="1919" y="1078"/>
                  </a:lnTo>
                  <a:lnTo>
                    <a:pt x="1926" y="1080"/>
                  </a:lnTo>
                  <a:lnTo>
                    <a:pt x="1942" y="1081"/>
                  </a:lnTo>
                  <a:lnTo>
                    <a:pt x="1954" y="1081"/>
                  </a:lnTo>
                  <a:lnTo>
                    <a:pt x="1960" y="1080"/>
                  </a:lnTo>
                  <a:lnTo>
                    <a:pt x="1963" y="1078"/>
                  </a:lnTo>
                  <a:lnTo>
                    <a:pt x="1963" y="1078"/>
                  </a:lnTo>
                  <a:lnTo>
                    <a:pt x="2032" y="994"/>
                  </a:lnTo>
                  <a:lnTo>
                    <a:pt x="2067" y="953"/>
                  </a:lnTo>
                  <a:lnTo>
                    <a:pt x="2099" y="910"/>
                  </a:lnTo>
                  <a:lnTo>
                    <a:pt x="2099" y="910"/>
                  </a:lnTo>
                  <a:lnTo>
                    <a:pt x="2084" y="915"/>
                  </a:lnTo>
                  <a:lnTo>
                    <a:pt x="2076" y="918"/>
                  </a:lnTo>
                  <a:lnTo>
                    <a:pt x="2071" y="922"/>
                  </a:lnTo>
                  <a:lnTo>
                    <a:pt x="1923" y="1057"/>
                  </a:lnTo>
                  <a:lnTo>
                    <a:pt x="1923" y="1057"/>
                  </a:lnTo>
                  <a:lnTo>
                    <a:pt x="1958" y="1018"/>
                  </a:lnTo>
                  <a:lnTo>
                    <a:pt x="1995" y="979"/>
                  </a:lnTo>
                  <a:lnTo>
                    <a:pt x="2034" y="942"/>
                  </a:lnTo>
                  <a:lnTo>
                    <a:pt x="2055" y="925"/>
                  </a:lnTo>
                  <a:lnTo>
                    <a:pt x="2075" y="908"/>
                  </a:lnTo>
                  <a:lnTo>
                    <a:pt x="2075" y="908"/>
                  </a:lnTo>
                  <a:lnTo>
                    <a:pt x="2064" y="905"/>
                  </a:lnTo>
                  <a:lnTo>
                    <a:pt x="2053" y="904"/>
                  </a:lnTo>
                  <a:lnTo>
                    <a:pt x="2029" y="905"/>
                  </a:lnTo>
                  <a:lnTo>
                    <a:pt x="2029" y="905"/>
                  </a:lnTo>
                  <a:lnTo>
                    <a:pt x="2023" y="915"/>
                  </a:lnTo>
                  <a:lnTo>
                    <a:pt x="2016" y="924"/>
                  </a:lnTo>
                  <a:lnTo>
                    <a:pt x="2010" y="932"/>
                  </a:lnTo>
                  <a:lnTo>
                    <a:pt x="2005" y="941"/>
                  </a:lnTo>
                  <a:lnTo>
                    <a:pt x="2003" y="943"/>
                  </a:lnTo>
                  <a:lnTo>
                    <a:pt x="2003" y="943"/>
                  </a:lnTo>
                  <a:lnTo>
                    <a:pt x="1978" y="977"/>
                  </a:lnTo>
                  <a:lnTo>
                    <a:pt x="1951" y="1009"/>
                  </a:lnTo>
                  <a:lnTo>
                    <a:pt x="1925" y="1043"/>
                  </a:lnTo>
                  <a:lnTo>
                    <a:pt x="1899" y="1078"/>
                  </a:lnTo>
                  <a:lnTo>
                    <a:pt x="1899" y="1078"/>
                  </a:lnTo>
                  <a:close/>
                  <a:moveTo>
                    <a:pt x="248" y="839"/>
                  </a:moveTo>
                  <a:lnTo>
                    <a:pt x="248" y="839"/>
                  </a:lnTo>
                  <a:lnTo>
                    <a:pt x="243" y="858"/>
                  </a:lnTo>
                  <a:lnTo>
                    <a:pt x="234" y="877"/>
                  </a:lnTo>
                  <a:lnTo>
                    <a:pt x="224" y="894"/>
                  </a:lnTo>
                  <a:lnTo>
                    <a:pt x="213" y="912"/>
                  </a:lnTo>
                  <a:lnTo>
                    <a:pt x="191" y="945"/>
                  </a:lnTo>
                  <a:lnTo>
                    <a:pt x="168" y="977"/>
                  </a:lnTo>
                  <a:lnTo>
                    <a:pt x="168" y="977"/>
                  </a:lnTo>
                  <a:lnTo>
                    <a:pt x="177" y="970"/>
                  </a:lnTo>
                  <a:lnTo>
                    <a:pt x="184" y="963"/>
                  </a:lnTo>
                  <a:lnTo>
                    <a:pt x="189" y="956"/>
                  </a:lnTo>
                  <a:lnTo>
                    <a:pt x="198" y="949"/>
                  </a:lnTo>
                  <a:lnTo>
                    <a:pt x="203" y="943"/>
                  </a:lnTo>
                  <a:lnTo>
                    <a:pt x="203" y="943"/>
                  </a:lnTo>
                  <a:lnTo>
                    <a:pt x="203" y="945"/>
                  </a:lnTo>
                  <a:lnTo>
                    <a:pt x="203" y="948"/>
                  </a:lnTo>
                  <a:lnTo>
                    <a:pt x="200" y="949"/>
                  </a:lnTo>
                  <a:lnTo>
                    <a:pt x="198" y="949"/>
                  </a:lnTo>
                  <a:lnTo>
                    <a:pt x="198" y="949"/>
                  </a:lnTo>
                  <a:lnTo>
                    <a:pt x="196" y="955"/>
                  </a:lnTo>
                  <a:lnTo>
                    <a:pt x="193" y="960"/>
                  </a:lnTo>
                  <a:lnTo>
                    <a:pt x="188" y="970"/>
                  </a:lnTo>
                  <a:lnTo>
                    <a:pt x="170" y="987"/>
                  </a:lnTo>
                  <a:lnTo>
                    <a:pt x="170" y="987"/>
                  </a:lnTo>
                  <a:lnTo>
                    <a:pt x="181" y="991"/>
                  </a:lnTo>
                  <a:lnTo>
                    <a:pt x="193" y="995"/>
                  </a:lnTo>
                  <a:lnTo>
                    <a:pt x="202" y="995"/>
                  </a:lnTo>
                  <a:lnTo>
                    <a:pt x="206" y="995"/>
                  </a:lnTo>
                  <a:lnTo>
                    <a:pt x="208" y="994"/>
                  </a:lnTo>
                  <a:lnTo>
                    <a:pt x="208" y="994"/>
                  </a:lnTo>
                  <a:lnTo>
                    <a:pt x="229" y="963"/>
                  </a:lnTo>
                  <a:lnTo>
                    <a:pt x="250" y="932"/>
                  </a:lnTo>
                  <a:lnTo>
                    <a:pt x="293" y="875"/>
                  </a:lnTo>
                  <a:lnTo>
                    <a:pt x="293" y="875"/>
                  </a:lnTo>
                  <a:lnTo>
                    <a:pt x="271" y="891"/>
                  </a:lnTo>
                  <a:lnTo>
                    <a:pt x="250" y="910"/>
                  </a:lnTo>
                  <a:lnTo>
                    <a:pt x="229" y="929"/>
                  </a:lnTo>
                  <a:lnTo>
                    <a:pt x="209" y="948"/>
                  </a:lnTo>
                  <a:lnTo>
                    <a:pt x="209" y="948"/>
                  </a:lnTo>
                  <a:lnTo>
                    <a:pt x="219" y="935"/>
                  </a:lnTo>
                  <a:lnTo>
                    <a:pt x="229" y="921"/>
                  </a:lnTo>
                  <a:lnTo>
                    <a:pt x="238" y="908"/>
                  </a:lnTo>
                  <a:lnTo>
                    <a:pt x="251" y="896"/>
                  </a:lnTo>
                  <a:lnTo>
                    <a:pt x="262" y="884"/>
                  </a:lnTo>
                  <a:lnTo>
                    <a:pt x="276" y="873"/>
                  </a:lnTo>
                  <a:lnTo>
                    <a:pt x="290" y="863"/>
                  </a:lnTo>
                  <a:lnTo>
                    <a:pt x="304" y="853"/>
                  </a:lnTo>
                  <a:lnTo>
                    <a:pt x="304" y="853"/>
                  </a:lnTo>
                  <a:lnTo>
                    <a:pt x="267" y="842"/>
                  </a:lnTo>
                  <a:lnTo>
                    <a:pt x="248" y="837"/>
                  </a:lnTo>
                  <a:lnTo>
                    <a:pt x="240" y="832"/>
                  </a:lnTo>
                  <a:lnTo>
                    <a:pt x="233" y="827"/>
                  </a:lnTo>
                  <a:lnTo>
                    <a:pt x="233" y="827"/>
                  </a:lnTo>
                  <a:lnTo>
                    <a:pt x="230" y="832"/>
                  </a:lnTo>
                  <a:lnTo>
                    <a:pt x="226" y="838"/>
                  </a:lnTo>
                  <a:lnTo>
                    <a:pt x="216" y="848"/>
                  </a:lnTo>
                  <a:lnTo>
                    <a:pt x="205" y="858"/>
                  </a:lnTo>
                  <a:lnTo>
                    <a:pt x="200" y="862"/>
                  </a:lnTo>
                  <a:lnTo>
                    <a:pt x="196" y="868"/>
                  </a:lnTo>
                  <a:lnTo>
                    <a:pt x="200" y="869"/>
                  </a:lnTo>
                  <a:lnTo>
                    <a:pt x="200" y="869"/>
                  </a:lnTo>
                  <a:lnTo>
                    <a:pt x="200" y="872"/>
                  </a:lnTo>
                  <a:lnTo>
                    <a:pt x="199" y="875"/>
                  </a:lnTo>
                  <a:lnTo>
                    <a:pt x="140" y="960"/>
                  </a:lnTo>
                  <a:lnTo>
                    <a:pt x="140" y="960"/>
                  </a:lnTo>
                  <a:lnTo>
                    <a:pt x="146" y="959"/>
                  </a:lnTo>
                  <a:lnTo>
                    <a:pt x="150" y="956"/>
                  </a:lnTo>
                  <a:lnTo>
                    <a:pt x="160" y="949"/>
                  </a:lnTo>
                  <a:lnTo>
                    <a:pt x="164" y="946"/>
                  </a:lnTo>
                  <a:lnTo>
                    <a:pt x="168" y="945"/>
                  </a:lnTo>
                  <a:lnTo>
                    <a:pt x="172" y="945"/>
                  </a:lnTo>
                  <a:lnTo>
                    <a:pt x="175" y="946"/>
                  </a:lnTo>
                  <a:lnTo>
                    <a:pt x="175" y="946"/>
                  </a:lnTo>
                  <a:lnTo>
                    <a:pt x="195" y="922"/>
                  </a:lnTo>
                  <a:lnTo>
                    <a:pt x="215" y="896"/>
                  </a:lnTo>
                  <a:lnTo>
                    <a:pt x="231" y="868"/>
                  </a:lnTo>
                  <a:lnTo>
                    <a:pt x="248" y="839"/>
                  </a:lnTo>
                  <a:lnTo>
                    <a:pt x="248" y="839"/>
                  </a:lnTo>
                  <a:close/>
                  <a:moveTo>
                    <a:pt x="2275" y="962"/>
                  </a:moveTo>
                  <a:lnTo>
                    <a:pt x="2276" y="960"/>
                  </a:lnTo>
                  <a:lnTo>
                    <a:pt x="2276" y="960"/>
                  </a:lnTo>
                  <a:lnTo>
                    <a:pt x="2283" y="950"/>
                  </a:lnTo>
                  <a:lnTo>
                    <a:pt x="2289" y="939"/>
                  </a:lnTo>
                  <a:lnTo>
                    <a:pt x="2293" y="929"/>
                  </a:lnTo>
                  <a:lnTo>
                    <a:pt x="2297" y="917"/>
                  </a:lnTo>
                  <a:lnTo>
                    <a:pt x="2297" y="917"/>
                  </a:lnTo>
                  <a:lnTo>
                    <a:pt x="2289" y="921"/>
                  </a:lnTo>
                  <a:lnTo>
                    <a:pt x="2282" y="925"/>
                  </a:lnTo>
                  <a:lnTo>
                    <a:pt x="2282" y="925"/>
                  </a:lnTo>
                  <a:lnTo>
                    <a:pt x="2241" y="960"/>
                  </a:lnTo>
                  <a:lnTo>
                    <a:pt x="2200" y="998"/>
                  </a:lnTo>
                  <a:lnTo>
                    <a:pt x="2162" y="1038"/>
                  </a:lnTo>
                  <a:lnTo>
                    <a:pt x="2124" y="1080"/>
                  </a:lnTo>
                  <a:lnTo>
                    <a:pt x="2124" y="1080"/>
                  </a:lnTo>
                  <a:lnTo>
                    <a:pt x="2144" y="1081"/>
                  </a:lnTo>
                  <a:lnTo>
                    <a:pt x="2161" y="1081"/>
                  </a:lnTo>
                  <a:lnTo>
                    <a:pt x="2178" y="1080"/>
                  </a:lnTo>
                  <a:lnTo>
                    <a:pt x="2193" y="1080"/>
                  </a:lnTo>
                  <a:lnTo>
                    <a:pt x="2193" y="1080"/>
                  </a:lnTo>
                  <a:lnTo>
                    <a:pt x="2210" y="1054"/>
                  </a:lnTo>
                  <a:lnTo>
                    <a:pt x="2227" y="1029"/>
                  </a:lnTo>
                  <a:lnTo>
                    <a:pt x="2244" y="1005"/>
                  </a:lnTo>
                  <a:lnTo>
                    <a:pt x="2263" y="981"/>
                  </a:lnTo>
                  <a:lnTo>
                    <a:pt x="2263" y="977"/>
                  </a:lnTo>
                  <a:lnTo>
                    <a:pt x="2275" y="962"/>
                  </a:lnTo>
                  <a:close/>
                  <a:moveTo>
                    <a:pt x="444" y="1031"/>
                  </a:moveTo>
                  <a:lnTo>
                    <a:pt x="489" y="1033"/>
                  </a:lnTo>
                  <a:lnTo>
                    <a:pt x="489" y="1033"/>
                  </a:lnTo>
                  <a:lnTo>
                    <a:pt x="501" y="1011"/>
                  </a:lnTo>
                  <a:lnTo>
                    <a:pt x="515" y="990"/>
                  </a:lnTo>
                  <a:lnTo>
                    <a:pt x="546" y="950"/>
                  </a:lnTo>
                  <a:lnTo>
                    <a:pt x="546" y="950"/>
                  </a:lnTo>
                  <a:lnTo>
                    <a:pt x="546" y="949"/>
                  </a:lnTo>
                  <a:lnTo>
                    <a:pt x="590" y="893"/>
                  </a:lnTo>
                  <a:lnTo>
                    <a:pt x="590" y="893"/>
                  </a:lnTo>
                  <a:lnTo>
                    <a:pt x="573" y="903"/>
                  </a:lnTo>
                  <a:lnTo>
                    <a:pt x="556" y="915"/>
                  </a:lnTo>
                  <a:lnTo>
                    <a:pt x="539" y="931"/>
                  </a:lnTo>
                  <a:lnTo>
                    <a:pt x="522" y="946"/>
                  </a:lnTo>
                  <a:lnTo>
                    <a:pt x="522" y="946"/>
                  </a:lnTo>
                  <a:lnTo>
                    <a:pt x="501" y="966"/>
                  </a:lnTo>
                  <a:lnTo>
                    <a:pt x="491" y="974"/>
                  </a:lnTo>
                  <a:lnTo>
                    <a:pt x="490" y="974"/>
                  </a:lnTo>
                  <a:lnTo>
                    <a:pt x="490" y="974"/>
                  </a:lnTo>
                  <a:lnTo>
                    <a:pt x="494" y="970"/>
                  </a:lnTo>
                  <a:lnTo>
                    <a:pt x="487" y="966"/>
                  </a:lnTo>
                  <a:lnTo>
                    <a:pt x="487" y="966"/>
                  </a:lnTo>
                  <a:lnTo>
                    <a:pt x="505" y="946"/>
                  </a:lnTo>
                  <a:lnTo>
                    <a:pt x="525" y="928"/>
                  </a:lnTo>
                  <a:lnTo>
                    <a:pt x="566" y="891"/>
                  </a:lnTo>
                  <a:lnTo>
                    <a:pt x="531" y="886"/>
                  </a:lnTo>
                  <a:lnTo>
                    <a:pt x="531" y="886"/>
                  </a:lnTo>
                  <a:lnTo>
                    <a:pt x="511" y="918"/>
                  </a:lnTo>
                  <a:lnTo>
                    <a:pt x="489" y="948"/>
                  </a:lnTo>
                  <a:lnTo>
                    <a:pt x="466" y="977"/>
                  </a:lnTo>
                  <a:lnTo>
                    <a:pt x="444" y="1008"/>
                  </a:lnTo>
                  <a:lnTo>
                    <a:pt x="444" y="1008"/>
                  </a:lnTo>
                  <a:lnTo>
                    <a:pt x="442" y="1011"/>
                  </a:lnTo>
                  <a:lnTo>
                    <a:pt x="444" y="1011"/>
                  </a:lnTo>
                  <a:lnTo>
                    <a:pt x="448" y="1009"/>
                  </a:lnTo>
                  <a:lnTo>
                    <a:pt x="452" y="1008"/>
                  </a:lnTo>
                  <a:lnTo>
                    <a:pt x="458" y="1007"/>
                  </a:lnTo>
                  <a:lnTo>
                    <a:pt x="458" y="1007"/>
                  </a:lnTo>
                  <a:lnTo>
                    <a:pt x="452" y="1012"/>
                  </a:lnTo>
                  <a:lnTo>
                    <a:pt x="446" y="1018"/>
                  </a:lnTo>
                  <a:lnTo>
                    <a:pt x="445" y="1021"/>
                  </a:lnTo>
                  <a:lnTo>
                    <a:pt x="444" y="1023"/>
                  </a:lnTo>
                  <a:lnTo>
                    <a:pt x="442" y="1026"/>
                  </a:lnTo>
                  <a:lnTo>
                    <a:pt x="444" y="1031"/>
                  </a:lnTo>
                  <a:lnTo>
                    <a:pt x="444" y="1031"/>
                  </a:lnTo>
                  <a:close/>
                  <a:moveTo>
                    <a:pt x="1486" y="903"/>
                  </a:moveTo>
                  <a:lnTo>
                    <a:pt x="1486" y="903"/>
                  </a:lnTo>
                  <a:lnTo>
                    <a:pt x="1438" y="936"/>
                  </a:lnTo>
                  <a:lnTo>
                    <a:pt x="1416" y="953"/>
                  </a:lnTo>
                  <a:lnTo>
                    <a:pt x="1395" y="972"/>
                  </a:lnTo>
                  <a:lnTo>
                    <a:pt x="1374" y="991"/>
                  </a:lnTo>
                  <a:lnTo>
                    <a:pt x="1354" y="1012"/>
                  </a:lnTo>
                  <a:lnTo>
                    <a:pt x="1335" y="1035"/>
                  </a:lnTo>
                  <a:lnTo>
                    <a:pt x="1318" y="1059"/>
                  </a:lnTo>
                  <a:lnTo>
                    <a:pt x="1318" y="1059"/>
                  </a:lnTo>
                  <a:lnTo>
                    <a:pt x="1335" y="1061"/>
                  </a:lnTo>
                  <a:lnTo>
                    <a:pt x="1350" y="1063"/>
                  </a:lnTo>
                  <a:lnTo>
                    <a:pt x="1364" y="1063"/>
                  </a:lnTo>
                  <a:lnTo>
                    <a:pt x="1368" y="1061"/>
                  </a:lnTo>
                  <a:lnTo>
                    <a:pt x="1372" y="1059"/>
                  </a:lnTo>
                  <a:lnTo>
                    <a:pt x="1372" y="1059"/>
                  </a:lnTo>
                  <a:lnTo>
                    <a:pt x="1387" y="1039"/>
                  </a:lnTo>
                  <a:lnTo>
                    <a:pt x="1401" y="1019"/>
                  </a:lnTo>
                  <a:lnTo>
                    <a:pt x="1433" y="980"/>
                  </a:lnTo>
                  <a:lnTo>
                    <a:pt x="1464" y="942"/>
                  </a:lnTo>
                  <a:lnTo>
                    <a:pt x="1478" y="922"/>
                  </a:lnTo>
                  <a:lnTo>
                    <a:pt x="1490" y="903"/>
                  </a:lnTo>
                  <a:lnTo>
                    <a:pt x="1490" y="903"/>
                  </a:lnTo>
                  <a:lnTo>
                    <a:pt x="1488" y="903"/>
                  </a:lnTo>
                  <a:lnTo>
                    <a:pt x="1486" y="903"/>
                  </a:lnTo>
                  <a:lnTo>
                    <a:pt x="1486" y="903"/>
                  </a:lnTo>
                  <a:close/>
                  <a:moveTo>
                    <a:pt x="505" y="866"/>
                  </a:moveTo>
                  <a:lnTo>
                    <a:pt x="505" y="866"/>
                  </a:lnTo>
                  <a:lnTo>
                    <a:pt x="529" y="872"/>
                  </a:lnTo>
                  <a:lnTo>
                    <a:pt x="556" y="876"/>
                  </a:lnTo>
                  <a:lnTo>
                    <a:pt x="609" y="882"/>
                  </a:lnTo>
                  <a:lnTo>
                    <a:pt x="664" y="884"/>
                  </a:lnTo>
                  <a:lnTo>
                    <a:pt x="722" y="884"/>
                  </a:lnTo>
                  <a:lnTo>
                    <a:pt x="779" y="883"/>
                  </a:lnTo>
                  <a:lnTo>
                    <a:pt x="837" y="879"/>
                  </a:lnTo>
                  <a:lnTo>
                    <a:pt x="893" y="875"/>
                  </a:lnTo>
                  <a:lnTo>
                    <a:pt x="948" y="869"/>
                  </a:lnTo>
                  <a:lnTo>
                    <a:pt x="948" y="869"/>
                  </a:lnTo>
                  <a:lnTo>
                    <a:pt x="869" y="866"/>
                  </a:lnTo>
                  <a:lnTo>
                    <a:pt x="792" y="863"/>
                  </a:lnTo>
                  <a:lnTo>
                    <a:pt x="713" y="860"/>
                  </a:lnTo>
                  <a:lnTo>
                    <a:pt x="674" y="860"/>
                  </a:lnTo>
                  <a:lnTo>
                    <a:pt x="633" y="862"/>
                  </a:lnTo>
                  <a:lnTo>
                    <a:pt x="633" y="862"/>
                  </a:lnTo>
                  <a:lnTo>
                    <a:pt x="570" y="863"/>
                  </a:lnTo>
                  <a:lnTo>
                    <a:pt x="538" y="865"/>
                  </a:lnTo>
                  <a:lnTo>
                    <a:pt x="505" y="866"/>
                  </a:lnTo>
                  <a:lnTo>
                    <a:pt x="505" y="866"/>
                  </a:lnTo>
                  <a:close/>
                  <a:moveTo>
                    <a:pt x="2050" y="1008"/>
                  </a:moveTo>
                  <a:lnTo>
                    <a:pt x="2050" y="1008"/>
                  </a:lnTo>
                  <a:lnTo>
                    <a:pt x="2016" y="1042"/>
                  </a:lnTo>
                  <a:lnTo>
                    <a:pt x="1999" y="1059"/>
                  </a:lnTo>
                  <a:lnTo>
                    <a:pt x="1984" y="1077"/>
                  </a:lnTo>
                  <a:lnTo>
                    <a:pt x="1984" y="1077"/>
                  </a:lnTo>
                  <a:lnTo>
                    <a:pt x="1991" y="1080"/>
                  </a:lnTo>
                  <a:lnTo>
                    <a:pt x="1998" y="1081"/>
                  </a:lnTo>
                  <a:lnTo>
                    <a:pt x="2005" y="1081"/>
                  </a:lnTo>
                  <a:lnTo>
                    <a:pt x="2012" y="1081"/>
                  </a:lnTo>
                  <a:lnTo>
                    <a:pt x="2027" y="1080"/>
                  </a:lnTo>
                  <a:lnTo>
                    <a:pt x="2034" y="1080"/>
                  </a:lnTo>
                  <a:lnTo>
                    <a:pt x="2041" y="1081"/>
                  </a:lnTo>
                  <a:lnTo>
                    <a:pt x="2041" y="1081"/>
                  </a:lnTo>
                  <a:lnTo>
                    <a:pt x="2071" y="1040"/>
                  </a:lnTo>
                  <a:lnTo>
                    <a:pt x="2102" y="1001"/>
                  </a:lnTo>
                  <a:lnTo>
                    <a:pt x="2166" y="918"/>
                  </a:lnTo>
                  <a:lnTo>
                    <a:pt x="2166" y="918"/>
                  </a:lnTo>
                  <a:lnTo>
                    <a:pt x="2166" y="917"/>
                  </a:lnTo>
                  <a:lnTo>
                    <a:pt x="2165" y="912"/>
                  </a:lnTo>
                  <a:lnTo>
                    <a:pt x="2162" y="910"/>
                  </a:lnTo>
                  <a:lnTo>
                    <a:pt x="2161" y="910"/>
                  </a:lnTo>
                  <a:lnTo>
                    <a:pt x="2159" y="910"/>
                  </a:lnTo>
                  <a:lnTo>
                    <a:pt x="2159" y="910"/>
                  </a:lnTo>
                  <a:lnTo>
                    <a:pt x="2130" y="935"/>
                  </a:lnTo>
                  <a:lnTo>
                    <a:pt x="2102" y="959"/>
                  </a:lnTo>
                  <a:lnTo>
                    <a:pt x="2075" y="984"/>
                  </a:lnTo>
                  <a:lnTo>
                    <a:pt x="2050" y="1008"/>
                  </a:lnTo>
                  <a:lnTo>
                    <a:pt x="2050" y="1008"/>
                  </a:lnTo>
                  <a:close/>
                  <a:moveTo>
                    <a:pt x="1558" y="893"/>
                  </a:moveTo>
                  <a:lnTo>
                    <a:pt x="1558" y="893"/>
                  </a:lnTo>
                  <a:lnTo>
                    <a:pt x="1533" y="911"/>
                  </a:lnTo>
                  <a:lnTo>
                    <a:pt x="1507" y="929"/>
                  </a:lnTo>
                  <a:lnTo>
                    <a:pt x="1485" y="949"/>
                  </a:lnTo>
                  <a:lnTo>
                    <a:pt x="1462" y="970"/>
                  </a:lnTo>
                  <a:lnTo>
                    <a:pt x="1443" y="991"/>
                  </a:lnTo>
                  <a:lnTo>
                    <a:pt x="1423" y="1014"/>
                  </a:lnTo>
                  <a:lnTo>
                    <a:pt x="1405" y="1038"/>
                  </a:lnTo>
                  <a:lnTo>
                    <a:pt x="1388" y="1061"/>
                  </a:lnTo>
                  <a:lnTo>
                    <a:pt x="1388" y="1061"/>
                  </a:lnTo>
                  <a:lnTo>
                    <a:pt x="1416" y="1063"/>
                  </a:lnTo>
                  <a:lnTo>
                    <a:pt x="1430" y="1064"/>
                  </a:lnTo>
                  <a:lnTo>
                    <a:pt x="1436" y="1063"/>
                  </a:lnTo>
                  <a:lnTo>
                    <a:pt x="1438" y="1061"/>
                  </a:lnTo>
                  <a:lnTo>
                    <a:pt x="1513" y="962"/>
                  </a:lnTo>
                  <a:lnTo>
                    <a:pt x="1513" y="962"/>
                  </a:lnTo>
                  <a:lnTo>
                    <a:pt x="1535" y="931"/>
                  </a:lnTo>
                  <a:lnTo>
                    <a:pt x="1548" y="914"/>
                  </a:lnTo>
                  <a:lnTo>
                    <a:pt x="1552" y="904"/>
                  </a:lnTo>
                  <a:lnTo>
                    <a:pt x="1558" y="893"/>
                  </a:lnTo>
                  <a:lnTo>
                    <a:pt x="1558" y="893"/>
                  </a:lnTo>
                  <a:close/>
                  <a:moveTo>
                    <a:pt x="2788" y="931"/>
                  </a:moveTo>
                  <a:lnTo>
                    <a:pt x="2788" y="931"/>
                  </a:lnTo>
                  <a:lnTo>
                    <a:pt x="2786" y="929"/>
                  </a:lnTo>
                  <a:lnTo>
                    <a:pt x="2786" y="927"/>
                  </a:lnTo>
                  <a:lnTo>
                    <a:pt x="2788" y="924"/>
                  </a:lnTo>
                  <a:lnTo>
                    <a:pt x="2790" y="922"/>
                  </a:lnTo>
                  <a:lnTo>
                    <a:pt x="2796" y="921"/>
                  </a:lnTo>
                  <a:lnTo>
                    <a:pt x="2796" y="921"/>
                  </a:lnTo>
                  <a:lnTo>
                    <a:pt x="2796" y="915"/>
                  </a:lnTo>
                  <a:lnTo>
                    <a:pt x="2799" y="911"/>
                  </a:lnTo>
                  <a:lnTo>
                    <a:pt x="2806" y="903"/>
                  </a:lnTo>
                  <a:lnTo>
                    <a:pt x="2814" y="893"/>
                  </a:lnTo>
                  <a:lnTo>
                    <a:pt x="2818" y="886"/>
                  </a:lnTo>
                  <a:lnTo>
                    <a:pt x="2821" y="879"/>
                  </a:lnTo>
                  <a:lnTo>
                    <a:pt x="2821" y="879"/>
                  </a:lnTo>
                  <a:lnTo>
                    <a:pt x="2793" y="898"/>
                  </a:lnTo>
                  <a:lnTo>
                    <a:pt x="2765" y="918"/>
                  </a:lnTo>
                  <a:lnTo>
                    <a:pt x="2740" y="939"/>
                  </a:lnTo>
                  <a:lnTo>
                    <a:pt x="2714" y="962"/>
                  </a:lnTo>
                  <a:lnTo>
                    <a:pt x="2692" y="984"/>
                  </a:lnTo>
                  <a:lnTo>
                    <a:pt x="2669" y="1009"/>
                  </a:lnTo>
                  <a:lnTo>
                    <a:pt x="2648" y="1035"/>
                  </a:lnTo>
                  <a:lnTo>
                    <a:pt x="2629" y="1060"/>
                  </a:lnTo>
                  <a:lnTo>
                    <a:pt x="2629" y="1060"/>
                  </a:lnTo>
                  <a:lnTo>
                    <a:pt x="2647" y="1057"/>
                  </a:lnTo>
                  <a:lnTo>
                    <a:pt x="2662" y="1053"/>
                  </a:lnTo>
                  <a:lnTo>
                    <a:pt x="2677" y="1047"/>
                  </a:lnTo>
                  <a:lnTo>
                    <a:pt x="2689" y="1043"/>
                  </a:lnTo>
                  <a:lnTo>
                    <a:pt x="2776" y="941"/>
                  </a:lnTo>
                  <a:lnTo>
                    <a:pt x="2776" y="941"/>
                  </a:lnTo>
                  <a:lnTo>
                    <a:pt x="2780" y="939"/>
                  </a:lnTo>
                  <a:lnTo>
                    <a:pt x="2785" y="938"/>
                  </a:lnTo>
                  <a:lnTo>
                    <a:pt x="2788" y="935"/>
                  </a:lnTo>
                  <a:lnTo>
                    <a:pt x="2788" y="931"/>
                  </a:lnTo>
                  <a:lnTo>
                    <a:pt x="2788" y="931"/>
                  </a:lnTo>
                  <a:close/>
                  <a:moveTo>
                    <a:pt x="1167" y="1049"/>
                  </a:moveTo>
                  <a:lnTo>
                    <a:pt x="1167" y="1049"/>
                  </a:lnTo>
                  <a:lnTo>
                    <a:pt x="1181" y="1053"/>
                  </a:lnTo>
                  <a:lnTo>
                    <a:pt x="1197" y="1056"/>
                  </a:lnTo>
                  <a:lnTo>
                    <a:pt x="1211" y="1057"/>
                  </a:lnTo>
                  <a:lnTo>
                    <a:pt x="1223" y="1057"/>
                  </a:lnTo>
                  <a:lnTo>
                    <a:pt x="1223" y="1057"/>
                  </a:lnTo>
                  <a:lnTo>
                    <a:pt x="1249" y="1021"/>
                  </a:lnTo>
                  <a:lnTo>
                    <a:pt x="1274" y="986"/>
                  </a:lnTo>
                  <a:lnTo>
                    <a:pt x="1323" y="915"/>
                  </a:lnTo>
                  <a:lnTo>
                    <a:pt x="1323" y="915"/>
                  </a:lnTo>
                  <a:lnTo>
                    <a:pt x="1329" y="907"/>
                  </a:lnTo>
                  <a:lnTo>
                    <a:pt x="1330" y="903"/>
                  </a:lnTo>
                  <a:lnTo>
                    <a:pt x="1332" y="897"/>
                  </a:lnTo>
                  <a:lnTo>
                    <a:pt x="1332" y="897"/>
                  </a:lnTo>
                  <a:lnTo>
                    <a:pt x="1315" y="908"/>
                  </a:lnTo>
                  <a:lnTo>
                    <a:pt x="1298" y="921"/>
                  </a:lnTo>
                  <a:lnTo>
                    <a:pt x="1283" y="934"/>
                  </a:lnTo>
                  <a:lnTo>
                    <a:pt x="1267" y="948"/>
                  </a:lnTo>
                  <a:lnTo>
                    <a:pt x="1239" y="976"/>
                  </a:lnTo>
                  <a:lnTo>
                    <a:pt x="1211" y="1007"/>
                  </a:lnTo>
                  <a:lnTo>
                    <a:pt x="1208" y="1000"/>
                  </a:lnTo>
                  <a:lnTo>
                    <a:pt x="1208" y="1000"/>
                  </a:lnTo>
                  <a:lnTo>
                    <a:pt x="1198" y="1011"/>
                  </a:lnTo>
                  <a:lnTo>
                    <a:pt x="1188" y="1023"/>
                  </a:lnTo>
                  <a:lnTo>
                    <a:pt x="1179" y="1036"/>
                  </a:lnTo>
                  <a:lnTo>
                    <a:pt x="1167" y="1049"/>
                  </a:lnTo>
                  <a:lnTo>
                    <a:pt x="1167" y="1049"/>
                  </a:lnTo>
                  <a:close/>
                  <a:moveTo>
                    <a:pt x="1263" y="1026"/>
                  </a:moveTo>
                  <a:lnTo>
                    <a:pt x="1263" y="1026"/>
                  </a:lnTo>
                  <a:lnTo>
                    <a:pt x="1259" y="1032"/>
                  </a:lnTo>
                  <a:lnTo>
                    <a:pt x="1253" y="1040"/>
                  </a:lnTo>
                  <a:lnTo>
                    <a:pt x="1250" y="1050"/>
                  </a:lnTo>
                  <a:lnTo>
                    <a:pt x="1250" y="1054"/>
                  </a:lnTo>
                  <a:lnTo>
                    <a:pt x="1250" y="1060"/>
                  </a:lnTo>
                  <a:lnTo>
                    <a:pt x="1250" y="1060"/>
                  </a:lnTo>
                  <a:lnTo>
                    <a:pt x="1266" y="1059"/>
                  </a:lnTo>
                  <a:lnTo>
                    <a:pt x="1281" y="1060"/>
                  </a:lnTo>
                  <a:lnTo>
                    <a:pt x="1304" y="1061"/>
                  </a:lnTo>
                  <a:lnTo>
                    <a:pt x="1304" y="1061"/>
                  </a:lnTo>
                  <a:lnTo>
                    <a:pt x="1313" y="1040"/>
                  </a:lnTo>
                  <a:lnTo>
                    <a:pt x="1326" y="1021"/>
                  </a:lnTo>
                  <a:lnTo>
                    <a:pt x="1351" y="980"/>
                  </a:lnTo>
                  <a:lnTo>
                    <a:pt x="1377" y="943"/>
                  </a:lnTo>
                  <a:lnTo>
                    <a:pt x="1403" y="910"/>
                  </a:lnTo>
                  <a:lnTo>
                    <a:pt x="1403" y="910"/>
                  </a:lnTo>
                  <a:lnTo>
                    <a:pt x="1405" y="907"/>
                  </a:lnTo>
                  <a:lnTo>
                    <a:pt x="1405" y="904"/>
                  </a:lnTo>
                  <a:lnTo>
                    <a:pt x="1403" y="898"/>
                  </a:lnTo>
                  <a:lnTo>
                    <a:pt x="1403" y="898"/>
                  </a:lnTo>
                  <a:lnTo>
                    <a:pt x="1367" y="929"/>
                  </a:lnTo>
                  <a:lnTo>
                    <a:pt x="1330" y="962"/>
                  </a:lnTo>
                  <a:lnTo>
                    <a:pt x="1294" y="994"/>
                  </a:lnTo>
                  <a:lnTo>
                    <a:pt x="1263" y="1026"/>
                  </a:lnTo>
                  <a:lnTo>
                    <a:pt x="1263" y="1026"/>
                  </a:lnTo>
                  <a:close/>
                  <a:moveTo>
                    <a:pt x="1104" y="904"/>
                  </a:moveTo>
                  <a:lnTo>
                    <a:pt x="1104" y="904"/>
                  </a:lnTo>
                  <a:lnTo>
                    <a:pt x="1082" y="920"/>
                  </a:lnTo>
                  <a:lnTo>
                    <a:pt x="1062" y="936"/>
                  </a:lnTo>
                  <a:lnTo>
                    <a:pt x="1041" y="953"/>
                  </a:lnTo>
                  <a:lnTo>
                    <a:pt x="1021" y="970"/>
                  </a:lnTo>
                  <a:lnTo>
                    <a:pt x="1003" y="988"/>
                  </a:lnTo>
                  <a:lnTo>
                    <a:pt x="985" y="1007"/>
                  </a:lnTo>
                  <a:lnTo>
                    <a:pt x="966" y="1026"/>
                  </a:lnTo>
                  <a:lnTo>
                    <a:pt x="949" y="1046"/>
                  </a:lnTo>
                  <a:lnTo>
                    <a:pt x="949" y="1046"/>
                  </a:lnTo>
                  <a:lnTo>
                    <a:pt x="964" y="1047"/>
                  </a:lnTo>
                  <a:lnTo>
                    <a:pt x="978" y="1047"/>
                  </a:lnTo>
                  <a:lnTo>
                    <a:pt x="1010" y="1047"/>
                  </a:lnTo>
                  <a:lnTo>
                    <a:pt x="1010" y="1047"/>
                  </a:lnTo>
                  <a:lnTo>
                    <a:pt x="1011" y="1046"/>
                  </a:lnTo>
                  <a:lnTo>
                    <a:pt x="1014" y="1045"/>
                  </a:lnTo>
                  <a:lnTo>
                    <a:pt x="1017" y="1039"/>
                  </a:lnTo>
                  <a:lnTo>
                    <a:pt x="1020" y="1032"/>
                  </a:lnTo>
                  <a:lnTo>
                    <a:pt x="1024" y="1026"/>
                  </a:lnTo>
                  <a:lnTo>
                    <a:pt x="1024" y="1026"/>
                  </a:lnTo>
                  <a:lnTo>
                    <a:pt x="1069" y="964"/>
                  </a:lnTo>
                  <a:lnTo>
                    <a:pt x="1091" y="934"/>
                  </a:lnTo>
                  <a:lnTo>
                    <a:pt x="1110" y="903"/>
                  </a:lnTo>
                  <a:lnTo>
                    <a:pt x="1110" y="903"/>
                  </a:lnTo>
                  <a:lnTo>
                    <a:pt x="1105" y="903"/>
                  </a:lnTo>
                  <a:lnTo>
                    <a:pt x="1104" y="904"/>
                  </a:lnTo>
                  <a:lnTo>
                    <a:pt x="1104" y="904"/>
                  </a:lnTo>
                  <a:close/>
                  <a:moveTo>
                    <a:pt x="1107" y="1032"/>
                  </a:moveTo>
                  <a:lnTo>
                    <a:pt x="1107" y="1032"/>
                  </a:lnTo>
                  <a:lnTo>
                    <a:pt x="1103" y="1033"/>
                  </a:lnTo>
                  <a:lnTo>
                    <a:pt x="1101" y="1035"/>
                  </a:lnTo>
                  <a:lnTo>
                    <a:pt x="1100" y="1038"/>
                  </a:lnTo>
                  <a:lnTo>
                    <a:pt x="1098" y="1042"/>
                  </a:lnTo>
                  <a:lnTo>
                    <a:pt x="1098" y="1042"/>
                  </a:lnTo>
                  <a:lnTo>
                    <a:pt x="1098" y="1046"/>
                  </a:lnTo>
                  <a:lnTo>
                    <a:pt x="1098" y="1049"/>
                  </a:lnTo>
                  <a:lnTo>
                    <a:pt x="1101" y="1052"/>
                  </a:lnTo>
                  <a:lnTo>
                    <a:pt x="1104" y="1053"/>
                  </a:lnTo>
                  <a:lnTo>
                    <a:pt x="1111" y="1056"/>
                  </a:lnTo>
                  <a:lnTo>
                    <a:pt x="1121" y="1057"/>
                  </a:lnTo>
                  <a:lnTo>
                    <a:pt x="1129" y="1057"/>
                  </a:lnTo>
                  <a:lnTo>
                    <a:pt x="1138" y="1056"/>
                  </a:lnTo>
                  <a:lnTo>
                    <a:pt x="1145" y="1053"/>
                  </a:lnTo>
                  <a:lnTo>
                    <a:pt x="1149" y="1052"/>
                  </a:lnTo>
                  <a:lnTo>
                    <a:pt x="1261" y="898"/>
                  </a:lnTo>
                  <a:lnTo>
                    <a:pt x="1261" y="898"/>
                  </a:lnTo>
                  <a:lnTo>
                    <a:pt x="1257" y="898"/>
                  </a:lnTo>
                  <a:lnTo>
                    <a:pt x="1256" y="897"/>
                  </a:lnTo>
                  <a:lnTo>
                    <a:pt x="1254" y="896"/>
                  </a:lnTo>
                  <a:lnTo>
                    <a:pt x="1256" y="894"/>
                  </a:lnTo>
                  <a:lnTo>
                    <a:pt x="1233" y="908"/>
                  </a:lnTo>
                  <a:lnTo>
                    <a:pt x="1238" y="908"/>
                  </a:lnTo>
                  <a:lnTo>
                    <a:pt x="1240" y="905"/>
                  </a:lnTo>
                  <a:lnTo>
                    <a:pt x="1238" y="908"/>
                  </a:lnTo>
                  <a:lnTo>
                    <a:pt x="1238" y="908"/>
                  </a:lnTo>
                  <a:lnTo>
                    <a:pt x="1222" y="921"/>
                  </a:lnTo>
                  <a:lnTo>
                    <a:pt x="1208" y="934"/>
                  </a:lnTo>
                  <a:lnTo>
                    <a:pt x="1180" y="962"/>
                  </a:lnTo>
                  <a:lnTo>
                    <a:pt x="1152" y="990"/>
                  </a:lnTo>
                  <a:lnTo>
                    <a:pt x="1136" y="1002"/>
                  </a:lnTo>
                  <a:lnTo>
                    <a:pt x="1122" y="1014"/>
                  </a:lnTo>
                  <a:lnTo>
                    <a:pt x="1122" y="1014"/>
                  </a:lnTo>
                  <a:lnTo>
                    <a:pt x="1118" y="1015"/>
                  </a:lnTo>
                  <a:lnTo>
                    <a:pt x="1114" y="1015"/>
                  </a:lnTo>
                  <a:lnTo>
                    <a:pt x="1114" y="1015"/>
                  </a:lnTo>
                  <a:lnTo>
                    <a:pt x="1115" y="1021"/>
                  </a:lnTo>
                  <a:lnTo>
                    <a:pt x="1115" y="1026"/>
                  </a:lnTo>
                  <a:lnTo>
                    <a:pt x="1112" y="1031"/>
                  </a:lnTo>
                  <a:lnTo>
                    <a:pt x="1107" y="1032"/>
                  </a:lnTo>
                  <a:lnTo>
                    <a:pt x="1107" y="1032"/>
                  </a:lnTo>
                  <a:close/>
                  <a:moveTo>
                    <a:pt x="663" y="1039"/>
                  </a:moveTo>
                  <a:lnTo>
                    <a:pt x="663" y="1039"/>
                  </a:lnTo>
                  <a:lnTo>
                    <a:pt x="695" y="1042"/>
                  </a:lnTo>
                  <a:lnTo>
                    <a:pt x="711" y="1042"/>
                  </a:lnTo>
                  <a:lnTo>
                    <a:pt x="725" y="1042"/>
                  </a:lnTo>
                  <a:lnTo>
                    <a:pt x="725" y="1042"/>
                  </a:lnTo>
                  <a:lnTo>
                    <a:pt x="747" y="1005"/>
                  </a:lnTo>
                  <a:lnTo>
                    <a:pt x="770" y="970"/>
                  </a:lnTo>
                  <a:lnTo>
                    <a:pt x="792" y="938"/>
                  </a:lnTo>
                  <a:lnTo>
                    <a:pt x="816" y="910"/>
                  </a:lnTo>
                  <a:lnTo>
                    <a:pt x="816" y="910"/>
                  </a:lnTo>
                  <a:lnTo>
                    <a:pt x="817" y="907"/>
                  </a:lnTo>
                  <a:lnTo>
                    <a:pt x="817" y="904"/>
                  </a:lnTo>
                  <a:lnTo>
                    <a:pt x="817" y="898"/>
                  </a:lnTo>
                  <a:lnTo>
                    <a:pt x="817" y="898"/>
                  </a:lnTo>
                  <a:lnTo>
                    <a:pt x="799" y="910"/>
                  </a:lnTo>
                  <a:lnTo>
                    <a:pt x="782" y="922"/>
                  </a:lnTo>
                  <a:lnTo>
                    <a:pt x="765" y="935"/>
                  </a:lnTo>
                  <a:lnTo>
                    <a:pt x="750" y="949"/>
                  </a:lnTo>
                  <a:lnTo>
                    <a:pt x="720" y="979"/>
                  </a:lnTo>
                  <a:lnTo>
                    <a:pt x="691" y="1008"/>
                  </a:lnTo>
                  <a:lnTo>
                    <a:pt x="688" y="1007"/>
                  </a:lnTo>
                  <a:lnTo>
                    <a:pt x="688" y="1007"/>
                  </a:lnTo>
                  <a:lnTo>
                    <a:pt x="682" y="1009"/>
                  </a:lnTo>
                  <a:lnTo>
                    <a:pt x="678" y="1012"/>
                  </a:lnTo>
                  <a:lnTo>
                    <a:pt x="674" y="1016"/>
                  </a:lnTo>
                  <a:lnTo>
                    <a:pt x="671" y="1021"/>
                  </a:lnTo>
                  <a:lnTo>
                    <a:pt x="667" y="1031"/>
                  </a:lnTo>
                  <a:lnTo>
                    <a:pt x="663" y="1039"/>
                  </a:lnTo>
                  <a:lnTo>
                    <a:pt x="663" y="1039"/>
                  </a:lnTo>
                  <a:close/>
                  <a:moveTo>
                    <a:pt x="2196" y="964"/>
                  </a:moveTo>
                  <a:lnTo>
                    <a:pt x="2196" y="964"/>
                  </a:lnTo>
                  <a:lnTo>
                    <a:pt x="2200" y="957"/>
                  </a:lnTo>
                  <a:lnTo>
                    <a:pt x="2203" y="953"/>
                  </a:lnTo>
                  <a:lnTo>
                    <a:pt x="2210" y="945"/>
                  </a:lnTo>
                  <a:lnTo>
                    <a:pt x="2217" y="936"/>
                  </a:lnTo>
                  <a:lnTo>
                    <a:pt x="2220" y="931"/>
                  </a:lnTo>
                  <a:lnTo>
                    <a:pt x="2221" y="922"/>
                  </a:lnTo>
                  <a:lnTo>
                    <a:pt x="2221" y="922"/>
                  </a:lnTo>
                  <a:lnTo>
                    <a:pt x="2200" y="939"/>
                  </a:lnTo>
                  <a:lnTo>
                    <a:pt x="2179" y="956"/>
                  </a:lnTo>
                  <a:lnTo>
                    <a:pt x="2159" y="973"/>
                  </a:lnTo>
                  <a:lnTo>
                    <a:pt x="2140" y="991"/>
                  </a:lnTo>
                  <a:lnTo>
                    <a:pt x="2102" y="1028"/>
                  </a:lnTo>
                  <a:lnTo>
                    <a:pt x="2068" y="1067"/>
                  </a:lnTo>
                  <a:lnTo>
                    <a:pt x="2068" y="1067"/>
                  </a:lnTo>
                  <a:lnTo>
                    <a:pt x="2065" y="1073"/>
                  </a:lnTo>
                  <a:lnTo>
                    <a:pt x="2064" y="1077"/>
                  </a:lnTo>
                  <a:lnTo>
                    <a:pt x="2064" y="1078"/>
                  </a:lnTo>
                  <a:lnTo>
                    <a:pt x="2065" y="1080"/>
                  </a:lnTo>
                  <a:lnTo>
                    <a:pt x="2068" y="1081"/>
                  </a:lnTo>
                  <a:lnTo>
                    <a:pt x="2071" y="1081"/>
                  </a:lnTo>
                  <a:lnTo>
                    <a:pt x="2071" y="1081"/>
                  </a:lnTo>
                  <a:lnTo>
                    <a:pt x="2093" y="1080"/>
                  </a:lnTo>
                  <a:lnTo>
                    <a:pt x="2103" y="1080"/>
                  </a:lnTo>
                  <a:lnTo>
                    <a:pt x="2113" y="1080"/>
                  </a:lnTo>
                  <a:lnTo>
                    <a:pt x="2193" y="969"/>
                  </a:lnTo>
                  <a:lnTo>
                    <a:pt x="2196" y="964"/>
                  </a:lnTo>
                  <a:close/>
                  <a:moveTo>
                    <a:pt x="1741" y="910"/>
                  </a:moveTo>
                  <a:lnTo>
                    <a:pt x="1741" y="910"/>
                  </a:lnTo>
                  <a:lnTo>
                    <a:pt x="1720" y="927"/>
                  </a:lnTo>
                  <a:lnTo>
                    <a:pt x="1698" y="945"/>
                  </a:lnTo>
                  <a:lnTo>
                    <a:pt x="1679" y="964"/>
                  </a:lnTo>
                  <a:lnTo>
                    <a:pt x="1661" y="984"/>
                  </a:lnTo>
                  <a:lnTo>
                    <a:pt x="1624" y="1026"/>
                  </a:lnTo>
                  <a:lnTo>
                    <a:pt x="1589" y="1068"/>
                  </a:lnTo>
                  <a:lnTo>
                    <a:pt x="1589" y="1068"/>
                  </a:lnTo>
                  <a:lnTo>
                    <a:pt x="1596" y="1073"/>
                  </a:lnTo>
                  <a:lnTo>
                    <a:pt x="1604" y="1074"/>
                  </a:lnTo>
                  <a:lnTo>
                    <a:pt x="1611" y="1074"/>
                  </a:lnTo>
                  <a:lnTo>
                    <a:pt x="1616" y="1071"/>
                  </a:lnTo>
                  <a:lnTo>
                    <a:pt x="1616" y="1071"/>
                  </a:lnTo>
                  <a:lnTo>
                    <a:pt x="1655" y="1032"/>
                  </a:lnTo>
                  <a:lnTo>
                    <a:pt x="1693" y="991"/>
                  </a:lnTo>
                  <a:lnTo>
                    <a:pt x="1711" y="970"/>
                  </a:lnTo>
                  <a:lnTo>
                    <a:pt x="1728" y="949"/>
                  </a:lnTo>
                  <a:lnTo>
                    <a:pt x="1743" y="927"/>
                  </a:lnTo>
                  <a:lnTo>
                    <a:pt x="1759" y="904"/>
                  </a:lnTo>
                  <a:lnTo>
                    <a:pt x="1759" y="904"/>
                  </a:lnTo>
                  <a:lnTo>
                    <a:pt x="1749" y="905"/>
                  </a:lnTo>
                  <a:lnTo>
                    <a:pt x="1741" y="910"/>
                  </a:lnTo>
                  <a:lnTo>
                    <a:pt x="1741" y="910"/>
                  </a:lnTo>
                  <a:close/>
                  <a:moveTo>
                    <a:pt x="1836" y="1078"/>
                  </a:moveTo>
                  <a:lnTo>
                    <a:pt x="1836" y="1078"/>
                  </a:lnTo>
                  <a:lnTo>
                    <a:pt x="1852" y="1081"/>
                  </a:lnTo>
                  <a:lnTo>
                    <a:pt x="1870" y="1084"/>
                  </a:lnTo>
                  <a:lnTo>
                    <a:pt x="1878" y="1083"/>
                  </a:lnTo>
                  <a:lnTo>
                    <a:pt x="1887" y="1081"/>
                  </a:lnTo>
                  <a:lnTo>
                    <a:pt x="1892" y="1078"/>
                  </a:lnTo>
                  <a:lnTo>
                    <a:pt x="1898" y="1074"/>
                  </a:lnTo>
                  <a:lnTo>
                    <a:pt x="1898" y="1074"/>
                  </a:lnTo>
                  <a:lnTo>
                    <a:pt x="1908" y="1059"/>
                  </a:lnTo>
                  <a:lnTo>
                    <a:pt x="1912" y="1052"/>
                  </a:lnTo>
                  <a:lnTo>
                    <a:pt x="1915" y="1043"/>
                  </a:lnTo>
                  <a:lnTo>
                    <a:pt x="1915" y="1043"/>
                  </a:lnTo>
                  <a:lnTo>
                    <a:pt x="1915" y="1042"/>
                  </a:lnTo>
                  <a:lnTo>
                    <a:pt x="1916" y="1038"/>
                  </a:lnTo>
                  <a:lnTo>
                    <a:pt x="1923" y="1028"/>
                  </a:lnTo>
                  <a:lnTo>
                    <a:pt x="1942" y="1007"/>
                  </a:lnTo>
                  <a:lnTo>
                    <a:pt x="1942" y="1007"/>
                  </a:lnTo>
                  <a:lnTo>
                    <a:pt x="1943" y="1007"/>
                  </a:lnTo>
                  <a:lnTo>
                    <a:pt x="2015" y="908"/>
                  </a:lnTo>
                  <a:lnTo>
                    <a:pt x="2015" y="908"/>
                  </a:lnTo>
                  <a:lnTo>
                    <a:pt x="1980" y="938"/>
                  </a:lnTo>
                  <a:lnTo>
                    <a:pt x="1946" y="967"/>
                  </a:lnTo>
                  <a:lnTo>
                    <a:pt x="1913" y="1000"/>
                  </a:lnTo>
                  <a:lnTo>
                    <a:pt x="1881" y="1032"/>
                  </a:lnTo>
                  <a:lnTo>
                    <a:pt x="1880" y="1026"/>
                  </a:lnTo>
                  <a:lnTo>
                    <a:pt x="1880" y="1026"/>
                  </a:lnTo>
                  <a:lnTo>
                    <a:pt x="1874" y="1032"/>
                  </a:lnTo>
                  <a:lnTo>
                    <a:pt x="1869" y="1038"/>
                  </a:lnTo>
                  <a:lnTo>
                    <a:pt x="1860" y="1052"/>
                  </a:lnTo>
                  <a:lnTo>
                    <a:pt x="1849" y="1066"/>
                  </a:lnTo>
                  <a:lnTo>
                    <a:pt x="1843" y="1073"/>
                  </a:lnTo>
                  <a:lnTo>
                    <a:pt x="1836" y="1078"/>
                  </a:lnTo>
                  <a:lnTo>
                    <a:pt x="1836" y="1078"/>
                  </a:lnTo>
                  <a:close/>
                  <a:moveTo>
                    <a:pt x="2650" y="918"/>
                  </a:moveTo>
                  <a:lnTo>
                    <a:pt x="2650" y="918"/>
                  </a:lnTo>
                  <a:lnTo>
                    <a:pt x="2608" y="952"/>
                  </a:lnTo>
                  <a:lnTo>
                    <a:pt x="2588" y="970"/>
                  </a:lnTo>
                  <a:lnTo>
                    <a:pt x="2568" y="988"/>
                  </a:lnTo>
                  <a:lnTo>
                    <a:pt x="2549" y="1008"/>
                  </a:lnTo>
                  <a:lnTo>
                    <a:pt x="2530" y="1028"/>
                  </a:lnTo>
                  <a:lnTo>
                    <a:pt x="2512" y="1049"/>
                  </a:lnTo>
                  <a:lnTo>
                    <a:pt x="2495" y="1071"/>
                  </a:lnTo>
                  <a:lnTo>
                    <a:pt x="2495" y="1071"/>
                  </a:lnTo>
                  <a:lnTo>
                    <a:pt x="2509" y="1071"/>
                  </a:lnTo>
                  <a:lnTo>
                    <a:pt x="2525" y="1073"/>
                  </a:lnTo>
                  <a:lnTo>
                    <a:pt x="2533" y="1073"/>
                  </a:lnTo>
                  <a:lnTo>
                    <a:pt x="2540" y="1071"/>
                  </a:lnTo>
                  <a:lnTo>
                    <a:pt x="2544" y="1070"/>
                  </a:lnTo>
                  <a:lnTo>
                    <a:pt x="2549" y="1067"/>
                  </a:lnTo>
                  <a:lnTo>
                    <a:pt x="2549" y="1067"/>
                  </a:lnTo>
                  <a:lnTo>
                    <a:pt x="2570" y="1033"/>
                  </a:lnTo>
                  <a:lnTo>
                    <a:pt x="2592" y="1001"/>
                  </a:lnTo>
                  <a:lnTo>
                    <a:pt x="2603" y="986"/>
                  </a:lnTo>
                  <a:lnTo>
                    <a:pt x="2616" y="972"/>
                  </a:lnTo>
                  <a:lnTo>
                    <a:pt x="2629" y="957"/>
                  </a:lnTo>
                  <a:lnTo>
                    <a:pt x="2643" y="945"/>
                  </a:lnTo>
                  <a:lnTo>
                    <a:pt x="2643" y="945"/>
                  </a:lnTo>
                  <a:lnTo>
                    <a:pt x="2644" y="943"/>
                  </a:lnTo>
                  <a:lnTo>
                    <a:pt x="2641" y="946"/>
                  </a:lnTo>
                  <a:lnTo>
                    <a:pt x="2639" y="948"/>
                  </a:lnTo>
                  <a:lnTo>
                    <a:pt x="2640" y="945"/>
                  </a:lnTo>
                  <a:lnTo>
                    <a:pt x="2640" y="945"/>
                  </a:lnTo>
                  <a:lnTo>
                    <a:pt x="2644" y="939"/>
                  </a:lnTo>
                  <a:lnTo>
                    <a:pt x="2648" y="931"/>
                  </a:lnTo>
                  <a:lnTo>
                    <a:pt x="2650" y="924"/>
                  </a:lnTo>
                  <a:lnTo>
                    <a:pt x="2654" y="917"/>
                  </a:lnTo>
                  <a:lnTo>
                    <a:pt x="2654" y="917"/>
                  </a:lnTo>
                  <a:lnTo>
                    <a:pt x="2650" y="918"/>
                  </a:lnTo>
                  <a:lnTo>
                    <a:pt x="2650" y="918"/>
                  </a:lnTo>
                  <a:close/>
                  <a:moveTo>
                    <a:pt x="23" y="461"/>
                  </a:moveTo>
                  <a:lnTo>
                    <a:pt x="23" y="461"/>
                  </a:lnTo>
                  <a:lnTo>
                    <a:pt x="35" y="439"/>
                  </a:lnTo>
                  <a:lnTo>
                    <a:pt x="46" y="415"/>
                  </a:lnTo>
                  <a:lnTo>
                    <a:pt x="71" y="370"/>
                  </a:lnTo>
                  <a:lnTo>
                    <a:pt x="71" y="370"/>
                  </a:lnTo>
                  <a:lnTo>
                    <a:pt x="61" y="380"/>
                  </a:lnTo>
                  <a:lnTo>
                    <a:pt x="53" y="391"/>
                  </a:lnTo>
                  <a:lnTo>
                    <a:pt x="45" y="401"/>
                  </a:lnTo>
                  <a:lnTo>
                    <a:pt x="35" y="409"/>
                  </a:lnTo>
                  <a:lnTo>
                    <a:pt x="35" y="409"/>
                  </a:lnTo>
                  <a:lnTo>
                    <a:pt x="39" y="394"/>
                  </a:lnTo>
                  <a:lnTo>
                    <a:pt x="45" y="378"/>
                  </a:lnTo>
                  <a:lnTo>
                    <a:pt x="57" y="349"/>
                  </a:lnTo>
                  <a:lnTo>
                    <a:pt x="73" y="319"/>
                  </a:lnTo>
                  <a:lnTo>
                    <a:pt x="87" y="293"/>
                  </a:lnTo>
                  <a:lnTo>
                    <a:pt x="52" y="339"/>
                  </a:lnTo>
                  <a:lnTo>
                    <a:pt x="52" y="339"/>
                  </a:lnTo>
                  <a:lnTo>
                    <a:pt x="49" y="342"/>
                  </a:lnTo>
                  <a:lnTo>
                    <a:pt x="47" y="343"/>
                  </a:lnTo>
                  <a:lnTo>
                    <a:pt x="46" y="341"/>
                  </a:lnTo>
                  <a:lnTo>
                    <a:pt x="45" y="339"/>
                  </a:lnTo>
                  <a:lnTo>
                    <a:pt x="45" y="332"/>
                  </a:lnTo>
                  <a:lnTo>
                    <a:pt x="46" y="326"/>
                  </a:lnTo>
                  <a:lnTo>
                    <a:pt x="46" y="326"/>
                  </a:lnTo>
                  <a:lnTo>
                    <a:pt x="68" y="290"/>
                  </a:lnTo>
                  <a:lnTo>
                    <a:pt x="89" y="252"/>
                  </a:lnTo>
                  <a:lnTo>
                    <a:pt x="111" y="214"/>
                  </a:lnTo>
                  <a:lnTo>
                    <a:pt x="132" y="178"/>
                  </a:lnTo>
                  <a:lnTo>
                    <a:pt x="122" y="185"/>
                  </a:lnTo>
                  <a:lnTo>
                    <a:pt x="122" y="185"/>
                  </a:lnTo>
                  <a:lnTo>
                    <a:pt x="99" y="208"/>
                  </a:lnTo>
                  <a:lnTo>
                    <a:pt x="78" y="235"/>
                  </a:lnTo>
                  <a:lnTo>
                    <a:pt x="68" y="251"/>
                  </a:lnTo>
                  <a:lnTo>
                    <a:pt x="60" y="266"/>
                  </a:lnTo>
                  <a:lnTo>
                    <a:pt x="52" y="282"/>
                  </a:lnTo>
                  <a:lnTo>
                    <a:pt x="43" y="298"/>
                  </a:lnTo>
                  <a:lnTo>
                    <a:pt x="37" y="315"/>
                  </a:lnTo>
                  <a:lnTo>
                    <a:pt x="32" y="334"/>
                  </a:lnTo>
                  <a:lnTo>
                    <a:pt x="26" y="353"/>
                  </a:lnTo>
                  <a:lnTo>
                    <a:pt x="23" y="373"/>
                  </a:lnTo>
                  <a:lnTo>
                    <a:pt x="21" y="394"/>
                  </a:lnTo>
                  <a:lnTo>
                    <a:pt x="21" y="415"/>
                  </a:lnTo>
                  <a:lnTo>
                    <a:pt x="21" y="438"/>
                  </a:lnTo>
                  <a:lnTo>
                    <a:pt x="23" y="461"/>
                  </a:lnTo>
                  <a:lnTo>
                    <a:pt x="23" y="461"/>
                  </a:lnTo>
                  <a:close/>
                  <a:moveTo>
                    <a:pt x="926" y="1002"/>
                  </a:moveTo>
                  <a:lnTo>
                    <a:pt x="926" y="1002"/>
                  </a:lnTo>
                  <a:lnTo>
                    <a:pt x="919" y="1005"/>
                  </a:lnTo>
                  <a:lnTo>
                    <a:pt x="913" y="1008"/>
                  </a:lnTo>
                  <a:lnTo>
                    <a:pt x="906" y="1012"/>
                  </a:lnTo>
                  <a:lnTo>
                    <a:pt x="900" y="1018"/>
                  </a:lnTo>
                  <a:lnTo>
                    <a:pt x="895" y="1025"/>
                  </a:lnTo>
                  <a:lnTo>
                    <a:pt x="890" y="1032"/>
                  </a:lnTo>
                  <a:lnTo>
                    <a:pt x="888" y="1040"/>
                  </a:lnTo>
                  <a:lnTo>
                    <a:pt x="886" y="1049"/>
                  </a:lnTo>
                  <a:lnTo>
                    <a:pt x="886" y="1049"/>
                  </a:lnTo>
                  <a:lnTo>
                    <a:pt x="909" y="1050"/>
                  </a:lnTo>
                  <a:lnTo>
                    <a:pt x="923" y="1050"/>
                  </a:lnTo>
                  <a:lnTo>
                    <a:pt x="928" y="1050"/>
                  </a:lnTo>
                  <a:lnTo>
                    <a:pt x="931" y="1049"/>
                  </a:lnTo>
                  <a:lnTo>
                    <a:pt x="931" y="1049"/>
                  </a:lnTo>
                  <a:lnTo>
                    <a:pt x="935" y="1046"/>
                  </a:lnTo>
                  <a:lnTo>
                    <a:pt x="940" y="1040"/>
                  </a:lnTo>
                  <a:lnTo>
                    <a:pt x="949" y="1028"/>
                  </a:lnTo>
                  <a:lnTo>
                    <a:pt x="965" y="1004"/>
                  </a:lnTo>
                  <a:lnTo>
                    <a:pt x="965" y="1004"/>
                  </a:lnTo>
                  <a:lnTo>
                    <a:pt x="985" y="977"/>
                  </a:lnTo>
                  <a:lnTo>
                    <a:pt x="1006" y="949"/>
                  </a:lnTo>
                  <a:lnTo>
                    <a:pt x="1024" y="920"/>
                  </a:lnTo>
                  <a:lnTo>
                    <a:pt x="1041" y="891"/>
                  </a:lnTo>
                  <a:lnTo>
                    <a:pt x="1041" y="891"/>
                  </a:lnTo>
                  <a:lnTo>
                    <a:pt x="1010" y="917"/>
                  </a:lnTo>
                  <a:lnTo>
                    <a:pt x="980" y="942"/>
                  </a:lnTo>
                  <a:lnTo>
                    <a:pt x="952" y="972"/>
                  </a:lnTo>
                  <a:lnTo>
                    <a:pt x="926" y="1002"/>
                  </a:lnTo>
                  <a:lnTo>
                    <a:pt x="926" y="1002"/>
                  </a:lnTo>
                  <a:close/>
                  <a:moveTo>
                    <a:pt x="948" y="901"/>
                  </a:moveTo>
                  <a:lnTo>
                    <a:pt x="948" y="901"/>
                  </a:lnTo>
                  <a:lnTo>
                    <a:pt x="930" y="914"/>
                  </a:lnTo>
                  <a:lnTo>
                    <a:pt x="913" y="929"/>
                  </a:lnTo>
                  <a:lnTo>
                    <a:pt x="879" y="960"/>
                  </a:lnTo>
                  <a:lnTo>
                    <a:pt x="845" y="991"/>
                  </a:lnTo>
                  <a:lnTo>
                    <a:pt x="829" y="1005"/>
                  </a:lnTo>
                  <a:lnTo>
                    <a:pt x="810" y="1021"/>
                  </a:lnTo>
                  <a:lnTo>
                    <a:pt x="810" y="1021"/>
                  </a:lnTo>
                  <a:lnTo>
                    <a:pt x="810" y="1023"/>
                  </a:lnTo>
                  <a:lnTo>
                    <a:pt x="810" y="1026"/>
                  </a:lnTo>
                  <a:lnTo>
                    <a:pt x="808" y="1031"/>
                  </a:lnTo>
                  <a:lnTo>
                    <a:pt x="803" y="1033"/>
                  </a:lnTo>
                  <a:lnTo>
                    <a:pt x="798" y="1035"/>
                  </a:lnTo>
                  <a:lnTo>
                    <a:pt x="798" y="1035"/>
                  </a:lnTo>
                  <a:lnTo>
                    <a:pt x="795" y="1036"/>
                  </a:lnTo>
                  <a:lnTo>
                    <a:pt x="793" y="1038"/>
                  </a:lnTo>
                  <a:lnTo>
                    <a:pt x="793" y="1040"/>
                  </a:lnTo>
                  <a:lnTo>
                    <a:pt x="793" y="1040"/>
                  </a:lnTo>
                  <a:lnTo>
                    <a:pt x="795" y="1042"/>
                  </a:lnTo>
                  <a:lnTo>
                    <a:pt x="796" y="1040"/>
                  </a:lnTo>
                  <a:lnTo>
                    <a:pt x="798" y="1039"/>
                  </a:lnTo>
                  <a:lnTo>
                    <a:pt x="798" y="1039"/>
                  </a:lnTo>
                  <a:lnTo>
                    <a:pt x="802" y="1042"/>
                  </a:lnTo>
                  <a:lnTo>
                    <a:pt x="809" y="1043"/>
                  </a:lnTo>
                  <a:lnTo>
                    <a:pt x="816" y="1045"/>
                  </a:lnTo>
                  <a:lnTo>
                    <a:pt x="824" y="1045"/>
                  </a:lnTo>
                  <a:lnTo>
                    <a:pt x="840" y="1043"/>
                  </a:lnTo>
                  <a:lnTo>
                    <a:pt x="855" y="1043"/>
                  </a:lnTo>
                  <a:lnTo>
                    <a:pt x="855" y="1043"/>
                  </a:lnTo>
                  <a:lnTo>
                    <a:pt x="867" y="1023"/>
                  </a:lnTo>
                  <a:lnTo>
                    <a:pt x="879" y="1005"/>
                  </a:lnTo>
                  <a:lnTo>
                    <a:pt x="906" y="967"/>
                  </a:lnTo>
                  <a:lnTo>
                    <a:pt x="933" y="931"/>
                  </a:lnTo>
                  <a:lnTo>
                    <a:pt x="959" y="898"/>
                  </a:lnTo>
                  <a:lnTo>
                    <a:pt x="959" y="898"/>
                  </a:lnTo>
                  <a:lnTo>
                    <a:pt x="954" y="898"/>
                  </a:lnTo>
                  <a:lnTo>
                    <a:pt x="948" y="901"/>
                  </a:lnTo>
                  <a:lnTo>
                    <a:pt x="948" y="901"/>
                  </a:lnTo>
                  <a:close/>
                  <a:moveTo>
                    <a:pt x="2724" y="912"/>
                  </a:moveTo>
                  <a:lnTo>
                    <a:pt x="2724" y="912"/>
                  </a:lnTo>
                  <a:lnTo>
                    <a:pt x="2702" y="929"/>
                  </a:lnTo>
                  <a:lnTo>
                    <a:pt x="2679" y="946"/>
                  </a:lnTo>
                  <a:lnTo>
                    <a:pt x="2658" y="964"/>
                  </a:lnTo>
                  <a:lnTo>
                    <a:pt x="2639" y="983"/>
                  </a:lnTo>
                  <a:lnTo>
                    <a:pt x="2619" y="1002"/>
                  </a:lnTo>
                  <a:lnTo>
                    <a:pt x="2599" y="1023"/>
                  </a:lnTo>
                  <a:lnTo>
                    <a:pt x="2581" y="1046"/>
                  </a:lnTo>
                  <a:lnTo>
                    <a:pt x="2564" y="1068"/>
                  </a:lnTo>
                  <a:lnTo>
                    <a:pt x="2564" y="1068"/>
                  </a:lnTo>
                  <a:lnTo>
                    <a:pt x="2578" y="1068"/>
                  </a:lnTo>
                  <a:lnTo>
                    <a:pt x="2591" y="1070"/>
                  </a:lnTo>
                  <a:lnTo>
                    <a:pt x="2602" y="1068"/>
                  </a:lnTo>
                  <a:lnTo>
                    <a:pt x="2606" y="1067"/>
                  </a:lnTo>
                  <a:lnTo>
                    <a:pt x="2609" y="1064"/>
                  </a:lnTo>
                  <a:lnTo>
                    <a:pt x="2692" y="962"/>
                  </a:lnTo>
                  <a:lnTo>
                    <a:pt x="2692" y="962"/>
                  </a:lnTo>
                  <a:lnTo>
                    <a:pt x="2698" y="959"/>
                  </a:lnTo>
                  <a:lnTo>
                    <a:pt x="2703" y="953"/>
                  </a:lnTo>
                  <a:lnTo>
                    <a:pt x="2709" y="948"/>
                  </a:lnTo>
                  <a:lnTo>
                    <a:pt x="2714" y="941"/>
                  </a:lnTo>
                  <a:lnTo>
                    <a:pt x="2720" y="932"/>
                  </a:lnTo>
                  <a:lnTo>
                    <a:pt x="2724" y="924"/>
                  </a:lnTo>
                  <a:lnTo>
                    <a:pt x="2729" y="915"/>
                  </a:lnTo>
                  <a:lnTo>
                    <a:pt x="2730" y="907"/>
                  </a:lnTo>
                  <a:lnTo>
                    <a:pt x="2730" y="907"/>
                  </a:lnTo>
                  <a:lnTo>
                    <a:pt x="2724" y="912"/>
                  </a:lnTo>
                  <a:lnTo>
                    <a:pt x="2724" y="912"/>
                  </a:lnTo>
                  <a:close/>
                  <a:moveTo>
                    <a:pt x="81" y="737"/>
                  </a:moveTo>
                  <a:lnTo>
                    <a:pt x="81" y="737"/>
                  </a:lnTo>
                  <a:lnTo>
                    <a:pt x="75" y="747"/>
                  </a:lnTo>
                  <a:lnTo>
                    <a:pt x="71" y="757"/>
                  </a:lnTo>
                  <a:lnTo>
                    <a:pt x="71" y="757"/>
                  </a:lnTo>
                  <a:lnTo>
                    <a:pt x="92" y="730"/>
                  </a:lnTo>
                  <a:lnTo>
                    <a:pt x="113" y="703"/>
                  </a:lnTo>
                  <a:lnTo>
                    <a:pt x="136" y="679"/>
                  </a:lnTo>
                  <a:lnTo>
                    <a:pt x="161" y="657"/>
                  </a:lnTo>
                  <a:lnTo>
                    <a:pt x="161" y="657"/>
                  </a:lnTo>
                  <a:lnTo>
                    <a:pt x="160" y="601"/>
                  </a:lnTo>
                  <a:lnTo>
                    <a:pt x="158" y="574"/>
                  </a:lnTo>
                  <a:lnTo>
                    <a:pt x="156" y="549"/>
                  </a:lnTo>
                  <a:lnTo>
                    <a:pt x="156" y="549"/>
                  </a:lnTo>
                  <a:lnTo>
                    <a:pt x="151" y="558"/>
                  </a:lnTo>
                  <a:lnTo>
                    <a:pt x="144" y="570"/>
                  </a:lnTo>
                  <a:lnTo>
                    <a:pt x="137" y="577"/>
                  </a:lnTo>
                  <a:lnTo>
                    <a:pt x="136" y="578"/>
                  </a:lnTo>
                  <a:lnTo>
                    <a:pt x="134" y="577"/>
                  </a:lnTo>
                  <a:lnTo>
                    <a:pt x="134" y="577"/>
                  </a:lnTo>
                  <a:lnTo>
                    <a:pt x="132" y="577"/>
                  </a:lnTo>
                  <a:lnTo>
                    <a:pt x="130" y="578"/>
                  </a:lnTo>
                  <a:lnTo>
                    <a:pt x="129" y="581"/>
                  </a:lnTo>
                  <a:lnTo>
                    <a:pt x="130" y="584"/>
                  </a:lnTo>
                  <a:lnTo>
                    <a:pt x="130" y="589"/>
                  </a:lnTo>
                  <a:lnTo>
                    <a:pt x="130" y="589"/>
                  </a:lnTo>
                  <a:lnTo>
                    <a:pt x="101" y="636"/>
                  </a:lnTo>
                  <a:lnTo>
                    <a:pt x="87" y="661"/>
                  </a:lnTo>
                  <a:lnTo>
                    <a:pt x="73" y="686"/>
                  </a:lnTo>
                  <a:lnTo>
                    <a:pt x="73" y="686"/>
                  </a:lnTo>
                  <a:lnTo>
                    <a:pt x="87" y="668"/>
                  </a:lnTo>
                  <a:lnTo>
                    <a:pt x="101" y="653"/>
                  </a:lnTo>
                  <a:lnTo>
                    <a:pt x="130" y="622"/>
                  </a:lnTo>
                  <a:lnTo>
                    <a:pt x="130" y="622"/>
                  </a:lnTo>
                  <a:lnTo>
                    <a:pt x="136" y="616"/>
                  </a:lnTo>
                  <a:lnTo>
                    <a:pt x="141" y="612"/>
                  </a:lnTo>
                  <a:lnTo>
                    <a:pt x="146" y="610"/>
                  </a:lnTo>
                  <a:lnTo>
                    <a:pt x="148" y="610"/>
                  </a:lnTo>
                  <a:lnTo>
                    <a:pt x="151" y="610"/>
                  </a:lnTo>
                  <a:lnTo>
                    <a:pt x="156" y="613"/>
                  </a:lnTo>
                  <a:lnTo>
                    <a:pt x="112" y="683"/>
                  </a:lnTo>
                  <a:lnTo>
                    <a:pt x="112" y="683"/>
                  </a:lnTo>
                  <a:lnTo>
                    <a:pt x="111" y="682"/>
                  </a:lnTo>
                  <a:lnTo>
                    <a:pt x="112" y="679"/>
                  </a:lnTo>
                  <a:lnTo>
                    <a:pt x="113" y="675"/>
                  </a:lnTo>
                  <a:lnTo>
                    <a:pt x="113" y="672"/>
                  </a:lnTo>
                  <a:lnTo>
                    <a:pt x="94" y="706"/>
                  </a:lnTo>
                  <a:lnTo>
                    <a:pt x="94" y="707"/>
                  </a:lnTo>
                  <a:lnTo>
                    <a:pt x="92" y="712"/>
                  </a:lnTo>
                  <a:lnTo>
                    <a:pt x="89" y="713"/>
                  </a:lnTo>
                  <a:lnTo>
                    <a:pt x="89" y="713"/>
                  </a:lnTo>
                  <a:lnTo>
                    <a:pt x="84" y="717"/>
                  </a:lnTo>
                  <a:lnTo>
                    <a:pt x="82" y="720"/>
                  </a:lnTo>
                  <a:lnTo>
                    <a:pt x="84" y="723"/>
                  </a:lnTo>
                  <a:lnTo>
                    <a:pt x="85" y="723"/>
                  </a:lnTo>
                  <a:lnTo>
                    <a:pt x="85" y="723"/>
                  </a:lnTo>
                  <a:lnTo>
                    <a:pt x="82" y="727"/>
                  </a:lnTo>
                  <a:lnTo>
                    <a:pt x="81" y="733"/>
                  </a:lnTo>
                  <a:lnTo>
                    <a:pt x="81" y="733"/>
                  </a:lnTo>
                  <a:lnTo>
                    <a:pt x="81" y="737"/>
                  </a:lnTo>
                  <a:lnTo>
                    <a:pt x="81" y="737"/>
                  </a:lnTo>
                  <a:close/>
                  <a:moveTo>
                    <a:pt x="147" y="324"/>
                  </a:moveTo>
                  <a:lnTo>
                    <a:pt x="60" y="433"/>
                  </a:lnTo>
                  <a:lnTo>
                    <a:pt x="60" y="433"/>
                  </a:lnTo>
                  <a:lnTo>
                    <a:pt x="42" y="454"/>
                  </a:lnTo>
                  <a:lnTo>
                    <a:pt x="35" y="467"/>
                  </a:lnTo>
                  <a:lnTo>
                    <a:pt x="28" y="478"/>
                  </a:lnTo>
                  <a:lnTo>
                    <a:pt x="22" y="492"/>
                  </a:lnTo>
                  <a:lnTo>
                    <a:pt x="19" y="506"/>
                  </a:lnTo>
                  <a:lnTo>
                    <a:pt x="19" y="515"/>
                  </a:lnTo>
                  <a:lnTo>
                    <a:pt x="19" y="523"/>
                  </a:lnTo>
                  <a:lnTo>
                    <a:pt x="21" y="532"/>
                  </a:lnTo>
                  <a:lnTo>
                    <a:pt x="23" y="540"/>
                  </a:lnTo>
                  <a:lnTo>
                    <a:pt x="125" y="370"/>
                  </a:lnTo>
                  <a:lnTo>
                    <a:pt x="125" y="370"/>
                  </a:lnTo>
                  <a:lnTo>
                    <a:pt x="130" y="360"/>
                  </a:lnTo>
                  <a:lnTo>
                    <a:pt x="139" y="349"/>
                  </a:lnTo>
                  <a:lnTo>
                    <a:pt x="143" y="342"/>
                  </a:lnTo>
                  <a:lnTo>
                    <a:pt x="146" y="336"/>
                  </a:lnTo>
                  <a:lnTo>
                    <a:pt x="148" y="331"/>
                  </a:lnTo>
                  <a:lnTo>
                    <a:pt x="147" y="324"/>
                  </a:lnTo>
                  <a:lnTo>
                    <a:pt x="147" y="324"/>
                  </a:lnTo>
                  <a:close/>
                  <a:moveTo>
                    <a:pt x="883" y="898"/>
                  </a:moveTo>
                  <a:lnTo>
                    <a:pt x="883" y="898"/>
                  </a:lnTo>
                  <a:lnTo>
                    <a:pt x="844" y="929"/>
                  </a:lnTo>
                  <a:lnTo>
                    <a:pt x="824" y="946"/>
                  </a:lnTo>
                  <a:lnTo>
                    <a:pt x="805" y="963"/>
                  </a:lnTo>
                  <a:lnTo>
                    <a:pt x="788" y="981"/>
                  </a:lnTo>
                  <a:lnTo>
                    <a:pt x="771" y="1001"/>
                  </a:lnTo>
                  <a:lnTo>
                    <a:pt x="756" y="1021"/>
                  </a:lnTo>
                  <a:lnTo>
                    <a:pt x="742" y="1043"/>
                  </a:lnTo>
                  <a:lnTo>
                    <a:pt x="775" y="1045"/>
                  </a:lnTo>
                  <a:lnTo>
                    <a:pt x="775" y="1045"/>
                  </a:lnTo>
                  <a:lnTo>
                    <a:pt x="782" y="1033"/>
                  </a:lnTo>
                  <a:lnTo>
                    <a:pt x="789" y="1022"/>
                  </a:lnTo>
                  <a:lnTo>
                    <a:pt x="799" y="1011"/>
                  </a:lnTo>
                  <a:lnTo>
                    <a:pt x="809" y="1002"/>
                  </a:lnTo>
                  <a:lnTo>
                    <a:pt x="809" y="1000"/>
                  </a:lnTo>
                  <a:lnTo>
                    <a:pt x="809" y="1000"/>
                  </a:lnTo>
                  <a:lnTo>
                    <a:pt x="829" y="976"/>
                  </a:lnTo>
                  <a:lnTo>
                    <a:pt x="850" y="952"/>
                  </a:lnTo>
                  <a:lnTo>
                    <a:pt x="868" y="925"/>
                  </a:lnTo>
                  <a:lnTo>
                    <a:pt x="883" y="898"/>
                  </a:lnTo>
                  <a:lnTo>
                    <a:pt x="883" y="898"/>
                  </a:lnTo>
                  <a:close/>
                  <a:moveTo>
                    <a:pt x="25" y="554"/>
                  </a:moveTo>
                  <a:lnTo>
                    <a:pt x="25" y="554"/>
                  </a:lnTo>
                  <a:lnTo>
                    <a:pt x="23" y="558"/>
                  </a:lnTo>
                  <a:lnTo>
                    <a:pt x="22" y="564"/>
                  </a:lnTo>
                  <a:lnTo>
                    <a:pt x="22" y="577"/>
                  </a:lnTo>
                  <a:lnTo>
                    <a:pt x="22" y="603"/>
                  </a:lnTo>
                  <a:lnTo>
                    <a:pt x="22" y="603"/>
                  </a:lnTo>
                  <a:lnTo>
                    <a:pt x="39" y="579"/>
                  </a:lnTo>
                  <a:lnTo>
                    <a:pt x="56" y="554"/>
                  </a:lnTo>
                  <a:lnTo>
                    <a:pt x="88" y="502"/>
                  </a:lnTo>
                  <a:lnTo>
                    <a:pt x="119" y="449"/>
                  </a:lnTo>
                  <a:lnTo>
                    <a:pt x="151" y="398"/>
                  </a:lnTo>
                  <a:lnTo>
                    <a:pt x="151" y="398"/>
                  </a:lnTo>
                  <a:lnTo>
                    <a:pt x="133" y="415"/>
                  </a:lnTo>
                  <a:lnTo>
                    <a:pt x="116" y="433"/>
                  </a:lnTo>
                  <a:lnTo>
                    <a:pt x="99" y="452"/>
                  </a:lnTo>
                  <a:lnTo>
                    <a:pt x="82" y="471"/>
                  </a:lnTo>
                  <a:lnTo>
                    <a:pt x="67" y="491"/>
                  </a:lnTo>
                  <a:lnTo>
                    <a:pt x="53" y="512"/>
                  </a:lnTo>
                  <a:lnTo>
                    <a:pt x="39" y="533"/>
                  </a:lnTo>
                  <a:lnTo>
                    <a:pt x="25" y="554"/>
                  </a:lnTo>
                  <a:lnTo>
                    <a:pt x="25" y="554"/>
                  </a:lnTo>
                  <a:close/>
                  <a:moveTo>
                    <a:pt x="527" y="1033"/>
                  </a:moveTo>
                  <a:lnTo>
                    <a:pt x="527" y="1033"/>
                  </a:lnTo>
                  <a:lnTo>
                    <a:pt x="549" y="1038"/>
                  </a:lnTo>
                  <a:lnTo>
                    <a:pt x="560" y="1038"/>
                  </a:lnTo>
                  <a:lnTo>
                    <a:pt x="564" y="1038"/>
                  </a:lnTo>
                  <a:lnTo>
                    <a:pt x="566" y="1035"/>
                  </a:lnTo>
                  <a:lnTo>
                    <a:pt x="566" y="1035"/>
                  </a:lnTo>
                  <a:lnTo>
                    <a:pt x="576" y="1022"/>
                  </a:lnTo>
                  <a:lnTo>
                    <a:pt x="584" y="1009"/>
                  </a:lnTo>
                  <a:lnTo>
                    <a:pt x="605" y="987"/>
                  </a:lnTo>
                  <a:lnTo>
                    <a:pt x="626" y="964"/>
                  </a:lnTo>
                  <a:lnTo>
                    <a:pt x="636" y="952"/>
                  </a:lnTo>
                  <a:lnTo>
                    <a:pt x="645" y="939"/>
                  </a:lnTo>
                  <a:lnTo>
                    <a:pt x="645" y="939"/>
                  </a:lnTo>
                  <a:lnTo>
                    <a:pt x="652" y="929"/>
                  </a:lnTo>
                  <a:lnTo>
                    <a:pt x="659" y="922"/>
                  </a:lnTo>
                  <a:lnTo>
                    <a:pt x="666" y="915"/>
                  </a:lnTo>
                  <a:lnTo>
                    <a:pt x="668" y="911"/>
                  </a:lnTo>
                  <a:lnTo>
                    <a:pt x="670" y="904"/>
                  </a:lnTo>
                  <a:lnTo>
                    <a:pt x="670" y="904"/>
                  </a:lnTo>
                  <a:lnTo>
                    <a:pt x="654" y="914"/>
                  </a:lnTo>
                  <a:lnTo>
                    <a:pt x="639" y="925"/>
                  </a:lnTo>
                  <a:lnTo>
                    <a:pt x="609" y="948"/>
                  </a:lnTo>
                  <a:lnTo>
                    <a:pt x="581" y="973"/>
                  </a:lnTo>
                  <a:lnTo>
                    <a:pt x="555" y="998"/>
                  </a:lnTo>
                  <a:lnTo>
                    <a:pt x="555" y="998"/>
                  </a:lnTo>
                  <a:lnTo>
                    <a:pt x="550" y="998"/>
                  </a:lnTo>
                  <a:lnTo>
                    <a:pt x="546" y="1001"/>
                  </a:lnTo>
                  <a:lnTo>
                    <a:pt x="543" y="1005"/>
                  </a:lnTo>
                  <a:lnTo>
                    <a:pt x="539" y="1011"/>
                  </a:lnTo>
                  <a:lnTo>
                    <a:pt x="527" y="1033"/>
                  </a:lnTo>
                  <a:lnTo>
                    <a:pt x="527" y="1033"/>
                  </a:lnTo>
                  <a:close/>
                  <a:moveTo>
                    <a:pt x="1916" y="949"/>
                  </a:moveTo>
                  <a:lnTo>
                    <a:pt x="1916" y="949"/>
                  </a:lnTo>
                  <a:lnTo>
                    <a:pt x="1915" y="955"/>
                  </a:lnTo>
                  <a:lnTo>
                    <a:pt x="1913" y="959"/>
                  </a:lnTo>
                  <a:lnTo>
                    <a:pt x="1906" y="969"/>
                  </a:lnTo>
                  <a:lnTo>
                    <a:pt x="1906" y="969"/>
                  </a:lnTo>
                  <a:lnTo>
                    <a:pt x="1888" y="993"/>
                  </a:lnTo>
                  <a:lnTo>
                    <a:pt x="1870" y="1016"/>
                  </a:lnTo>
                  <a:lnTo>
                    <a:pt x="1852" y="1043"/>
                  </a:lnTo>
                  <a:lnTo>
                    <a:pt x="1835" y="1071"/>
                  </a:lnTo>
                  <a:lnTo>
                    <a:pt x="1835" y="1071"/>
                  </a:lnTo>
                  <a:lnTo>
                    <a:pt x="1839" y="1070"/>
                  </a:lnTo>
                  <a:lnTo>
                    <a:pt x="1842" y="1067"/>
                  </a:lnTo>
                  <a:lnTo>
                    <a:pt x="1843" y="1063"/>
                  </a:lnTo>
                  <a:lnTo>
                    <a:pt x="1843" y="1063"/>
                  </a:lnTo>
                  <a:lnTo>
                    <a:pt x="1861" y="1040"/>
                  </a:lnTo>
                  <a:lnTo>
                    <a:pt x="1880" y="1019"/>
                  </a:lnTo>
                  <a:lnTo>
                    <a:pt x="1919" y="979"/>
                  </a:lnTo>
                  <a:lnTo>
                    <a:pt x="1961" y="941"/>
                  </a:lnTo>
                  <a:lnTo>
                    <a:pt x="2002" y="903"/>
                  </a:lnTo>
                  <a:lnTo>
                    <a:pt x="1951" y="903"/>
                  </a:lnTo>
                  <a:lnTo>
                    <a:pt x="1951" y="903"/>
                  </a:lnTo>
                  <a:lnTo>
                    <a:pt x="1943" y="915"/>
                  </a:lnTo>
                  <a:lnTo>
                    <a:pt x="1932" y="927"/>
                  </a:lnTo>
                  <a:lnTo>
                    <a:pt x="1920" y="938"/>
                  </a:lnTo>
                  <a:lnTo>
                    <a:pt x="1909" y="949"/>
                  </a:lnTo>
                  <a:lnTo>
                    <a:pt x="1916" y="949"/>
                  </a:lnTo>
                  <a:close/>
                  <a:moveTo>
                    <a:pt x="144" y="488"/>
                  </a:moveTo>
                  <a:lnTo>
                    <a:pt x="144" y="488"/>
                  </a:lnTo>
                  <a:lnTo>
                    <a:pt x="129" y="504"/>
                  </a:lnTo>
                  <a:lnTo>
                    <a:pt x="113" y="519"/>
                  </a:lnTo>
                  <a:lnTo>
                    <a:pt x="85" y="550"/>
                  </a:lnTo>
                  <a:lnTo>
                    <a:pt x="59" y="584"/>
                  </a:lnTo>
                  <a:lnTo>
                    <a:pt x="33" y="619"/>
                  </a:lnTo>
                  <a:lnTo>
                    <a:pt x="33" y="619"/>
                  </a:lnTo>
                  <a:lnTo>
                    <a:pt x="29" y="626"/>
                  </a:lnTo>
                  <a:lnTo>
                    <a:pt x="26" y="631"/>
                  </a:lnTo>
                  <a:lnTo>
                    <a:pt x="23" y="645"/>
                  </a:lnTo>
                  <a:lnTo>
                    <a:pt x="22" y="662"/>
                  </a:lnTo>
                  <a:lnTo>
                    <a:pt x="18" y="681"/>
                  </a:lnTo>
                  <a:lnTo>
                    <a:pt x="18" y="681"/>
                  </a:lnTo>
                  <a:lnTo>
                    <a:pt x="64" y="620"/>
                  </a:lnTo>
                  <a:lnTo>
                    <a:pt x="85" y="589"/>
                  </a:lnTo>
                  <a:lnTo>
                    <a:pt x="94" y="574"/>
                  </a:lnTo>
                  <a:lnTo>
                    <a:pt x="102" y="557"/>
                  </a:lnTo>
                  <a:lnTo>
                    <a:pt x="102" y="557"/>
                  </a:lnTo>
                  <a:lnTo>
                    <a:pt x="125" y="523"/>
                  </a:lnTo>
                  <a:lnTo>
                    <a:pt x="134" y="506"/>
                  </a:lnTo>
                  <a:lnTo>
                    <a:pt x="144" y="488"/>
                  </a:lnTo>
                  <a:lnTo>
                    <a:pt x="144" y="488"/>
                  </a:lnTo>
                  <a:close/>
                  <a:moveTo>
                    <a:pt x="871" y="1045"/>
                  </a:moveTo>
                  <a:lnTo>
                    <a:pt x="871" y="1045"/>
                  </a:lnTo>
                  <a:lnTo>
                    <a:pt x="909" y="1001"/>
                  </a:lnTo>
                  <a:lnTo>
                    <a:pt x="948" y="959"/>
                  </a:lnTo>
                  <a:lnTo>
                    <a:pt x="990" y="918"/>
                  </a:lnTo>
                  <a:lnTo>
                    <a:pt x="1032" y="880"/>
                  </a:lnTo>
                  <a:lnTo>
                    <a:pt x="1032" y="880"/>
                  </a:lnTo>
                  <a:lnTo>
                    <a:pt x="1023" y="877"/>
                  </a:lnTo>
                  <a:lnTo>
                    <a:pt x="1010" y="876"/>
                  </a:lnTo>
                  <a:lnTo>
                    <a:pt x="1004" y="876"/>
                  </a:lnTo>
                  <a:lnTo>
                    <a:pt x="999" y="877"/>
                  </a:lnTo>
                  <a:lnTo>
                    <a:pt x="994" y="879"/>
                  </a:lnTo>
                  <a:lnTo>
                    <a:pt x="990" y="882"/>
                  </a:lnTo>
                  <a:lnTo>
                    <a:pt x="990" y="882"/>
                  </a:lnTo>
                  <a:lnTo>
                    <a:pt x="958" y="921"/>
                  </a:lnTo>
                  <a:lnTo>
                    <a:pt x="927" y="960"/>
                  </a:lnTo>
                  <a:lnTo>
                    <a:pt x="897" y="1002"/>
                  </a:lnTo>
                  <a:lnTo>
                    <a:pt x="883" y="1023"/>
                  </a:lnTo>
                  <a:lnTo>
                    <a:pt x="871" y="1045"/>
                  </a:lnTo>
                  <a:lnTo>
                    <a:pt x="871" y="1045"/>
                  </a:lnTo>
                  <a:close/>
                  <a:moveTo>
                    <a:pt x="638" y="1032"/>
                  </a:moveTo>
                  <a:lnTo>
                    <a:pt x="638" y="1032"/>
                  </a:lnTo>
                  <a:lnTo>
                    <a:pt x="643" y="1031"/>
                  </a:lnTo>
                  <a:lnTo>
                    <a:pt x="647" y="1026"/>
                  </a:lnTo>
                  <a:lnTo>
                    <a:pt x="654" y="1016"/>
                  </a:lnTo>
                  <a:lnTo>
                    <a:pt x="661" y="1007"/>
                  </a:lnTo>
                  <a:lnTo>
                    <a:pt x="670" y="995"/>
                  </a:lnTo>
                  <a:lnTo>
                    <a:pt x="670" y="993"/>
                  </a:lnTo>
                  <a:lnTo>
                    <a:pt x="670" y="993"/>
                  </a:lnTo>
                  <a:lnTo>
                    <a:pt x="675" y="983"/>
                  </a:lnTo>
                  <a:lnTo>
                    <a:pt x="678" y="979"/>
                  </a:lnTo>
                  <a:lnTo>
                    <a:pt x="682" y="976"/>
                  </a:lnTo>
                  <a:lnTo>
                    <a:pt x="685" y="973"/>
                  </a:lnTo>
                  <a:lnTo>
                    <a:pt x="685" y="973"/>
                  </a:lnTo>
                  <a:lnTo>
                    <a:pt x="690" y="966"/>
                  </a:lnTo>
                  <a:lnTo>
                    <a:pt x="695" y="959"/>
                  </a:lnTo>
                  <a:lnTo>
                    <a:pt x="706" y="946"/>
                  </a:lnTo>
                  <a:lnTo>
                    <a:pt x="718" y="932"/>
                  </a:lnTo>
                  <a:lnTo>
                    <a:pt x="722" y="924"/>
                  </a:lnTo>
                  <a:lnTo>
                    <a:pt x="725" y="915"/>
                  </a:lnTo>
                  <a:lnTo>
                    <a:pt x="725" y="915"/>
                  </a:lnTo>
                  <a:lnTo>
                    <a:pt x="698" y="934"/>
                  </a:lnTo>
                  <a:lnTo>
                    <a:pt x="673" y="953"/>
                  </a:lnTo>
                  <a:lnTo>
                    <a:pt x="650" y="976"/>
                  </a:lnTo>
                  <a:lnTo>
                    <a:pt x="629" y="998"/>
                  </a:lnTo>
                  <a:lnTo>
                    <a:pt x="629" y="998"/>
                  </a:lnTo>
                  <a:lnTo>
                    <a:pt x="628" y="1000"/>
                  </a:lnTo>
                  <a:lnTo>
                    <a:pt x="628" y="998"/>
                  </a:lnTo>
                  <a:lnTo>
                    <a:pt x="629" y="994"/>
                  </a:lnTo>
                  <a:lnTo>
                    <a:pt x="629" y="993"/>
                  </a:lnTo>
                  <a:lnTo>
                    <a:pt x="629" y="991"/>
                  </a:lnTo>
                  <a:lnTo>
                    <a:pt x="626" y="991"/>
                  </a:lnTo>
                  <a:lnTo>
                    <a:pt x="623" y="995"/>
                  </a:lnTo>
                  <a:lnTo>
                    <a:pt x="623" y="995"/>
                  </a:lnTo>
                  <a:lnTo>
                    <a:pt x="616" y="1005"/>
                  </a:lnTo>
                  <a:lnTo>
                    <a:pt x="611" y="1015"/>
                  </a:lnTo>
                  <a:lnTo>
                    <a:pt x="604" y="1025"/>
                  </a:lnTo>
                  <a:lnTo>
                    <a:pt x="597" y="1033"/>
                  </a:lnTo>
                  <a:lnTo>
                    <a:pt x="597" y="1033"/>
                  </a:lnTo>
                  <a:lnTo>
                    <a:pt x="602" y="1036"/>
                  </a:lnTo>
                  <a:lnTo>
                    <a:pt x="607" y="1038"/>
                  </a:lnTo>
                  <a:lnTo>
                    <a:pt x="616" y="1038"/>
                  </a:lnTo>
                  <a:lnTo>
                    <a:pt x="628" y="1036"/>
                  </a:lnTo>
                  <a:lnTo>
                    <a:pt x="638" y="1032"/>
                  </a:lnTo>
                  <a:lnTo>
                    <a:pt x="638" y="1032"/>
                  </a:lnTo>
                  <a:close/>
                  <a:moveTo>
                    <a:pt x="50" y="891"/>
                  </a:moveTo>
                  <a:lnTo>
                    <a:pt x="50" y="891"/>
                  </a:lnTo>
                  <a:lnTo>
                    <a:pt x="53" y="893"/>
                  </a:lnTo>
                  <a:lnTo>
                    <a:pt x="53" y="894"/>
                  </a:lnTo>
                  <a:lnTo>
                    <a:pt x="54" y="896"/>
                  </a:lnTo>
                  <a:lnTo>
                    <a:pt x="53" y="897"/>
                  </a:lnTo>
                  <a:lnTo>
                    <a:pt x="50" y="898"/>
                  </a:lnTo>
                  <a:lnTo>
                    <a:pt x="46" y="898"/>
                  </a:lnTo>
                  <a:lnTo>
                    <a:pt x="54" y="908"/>
                  </a:lnTo>
                  <a:lnTo>
                    <a:pt x="94" y="849"/>
                  </a:lnTo>
                  <a:lnTo>
                    <a:pt x="94" y="849"/>
                  </a:lnTo>
                  <a:lnTo>
                    <a:pt x="123" y="806"/>
                  </a:lnTo>
                  <a:lnTo>
                    <a:pt x="139" y="782"/>
                  </a:lnTo>
                  <a:lnTo>
                    <a:pt x="144" y="771"/>
                  </a:lnTo>
                  <a:lnTo>
                    <a:pt x="150" y="759"/>
                  </a:lnTo>
                  <a:lnTo>
                    <a:pt x="150" y="759"/>
                  </a:lnTo>
                  <a:lnTo>
                    <a:pt x="122" y="783"/>
                  </a:lnTo>
                  <a:lnTo>
                    <a:pt x="95" y="807"/>
                  </a:lnTo>
                  <a:lnTo>
                    <a:pt x="70" y="834"/>
                  </a:lnTo>
                  <a:lnTo>
                    <a:pt x="49" y="860"/>
                  </a:lnTo>
                  <a:lnTo>
                    <a:pt x="49" y="860"/>
                  </a:lnTo>
                  <a:lnTo>
                    <a:pt x="50" y="860"/>
                  </a:lnTo>
                  <a:lnTo>
                    <a:pt x="50" y="863"/>
                  </a:lnTo>
                  <a:lnTo>
                    <a:pt x="47" y="872"/>
                  </a:lnTo>
                  <a:lnTo>
                    <a:pt x="45" y="880"/>
                  </a:lnTo>
                  <a:lnTo>
                    <a:pt x="45" y="886"/>
                  </a:lnTo>
                  <a:lnTo>
                    <a:pt x="46" y="889"/>
                  </a:lnTo>
                  <a:lnTo>
                    <a:pt x="46" y="889"/>
                  </a:lnTo>
                  <a:lnTo>
                    <a:pt x="50" y="891"/>
                  </a:lnTo>
                  <a:lnTo>
                    <a:pt x="50" y="891"/>
                  </a:lnTo>
                  <a:close/>
                  <a:moveTo>
                    <a:pt x="101" y="943"/>
                  </a:moveTo>
                  <a:lnTo>
                    <a:pt x="101" y="943"/>
                  </a:lnTo>
                  <a:lnTo>
                    <a:pt x="104" y="952"/>
                  </a:lnTo>
                  <a:lnTo>
                    <a:pt x="105" y="957"/>
                  </a:lnTo>
                  <a:lnTo>
                    <a:pt x="109" y="963"/>
                  </a:lnTo>
                  <a:lnTo>
                    <a:pt x="116" y="969"/>
                  </a:lnTo>
                  <a:lnTo>
                    <a:pt x="116" y="969"/>
                  </a:lnTo>
                  <a:lnTo>
                    <a:pt x="119" y="969"/>
                  </a:lnTo>
                  <a:lnTo>
                    <a:pt x="123" y="969"/>
                  </a:lnTo>
                  <a:lnTo>
                    <a:pt x="126" y="966"/>
                  </a:lnTo>
                  <a:lnTo>
                    <a:pt x="129" y="963"/>
                  </a:lnTo>
                  <a:lnTo>
                    <a:pt x="129" y="963"/>
                  </a:lnTo>
                  <a:lnTo>
                    <a:pt x="167" y="904"/>
                  </a:lnTo>
                  <a:lnTo>
                    <a:pt x="185" y="875"/>
                  </a:lnTo>
                  <a:lnTo>
                    <a:pt x="206" y="846"/>
                  </a:lnTo>
                  <a:lnTo>
                    <a:pt x="206" y="846"/>
                  </a:lnTo>
                  <a:lnTo>
                    <a:pt x="209" y="846"/>
                  </a:lnTo>
                  <a:lnTo>
                    <a:pt x="212" y="846"/>
                  </a:lnTo>
                  <a:lnTo>
                    <a:pt x="215" y="845"/>
                  </a:lnTo>
                  <a:lnTo>
                    <a:pt x="216" y="842"/>
                  </a:lnTo>
                  <a:lnTo>
                    <a:pt x="216" y="842"/>
                  </a:lnTo>
                  <a:lnTo>
                    <a:pt x="212" y="844"/>
                  </a:lnTo>
                  <a:lnTo>
                    <a:pt x="209" y="844"/>
                  </a:lnTo>
                  <a:lnTo>
                    <a:pt x="209" y="842"/>
                  </a:lnTo>
                  <a:lnTo>
                    <a:pt x="212" y="839"/>
                  </a:lnTo>
                  <a:lnTo>
                    <a:pt x="212" y="839"/>
                  </a:lnTo>
                  <a:lnTo>
                    <a:pt x="213" y="838"/>
                  </a:lnTo>
                  <a:lnTo>
                    <a:pt x="215" y="835"/>
                  </a:lnTo>
                  <a:lnTo>
                    <a:pt x="215" y="828"/>
                  </a:lnTo>
                  <a:lnTo>
                    <a:pt x="215" y="828"/>
                  </a:lnTo>
                  <a:lnTo>
                    <a:pt x="184" y="855"/>
                  </a:lnTo>
                  <a:lnTo>
                    <a:pt x="154" y="883"/>
                  </a:lnTo>
                  <a:lnTo>
                    <a:pt x="126" y="912"/>
                  </a:lnTo>
                  <a:lnTo>
                    <a:pt x="101" y="943"/>
                  </a:lnTo>
                  <a:lnTo>
                    <a:pt x="101" y="943"/>
                  </a:lnTo>
                  <a:close/>
                  <a:moveTo>
                    <a:pt x="2304" y="1023"/>
                  </a:moveTo>
                  <a:lnTo>
                    <a:pt x="2446" y="908"/>
                  </a:lnTo>
                  <a:lnTo>
                    <a:pt x="2446" y="908"/>
                  </a:lnTo>
                  <a:lnTo>
                    <a:pt x="2410" y="910"/>
                  </a:lnTo>
                  <a:lnTo>
                    <a:pt x="2393" y="911"/>
                  </a:lnTo>
                  <a:lnTo>
                    <a:pt x="2377" y="910"/>
                  </a:lnTo>
                  <a:lnTo>
                    <a:pt x="2377" y="910"/>
                  </a:lnTo>
                  <a:lnTo>
                    <a:pt x="2360" y="939"/>
                  </a:lnTo>
                  <a:lnTo>
                    <a:pt x="2342" y="967"/>
                  </a:lnTo>
                  <a:lnTo>
                    <a:pt x="2304" y="1023"/>
                  </a:lnTo>
                  <a:lnTo>
                    <a:pt x="2304" y="1023"/>
                  </a:lnTo>
                  <a:close/>
                  <a:moveTo>
                    <a:pt x="583" y="924"/>
                  </a:moveTo>
                  <a:lnTo>
                    <a:pt x="583" y="924"/>
                  </a:lnTo>
                  <a:lnTo>
                    <a:pt x="580" y="928"/>
                  </a:lnTo>
                  <a:lnTo>
                    <a:pt x="576" y="929"/>
                  </a:lnTo>
                  <a:lnTo>
                    <a:pt x="573" y="928"/>
                  </a:lnTo>
                  <a:lnTo>
                    <a:pt x="570" y="927"/>
                  </a:lnTo>
                  <a:lnTo>
                    <a:pt x="570" y="927"/>
                  </a:lnTo>
                  <a:lnTo>
                    <a:pt x="566" y="934"/>
                  </a:lnTo>
                  <a:lnTo>
                    <a:pt x="564" y="938"/>
                  </a:lnTo>
                  <a:lnTo>
                    <a:pt x="566" y="941"/>
                  </a:lnTo>
                  <a:lnTo>
                    <a:pt x="569" y="939"/>
                  </a:lnTo>
                  <a:lnTo>
                    <a:pt x="569" y="939"/>
                  </a:lnTo>
                  <a:lnTo>
                    <a:pt x="536" y="983"/>
                  </a:lnTo>
                  <a:lnTo>
                    <a:pt x="519" y="1005"/>
                  </a:lnTo>
                  <a:lnTo>
                    <a:pt x="505" y="1029"/>
                  </a:lnTo>
                  <a:lnTo>
                    <a:pt x="505" y="1029"/>
                  </a:lnTo>
                  <a:lnTo>
                    <a:pt x="508" y="1029"/>
                  </a:lnTo>
                  <a:lnTo>
                    <a:pt x="512" y="1029"/>
                  </a:lnTo>
                  <a:lnTo>
                    <a:pt x="515" y="1026"/>
                  </a:lnTo>
                  <a:lnTo>
                    <a:pt x="515" y="1025"/>
                  </a:lnTo>
                  <a:lnTo>
                    <a:pt x="515" y="1022"/>
                  </a:lnTo>
                  <a:lnTo>
                    <a:pt x="515" y="1022"/>
                  </a:lnTo>
                  <a:lnTo>
                    <a:pt x="548" y="990"/>
                  </a:lnTo>
                  <a:lnTo>
                    <a:pt x="581" y="959"/>
                  </a:lnTo>
                  <a:lnTo>
                    <a:pt x="616" y="928"/>
                  </a:lnTo>
                  <a:lnTo>
                    <a:pt x="635" y="914"/>
                  </a:lnTo>
                  <a:lnTo>
                    <a:pt x="653" y="901"/>
                  </a:lnTo>
                  <a:lnTo>
                    <a:pt x="600" y="898"/>
                  </a:lnTo>
                  <a:lnTo>
                    <a:pt x="600" y="898"/>
                  </a:lnTo>
                  <a:lnTo>
                    <a:pt x="595" y="904"/>
                  </a:lnTo>
                  <a:lnTo>
                    <a:pt x="591" y="911"/>
                  </a:lnTo>
                  <a:lnTo>
                    <a:pt x="586" y="917"/>
                  </a:lnTo>
                  <a:lnTo>
                    <a:pt x="583" y="924"/>
                  </a:lnTo>
                  <a:lnTo>
                    <a:pt x="583" y="924"/>
                  </a:lnTo>
                  <a:close/>
                  <a:moveTo>
                    <a:pt x="140" y="863"/>
                  </a:moveTo>
                  <a:lnTo>
                    <a:pt x="144" y="862"/>
                  </a:lnTo>
                  <a:lnTo>
                    <a:pt x="144" y="862"/>
                  </a:lnTo>
                  <a:lnTo>
                    <a:pt x="151" y="855"/>
                  </a:lnTo>
                  <a:lnTo>
                    <a:pt x="153" y="853"/>
                  </a:lnTo>
                  <a:lnTo>
                    <a:pt x="151" y="853"/>
                  </a:lnTo>
                  <a:lnTo>
                    <a:pt x="144" y="856"/>
                  </a:lnTo>
                  <a:lnTo>
                    <a:pt x="144" y="856"/>
                  </a:lnTo>
                  <a:lnTo>
                    <a:pt x="153" y="841"/>
                  </a:lnTo>
                  <a:lnTo>
                    <a:pt x="164" y="827"/>
                  </a:lnTo>
                  <a:lnTo>
                    <a:pt x="175" y="811"/>
                  </a:lnTo>
                  <a:lnTo>
                    <a:pt x="179" y="804"/>
                  </a:lnTo>
                  <a:lnTo>
                    <a:pt x="184" y="796"/>
                  </a:lnTo>
                  <a:lnTo>
                    <a:pt x="184" y="796"/>
                  </a:lnTo>
                  <a:lnTo>
                    <a:pt x="156" y="824"/>
                  </a:lnTo>
                  <a:lnTo>
                    <a:pt x="129" y="852"/>
                  </a:lnTo>
                  <a:lnTo>
                    <a:pt x="80" y="908"/>
                  </a:lnTo>
                  <a:lnTo>
                    <a:pt x="80" y="908"/>
                  </a:lnTo>
                  <a:lnTo>
                    <a:pt x="71" y="915"/>
                  </a:lnTo>
                  <a:lnTo>
                    <a:pt x="70" y="915"/>
                  </a:lnTo>
                  <a:lnTo>
                    <a:pt x="71" y="914"/>
                  </a:lnTo>
                  <a:lnTo>
                    <a:pt x="71" y="914"/>
                  </a:lnTo>
                  <a:lnTo>
                    <a:pt x="66" y="918"/>
                  </a:lnTo>
                  <a:lnTo>
                    <a:pt x="64" y="922"/>
                  </a:lnTo>
                  <a:lnTo>
                    <a:pt x="64" y="927"/>
                  </a:lnTo>
                  <a:lnTo>
                    <a:pt x="66" y="931"/>
                  </a:lnTo>
                  <a:lnTo>
                    <a:pt x="68" y="935"/>
                  </a:lnTo>
                  <a:lnTo>
                    <a:pt x="73" y="939"/>
                  </a:lnTo>
                  <a:lnTo>
                    <a:pt x="84" y="948"/>
                  </a:lnTo>
                  <a:lnTo>
                    <a:pt x="137" y="865"/>
                  </a:lnTo>
                  <a:lnTo>
                    <a:pt x="140" y="863"/>
                  </a:lnTo>
                  <a:close/>
                  <a:moveTo>
                    <a:pt x="1419" y="903"/>
                  </a:moveTo>
                  <a:lnTo>
                    <a:pt x="1354" y="997"/>
                  </a:lnTo>
                  <a:lnTo>
                    <a:pt x="1354" y="997"/>
                  </a:lnTo>
                  <a:lnTo>
                    <a:pt x="1387" y="967"/>
                  </a:lnTo>
                  <a:lnTo>
                    <a:pt x="1420" y="938"/>
                  </a:lnTo>
                  <a:lnTo>
                    <a:pt x="1438" y="922"/>
                  </a:lnTo>
                  <a:lnTo>
                    <a:pt x="1455" y="910"/>
                  </a:lnTo>
                  <a:lnTo>
                    <a:pt x="1475" y="897"/>
                  </a:lnTo>
                  <a:lnTo>
                    <a:pt x="1495" y="884"/>
                  </a:lnTo>
                  <a:lnTo>
                    <a:pt x="1495" y="884"/>
                  </a:lnTo>
                  <a:lnTo>
                    <a:pt x="1479" y="887"/>
                  </a:lnTo>
                  <a:lnTo>
                    <a:pt x="1461" y="886"/>
                  </a:lnTo>
                  <a:lnTo>
                    <a:pt x="1444" y="886"/>
                  </a:lnTo>
                  <a:lnTo>
                    <a:pt x="1429" y="883"/>
                  </a:lnTo>
                  <a:lnTo>
                    <a:pt x="1429" y="883"/>
                  </a:lnTo>
                  <a:lnTo>
                    <a:pt x="1424" y="894"/>
                  </a:lnTo>
                  <a:lnTo>
                    <a:pt x="1419" y="903"/>
                  </a:lnTo>
                  <a:lnTo>
                    <a:pt x="1419" y="903"/>
                  </a:lnTo>
                  <a:close/>
                  <a:moveTo>
                    <a:pt x="1075" y="1008"/>
                  </a:moveTo>
                  <a:lnTo>
                    <a:pt x="1075" y="1008"/>
                  </a:lnTo>
                  <a:lnTo>
                    <a:pt x="1075" y="1007"/>
                  </a:lnTo>
                  <a:lnTo>
                    <a:pt x="1076" y="1005"/>
                  </a:lnTo>
                  <a:lnTo>
                    <a:pt x="1079" y="1001"/>
                  </a:lnTo>
                  <a:lnTo>
                    <a:pt x="1080" y="1000"/>
                  </a:lnTo>
                  <a:lnTo>
                    <a:pt x="1079" y="998"/>
                  </a:lnTo>
                  <a:lnTo>
                    <a:pt x="1077" y="998"/>
                  </a:lnTo>
                  <a:lnTo>
                    <a:pt x="1077" y="998"/>
                  </a:lnTo>
                  <a:lnTo>
                    <a:pt x="1068" y="1008"/>
                  </a:lnTo>
                  <a:lnTo>
                    <a:pt x="1058" y="1021"/>
                  </a:lnTo>
                  <a:lnTo>
                    <a:pt x="1049" y="1033"/>
                  </a:lnTo>
                  <a:lnTo>
                    <a:pt x="1046" y="1040"/>
                  </a:lnTo>
                  <a:lnTo>
                    <a:pt x="1044" y="1047"/>
                  </a:lnTo>
                  <a:lnTo>
                    <a:pt x="1044" y="1047"/>
                  </a:lnTo>
                  <a:lnTo>
                    <a:pt x="1053" y="1050"/>
                  </a:lnTo>
                  <a:lnTo>
                    <a:pt x="1063" y="1050"/>
                  </a:lnTo>
                  <a:lnTo>
                    <a:pt x="1069" y="1050"/>
                  </a:lnTo>
                  <a:lnTo>
                    <a:pt x="1075" y="1047"/>
                  </a:lnTo>
                  <a:lnTo>
                    <a:pt x="1079" y="1045"/>
                  </a:lnTo>
                  <a:lnTo>
                    <a:pt x="1083" y="1039"/>
                  </a:lnTo>
                  <a:lnTo>
                    <a:pt x="1083" y="1039"/>
                  </a:lnTo>
                  <a:lnTo>
                    <a:pt x="1103" y="1008"/>
                  </a:lnTo>
                  <a:lnTo>
                    <a:pt x="1125" y="979"/>
                  </a:lnTo>
                  <a:lnTo>
                    <a:pt x="1169" y="920"/>
                  </a:lnTo>
                  <a:lnTo>
                    <a:pt x="1169" y="920"/>
                  </a:lnTo>
                  <a:lnTo>
                    <a:pt x="1148" y="936"/>
                  </a:lnTo>
                  <a:lnTo>
                    <a:pt x="1128" y="955"/>
                  </a:lnTo>
                  <a:lnTo>
                    <a:pt x="1110" y="974"/>
                  </a:lnTo>
                  <a:lnTo>
                    <a:pt x="1091" y="994"/>
                  </a:lnTo>
                  <a:lnTo>
                    <a:pt x="1091" y="994"/>
                  </a:lnTo>
                  <a:lnTo>
                    <a:pt x="1089" y="995"/>
                  </a:lnTo>
                  <a:lnTo>
                    <a:pt x="1086" y="995"/>
                  </a:lnTo>
                  <a:lnTo>
                    <a:pt x="1086" y="995"/>
                  </a:lnTo>
                  <a:lnTo>
                    <a:pt x="1084" y="1000"/>
                  </a:lnTo>
                  <a:lnTo>
                    <a:pt x="1082" y="1004"/>
                  </a:lnTo>
                  <a:lnTo>
                    <a:pt x="1075" y="1008"/>
                  </a:lnTo>
                  <a:lnTo>
                    <a:pt x="1073" y="1011"/>
                  </a:lnTo>
                  <a:lnTo>
                    <a:pt x="1075" y="1008"/>
                  </a:lnTo>
                  <a:close/>
                  <a:moveTo>
                    <a:pt x="25" y="699"/>
                  </a:moveTo>
                  <a:lnTo>
                    <a:pt x="25" y="699"/>
                  </a:lnTo>
                  <a:lnTo>
                    <a:pt x="23" y="705"/>
                  </a:lnTo>
                  <a:lnTo>
                    <a:pt x="22" y="709"/>
                  </a:lnTo>
                  <a:lnTo>
                    <a:pt x="23" y="720"/>
                  </a:lnTo>
                  <a:lnTo>
                    <a:pt x="25" y="731"/>
                  </a:lnTo>
                  <a:lnTo>
                    <a:pt x="26" y="742"/>
                  </a:lnTo>
                  <a:lnTo>
                    <a:pt x="26" y="742"/>
                  </a:lnTo>
                  <a:lnTo>
                    <a:pt x="75" y="655"/>
                  </a:lnTo>
                  <a:lnTo>
                    <a:pt x="101" y="613"/>
                  </a:lnTo>
                  <a:lnTo>
                    <a:pt x="129" y="571"/>
                  </a:lnTo>
                  <a:lnTo>
                    <a:pt x="129" y="571"/>
                  </a:lnTo>
                  <a:lnTo>
                    <a:pt x="101" y="601"/>
                  </a:lnTo>
                  <a:lnTo>
                    <a:pt x="74" y="631"/>
                  </a:lnTo>
                  <a:lnTo>
                    <a:pt x="49" y="664"/>
                  </a:lnTo>
                  <a:lnTo>
                    <a:pt x="25" y="699"/>
                  </a:lnTo>
                  <a:lnTo>
                    <a:pt x="25" y="699"/>
                  </a:lnTo>
                  <a:close/>
                  <a:moveTo>
                    <a:pt x="67" y="821"/>
                  </a:moveTo>
                  <a:lnTo>
                    <a:pt x="119" y="769"/>
                  </a:lnTo>
                  <a:lnTo>
                    <a:pt x="119" y="769"/>
                  </a:lnTo>
                  <a:lnTo>
                    <a:pt x="129" y="761"/>
                  </a:lnTo>
                  <a:lnTo>
                    <a:pt x="141" y="752"/>
                  </a:lnTo>
                  <a:lnTo>
                    <a:pt x="153" y="745"/>
                  </a:lnTo>
                  <a:lnTo>
                    <a:pt x="165" y="741"/>
                  </a:lnTo>
                  <a:lnTo>
                    <a:pt x="161" y="683"/>
                  </a:lnTo>
                  <a:lnTo>
                    <a:pt x="148" y="697"/>
                  </a:lnTo>
                  <a:lnTo>
                    <a:pt x="148" y="697"/>
                  </a:lnTo>
                  <a:lnTo>
                    <a:pt x="146" y="697"/>
                  </a:lnTo>
                  <a:lnTo>
                    <a:pt x="141" y="699"/>
                  </a:lnTo>
                  <a:lnTo>
                    <a:pt x="139" y="703"/>
                  </a:lnTo>
                  <a:lnTo>
                    <a:pt x="136" y="707"/>
                  </a:lnTo>
                  <a:lnTo>
                    <a:pt x="134" y="710"/>
                  </a:lnTo>
                  <a:lnTo>
                    <a:pt x="134" y="713"/>
                  </a:lnTo>
                  <a:lnTo>
                    <a:pt x="136" y="714"/>
                  </a:lnTo>
                  <a:lnTo>
                    <a:pt x="139" y="713"/>
                  </a:lnTo>
                  <a:lnTo>
                    <a:pt x="139" y="713"/>
                  </a:lnTo>
                  <a:lnTo>
                    <a:pt x="120" y="740"/>
                  </a:lnTo>
                  <a:lnTo>
                    <a:pt x="102" y="768"/>
                  </a:lnTo>
                  <a:lnTo>
                    <a:pt x="84" y="794"/>
                  </a:lnTo>
                  <a:lnTo>
                    <a:pt x="67" y="821"/>
                  </a:lnTo>
                  <a:lnTo>
                    <a:pt x="67" y="821"/>
                  </a:lnTo>
                  <a:close/>
                  <a:moveTo>
                    <a:pt x="801" y="896"/>
                  </a:moveTo>
                  <a:lnTo>
                    <a:pt x="801" y="896"/>
                  </a:lnTo>
                  <a:lnTo>
                    <a:pt x="785" y="897"/>
                  </a:lnTo>
                  <a:lnTo>
                    <a:pt x="772" y="898"/>
                  </a:lnTo>
                  <a:lnTo>
                    <a:pt x="758" y="898"/>
                  </a:lnTo>
                  <a:lnTo>
                    <a:pt x="747" y="900"/>
                  </a:lnTo>
                  <a:lnTo>
                    <a:pt x="747" y="900"/>
                  </a:lnTo>
                  <a:lnTo>
                    <a:pt x="742" y="911"/>
                  </a:lnTo>
                  <a:lnTo>
                    <a:pt x="736" y="922"/>
                  </a:lnTo>
                  <a:lnTo>
                    <a:pt x="729" y="932"/>
                  </a:lnTo>
                  <a:lnTo>
                    <a:pt x="720" y="942"/>
                  </a:lnTo>
                  <a:lnTo>
                    <a:pt x="712" y="950"/>
                  </a:lnTo>
                  <a:lnTo>
                    <a:pt x="704" y="959"/>
                  </a:lnTo>
                  <a:lnTo>
                    <a:pt x="685" y="973"/>
                  </a:lnTo>
                  <a:lnTo>
                    <a:pt x="682" y="976"/>
                  </a:lnTo>
                  <a:lnTo>
                    <a:pt x="677" y="988"/>
                  </a:lnTo>
                  <a:lnTo>
                    <a:pt x="677" y="988"/>
                  </a:lnTo>
                  <a:lnTo>
                    <a:pt x="684" y="984"/>
                  </a:lnTo>
                  <a:lnTo>
                    <a:pt x="687" y="983"/>
                  </a:lnTo>
                  <a:lnTo>
                    <a:pt x="685" y="986"/>
                  </a:lnTo>
                  <a:lnTo>
                    <a:pt x="685" y="986"/>
                  </a:lnTo>
                  <a:lnTo>
                    <a:pt x="674" y="1001"/>
                  </a:lnTo>
                  <a:lnTo>
                    <a:pt x="668" y="1009"/>
                  </a:lnTo>
                  <a:lnTo>
                    <a:pt x="664" y="1019"/>
                  </a:lnTo>
                  <a:lnTo>
                    <a:pt x="664" y="1019"/>
                  </a:lnTo>
                  <a:lnTo>
                    <a:pt x="697" y="987"/>
                  </a:lnTo>
                  <a:lnTo>
                    <a:pt x="729" y="955"/>
                  </a:lnTo>
                  <a:lnTo>
                    <a:pt x="764" y="924"/>
                  </a:lnTo>
                  <a:lnTo>
                    <a:pt x="801" y="896"/>
                  </a:lnTo>
                  <a:lnTo>
                    <a:pt x="801" y="896"/>
                  </a:lnTo>
                  <a:close/>
                  <a:moveTo>
                    <a:pt x="40" y="959"/>
                  </a:moveTo>
                  <a:lnTo>
                    <a:pt x="40" y="959"/>
                  </a:lnTo>
                  <a:lnTo>
                    <a:pt x="81" y="980"/>
                  </a:lnTo>
                  <a:lnTo>
                    <a:pt x="101" y="990"/>
                  </a:lnTo>
                  <a:lnTo>
                    <a:pt x="122" y="1000"/>
                  </a:lnTo>
                  <a:lnTo>
                    <a:pt x="146" y="1007"/>
                  </a:lnTo>
                  <a:lnTo>
                    <a:pt x="170" y="1012"/>
                  </a:lnTo>
                  <a:lnTo>
                    <a:pt x="196" y="1016"/>
                  </a:lnTo>
                  <a:lnTo>
                    <a:pt x="224" y="1016"/>
                  </a:lnTo>
                  <a:lnTo>
                    <a:pt x="224" y="1016"/>
                  </a:lnTo>
                  <a:lnTo>
                    <a:pt x="199" y="1014"/>
                  </a:lnTo>
                  <a:lnTo>
                    <a:pt x="174" y="1008"/>
                  </a:lnTo>
                  <a:lnTo>
                    <a:pt x="151" y="1001"/>
                  </a:lnTo>
                  <a:lnTo>
                    <a:pt x="129" y="993"/>
                  </a:lnTo>
                  <a:lnTo>
                    <a:pt x="108" y="983"/>
                  </a:lnTo>
                  <a:lnTo>
                    <a:pt x="88" y="973"/>
                  </a:lnTo>
                  <a:lnTo>
                    <a:pt x="50" y="949"/>
                  </a:lnTo>
                  <a:lnTo>
                    <a:pt x="50" y="949"/>
                  </a:lnTo>
                  <a:lnTo>
                    <a:pt x="37" y="920"/>
                  </a:lnTo>
                  <a:lnTo>
                    <a:pt x="29" y="903"/>
                  </a:lnTo>
                  <a:lnTo>
                    <a:pt x="25" y="897"/>
                  </a:lnTo>
                  <a:lnTo>
                    <a:pt x="21" y="893"/>
                  </a:lnTo>
                  <a:lnTo>
                    <a:pt x="21" y="893"/>
                  </a:lnTo>
                  <a:lnTo>
                    <a:pt x="25" y="911"/>
                  </a:lnTo>
                  <a:lnTo>
                    <a:pt x="29" y="928"/>
                  </a:lnTo>
                  <a:lnTo>
                    <a:pt x="35" y="945"/>
                  </a:lnTo>
                  <a:lnTo>
                    <a:pt x="40" y="959"/>
                  </a:lnTo>
                  <a:lnTo>
                    <a:pt x="40" y="959"/>
                  </a:lnTo>
                  <a:close/>
                  <a:moveTo>
                    <a:pt x="26" y="783"/>
                  </a:moveTo>
                  <a:lnTo>
                    <a:pt x="26" y="783"/>
                  </a:lnTo>
                  <a:lnTo>
                    <a:pt x="25" y="789"/>
                  </a:lnTo>
                  <a:lnTo>
                    <a:pt x="25" y="796"/>
                  </a:lnTo>
                  <a:lnTo>
                    <a:pt x="26" y="801"/>
                  </a:lnTo>
                  <a:lnTo>
                    <a:pt x="28" y="804"/>
                  </a:lnTo>
                  <a:lnTo>
                    <a:pt x="32" y="807"/>
                  </a:lnTo>
                  <a:lnTo>
                    <a:pt x="32" y="807"/>
                  </a:lnTo>
                  <a:lnTo>
                    <a:pt x="52" y="766"/>
                  </a:lnTo>
                  <a:lnTo>
                    <a:pt x="73" y="726"/>
                  </a:lnTo>
                  <a:lnTo>
                    <a:pt x="95" y="688"/>
                  </a:lnTo>
                  <a:lnTo>
                    <a:pt x="119" y="651"/>
                  </a:lnTo>
                  <a:lnTo>
                    <a:pt x="119" y="651"/>
                  </a:lnTo>
                  <a:lnTo>
                    <a:pt x="92" y="681"/>
                  </a:lnTo>
                  <a:lnTo>
                    <a:pt x="78" y="695"/>
                  </a:lnTo>
                  <a:lnTo>
                    <a:pt x="66" y="710"/>
                  </a:lnTo>
                  <a:lnTo>
                    <a:pt x="54" y="727"/>
                  </a:lnTo>
                  <a:lnTo>
                    <a:pt x="43" y="744"/>
                  </a:lnTo>
                  <a:lnTo>
                    <a:pt x="33" y="764"/>
                  </a:lnTo>
                  <a:lnTo>
                    <a:pt x="26" y="783"/>
                  </a:lnTo>
                  <a:lnTo>
                    <a:pt x="26" y="783"/>
                  </a:lnTo>
                  <a:close/>
                  <a:moveTo>
                    <a:pt x="59" y="418"/>
                  </a:moveTo>
                  <a:lnTo>
                    <a:pt x="59" y="418"/>
                  </a:lnTo>
                  <a:lnTo>
                    <a:pt x="81" y="390"/>
                  </a:lnTo>
                  <a:lnTo>
                    <a:pt x="94" y="376"/>
                  </a:lnTo>
                  <a:lnTo>
                    <a:pt x="105" y="362"/>
                  </a:lnTo>
                  <a:lnTo>
                    <a:pt x="105" y="362"/>
                  </a:lnTo>
                  <a:lnTo>
                    <a:pt x="112" y="352"/>
                  </a:lnTo>
                  <a:lnTo>
                    <a:pt x="120" y="342"/>
                  </a:lnTo>
                  <a:lnTo>
                    <a:pt x="137" y="324"/>
                  </a:lnTo>
                  <a:lnTo>
                    <a:pt x="144" y="312"/>
                  </a:lnTo>
                  <a:lnTo>
                    <a:pt x="150" y="300"/>
                  </a:lnTo>
                  <a:lnTo>
                    <a:pt x="151" y="293"/>
                  </a:lnTo>
                  <a:lnTo>
                    <a:pt x="153" y="286"/>
                  </a:lnTo>
                  <a:lnTo>
                    <a:pt x="153" y="276"/>
                  </a:lnTo>
                  <a:lnTo>
                    <a:pt x="153" y="266"/>
                  </a:lnTo>
                  <a:lnTo>
                    <a:pt x="153" y="266"/>
                  </a:lnTo>
                  <a:lnTo>
                    <a:pt x="148" y="275"/>
                  </a:lnTo>
                  <a:lnTo>
                    <a:pt x="143" y="282"/>
                  </a:lnTo>
                  <a:lnTo>
                    <a:pt x="132" y="293"/>
                  </a:lnTo>
                  <a:lnTo>
                    <a:pt x="122" y="305"/>
                  </a:lnTo>
                  <a:lnTo>
                    <a:pt x="118" y="312"/>
                  </a:lnTo>
                  <a:lnTo>
                    <a:pt x="113" y="319"/>
                  </a:lnTo>
                  <a:lnTo>
                    <a:pt x="113" y="319"/>
                  </a:lnTo>
                  <a:lnTo>
                    <a:pt x="101" y="345"/>
                  </a:lnTo>
                  <a:lnTo>
                    <a:pt x="85" y="369"/>
                  </a:lnTo>
                  <a:lnTo>
                    <a:pt x="71" y="393"/>
                  </a:lnTo>
                  <a:lnTo>
                    <a:pt x="59" y="418"/>
                  </a:lnTo>
                  <a:lnTo>
                    <a:pt x="59" y="418"/>
                  </a:lnTo>
                  <a:close/>
                  <a:moveTo>
                    <a:pt x="129" y="439"/>
                  </a:moveTo>
                  <a:lnTo>
                    <a:pt x="137" y="442"/>
                  </a:lnTo>
                  <a:lnTo>
                    <a:pt x="70" y="553"/>
                  </a:lnTo>
                  <a:lnTo>
                    <a:pt x="70" y="553"/>
                  </a:lnTo>
                  <a:lnTo>
                    <a:pt x="82" y="536"/>
                  </a:lnTo>
                  <a:lnTo>
                    <a:pt x="97" y="520"/>
                  </a:lnTo>
                  <a:lnTo>
                    <a:pt x="129" y="488"/>
                  </a:lnTo>
                  <a:lnTo>
                    <a:pt x="129" y="488"/>
                  </a:lnTo>
                  <a:lnTo>
                    <a:pt x="136" y="484"/>
                  </a:lnTo>
                  <a:lnTo>
                    <a:pt x="143" y="478"/>
                  </a:lnTo>
                  <a:lnTo>
                    <a:pt x="150" y="471"/>
                  </a:lnTo>
                  <a:lnTo>
                    <a:pt x="154" y="461"/>
                  </a:lnTo>
                  <a:lnTo>
                    <a:pt x="157" y="452"/>
                  </a:lnTo>
                  <a:lnTo>
                    <a:pt x="158" y="440"/>
                  </a:lnTo>
                  <a:lnTo>
                    <a:pt x="157" y="429"/>
                  </a:lnTo>
                  <a:lnTo>
                    <a:pt x="154" y="418"/>
                  </a:lnTo>
                  <a:lnTo>
                    <a:pt x="154" y="418"/>
                  </a:lnTo>
                  <a:lnTo>
                    <a:pt x="151" y="422"/>
                  </a:lnTo>
                  <a:lnTo>
                    <a:pt x="148" y="425"/>
                  </a:lnTo>
                  <a:lnTo>
                    <a:pt x="146" y="428"/>
                  </a:lnTo>
                  <a:lnTo>
                    <a:pt x="143" y="429"/>
                  </a:lnTo>
                  <a:lnTo>
                    <a:pt x="136" y="432"/>
                  </a:lnTo>
                  <a:lnTo>
                    <a:pt x="132" y="435"/>
                  </a:lnTo>
                  <a:lnTo>
                    <a:pt x="129" y="439"/>
                  </a:lnTo>
                  <a:lnTo>
                    <a:pt x="129" y="439"/>
                  </a:lnTo>
                  <a:close/>
                  <a:moveTo>
                    <a:pt x="146" y="215"/>
                  </a:moveTo>
                  <a:lnTo>
                    <a:pt x="146" y="215"/>
                  </a:lnTo>
                  <a:lnTo>
                    <a:pt x="134" y="231"/>
                  </a:lnTo>
                  <a:lnTo>
                    <a:pt x="125" y="248"/>
                  </a:lnTo>
                  <a:lnTo>
                    <a:pt x="105" y="282"/>
                  </a:lnTo>
                  <a:lnTo>
                    <a:pt x="88" y="317"/>
                  </a:lnTo>
                  <a:lnTo>
                    <a:pt x="71" y="352"/>
                  </a:lnTo>
                  <a:lnTo>
                    <a:pt x="71" y="352"/>
                  </a:lnTo>
                  <a:lnTo>
                    <a:pt x="89" y="326"/>
                  </a:lnTo>
                  <a:lnTo>
                    <a:pt x="108" y="301"/>
                  </a:lnTo>
                  <a:lnTo>
                    <a:pt x="129" y="276"/>
                  </a:lnTo>
                  <a:lnTo>
                    <a:pt x="140" y="263"/>
                  </a:lnTo>
                  <a:lnTo>
                    <a:pt x="151" y="252"/>
                  </a:lnTo>
                  <a:lnTo>
                    <a:pt x="151" y="252"/>
                  </a:lnTo>
                  <a:lnTo>
                    <a:pt x="153" y="249"/>
                  </a:lnTo>
                  <a:lnTo>
                    <a:pt x="154" y="246"/>
                  </a:lnTo>
                  <a:lnTo>
                    <a:pt x="153" y="235"/>
                  </a:lnTo>
                  <a:lnTo>
                    <a:pt x="151" y="211"/>
                  </a:lnTo>
                  <a:lnTo>
                    <a:pt x="151" y="211"/>
                  </a:lnTo>
                  <a:lnTo>
                    <a:pt x="146" y="215"/>
                  </a:lnTo>
                  <a:lnTo>
                    <a:pt x="146" y="215"/>
                  </a:lnTo>
                  <a:close/>
                  <a:moveTo>
                    <a:pt x="75" y="900"/>
                  </a:moveTo>
                  <a:lnTo>
                    <a:pt x="75" y="900"/>
                  </a:lnTo>
                  <a:lnTo>
                    <a:pt x="97" y="872"/>
                  </a:lnTo>
                  <a:lnTo>
                    <a:pt x="120" y="845"/>
                  </a:lnTo>
                  <a:lnTo>
                    <a:pt x="146" y="818"/>
                  </a:lnTo>
                  <a:lnTo>
                    <a:pt x="171" y="794"/>
                  </a:lnTo>
                  <a:lnTo>
                    <a:pt x="171" y="794"/>
                  </a:lnTo>
                  <a:lnTo>
                    <a:pt x="175" y="790"/>
                  </a:lnTo>
                  <a:lnTo>
                    <a:pt x="177" y="785"/>
                  </a:lnTo>
                  <a:lnTo>
                    <a:pt x="177" y="780"/>
                  </a:lnTo>
                  <a:lnTo>
                    <a:pt x="175" y="775"/>
                  </a:lnTo>
                  <a:lnTo>
                    <a:pt x="171" y="766"/>
                  </a:lnTo>
                  <a:lnTo>
                    <a:pt x="167" y="758"/>
                  </a:lnTo>
                  <a:lnTo>
                    <a:pt x="167" y="758"/>
                  </a:lnTo>
                  <a:lnTo>
                    <a:pt x="161" y="769"/>
                  </a:lnTo>
                  <a:lnTo>
                    <a:pt x="154" y="779"/>
                  </a:lnTo>
                  <a:lnTo>
                    <a:pt x="139" y="800"/>
                  </a:lnTo>
                  <a:lnTo>
                    <a:pt x="136" y="803"/>
                  </a:lnTo>
                  <a:lnTo>
                    <a:pt x="134" y="808"/>
                  </a:lnTo>
                  <a:lnTo>
                    <a:pt x="134" y="808"/>
                  </a:lnTo>
                  <a:lnTo>
                    <a:pt x="104" y="853"/>
                  </a:lnTo>
                  <a:lnTo>
                    <a:pt x="88" y="876"/>
                  </a:lnTo>
                  <a:lnTo>
                    <a:pt x="75" y="900"/>
                  </a:lnTo>
                  <a:lnTo>
                    <a:pt x="75" y="900"/>
                  </a:lnTo>
                  <a:close/>
                  <a:moveTo>
                    <a:pt x="40" y="824"/>
                  </a:moveTo>
                  <a:lnTo>
                    <a:pt x="40" y="824"/>
                  </a:lnTo>
                  <a:lnTo>
                    <a:pt x="32" y="821"/>
                  </a:lnTo>
                  <a:lnTo>
                    <a:pt x="29" y="820"/>
                  </a:lnTo>
                  <a:lnTo>
                    <a:pt x="28" y="821"/>
                  </a:lnTo>
                  <a:lnTo>
                    <a:pt x="28" y="823"/>
                  </a:lnTo>
                  <a:lnTo>
                    <a:pt x="28" y="827"/>
                  </a:lnTo>
                  <a:lnTo>
                    <a:pt x="28" y="827"/>
                  </a:lnTo>
                  <a:lnTo>
                    <a:pt x="29" y="832"/>
                  </a:lnTo>
                  <a:lnTo>
                    <a:pt x="30" y="841"/>
                  </a:lnTo>
                  <a:lnTo>
                    <a:pt x="30" y="855"/>
                  </a:lnTo>
                  <a:lnTo>
                    <a:pt x="30" y="855"/>
                  </a:lnTo>
                  <a:lnTo>
                    <a:pt x="57" y="814"/>
                  </a:lnTo>
                  <a:lnTo>
                    <a:pt x="85" y="773"/>
                  </a:lnTo>
                  <a:lnTo>
                    <a:pt x="112" y="733"/>
                  </a:lnTo>
                  <a:lnTo>
                    <a:pt x="139" y="693"/>
                  </a:lnTo>
                  <a:lnTo>
                    <a:pt x="139" y="693"/>
                  </a:lnTo>
                  <a:lnTo>
                    <a:pt x="112" y="723"/>
                  </a:lnTo>
                  <a:lnTo>
                    <a:pt x="85" y="754"/>
                  </a:lnTo>
                  <a:lnTo>
                    <a:pt x="73" y="771"/>
                  </a:lnTo>
                  <a:lnTo>
                    <a:pt x="61" y="787"/>
                  </a:lnTo>
                  <a:lnTo>
                    <a:pt x="50" y="804"/>
                  </a:lnTo>
                  <a:lnTo>
                    <a:pt x="40" y="824"/>
                  </a:lnTo>
                  <a:lnTo>
                    <a:pt x="40" y="824"/>
                  </a:lnTo>
                  <a:close/>
                  <a:moveTo>
                    <a:pt x="2481" y="1001"/>
                  </a:moveTo>
                  <a:lnTo>
                    <a:pt x="2481" y="1001"/>
                  </a:lnTo>
                  <a:lnTo>
                    <a:pt x="2532" y="955"/>
                  </a:lnTo>
                  <a:lnTo>
                    <a:pt x="2560" y="931"/>
                  </a:lnTo>
                  <a:lnTo>
                    <a:pt x="2587" y="908"/>
                  </a:lnTo>
                  <a:lnTo>
                    <a:pt x="2587" y="908"/>
                  </a:lnTo>
                  <a:lnTo>
                    <a:pt x="2580" y="910"/>
                  </a:lnTo>
                  <a:lnTo>
                    <a:pt x="2574" y="910"/>
                  </a:lnTo>
                  <a:lnTo>
                    <a:pt x="2560" y="908"/>
                  </a:lnTo>
                  <a:lnTo>
                    <a:pt x="2550" y="908"/>
                  </a:lnTo>
                  <a:lnTo>
                    <a:pt x="2546" y="910"/>
                  </a:lnTo>
                  <a:lnTo>
                    <a:pt x="2543" y="911"/>
                  </a:lnTo>
                  <a:lnTo>
                    <a:pt x="2481" y="1001"/>
                  </a:lnTo>
                  <a:close/>
                  <a:moveTo>
                    <a:pt x="333" y="936"/>
                  </a:moveTo>
                  <a:lnTo>
                    <a:pt x="333" y="929"/>
                  </a:lnTo>
                  <a:lnTo>
                    <a:pt x="333" y="929"/>
                  </a:lnTo>
                  <a:lnTo>
                    <a:pt x="344" y="920"/>
                  </a:lnTo>
                  <a:lnTo>
                    <a:pt x="354" y="907"/>
                  </a:lnTo>
                  <a:lnTo>
                    <a:pt x="363" y="893"/>
                  </a:lnTo>
                  <a:lnTo>
                    <a:pt x="371" y="877"/>
                  </a:lnTo>
                  <a:lnTo>
                    <a:pt x="371" y="877"/>
                  </a:lnTo>
                  <a:lnTo>
                    <a:pt x="371" y="872"/>
                  </a:lnTo>
                  <a:lnTo>
                    <a:pt x="369" y="870"/>
                  </a:lnTo>
                  <a:lnTo>
                    <a:pt x="365" y="869"/>
                  </a:lnTo>
                  <a:lnTo>
                    <a:pt x="362" y="870"/>
                  </a:lnTo>
                  <a:lnTo>
                    <a:pt x="362" y="870"/>
                  </a:lnTo>
                  <a:lnTo>
                    <a:pt x="335" y="889"/>
                  </a:lnTo>
                  <a:lnTo>
                    <a:pt x="323" y="900"/>
                  </a:lnTo>
                  <a:lnTo>
                    <a:pt x="312" y="910"/>
                  </a:lnTo>
                  <a:lnTo>
                    <a:pt x="300" y="922"/>
                  </a:lnTo>
                  <a:lnTo>
                    <a:pt x="289" y="935"/>
                  </a:lnTo>
                  <a:lnTo>
                    <a:pt x="279" y="948"/>
                  </a:lnTo>
                  <a:lnTo>
                    <a:pt x="271" y="962"/>
                  </a:lnTo>
                  <a:lnTo>
                    <a:pt x="351" y="889"/>
                  </a:lnTo>
                  <a:lnTo>
                    <a:pt x="351" y="889"/>
                  </a:lnTo>
                  <a:lnTo>
                    <a:pt x="348" y="896"/>
                  </a:lnTo>
                  <a:lnTo>
                    <a:pt x="344" y="903"/>
                  </a:lnTo>
                  <a:lnTo>
                    <a:pt x="335" y="915"/>
                  </a:lnTo>
                  <a:lnTo>
                    <a:pt x="327" y="927"/>
                  </a:lnTo>
                  <a:lnTo>
                    <a:pt x="323" y="934"/>
                  </a:lnTo>
                  <a:lnTo>
                    <a:pt x="320" y="941"/>
                  </a:lnTo>
                  <a:lnTo>
                    <a:pt x="333" y="936"/>
                  </a:lnTo>
                  <a:close/>
                  <a:moveTo>
                    <a:pt x="1122" y="1014"/>
                  </a:moveTo>
                  <a:lnTo>
                    <a:pt x="1122" y="1014"/>
                  </a:lnTo>
                  <a:lnTo>
                    <a:pt x="1136" y="1002"/>
                  </a:lnTo>
                  <a:lnTo>
                    <a:pt x="1152" y="990"/>
                  </a:lnTo>
                  <a:lnTo>
                    <a:pt x="1180" y="962"/>
                  </a:lnTo>
                  <a:lnTo>
                    <a:pt x="1208" y="934"/>
                  </a:lnTo>
                  <a:lnTo>
                    <a:pt x="1222" y="921"/>
                  </a:lnTo>
                  <a:lnTo>
                    <a:pt x="1238" y="908"/>
                  </a:lnTo>
                  <a:lnTo>
                    <a:pt x="1233" y="908"/>
                  </a:lnTo>
                  <a:lnTo>
                    <a:pt x="1256" y="894"/>
                  </a:lnTo>
                  <a:lnTo>
                    <a:pt x="1256" y="894"/>
                  </a:lnTo>
                  <a:lnTo>
                    <a:pt x="1260" y="889"/>
                  </a:lnTo>
                  <a:lnTo>
                    <a:pt x="1263" y="887"/>
                  </a:lnTo>
                  <a:lnTo>
                    <a:pt x="1266" y="887"/>
                  </a:lnTo>
                  <a:lnTo>
                    <a:pt x="1266" y="887"/>
                  </a:lnTo>
                  <a:lnTo>
                    <a:pt x="1266" y="884"/>
                  </a:lnTo>
                  <a:lnTo>
                    <a:pt x="1267" y="883"/>
                  </a:lnTo>
                  <a:lnTo>
                    <a:pt x="1270" y="880"/>
                  </a:lnTo>
                  <a:lnTo>
                    <a:pt x="1270" y="880"/>
                  </a:lnTo>
                  <a:lnTo>
                    <a:pt x="1259" y="886"/>
                  </a:lnTo>
                  <a:lnTo>
                    <a:pt x="1247" y="891"/>
                  </a:lnTo>
                  <a:lnTo>
                    <a:pt x="1225" y="907"/>
                  </a:lnTo>
                  <a:lnTo>
                    <a:pt x="1204" y="925"/>
                  </a:lnTo>
                  <a:lnTo>
                    <a:pt x="1186" y="942"/>
                  </a:lnTo>
                  <a:lnTo>
                    <a:pt x="1120" y="1007"/>
                  </a:lnTo>
                  <a:lnTo>
                    <a:pt x="1117" y="1009"/>
                  </a:lnTo>
                  <a:lnTo>
                    <a:pt x="1114" y="1015"/>
                  </a:lnTo>
                  <a:lnTo>
                    <a:pt x="1114" y="1015"/>
                  </a:lnTo>
                  <a:lnTo>
                    <a:pt x="1118" y="1015"/>
                  </a:lnTo>
                  <a:lnTo>
                    <a:pt x="1122" y="1014"/>
                  </a:lnTo>
                  <a:lnTo>
                    <a:pt x="1122" y="1014"/>
                  </a:lnTo>
                  <a:close/>
                  <a:moveTo>
                    <a:pt x="200" y="776"/>
                  </a:moveTo>
                  <a:lnTo>
                    <a:pt x="200" y="776"/>
                  </a:lnTo>
                  <a:lnTo>
                    <a:pt x="200" y="783"/>
                  </a:lnTo>
                  <a:lnTo>
                    <a:pt x="203" y="789"/>
                  </a:lnTo>
                  <a:lnTo>
                    <a:pt x="208" y="793"/>
                  </a:lnTo>
                  <a:lnTo>
                    <a:pt x="212" y="797"/>
                  </a:lnTo>
                  <a:lnTo>
                    <a:pt x="223" y="803"/>
                  </a:lnTo>
                  <a:lnTo>
                    <a:pt x="234" y="807"/>
                  </a:lnTo>
                  <a:lnTo>
                    <a:pt x="234" y="807"/>
                  </a:lnTo>
                  <a:lnTo>
                    <a:pt x="224" y="794"/>
                  </a:lnTo>
                  <a:lnTo>
                    <a:pt x="216" y="780"/>
                  </a:lnTo>
                  <a:lnTo>
                    <a:pt x="209" y="765"/>
                  </a:lnTo>
                  <a:lnTo>
                    <a:pt x="202" y="748"/>
                  </a:lnTo>
                  <a:lnTo>
                    <a:pt x="189" y="716"/>
                  </a:lnTo>
                  <a:lnTo>
                    <a:pt x="178" y="681"/>
                  </a:lnTo>
                  <a:lnTo>
                    <a:pt x="178" y="681"/>
                  </a:lnTo>
                  <a:lnTo>
                    <a:pt x="178" y="706"/>
                  </a:lnTo>
                  <a:lnTo>
                    <a:pt x="181" y="730"/>
                  </a:lnTo>
                  <a:lnTo>
                    <a:pt x="184" y="752"/>
                  </a:lnTo>
                  <a:lnTo>
                    <a:pt x="191" y="772"/>
                  </a:lnTo>
                  <a:lnTo>
                    <a:pt x="191" y="772"/>
                  </a:lnTo>
                  <a:lnTo>
                    <a:pt x="192" y="775"/>
                  </a:lnTo>
                  <a:lnTo>
                    <a:pt x="196" y="775"/>
                  </a:lnTo>
                  <a:lnTo>
                    <a:pt x="199" y="775"/>
                  </a:lnTo>
                  <a:lnTo>
                    <a:pt x="200" y="776"/>
                  </a:lnTo>
                  <a:lnTo>
                    <a:pt x="200" y="776"/>
                  </a:lnTo>
                  <a:close/>
                  <a:moveTo>
                    <a:pt x="907" y="887"/>
                  </a:moveTo>
                  <a:lnTo>
                    <a:pt x="861" y="960"/>
                  </a:lnTo>
                  <a:lnTo>
                    <a:pt x="861" y="960"/>
                  </a:lnTo>
                  <a:lnTo>
                    <a:pt x="883" y="939"/>
                  </a:lnTo>
                  <a:lnTo>
                    <a:pt x="907" y="920"/>
                  </a:lnTo>
                  <a:lnTo>
                    <a:pt x="931" y="900"/>
                  </a:lnTo>
                  <a:lnTo>
                    <a:pt x="958" y="882"/>
                  </a:lnTo>
                  <a:lnTo>
                    <a:pt x="958" y="882"/>
                  </a:lnTo>
                  <a:lnTo>
                    <a:pt x="935" y="884"/>
                  </a:lnTo>
                  <a:lnTo>
                    <a:pt x="926" y="884"/>
                  </a:lnTo>
                  <a:lnTo>
                    <a:pt x="916" y="884"/>
                  </a:lnTo>
                  <a:lnTo>
                    <a:pt x="916" y="884"/>
                  </a:lnTo>
                  <a:lnTo>
                    <a:pt x="907" y="887"/>
                  </a:lnTo>
                  <a:lnTo>
                    <a:pt x="907" y="887"/>
                  </a:lnTo>
                  <a:close/>
                  <a:moveTo>
                    <a:pt x="2720" y="903"/>
                  </a:moveTo>
                  <a:lnTo>
                    <a:pt x="2720" y="903"/>
                  </a:lnTo>
                  <a:lnTo>
                    <a:pt x="2709" y="901"/>
                  </a:lnTo>
                  <a:lnTo>
                    <a:pt x="2699" y="901"/>
                  </a:lnTo>
                  <a:lnTo>
                    <a:pt x="2675" y="903"/>
                  </a:lnTo>
                  <a:lnTo>
                    <a:pt x="2675" y="903"/>
                  </a:lnTo>
                  <a:lnTo>
                    <a:pt x="2664" y="922"/>
                  </a:lnTo>
                  <a:lnTo>
                    <a:pt x="2653" y="942"/>
                  </a:lnTo>
                  <a:lnTo>
                    <a:pt x="2627" y="980"/>
                  </a:lnTo>
                  <a:lnTo>
                    <a:pt x="2627" y="980"/>
                  </a:lnTo>
                  <a:lnTo>
                    <a:pt x="2671" y="941"/>
                  </a:lnTo>
                  <a:lnTo>
                    <a:pt x="2695" y="921"/>
                  </a:lnTo>
                  <a:lnTo>
                    <a:pt x="2720" y="903"/>
                  </a:lnTo>
                  <a:lnTo>
                    <a:pt x="2720" y="903"/>
                  </a:lnTo>
                  <a:close/>
                  <a:moveTo>
                    <a:pt x="2737" y="51"/>
                  </a:moveTo>
                  <a:lnTo>
                    <a:pt x="2744" y="47"/>
                  </a:lnTo>
                  <a:lnTo>
                    <a:pt x="2744" y="47"/>
                  </a:lnTo>
                  <a:lnTo>
                    <a:pt x="2712" y="44"/>
                  </a:lnTo>
                  <a:lnTo>
                    <a:pt x="2675" y="41"/>
                  </a:lnTo>
                  <a:lnTo>
                    <a:pt x="2591" y="36"/>
                  </a:lnTo>
                  <a:lnTo>
                    <a:pt x="2516" y="34"/>
                  </a:lnTo>
                  <a:lnTo>
                    <a:pt x="2491" y="34"/>
                  </a:lnTo>
                  <a:lnTo>
                    <a:pt x="2477" y="36"/>
                  </a:lnTo>
                  <a:lnTo>
                    <a:pt x="2737" y="51"/>
                  </a:lnTo>
                  <a:close/>
                  <a:moveTo>
                    <a:pt x="725" y="898"/>
                  </a:moveTo>
                  <a:lnTo>
                    <a:pt x="725" y="898"/>
                  </a:lnTo>
                  <a:lnTo>
                    <a:pt x="711" y="898"/>
                  </a:lnTo>
                  <a:lnTo>
                    <a:pt x="705" y="898"/>
                  </a:lnTo>
                  <a:lnTo>
                    <a:pt x="698" y="900"/>
                  </a:lnTo>
                  <a:lnTo>
                    <a:pt x="698" y="900"/>
                  </a:lnTo>
                  <a:lnTo>
                    <a:pt x="697" y="904"/>
                  </a:lnTo>
                  <a:lnTo>
                    <a:pt x="697" y="905"/>
                  </a:lnTo>
                  <a:lnTo>
                    <a:pt x="695" y="905"/>
                  </a:lnTo>
                  <a:lnTo>
                    <a:pt x="694" y="903"/>
                  </a:lnTo>
                  <a:lnTo>
                    <a:pt x="694" y="900"/>
                  </a:lnTo>
                  <a:lnTo>
                    <a:pt x="694" y="900"/>
                  </a:lnTo>
                  <a:lnTo>
                    <a:pt x="684" y="907"/>
                  </a:lnTo>
                  <a:lnTo>
                    <a:pt x="678" y="914"/>
                  </a:lnTo>
                  <a:lnTo>
                    <a:pt x="666" y="932"/>
                  </a:lnTo>
                  <a:lnTo>
                    <a:pt x="666" y="932"/>
                  </a:lnTo>
                  <a:lnTo>
                    <a:pt x="660" y="938"/>
                  </a:lnTo>
                  <a:lnTo>
                    <a:pt x="654" y="942"/>
                  </a:lnTo>
                  <a:lnTo>
                    <a:pt x="649" y="942"/>
                  </a:lnTo>
                  <a:lnTo>
                    <a:pt x="647" y="941"/>
                  </a:lnTo>
                  <a:lnTo>
                    <a:pt x="645" y="939"/>
                  </a:lnTo>
                  <a:lnTo>
                    <a:pt x="645" y="939"/>
                  </a:lnTo>
                  <a:lnTo>
                    <a:pt x="646" y="945"/>
                  </a:lnTo>
                  <a:lnTo>
                    <a:pt x="646" y="948"/>
                  </a:lnTo>
                  <a:lnTo>
                    <a:pt x="646" y="950"/>
                  </a:lnTo>
                  <a:lnTo>
                    <a:pt x="646" y="950"/>
                  </a:lnTo>
                  <a:lnTo>
                    <a:pt x="642" y="957"/>
                  </a:lnTo>
                  <a:lnTo>
                    <a:pt x="638" y="964"/>
                  </a:lnTo>
                  <a:lnTo>
                    <a:pt x="628" y="977"/>
                  </a:lnTo>
                  <a:lnTo>
                    <a:pt x="616" y="991"/>
                  </a:lnTo>
                  <a:lnTo>
                    <a:pt x="608" y="1004"/>
                  </a:lnTo>
                  <a:lnTo>
                    <a:pt x="608" y="1004"/>
                  </a:lnTo>
                  <a:lnTo>
                    <a:pt x="635" y="976"/>
                  </a:lnTo>
                  <a:lnTo>
                    <a:pt x="663" y="949"/>
                  </a:lnTo>
                  <a:lnTo>
                    <a:pt x="694" y="922"/>
                  </a:lnTo>
                  <a:lnTo>
                    <a:pt x="725" y="898"/>
                  </a:lnTo>
                  <a:lnTo>
                    <a:pt x="725" y="898"/>
                  </a:lnTo>
                  <a:close/>
                  <a:moveTo>
                    <a:pt x="2397" y="1012"/>
                  </a:moveTo>
                  <a:lnTo>
                    <a:pt x="2397" y="1012"/>
                  </a:lnTo>
                  <a:lnTo>
                    <a:pt x="2449" y="962"/>
                  </a:lnTo>
                  <a:lnTo>
                    <a:pt x="2476" y="936"/>
                  </a:lnTo>
                  <a:lnTo>
                    <a:pt x="2502" y="912"/>
                  </a:lnTo>
                  <a:lnTo>
                    <a:pt x="2502" y="912"/>
                  </a:lnTo>
                  <a:lnTo>
                    <a:pt x="2494" y="910"/>
                  </a:lnTo>
                  <a:lnTo>
                    <a:pt x="2485" y="908"/>
                  </a:lnTo>
                  <a:lnTo>
                    <a:pt x="2477" y="908"/>
                  </a:lnTo>
                  <a:lnTo>
                    <a:pt x="2474" y="908"/>
                  </a:lnTo>
                  <a:lnTo>
                    <a:pt x="2471" y="911"/>
                  </a:lnTo>
                  <a:lnTo>
                    <a:pt x="2397" y="1012"/>
                  </a:lnTo>
                  <a:close/>
                  <a:moveTo>
                    <a:pt x="2128" y="981"/>
                  </a:moveTo>
                  <a:lnTo>
                    <a:pt x="2128" y="981"/>
                  </a:lnTo>
                  <a:lnTo>
                    <a:pt x="2133" y="983"/>
                  </a:lnTo>
                  <a:lnTo>
                    <a:pt x="2133" y="983"/>
                  </a:lnTo>
                  <a:lnTo>
                    <a:pt x="2173" y="948"/>
                  </a:lnTo>
                  <a:lnTo>
                    <a:pt x="2195" y="929"/>
                  </a:lnTo>
                  <a:lnTo>
                    <a:pt x="2218" y="914"/>
                  </a:lnTo>
                  <a:lnTo>
                    <a:pt x="2179" y="911"/>
                  </a:lnTo>
                  <a:lnTo>
                    <a:pt x="2140" y="969"/>
                  </a:lnTo>
                  <a:lnTo>
                    <a:pt x="2137" y="972"/>
                  </a:lnTo>
                  <a:lnTo>
                    <a:pt x="2140" y="969"/>
                  </a:lnTo>
                  <a:lnTo>
                    <a:pt x="2140" y="969"/>
                  </a:lnTo>
                  <a:lnTo>
                    <a:pt x="2141" y="963"/>
                  </a:lnTo>
                  <a:lnTo>
                    <a:pt x="2144" y="959"/>
                  </a:lnTo>
                  <a:lnTo>
                    <a:pt x="2147" y="955"/>
                  </a:lnTo>
                  <a:lnTo>
                    <a:pt x="2148" y="949"/>
                  </a:lnTo>
                  <a:lnTo>
                    <a:pt x="2148" y="949"/>
                  </a:lnTo>
                  <a:lnTo>
                    <a:pt x="2141" y="955"/>
                  </a:lnTo>
                  <a:lnTo>
                    <a:pt x="2137" y="963"/>
                  </a:lnTo>
                  <a:lnTo>
                    <a:pt x="2128" y="979"/>
                  </a:lnTo>
                  <a:lnTo>
                    <a:pt x="2128" y="979"/>
                  </a:lnTo>
                  <a:lnTo>
                    <a:pt x="2131" y="979"/>
                  </a:lnTo>
                  <a:lnTo>
                    <a:pt x="2131" y="980"/>
                  </a:lnTo>
                  <a:lnTo>
                    <a:pt x="2131" y="981"/>
                  </a:lnTo>
                  <a:lnTo>
                    <a:pt x="2128" y="981"/>
                  </a:lnTo>
                  <a:lnTo>
                    <a:pt x="2128" y="981"/>
                  </a:lnTo>
                  <a:close/>
                  <a:moveTo>
                    <a:pt x="2352" y="912"/>
                  </a:moveTo>
                  <a:lnTo>
                    <a:pt x="2313" y="911"/>
                  </a:lnTo>
                  <a:lnTo>
                    <a:pt x="2313" y="911"/>
                  </a:lnTo>
                  <a:lnTo>
                    <a:pt x="2306" y="931"/>
                  </a:lnTo>
                  <a:lnTo>
                    <a:pt x="2294" y="949"/>
                  </a:lnTo>
                  <a:lnTo>
                    <a:pt x="2284" y="967"/>
                  </a:lnTo>
                  <a:lnTo>
                    <a:pt x="2275" y="984"/>
                  </a:lnTo>
                  <a:lnTo>
                    <a:pt x="2352" y="912"/>
                  </a:lnTo>
                  <a:close/>
                  <a:moveTo>
                    <a:pt x="2279" y="914"/>
                  </a:moveTo>
                  <a:lnTo>
                    <a:pt x="2279" y="914"/>
                  </a:lnTo>
                  <a:lnTo>
                    <a:pt x="2269" y="911"/>
                  </a:lnTo>
                  <a:lnTo>
                    <a:pt x="2258" y="911"/>
                  </a:lnTo>
                  <a:lnTo>
                    <a:pt x="2249" y="912"/>
                  </a:lnTo>
                  <a:lnTo>
                    <a:pt x="2247" y="914"/>
                  </a:lnTo>
                  <a:lnTo>
                    <a:pt x="2244" y="915"/>
                  </a:lnTo>
                  <a:lnTo>
                    <a:pt x="2244" y="915"/>
                  </a:lnTo>
                  <a:lnTo>
                    <a:pt x="2237" y="928"/>
                  </a:lnTo>
                  <a:lnTo>
                    <a:pt x="2228" y="941"/>
                  </a:lnTo>
                  <a:lnTo>
                    <a:pt x="2218" y="952"/>
                  </a:lnTo>
                  <a:lnTo>
                    <a:pt x="2209" y="962"/>
                  </a:lnTo>
                  <a:lnTo>
                    <a:pt x="2195" y="987"/>
                  </a:lnTo>
                  <a:lnTo>
                    <a:pt x="2279" y="914"/>
                  </a:lnTo>
                  <a:close/>
                  <a:moveTo>
                    <a:pt x="2051" y="993"/>
                  </a:moveTo>
                  <a:lnTo>
                    <a:pt x="2141" y="912"/>
                  </a:lnTo>
                  <a:lnTo>
                    <a:pt x="2110" y="911"/>
                  </a:lnTo>
                  <a:lnTo>
                    <a:pt x="2110" y="911"/>
                  </a:lnTo>
                  <a:lnTo>
                    <a:pt x="2096" y="932"/>
                  </a:lnTo>
                  <a:lnTo>
                    <a:pt x="2081" y="952"/>
                  </a:lnTo>
                  <a:lnTo>
                    <a:pt x="2065" y="972"/>
                  </a:lnTo>
                  <a:lnTo>
                    <a:pt x="2051" y="993"/>
                  </a:lnTo>
                  <a:lnTo>
                    <a:pt x="2051" y="993"/>
                  </a:lnTo>
                  <a:close/>
                  <a:moveTo>
                    <a:pt x="1571" y="891"/>
                  </a:moveTo>
                  <a:lnTo>
                    <a:pt x="1571" y="891"/>
                  </a:lnTo>
                  <a:lnTo>
                    <a:pt x="1568" y="901"/>
                  </a:lnTo>
                  <a:lnTo>
                    <a:pt x="1564" y="910"/>
                  </a:lnTo>
                  <a:lnTo>
                    <a:pt x="1559" y="918"/>
                  </a:lnTo>
                  <a:lnTo>
                    <a:pt x="1554" y="927"/>
                  </a:lnTo>
                  <a:lnTo>
                    <a:pt x="1548" y="934"/>
                  </a:lnTo>
                  <a:lnTo>
                    <a:pt x="1542" y="939"/>
                  </a:lnTo>
                  <a:lnTo>
                    <a:pt x="1535" y="945"/>
                  </a:lnTo>
                  <a:lnTo>
                    <a:pt x="1528" y="948"/>
                  </a:lnTo>
                  <a:lnTo>
                    <a:pt x="1528" y="948"/>
                  </a:lnTo>
                  <a:lnTo>
                    <a:pt x="1527" y="949"/>
                  </a:lnTo>
                  <a:lnTo>
                    <a:pt x="1527" y="948"/>
                  </a:lnTo>
                  <a:lnTo>
                    <a:pt x="1530" y="946"/>
                  </a:lnTo>
                  <a:lnTo>
                    <a:pt x="1533" y="945"/>
                  </a:lnTo>
                  <a:lnTo>
                    <a:pt x="1534" y="945"/>
                  </a:lnTo>
                  <a:lnTo>
                    <a:pt x="1535" y="946"/>
                  </a:lnTo>
                  <a:lnTo>
                    <a:pt x="1537" y="949"/>
                  </a:lnTo>
                  <a:lnTo>
                    <a:pt x="1537" y="949"/>
                  </a:lnTo>
                  <a:lnTo>
                    <a:pt x="1554" y="935"/>
                  </a:lnTo>
                  <a:lnTo>
                    <a:pt x="1573" y="918"/>
                  </a:lnTo>
                  <a:lnTo>
                    <a:pt x="1596" y="901"/>
                  </a:lnTo>
                  <a:lnTo>
                    <a:pt x="1607" y="893"/>
                  </a:lnTo>
                  <a:lnTo>
                    <a:pt x="1618" y="887"/>
                  </a:lnTo>
                  <a:lnTo>
                    <a:pt x="1568" y="890"/>
                  </a:lnTo>
                  <a:lnTo>
                    <a:pt x="1571" y="891"/>
                  </a:lnTo>
                  <a:close/>
                  <a:moveTo>
                    <a:pt x="98" y="438"/>
                  </a:moveTo>
                  <a:lnTo>
                    <a:pt x="98" y="438"/>
                  </a:lnTo>
                  <a:lnTo>
                    <a:pt x="125" y="408"/>
                  </a:lnTo>
                  <a:lnTo>
                    <a:pt x="139" y="393"/>
                  </a:lnTo>
                  <a:lnTo>
                    <a:pt x="154" y="378"/>
                  </a:lnTo>
                  <a:lnTo>
                    <a:pt x="154" y="378"/>
                  </a:lnTo>
                  <a:lnTo>
                    <a:pt x="156" y="376"/>
                  </a:lnTo>
                  <a:lnTo>
                    <a:pt x="157" y="371"/>
                  </a:lnTo>
                  <a:lnTo>
                    <a:pt x="157" y="362"/>
                  </a:lnTo>
                  <a:lnTo>
                    <a:pt x="153" y="338"/>
                  </a:lnTo>
                  <a:lnTo>
                    <a:pt x="153" y="338"/>
                  </a:lnTo>
                  <a:lnTo>
                    <a:pt x="150" y="346"/>
                  </a:lnTo>
                  <a:lnTo>
                    <a:pt x="146" y="353"/>
                  </a:lnTo>
                  <a:lnTo>
                    <a:pt x="139" y="366"/>
                  </a:lnTo>
                  <a:lnTo>
                    <a:pt x="139" y="366"/>
                  </a:lnTo>
                  <a:lnTo>
                    <a:pt x="136" y="367"/>
                  </a:lnTo>
                  <a:lnTo>
                    <a:pt x="98" y="438"/>
                  </a:lnTo>
                  <a:close/>
                  <a:moveTo>
                    <a:pt x="146" y="876"/>
                  </a:moveTo>
                  <a:lnTo>
                    <a:pt x="146" y="876"/>
                  </a:lnTo>
                  <a:lnTo>
                    <a:pt x="163" y="860"/>
                  </a:lnTo>
                  <a:lnTo>
                    <a:pt x="179" y="845"/>
                  </a:lnTo>
                  <a:lnTo>
                    <a:pt x="213" y="817"/>
                  </a:lnTo>
                  <a:lnTo>
                    <a:pt x="213" y="817"/>
                  </a:lnTo>
                  <a:lnTo>
                    <a:pt x="209" y="813"/>
                  </a:lnTo>
                  <a:lnTo>
                    <a:pt x="203" y="810"/>
                  </a:lnTo>
                  <a:lnTo>
                    <a:pt x="199" y="807"/>
                  </a:lnTo>
                  <a:lnTo>
                    <a:pt x="195" y="804"/>
                  </a:lnTo>
                  <a:lnTo>
                    <a:pt x="195" y="804"/>
                  </a:lnTo>
                  <a:lnTo>
                    <a:pt x="179" y="820"/>
                  </a:lnTo>
                  <a:lnTo>
                    <a:pt x="168" y="837"/>
                  </a:lnTo>
                  <a:lnTo>
                    <a:pt x="157" y="855"/>
                  </a:lnTo>
                  <a:lnTo>
                    <a:pt x="146" y="876"/>
                  </a:lnTo>
                  <a:lnTo>
                    <a:pt x="146" y="876"/>
                  </a:lnTo>
                  <a:close/>
                  <a:moveTo>
                    <a:pt x="874" y="889"/>
                  </a:moveTo>
                  <a:lnTo>
                    <a:pt x="874" y="889"/>
                  </a:lnTo>
                  <a:lnTo>
                    <a:pt x="864" y="890"/>
                  </a:lnTo>
                  <a:lnTo>
                    <a:pt x="855" y="891"/>
                  </a:lnTo>
                  <a:lnTo>
                    <a:pt x="845" y="894"/>
                  </a:lnTo>
                  <a:lnTo>
                    <a:pt x="837" y="897"/>
                  </a:lnTo>
                  <a:lnTo>
                    <a:pt x="837" y="897"/>
                  </a:lnTo>
                  <a:lnTo>
                    <a:pt x="833" y="901"/>
                  </a:lnTo>
                  <a:lnTo>
                    <a:pt x="829" y="905"/>
                  </a:lnTo>
                  <a:lnTo>
                    <a:pt x="820" y="917"/>
                  </a:lnTo>
                  <a:lnTo>
                    <a:pt x="812" y="928"/>
                  </a:lnTo>
                  <a:lnTo>
                    <a:pt x="808" y="932"/>
                  </a:lnTo>
                  <a:lnTo>
                    <a:pt x="803" y="936"/>
                  </a:lnTo>
                  <a:lnTo>
                    <a:pt x="808" y="936"/>
                  </a:lnTo>
                  <a:lnTo>
                    <a:pt x="808" y="936"/>
                  </a:lnTo>
                  <a:lnTo>
                    <a:pt x="798" y="950"/>
                  </a:lnTo>
                  <a:lnTo>
                    <a:pt x="793" y="957"/>
                  </a:lnTo>
                  <a:lnTo>
                    <a:pt x="789" y="964"/>
                  </a:lnTo>
                  <a:lnTo>
                    <a:pt x="789" y="964"/>
                  </a:lnTo>
                  <a:lnTo>
                    <a:pt x="830" y="925"/>
                  </a:lnTo>
                  <a:lnTo>
                    <a:pt x="851" y="905"/>
                  </a:lnTo>
                  <a:lnTo>
                    <a:pt x="862" y="897"/>
                  </a:lnTo>
                  <a:lnTo>
                    <a:pt x="874" y="889"/>
                  </a:lnTo>
                  <a:lnTo>
                    <a:pt x="874" y="889"/>
                  </a:lnTo>
                  <a:close/>
                  <a:moveTo>
                    <a:pt x="1683" y="943"/>
                  </a:moveTo>
                  <a:lnTo>
                    <a:pt x="1749" y="891"/>
                  </a:lnTo>
                  <a:lnTo>
                    <a:pt x="1749" y="891"/>
                  </a:lnTo>
                  <a:lnTo>
                    <a:pt x="1741" y="891"/>
                  </a:lnTo>
                  <a:lnTo>
                    <a:pt x="1735" y="893"/>
                  </a:lnTo>
                  <a:lnTo>
                    <a:pt x="1729" y="894"/>
                  </a:lnTo>
                  <a:lnTo>
                    <a:pt x="1725" y="894"/>
                  </a:lnTo>
                  <a:lnTo>
                    <a:pt x="1725" y="894"/>
                  </a:lnTo>
                  <a:lnTo>
                    <a:pt x="1717" y="891"/>
                  </a:lnTo>
                  <a:lnTo>
                    <a:pt x="1708" y="890"/>
                  </a:lnTo>
                  <a:lnTo>
                    <a:pt x="1704" y="891"/>
                  </a:lnTo>
                  <a:lnTo>
                    <a:pt x="1701" y="893"/>
                  </a:lnTo>
                  <a:lnTo>
                    <a:pt x="1700" y="896"/>
                  </a:lnTo>
                  <a:lnTo>
                    <a:pt x="1700" y="900"/>
                  </a:lnTo>
                  <a:lnTo>
                    <a:pt x="1700" y="900"/>
                  </a:lnTo>
                  <a:lnTo>
                    <a:pt x="1700" y="907"/>
                  </a:lnTo>
                  <a:lnTo>
                    <a:pt x="1698" y="914"/>
                  </a:lnTo>
                  <a:lnTo>
                    <a:pt x="1694" y="920"/>
                  </a:lnTo>
                  <a:lnTo>
                    <a:pt x="1691" y="925"/>
                  </a:lnTo>
                  <a:lnTo>
                    <a:pt x="1684" y="935"/>
                  </a:lnTo>
                  <a:lnTo>
                    <a:pt x="1683" y="939"/>
                  </a:lnTo>
                  <a:lnTo>
                    <a:pt x="1683" y="943"/>
                  </a:lnTo>
                  <a:lnTo>
                    <a:pt x="1683" y="943"/>
                  </a:lnTo>
                  <a:close/>
                  <a:moveTo>
                    <a:pt x="115" y="550"/>
                  </a:moveTo>
                  <a:lnTo>
                    <a:pt x="115" y="550"/>
                  </a:lnTo>
                  <a:lnTo>
                    <a:pt x="122" y="540"/>
                  </a:lnTo>
                  <a:lnTo>
                    <a:pt x="125" y="537"/>
                  </a:lnTo>
                  <a:lnTo>
                    <a:pt x="127" y="534"/>
                  </a:lnTo>
                  <a:lnTo>
                    <a:pt x="127" y="534"/>
                  </a:lnTo>
                  <a:lnTo>
                    <a:pt x="122" y="546"/>
                  </a:lnTo>
                  <a:lnTo>
                    <a:pt x="115" y="558"/>
                  </a:lnTo>
                  <a:lnTo>
                    <a:pt x="106" y="571"/>
                  </a:lnTo>
                  <a:lnTo>
                    <a:pt x="99" y="584"/>
                  </a:lnTo>
                  <a:lnTo>
                    <a:pt x="99" y="584"/>
                  </a:lnTo>
                  <a:lnTo>
                    <a:pt x="125" y="557"/>
                  </a:lnTo>
                  <a:lnTo>
                    <a:pt x="137" y="546"/>
                  </a:lnTo>
                  <a:lnTo>
                    <a:pt x="150" y="534"/>
                  </a:lnTo>
                  <a:lnTo>
                    <a:pt x="150" y="534"/>
                  </a:lnTo>
                  <a:lnTo>
                    <a:pt x="153" y="530"/>
                  </a:lnTo>
                  <a:lnTo>
                    <a:pt x="156" y="526"/>
                  </a:lnTo>
                  <a:lnTo>
                    <a:pt x="156" y="522"/>
                  </a:lnTo>
                  <a:lnTo>
                    <a:pt x="156" y="518"/>
                  </a:lnTo>
                  <a:lnTo>
                    <a:pt x="154" y="509"/>
                  </a:lnTo>
                  <a:lnTo>
                    <a:pt x="153" y="502"/>
                  </a:lnTo>
                  <a:lnTo>
                    <a:pt x="153" y="502"/>
                  </a:lnTo>
                  <a:lnTo>
                    <a:pt x="148" y="508"/>
                  </a:lnTo>
                  <a:lnTo>
                    <a:pt x="144" y="513"/>
                  </a:lnTo>
                  <a:lnTo>
                    <a:pt x="133" y="523"/>
                  </a:lnTo>
                  <a:lnTo>
                    <a:pt x="127" y="527"/>
                  </a:lnTo>
                  <a:lnTo>
                    <a:pt x="123" y="534"/>
                  </a:lnTo>
                  <a:lnTo>
                    <a:pt x="119" y="542"/>
                  </a:lnTo>
                  <a:lnTo>
                    <a:pt x="115" y="550"/>
                  </a:lnTo>
                  <a:lnTo>
                    <a:pt x="115" y="550"/>
                  </a:lnTo>
                  <a:close/>
                  <a:moveTo>
                    <a:pt x="1607" y="946"/>
                  </a:moveTo>
                  <a:lnTo>
                    <a:pt x="1607" y="946"/>
                  </a:lnTo>
                  <a:lnTo>
                    <a:pt x="1645" y="917"/>
                  </a:lnTo>
                  <a:lnTo>
                    <a:pt x="1663" y="903"/>
                  </a:lnTo>
                  <a:lnTo>
                    <a:pt x="1683" y="891"/>
                  </a:lnTo>
                  <a:lnTo>
                    <a:pt x="1683" y="891"/>
                  </a:lnTo>
                  <a:lnTo>
                    <a:pt x="1673" y="889"/>
                  </a:lnTo>
                  <a:lnTo>
                    <a:pt x="1662" y="887"/>
                  </a:lnTo>
                  <a:lnTo>
                    <a:pt x="1651" y="887"/>
                  </a:lnTo>
                  <a:lnTo>
                    <a:pt x="1646" y="889"/>
                  </a:lnTo>
                  <a:lnTo>
                    <a:pt x="1644" y="891"/>
                  </a:lnTo>
                  <a:lnTo>
                    <a:pt x="1644" y="891"/>
                  </a:lnTo>
                  <a:lnTo>
                    <a:pt x="1634" y="903"/>
                  </a:lnTo>
                  <a:lnTo>
                    <a:pt x="1625" y="915"/>
                  </a:lnTo>
                  <a:lnTo>
                    <a:pt x="1617" y="931"/>
                  </a:lnTo>
                  <a:lnTo>
                    <a:pt x="1607" y="946"/>
                  </a:lnTo>
                  <a:lnTo>
                    <a:pt x="1607" y="946"/>
                  </a:lnTo>
                  <a:close/>
                  <a:moveTo>
                    <a:pt x="2613" y="912"/>
                  </a:moveTo>
                  <a:lnTo>
                    <a:pt x="2613" y="912"/>
                  </a:lnTo>
                  <a:lnTo>
                    <a:pt x="2603" y="928"/>
                  </a:lnTo>
                  <a:lnTo>
                    <a:pt x="2591" y="943"/>
                  </a:lnTo>
                  <a:lnTo>
                    <a:pt x="2580" y="957"/>
                  </a:lnTo>
                  <a:lnTo>
                    <a:pt x="2570" y="973"/>
                  </a:lnTo>
                  <a:lnTo>
                    <a:pt x="2570" y="973"/>
                  </a:lnTo>
                  <a:lnTo>
                    <a:pt x="2606" y="939"/>
                  </a:lnTo>
                  <a:lnTo>
                    <a:pt x="2626" y="924"/>
                  </a:lnTo>
                  <a:lnTo>
                    <a:pt x="2647" y="908"/>
                  </a:lnTo>
                  <a:lnTo>
                    <a:pt x="2647" y="908"/>
                  </a:lnTo>
                  <a:lnTo>
                    <a:pt x="2637" y="908"/>
                  </a:lnTo>
                  <a:lnTo>
                    <a:pt x="2627" y="910"/>
                  </a:lnTo>
                  <a:lnTo>
                    <a:pt x="2627" y="910"/>
                  </a:lnTo>
                  <a:lnTo>
                    <a:pt x="2623" y="910"/>
                  </a:lnTo>
                  <a:lnTo>
                    <a:pt x="2620" y="910"/>
                  </a:lnTo>
                  <a:lnTo>
                    <a:pt x="2616" y="910"/>
                  </a:lnTo>
                  <a:lnTo>
                    <a:pt x="2613" y="912"/>
                  </a:lnTo>
                  <a:lnTo>
                    <a:pt x="2613" y="912"/>
                  </a:lnTo>
                  <a:close/>
                  <a:moveTo>
                    <a:pt x="1510" y="894"/>
                  </a:moveTo>
                  <a:lnTo>
                    <a:pt x="1510" y="894"/>
                  </a:lnTo>
                  <a:lnTo>
                    <a:pt x="1505" y="904"/>
                  </a:lnTo>
                  <a:lnTo>
                    <a:pt x="1499" y="914"/>
                  </a:lnTo>
                  <a:lnTo>
                    <a:pt x="1490" y="924"/>
                  </a:lnTo>
                  <a:lnTo>
                    <a:pt x="1483" y="935"/>
                  </a:lnTo>
                  <a:lnTo>
                    <a:pt x="1483" y="935"/>
                  </a:lnTo>
                  <a:lnTo>
                    <a:pt x="1499" y="922"/>
                  </a:lnTo>
                  <a:lnTo>
                    <a:pt x="1516" y="910"/>
                  </a:lnTo>
                  <a:lnTo>
                    <a:pt x="1533" y="897"/>
                  </a:lnTo>
                  <a:lnTo>
                    <a:pt x="1548" y="887"/>
                  </a:lnTo>
                  <a:lnTo>
                    <a:pt x="1548" y="887"/>
                  </a:lnTo>
                  <a:lnTo>
                    <a:pt x="1526" y="887"/>
                  </a:lnTo>
                  <a:lnTo>
                    <a:pt x="1517" y="887"/>
                  </a:lnTo>
                  <a:lnTo>
                    <a:pt x="1510" y="889"/>
                  </a:lnTo>
                  <a:lnTo>
                    <a:pt x="1510" y="889"/>
                  </a:lnTo>
                  <a:lnTo>
                    <a:pt x="1510" y="894"/>
                  </a:lnTo>
                  <a:lnTo>
                    <a:pt x="1510" y="894"/>
                  </a:lnTo>
                  <a:close/>
                  <a:moveTo>
                    <a:pt x="2731" y="1011"/>
                  </a:moveTo>
                  <a:lnTo>
                    <a:pt x="2731" y="1011"/>
                  </a:lnTo>
                  <a:lnTo>
                    <a:pt x="2751" y="993"/>
                  </a:lnTo>
                  <a:lnTo>
                    <a:pt x="2769" y="973"/>
                  </a:lnTo>
                  <a:lnTo>
                    <a:pt x="2788" y="950"/>
                  </a:lnTo>
                  <a:lnTo>
                    <a:pt x="2803" y="929"/>
                  </a:lnTo>
                  <a:lnTo>
                    <a:pt x="2803" y="929"/>
                  </a:lnTo>
                  <a:lnTo>
                    <a:pt x="2803" y="924"/>
                  </a:lnTo>
                  <a:lnTo>
                    <a:pt x="2771" y="960"/>
                  </a:lnTo>
                  <a:lnTo>
                    <a:pt x="2771" y="960"/>
                  </a:lnTo>
                  <a:lnTo>
                    <a:pt x="2759" y="973"/>
                  </a:lnTo>
                  <a:lnTo>
                    <a:pt x="2751" y="986"/>
                  </a:lnTo>
                  <a:lnTo>
                    <a:pt x="2731" y="1011"/>
                  </a:lnTo>
                  <a:lnTo>
                    <a:pt x="2731" y="1011"/>
                  </a:lnTo>
                  <a:close/>
                  <a:moveTo>
                    <a:pt x="2751" y="896"/>
                  </a:moveTo>
                  <a:lnTo>
                    <a:pt x="2751" y="896"/>
                  </a:lnTo>
                  <a:lnTo>
                    <a:pt x="2738" y="918"/>
                  </a:lnTo>
                  <a:lnTo>
                    <a:pt x="2724" y="939"/>
                  </a:lnTo>
                  <a:lnTo>
                    <a:pt x="2783" y="891"/>
                  </a:lnTo>
                  <a:lnTo>
                    <a:pt x="2783" y="891"/>
                  </a:lnTo>
                  <a:lnTo>
                    <a:pt x="2776" y="891"/>
                  </a:lnTo>
                  <a:lnTo>
                    <a:pt x="2769" y="891"/>
                  </a:lnTo>
                  <a:lnTo>
                    <a:pt x="2754" y="894"/>
                  </a:lnTo>
                  <a:lnTo>
                    <a:pt x="2754" y="894"/>
                  </a:lnTo>
                  <a:lnTo>
                    <a:pt x="2751" y="896"/>
                  </a:lnTo>
                  <a:lnTo>
                    <a:pt x="2751" y="896"/>
                  </a:lnTo>
                  <a:close/>
                  <a:moveTo>
                    <a:pt x="151" y="151"/>
                  </a:moveTo>
                  <a:lnTo>
                    <a:pt x="151" y="151"/>
                  </a:lnTo>
                  <a:lnTo>
                    <a:pt x="156" y="155"/>
                  </a:lnTo>
                  <a:lnTo>
                    <a:pt x="157" y="155"/>
                  </a:lnTo>
                  <a:lnTo>
                    <a:pt x="157" y="155"/>
                  </a:lnTo>
                  <a:lnTo>
                    <a:pt x="158" y="148"/>
                  </a:lnTo>
                  <a:lnTo>
                    <a:pt x="158" y="148"/>
                  </a:lnTo>
                  <a:lnTo>
                    <a:pt x="160" y="142"/>
                  </a:lnTo>
                  <a:lnTo>
                    <a:pt x="158" y="138"/>
                  </a:lnTo>
                  <a:lnTo>
                    <a:pt x="158" y="134"/>
                  </a:lnTo>
                  <a:lnTo>
                    <a:pt x="160" y="130"/>
                  </a:lnTo>
                  <a:lnTo>
                    <a:pt x="160" y="130"/>
                  </a:lnTo>
                  <a:lnTo>
                    <a:pt x="150" y="140"/>
                  </a:lnTo>
                  <a:lnTo>
                    <a:pt x="140" y="149"/>
                  </a:lnTo>
                  <a:lnTo>
                    <a:pt x="122" y="172"/>
                  </a:lnTo>
                  <a:lnTo>
                    <a:pt x="122" y="172"/>
                  </a:lnTo>
                  <a:lnTo>
                    <a:pt x="120" y="173"/>
                  </a:lnTo>
                  <a:lnTo>
                    <a:pt x="120" y="175"/>
                  </a:lnTo>
                  <a:lnTo>
                    <a:pt x="120" y="175"/>
                  </a:lnTo>
                  <a:lnTo>
                    <a:pt x="129" y="172"/>
                  </a:lnTo>
                  <a:lnTo>
                    <a:pt x="137" y="166"/>
                  </a:lnTo>
                  <a:lnTo>
                    <a:pt x="146" y="161"/>
                  </a:lnTo>
                  <a:lnTo>
                    <a:pt x="148" y="156"/>
                  </a:lnTo>
                  <a:lnTo>
                    <a:pt x="151" y="151"/>
                  </a:lnTo>
                  <a:lnTo>
                    <a:pt x="151" y="151"/>
                  </a:lnTo>
                  <a:close/>
                  <a:moveTo>
                    <a:pt x="1625" y="1074"/>
                  </a:moveTo>
                  <a:lnTo>
                    <a:pt x="1625" y="1074"/>
                  </a:lnTo>
                  <a:lnTo>
                    <a:pt x="1631" y="1075"/>
                  </a:lnTo>
                  <a:lnTo>
                    <a:pt x="1637" y="1075"/>
                  </a:lnTo>
                  <a:lnTo>
                    <a:pt x="1642" y="1074"/>
                  </a:lnTo>
                  <a:lnTo>
                    <a:pt x="1645" y="1073"/>
                  </a:lnTo>
                  <a:lnTo>
                    <a:pt x="1646" y="1071"/>
                  </a:lnTo>
                  <a:lnTo>
                    <a:pt x="1646" y="1071"/>
                  </a:lnTo>
                  <a:lnTo>
                    <a:pt x="1659" y="1050"/>
                  </a:lnTo>
                  <a:lnTo>
                    <a:pt x="1665" y="1039"/>
                  </a:lnTo>
                  <a:lnTo>
                    <a:pt x="1668" y="1032"/>
                  </a:lnTo>
                  <a:lnTo>
                    <a:pt x="1668" y="1032"/>
                  </a:lnTo>
                  <a:lnTo>
                    <a:pt x="1656" y="1043"/>
                  </a:lnTo>
                  <a:lnTo>
                    <a:pt x="1645" y="1053"/>
                  </a:lnTo>
                  <a:lnTo>
                    <a:pt x="1635" y="1063"/>
                  </a:lnTo>
                  <a:lnTo>
                    <a:pt x="1625" y="1074"/>
                  </a:lnTo>
                  <a:lnTo>
                    <a:pt x="1625" y="1074"/>
                  </a:lnTo>
                  <a:close/>
                  <a:moveTo>
                    <a:pt x="132" y="210"/>
                  </a:moveTo>
                  <a:lnTo>
                    <a:pt x="132" y="210"/>
                  </a:lnTo>
                  <a:lnTo>
                    <a:pt x="137" y="207"/>
                  </a:lnTo>
                  <a:lnTo>
                    <a:pt x="141" y="201"/>
                  </a:lnTo>
                  <a:lnTo>
                    <a:pt x="150" y="187"/>
                  </a:lnTo>
                  <a:lnTo>
                    <a:pt x="150" y="187"/>
                  </a:lnTo>
                  <a:lnTo>
                    <a:pt x="153" y="182"/>
                  </a:lnTo>
                  <a:lnTo>
                    <a:pt x="154" y="173"/>
                  </a:lnTo>
                  <a:lnTo>
                    <a:pt x="153" y="168"/>
                  </a:lnTo>
                  <a:lnTo>
                    <a:pt x="151" y="165"/>
                  </a:lnTo>
                  <a:lnTo>
                    <a:pt x="150" y="165"/>
                  </a:lnTo>
                  <a:lnTo>
                    <a:pt x="150" y="165"/>
                  </a:lnTo>
                  <a:lnTo>
                    <a:pt x="150" y="166"/>
                  </a:lnTo>
                  <a:lnTo>
                    <a:pt x="150" y="169"/>
                  </a:lnTo>
                  <a:lnTo>
                    <a:pt x="147" y="175"/>
                  </a:lnTo>
                  <a:lnTo>
                    <a:pt x="139" y="192"/>
                  </a:lnTo>
                  <a:lnTo>
                    <a:pt x="130" y="207"/>
                  </a:lnTo>
                  <a:lnTo>
                    <a:pt x="130" y="211"/>
                  </a:lnTo>
                  <a:lnTo>
                    <a:pt x="130" y="211"/>
                  </a:lnTo>
                  <a:lnTo>
                    <a:pt x="132" y="210"/>
                  </a:lnTo>
                  <a:lnTo>
                    <a:pt x="132" y="210"/>
                  </a:lnTo>
                  <a:close/>
                  <a:moveTo>
                    <a:pt x="140" y="977"/>
                  </a:moveTo>
                  <a:lnTo>
                    <a:pt x="140" y="977"/>
                  </a:lnTo>
                  <a:lnTo>
                    <a:pt x="144" y="980"/>
                  </a:lnTo>
                  <a:lnTo>
                    <a:pt x="150" y="980"/>
                  </a:lnTo>
                  <a:lnTo>
                    <a:pt x="156" y="977"/>
                  </a:lnTo>
                  <a:lnTo>
                    <a:pt x="157" y="974"/>
                  </a:lnTo>
                  <a:lnTo>
                    <a:pt x="158" y="973"/>
                  </a:lnTo>
                  <a:lnTo>
                    <a:pt x="158" y="973"/>
                  </a:lnTo>
                  <a:lnTo>
                    <a:pt x="161" y="967"/>
                  </a:lnTo>
                  <a:lnTo>
                    <a:pt x="165" y="962"/>
                  </a:lnTo>
                  <a:lnTo>
                    <a:pt x="172" y="952"/>
                  </a:lnTo>
                  <a:lnTo>
                    <a:pt x="172" y="952"/>
                  </a:lnTo>
                  <a:lnTo>
                    <a:pt x="163" y="957"/>
                  </a:lnTo>
                  <a:lnTo>
                    <a:pt x="153" y="962"/>
                  </a:lnTo>
                  <a:lnTo>
                    <a:pt x="148" y="964"/>
                  </a:lnTo>
                  <a:lnTo>
                    <a:pt x="144" y="969"/>
                  </a:lnTo>
                  <a:lnTo>
                    <a:pt x="141" y="973"/>
                  </a:lnTo>
                  <a:lnTo>
                    <a:pt x="140" y="977"/>
                  </a:lnTo>
                  <a:lnTo>
                    <a:pt x="140" y="977"/>
                  </a:lnTo>
                  <a:close/>
                  <a:moveTo>
                    <a:pt x="473" y="981"/>
                  </a:moveTo>
                  <a:lnTo>
                    <a:pt x="473" y="981"/>
                  </a:lnTo>
                  <a:lnTo>
                    <a:pt x="467" y="984"/>
                  </a:lnTo>
                  <a:lnTo>
                    <a:pt x="462" y="991"/>
                  </a:lnTo>
                  <a:lnTo>
                    <a:pt x="458" y="998"/>
                  </a:lnTo>
                  <a:lnTo>
                    <a:pt x="456" y="1002"/>
                  </a:lnTo>
                  <a:lnTo>
                    <a:pt x="458" y="1007"/>
                  </a:lnTo>
                  <a:lnTo>
                    <a:pt x="458" y="1007"/>
                  </a:lnTo>
                  <a:lnTo>
                    <a:pt x="462" y="1005"/>
                  </a:lnTo>
                  <a:lnTo>
                    <a:pt x="465" y="1002"/>
                  </a:lnTo>
                  <a:lnTo>
                    <a:pt x="466" y="1000"/>
                  </a:lnTo>
                  <a:lnTo>
                    <a:pt x="467" y="995"/>
                  </a:lnTo>
                  <a:lnTo>
                    <a:pt x="470" y="988"/>
                  </a:lnTo>
                  <a:lnTo>
                    <a:pt x="472" y="984"/>
                  </a:lnTo>
                  <a:lnTo>
                    <a:pt x="473" y="981"/>
                  </a:lnTo>
                  <a:lnTo>
                    <a:pt x="473" y="981"/>
                  </a:lnTo>
                  <a:close/>
                  <a:moveTo>
                    <a:pt x="313" y="983"/>
                  </a:moveTo>
                  <a:lnTo>
                    <a:pt x="313" y="983"/>
                  </a:lnTo>
                  <a:lnTo>
                    <a:pt x="312" y="988"/>
                  </a:lnTo>
                  <a:lnTo>
                    <a:pt x="309" y="991"/>
                  </a:lnTo>
                  <a:lnTo>
                    <a:pt x="307" y="994"/>
                  </a:lnTo>
                  <a:lnTo>
                    <a:pt x="307" y="998"/>
                  </a:lnTo>
                  <a:lnTo>
                    <a:pt x="324" y="983"/>
                  </a:lnTo>
                  <a:lnTo>
                    <a:pt x="324" y="983"/>
                  </a:lnTo>
                  <a:lnTo>
                    <a:pt x="327" y="976"/>
                  </a:lnTo>
                  <a:lnTo>
                    <a:pt x="328" y="972"/>
                  </a:lnTo>
                  <a:lnTo>
                    <a:pt x="327" y="972"/>
                  </a:lnTo>
                  <a:lnTo>
                    <a:pt x="324" y="974"/>
                  </a:lnTo>
                  <a:lnTo>
                    <a:pt x="317" y="980"/>
                  </a:lnTo>
                  <a:lnTo>
                    <a:pt x="314" y="983"/>
                  </a:lnTo>
                  <a:lnTo>
                    <a:pt x="313" y="983"/>
                  </a:lnTo>
                  <a:lnTo>
                    <a:pt x="313" y="983"/>
                  </a:lnTo>
                  <a:close/>
                  <a:moveTo>
                    <a:pt x="2824" y="898"/>
                  </a:moveTo>
                  <a:lnTo>
                    <a:pt x="2824" y="898"/>
                  </a:lnTo>
                  <a:lnTo>
                    <a:pt x="2830" y="891"/>
                  </a:lnTo>
                  <a:lnTo>
                    <a:pt x="2834" y="886"/>
                  </a:lnTo>
                  <a:lnTo>
                    <a:pt x="2838" y="879"/>
                  </a:lnTo>
                  <a:lnTo>
                    <a:pt x="2841" y="870"/>
                  </a:lnTo>
                  <a:lnTo>
                    <a:pt x="2841" y="870"/>
                  </a:lnTo>
                  <a:lnTo>
                    <a:pt x="2835" y="877"/>
                  </a:lnTo>
                  <a:lnTo>
                    <a:pt x="2830" y="883"/>
                  </a:lnTo>
                  <a:lnTo>
                    <a:pt x="2827" y="891"/>
                  </a:lnTo>
                  <a:lnTo>
                    <a:pt x="2824" y="898"/>
                  </a:lnTo>
                  <a:lnTo>
                    <a:pt x="2824" y="898"/>
                  </a:lnTo>
                  <a:close/>
                  <a:moveTo>
                    <a:pt x="2332" y="969"/>
                  </a:moveTo>
                  <a:lnTo>
                    <a:pt x="2332" y="969"/>
                  </a:lnTo>
                  <a:lnTo>
                    <a:pt x="2342" y="960"/>
                  </a:lnTo>
                  <a:lnTo>
                    <a:pt x="2346" y="955"/>
                  </a:lnTo>
                  <a:lnTo>
                    <a:pt x="2349" y="949"/>
                  </a:lnTo>
                  <a:lnTo>
                    <a:pt x="2349" y="949"/>
                  </a:lnTo>
                  <a:lnTo>
                    <a:pt x="2348" y="948"/>
                  </a:lnTo>
                  <a:lnTo>
                    <a:pt x="2346" y="948"/>
                  </a:lnTo>
                  <a:lnTo>
                    <a:pt x="2343" y="949"/>
                  </a:lnTo>
                  <a:lnTo>
                    <a:pt x="2341" y="950"/>
                  </a:lnTo>
                  <a:lnTo>
                    <a:pt x="2341" y="950"/>
                  </a:lnTo>
                  <a:lnTo>
                    <a:pt x="2339" y="955"/>
                  </a:lnTo>
                  <a:lnTo>
                    <a:pt x="2338" y="957"/>
                  </a:lnTo>
                  <a:lnTo>
                    <a:pt x="2336" y="957"/>
                  </a:lnTo>
                  <a:lnTo>
                    <a:pt x="2334" y="962"/>
                  </a:lnTo>
                  <a:lnTo>
                    <a:pt x="2332" y="964"/>
                  </a:lnTo>
                  <a:lnTo>
                    <a:pt x="2332" y="969"/>
                  </a:lnTo>
                  <a:close/>
                  <a:moveTo>
                    <a:pt x="136" y="803"/>
                  </a:moveTo>
                  <a:lnTo>
                    <a:pt x="139" y="800"/>
                  </a:lnTo>
                  <a:lnTo>
                    <a:pt x="139" y="800"/>
                  </a:lnTo>
                  <a:lnTo>
                    <a:pt x="139" y="796"/>
                  </a:lnTo>
                  <a:lnTo>
                    <a:pt x="137" y="793"/>
                  </a:lnTo>
                  <a:lnTo>
                    <a:pt x="136" y="793"/>
                  </a:lnTo>
                  <a:lnTo>
                    <a:pt x="133" y="796"/>
                  </a:lnTo>
                  <a:lnTo>
                    <a:pt x="133" y="796"/>
                  </a:lnTo>
                  <a:lnTo>
                    <a:pt x="129" y="806"/>
                  </a:lnTo>
                  <a:lnTo>
                    <a:pt x="126" y="810"/>
                  </a:lnTo>
                  <a:lnTo>
                    <a:pt x="126" y="814"/>
                  </a:lnTo>
                  <a:lnTo>
                    <a:pt x="134" y="808"/>
                  </a:lnTo>
                  <a:lnTo>
                    <a:pt x="136" y="803"/>
                  </a:lnTo>
                  <a:close/>
                  <a:moveTo>
                    <a:pt x="71" y="364"/>
                  </a:moveTo>
                  <a:lnTo>
                    <a:pt x="71" y="364"/>
                  </a:lnTo>
                  <a:lnTo>
                    <a:pt x="78" y="360"/>
                  </a:lnTo>
                  <a:lnTo>
                    <a:pt x="84" y="353"/>
                  </a:lnTo>
                  <a:lnTo>
                    <a:pt x="88" y="346"/>
                  </a:lnTo>
                  <a:lnTo>
                    <a:pt x="88" y="343"/>
                  </a:lnTo>
                  <a:lnTo>
                    <a:pt x="87" y="342"/>
                  </a:lnTo>
                  <a:lnTo>
                    <a:pt x="87" y="342"/>
                  </a:lnTo>
                  <a:lnTo>
                    <a:pt x="78" y="353"/>
                  </a:lnTo>
                  <a:lnTo>
                    <a:pt x="75" y="359"/>
                  </a:lnTo>
                  <a:lnTo>
                    <a:pt x="71" y="364"/>
                  </a:lnTo>
                  <a:lnTo>
                    <a:pt x="71" y="364"/>
                  </a:lnTo>
                  <a:close/>
                  <a:moveTo>
                    <a:pt x="538" y="964"/>
                  </a:moveTo>
                  <a:lnTo>
                    <a:pt x="538" y="964"/>
                  </a:lnTo>
                  <a:lnTo>
                    <a:pt x="541" y="964"/>
                  </a:lnTo>
                  <a:lnTo>
                    <a:pt x="545" y="963"/>
                  </a:lnTo>
                  <a:lnTo>
                    <a:pt x="550" y="956"/>
                  </a:lnTo>
                  <a:lnTo>
                    <a:pt x="553" y="953"/>
                  </a:lnTo>
                  <a:lnTo>
                    <a:pt x="553" y="950"/>
                  </a:lnTo>
                  <a:lnTo>
                    <a:pt x="550" y="950"/>
                  </a:lnTo>
                  <a:lnTo>
                    <a:pt x="546" y="950"/>
                  </a:lnTo>
                  <a:lnTo>
                    <a:pt x="538" y="964"/>
                  </a:lnTo>
                  <a:close/>
                  <a:moveTo>
                    <a:pt x="2571" y="957"/>
                  </a:moveTo>
                  <a:lnTo>
                    <a:pt x="2571" y="957"/>
                  </a:lnTo>
                  <a:lnTo>
                    <a:pt x="2581" y="949"/>
                  </a:lnTo>
                  <a:lnTo>
                    <a:pt x="2584" y="945"/>
                  </a:lnTo>
                  <a:lnTo>
                    <a:pt x="2585" y="942"/>
                  </a:lnTo>
                  <a:lnTo>
                    <a:pt x="2585" y="939"/>
                  </a:lnTo>
                  <a:lnTo>
                    <a:pt x="2571" y="952"/>
                  </a:lnTo>
                  <a:lnTo>
                    <a:pt x="2571" y="957"/>
                  </a:lnTo>
                  <a:close/>
                  <a:moveTo>
                    <a:pt x="2421" y="967"/>
                  </a:moveTo>
                  <a:lnTo>
                    <a:pt x="2428" y="960"/>
                  </a:lnTo>
                  <a:lnTo>
                    <a:pt x="2429" y="957"/>
                  </a:lnTo>
                  <a:lnTo>
                    <a:pt x="2429" y="957"/>
                  </a:lnTo>
                  <a:lnTo>
                    <a:pt x="2431" y="955"/>
                  </a:lnTo>
                  <a:lnTo>
                    <a:pt x="2432" y="952"/>
                  </a:lnTo>
                  <a:lnTo>
                    <a:pt x="2433" y="950"/>
                  </a:lnTo>
                  <a:lnTo>
                    <a:pt x="2433" y="946"/>
                  </a:lnTo>
                  <a:lnTo>
                    <a:pt x="2433" y="946"/>
                  </a:lnTo>
                  <a:lnTo>
                    <a:pt x="2429" y="950"/>
                  </a:lnTo>
                  <a:lnTo>
                    <a:pt x="2425" y="956"/>
                  </a:lnTo>
                  <a:lnTo>
                    <a:pt x="2418" y="964"/>
                  </a:lnTo>
                  <a:lnTo>
                    <a:pt x="2418" y="964"/>
                  </a:lnTo>
                  <a:lnTo>
                    <a:pt x="2418" y="969"/>
                  </a:lnTo>
                  <a:lnTo>
                    <a:pt x="2421" y="967"/>
                  </a:lnTo>
                  <a:close/>
                  <a:moveTo>
                    <a:pt x="198" y="685"/>
                  </a:moveTo>
                  <a:lnTo>
                    <a:pt x="198" y="685"/>
                  </a:lnTo>
                  <a:lnTo>
                    <a:pt x="198" y="676"/>
                  </a:lnTo>
                  <a:lnTo>
                    <a:pt x="195" y="669"/>
                  </a:lnTo>
                  <a:lnTo>
                    <a:pt x="191" y="657"/>
                  </a:lnTo>
                  <a:lnTo>
                    <a:pt x="191" y="657"/>
                  </a:lnTo>
                  <a:lnTo>
                    <a:pt x="189" y="657"/>
                  </a:lnTo>
                  <a:lnTo>
                    <a:pt x="189" y="660"/>
                  </a:lnTo>
                  <a:lnTo>
                    <a:pt x="191" y="665"/>
                  </a:lnTo>
                  <a:lnTo>
                    <a:pt x="191" y="665"/>
                  </a:lnTo>
                  <a:lnTo>
                    <a:pt x="193" y="675"/>
                  </a:lnTo>
                  <a:lnTo>
                    <a:pt x="195" y="679"/>
                  </a:lnTo>
                  <a:lnTo>
                    <a:pt x="198" y="685"/>
                  </a:lnTo>
                  <a:lnTo>
                    <a:pt x="198" y="685"/>
                  </a:lnTo>
                  <a:close/>
                  <a:moveTo>
                    <a:pt x="861" y="948"/>
                  </a:moveTo>
                  <a:lnTo>
                    <a:pt x="861" y="948"/>
                  </a:lnTo>
                  <a:lnTo>
                    <a:pt x="872" y="936"/>
                  </a:lnTo>
                  <a:lnTo>
                    <a:pt x="876" y="931"/>
                  </a:lnTo>
                  <a:lnTo>
                    <a:pt x="875" y="931"/>
                  </a:lnTo>
                  <a:lnTo>
                    <a:pt x="874" y="932"/>
                  </a:lnTo>
                  <a:lnTo>
                    <a:pt x="874" y="932"/>
                  </a:lnTo>
                  <a:lnTo>
                    <a:pt x="864" y="941"/>
                  </a:lnTo>
                  <a:lnTo>
                    <a:pt x="862" y="943"/>
                  </a:lnTo>
                  <a:lnTo>
                    <a:pt x="861" y="948"/>
                  </a:lnTo>
                  <a:lnTo>
                    <a:pt x="861" y="948"/>
                  </a:lnTo>
                  <a:close/>
                  <a:moveTo>
                    <a:pt x="2209" y="962"/>
                  </a:moveTo>
                  <a:lnTo>
                    <a:pt x="2209" y="962"/>
                  </a:lnTo>
                  <a:lnTo>
                    <a:pt x="2209" y="959"/>
                  </a:lnTo>
                  <a:lnTo>
                    <a:pt x="2209" y="956"/>
                  </a:lnTo>
                  <a:lnTo>
                    <a:pt x="2207" y="956"/>
                  </a:lnTo>
                  <a:lnTo>
                    <a:pt x="2206" y="957"/>
                  </a:lnTo>
                  <a:lnTo>
                    <a:pt x="2203" y="960"/>
                  </a:lnTo>
                  <a:lnTo>
                    <a:pt x="2200" y="963"/>
                  </a:lnTo>
                  <a:lnTo>
                    <a:pt x="2196" y="964"/>
                  </a:lnTo>
                  <a:lnTo>
                    <a:pt x="2193" y="969"/>
                  </a:lnTo>
                  <a:lnTo>
                    <a:pt x="2193" y="969"/>
                  </a:lnTo>
                  <a:lnTo>
                    <a:pt x="2196" y="969"/>
                  </a:lnTo>
                  <a:lnTo>
                    <a:pt x="2199" y="969"/>
                  </a:lnTo>
                  <a:lnTo>
                    <a:pt x="2202" y="967"/>
                  </a:lnTo>
                  <a:lnTo>
                    <a:pt x="2204" y="964"/>
                  </a:lnTo>
                  <a:lnTo>
                    <a:pt x="2209" y="962"/>
                  </a:lnTo>
                  <a:lnTo>
                    <a:pt x="2209" y="962"/>
                  </a:lnTo>
                  <a:close/>
                  <a:moveTo>
                    <a:pt x="1086" y="995"/>
                  </a:moveTo>
                  <a:lnTo>
                    <a:pt x="1082" y="994"/>
                  </a:lnTo>
                  <a:lnTo>
                    <a:pt x="1077" y="998"/>
                  </a:lnTo>
                  <a:lnTo>
                    <a:pt x="1077" y="998"/>
                  </a:lnTo>
                  <a:lnTo>
                    <a:pt x="1079" y="998"/>
                  </a:lnTo>
                  <a:lnTo>
                    <a:pt x="1080" y="1000"/>
                  </a:lnTo>
                  <a:lnTo>
                    <a:pt x="1079" y="1001"/>
                  </a:lnTo>
                  <a:lnTo>
                    <a:pt x="1076" y="1005"/>
                  </a:lnTo>
                  <a:lnTo>
                    <a:pt x="1075" y="1007"/>
                  </a:lnTo>
                  <a:lnTo>
                    <a:pt x="1075" y="1008"/>
                  </a:lnTo>
                  <a:lnTo>
                    <a:pt x="1075" y="1008"/>
                  </a:lnTo>
                  <a:lnTo>
                    <a:pt x="1082" y="1004"/>
                  </a:lnTo>
                  <a:lnTo>
                    <a:pt x="1084" y="1000"/>
                  </a:lnTo>
                  <a:lnTo>
                    <a:pt x="1086" y="995"/>
                  </a:lnTo>
                  <a:lnTo>
                    <a:pt x="1086" y="995"/>
                  </a:lnTo>
                  <a:close/>
                  <a:moveTo>
                    <a:pt x="671" y="994"/>
                  </a:moveTo>
                  <a:lnTo>
                    <a:pt x="674" y="991"/>
                  </a:lnTo>
                  <a:lnTo>
                    <a:pt x="677" y="988"/>
                  </a:lnTo>
                  <a:lnTo>
                    <a:pt x="682" y="976"/>
                  </a:lnTo>
                  <a:lnTo>
                    <a:pt x="682" y="976"/>
                  </a:lnTo>
                  <a:lnTo>
                    <a:pt x="678" y="979"/>
                  </a:lnTo>
                  <a:lnTo>
                    <a:pt x="675" y="983"/>
                  </a:lnTo>
                  <a:lnTo>
                    <a:pt x="670" y="993"/>
                  </a:lnTo>
                  <a:lnTo>
                    <a:pt x="671" y="994"/>
                  </a:lnTo>
                  <a:close/>
                  <a:moveTo>
                    <a:pt x="46" y="898"/>
                  </a:moveTo>
                  <a:lnTo>
                    <a:pt x="46" y="898"/>
                  </a:lnTo>
                  <a:lnTo>
                    <a:pt x="50" y="898"/>
                  </a:lnTo>
                  <a:lnTo>
                    <a:pt x="53" y="897"/>
                  </a:lnTo>
                  <a:lnTo>
                    <a:pt x="54" y="896"/>
                  </a:lnTo>
                  <a:lnTo>
                    <a:pt x="53" y="894"/>
                  </a:lnTo>
                  <a:lnTo>
                    <a:pt x="53" y="893"/>
                  </a:lnTo>
                  <a:lnTo>
                    <a:pt x="50" y="891"/>
                  </a:lnTo>
                  <a:lnTo>
                    <a:pt x="50" y="891"/>
                  </a:lnTo>
                  <a:lnTo>
                    <a:pt x="46" y="889"/>
                  </a:lnTo>
                  <a:lnTo>
                    <a:pt x="46" y="898"/>
                  </a:lnTo>
                  <a:close/>
                  <a:moveTo>
                    <a:pt x="42" y="894"/>
                  </a:moveTo>
                  <a:lnTo>
                    <a:pt x="46" y="898"/>
                  </a:lnTo>
                  <a:lnTo>
                    <a:pt x="46" y="889"/>
                  </a:lnTo>
                  <a:lnTo>
                    <a:pt x="42" y="894"/>
                  </a:lnTo>
                  <a:close/>
                  <a:moveTo>
                    <a:pt x="269" y="915"/>
                  </a:moveTo>
                  <a:lnTo>
                    <a:pt x="269" y="915"/>
                  </a:lnTo>
                  <a:lnTo>
                    <a:pt x="269" y="920"/>
                  </a:lnTo>
                  <a:lnTo>
                    <a:pt x="269" y="920"/>
                  </a:lnTo>
                  <a:lnTo>
                    <a:pt x="272" y="920"/>
                  </a:lnTo>
                  <a:lnTo>
                    <a:pt x="275" y="915"/>
                  </a:lnTo>
                  <a:lnTo>
                    <a:pt x="278" y="914"/>
                  </a:lnTo>
                  <a:lnTo>
                    <a:pt x="278" y="914"/>
                  </a:lnTo>
                  <a:lnTo>
                    <a:pt x="278" y="911"/>
                  </a:lnTo>
                  <a:lnTo>
                    <a:pt x="276" y="908"/>
                  </a:lnTo>
                  <a:lnTo>
                    <a:pt x="275" y="908"/>
                  </a:lnTo>
                  <a:lnTo>
                    <a:pt x="274" y="908"/>
                  </a:lnTo>
                  <a:lnTo>
                    <a:pt x="272" y="912"/>
                  </a:lnTo>
                  <a:lnTo>
                    <a:pt x="269" y="915"/>
                  </a:lnTo>
                  <a:lnTo>
                    <a:pt x="269" y="915"/>
                  </a:lnTo>
                  <a:close/>
                  <a:moveTo>
                    <a:pt x="2776" y="941"/>
                  </a:moveTo>
                  <a:lnTo>
                    <a:pt x="2776" y="941"/>
                  </a:lnTo>
                  <a:lnTo>
                    <a:pt x="2771" y="950"/>
                  </a:lnTo>
                  <a:lnTo>
                    <a:pt x="2769" y="955"/>
                  </a:lnTo>
                  <a:lnTo>
                    <a:pt x="2769" y="957"/>
                  </a:lnTo>
                  <a:lnTo>
                    <a:pt x="2771" y="960"/>
                  </a:lnTo>
                  <a:lnTo>
                    <a:pt x="2771" y="960"/>
                  </a:lnTo>
                  <a:lnTo>
                    <a:pt x="2772" y="955"/>
                  </a:lnTo>
                  <a:lnTo>
                    <a:pt x="2773" y="950"/>
                  </a:lnTo>
                  <a:lnTo>
                    <a:pt x="2776" y="946"/>
                  </a:lnTo>
                  <a:lnTo>
                    <a:pt x="2776" y="941"/>
                  </a:lnTo>
                  <a:lnTo>
                    <a:pt x="2776" y="941"/>
                  </a:lnTo>
                  <a:close/>
                  <a:moveTo>
                    <a:pt x="2283" y="955"/>
                  </a:moveTo>
                  <a:lnTo>
                    <a:pt x="2276" y="960"/>
                  </a:lnTo>
                  <a:lnTo>
                    <a:pt x="2275" y="962"/>
                  </a:lnTo>
                  <a:lnTo>
                    <a:pt x="2272" y="972"/>
                  </a:lnTo>
                  <a:lnTo>
                    <a:pt x="2272" y="972"/>
                  </a:lnTo>
                  <a:lnTo>
                    <a:pt x="2276" y="969"/>
                  </a:lnTo>
                  <a:lnTo>
                    <a:pt x="2279" y="964"/>
                  </a:lnTo>
                  <a:lnTo>
                    <a:pt x="2283" y="955"/>
                  </a:lnTo>
                  <a:lnTo>
                    <a:pt x="2283" y="955"/>
                  </a:lnTo>
                  <a:close/>
                  <a:moveTo>
                    <a:pt x="584" y="1026"/>
                  </a:moveTo>
                  <a:lnTo>
                    <a:pt x="584" y="1026"/>
                  </a:lnTo>
                  <a:lnTo>
                    <a:pt x="586" y="1029"/>
                  </a:lnTo>
                  <a:lnTo>
                    <a:pt x="587" y="1032"/>
                  </a:lnTo>
                  <a:lnTo>
                    <a:pt x="590" y="1032"/>
                  </a:lnTo>
                  <a:lnTo>
                    <a:pt x="594" y="1032"/>
                  </a:lnTo>
                  <a:lnTo>
                    <a:pt x="597" y="1033"/>
                  </a:lnTo>
                  <a:lnTo>
                    <a:pt x="597" y="1033"/>
                  </a:lnTo>
                  <a:lnTo>
                    <a:pt x="597" y="1026"/>
                  </a:lnTo>
                  <a:lnTo>
                    <a:pt x="597" y="1026"/>
                  </a:lnTo>
                  <a:lnTo>
                    <a:pt x="595" y="1026"/>
                  </a:lnTo>
                  <a:lnTo>
                    <a:pt x="591" y="1028"/>
                  </a:lnTo>
                  <a:lnTo>
                    <a:pt x="588" y="1028"/>
                  </a:lnTo>
                  <a:lnTo>
                    <a:pt x="584" y="1026"/>
                  </a:lnTo>
                  <a:lnTo>
                    <a:pt x="584" y="1026"/>
                  </a:lnTo>
                  <a:close/>
                  <a:moveTo>
                    <a:pt x="2521" y="931"/>
                  </a:moveTo>
                  <a:lnTo>
                    <a:pt x="2521" y="931"/>
                  </a:lnTo>
                  <a:lnTo>
                    <a:pt x="2518" y="934"/>
                  </a:lnTo>
                  <a:lnTo>
                    <a:pt x="2516" y="936"/>
                  </a:lnTo>
                  <a:lnTo>
                    <a:pt x="2514" y="942"/>
                  </a:lnTo>
                  <a:lnTo>
                    <a:pt x="2514" y="942"/>
                  </a:lnTo>
                  <a:lnTo>
                    <a:pt x="2518" y="941"/>
                  </a:lnTo>
                  <a:lnTo>
                    <a:pt x="2521" y="938"/>
                  </a:lnTo>
                  <a:lnTo>
                    <a:pt x="2522" y="934"/>
                  </a:lnTo>
                  <a:lnTo>
                    <a:pt x="2521" y="931"/>
                  </a:lnTo>
                  <a:lnTo>
                    <a:pt x="2521" y="931"/>
                  </a:lnTo>
                  <a:close/>
                  <a:moveTo>
                    <a:pt x="2270" y="973"/>
                  </a:moveTo>
                  <a:lnTo>
                    <a:pt x="2272" y="972"/>
                  </a:lnTo>
                  <a:lnTo>
                    <a:pt x="2275" y="962"/>
                  </a:lnTo>
                  <a:lnTo>
                    <a:pt x="2263" y="977"/>
                  </a:lnTo>
                  <a:lnTo>
                    <a:pt x="2270" y="973"/>
                  </a:lnTo>
                  <a:close/>
                  <a:moveTo>
                    <a:pt x="81" y="733"/>
                  </a:moveTo>
                  <a:lnTo>
                    <a:pt x="82" y="727"/>
                  </a:lnTo>
                  <a:lnTo>
                    <a:pt x="84" y="723"/>
                  </a:lnTo>
                  <a:lnTo>
                    <a:pt x="84" y="723"/>
                  </a:lnTo>
                  <a:lnTo>
                    <a:pt x="78" y="730"/>
                  </a:lnTo>
                  <a:lnTo>
                    <a:pt x="75" y="733"/>
                  </a:lnTo>
                  <a:lnTo>
                    <a:pt x="74" y="737"/>
                  </a:lnTo>
                  <a:lnTo>
                    <a:pt x="81" y="733"/>
                  </a:lnTo>
                  <a:close/>
                  <a:moveTo>
                    <a:pt x="1646" y="973"/>
                  </a:moveTo>
                  <a:lnTo>
                    <a:pt x="1646" y="973"/>
                  </a:lnTo>
                  <a:lnTo>
                    <a:pt x="1654" y="967"/>
                  </a:lnTo>
                  <a:lnTo>
                    <a:pt x="1656" y="964"/>
                  </a:lnTo>
                  <a:lnTo>
                    <a:pt x="1658" y="960"/>
                  </a:lnTo>
                  <a:lnTo>
                    <a:pt x="1658" y="960"/>
                  </a:lnTo>
                  <a:lnTo>
                    <a:pt x="1649" y="966"/>
                  </a:lnTo>
                  <a:lnTo>
                    <a:pt x="1648" y="969"/>
                  </a:lnTo>
                  <a:lnTo>
                    <a:pt x="1646" y="973"/>
                  </a:lnTo>
                  <a:lnTo>
                    <a:pt x="1646" y="973"/>
                  </a:lnTo>
                  <a:close/>
                  <a:moveTo>
                    <a:pt x="1235" y="942"/>
                  </a:moveTo>
                  <a:lnTo>
                    <a:pt x="1235" y="942"/>
                  </a:lnTo>
                  <a:lnTo>
                    <a:pt x="1239" y="938"/>
                  </a:lnTo>
                  <a:lnTo>
                    <a:pt x="1243" y="934"/>
                  </a:lnTo>
                  <a:lnTo>
                    <a:pt x="1243" y="932"/>
                  </a:lnTo>
                  <a:lnTo>
                    <a:pt x="1242" y="932"/>
                  </a:lnTo>
                  <a:lnTo>
                    <a:pt x="1235" y="936"/>
                  </a:lnTo>
                  <a:lnTo>
                    <a:pt x="1235" y="936"/>
                  </a:lnTo>
                  <a:lnTo>
                    <a:pt x="1235" y="942"/>
                  </a:lnTo>
                  <a:lnTo>
                    <a:pt x="1235" y="942"/>
                  </a:lnTo>
                  <a:close/>
                  <a:moveTo>
                    <a:pt x="1035" y="922"/>
                  </a:moveTo>
                  <a:lnTo>
                    <a:pt x="1035" y="922"/>
                  </a:lnTo>
                  <a:lnTo>
                    <a:pt x="1037" y="918"/>
                  </a:lnTo>
                  <a:lnTo>
                    <a:pt x="1035" y="917"/>
                  </a:lnTo>
                  <a:lnTo>
                    <a:pt x="1035" y="917"/>
                  </a:lnTo>
                  <a:lnTo>
                    <a:pt x="1032" y="917"/>
                  </a:lnTo>
                  <a:lnTo>
                    <a:pt x="1030" y="921"/>
                  </a:lnTo>
                  <a:lnTo>
                    <a:pt x="1028" y="924"/>
                  </a:lnTo>
                  <a:lnTo>
                    <a:pt x="1028" y="924"/>
                  </a:lnTo>
                  <a:lnTo>
                    <a:pt x="1028" y="925"/>
                  </a:lnTo>
                  <a:lnTo>
                    <a:pt x="1030" y="927"/>
                  </a:lnTo>
                  <a:lnTo>
                    <a:pt x="1032" y="925"/>
                  </a:lnTo>
                  <a:lnTo>
                    <a:pt x="1035" y="922"/>
                  </a:lnTo>
                  <a:close/>
                  <a:moveTo>
                    <a:pt x="1935" y="920"/>
                  </a:moveTo>
                  <a:lnTo>
                    <a:pt x="1935" y="920"/>
                  </a:lnTo>
                  <a:lnTo>
                    <a:pt x="1933" y="918"/>
                  </a:lnTo>
                  <a:lnTo>
                    <a:pt x="1933" y="917"/>
                  </a:lnTo>
                  <a:lnTo>
                    <a:pt x="1932" y="915"/>
                  </a:lnTo>
                  <a:lnTo>
                    <a:pt x="1930" y="915"/>
                  </a:lnTo>
                  <a:lnTo>
                    <a:pt x="1926" y="918"/>
                  </a:lnTo>
                  <a:lnTo>
                    <a:pt x="1926" y="918"/>
                  </a:lnTo>
                  <a:lnTo>
                    <a:pt x="1926" y="920"/>
                  </a:lnTo>
                  <a:lnTo>
                    <a:pt x="1928" y="922"/>
                  </a:lnTo>
                  <a:lnTo>
                    <a:pt x="1928" y="924"/>
                  </a:lnTo>
                  <a:lnTo>
                    <a:pt x="1929" y="924"/>
                  </a:lnTo>
                  <a:lnTo>
                    <a:pt x="1930" y="922"/>
                  </a:lnTo>
                  <a:lnTo>
                    <a:pt x="1935" y="920"/>
                  </a:lnTo>
                  <a:lnTo>
                    <a:pt x="1935" y="920"/>
                  </a:lnTo>
                  <a:close/>
                  <a:moveTo>
                    <a:pt x="659" y="1038"/>
                  </a:moveTo>
                  <a:lnTo>
                    <a:pt x="659" y="1038"/>
                  </a:lnTo>
                  <a:lnTo>
                    <a:pt x="659" y="1032"/>
                  </a:lnTo>
                  <a:lnTo>
                    <a:pt x="659" y="1029"/>
                  </a:lnTo>
                  <a:lnTo>
                    <a:pt x="657" y="1028"/>
                  </a:lnTo>
                  <a:lnTo>
                    <a:pt x="657" y="1028"/>
                  </a:lnTo>
                  <a:lnTo>
                    <a:pt x="657" y="1029"/>
                  </a:lnTo>
                  <a:lnTo>
                    <a:pt x="656" y="1031"/>
                  </a:lnTo>
                  <a:lnTo>
                    <a:pt x="653" y="1035"/>
                  </a:lnTo>
                  <a:lnTo>
                    <a:pt x="652" y="1038"/>
                  </a:lnTo>
                  <a:lnTo>
                    <a:pt x="653" y="1038"/>
                  </a:lnTo>
                  <a:lnTo>
                    <a:pt x="654" y="1039"/>
                  </a:lnTo>
                  <a:lnTo>
                    <a:pt x="659" y="1038"/>
                  </a:lnTo>
                  <a:lnTo>
                    <a:pt x="659" y="1038"/>
                  </a:lnTo>
                  <a:close/>
                  <a:moveTo>
                    <a:pt x="2811" y="914"/>
                  </a:moveTo>
                  <a:lnTo>
                    <a:pt x="2811" y="914"/>
                  </a:lnTo>
                  <a:lnTo>
                    <a:pt x="2806" y="918"/>
                  </a:lnTo>
                  <a:lnTo>
                    <a:pt x="2804" y="921"/>
                  </a:lnTo>
                  <a:lnTo>
                    <a:pt x="2803" y="924"/>
                  </a:lnTo>
                  <a:lnTo>
                    <a:pt x="2803" y="924"/>
                  </a:lnTo>
                  <a:lnTo>
                    <a:pt x="2807" y="922"/>
                  </a:lnTo>
                  <a:lnTo>
                    <a:pt x="2810" y="921"/>
                  </a:lnTo>
                  <a:lnTo>
                    <a:pt x="2811" y="917"/>
                  </a:lnTo>
                  <a:lnTo>
                    <a:pt x="2811" y="914"/>
                  </a:lnTo>
                  <a:lnTo>
                    <a:pt x="2811" y="914"/>
                  </a:lnTo>
                  <a:close/>
                  <a:moveTo>
                    <a:pt x="213" y="735"/>
                  </a:moveTo>
                  <a:lnTo>
                    <a:pt x="213" y="735"/>
                  </a:lnTo>
                  <a:lnTo>
                    <a:pt x="215" y="734"/>
                  </a:lnTo>
                  <a:lnTo>
                    <a:pt x="215" y="731"/>
                  </a:lnTo>
                  <a:lnTo>
                    <a:pt x="213" y="726"/>
                  </a:lnTo>
                  <a:lnTo>
                    <a:pt x="210" y="723"/>
                  </a:lnTo>
                  <a:lnTo>
                    <a:pt x="210" y="723"/>
                  </a:lnTo>
                  <a:lnTo>
                    <a:pt x="210" y="727"/>
                  </a:lnTo>
                  <a:lnTo>
                    <a:pt x="210" y="727"/>
                  </a:lnTo>
                  <a:lnTo>
                    <a:pt x="212" y="733"/>
                  </a:lnTo>
                  <a:lnTo>
                    <a:pt x="213" y="735"/>
                  </a:lnTo>
                  <a:lnTo>
                    <a:pt x="213" y="735"/>
                  </a:lnTo>
                  <a:close/>
                </a:path>
              </a:pathLst>
            </a:custGeom>
            <a:noFill/>
            <a:ln w="9525">
              <a:solidFill>
                <a:schemeClr val="tx1"/>
              </a:solid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 name="文本框 17"/>
            <p:cNvSpPr txBox="1"/>
            <p:nvPr/>
          </p:nvSpPr>
          <p:spPr>
            <a:xfrm>
              <a:off x="9771574" y="2932009"/>
              <a:ext cx="809837" cy="707886"/>
            </a:xfrm>
            <a:prstGeom prst="rect">
              <a:avLst/>
            </a:prstGeom>
            <a:noFill/>
          </p:spPr>
          <p:txBody>
            <a:bodyPr wrap="none" rtlCol="0" anchor="ctr">
              <a:spAutoFit/>
            </a:bodyPr>
            <a:lstStyle/>
            <a:p>
              <a:r>
                <a:rPr lang="en-US" altLang="zh-CN" sz="4000" dirty="0">
                  <a:cs typeface="+mn-ea"/>
                  <a:sym typeface="+mn-lt"/>
                </a:rPr>
                <a:t>03</a:t>
              </a:r>
              <a:endParaRPr lang="zh-CN" altLang="en-US" sz="4000" dirty="0">
                <a:cs typeface="+mn-ea"/>
                <a:sym typeface="+mn-lt"/>
              </a:endParaRPr>
            </a:p>
          </p:txBody>
        </p:sp>
      </p:grpSp>
      <p:sp>
        <p:nvSpPr>
          <p:cNvPr id="23" name="TextBox 2"/>
          <p:cNvSpPr txBox="1"/>
          <p:nvPr/>
        </p:nvSpPr>
        <p:spPr>
          <a:xfrm>
            <a:off x="1114696" y="571195"/>
            <a:ext cx="3467616"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cs typeface="+mn-ea"/>
                <a:sym typeface="+mn-lt"/>
              </a:rPr>
              <a:t>输入本页标题内容</a:t>
            </a:r>
            <a:endParaRPr lang="en-GB" altLang="zh-CN" sz="3200" dirty="0">
              <a:cs typeface="+mn-ea"/>
              <a:sym typeface="+mn-lt"/>
            </a:endParaRPr>
          </a:p>
        </p:txBody>
      </p:sp>
      <p:sp>
        <p:nvSpPr>
          <p:cNvPr id="24" name="Freeform 56"/>
          <p:cNvSpPr/>
          <p:nvPr/>
        </p:nvSpPr>
        <p:spPr bwMode="auto">
          <a:xfrm>
            <a:off x="642040" y="1178631"/>
            <a:ext cx="3789365" cy="79473"/>
          </a:xfrm>
          <a:custGeom>
            <a:avLst/>
            <a:gdLst>
              <a:gd name="T0" fmla="*/ 527 w 7950"/>
              <a:gd name="T1" fmla="*/ 290 h 587"/>
              <a:gd name="T2" fmla="*/ 327 w 7950"/>
              <a:gd name="T3" fmla="*/ 288 h 587"/>
              <a:gd name="T4" fmla="*/ 228 w 7950"/>
              <a:gd name="T5" fmla="*/ 296 h 587"/>
              <a:gd name="T6" fmla="*/ 142 w 7950"/>
              <a:gd name="T7" fmla="*/ 316 h 587"/>
              <a:gd name="T8" fmla="*/ 73 w 7950"/>
              <a:gd name="T9" fmla="*/ 351 h 587"/>
              <a:gd name="T10" fmla="*/ 23 w 7950"/>
              <a:gd name="T11" fmla="*/ 405 h 587"/>
              <a:gd name="T12" fmla="*/ 21 w 7950"/>
              <a:gd name="T13" fmla="*/ 485 h 587"/>
              <a:gd name="T14" fmla="*/ 64 w 7950"/>
              <a:gd name="T15" fmla="*/ 524 h 587"/>
              <a:gd name="T16" fmla="*/ 109 w 7950"/>
              <a:gd name="T17" fmla="*/ 541 h 587"/>
              <a:gd name="T18" fmla="*/ 182 w 7950"/>
              <a:gd name="T19" fmla="*/ 548 h 587"/>
              <a:gd name="T20" fmla="*/ 270 w 7950"/>
              <a:gd name="T21" fmla="*/ 548 h 587"/>
              <a:gd name="T22" fmla="*/ 376 w 7950"/>
              <a:gd name="T23" fmla="*/ 528 h 587"/>
              <a:gd name="T24" fmla="*/ 515 w 7950"/>
              <a:gd name="T25" fmla="*/ 505 h 587"/>
              <a:gd name="T26" fmla="*/ 710 w 7950"/>
              <a:gd name="T27" fmla="*/ 506 h 587"/>
              <a:gd name="T28" fmla="*/ 997 w 7950"/>
              <a:gd name="T29" fmla="*/ 534 h 587"/>
              <a:gd name="T30" fmla="*/ 1360 w 7950"/>
              <a:gd name="T31" fmla="*/ 571 h 587"/>
              <a:gd name="T32" fmla="*/ 1727 w 7950"/>
              <a:gd name="T33" fmla="*/ 587 h 587"/>
              <a:gd name="T34" fmla="*/ 2179 w 7950"/>
              <a:gd name="T35" fmla="*/ 578 h 587"/>
              <a:gd name="T36" fmla="*/ 2733 w 7950"/>
              <a:gd name="T37" fmla="*/ 529 h 587"/>
              <a:gd name="T38" fmla="*/ 3404 w 7950"/>
              <a:gd name="T39" fmla="*/ 430 h 587"/>
              <a:gd name="T40" fmla="*/ 3882 w 7950"/>
              <a:gd name="T41" fmla="*/ 347 h 587"/>
              <a:gd name="T42" fmla="*/ 4267 w 7950"/>
              <a:gd name="T43" fmla="*/ 299 h 587"/>
              <a:gd name="T44" fmla="*/ 4651 w 7950"/>
              <a:gd name="T45" fmla="*/ 268 h 587"/>
              <a:gd name="T46" fmla="*/ 5037 w 7950"/>
              <a:gd name="T47" fmla="*/ 253 h 587"/>
              <a:gd name="T48" fmla="*/ 5423 w 7950"/>
              <a:gd name="T49" fmla="*/ 249 h 587"/>
              <a:gd name="T50" fmla="*/ 5810 w 7950"/>
              <a:gd name="T51" fmla="*/ 256 h 587"/>
              <a:gd name="T52" fmla="*/ 6493 w 7950"/>
              <a:gd name="T53" fmla="*/ 284 h 587"/>
              <a:gd name="T54" fmla="*/ 6816 w 7950"/>
              <a:gd name="T55" fmla="*/ 302 h 587"/>
              <a:gd name="T56" fmla="*/ 6982 w 7950"/>
              <a:gd name="T57" fmla="*/ 315 h 587"/>
              <a:gd name="T58" fmla="*/ 7153 w 7950"/>
              <a:gd name="T59" fmla="*/ 327 h 587"/>
              <a:gd name="T60" fmla="*/ 7350 w 7950"/>
              <a:gd name="T61" fmla="*/ 334 h 587"/>
              <a:gd name="T62" fmla="*/ 7513 w 7950"/>
              <a:gd name="T63" fmla="*/ 338 h 587"/>
              <a:gd name="T64" fmla="*/ 7693 w 7950"/>
              <a:gd name="T65" fmla="*/ 358 h 587"/>
              <a:gd name="T66" fmla="*/ 7798 w 7950"/>
              <a:gd name="T67" fmla="*/ 368 h 587"/>
              <a:gd name="T68" fmla="*/ 7840 w 7950"/>
              <a:gd name="T69" fmla="*/ 357 h 587"/>
              <a:gd name="T70" fmla="*/ 7877 w 7950"/>
              <a:gd name="T71" fmla="*/ 327 h 587"/>
              <a:gd name="T72" fmla="*/ 7926 w 7950"/>
              <a:gd name="T73" fmla="*/ 253 h 587"/>
              <a:gd name="T74" fmla="*/ 7907 w 7950"/>
              <a:gd name="T75" fmla="*/ 168 h 587"/>
              <a:gd name="T76" fmla="*/ 7854 w 7950"/>
              <a:gd name="T77" fmla="*/ 127 h 587"/>
              <a:gd name="T78" fmla="*/ 7801 w 7950"/>
              <a:gd name="T79" fmla="*/ 101 h 587"/>
              <a:gd name="T80" fmla="*/ 7746 w 7950"/>
              <a:gd name="T81" fmla="*/ 86 h 587"/>
              <a:gd name="T82" fmla="*/ 7633 w 7950"/>
              <a:gd name="T83" fmla="*/ 78 h 587"/>
              <a:gd name="T84" fmla="*/ 5468 w 7950"/>
              <a:gd name="T85" fmla="*/ 0 h 587"/>
              <a:gd name="T86" fmla="*/ 4811 w 7950"/>
              <a:gd name="T87" fmla="*/ 5 h 587"/>
              <a:gd name="T88" fmla="*/ 4500 w 7950"/>
              <a:gd name="T89" fmla="*/ 15 h 587"/>
              <a:gd name="T90" fmla="*/ 4249 w 7950"/>
              <a:gd name="T91" fmla="*/ 33 h 587"/>
              <a:gd name="T92" fmla="*/ 4018 w 7950"/>
              <a:gd name="T93" fmla="*/ 61 h 587"/>
              <a:gd name="T94" fmla="*/ 3629 w 7950"/>
              <a:gd name="T95" fmla="*/ 126 h 587"/>
              <a:gd name="T96" fmla="*/ 2831 w 7950"/>
              <a:gd name="T97" fmla="*/ 265 h 587"/>
              <a:gd name="T98" fmla="*/ 2570 w 7950"/>
              <a:gd name="T99" fmla="*/ 299 h 587"/>
              <a:gd name="T100" fmla="*/ 2316 w 7950"/>
              <a:gd name="T101" fmla="*/ 318 h 587"/>
              <a:gd name="T102" fmla="*/ 2062 w 7950"/>
              <a:gd name="T103" fmla="*/ 325 h 587"/>
              <a:gd name="T104" fmla="*/ 1548 w 7950"/>
              <a:gd name="T105" fmla="*/ 315 h 587"/>
              <a:gd name="T106" fmla="*/ 1004 w 7950"/>
              <a:gd name="T107" fmla="*/ 29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50" h="587">
                <a:moveTo>
                  <a:pt x="714" y="294"/>
                </a:moveTo>
                <a:lnTo>
                  <a:pt x="651" y="293"/>
                </a:lnTo>
                <a:lnTo>
                  <a:pt x="588" y="292"/>
                </a:lnTo>
                <a:lnTo>
                  <a:pt x="527" y="290"/>
                </a:lnTo>
                <a:lnTo>
                  <a:pt x="468" y="288"/>
                </a:lnTo>
                <a:lnTo>
                  <a:pt x="410" y="287"/>
                </a:lnTo>
                <a:lnTo>
                  <a:pt x="354" y="287"/>
                </a:lnTo>
                <a:lnTo>
                  <a:pt x="327" y="288"/>
                </a:lnTo>
                <a:lnTo>
                  <a:pt x="301" y="289"/>
                </a:lnTo>
                <a:lnTo>
                  <a:pt x="276" y="291"/>
                </a:lnTo>
                <a:lnTo>
                  <a:pt x="252" y="293"/>
                </a:lnTo>
                <a:lnTo>
                  <a:pt x="228" y="296"/>
                </a:lnTo>
                <a:lnTo>
                  <a:pt x="205" y="300"/>
                </a:lnTo>
                <a:lnTo>
                  <a:pt x="183" y="304"/>
                </a:lnTo>
                <a:lnTo>
                  <a:pt x="162" y="309"/>
                </a:lnTo>
                <a:lnTo>
                  <a:pt x="142" y="316"/>
                </a:lnTo>
                <a:lnTo>
                  <a:pt x="123" y="323"/>
                </a:lnTo>
                <a:lnTo>
                  <a:pt x="106" y="331"/>
                </a:lnTo>
                <a:lnTo>
                  <a:pt x="89" y="340"/>
                </a:lnTo>
                <a:lnTo>
                  <a:pt x="73" y="351"/>
                </a:lnTo>
                <a:lnTo>
                  <a:pt x="59" y="362"/>
                </a:lnTo>
                <a:lnTo>
                  <a:pt x="46" y="375"/>
                </a:lnTo>
                <a:lnTo>
                  <a:pt x="34" y="390"/>
                </a:lnTo>
                <a:lnTo>
                  <a:pt x="23" y="405"/>
                </a:lnTo>
                <a:lnTo>
                  <a:pt x="14" y="423"/>
                </a:lnTo>
                <a:lnTo>
                  <a:pt x="6" y="441"/>
                </a:lnTo>
                <a:lnTo>
                  <a:pt x="0" y="462"/>
                </a:lnTo>
                <a:lnTo>
                  <a:pt x="21" y="485"/>
                </a:lnTo>
                <a:lnTo>
                  <a:pt x="39" y="503"/>
                </a:lnTo>
                <a:lnTo>
                  <a:pt x="47" y="511"/>
                </a:lnTo>
                <a:lnTo>
                  <a:pt x="56" y="518"/>
                </a:lnTo>
                <a:lnTo>
                  <a:pt x="64" y="524"/>
                </a:lnTo>
                <a:lnTo>
                  <a:pt x="74" y="529"/>
                </a:lnTo>
                <a:lnTo>
                  <a:pt x="84" y="534"/>
                </a:lnTo>
                <a:lnTo>
                  <a:pt x="96" y="538"/>
                </a:lnTo>
                <a:lnTo>
                  <a:pt x="109" y="541"/>
                </a:lnTo>
                <a:lnTo>
                  <a:pt x="123" y="544"/>
                </a:lnTo>
                <a:lnTo>
                  <a:pt x="140" y="546"/>
                </a:lnTo>
                <a:lnTo>
                  <a:pt x="160" y="547"/>
                </a:lnTo>
                <a:lnTo>
                  <a:pt x="182" y="548"/>
                </a:lnTo>
                <a:lnTo>
                  <a:pt x="207" y="549"/>
                </a:lnTo>
                <a:lnTo>
                  <a:pt x="230" y="549"/>
                </a:lnTo>
                <a:lnTo>
                  <a:pt x="251" y="549"/>
                </a:lnTo>
                <a:lnTo>
                  <a:pt x="270" y="548"/>
                </a:lnTo>
                <a:lnTo>
                  <a:pt x="288" y="546"/>
                </a:lnTo>
                <a:lnTo>
                  <a:pt x="320" y="541"/>
                </a:lnTo>
                <a:lnTo>
                  <a:pt x="348" y="535"/>
                </a:lnTo>
                <a:lnTo>
                  <a:pt x="376" y="528"/>
                </a:lnTo>
                <a:lnTo>
                  <a:pt x="403" y="521"/>
                </a:lnTo>
                <a:lnTo>
                  <a:pt x="434" y="515"/>
                </a:lnTo>
                <a:lnTo>
                  <a:pt x="469" y="510"/>
                </a:lnTo>
                <a:lnTo>
                  <a:pt x="515" y="505"/>
                </a:lnTo>
                <a:lnTo>
                  <a:pt x="562" y="502"/>
                </a:lnTo>
                <a:lnTo>
                  <a:pt x="610" y="502"/>
                </a:lnTo>
                <a:lnTo>
                  <a:pt x="660" y="503"/>
                </a:lnTo>
                <a:lnTo>
                  <a:pt x="710" y="506"/>
                </a:lnTo>
                <a:lnTo>
                  <a:pt x="764" y="510"/>
                </a:lnTo>
                <a:lnTo>
                  <a:pt x="819" y="515"/>
                </a:lnTo>
                <a:lnTo>
                  <a:pt x="876" y="521"/>
                </a:lnTo>
                <a:lnTo>
                  <a:pt x="997" y="534"/>
                </a:lnTo>
                <a:lnTo>
                  <a:pt x="1131" y="549"/>
                </a:lnTo>
                <a:lnTo>
                  <a:pt x="1204" y="557"/>
                </a:lnTo>
                <a:lnTo>
                  <a:pt x="1280" y="564"/>
                </a:lnTo>
                <a:lnTo>
                  <a:pt x="1360" y="571"/>
                </a:lnTo>
                <a:lnTo>
                  <a:pt x="1445" y="576"/>
                </a:lnTo>
                <a:lnTo>
                  <a:pt x="1535" y="581"/>
                </a:lnTo>
                <a:lnTo>
                  <a:pt x="1628" y="585"/>
                </a:lnTo>
                <a:lnTo>
                  <a:pt x="1727" y="587"/>
                </a:lnTo>
                <a:lnTo>
                  <a:pt x="1831" y="587"/>
                </a:lnTo>
                <a:lnTo>
                  <a:pt x="1942" y="586"/>
                </a:lnTo>
                <a:lnTo>
                  <a:pt x="2057" y="583"/>
                </a:lnTo>
                <a:lnTo>
                  <a:pt x="2179" y="578"/>
                </a:lnTo>
                <a:lnTo>
                  <a:pt x="2308" y="570"/>
                </a:lnTo>
                <a:lnTo>
                  <a:pt x="2442" y="559"/>
                </a:lnTo>
                <a:lnTo>
                  <a:pt x="2584" y="545"/>
                </a:lnTo>
                <a:lnTo>
                  <a:pt x="2733" y="529"/>
                </a:lnTo>
                <a:lnTo>
                  <a:pt x="2889" y="510"/>
                </a:lnTo>
                <a:lnTo>
                  <a:pt x="3053" y="487"/>
                </a:lnTo>
                <a:lnTo>
                  <a:pt x="3225" y="460"/>
                </a:lnTo>
                <a:lnTo>
                  <a:pt x="3404" y="430"/>
                </a:lnTo>
                <a:lnTo>
                  <a:pt x="3593" y="396"/>
                </a:lnTo>
                <a:lnTo>
                  <a:pt x="3689" y="378"/>
                </a:lnTo>
                <a:lnTo>
                  <a:pt x="3785" y="362"/>
                </a:lnTo>
                <a:lnTo>
                  <a:pt x="3882" y="347"/>
                </a:lnTo>
                <a:lnTo>
                  <a:pt x="3978" y="333"/>
                </a:lnTo>
                <a:lnTo>
                  <a:pt x="4074" y="321"/>
                </a:lnTo>
                <a:lnTo>
                  <a:pt x="4170" y="309"/>
                </a:lnTo>
                <a:lnTo>
                  <a:pt x="4267" y="299"/>
                </a:lnTo>
                <a:lnTo>
                  <a:pt x="4363" y="290"/>
                </a:lnTo>
                <a:lnTo>
                  <a:pt x="4458" y="282"/>
                </a:lnTo>
                <a:lnTo>
                  <a:pt x="4554" y="275"/>
                </a:lnTo>
                <a:lnTo>
                  <a:pt x="4651" y="268"/>
                </a:lnTo>
                <a:lnTo>
                  <a:pt x="4747" y="263"/>
                </a:lnTo>
                <a:lnTo>
                  <a:pt x="4843" y="259"/>
                </a:lnTo>
                <a:lnTo>
                  <a:pt x="4940" y="255"/>
                </a:lnTo>
                <a:lnTo>
                  <a:pt x="5037" y="253"/>
                </a:lnTo>
                <a:lnTo>
                  <a:pt x="5133" y="251"/>
                </a:lnTo>
                <a:lnTo>
                  <a:pt x="5229" y="250"/>
                </a:lnTo>
                <a:lnTo>
                  <a:pt x="5325" y="249"/>
                </a:lnTo>
                <a:lnTo>
                  <a:pt x="5423" y="249"/>
                </a:lnTo>
                <a:lnTo>
                  <a:pt x="5519" y="250"/>
                </a:lnTo>
                <a:lnTo>
                  <a:pt x="5616" y="251"/>
                </a:lnTo>
                <a:lnTo>
                  <a:pt x="5712" y="253"/>
                </a:lnTo>
                <a:lnTo>
                  <a:pt x="5810" y="256"/>
                </a:lnTo>
                <a:lnTo>
                  <a:pt x="5907" y="259"/>
                </a:lnTo>
                <a:lnTo>
                  <a:pt x="6101" y="266"/>
                </a:lnTo>
                <a:lnTo>
                  <a:pt x="6297" y="274"/>
                </a:lnTo>
                <a:lnTo>
                  <a:pt x="6493" y="284"/>
                </a:lnTo>
                <a:lnTo>
                  <a:pt x="6688" y="294"/>
                </a:lnTo>
                <a:lnTo>
                  <a:pt x="6732" y="296"/>
                </a:lnTo>
                <a:lnTo>
                  <a:pt x="6775" y="299"/>
                </a:lnTo>
                <a:lnTo>
                  <a:pt x="6816" y="302"/>
                </a:lnTo>
                <a:lnTo>
                  <a:pt x="6858" y="305"/>
                </a:lnTo>
                <a:lnTo>
                  <a:pt x="6900" y="309"/>
                </a:lnTo>
                <a:lnTo>
                  <a:pt x="6941" y="312"/>
                </a:lnTo>
                <a:lnTo>
                  <a:pt x="6982" y="315"/>
                </a:lnTo>
                <a:lnTo>
                  <a:pt x="7023" y="318"/>
                </a:lnTo>
                <a:lnTo>
                  <a:pt x="7066" y="322"/>
                </a:lnTo>
                <a:lnTo>
                  <a:pt x="7109" y="324"/>
                </a:lnTo>
                <a:lnTo>
                  <a:pt x="7153" y="327"/>
                </a:lnTo>
                <a:lnTo>
                  <a:pt x="7200" y="329"/>
                </a:lnTo>
                <a:lnTo>
                  <a:pt x="7247" y="331"/>
                </a:lnTo>
                <a:lnTo>
                  <a:pt x="7298" y="333"/>
                </a:lnTo>
                <a:lnTo>
                  <a:pt x="7350" y="334"/>
                </a:lnTo>
                <a:lnTo>
                  <a:pt x="7405" y="335"/>
                </a:lnTo>
                <a:lnTo>
                  <a:pt x="7443" y="335"/>
                </a:lnTo>
                <a:lnTo>
                  <a:pt x="7479" y="336"/>
                </a:lnTo>
                <a:lnTo>
                  <a:pt x="7513" y="338"/>
                </a:lnTo>
                <a:lnTo>
                  <a:pt x="7545" y="340"/>
                </a:lnTo>
                <a:lnTo>
                  <a:pt x="7601" y="346"/>
                </a:lnTo>
                <a:lnTo>
                  <a:pt x="7651" y="352"/>
                </a:lnTo>
                <a:lnTo>
                  <a:pt x="7693" y="358"/>
                </a:lnTo>
                <a:lnTo>
                  <a:pt x="7729" y="363"/>
                </a:lnTo>
                <a:lnTo>
                  <a:pt x="7760" y="367"/>
                </a:lnTo>
                <a:lnTo>
                  <a:pt x="7786" y="368"/>
                </a:lnTo>
                <a:lnTo>
                  <a:pt x="7798" y="368"/>
                </a:lnTo>
                <a:lnTo>
                  <a:pt x="7810" y="367"/>
                </a:lnTo>
                <a:lnTo>
                  <a:pt x="7820" y="365"/>
                </a:lnTo>
                <a:lnTo>
                  <a:pt x="7830" y="362"/>
                </a:lnTo>
                <a:lnTo>
                  <a:pt x="7840" y="357"/>
                </a:lnTo>
                <a:lnTo>
                  <a:pt x="7850" y="352"/>
                </a:lnTo>
                <a:lnTo>
                  <a:pt x="7859" y="345"/>
                </a:lnTo>
                <a:lnTo>
                  <a:pt x="7868" y="337"/>
                </a:lnTo>
                <a:lnTo>
                  <a:pt x="7877" y="327"/>
                </a:lnTo>
                <a:lnTo>
                  <a:pt x="7886" y="316"/>
                </a:lnTo>
                <a:lnTo>
                  <a:pt x="7895" y="303"/>
                </a:lnTo>
                <a:lnTo>
                  <a:pt x="7905" y="288"/>
                </a:lnTo>
                <a:lnTo>
                  <a:pt x="7926" y="253"/>
                </a:lnTo>
                <a:lnTo>
                  <a:pt x="7950" y="210"/>
                </a:lnTo>
                <a:lnTo>
                  <a:pt x="7935" y="195"/>
                </a:lnTo>
                <a:lnTo>
                  <a:pt x="7921" y="181"/>
                </a:lnTo>
                <a:lnTo>
                  <a:pt x="7907" y="168"/>
                </a:lnTo>
                <a:lnTo>
                  <a:pt x="7893" y="157"/>
                </a:lnTo>
                <a:lnTo>
                  <a:pt x="7880" y="146"/>
                </a:lnTo>
                <a:lnTo>
                  <a:pt x="7867" y="136"/>
                </a:lnTo>
                <a:lnTo>
                  <a:pt x="7854" y="127"/>
                </a:lnTo>
                <a:lnTo>
                  <a:pt x="7840" y="120"/>
                </a:lnTo>
                <a:lnTo>
                  <a:pt x="7827" y="113"/>
                </a:lnTo>
                <a:lnTo>
                  <a:pt x="7814" y="106"/>
                </a:lnTo>
                <a:lnTo>
                  <a:pt x="7801" y="101"/>
                </a:lnTo>
                <a:lnTo>
                  <a:pt x="7787" y="96"/>
                </a:lnTo>
                <a:lnTo>
                  <a:pt x="7774" y="92"/>
                </a:lnTo>
                <a:lnTo>
                  <a:pt x="7760" y="89"/>
                </a:lnTo>
                <a:lnTo>
                  <a:pt x="7746" y="86"/>
                </a:lnTo>
                <a:lnTo>
                  <a:pt x="7731" y="83"/>
                </a:lnTo>
                <a:lnTo>
                  <a:pt x="7701" y="80"/>
                </a:lnTo>
                <a:lnTo>
                  <a:pt x="7668" y="79"/>
                </a:lnTo>
                <a:lnTo>
                  <a:pt x="7633" y="78"/>
                </a:lnTo>
                <a:lnTo>
                  <a:pt x="7594" y="79"/>
                </a:lnTo>
                <a:lnTo>
                  <a:pt x="7507" y="82"/>
                </a:lnTo>
                <a:lnTo>
                  <a:pt x="7403" y="84"/>
                </a:lnTo>
                <a:lnTo>
                  <a:pt x="5468" y="0"/>
                </a:lnTo>
                <a:lnTo>
                  <a:pt x="5217" y="1"/>
                </a:lnTo>
                <a:lnTo>
                  <a:pt x="5000" y="2"/>
                </a:lnTo>
                <a:lnTo>
                  <a:pt x="4902" y="3"/>
                </a:lnTo>
                <a:lnTo>
                  <a:pt x="4811" y="5"/>
                </a:lnTo>
                <a:lnTo>
                  <a:pt x="4726" y="7"/>
                </a:lnTo>
                <a:lnTo>
                  <a:pt x="4646" y="9"/>
                </a:lnTo>
                <a:lnTo>
                  <a:pt x="4571" y="12"/>
                </a:lnTo>
                <a:lnTo>
                  <a:pt x="4500" y="15"/>
                </a:lnTo>
                <a:lnTo>
                  <a:pt x="4434" y="19"/>
                </a:lnTo>
                <a:lnTo>
                  <a:pt x="4370" y="23"/>
                </a:lnTo>
                <a:lnTo>
                  <a:pt x="4309" y="28"/>
                </a:lnTo>
                <a:lnTo>
                  <a:pt x="4249" y="33"/>
                </a:lnTo>
                <a:lnTo>
                  <a:pt x="4190" y="39"/>
                </a:lnTo>
                <a:lnTo>
                  <a:pt x="4133" y="46"/>
                </a:lnTo>
                <a:lnTo>
                  <a:pt x="4076" y="53"/>
                </a:lnTo>
                <a:lnTo>
                  <a:pt x="4018" y="61"/>
                </a:lnTo>
                <a:lnTo>
                  <a:pt x="3959" y="70"/>
                </a:lnTo>
                <a:lnTo>
                  <a:pt x="3899" y="80"/>
                </a:lnTo>
                <a:lnTo>
                  <a:pt x="3770" y="101"/>
                </a:lnTo>
                <a:lnTo>
                  <a:pt x="3629" y="126"/>
                </a:lnTo>
                <a:lnTo>
                  <a:pt x="3469" y="155"/>
                </a:lnTo>
                <a:lnTo>
                  <a:pt x="3285" y="187"/>
                </a:lnTo>
                <a:lnTo>
                  <a:pt x="3074" y="224"/>
                </a:lnTo>
                <a:lnTo>
                  <a:pt x="2831" y="265"/>
                </a:lnTo>
                <a:lnTo>
                  <a:pt x="2765" y="275"/>
                </a:lnTo>
                <a:lnTo>
                  <a:pt x="2700" y="284"/>
                </a:lnTo>
                <a:lnTo>
                  <a:pt x="2635" y="292"/>
                </a:lnTo>
                <a:lnTo>
                  <a:pt x="2570" y="299"/>
                </a:lnTo>
                <a:lnTo>
                  <a:pt x="2506" y="305"/>
                </a:lnTo>
                <a:lnTo>
                  <a:pt x="2443" y="310"/>
                </a:lnTo>
                <a:lnTo>
                  <a:pt x="2379" y="315"/>
                </a:lnTo>
                <a:lnTo>
                  <a:pt x="2316" y="318"/>
                </a:lnTo>
                <a:lnTo>
                  <a:pt x="2252" y="321"/>
                </a:lnTo>
                <a:lnTo>
                  <a:pt x="2188" y="323"/>
                </a:lnTo>
                <a:lnTo>
                  <a:pt x="2125" y="324"/>
                </a:lnTo>
                <a:lnTo>
                  <a:pt x="2062" y="325"/>
                </a:lnTo>
                <a:lnTo>
                  <a:pt x="1935" y="325"/>
                </a:lnTo>
                <a:lnTo>
                  <a:pt x="1807" y="323"/>
                </a:lnTo>
                <a:lnTo>
                  <a:pt x="1678" y="320"/>
                </a:lnTo>
                <a:lnTo>
                  <a:pt x="1548" y="315"/>
                </a:lnTo>
                <a:lnTo>
                  <a:pt x="1415" y="311"/>
                </a:lnTo>
                <a:lnTo>
                  <a:pt x="1281" y="306"/>
                </a:lnTo>
                <a:lnTo>
                  <a:pt x="1145" y="301"/>
                </a:lnTo>
                <a:lnTo>
                  <a:pt x="1004" y="297"/>
                </a:lnTo>
                <a:lnTo>
                  <a:pt x="861" y="295"/>
                </a:lnTo>
                <a:lnTo>
                  <a:pt x="714" y="294"/>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nvGrpSpPr>
          <p:cNvPr id="25" name="组合 24"/>
          <p:cNvGrpSpPr/>
          <p:nvPr/>
        </p:nvGrpSpPr>
        <p:grpSpPr>
          <a:xfrm>
            <a:off x="642040" y="661641"/>
            <a:ext cx="472656" cy="448521"/>
            <a:chOff x="4219575" y="3103563"/>
            <a:chExt cx="746125" cy="708025"/>
          </a:xfrm>
          <a:solidFill>
            <a:schemeClr val="tx1"/>
          </a:solidFill>
        </p:grpSpPr>
        <p:sp>
          <p:nvSpPr>
            <p:cNvPr id="26" name="Freeform 356"/>
            <p:cNvSpPr/>
            <p:nvPr/>
          </p:nvSpPr>
          <p:spPr bwMode="auto">
            <a:xfrm>
              <a:off x="4276725" y="3703638"/>
              <a:ext cx="17463" cy="60325"/>
            </a:xfrm>
            <a:custGeom>
              <a:avLst/>
              <a:gdLst/>
              <a:ahLst/>
              <a:cxnLst>
                <a:cxn ang="0">
                  <a:pos x="24" y="4"/>
                </a:cxn>
                <a:cxn ang="0">
                  <a:pos x="24" y="4"/>
                </a:cxn>
                <a:cxn ang="0">
                  <a:pos x="22" y="18"/>
                </a:cxn>
                <a:cxn ang="0">
                  <a:pos x="20" y="31"/>
                </a:cxn>
                <a:cxn ang="0">
                  <a:pos x="12" y="57"/>
                </a:cxn>
                <a:cxn ang="0">
                  <a:pos x="7" y="69"/>
                </a:cxn>
                <a:cxn ang="0">
                  <a:pos x="4" y="83"/>
                </a:cxn>
                <a:cxn ang="0">
                  <a:pos x="1" y="95"/>
                </a:cxn>
                <a:cxn ang="0">
                  <a:pos x="0" y="109"/>
                </a:cxn>
                <a:cxn ang="0">
                  <a:pos x="0" y="109"/>
                </a:cxn>
                <a:cxn ang="0">
                  <a:pos x="0" y="111"/>
                </a:cxn>
                <a:cxn ang="0">
                  <a:pos x="1" y="113"/>
                </a:cxn>
                <a:cxn ang="0">
                  <a:pos x="3" y="114"/>
                </a:cxn>
                <a:cxn ang="0">
                  <a:pos x="4" y="114"/>
                </a:cxn>
                <a:cxn ang="0">
                  <a:pos x="6" y="114"/>
                </a:cxn>
                <a:cxn ang="0">
                  <a:pos x="7" y="113"/>
                </a:cxn>
                <a:cxn ang="0">
                  <a:pos x="9" y="111"/>
                </a:cxn>
                <a:cxn ang="0">
                  <a:pos x="10" y="109"/>
                </a:cxn>
                <a:cxn ang="0">
                  <a:pos x="10" y="109"/>
                </a:cxn>
                <a:cxn ang="0">
                  <a:pos x="11" y="95"/>
                </a:cxn>
                <a:cxn ang="0">
                  <a:pos x="14" y="83"/>
                </a:cxn>
                <a:cxn ang="0">
                  <a:pos x="17" y="69"/>
                </a:cxn>
                <a:cxn ang="0">
                  <a:pos x="21" y="57"/>
                </a:cxn>
                <a:cxn ang="0">
                  <a:pos x="29" y="31"/>
                </a:cxn>
                <a:cxn ang="0">
                  <a:pos x="32" y="18"/>
                </a:cxn>
                <a:cxn ang="0">
                  <a:pos x="33" y="4"/>
                </a:cxn>
                <a:cxn ang="0">
                  <a:pos x="33" y="4"/>
                </a:cxn>
                <a:cxn ang="0">
                  <a:pos x="33" y="2"/>
                </a:cxn>
                <a:cxn ang="0">
                  <a:pos x="32" y="1"/>
                </a:cxn>
                <a:cxn ang="0">
                  <a:pos x="30" y="0"/>
                </a:cxn>
                <a:cxn ang="0">
                  <a:pos x="28" y="0"/>
                </a:cxn>
                <a:cxn ang="0">
                  <a:pos x="27" y="0"/>
                </a:cxn>
                <a:cxn ang="0">
                  <a:pos x="25" y="1"/>
                </a:cxn>
                <a:cxn ang="0">
                  <a:pos x="24" y="2"/>
                </a:cxn>
                <a:cxn ang="0">
                  <a:pos x="24" y="4"/>
                </a:cxn>
                <a:cxn ang="0">
                  <a:pos x="24" y="4"/>
                </a:cxn>
              </a:cxnLst>
              <a:rect l="0" t="0" r="r" b="b"/>
              <a:pathLst>
                <a:path w="33" h="114">
                  <a:moveTo>
                    <a:pt x="24" y="4"/>
                  </a:moveTo>
                  <a:lnTo>
                    <a:pt x="24" y="4"/>
                  </a:lnTo>
                  <a:lnTo>
                    <a:pt x="22" y="18"/>
                  </a:lnTo>
                  <a:lnTo>
                    <a:pt x="20" y="31"/>
                  </a:lnTo>
                  <a:lnTo>
                    <a:pt x="12" y="57"/>
                  </a:lnTo>
                  <a:lnTo>
                    <a:pt x="7" y="69"/>
                  </a:lnTo>
                  <a:lnTo>
                    <a:pt x="4" y="83"/>
                  </a:lnTo>
                  <a:lnTo>
                    <a:pt x="1" y="95"/>
                  </a:lnTo>
                  <a:lnTo>
                    <a:pt x="0" y="109"/>
                  </a:lnTo>
                  <a:lnTo>
                    <a:pt x="0" y="109"/>
                  </a:lnTo>
                  <a:lnTo>
                    <a:pt x="0" y="111"/>
                  </a:lnTo>
                  <a:lnTo>
                    <a:pt x="1" y="113"/>
                  </a:lnTo>
                  <a:lnTo>
                    <a:pt x="3" y="114"/>
                  </a:lnTo>
                  <a:lnTo>
                    <a:pt x="4" y="114"/>
                  </a:lnTo>
                  <a:lnTo>
                    <a:pt x="6" y="114"/>
                  </a:lnTo>
                  <a:lnTo>
                    <a:pt x="7" y="113"/>
                  </a:lnTo>
                  <a:lnTo>
                    <a:pt x="9" y="111"/>
                  </a:lnTo>
                  <a:lnTo>
                    <a:pt x="10" y="109"/>
                  </a:lnTo>
                  <a:lnTo>
                    <a:pt x="10" y="109"/>
                  </a:lnTo>
                  <a:lnTo>
                    <a:pt x="11" y="95"/>
                  </a:lnTo>
                  <a:lnTo>
                    <a:pt x="14" y="83"/>
                  </a:lnTo>
                  <a:lnTo>
                    <a:pt x="17" y="69"/>
                  </a:lnTo>
                  <a:lnTo>
                    <a:pt x="21" y="57"/>
                  </a:lnTo>
                  <a:lnTo>
                    <a:pt x="29" y="31"/>
                  </a:lnTo>
                  <a:lnTo>
                    <a:pt x="32" y="18"/>
                  </a:lnTo>
                  <a:lnTo>
                    <a:pt x="33" y="4"/>
                  </a:lnTo>
                  <a:lnTo>
                    <a:pt x="33" y="4"/>
                  </a:lnTo>
                  <a:lnTo>
                    <a:pt x="33" y="2"/>
                  </a:lnTo>
                  <a:lnTo>
                    <a:pt x="32" y="1"/>
                  </a:lnTo>
                  <a:lnTo>
                    <a:pt x="30" y="0"/>
                  </a:lnTo>
                  <a:lnTo>
                    <a:pt x="28" y="0"/>
                  </a:lnTo>
                  <a:lnTo>
                    <a:pt x="27" y="0"/>
                  </a:lnTo>
                  <a:lnTo>
                    <a:pt x="25" y="1"/>
                  </a:lnTo>
                  <a:lnTo>
                    <a:pt x="24" y="2"/>
                  </a:lnTo>
                  <a:lnTo>
                    <a:pt x="24" y="4"/>
                  </a:lnTo>
                  <a:lnTo>
                    <a:pt x="2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 name="Freeform 357"/>
            <p:cNvSpPr/>
            <p:nvPr/>
          </p:nvSpPr>
          <p:spPr bwMode="auto">
            <a:xfrm>
              <a:off x="4314825" y="3724275"/>
              <a:ext cx="17463" cy="57150"/>
            </a:xfrm>
            <a:custGeom>
              <a:avLst/>
              <a:gdLst/>
              <a:ahLst/>
              <a:cxnLst>
                <a:cxn ang="0">
                  <a:pos x="23" y="4"/>
                </a:cxn>
                <a:cxn ang="0">
                  <a:pos x="23" y="4"/>
                </a:cxn>
                <a:cxn ang="0">
                  <a:pos x="18" y="17"/>
                </a:cxn>
                <a:cxn ang="0">
                  <a:pos x="14" y="29"/>
                </a:cxn>
                <a:cxn ang="0">
                  <a:pos x="9" y="43"/>
                </a:cxn>
                <a:cxn ang="0">
                  <a:pos x="4" y="55"/>
                </a:cxn>
                <a:cxn ang="0">
                  <a:pos x="4" y="55"/>
                </a:cxn>
                <a:cxn ang="0">
                  <a:pos x="2" y="68"/>
                </a:cxn>
                <a:cxn ang="0">
                  <a:pos x="1" y="80"/>
                </a:cxn>
                <a:cxn ang="0">
                  <a:pos x="0" y="105"/>
                </a:cxn>
                <a:cxn ang="0">
                  <a:pos x="0" y="105"/>
                </a:cxn>
                <a:cxn ang="0">
                  <a:pos x="0" y="106"/>
                </a:cxn>
                <a:cxn ang="0">
                  <a:pos x="1" y="108"/>
                </a:cxn>
                <a:cxn ang="0">
                  <a:pos x="2" y="109"/>
                </a:cxn>
                <a:cxn ang="0">
                  <a:pos x="4" y="109"/>
                </a:cxn>
                <a:cxn ang="0">
                  <a:pos x="6" y="109"/>
                </a:cxn>
                <a:cxn ang="0">
                  <a:pos x="7" y="108"/>
                </a:cxn>
                <a:cxn ang="0">
                  <a:pos x="8" y="106"/>
                </a:cxn>
                <a:cxn ang="0">
                  <a:pos x="9" y="105"/>
                </a:cxn>
                <a:cxn ang="0">
                  <a:pos x="9" y="105"/>
                </a:cxn>
                <a:cxn ang="0">
                  <a:pos x="9" y="93"/>
                </a:cxn>
                <a:cxn ang="0">
                  <a:pos x="11" y="83"/>
                </a:cxn>
                <a:cxn ang="0">
                  <a:pos x="13" y="62"/>
                </a:cxn>
                <a:cxn ang="0">
                  <a:pos x="13" y="62"/>
                </a:cxn>
                <a:cxn ang="0">
                  <a:pos x="14" y="55"/>
                </a:cxn>
                <a:cxn ang="0">
                  <a:pos x="16" y="48"/>
                </a:cxn>
                <a:cxn ang="0">
                  <a:pos x="21" y="33"/>
                </a:cxn>
                <a:cxn ang="0">
                  <a:pos x="27" y="20"/>
                </a:cxn>
                <a:cxn ang="0">
                  <a:pos x="33" y="6"/>
                </a:cxn>
                <a:cxn ang="0">
                  <a:pos x="33" y="6"/>
                </a:cxn>
                <a:cxn ang="0">
                  <a:pos x="33" y="4"/>
                </a:cxn>
                <a:cxn ang="0">
                  <a:pos x="32" y="3"/>
                </a:cxn>
                <a:cxn ang="0">
                  <a:pos x="31" y="1"/>
                </a:cxn>
                <a:cxn ang="0">
                  <a:pos x="28" y="0"/>
                </a:cxn>
                <a:cxn ang="0">
                  <a:pos x="27" y="0"/>
                </a:cxn>
                <a:cxn ang="0">
                  <a:pos x="25" y="0"/>
                </a:cxn>
                <a:cxn ang="0">
                  <a:pos x="24" y="1"/>
                </a:cxn>
                <a:cxn ang="0">
                  <a:pos x="23" y="4"/>
                </a:cxn>
                <a:cxn ang="0">
                  <a:pos x="23" y="4"/>
                </a:cxn>
              </a:cxnLst>
              <a:rect l="0" t="0" r="r" b="b"/>
              <a:pathLst>
                <a:path w="33" h="109">
                  <a:moveTo>
                    <a:pt x="23" y="4"/>
                  </a:moveTo>
                  <a:lnTo>
                    <a:pt x="23" y="4"/>
                  </a:lnTo>
                  <a:lnTo>
                    <a:pt x="18" y="17"/>
                  </a:lnTo>
                  <a:lnTo>
                    <a:pt x="14" y="29"/>
                  </a:lnTo>
                  <a:lnTo>
                    <a:pt x="9" y="43"/>
                  </a:lnTo>
                  <a:lnTo>
                    <a:pt x="4" y="55"/>
                  </a:lnTo>
                  <a:lnTo>
                    <a:pt x="4" y="55"/>
                  </a:lnTo>
                  <a:lnTo>
                    <a:pt x="2" y="68"/>
                  </a:lnTo>
                  <a:lnTo>
                    <a:pt x="1" y="80"/>
                  </a:lnTo>
                  <a:lnTo>
                    <a:pt x="0" y="105"/>
                  </a:lnTo>
                  <a:lnTo>
                    <a:pt x="0" y="105"/>
                  </a:lnTo>
                  <a:lnTo>
                    <a:pt x="0" y="106"/>
                  </a:lnTo>
                  <a:lnTo>
                    <a:pt x="1" y="108"/>
                  </a:lnTo>
                  <a:lnTo>
                    <a:pt x="2" y="109"/>
                  </a:lnTo>
                  <a:lnTo>
                    <a:pt x="4" y="109"/>
                  </a:lnTo>
                  <a:lnTo>
                    <a:pt x="6" y="109"/>
                  </a:lnTo>
                  <a:lnTo>
                    <a:pt x="7" y="108"/>
                  </a:lnTo>
                  <a:lnTo>
                    <a:pt x="8" y="106"/>
                  </a:lnTo>
                  <a:lnTo>
                    <a:pt x="9" y="105"/>
                  </a:lnTo>
                  <a:lnTo>
                    <a:pt x="9" y="105"/>
                  </a:lnTo>
                  <a:lnTo>
                    <a:pt x="9" y="93"/>
                  </a:lnTo>
                  <a:lnTo>
                    <a:pt x="11" y="83"/>
                  </a:lnTo>
                  <a:lnTo>
                    <a:pt x="13" y="62"/>
                  </a:lnTo>
                  <a:lnTo>
                    <a:pt x="13" y="62"/>
                  </a:lnTo>
                  <a:lnTo>
                    <a:pt x="14" y="55"/>
                  </a:lnTo>
                  <a:lnTo>
                    <a:pt x="16" y="48"/>
                  </a:lnTo>
                  <a:lnTo>
                    <a:pt x="21" y="33"/>
                  </a:lnTo>
                  <a:lnTo>
                    <a:pt x="27" y="20"/>
                  </a:lnTo>
                  <a:lnTo>
                    <a:pt x="33" y="6"/>
                  </a:lnTo>
                  <a:lnTo>
                    <a:pt x="33" y="6"/>
                  </a:lnTo>
                  <a:lnTo>
                    <a:pt x="33" y="4"/>
                  </a:lnTo>
                  <a:lnTo>
                    <a:pt x="32" y="3"/>
                  </a:lnTo>
                  <a:lnTo>
                    <a:pt x="31" y="1"/>
                  </a:lnTo>
                  <a:lnTo>
                    <a:pt x="28" y="0"/>
                  </a:lnTo>
                  <a:lnTo>
                    <a:pt x="27" y="0"/>
                  </a:lnTo>
                  <a:lnTo>
                    <a:pt x="25" y="0"/>
                  </a:lnTo>
                  <a:lnTo>
                    <a:pt x="24" y="1"/>
                  </a:lnTo>
                  <a:lnTo>
                    <a:pt x="23" y="4"/>
                  </a:lnTo>
                  <a:lnTo>
                    <a:pt x="2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 name="Freeform 358"/>
            <p:cNvSpPr/>
            <p:nvPr/>
          </p:nvSpPr>
          <p:spPr bwMode="auto">
            <a:xfrm>
              <a:off x="4352925" y="3725863"/>
              <a:ext cx="22225" cy="55563"/>
            </a:xfrm>
            <a:custGeom>
              <a:avLst/>
              <a:gdLst/>
              <a:ahLst/>
              <a:cxnLst>
                <a:cxn ang="0">
                  <a:pos x="33" y="5"/>
                </a:cxn>
                <a:cxn ang="0">
                  <a:pos x="33" y="5"/>
                </a:cxn>
                <a:cxn ang="0">
                  <a:pos x="32" y="11"/>
                </a:cxn>
                <a:cxn ang="0">
                  <a:pos x="30" y="17"/>
                </a:cxn>
                <a:cxn ang="0">
                  <a:pos x="25" y="30"/>
                </a:cxn>
                <a:cxn ang="0">
                  <a:pos x="18" y="41"/>
                </a:cxn>
                <a:cxn ang="0">
                  <a:pos x="13" y="52"/>
                </a:cxn>
                <a:cxn ang="0">
                  <a:pos x="13" y="52"/>
                </a:cxn>
                <a:cxn ang="0">
                  <a:pos x="9" y="64"/>
                </a:cxn>
                <a:cxn ang="0">
                  <a:pos x="5" y="75"/>
                </a:cxn>
                <a:cxn ang="0">
                  <a:pos x="0" y="98"/>
                </a:cxn>
                <a:cxn ang="0">
                  <a:pos x="0" y="98"/>
                </a:cxn>
                <a:cxn ang="0">
                  <a:pos x="0" y="100"/>
                </a:cxn>
                <a:cxn ang="0">
                  <a:pos x="0" y="102"/>
                </a:cxn>
                <a:cxn ang="0">
                  <a:pos x="1" y="103"/>
                </a:cxn>
                <a:cxn ang="0">
                  <a:pos x="3" y="104"/>
                </a:cxn>
                <a:cxn ang="0">
                  <a:pos x="5" y="104"/>
                </a:cxn>
                <a:cxn ang="0">
                  <a:pos x="6" y="104"/>
                </a:cxn>
                <a:cxn ang="0">
                  <a:pos x="8" y="103"/>
                </a:cxn>
                <a:cxn ang="0">
                  <a:pos x="8" y="101"/>
                </a:cxn>
                <a:cxn ang="0">
                  <a:pos x="8" y="101"/>
                </a:cxn>
                <a:cxn ang="0">
                  <a:pos x="16" y="72"/>
                </a:cxn>
                <a:cxn ang="0">
                  <a:pos x="21" y="58"/>
                </a:cxn>
                <a:cxn ang="0">
                  <a:pos x="27" y="45"/>
                </a:cxn>
                <a:cxn ang="0">
                  <a:pos x="27" y="45"/>
                </a:cxn>
                <a:cxn ang="0">
                  <a:pos x="36" y="25"/>
                </a:cxn>
                <a:cxn ang="0">
                  <a:pos x="40" y="15"/>
                </a:cxn>
                <a:cxn ang="0">
                  <a:pos x="42" y="5"/>
                </a:cxn>
                <a:cxn ang="0">
                  <a:pos x="42" y="5"/>
                </a:cxn>
                <a:cxn ang="0">
                  <a:pos x="42" y="3"/>
                </a:cxn>
                <a:cxn ang="0">
                  <a:pos x="41" y="1"/>
                </a:cxn>
                <a:cxn ang="0">
                  <a:pos x="39" y="1"/>
                </a:cxn>
                <a:cxn ang="0">
                  <a:pos x="38" y="0"/>
                </a:cxn>
                <a:cxn ang="0">
                  <a:pos x="34" y="1"/>
                </a:cxn>
                <a:cxn ang="0">
                  <a:pos x="33" y="3"/>
                </a:cxn>
                <a:cxn ang="0">
                  <a:pos x="33" y="5"/>
                </a:cxn>
                <a:cxn ang="0">
                  <a:pos x="33" y="5"/>
                </a:cxn>
              </a:cxnLst>
              <a:rect l="0" t="0" r="r" b="b"/>
              <a:pathLst>
                <a:path w="42" h="104">
                  <a:moveTo>
                    <a:pt x="33" y="5"/>
                  </a:moveTo>
                  <a:lnTo>
                    <a:pt x="33" y="5"/>
                  </a:lnTo>
                  <a:lnTo>
                    <a:pt x="32" y="11"/>
                  </a:lnTo>
                  <a:lnTo>
                    <a:pt x="30" y="17"/>
                  </a:lnTo>
                  <a:lnTo>
                    <a:pt x="25" y="30"/>
                  </a:lnTo>
                  <a:lnTo>
                    <a:pt x="18" y="41"/>
                  </a:lnTo>
                  <a:lnTo>
                    <a:pt x="13" y="52"/>
                  </a:lnTo>
                  <a:lnTo>
                    <a:pt x="13" y="52"/>
                  </a:lnTo>
                  <a:lnTo>
                    <a:pt x="9" y="64"/>
                  </a:lnTo>
                  <a:lnTo>
                    <a:pt x="5" y="75"/>
                  </a:lnTo>
                  <a:lnTo>
                    <a:pt x="0" y="98"/>
                  </a:lnTo>
                  <a:lnTo>
                    <a:pt x="0" y="98"/>
                  </a:lnTo>
                  <a:lnTo>
                    <a:pt x="0" y="100"/>
                  </a:lnTo>
                  <a:lnTo>
                    <a:pt x="0" y="102"/>
                  </a:lnTo>
                  <a:lnTo>
                    <a:pt x="1" y="103"/>
                  </a:lnTo>
                  <a:lnTo>
                    <a:pt x="3" y="104"/>
                  </a:lnTo>
                  <a:lnTo>
                    <a:pt x="5" y="104"/>
                  </a:lnTo>
                  <a:lnTo>
                    <a:pt x="6" y="104"/>
                  </a:lnTo>
                  <a:lnTo>
                    <a:pt x="8" y="103"/>
                  </a:lnTo>
                  <a:lnTo>
                    <a:pt x="8" y="101"/>
                  </a:lnTo>
                  <a:lnTo>
                    <a:pt x="8" y="101"/>
                  </a:lnTo>
                  <a:lnTo>
                    <a:pt x="16" y="72"/>
                  </a:lnTo>
                  <a:lnTo>
                    <a:pt x="21" y="58"/>
                  </a:lnTo>
                  <a:lnTo>
                    <a:pt x="27" y="45"/>
                  </a:lnTo>
                  <a:lnTo>
                    <a:pt x="27" y="45"/>
                  </a:lnTo>
                  <a:lnTo>
                    <a:pt x="36" y="25"/>
                  </a:lnTo>
                  <a:lnTo>
                    <a:pt x="40" y="15"/>
                  </a:lnTo>
                  <a:lnTo>
                    <a:pt x="42" y="5"/>
                  </a:lnTo>
                  <a:lnTo>
                    <a:pt x="42" y="5"/>
                  </a:lnTo>
                  <a:lnTo>
                    <a:pt x="42" y="3"/>
                  </a:lnTo>
                  <a:lnTo>
                    <a:pt x="41" y="1"/>
                  </a:lnTo>
                  <a:lnTo>
                    <a:pt x="39" y="1"/>
                  </a:lnTo>
                  <a:lnTo>
                    <a:pt x="38" y="0"/>
                  </a:lnTo>
                  <a:lnTo>
                    <a:pt x="34" y="1"/>
                  </a:lnTo>
                  <a:lnTo>
                    <a:pt x="33" y="3"/>
                  </a:lnTo>
                  <a:lnTo>
                    <a:pt x="33" y="5"/>
                  </a:lnTo>
                  <a:lnTo>
                    <a:pt x="33"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 name="Freeform 359"/>
            <p:cNvSpPr/>
            <p:nvPr/>
          </p:nvSpPr>
          <p:spPr bwMode="auto">
            <a:xfrm>
              <a:off x="4387850" y="3729038"/>
              <a:ext cx="26988" cy="57150"/>
            </a:xfrm>
            <a:custGeom>
              <a:avLst/>
              <a:gdLst/>
              <a:ahLst/>
              <a:cxnLst>
                <a:cxn ang="0">
                  <a:pos x="42" y="4"/>
                </a:cxn>
                <a:cxn ang="0">
                  <a:pos x="42" y="4"/>
                </a:cxn>
                <a:cxn ang="0">
                  <a:pos x="41" y="10"/>
                </a:cxn>
                <a:cxn ang="0">
                  <a:pos x="40" y="15"/>
                </a:cxn>
                <a:cxn ang="0">
                  <a:pos x="35" y="26"/>
                </a:cxn>
                <a:cxn ang="0">
                  <a:pos x="24" y="44"/>
                </a:cxn>
                <a:cxn ang="0">
                  <a:pos x="24" y="44"/>
                </a:cxn>
                <a:cxn ang="0">
                  <a:pos x="22" y="49"/>
                </a:cxn>
                <a:cxn ang="0">
                  <a:pos x="20" y="56"/>
                </a:cxn>
                <a:cxn ang="0">
                  <a:pos x="16" y="67"/>
                </a:cxn>
                <a:cxn ang="0">
                  <a:pos x="16" y="67"/>
                </a:cxn>
                <a:cxn ang="0">
                  <a:pos x="9" y="84"/>
                </a:cxn>
                <a:cxn ang="0">
                  <a:pos x="0" y="101"/>
                </a:cxn>
                <a:cxn ang="0">
                  <a:pos x="0" y="101"/>
                </a:cxn>
                <a:cxn ang="0">
                  <a:pos x="0" y="103"/>
                </a:cxn>
                <a:cxn ang="0">
                  <a:pos x="0" y="105"/>
                </a:cxn>
                <a:cxn ang="0">
                  <a:pos x="1" y="107"/>
                </a:cxn>
                <a:cxn ang="0">
                  <a:pos x="2" y="108"/>
                </a:cxn>
                <a:cxn ang="0">
                  <a:pos x="4" y="108"/>
                </a:cxn>
                <a:cxn ang="0">
                  <a:pos x="6" y="108"/>
                </a:cxn>
                <a:cxn ang="0">
                  <a:pos x="7" y="108"/>
                </a:cxn>
                <a:cxn ang="0">
                  <a:pos x="8" y="106"/>
                </a:cxn>
                <a:cxn ang="0">
                  <a:pos x="8" y="106"/>
                </a:cxn>
                <a:cxn ang="0">
                  <a:pos x="22" y="77"/>
                </a:cxn>
                <a:cxn ang="0">
                  <a:pos x="22" y="77"/>
                </a:cxn>
                <a:cxn ang="0">
                  <a:pos x="25" y="70"/>
                </a:cxn>
                <a:cxn ang="0">
                  <a:pos x="28" y="62"/>
                </a:cxn>
                <a:cxn ang="0">
                  <a:pos x="31" y="53"/>
                </a:cxn>
                <a:cxn ang="0">
                  <a:pos x="34" y="46"/>
                </a:cxn>
                <a:cxn ang="0">
                  <a:pos x="34" y="46"/>
                </a:cxn>
                <a:cxn ang="0">
                  <a:pos x="45" y="26"/>
                </a:cxn>
                <a:cxn ang="0">
                  <a:pos x="49" y="15"/>
                </a:cxn>
                <a:cxn ang="0">
                  <a:pos x="51" y="10"/>
                </a:cxn>
                <a:cxn ang="0">
                  <a:pos x="52" y="4"/>
                </a:cxn>
                <a:cxn ang="0">
                  <a:pos x="52" y="4"/>
                </a:cxn>
                <a:cxn ang="0">
                  <a:pos x="52" y="2"/>
                </a:cxn>
                <a:cxn ang="0">
                  <a:pos x="51" y="1"/>
                </a:cxn>
                <a:cxn ang="0">
                  <a:pos x="49" y="0"/>
                </a:cxn>
                <a:cxn ang="0">
                  <a:pos x="47" y="0"/>
                </a:cxn>
                <a:cxn ang="0">
                  <a:pos x="44" y="1"/>
                </a:cxn>
                <a:cxn ang="0">
                  <a:pos x="43" y="2"/>
                </a:cxn>
                <a:cxn ang="0">
                  <a:pos x="42" y="4"/>
                </a:cxn>
                <a:cxn ang="0">
                  <a:pos x="42" y="4"/>
                </a:cxn>
              </a:cxnLst>
              <a:rect l="0" t="0" r="r" b="b"/>
              <a:pathLst>
                <a:path w="52" h="108">
                  <a:moveTo>
                    <a:pt x="42" y="4"/>
                  </a:moveTo>
                  <a:lnTo>
                    <a:pt x="42" y="4"/>
                  </a:lnTo>
                  <a:lnTo>
                    <a:pt x="41" y="10"/>
                  </a:lnTo>
                  <a:lnTo>
                    <a:pt x="40" y="15"/>
                  </a:lnTo>
                  <a:lnTo>
                    <a:pt x="35" y="26"/>
                  </a:lnTo>
                  <a:lnTo>
                    <a:pt x="24" y="44"/>
                  </a:lnTo>
                  <a:lnTo>
                    <a:pt x="24" y="44"/>
                  </a:lnTo>
                  <a:lnTo>
                    <a:pt x="22" y="49"/>
                  </a:lnTo>
                  <a:lnTo>
                    <a:pt x="20" y="56"/>
                  </a:lnTo>
                  <a:lnTo>
                    <a:pt x="16" y="67"/>
                  </a:lnTo>
                  <a:lnTo>
                    <a:pt x="16" y="67"/>
                  </a:lnTo>
                  <a:lnTo>
                    <a:pt x="9" y="84"/>
                  </a:lnTo>
                  <a:lnTo>
                    <a:pt x="0" y="101"/>
                  </a:lnTo>
                  <a:lnTo>
                    <a:pt x="0" y="101"/>
                  </a:lnTo>
                  <a:lnTo>
                    <a:pt x="0" y="103"/>
                  </a:lnTo>
                  <a:lnTo>
                    <a:pt x="0" y="105"/>
                  </a:lnTo>
                  <a:lnTo>
                    <a:pt x="1" y="107"/>
                  </a:lnTo>
                  <a:lnTo>
                    <a:pt x="2" y="108"/>
                  </a:lnTo>
                  <a:lnTo>
                    <a:pt x="4" y="108"/>
                  </a:lnTo>
                  <a:lnTo>
                    <a:pt x="6" y="108"/>
                  </a:lnTo>
                  <a:lnTo>
                    <a:pt x="7" y="108"/>
                  </a:lnTo>
                  <a:lnTo>
                    <a:pt x="8" y="106"/>
                  </a:lnTo>
                  <a:lnTo>
                    <a:pt x="8" y="106"/>
                  </a:lnTo>
                  <a:lnTo>
                    <a:pt x="22" y="77"/>
                  </a:lnTo>
                  <a:lnTo>
                    <a:pt x="22" y="77"/>
                  </a:lnTo>
                  <a:lnTo>
                    <a:pt x="25" y="70"/>
                  </a:lnTo>
                  <a:lnTo>
                    <a:pt x="28" y="62"/>
                  </a:lnTo>
                  <a:lnTo>
                    <a:pt x="31" y="53"/>
                  </a:lnTo>
                  <a:lnTo>
                    <a:pt x="34" y="46"/>
                  </a:lnTo>
                  <a:lnTo>
                    <a:pt x="34" y="46"/>
                  </a:lnTo>
                  <a:lnTo>
                    <a:pt x="45" y="26"/>
                  </a:lnTo>
                  <a:lnTo>
                    <a:pt x="49" y="15"/>
                  </a:lnTo>
                  <a:lnTo>
                    <a:pt x="51" y="10"/>
                  </a:lnTo>
                  <a:lnTo>
                    <a:pt x="52" y="4"/>
                  </a:lnTo>
                  <a:lnTo>
                    <a:pt x="52" y="4"/>
                  </a:lnTo>
                  <a:lnTo>
                    <a:pt x="52" y="2"/>
                  </a:lnTo>
                  <a:lnTo>
                    <a:pt x="51" y="1"/>
                  </a:lnTo>
                  <a:lnTo>
                    <a:pt x="49" y="0"/>
                  </a:lnTo>
                  <a:lnTo>
                    <a:pt x="47" y="0"/>
                  </a:lnTo>
                  <a:lnTo>
                    <a:pt x="44" y="1"/>
                  </a:lnTo>
                  <a:lnTo>
                    <a:pt x="43" y="2"/>
                  </a:lnTo>
                  <a:lnTo>
                    <a:pt x="42" y="4"/>
                  </a:lnTo>
                  <a:lnTo>
                    <a:pt x="4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 name="Freeform 360"/>
            <p:cNvSpPr/>
            <p:nvPr/>
          </p:nvSpPr>
          <p:spPr bwMode="auto">
            <a:xfrm>
              <a:off x="4438650" y="3730625"/>
              <a:ext cx="23813" cy="55563"/>
            </a:xfrm>
            <a:custGeom>
              <a:avLst/>
              <a:gdLst/>
              <a:ahLst/>
              <a:cxnLst>
                <a:cxn ang="0">
                  <a:pos x="37" y="5"/>
                </a:cxn>
                <a:cxn ang="0">
                  <a:pos x="37" y="5"/>
                </a:cxn>
                <a:cxn ang="0">
                  <a:pos x="35" y="17"/>
                </a:cxn>
                <a:cxn ang="0">
                  <a:pos x="32" y="29"/>
                </a:cxn>
                <a:cxn ang="0">
                  <a:pos x="27" y="41"/>
                </a:cxn>
                <a:cxn ang="0">
                  <a:pos x="21" y="53"/>
                </a:cxn>
                <a:cxn ang="0">
                  <a:pos x="8" y="75"/>
                </a:cxn>
                <a:cxn ang="0">
                  <a:pos x="3" y="87"/>
                </a:cxn>
                <a:cxn ang="0">
                  <a:pos x="0" y="99"/>
                </a:cxn>
                <a:cxn ang="0">
                  <a:pos x="0" y="99"/>
                </a:cxn>
                <a:cxn ang="0">
                  <a:pos x="0" y="100"/>
                </a:cxn>
                <a:cxn ang="0">
                  <a:pos x="0" y="102"/>
                </a:cxn>
                <a:cxn ang="0">
                  <a:pos x="2" y="103"/>
                </a:cxn>
                <a:cxn ang="0">
                  <a:pos x="3" y="104"/>
                </a:cxn>
                <a:cxn ang="0">
                  <a:pos x="5" y="104"/>
                </a:cxn>
                <a:cxn ang="0">
                  <a:pos x="6" y="104"/>
                </a:cxn>
                <a:cxn ang="0">
                  <a:pos x="8" y="103"/>
                </a:cxn>
                <a:cxn ang="0">
                  <a:pos x="9" y="101"/>
                </a:cxn>
                <a:cxn ang="0">
                  <a:pos x="9" y="101"/>
                </a:cxn>
                <a:cxn ang="0">
                  <a:pos x="12" y="89"/>
                </a:cxn>
                <a:cxn ang="0">
                  <a:pos x="17" y="76"/>
                </a:cxn>
                <a:cxn ang="0">
                  <a:pos x="30" y="54"/>
                </a:cxn>
                <a:cxn ang="0">
                  <a:pos x="36" y="42"/>
                </a:cxn>
                <a:cxn ang="0">
                  <a:pos x="41" y="30"/>
                </a:cxn>
                <a:cxn ang="0">
                  <a:pos x="45" y="17"/>
                </a:cxn>
                <a:cxn ang="0">
                  <a:pos x="46" y="5"/>
                </a:cxn>
                <a:cxn ang="0">
                  <a:pos x="46" y="5"/>
                </a:cxn>
                <a:cxn ang="0">
                  <a:pos x="46" y="3"/>
                </a:cxn>
                <a:cxn ang="0">
                  <a:pos x="45" y="2"/>
                </a:cxn>
                <a:cxn ang="0">
                  <a:pos x="44" y="1"/>
                </a:cxn>
                <a:cxn ang="0">
                  <a:pos x="42" y="0"/>
                </a:cxn>
                <a:cxn ang="0">
                  <a:pos x="40" y="1"/>
                </a:cxn>
                <a:cxn ang="0">
                  <a:pos x="39" y="2"/>
                </a:cxn>
                <a:cxn ang="0">
                  <a:pos x="38" y="3"/>
                </a:cxn>
                <a:cxn ang="0">
                  <a:pos x="37" y="5"/>
                </a:cxn>
                <a:cxn ang="0">
                  <a:pos x="37" y="5"/>
                </a:cxn>
              </a:cxnLst>
              <a:rect l="0" t="0" r="r" b="b"/>
              <a:pathLst>
                <a:path w="46" h="104">
                  <a:moveTo>
                    <a:pt x="37" y="5"/>
                  </a:moveTo>
                  <a:lnTo>
                    <a:pt x="37" y="5"/>
                  </a:lnTo>
                  <a:lnTo>
                    <a:pt x="35" y="17"/>
                  </a:lnTo>
                  <a:lnTo>
                    <a:pt x="32" y="29"/>
                  </a:lnTo>
                  <a:lnTo>
                    <a:pt x="27" y="41"/>
                  </a:lnTo>
                  <a:lnTo>
                    <a:pt x="21" y="53"/>
                  </a:lnTo>
                  <a:lnTo>
                    <a:pt x="8" y="75"/>
                  </a:lnTo>
                  <a:lnTo>
                    <a:pt x="3" y="87"/>
                  </a:lnTo>
                  <a:lnTo>
                    <a:pt x="0" y="99"/>
                  </a:lnTo>
                  <a:lnTo>
                    <a:pt x="0" y="99"/>
                  </a:lnTo>
                  <a:lnTo>
                    <a:pt x="0" y="100"/>
                  </a:lnTo>
                  <a:lnTo>
                    <a:pt x="0" y="102"/>
                  </a:lnTo>
                  <a:lnTo>
                    <a:pt x="2" y="103"/>
                  </a:lnTo>
                  <a:lnTo>
                    <a:pt x="3" y="104"/>
                  </a:lnTo>
                  <a:lnTo>
                    <a:pt x="5" y="104"/>
                  </a:lnTo>
                  <a:lnTo>
                    <a:pt x="6" y="104"/>
                  </a:lnTo>
                  <a:lnTo>
                    <a:pt x="8" y="103"/>
                  </a:lnTo>
                  <a:lnTo>
                    <a:pt x="9" y="101"/>
                  </a:lnTo>
                  <a:lnTo>
                    <a:pt x="9" y="101"/>
                  </a:lnTo>
                  <a:lnTo>
                    <a:pt x="12" y="89"/>
                  </a:lnTo>
                  <a:lnTo>
                    <a:pt x="17" y="76"/>
                  </a:lnTo>
                  <a:lnTo>
                    <a:pt x="30" y="54"/>
                  </a:lnTo>
                  <a:lnTo>
                    <a:pt x="36" y="42"/>
                  </a:lnTo>
                  <a:lnTo>
                    <a:pt x="41" y="30"/>
                  </a:lnTo>
                  <a:lnTo>
                    <a:pt x="45" y="17"/>
                  </a:lnTo>
                  <a:lnTo>
                    <a:pt x="46" y="5"/>
                  </a:lnTo>
                  <a:lnTo>
                    <a:pt x="46" y="5"/>
                  </a:lnTo>
                  <a:lnTo>
                    <a:pt x="46" y="3"/>
                  </a:lnTo>
                  <a:lnTo>
                    <a:pt x="45" y="2"/>
                  </a:lnTo>
                  <a:lnTo>
                    <a:pt x="44" y="1"/>
                  </a:lnTo>
                  <a:lnTo>
                    <a:pt x="42" y="0"/>
                  </a:lnTo>
                  <a:lnTo>
                    <a:pt x="40" y="1"/>
                  </a:lnTo>
                  <a:lnTo>
                    <a:pt x="39" y="2"/>
                  </a:lnTo>
                  <a:lnTo>
                    <a:pt x="38" y="3"/>
                  </a:lnTo>
                  <a:lnTo>
                    <a:pt x="37" y="5"/>
                  </a:lnTo>
                  <a:lnTo>
                    <a:pt x="37"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 name="Freeform 361"/>
            <p:cNvSpPr/>
            <p:nvPr/>
          </p:nvSpPr>
          <p:spPr bwMode="auto">
            <a:xfrm>
              <a:off x="4478338" y="3732213"/>
              <a:ext cx="25400" cy="52388"/>
            </a:xfrm>
            <a:custGeom>
              <a:avLst/>
              <a:gdLst/>
              <a:ahLst/>
              <a:cxnLst>
                <a:cxn ang="0">
                  <a:pos x="39" y="3"/>
                </a:cxn>
                <a:cxn ang="0">
                  <a:pos x="39" y="3"/>
                </a:cxn>
                <a:cxn ang="0">
                  <a:pos x="34" y="14"/>
                </a:cxn>
                <a:cxn ang="0">
                  <a:pos x="29" y="26"/>
                </a:cxn>
                <a:cxn ang="0">
                  <a:pos x="18" y="47"/>
                </a:cxn>
                <a:cxn ang="0">
                  <a:pos x="13" y="58"/>
                </a:cxn>
                <a:cxn ang="0">
                  <a:pos x="8" y="69"/>
                </a:cxn>
                <a:cxn ang="0">
                  <a:pos x="3" y="80"/>
                </a:cxn>
                <a:cxn ang="0">
                  <a:pos x="0" y="93"/>
                </a:cxn>
                <a:cxn ang="0">
                  <a:pos x="0" y="93"/>
                </a:cxn>
                <a:cxn ang="0">
                  <a:pos x="0" y="95"/>
                </a:cxn>
                <a:cxn ang="0">
                  <a:pos x="1" y="97"/>
                </a:cxn>
                <a:cxn ang="0">
                  <a:pos x="4" y="98"/>
                </a:cxn>
                <a:cxn ang="0">
                  <a:pos x="6" y="99"/>
                </a:cxn>
                <a:cxn ang="0">
                  <a:pos x="8" y="98"/>
                </a:cxn>
                <a:cxn ang="0">
                  <a:pos x="9" y="97"/>
                </a:cxn>
                <a:cxn ang="0">
                  <a:pos x="10" y="95"/>
                </a:cxn>
                <a:cxn ang="0">
                  <a:pos x="10" y="95"/>
                </a:cxn>
                <a:cxn ang="0">
                  <a:pos x="13" y="84"/>
                </a:cxn>
                <a:cxn ang="0">
                  <a:pos x="17" y="72"/>
                </a:cxn>
                <a:cxn ang="0">
                  <a:pos x="22" y="61"/>
                </a:cxn>
                <a:cxn ang="0">
                  <a:pos x="27" y="49"/>
                </a:cxn>
                <a:cxn ang="0">
                  <a:pos x="39" y="28"/>
                </a:cxn>
                <a:cxn ang="0">
                  <a:pos x="44" y="16"/>
                </a:cxn>
                <a:cxn ang="0">
                  <a:pos x="48" y="5"/>
                </a:cxn>
                <a:cxn ang="0">
                  <a:pos x="48" y="5"/>
                </a:cxn>
                <a:cxn ang="0">
                  <a:pos x="48" y="3"/>
                </a:cxn>
                <a:cxn ang="0">
                  <a:pos x="47" y="2"/>
                </a:cxn>
                <a:cxn ang="0">
                  <a:pos x="46" y="0"/>
                </a:cxn>
                <a:cxn ang="0">
                  <a:pos x="45" y="0"/>
                </a:cxn>
                <a:cxn ang="0">
                  <a:pos x="43" y="0"/>
                </a:cxn>
                <a:cxn ang="0">
                  <a:pos x="41" y="0"/>
                </a:cxn>
                <a:cxn ang="0">
                  <a:pos x="40" y="1"/>
                </a:cxn>
                <a:cxn ang="0">
                  <a:pos x="39" y="3"/>
                </a:cxn>
                <a:cxn ang="0">
                  <a:pos x="39" y="3"/>
                </a:cxn>
              </a:cxnLst>
              <a:rect l="0" t="0" r="r" b="b"/>
              <a:pathLst>
                <a:path w="48" h="99">
                  <a:moveTo>
                    <a:pt x="39" y="3"/>
                  </a:moveTo>
                  <a:lnTo>
                    <a:pt x="39" y="3"/>
                  </a:lnTo>
                  <a:lnTo>
                    <a:pt x="34" y="14"/>
                  </a:lnTo>
                  <a:lnTo>
                    <a:pt x="29" y="26"/>
                  </a:lnTo>
                  <a:lnTo>
                    <a:pt x="18" y="47"/>
                  </a:lnTo>
                  <a:lnTo>
                    <a:pt x="13" y="58"/>
                  </a:lnTo>
                  <a:lnTo>
                    <a:pt x="8" y="69"/>
                  </a:lnTo>
                  <a:lnTo>
                    <a:pt x="3" y="80"/>
                  </a:lnTo>
                  <a:lnTo>
                    <a:pt x="0" y="93"/>
                  </a:lnTo>
                  <a:lnTo>
                    <a:pt x="0" y="93"/>
                  </a:lnTo>
                  <a:lnTo>
                    <a:pt x="0" y="95"/>
                  </a:lnTo>
                  <a:lnTo>
                    <a:pt x="1" y="97"/>
                  </a:lnTo>
                  <a:lnTo>
                    <a:pt x="4" y="98"/>
                  </a:lnTo>
                  <a:lnTo>
                    <a:pt x="6" y="99"/>
                  </a:lnTo>
                  <a:lnTo>
                    <a:pt x="8" y="98"/>
                  </a:lnTo>
                  <a:lnTo>
                    <a:pt x="9" y="97"/>
                  </a:lnTo>
                  <a:lnTo>
                    <a:pt x="10" y="95"/>
                  </a:lnTo>
                  <a:lnTo>
                    <a:pt x="10" y="95"/>
                  </a:lnTo>
                  <a:lnTo>
                    <a:pt x="13" y="84"/>
                  </a:lnTo>
                  <a:lnTo>
                    <a:pt x="17" y="72"/>
                  </a:lnTo>
                  <a:lnTo>
                    <a:pt x="22" y="61"/>
                  </a:lnTo>
                  <a:lnTo>
                    <a:pt x="27" y="49"/>
                  </a:lnTo>
                  <a:lnTo>
                    <a:pt x="39" y="28"/>
                  </a:lnTo>
                  <a:lnTo>
                    <a:pt x="44" y="16"/>
                  </a:lnTo>
                  <a:lnTo>
                    <a:pt x="48" y="5"/>
                  </a:lnTo>
                  <a:lnTo>
                    <a:pt x="48" y="5"/>
                  </a:lnTo>
                  <a:lnTo>
                    <a:pt x="48" y="3"/>
                  </a:lnTo>
                  <a:lnTo>
                    <a:pt x="47" y="2"/>
                  </a:lnTo>
                  <a:lnTo>
                    <a:pt x="46" y="0"/>
                  </a:lnTo>
                  <a:lnTo>
                    <a:pt x="45" y="0"/>
                  </a:lnTo>
                  <a:lnTo>
                    <a:pt x="43" y="0"/>
                  </a:lnTo>
                  <a:lnTo>
                    <a:pt x="41" y="0"/>
                  </a:lnTo>
                  <a:lnTo>
                    <a:pt x="40" y="1"/>
                  </a:lnTo>
                  <a:lnTo>
                    <a:pt x="39" y="3"/>
                  </a:lnTo>
                  <a:lnTo>
                    <a:pt x="3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 name="Freeform 362"/>
            <p:cNvSpPr/>
            <p:nvPr/>
          </p:nvSpPr>
          <p:spPr bwMode="auto">
            <a:xfrm>
              <a:off x="4508500" y="3738563"/>
              <a:ext cx="19050" cy="55563"/>
            </a:xfrm>
            <a:custGeom>
              <a:avLst/>
              <a:gdLst/>
              <a:ahLst/>
              <a:cxnLst>
                <a:cxn ang="0">
                  <a:pos x="29" y="5"/>
                </a:cxn>
                <a:cxn ang="0">
                  <a:pos x="29" y="5"/>
                </a:cxn>
                <a:cxn ang="0">
                  <a:pos x="27" y="17"/>
                </a:cxn>
                <a:cxn ang="0">
                  <a:pos x="24" y="29"/>
                </a:cxn>
                <a:cxn ang="0">
                  <a:pos x="15" y="51"/>
                </a:cxn>
                <a:cxn ang="0">
                  <a:pos x="15" y="51"/>
                </a:cxn>
                <a:cxn ang="0">
                  <a:pos x="14" y="56"/>
                </a:cxn>
                <a:cxn ang="0">
                  <a:pos x="13" y="61"/>
                </a:cxn>
                <a:cxn ang="0">
                  <a:pos x="12" y="73"/>
                </a:cxn>
                <a:cxn ang="0">
                  <a:pos x="12" y="73"/>
                </a:cxn>
                <a:cxn ang="0">
                  <a:pos x="9" y="79"/>
                </a:cxn>
                <a:cxn ang="0">
                  <a:pos x="7" y="85"/>
                </a:cxn>
                <a:cxn ang="0">
                  <a:pos x="1" y="97"/>
                </a:cxn>
                <a:cxn ang="0">
                  <a:pos x="1" y="97"/>
                </a:cxn>
                <a:cxn ang="0">
                  <a:pos x="0" y="99"/>
                </a:cxn>
                <a:cxn ang="0">
                  <a:pos x="0" y="102"/>
                </a:cxn>
                <a:cxn ang="0">
                  <a:pos x="1" y="103"/>
                </a:cxn>
                <a:cxn ang="0">
                  <a:pos x="2" y="104"/>
                </a:cxn>
                <a:cxn ang="0">
                  <a:pos x="4" y="105"/>
                </a:cxn>
                <a:cxn ang="0">
                  <a:pos x="6" y="105"/>
                </a:cxn>
                <a:cxn ang="0">
                  <a:pos x="7" y="104"/>
                </a:cxn>
                <a:cxn ang="0">
                  <a:pos x="9" y="103"/>
                </a:cxn>
                <a:cxn ang="0">
                  <a:pos x="9" y="103"/>
                </a:cxn>
                <a:cxn ang="0">
                  <a:pos x="15" y="92"/>
                </a:cxn>
                <a:cxn ang="0">
                  <a:pos x="19" y="81"/>
                </a:cxn>
                <a:cxn ang="0">
                  <a:pos x="22" y="70"/>
                </a:cxn>
                <a:cxn ang="0">
                  <a:pos x="24" y="57"/>
                </a:cxn>
                <a:cxn ang="0">
                  <a:pos x="24" y="57"/>
                </a:cxn>
                <a:cxn ang="0">
                  <a:pos x="25" y="51"/>
                </a:cxn>
                <a:cxn ang="0">
                  <a:pos x="27" y="45"/>
                </a:cxn>
                <a:cxn ang="0">
                  <a:pos x="31" y="31"/>
                </a:cxn>
                <a:cxn ang="0">
                  <a:pos x="35" y="19"/>
                </a:cxn>
                <a:cxn ang="0">
                  <a:pos x="37" y="12"/>
                </a:cxn>
                <a:cxn ang="0">
                  <a:pos x="38" y="5"/>
                </a:cxn>
                <a:cxn ang="0">
                  <a:pos x="38" y="5"/>
                </a:cxn>
                <a:cxn ang="0">
                  <a:pos x="37" y="3"/>
                </a:cxn>
                <a:cxn ang="0">
                  <a:pos x="37" y="1"/>
                </a:cxn>
                <a:cxn ang="0">
                  <a:pos x="35" y="1"/>
                </a:cxn>
                <a:cxn ang="0">
                  <a:pos x="33" y="0"/>
                </a:cxn>
                <a:cxn ang="0">
                  <a:pos x="32" y="1"/>
                </a:cxn>
                <a:cxn ang="0">
                  <a:pos x="30" y="1"/>
                </a:cxn>
                <a:cxn ang="0">
                  <a:pos x="29" y="3"/>
                </a:cxn>
                <a:cxn ang="0">
                  <a:pos x="29" y="5"/>
                </a:cxn>
                <a:cxn ang="0">
                  <a:pos x="29" y="5"/>
                </a:cxn>
              </a:cxnLst>
              <a:rect l="0" t="0" r="r" b="b"/>
              <a:pathLst>
                <a:path w="38" h="105">
                  <a:moveTo>
                    <a:pt x="29" y="5"/>
                  </a:moveTo>
                  <a:lnTo>
                    <a:pt x="29" y="5"/>
                  </a:lnTo>
                  <a:lnTo>
                    <a:pt x="27" y="17"/>
                  </a:lnTo>
                  <a:lnTo>
                    <a:pt x="24" y="29"/>
                  </a:lnTo>
                  <a:lnTo>
                    <a:pt x="15" y="51"/>
                  </a:lnTo>
                  <a:lnTo>
                    <a:pt x="15" y="51"/>
                  </a:lnTo>
                  <a:lnTo>
                    <a:pt x="14" y="56"/>
                  </a:lnTo>
                  <a:lnTo>
                    <a:pt x="13" y="61"/>
                  </a:lnTo>
                  <a:lnTo>
                    <a:pt x="12" y="73"/>
                  </a:lnTo>
                  <a:lnTo>
                    <a:pt x="12" y="73"/>
                  </a:lnTo>
                  <a:lnTo>
                    <a:pt x="9" y="79"/>
                  </a:lnTo>
                  <a:lnTo>
                    <a:pt x="7" y="85"/>
                  </a:lnTo>
                  <a:lnTo>
                    <a:pt x="1" y="97"/>
                  </a:lnTo>
                  <a:lnTo>
                    <a:pt x="1" y="97"/>
                  </a:lnTo>
                  <a:lnTo>
                    <a:pt x="0" y="99"/>
                  </a:lnTo>
                  <a:lnTo>
                    <a:pt x="0" y="102"/>
                  </a:lnTo>
                  <a:lnTo>
                    <a:pt x="1" y="103"/>
                  </a:lnTo>
                  <a:lnTo>
                    <a:pt x="2" y="104"/>
                  </a:lnTo>
                  <a:lnTo>
                    <a:pt x="4" y="105"/>
                  </a:lnTo>
                  <a:lnTo>
                    <a:pt x="6" y="105"/>
                  </a:lnTo>
                  <a:lnTo>
                    <a:pt x="7" y="104"/>
                  </a:lnTo>
                  <a:lnTo>
                    <a:pt x="9" y="103"/>
                  </a:lnTo>
                  <a:lnTo>
                    <a:pt x="9" y="103"/>
                  </a:lnTo>
                  <a:lnTo>
                    <a:pt x="15" y="92"/>
                  </a:lnTo>
                  <a:lnTo>
                    <a:pt x="19" y="81"/>
                  </a:lnTo>
                  <a:lnTo>
                    <a:pt x="22" y="70"/>
                  </a:lnTo>
                  <a:lnTo>
                    <a:pt x="24" y="57"/>
                  </a:lnTo>
                  <a:lnTo>
                    <a:pt x="24" y="57"/>
                  </a:lnTo>
                  <a:lnTo>
                    <a:pt x="25" y="51"/>
                  </a:lnTo>
                  <a:lnTo>
                    <a:pt x="27" y="45"/>
                  </a:lnTo>
                  <a:lnTo>
                    <a:pt x="31" y="31"/>
                  </a:lnTo>
                  <a:lnTo>
                    <a:pt x="35" y="19"/>
                  </a:lnTo>
                  <a:lnTo>
                    <a:pt x="37" y="12"/>
                  </a:lnTo>
                  <a:lnTo>
                    <a:pt x="38" y="5"/>
                  </a:lnTo>
                  <a:lnTo>
                    <a:pt x="38" y="5"/>
                  </a:lnTo>
                  <a:lnTo>
                    <a:pt x="37" y="3"/>
                  </a:lnTo>
                  <a:lnTo>
                    <a:pt x="37" y="1"/>
                  </a:lnTo>
                  <a:lnTo>
                    <a:pt x="35" y="1"/>
                  </a:lnTo>
                  <a:lnTo>
                    <a:pt x="33" y="0"/>
                  </a:lnTo>
                  <a:lnTo>
                    <a:pt x="32" y="1"/>
                  </a:lnTo>
                  <a:lnTo>
                    <a:pt x="30" y="1"/>
                  </a:lnTo>
                  <a:lnTo>
                    <a:pt x="29" y="3"/>
                  </a:lnTo>
                  <a:lnTo>
                    <a:pt x="29" y="5"/>
                  </a:lnTo>
                  <a:lnTo>
                    <a:pt x="2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3" name="Freeform 363"/>
            <p:cNvSpPr/>
            <p:nvPr/>
          </p:nvSpPr>
          <p:spPr bwMode="auto">
            <a:xfrm>
              <a:off x="4545013" y="3736975"/>
              <a:ext cx="15875" cy="49213"/>
            </a:xfrm>
            <a:custGeom>
              <a:avLst/>
              <a:gdLst/>
              <a:ahLst/>
              <a:cxnLst>
                <a:cxn ang="0">
                  <a:pos x="19" y="4"/>
                </a:cxn>
                <a:cxn ang="0">
                  <a:pos x="19" y="4"/>
                </a:cxn>
                <a:cxn ang="0">
                  <a:pos x="19" y="16"/>
                </a:cxn>
                <a:cxn ang="0">
                  <a:pos x="17" y="26"/>
                </a:cxn>
                <a:cxn ang="0">
                  <a:pos x="13" y="47"/>
                </a:cxn>
                <a:cxn ang="0">
                  <a:pos x="8" y="68"/>
                </a:cxn>
                <a:cxn ang="0">
                  <a:pos x="0" y="89"/>
                </a:cxn>
                <a:cxn ang="0">
                  <a:pos x="0" y="89"/>
                </a:cxn>
                <a:cxn ang="0">
                  <a:pos x="0" y="90"/>
                </a:cxn>
                <a:cxn ang="0">
                  <a:pos x="0" y="92"/>
                </a:cxn>
                <a:cxn ang="0">
                  <a:pos x="2" y="93"/>
                </a:cxn>
                <a:cxn ang="0">
                  <a:pos x="4" y="94"/>
                </a:cxn>
                <a:cxn ang="0">
                  <a:pos x="6" y="94"/>
                </a:cxn>
                <a:cxn ang="0">
                  <a:pos x="7" y="94"/>
                </a:cxn>
                <a:cxn ang="0">
                  <a:pos x="9" y="93"/>
                </a:cxn>
                <a:cxn ang="0">
                  <a:pos x="10" y="91"/>
                </a:cxn>
                <a:cxn ang="0">
                  <a:pos x="10" y="91"/>
                </a:cxn>
                <a:cxn ang="0">
                  <a:pos x="17" y="69"/>
                </a:cxn>
                <a:cxn ang="0">
                  <a:pos x="22" y="49"/>
                </a:cxn>
                <a:cxn ang="0">
                  <a:pos x="27" y="27"/>
                </a:cxn>
                <a:cxn ang="0">
                  <a:pos x="28" y="16"/>
                </a:cxn>
                <a:cxn ang="0">
                  <a:pos x="28" y="4"/>
                </a:cxn>
                <a:cxn ang="0">
                  <a:pos x="28"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8" h="94">
                  <a:moveTo>
                    <a:pt x="19" y="4"/>
                  </a:moveTo>
                  <a:lnTo>
                    <a:pt x="19" y="4"/>
                  </a:lnTo>
                  <a:lnTo>
                    <a:pt x="19" y="16"/>
                  </a:lnTo>
                  <a:lnTo>
                    <a:pt x="17" y="26"/>
                  </a:lnTo>
                  <a:lnTo>
                    <a:pt x="13" y="47"/>
                  </a:lnTo>
                  <a:lnTo>
                    <a:pt x="8" y="68"/>
                  </a:lnTo>
                  <a:lnTo>
                    <a:pt x="0" y="89"/>
                  </a:lnTo>
                  <a:lnTo>
                    <a:pt x="0" y="89"/>
                  </a:lnTo>
                  <a:lnTo>
                    <a:pt x="0" y="90"/>
                  </a:lnTo>
                  <a:lnTo>
                    <a:pt x="0" y="92"/>
                  </a:lnTo>
                  <a:lnTo>
                    <a:pt x="2" y="93"/>
                  </a:lnTo>
                  <a:lnTo>
                    <a:pt x="4" y="94"/>
                  </a:lnTo>
                  <a:lnTo>
                    <a:pt x="6" y="94"/>
                  </a:lnTo>
                  <a:lnTo>
                    <a:pt x="7" y="94"/>
                  </a:lnTo>
                  <a:lnTo>
                    <a:pt x="9" y="93"/>
                  </a:lnTo>
                  <a:lnTo>
                    <a:pt x="10" y="91"/>
                  </a:lnTo>
                  <a:lnTo>
                    <a:pt x="10" y="91"/>
                  </a:lnTo>
                  <a:lnTo>
                    <a:pt x="17" y="69"/>
                  </a:lnTo>
                  <a:lnTo>
                    <a:pt x="22" y="49"/>
                  </a:lnTo>
                  <a:lnTo>
                    <a:pt x="27" y="27"/>
                  </a:lnTo>
                  <a:lnTo>
                    <a:pt x="28" y="16"/>
                  </a:lnTo>
                  <a:lnTo>
                    <a:pt x="28" y="4"/>
                  </a:lnTo>
                  <a:lnTo>
                    <a:pt x="28" y="4"/>
                  </a:lnTo>
                  <a:lnTo>
                    <a:pt x="28" y="2"/>
                  </a:lnTo>
                  <a:lnTo>
                    <a:pt x="27" y="1"/>
                  </a:lnTo>
                  <a:lnTo>
                    <a:pt x="26" y="0"/>
                  </a:lnTo>
                  <a:lnTo>
                    <a:pt x="24" y="0"/>
                  </a:lnTo>
                  <a:lnTo>
                    <a:pt x="22" y="0"/>
                  </a:lnTo>
                  <a:lnTo>
                    <a:pt x="21" y="1"/>
                  </a:lnTo>
                  <a:lnTo>
                    <a:pt x="20" y="2"/>
                  </a:lnTo>
                  <a:lnTo>
                    <a:pt x="19" y="4"/>
                  </a:lnTo>
                  <a:lnTo>
                    <a:pt x="1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 name="Freeform 364"/>
            <p:cNvSpPr/>
            <p:nvPr/>
          </p:nvSpPr>
          <p:spPr bwMode="auto">
            <a:xfrm>
              <a:off x="4605338" y="3643313"/>
              <a:ext cx="47625" cy="82550"/>
            </a:xfrm>
            <a:custGeom>
              <a:avLst/>
              <a:gdLst/>
              <a:ahLst/>
              <a:cxnLst>
                <a:cxn ang="0">
                  <a:pos x="81" y="3"/>
                </a:cxn>
                <a:cxn ang="0">
                  <a:pos x="79" y="12"/>
                </a:cxn>
                <a:cxn ang="0">
                  <a:pos x="74" y="16"/>
                </a:cxn>
                <a:cxn ang="0">
                  <a:pos x="63" y="24"/>
                </a:cxn>
                <a:cxn ang="0">
                  <a:pos x="61" y="27"/>
                </a:cxn>
                <a:cxn ang="0">
                  <a:pos x="56" y="41"/>
                </a:cxn>
                <a:cxn ang="0">
                  <a:pos x="50" y="50"/>
                </a:cxn>
                <a:cxn ang="0">
                  <a:pos x="37" y="68"/>
                </a:cxn>
                <a:cxn ang="0">
                  <a:pos x="31" y="77"/>
                </a:cxn>
                <a:cxn ang="0">
                  <a:pos x="12" y="109"/>
                </a:cxn>
                <a:cxn ang="0">
                  <a:pos x="4" y="127"/>
                </a:cxn>
                <a:cxn ang="0">
                  <a:pos x="1" y="144"/>
                </a:cxn>
                <a:cxn ang="0">
                  <a:pos x="0" y="146"/>
                </a:cxn>
                <a:cxn ang="0">
                  <a:pos x="0" y="149"/>
                </a:cxn>
                <a:cxn ang="0">
                  <a:pos x="2" y="154"/>
                </a:cxn>
                <a:cxn ang="0">
                  <a:pos x="5" y="155"/>
                </a:cxn>
                <a:cxn ang="0">
                  <a:pos x="8" y="154"/>
                </a:cxn>
                <a:cxn ang="0">
                  <a:pos x="9" y="149"/>
                </a:cxn>
                <a:cxn ang="0">
                  <a:pos x="10" y="143"/>
                </a:cxn>
                <a:cxn ang="0">
                  <a:pos x="15" y="125"/>
                </a:cxn>
                <a:cxn ang="0">
                  <a:pos x="26" y="101"/>
                </a:cxn>
                <a:cxn ang="0">
                  <a:pos x="41" y="78"/>
                </a:cxn>
                <a:cxn ang="0">
                  <a:pos x="56" y="57"/>
                </a:cxn>
                <a:cxn ang="0">
                  <a:pos x="65" y="42"/>
                </a:cxn>
                <a:cxn ang="0">
                  <a:pos x="75" y="27"/>
                </a:cxn>
                <a:cxn ang="0">
                  <a:pos x="81" y="23"/>
                </a:cxn>
                <a:cxn ang="0">
                  <a:pos x="88" y="12"/>
                </a:cxn>
                <a:cxn ang="0">
                  <a:pos x="90" y="5"/>
                </a:cxn>
                <a:cxn ang="0">
                  <a:pos x="89" y="2"/>
                </a:cxn>
                <a:cxn ang="0">
                  <a:pos x="85" y="0"/>
                </a:cxn>
                <a:cxn ang="0">
                  <a:pos x="82" y="1"/>
                </a:cxn>
                <a:cxn ang="0">
                  <a:pos x="81" y="3"/>
                </a:cxn>
              </a:cxnLst>
              <a:rect l="0" t="0" r="r" b="b"/>
              <a:pathLst>
                <a:path w="90" h="155">
                  <a:moveTo>
                    <a:pt x="81" y="3"/>
                  </a:moveTo>
                  <a:lnTo>
                    <a:pt x="81" y="3"/>
                  </a:lnTo>
                  <a:lnTo>
                    <a:pt x="80" y="8"/>
                  </a:lnTo>
                  <a:lnTo>
                    <a:pt x="79" y="12"/>
                  </a:lnTo>
                  <a:lnTo>
                    <a:pt x="76" y="14"/>
                  </a:lnTo>
                  <a:lnTo>
                    <a:pt x="74" y="16"/>
                  </a:lnTo>
                  <a:lnTo>
                    <a:pt x="69" y="19"/>
                  </a:lnTo>
                  <a:lnTo>
                    <a:pt x="63" y="24"/>
                  </a:lnTo>
                  <a:lnTo>
                    <a:pt x="63" y="24"/>
                  </a:lnTo>
                  <a:lnTo>
                    <a:pt x="61" y="27"/>
                  </a:lnTo>
                  <a:lnTo>
                    <a:pt x="59" y="33"/>
                  </a:lnTo>
                  <a:lnTo>
                    <a:pt x="56" y="41"/>
                  </a:lnTo>
                  <a:lnTo>
                    <a:pt x="56" y="41"/>
                  </a:lnTo>
                  <a:lnTo>
                    <a:pt x="50" y="50"/>
                  </a:lnTo>
                  <a:lnTo>
                    <a:pt x="43" y="58"/>
                  </a:lnTo>
                  <a:lnTo>
                    <a:pt x="37" y="68"/>
                  </a:lnTo>
                  <a:lnTo>
                    <a:pt x="31" y="77"/>
                  </a:lnTo>
                  <a:lnTo>
                    <a:pt x="31" y="77"/>
                  </a:lnTo>
                  <a:lnTo>
                    <a:pt x="22" y="92"/>
                  </a:lnTo>
                  <a:lnTo>
                    <a:pt x="12" y="109"/>
                  </a:lnTo>
                  <a:lnTo>
                    <a:pt x="8" y="117"/>
                  </a:lnTo>
                  <a:lnTo>
                    <a:pt x="4" y="127"/>
                  </a:lnTo>
                  <a:lnTo>
                    <a:pt x="2" y="135"/>
                  </a:lnTo>
                  <a:lnTo>
                    <a:pt x="1" y="144"/>
                  </a:lnTo>
                  <a:lnTo>
                    <a:pt x="1" y="144"/>
                  </a:lnTo>
                  <a:lnTo>
                    <a:pt x="0" y="146"/>
                  </a:lnTo>
                  <a:lnTo>
                    <a:pt x="0" y="149"/>
                  </a:lnTo>
                  <a:lnTo>
                    <a:pt x="0" y="149"/>
                  </a:lnTo>
                  <a:lnTo>
                    <a:pt x="0" y="151"/>
                  </a:lnTo>
                  <a:lnTo>
                    <a:pt x="2" y="154"/>
                  </a:lnTo>
                  <a:lnTo>
                    <a:pt x="3" y="155"/>
                  </a:lnTo>
                  <a:lnTo>
                    <a:pt x="5" y="155"/>
                  </a:lnTo>
                  <a:lnTo>
                    <a:pt x="6" y="155"/>
                  </a:lnTo>
                  <a:lnTo>
                    <a:pt x="8" y="154"/>
                  </a:lnTo>
                  <a:lnTo>
                    <a:pt x="9" y="151"/>
                  </a:lnTo>
                  <a:lnTo>
                    <a:pt x="9" y="149"/>
                  </a:lnTo>
                  <a:lnTo>
                    <a:pt x="9" y="149"/>
                  </a:lnTo>
                  <a:lnTo>
                    <a:pt x="10" y="143"/>
                  </a:lnTo>
                  <a:lnTo>
                    <a:pt x="10" y="137"/>
                  </a:lnTo>
                  <a:lnTo>
                    <a:pt x="15" y="125"/>
                  </a:lnTo>
                  <a:lnTo>
                    <a:pt x="20" y="112"/>
                  </a:lnTo>
                  <a:lnTo>
                    <a:pt x="26" y="101"/>
                  </a:lnTo>
                  <a:lnTo>
                    <a:pt x="34" y="89"/>
                  </a:lnTo>
                  <a:lnTo>
                    <a:pt x="41" y="78"/>
                  </a:lnTo>
                  <a:lnTo>
                    <a:pt x="56" y="57"/>
                  </a:lnTo>
                  <a:lnTo>
                    <a:pt x="56" y="57"/>
                  </a:lnTo>
                  <a:lnTo>
                    <a:pt x="61" y="49"/>
                  </a:lnTo>
                  <a:lnTo>
                    <a:pt x="65" y="42"/>
                  </a:lnTo>
                  <a:lnTo>
                    <a:pt x="69" y="34"/>
                  </a:lnTo>
                  <a:lnTo>
                    <a:pt x="75" y="27"/>
                  </a:lnTo>
                  <a:lnTo>
                    <a:pt x="75" y="27"/>
                  </a:lnTo>
                  <a:lnTo>
                    <a:pt x="81" y="23"/>
                  </a:lnTo>
                  <a:lnTo>
                    <a:pt x="85" y="18"/>
                  </a:lnTo>
                  <a:lnTo>
                    <a:pt x="88" y="12"/>
                  </a:lnTo>
                  <a:lnTo>
                    <a:pt x="90" y="5"/>
                  </a:lnTo>
                  <a:lnTo>
                    <a:pt x="90" y="5"/>
                  </a:lnTo>
                  <a:lnTo>
                    <a:pt x="90" y="3"/>
                  </a:lnTo>
                  <a:lnTo>
                    <a:pt x="89" y="2"/>
                  </a:lnTo>
                  <a:lnTo>
                    <a:pt x="87" y="0"/>
                  </a:lnTo>
                  <a:lnTo>
                    <a:pt x="85" y="0"/>
                  </a:lnTo>
                  <a:lnTo>
                    <a:pt x="83" y="0"/>
                  </a:lnTo>
                  <a:lnTo>
                    <a:pt x="82" y="1"/>
                  </a:lnTo>
                  <a:lnTo>
                    <a:pt x="81" y="3"/>
                  </a:lnTo>
                  <a:lnTo>
                    <a:pt x="8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 name="Freeform 365"/>
            <p:cNvSpPr/>
            <p:nvPr/>
          </p:nvSpPr>
          <p:spPr bwMode="auto">
            <a:xfrm>
              <a:off x="4610100" y="3646488"/>
              <a:ext cx="71438" cy="104775"/>
            </a:xfrm>
            <a:custGeom>
              <a:avLst/>
              <a:gdLst/>
              <a:ahLst/>
              <a:cxnLst>
                <a:cxn ang="0">
                  <a:pos x="126" y="1"/>
                </a:cxn>
                <a:cxn ang="0">
                  <a:pos x="126" y="1"/>
                </a:cxn>
                <a:cxn ang="0">
                  <a:pos x="115" y="9"/>
                </a:cxn>
                <a:cxn ang="0">
                  <a:pos x="105" y="17"/>
                </a:cxn>
                <a:cxn ang="0">
                  <a:pos x="96" y="27"/>
                </a:cxn>
                <a:cxn ang="0">
                  <a:pos x="87" y="37"/>
                </a:cxn>
                <a:cxn ang="0">
                  <a:pos x="80" y="47"/>
                </a:cxn>
                <a:cxn ang="0">
                  <a:pos x="73" y="59"/>
                </a:cxn>
                <a:cxn ang="0">
                  <a:pos x="59" y="82"/>
                </a:cxn>
                <a:cxn ang="0">
                  <a:pos x="59" y="82"/>
                </a:cxn>
                <a:cxn ang="0">
                  <a:pos x="44" y="109"/>
                </a:cxn>
                <a:cxn ang="0">
                  <a:pos x="28" y="136"/>
                </a:cxn>
                <a:cxn ang="0">
                  <a:pos x="13" y="164"/>
                </a:cxn>
                <a:cxn ang="0">
                  <a:pos x="7" y="178"/>
                </a:cxn>
                <a:cxn ang="0">
                  <a:pos x="0" y="193"/>
                </a:cxn>
                <a:cxn ang="0">
                  <a:pos x="0" y="193"/>
                </a:cxn>
                <a:cxn ang="0">
                  <a:pos x="0" y="195"/>
                </a:cxn>
                <a:cxn ang="0">
                  <a:pos x="1" y="197"/>
                </a:cxn>
                <a:cxn ang="0">
                  <a:pos x="2" y="198"/>
                </a:cxn>
                <a:cxn ang="0">
                  <a:pos x="3" y="199"/>
                </a:cxn>
                <a:cxn ang="0">
                  <a:pos x="6" y="199"/>
                </a:cxn>
                <a:cxn ang="0">
                  <a:pos x="8" y="198"/>
                </a:cxn>
                <a:cxn ang="0">
                  <a:pos x="9" y="197"/>
                </a:cxn>
                <a:cxn ang="0">
                  <a:pos x="10" y="196"/>
                </a:cxn>
                <a:cxn ang="0">
                  <a:pos x="10" y="196"/>
                </a:cxn>
                <a:cxn ang="0">
                  <a:pos x="15" y="183"/>
                </a:cxn>
                <a:cxn ang="0">
                  <a:pos x="21" y="170"/>
                </a:cxn>
                <a:cxn ang="0">
                  <a:pos x="33" y="147"/>
                </a:cxn>
                <a:cxn ang="0">
                  <a:pos x="47" y="124"/>
                </a:cxn>
                <a:cxn ang="0">
                  <a:pos x="60" y="100"/>
                </a:cxn>
                <a:cxn ang="0">
                  <a:pos x="60" y="100"/>
                </a:cxn>
                <a:cxn ang="0">
                  <a:pos x="74" y="74"/>
                </a:cxn>
                <a:cxn ang="0">
                  <a:pos x="82" y="62"/>
                </a:cxn>
                <a:cxn ang="0">
                  <a:pos x="89" y="49"/>
                </a:cxn>
                <a:cxn ang="0">
                  <a:pos x="98" y="38"/>
                </a:cxn>
                <a:cxn ang="0">
                  <a:pos x="108" y="28"/>
                </a:cxn>
                <a:cxn ang="0">
                  <a:pos x="119" y="17"/>
                </a:cxn>
                <a:cxn ang="0">
                  <a:pos x="130" y="9"/>
                </a:cxn>
                <a:cxn ang="0">
                  <a:pos x="130" y="9"/>
                </a:cxn>
                <a:cxn ang="0">
                  <a:pos x="133" y="7"/>
                </a:cxn>
                <a:cxn ang="0">
                  <a:pos x="134" y="6"/>
                </a:cxn>
                <a:cxn ang="0">
                  <a:pos x="133" y="4"/>
                </a:cxn>
                <a:cxn ang="0">
                  <a:pos x="133" y="2"/>
                </a:cxn>
                <a:cxn ang="0">
                  <a:pos x="132" y="1"/>
                </a:cxn>
                <a:cxn ang="0">
                  <a:pos x="129" y="0"/>
                </a:cxn>
                <a:cxn ang="0">
                  <a:pos x="128" y="0"/>
                </a:cxn>
                <a:cxn ang="0">
                  <a:pos x="126" y="1"/>
                </a:cxn>
                <a:cxn ang="0">
                  <a:pos x="126" y="1"/>
                </a:cxn>
              </a:cxnLst>
              <a:rect l="0" t="0" r="r" b="b"/>
              <a:pathLst>
                <a:path w="134" h="199">
                  <a:moveTo>
                    <a:pt x="126" y="1"/>
                  </a:moveTo>
                  <a:lnTo>
                    <a:pt x="126" y="1"/>
                  </a:lnTo>
                  <a:lnTo>
                    <a:pt x="115" y="9"/>
                  </a:lnTo>
                  <a:lnTo>
                    <a:pt x="105" y="17"/>
                  </a:lnTo>
                  <a:lnTo>
                    <a:pt x="96" y="27"/>
                  </a:lnTo>
                  <a:lnTo>
                    <a:pt x="87" y="37"/>
                  </a:lnTo>
                  <a:lnTo>
                    <a:pt x="80" y="47"/>
                  </a:lnTo>
                  <a:lnTo>
                    <a:pt x="73" y="59"/>
                  </a:lnTo>
                  <a:lnTo>
                    <a:pt x="59" y="82"/>
                  </a:lnTo>
                  <a:lnTo>
                    <a:pt x="59" y="82"/>
                  </a:lnTo>
                  <a:lnTo>
                    <a:pt x="44" y="109"/>
                  </a:lnTo>
                  <a:lnTo>
                    <a:pt x="28" y="136"/>
                  </a:lnTo>
                  <a:lnTo>
                    <a:pt x="13" y="164"/>
                  </a:lnTo>
                  <a:lnTo>
                    <a:pt x="7" y="178"/>
                  </a:lnTo>
                  <a:lnTo>
                    <a:pt x="0" y="193"/>
                  </a:lnTo>
                  <a:lnTo>
                    <a:pt x="0" y="193"/>
                  </a:lnTo>
                  <a:lnTo>
                    <a:pt x="0" y="195"/>
                  </a:lnTo>
                  <a:lnTo>
                    <a:pt x="1" y="197"/>
                  </a:lnTo>
                  <a:lnTo>
                    <a:pt x="2" y="198"/>
                  </a:lnTo>
                  <a:lnTo>
                    <a:pt x="3" y="199"/>
                  </a:lnTo>
                  <a:lnTo>
                    <a:pt x="6" y="199"/>
                  </a:lnTo>
                  <a:lnTo>
                    <a:pt x="8" y="198"/>
                  </a:lnTo>
                  <a:lnTo>
                    <a:pt x="9" y="197"/>
                  </a:lnTo>
                  <a:lnTo>
                    <a:pt x="10" y="196"/>
                  </a:lnTo>
                  <a:lnTo>
                    <a:pt x="10" y="196"/>
                  </a:lnTo>
                  <a:lnTo>
                    <a:pt x="15" y="183"/>
                  </a:lnTo>
                  <a:lnTo>
                    <a:pt x="21" y="170"/>
                  </a:lnTo>
                  <a:lnTo>
                    <a:pt x="33" y="147"/>
                  </a:lnTo>
                  <a:lnTo>
                    <a:pt x="47" y="124"/>
                  </a:lnTo>
                  <a:lnTo>
                    <a:pt x="60" y="100"/>
                  </a:lnTo>
                  <a:lnTo>
                    <a:pt x="60" y="100"/>
                  </a:lnTo>
                  <a:lnTo>
                    <a:pt x="74" y="74"/>
                  </a:lnTo>
                  <a:lnTo>
                    <a:pt x="82" y="62"/>
                  </a:lnTo>
                  <a:lnTo>
                    <a:pt x="89" y="49"/>
                  </a:lnTo>
                  <a:lnTo>
                    <a:pt x="98" y="38"/>
                  </a:lnTo>
                  <a:lnTo>
                    <a:pt x="108" y="28"/>
                  </a:lnTo>
                  <a:lnTo>
                    <a:pt x="119" y="17"/>
                  </a:lnTo>
                  <a:lnTo>
                    <a:pt x="130" y="9"/>
                  </a:lnTo>
                  <a:lnTo>
                    <a:pt x="130" y="9"/>
                  </a:lnTo>
                  <a:lnTo>
                    <a:pt x="133" y="7"/>
                  </a:lnTo>
                  <a:lnTo>
                    <a:pt x="134" y="6"/>
                  </a:lnTo>
                  <a:lnTo>
                    <a:pt x="133" y="4"/>
                  </a:lnTo>
                  <a:lnTo>
                    <a:pt x="133" y="2"/>
                  </a:lnTo>
                  <a:lnTo>
                    <a:pt x="132" y="1"/>
                  </a:lnTo>
                  <a:lnTo>
                    <a:pt x="129" y="0"/>
                  </a:lnTo>
                  <a:lnTo>
                    <a:pt x="128" y="0"/>
                  </a:lnTo>
                  <a:lnTo>
                    <a:pt x="126" y="1"/>
                  </a:lnTo>
                  <a:lnTo>
                    <a:pt x="12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 name="Freeform 366"/>
            <p:cNvSpPr/>
            <p:nvPr/>
          </p:nvSpPr>
          <p:spPr bwMode="auto">
            <a:xfrm>
              <a:off x="4624388" y="3638550"/>
              <a:ext cx="84138" cy="130175"/>
            </a:xfrm>
            <a:custGeom>
              <a:avLst/>
              <a:gdLst/>
              <a:ahLst/>
              <a:cxnLst>
                <a:cxn ang="0">
                  <a:pos x="152" y="1"/>
                </a:cxn>
                <a:cxn ang="0">
                  <a:pos x="137" y="15"/>
                </a:cxn>
                <a:cxn ang="0">
                  <a:pos x="123" y="30"/>
                </a:cxn>
                <a:cxn ang="0">
                  <a:pos x="99" y="66"/>
                </a:cxn>
                <a:cxn ang="0">
                  <a:pos x="67" y="121"/>
                </a:cxn>
                <a:cxn ang="0">
                  <a:pos x="56" y="138"/>
                </a:cxn>
                <a:cxn ang="0">
                  <a:pos x="32" y="174"/>
                </a:cxn>
                <a:cxn ang="0">
                  <a:pos x="12" y="211"/>
                </a:cxn>
                <a:cxn ang="0">
                  <a:pos x="1" y="229"/>
                </a:cxn>
                <a:cxn ang="0">
                  <a:pos x="0" y="238"/>
                </a:cxn>
                <a:cxn ang="0">
                  <a:pos x="4" y="246"/>
                </a:cxn>
                <a:cxn ang="0">
                  <a:pos x="6" y="247"/>
                </a:cxn>
                <a:cxn ang="0">
                  <a:pos x="12" y="246"/>
                </a:cxn>
                <a:cxn ang="0">
                  <a:pos x="14" y="242"/>
                </a:cxn>
                <a:cxn ang="0">
                  <a:pos x="16" y="241"/>
                </a:cxn>
                <a:cxn ang="0">
                  <a:pos x="17" y="236"/>
                </a:cxn>
                <a:cxn ang="0">
                  <a:pos x="15" y="234"/>
                </a:cxn>
                <a:cxn ang="0">
                  <a:pos x="12" y="234"/>
                </a:cxn>
                <a:cxn ang="0">
                  <a:pos x="10" y="234"/>
                </a:cxn>
                <a:cxn ang="0">
                  <a:pos x="12" y="229"/>
                </a:cxn>
                <a:cxn ang="0">
                  <a:pos x="22" y="210"/>
                </a:cxn>
                <a:cxn ang="0">
                  <a:pos x="33" y="191"/>
                </a:cxn>
                <a:cxn ang="0">
                  <a:pos x="53" y="160"/>
                </a:cxn>
                <a:cxn ang="0">
                  <a:pos x="73" y="129"/>
                </a:cxn>
                <a:cxn ang="0">
                  <a:pos x="92" y="98"/>
                </a:cxn>
                <a:cxn ang="0">
                  <a:pos x="121" y="50"/>
                </a:cxn>
                <a:cxn ang="0">
                  <a:pos x="144" y="21"/>
                </a:cxn>
                <a:cxn ang="0">
                  <a:pos x="157" y="10"/>
                </a:cxn>
                <a:cxn ang="0">
                  <a:pos x="158" y="9"/>
                </a:cxn>
                <a:cxn ang="0">
                  <a:pos x="158" y="2"/>
                </a:cxn>
                <a:cxn ang="0">
                  <a:pos x="156" y="0"/>
                </a:cxn>
                <a:cxn ang="0">
                  <a:pos x="152" y="1"/>
                </a:cxn>
              </a:cxnLst>
              <a:rect l="0" t="0" r="r" b="b"/>
              <a:pathLst>
                <a:path w="159" h="247">
                  <a:moveTo>
                    <a:pt x="152" y="1"/>
                  </a:moveTo>
                  <a:lnTo>
                    <a:pt x="152" y="1"/>
                  </a:lnTo>
                  <a:lnTo>
                    <a:pt x="145" y="8"/>
                  </a:lnTo>
                  <a:lnTo>
                    <a:pt x="137" y="15"/>
                  </a:lnTo>
                  <a:lnTo>
                    <a:pt x="129" y="23"/>
                  </a:lnTo>
                  <a:lnTo>
                    <a:pt x="123" y="30"/>
                  </a:lnTo>
                  <a:lnTo>
                    <a:pt x="111" y="48"/>
                  </a:lnTo>
                  <a:lnTo>
                    <a:pt x="99" y="66"/>
                  </a:lnTo>
                  <a:lnTo>
                    <a:pt x="79" y="103"/>
                  </a:lnTo>
                  <a:lnTo>
                    <a:pt x="67" y="121"/>
                  </a:lnTo>
                  <a:lnTo>
                    <a:pt x="56" y="138"/>
                  </a:lnTo>
                  <a:lnTo>
                    <a:pt x="56" y="138"/>
                  </a:lnTo>
                  <a:lnTo>
                    <a:pt x="44" y="155"/>
                  </a:lnTo>
                  <a:lnTo>
                    <a:pt x="32" y="174"/>
                  </a:lnTo>
                  <a:lnTo>
                    <a:pt x="12" y="211"/>
                  </a:lnTo>
                  <a:lnTo>
                    <a:pt x="12" y="211"/>
                  </a:lnTo>
                  <a:lnTo>
                    <a:pt x="6" y="219"/>
                  </a:lnTo>
                  <a:lnTo>
                    <a:pt x="1" y="229"/>
                  </a:lnTo>
                  <a:lnTo>
                    <a:pt x="0" y="233"/>
                  </a:lnTo>
                  <a:lnTo>
                    <a:pt x="0" y="238"/>
                  </a:lnTo>
                  <a:lnTo>
                    <a:pt x="1" y="242"/>
                  </a:lnTo>
                  <a:lnTo>
                    <a:pt x="4" y="246"/>
                  </a:lnTo>
                  <a:lnTo>
                    <a:pt x="4" y="246"/>
                  </a:lnTo>
                  <a:lnTo>
                    <a:pt x="6" y="247"/>
                  </a:lnTo>
                  <a:lnTo>
                    <a:pt x="9" y="247"/>
                  </a:lnTo>
                  <a:lnTo>
                    <a:pt x="12" y="246"/>
                  </a:lnTo>
                  <a:lnTo>
                    <a:pt x="13" y="244"/>
                  </a:lnTo>
                  <a:lnTo>
                    <a:pt x="14" y="242"/>
                  </a:lnTo>
                  <a:lnTo>
                    <a:pt x="14" y="242"/>
                  </a:lnTo>
                  <a:lnTo>
                    <a:pt x="16" y="241"/>
                  </a:lnTo>
                  <a:lnTo>
                    <a:pt x="17" y="240"/>
                  </a:lnTo>
                  <a:lnTo>
                    <a:pt x="17" y="236"/>
                  </a:lnTo>
                  <a:lnTo>
                    <a:pt x="16" y="235"/>
                  </a:lnTo>
                  <a:lnTo>
                    <a:pt x="15" y="234"/>
                  </a:lnTo>
                  <a:lnTo>
                    <a:pt x="14" y="233"/>
                  </a:lnTo>
                  <a:lnTo>
                    <a:pt x="12" y="234"/>
                  </a:lnTo>
                  <a:lnTo>
                    <a:pt x="12" y="234"/>
                  </a:lnTo>
                  <a:lnTo>
                    <a:pt x="10" y="234"/>
                  </a:lnTo>
                  <a:lnTo>
                    <a:pt x="10" y="234"/>
                  </a:lnTo>
                  <a:lnTo>
                    <a:pt x="12" y="229"/>
                  </a:lnTo>
                  <a:lnTo>
                    <a:pt x="15" y="222"/>
                  </a:lnTo>
                  <a:lnTo>
                    <a:pt x="22" y="210"/>
                  </a:lnTo>
                  <a:lnTo>
                    <a:pt x="33" y="191"/>
                  </a:lnTo>
                  <a:lnTo>
                    <a:pt x="33" y="191"/>
                  </a:lnTo>
                  <a:lnTo>
                    <a:pt x="43" y="176"/>
                  </a:lnTo>
                  <a:lnTo>
                    <a:pt x="53" y="160"/>
                  </a:lnTo>
                  <a:lnTo>
                    <a:pt x="73" y="129"/>
                  </a:lnTo>
                  <a:lnTo>
                    <a:pt x="73" y="129"/>
                  </a:lnTo>
                  <a:lnTo>
                    <a:pt x="83" y="114"/>
                  </a:lnTo>
                  <a:lnTo>
                    <a:pt x="92" y="98"/>
                  </a:lnTo>
                  <a:lnTo>
                    <a:pt x="111" y="65"/>
                  </a:lnTo>
                  <a:lnTo>
                    <a:pt x="121" y="50"/>
                  </a:lnTo>
                  <a:lnTo>
                    <a:pt x="131" y="34"/>
                  </a:lnTo>
                  <a:lnTo>
                    <a:pt x="144" y="21"/>
                  </a:lnTo>
                  <a:lnTo>
                    <a:pt x="150" y="15"/>
                  </a:lnTo>
                  <a:lnTo>
                    <a:pt x="157" y="10"/>
                  </a:lnTo>
                  <a:lnTo>
                    <a:pt x="157" y="10"/>
                  </a:lnTo>
                  <a:lnTo>
                    <a:pt x="158" y="9"/>
                  </a:lnTo>
                  <a:lnTo>
                    <a:pt x="159" y="6"/>
                  </a:lnTo>
                  <a:lnTo>
                    <a:pt x="158" y="2"/>
                  </a:lnTo>
                  <a:lnTo>
                    <a:pt x="157" y="1"/>
                  </a:lnTo>
                  <a:lnTo>
                    <a:pt x="156" y="0"/>
                  </a:lnTo>
                  <a:lnTo>
                    <a:pt x="154" y="0"/>
                  </a:lnTo>
                  <a:lnTo>
                    <a:pt x="152" y="1"/>
                  </a:lnTo>
                  <a:lnTo>
                    <a:pt x="15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 name="Freeform 367"/>
            <p:cNvSpPr/>
            <p:nvPr/>
          </p:nvSpPr>
          <p:spPr bwMode="auto">
            <a:xfrm>
              <a:off x="4648200" y="3646488"/>
              <a:ext cx="80963" cy="120650"/>
            </a:xfrm>
            <a:custGeom>
              <a:avLst/>
              <a:gdLst/>
              <a:ahLst/>
              <a:cxnLst>
                <a:cxn ang="0">
                  <a:pos x="143" y="2"/>
                </a:cxn>
                <a:cxn ang="0">
                  <a:pos x="143" y="2"/>
                </a:cxn>
                <a:cxn ang="0">
                  <a:pos x="132" y="14"/>
                </a:cxn>
                <a:cxn ang="0">
                  <a:pos x="120" y="28"/>
                </a:cxn>
                <a:cxn ang="0">
                  <a:pos x="110" y="41"/>
                </a:cxn>
                <a:cxn ang="0">
                  <a:pos x="100" y="54"/>
                </a:cxn>
                <a:cxn ang="0">
                  <a:pos x="81" y="83"/>
                </a:cxn>
                <a:cxn ang="0">
                  <a:pos x="63" y="113"/>
                </a:cxn>
                <a:cxn ang="0">
                  <a:pos x="63" y="113"/>
                </a:cxn>
                <a:cxn ang="0">
                  <a:pos x="47" y="141"/>
                </a:cxn>
                <a:cxn ang="0">
                  <a:pos x="32" y="169"/>
                </a:cxn>
                <a:cxn ang="0">
                  <a:pos x="32" y="169"/>
                </a:cxn>
                <a:cxn ang="0">
                  <a:pos x="24" y="182"/>
                </a:cxn>
                <a:cxn ang="0">
                  <a:pos x="15" y="195"/>
                </a:cxn>
                <a:cxn ang="0">
                  <a:pos x="7" y="207"/>
                </a:cxn>
                <a:cxn ang="0">
                  <a:pos x="1" y="221"/>
                </a:cxn>
                <a:cxn ang="0">
                  <a:pos x="1" y="221"/>
                </a:cxn>
                <a:cxn ang="0">
                  <a:pos x="0" y="223"/>
                </a:cxn>
                <a:cxn ang="0">
                  <a:pos x="1" y="225"/>
                </a:cxn>
                <a:cxn ang="0">
                  <a:pos x="2" y="227"/>
                </a:cxn>
                <a:cxn ang="0">
                  <a:pos x="5" y="228"/>
                </a:cxn>
                <a:cxn ang="0">
                  <a:pos x="9" y="228"/>
                </a:cxn>
                <a:cxn ang="0">
                  <a:pos x="9" y="228"/>
                </a:cxn>
                <a:cxn ang="0">
                  <a:pos x="12" y="227"/>
                </a:cxn>
                <a:cxn ang="0">
                  <a:pos x="14" y="224"/>
                </a:cxn>
                <a:cxn ang="0">
                  <a:pos x="13" y="221"/>
                </a:cxn>
                <a:cxn ang="0">
                  <a:pos x="12" y="219"/>
                </a:cxn>
                <a:cxn ang="0">
                  <a:pos x="12" y="219"/>
                </a:cxn>
                <a:cxn ang="0">
                  <a:pos x="17" y="209"/>
                </a:cxn>
                <a:cxn ang="0">
                  <a:pos x="23" y="200"/>
                </a:cxn>
                <a:cxn ang="0">
                  <a:pos x="36" y="180"/>
                </a:cxn>
                <a:cxn ang="0">
                  <a:pos x="36" y="180"/>
                </a:cxn>
                <a:cxn ang="0">
                  <a:pos x="52" y="153"/>
                </a:cxn>
                <a:cxn ang="0">
                  <a:pos x="67" y="125"/>
                </a:cxn>
                <a:cxn ang="0">
                  <a:pos x="67" y="125"/>
                </a:cxn>
                <a:cxn ang="0">
                  <a:pos x="85" y="94"/>
                </a:cxn>
                <a:cxn ang="0">
                  <a:pos x="105" y="64"/>
                </a:cxn>
                <a:cxn ang="0">
                  <a:pos x="115" y="49"/>
                </a:cxn>
                <a:cxn ang="0">
                  <a:pos x="127" y="35"/>
                </a:cxn>
                <a:cxn ang="0">
                  <a:pos x="138" y="21"/>
                </a:cxn>
                <a:cxn ang="0">
                  <a:pos x="150" y="8"/>
                </a:cxn>
                <a:cxn ang="0">
                  <a:pos x="150" y="8"/>
                </a:cxn>
                <a:cxn ang="0">
                  <a:pos x="151" y="6"/>
                </a:cxn>
                <a:cxn ang="0">
                  <a:pos x="151" y="5"/>
                </a:cxn>
                <a:cxn ang="0">
                  <a:pos x="150" y="3"/>
                </a:cxn>
                <a:cxn ang="0">
                  <a:pos x="149" y="2"/>
                </a:cxn>
                <a:cxn ang="0">
                  <a:pos x="148" y="1"/>
                </a:cxn>
                <a:cxn ang="0">
                  <a:pos x="146" y="0"/>
                </a:cxn>
                <a:cxn ang="0">
                  <a:pos x="145" y="0"/>
                </a:cxn>
                <a:cxn ang="0">
                  <a:pos x="143" y="2"/>
                </a:cxn>
                <a:cxn ang="0">
                  <a:pos x="143" y="2"/>
                </a:cxn>
              </a:cxnLst>
              <a:rect l="0" t="0" r="r" b="b"/>
              <a:pathLst>
                <a:path w="151" h="228">
                  <a:moveTo>
                    <a:pt x="143" y="2"/>
                  </a:moveTo>
                  <a:lnTo>
                    <a:pt x="143" y="2"/>
                  </a:lnTo>
                  <a:lnTo>
                    <a:pt x="132" y="14"/>
                  </a:lnTo>
                  <a:lnTo>
                    <a:pt x="120" y="28"/>
                  </a:lnTo>
                  <a:lnTo>
                    <a:pt x="110" y="41"/>
                  </a:lnTo>
                  <a:lnTo>
                    <a:pt x="100" y="54"/>
                  </a:lnTo>
                  <a:lnTo>
                    <a:pt x="81" y="83"/>
                  </a:lnTo>
                  <a:lnTo>
                    <a:pt x="63" y="113"/>
                  </a:lnTo>
                  <a:lnTo>
                    <a:pt x="63" y="113"/>
                  </a:lnTo>
                  <a:lnTo>
                    <a:pt x="47" y="141"/>
                  </a:lnTo>
                  <a:lnTo>
                    <a:pt x="32" y="169"/>
                  </a:lnTo>
                  <a:lnTo>
                    <a:pt x="32" y="169"/>
                  </a:lnTo>
                  <a:lnTo>
                    <a:pt x="24" y="182"/>
                  </a:lnTo>
                  <a:lnTo>
                    <a:pt x="15" y="195"/>
                  </a:lnTo>
                  <a:lnTo>
                    <a:pt x="7" y="207"/>
                  </a:lnTo>
                  <a:lnTo>
                    <a:pt x="1" y="221"/>
                  </a:lnTo>
                  <a:lnTo>
                    <a:pt x="1" y="221"/>
                  </a:lnTo>
                  <a:lnTo>
                    <a:pt x="0" y="223"/>
                  </a:lnTo>
                  <a:lnTo>
                    <a:pt x="1" y="225"/>
                  </a:lnTo>
                  <a:lnTo>
                    <a:pt x="2" y="227"/>
                  </a:lnTo>
                  <a:lnTo>
                    <a:pt x="5" y="228"/>
                  </a:lnTo>
                  <a:lnTo>
                    <a:pt x="9" y="228"/>
                  </a:lnTo>
                  <a:lnTo>
                    <a:pt x="9" y="228"/>
                  </a:lnTo>
                  <a:lnTo>
                    <a:pt x="12" y="227"/>
                  </a:lnTo>
                  <a:lnTo>
                    <a:pt x="14" y="224"/>
                  </a:lnTo>
                  <a:lnTo>
                    <a:pt x="13" y="221"/>
                  </a:lnTo>
                  <a:lnTo>
                    <a:pt x="12" y="219"/>
                  </a:lnTo>
                  <a:lnTo>
                    <a:pt x="12" y="219"/>
                  </a:lnTo>
                  <a:lnTo>
                    <a:pt x="17" y="209"/>
                  </a:lnTo>
                  <a:lnTo>
                    <a:pt x="23" y="200"/>
                  </a:lnTo>
                  <a:lnTo>
                    <a:pt x="36" y="180"/>
                  </a:lnTo>
                  <a:lnTo>
                    <a:pt x="36" y="180"/>
                  </a:lnTo>
                  <a:lnTo>
                    <a:pt x="52" y="153"/>
                  </a:lnTo>
                  <a:lnTo>
                    <a:pt x="67" y="125"/>
                  </a:lnTo>
                  <a:lnTo>
                    <a:pt x="67" y="125"/>
                  </a:lnTo>
                  <a:lnTo>
                    <a:pt x="85" y="94"/>
                  </a:lnTo>
                  <a:lnTo>
                    <a:pt x="105" y="64"/>
                  </a:lnTo>
                  <a:lnTo>
                    <a:pt x="115" y="49"/>
                  </a:lnTo>
                  <a:lnTo>
                    <a:pt x="127" y="35"/>
                  </a:lnTo>
                  <a:lnTo>
                    <a:pt x="138" y="21"/>
                  </a:lnTo>
                  <a:lnTo>
                    <a:pt x="150" y="8"/>
                  </a:lnTo>
                  <a:lnTo>
                    <a:pt x="150" y="8"/>
                  </a:lnTo>
                  <a:lnTo>
                    <a:pt x="151" y="6"/>
                  </a:lnTo>
                  <a:lnTo>
                    <a:pt x="151" y="5"/>
                  </a:lnTo>
                  <a:lnTo>
                    <a:pt x="150" y="3"/>
                  </a:lnTo>
                  <a:lnTo>
                    <a:pt x="149" y="2"/>
                  </a:lnTo>
                  <a:lnTo>
                    <a:pt x="148" y="1"/>
                  </a:lnTo>
                  <a:lnTo>
                    <a:pt x="146" y="0"/>
                  </a:lnTo>
                  <a:lnTo>
                    <a:pt x="145" y="0"/>
                  </a:lnTo>
                  <a:lnTo>
                    <a:pt x="143" y="2"/>
                  </a:lnTo>
                  <a:lnTo>
                    <a:pt x="14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 name="Freeform 368"/>
            <p:cNvSpPr/>
            <p:nvPr/>
          </p:nvSpPr>
          <p:spPr bwMode="auto">
            <a:xfrm>
              <a:off x="4708525" y="3648075"/>
              <a:ext cx="52388" cy="69850"/>
            </a:xfrm>
            <a:custGeom>
              <a:avLst/>
              <a:gdLst/>
              <a:ahLst/>
              <a:cxnLst>
                <a:cxn ang="0">
                  <a:pos x="92" y="1"/>
                </a:cxn>
                <a:cxn ang="0">
                  <a:pos x="92" y="1"/>
                </a:cxn>
                <a:cxn ang="0">
                  <a:pos x="79" y="15"/>
                </a:cxn>
                <a:cxn ang="0">
                  <a:pos x="66" y="30"/>
                </a:cxn>
                <a:cxn ang="0">
                  <a:pos x="54" y="44"/>
                </a:cxn>
                <a:cxn ang="0">
                  <a:pos x="43" y="60"/>
                </a:cxn>
                <a:cxn ang="0">
                  <a:pos x="21" y="92"/>
                </a:cxn>
                <a:cxn ang="0">
                  <a:pos x="1" y="125"/>
                </a:cxn>
                <a:cxn ang="0">
                  <a:pos x="1" y="125"/>
                </a:cxn>
                <a:cxn ang="0">
                  <a:pos x="0" y="127"/>
                </a:cxn>
                <a:cxn ang="0">
                  <a:pos x="1" y="129"/>
                </a:cxn>
                <a:cxn ang="0">
                  <a:pos x="1" y="131"/>
                </a:cxn>
                <a:cxn ang="0">
                  <a:pos x="3" y="132"/>
                </a:cxn>
                <a:cxn ang="0">
                  <a:pos x="4" y="132"/>
                </a:cxn>
                <a:cxn ang="0">
                  <a:pos x="6" y="132"/>
                </a:cxn>
                <a:cxn ang="0">
                  <a:pos x="8" y="132"/>
                </a:cxn>
                <a:cxn ang="0">
                  <a:pos x="10" y="130"/>
                </a:cxn>
                <a:cxn ang="0">
                  <a:pos x="10" y="130"/>
                </a:cxn>
                <a:cxn ang="0">
                  <a:pos x="29" y="97"/>
                </a:cxn>
                <a:cxn ang="0">
                  <a:pos x="50" y="66"/>
                </a:cxn>
                <a:cxn ang="0">
                  <a:pos x="61" y="51"/>
                </a:cxn>
                <a:cxn ang="0">
                  <a:pos x="74" y="36"/>
                </a:cxn>
                <a:cxn ang="0">
                  <a:pos x="86" y="22"/>
                </a:cxn>
                <a:cxn ang="0">
                  <a:pos x="98" y="8"/>
                </a:cxn>
                <a:cxn ang="0">
                  <a:pos x="98" y="8"/>
                </a:cxn>
                <a:cxn ang="0">
                  <a:pos x="99" y="6"/>
                </a:cxn>
                <a:cxn ang="0">
                  <a:pos x="100" y="4"/>
                </a:cxn>
                <a:cxn ang="0">
                  <a:pos x="99" y="3"/>
                </a:cxn>
                <a:cxn ang="0">
                  <a:pos x="98" y="1"/>
                </a:cxn>
                <a:cxn ang="0">
                  <a:pos x="97" y="0"/>
                </a:cxn>
                <a:cxn ang="0">
                  <a:pos x="95" y="0"/>
                </a:cxn>
                <a:cxn ang="0">
                  <a:pos x="93" y="0"/>
                </a:cxn>
                <a:cxn ang="0">
                  <a:pos x="92" y="1"/>
                </a:cxn>
                <a:cxn ang="0">
                  <a:pos x="92" y="1"/>
                </a:cxn>
              </a:cxnLst>
              <a:rect l="0" t="0" r="r" b="b"/>
              <a:pathLst>
                <a:path w="100" h="132">
                  <a:moveTo>
                    <a:pt x="92" y="1"/>
                  </a:moveTo>
                  <a:lnTo>
                    <a:pt x="92" y="1"/>
                  </a:lnTo>
                  <a:lnTo>
                    <a:pt x="79" y="15"/>
                  </a:lnTo>
                  <a:lnTo>
                    <a:pt x="66" y="30"/>
                  </a:lnTo>
                  <a:lnTo>
                    <a:pt x="54" y="44"/>
                  </a:lnTo>
                  <a:lnTo>
                    <a:pt x="43" y="60"/>
                  </a:lnTo>
                  <a:lnTo>
                    <a:pt x="21" y="92"/>
                  </a:lnTo>
                  <a:lnTo>
                    <a:pt x="1" y="125"/>
                  </a:lnTo>
                  <a:lnTo>
                    <a:pt x="1" y="125"/>
                  </a:lnTo>
                  <a:lnTo>
                    <a:pt x="0" y="127"/>
                  </a:lnTo>
                  <a:lnTo>
                    <a:pt x="1" y="129"/>
                  </a:lnTo>
                  <a:lnTo>
                    <a:pt x="1" y="131"/>
                  </a:lnTo>
                  <a:lnTo>
                    <a:pt x="3" y="132"/>
                  </a:lnTo>
                  <a:lnTo>
                    <a:pt x="4" y="132"/>
                  </a:lnTo>
                  <a:lnTo>
                    <a:pt x="6" y="132"/>
                  </a:lnTo>
                  <a:lnTo>
                    <a:pt x="8" y="132"/>
                  </a:lnTo>
                  <a:lnTo>
                    <a:pt x="10" y="130"/>
                  </a:lnTo>
                  <a:lnTo>
                    <a:pt x="10" y="130"/>
                  </a:lnTo>
                  <a:lnTo>
                    <a:pt x="29" y="97"/>
                  </a:lnTo>
                  <a:lnTo>
                    <a:pt x="50" y="66"/>
                  </a:lnTo>
                  <a:lnTo>
                    <a:pt x="61" y="51"/>
                  </a:lnTo>
                  <a:lnTo>
                    <a:pt x="74" y="36"/>
                  </a:lnTo>
                  <a:lnTo>
                    <a:pt x="86" y="22"/>
                  </a:lnTo>
                  <a:lnTo>
                    <a:pt x="98" y="8"/>
                  </a:lnTo>
                  <a:lnTo>
                    <a:pt x="98" y="8"/>
                  </a:lnTo>
                  <a:lnTo>
                    <a:pt x="99" y="6"/>
                  </a:lnTo>
                  <a:lnTo>
                    <a:pt x="100" y="4"/>
                  </a:lnTo>
                  <a:lnTo>
                    <a:pt x="99" y="3"/>
                  </a:lnTo>
                  <a:lnTo>
                    <a:pt x="98" y="1"/>
                  </a:lnTo>
                  <a:lnTo>
                    <a:pt x="97" y="0"/>
                  </a:lnTo>
                  <a:lnTo>
                    <a:pt x="95" y="0"/>
                  </a:lnTo>
                  <a:lnTo>
                    <a:pt x="93" y="0"/>
                  </a:lnTo>
                  <a:lnTo>
                    <a:pt x="92" y="1"/>
                  </a:lnTo>
                  <a:lnTo>
                    <a:pt x="9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9" name="Freeform 369"/>
            <p:cNvSpPr/>
            <p:nvPr/>
          </p:nvSpPr>
          <p:spPr bwMode="auto">
            <a:xfrm>
              <a:off x="4749800" y="3648075"/>
              <a:ext cx="39688" cy="52388"/>
            </a:xfrm>
            <a:custGeom>
              <a:avLst/>
              <a:gdLst/>
              <a:ahLst/>
              <a:cxnLst>
                <a:cxn ang="0">
                  <a:pos x="66" y="4"/>
                </a:cxn>
                <a:cxn ang="0">
                  <a:pos x="66" y="4"/>
                </a:cxn>
                <a:cxn ang="0">
                  <a:pos x="65" y="10"/>
                </a:cxn>
                <a:cxn ang="0">
                  <a:pos x="62" y="14"/>
                </a:cxn>
                <a:cxn ang="0">
                  <a:pos x="59" y="20"/>
                </a:cxn>
                <a:cxn ang="0">
                  <a:pos x="54" y="24"/>
                </a:cxn>
                <a:cxn ang="0">
                  <a:pos x="45" y="32"/>
                </a:cxn>
                <a:cxn ang="0">
                  <a:pos x="41" y="36"/>
                </a:cxn>
                <a:cxn ang="0">
                  <a:pos x="38" y="40"/>
                </a:cxn>
                <a:cxn ang="0">
                  <a:pos x="38" y="40"/>
                </a:cxn>
                <a:cxn ang="0">
                  <a:pos x="29" y="54"/>
                </a:cxn>
                <a:cxn ang="0">
                  <a:pos x="18" y="66"/>
                </a:cxn>
                <a:cxn ang="0">
                  <a:pos x="9" y="78"/>
                </a:cxn>
                <a:cxn ang="0">
                  <a:pos x="0" y="92"/>
                </a:cxn>
                <a:cxn ang="0">
                  <a:pos x="0" y="92"/>
                </a:cxn>
                <a:cxn ang="0">
                  <a:pos x="0" y="94"/>
                </a:cxn>
                <a:cxn ang="0">
                  <a:pos x="0" y="96"/>
                </a:cxn>
                <a:cxn ang="0">
                  <a:pos x="1" y="97"/>
                </a:cxn>
                <a:cxn ang="0">
                  <a:pos x="2" y="99"/>
                </a:cxn>
                <a:cxn ang="0">
                  <a:pos x="4" y="99"/>
                </a:cxn>
                <a:cxn ang="0">
                  <a:pos x="5" y="99"/>
                </a:cxn>
                <a:cxn ang="0">
                  <a:pos x="7" y="98"/>
                </a:cxn>
                <a:cxn ang="0">
                  <a:pos x="8" y="97"/>
                </a:cxn>
                <a:cxn ang="0">
                  <a:pos x="8" y="97"/>
                </a:cxn>
                <a:cxn ang="0">
                  <a:pos x="17" y="82"/>
                </a:cxn>
                <a:cxn ang="0">
                  <a:pos x="28" y="66"/>
                </a:cxn>
                <a:cxn ang="0">
                  <a:pos x="40" y="52"/>
                </a:cxn>
                <a:cxn ang="0">
                  <a:pos x="52" y="38"/>
                </a:cxn>
                <a:cxn ang="0">
                  <a:pos x="52" y="38"/>
                </a:cxn>
                <a:cxn ang="0">
                  <a:pos x="60" y="31"/>
                </a:cxn>
                <a:cxn ang="0">
                  <a:pos x="67" y="23"/>
                </a:cxn>
                <a:cxn ang="0">
                  <a:pos x="70" y="18"/>
                </a:cxn>
                <a:cxn ang="0">
                  <a:pos x="72" y="14"/>
                </a:cxn>
                <a:cxn ang="0">
                  <a:pos x="74" y="10"/>
                </a:cxn>
                <a:cxn ang="0">
                  <a:pos x="75" y="4"/>
                </a:cxn>
                <a:cxn ang="0">
                  <a:pos x="75" y="4"/>
                </a:cxn>
                <a:cxn ang="0">
                  <a:pos x="75" y="3"/>
                </a:cxn>
                <a:cxn ang="0">
                  <a:pos x="74" y="1"/>
                </a:cxn>
                <a:cxn ang="0">
                  <a:pos x="73" y="0"/>
                </a:cxn>
                <a:cxn ang="0">
                  <a:pos x="71" y="0"/>
                </a:cxn>
                <a:cxn ang="0">
                  <a:pos x="68" y="1"/>
                </a:cxn>
                <a:cxn ang="0">
                  <a:pos x="67" y="3"/>
                </a:cxn>
                <a:cxn ang="0">
                  <a:pos x="66" y="4"/>
                </a:cxn>
                <a:cxn ang="0">
                  <a:pos x="66" y="4"/>
                </a:cxn>
              </a:cxnLst>
              <a:rect l="0" t="0" r="r" b="b"/>
              <a:pathLst>
                <a:path w="75" h="99">
                  <a:moveTo>
                    <a:pt x="66" y="4"/>
                  </a:moveTo>
                  <a:lnTo>
                    <a:pt x="66" y="4"/>
                  </a:lnTo>
                  <a:lnTo>
                    <a:pt x="65" y="10"/>
                  </a:lnTo>
                  <a:lnTo>
                    <a:pt x="62" y="14"/>
                  </a:lnTo>
                  <a:lnTo>
                    <a:pt x="59" y="20"/>
                  </a:lnTo>
                  <a:lnTo>
                    <a:pt x="54" y="24"/>
                  </a:lnTo>
                  <a:lnTo>
                    <a:pt x="45" y="32"/>
                  </a:lnTo>
                  <a:lnTo>
                    <a:pt x="41" y="36"/>
                  </a:lnTo>
                  <a:lnTo>
                    <a:pt x="38" y="40"/>
                  </a:lnTo>
                  <a:lnTo>
                    <a:pt x="38" y="40"/>
                  </a:lnTo>
                  <a:lnTo>
                    <a:pt x="29" y="54"/>
                  </a:lnTo>
                  <a:lnTo>
                    <a:pt x="18" y="66"/>
                  </a:lnTo>
                  <a:lnTo>
                    <a:pt x="9" y="78"/>
                  </a:lnTo>
                  <a:lnTo>
                    <a:pt x="0" y="92"/>
                  </a:lnTo>
                  <a:lnTo>
                    <a:pt x="0" y="92"/>
                  </a:lnTo>
                  <a:lnTo>
                    <a:pt x="0" y="94"/>
                  </a:lnTo>
                  <a:lnTo>
                    <a:pt x="0" y="96"/>
                  </a:lnTo>
                  <a:lnTo>
                    <a:pt x="1" y="97"/>
                  </a:lnTo>
                  <a:lnTo>
                    <a:pt x="2" y="99"/>
                  </a:lnTo>
                  <a:lnTo>
                    <a:pt x="4" y="99"/>
                  </a:lnTo>
                  <a:lnTo>
                    <a:pt x="5" y="99"/>
                  </a:lnTo>
                  <a:lnTo>
                    <a:pt x="7" y="98"/>
                  </a:lnTo>
                  <a:lnTo>
                    <a:pt x="8" y="97"/>
                  </a:lnTo>
                  <a:lnTo>
                    <a:pt x="8" y="97"/>
                  </a:lnTo>
                  <a:lnTo>
                    <a:pt x="17" y="82"/>
                  </a:lnTo>
                  <a:lnTo>
                    <a:pt x="28" y="66"/>
                  </a:lnTo>
                  <a:lnTo>
                    <a:pt x="40" y="52"/>
                  </a:lnTo>
                  <a:lnTo>
                    <a:pt x="52" y="38"/>
                  </a:lnTo>
                  <a:lnTo>
                    <a:pt x="52" y="38"/>
                  </a:lnTo>
                  <a:lnTo>
                    <a:pt x="60" y="31"/>
                  </a:lnTo>
                  <a:lnTo>
                    <a:pt x="67" y="23"/>
                  </a:lnTo>
                  <a:lnTo>
                    <a:pt x="70" y="18"/>
                  </a:lnTo>
                  <a:lnTo>
                    <a:pt x="72" y="14"/>
                  </a:lnTo>
                  <a:lnTo>
                    <a:pt x="74" y="10"/>
                  </a:lnTo>
                  <a:lnTo>
                    <a:pt x="75" y="4"/>
                  </a:lnTo>
                  <a:lnTo>
                    <a:pt x="75" y="4"/>
                  </a:lnTo>
                  <a:lnTo>
                    <a:pt x="75" y="3"/>
                  </a:lnTo>
                  <a:lnTo>
                    <a:pt x="74" y="1"/>
                  </a:lnTo>
                  <a:lnTo>
                    <a:pt x="73" y="0"/>
                  </a:lnTo>
                  <a:lnTo>
                    <a:pt x="71" y="0"/>
                  </a:lnTo>
                  <a:lnTo>
                    <a:pt x="68" y="1"/>
                  </a:lnTo>
                  <a:lnTo>
                    <a:pt x="67" y="3"/>
                  </a:lnTo>
                  <a:lnTo>
                    <a:pt x="66" y="4"/>
                  </a:lnTo>
                  <a:lnTo>
                    <a:pt x="66"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0" name="Freeform 370"/>
            <p:cNvSpPr/>
            <p:nvPr/>
          </p:nvSpPr>
          <p:spPr bwMode="auto">
            <a:xfrm>
              <a:off x="4384675" y="3116263"/>
              <a:ext cx="22225" cy="38100"/>
            </a:xfrm>
            <a:custGeom>
              <a:avLst/>
              <a:gdLst/>
              <a:ahLst/>
              <a:cxnLst>
                <a:cxn ang="0">
                  <a:pos x="38" y="0"/>
                </a:cxn>
                <a:cxn ang="0">
                  <a:pos x="33" y="0"/>
                </a:cxn>
                <a:cxn ang="0">
                  <a:pos x="33" y="0"/>
                </a:cxn>
                <a:cxn ang="0">
                  <a:pos x="31" y="0"/>
                </a:cxn>
                <a:cxn ang="0">
                  <a:pos x="29" y="2"/>
                </a:cxn>
                <a:cxn ang="0">
                  <a:pos x="29" y="2"/>
                </a:cxn>
                <a:cxn ang="0">
                  <a:pos x="19" y="18"/>
                </a:cxn>
                <a:cxn ang="0">
                  <a:pos x="10" y="35"/>
                </a:cxn>
                <a:cxn ang="0">
                  <a:pos x="10" y="35"/>
                </a:cxn>
                <a:cxn ang="0">
                  <a:pos x="6" y="42"/>
                </a:cxn>
                <a:cxn ang="0">
                  <a:pos x="2" y="50"/>
                </a:cxn>
                <a:cxn ang="0">
                  <a:pos x="0" y="59"/>
                </a:cxn>
                <a:cxn ang="0">
                  <a:pos x="0" y="63"/>
                </a:cxn>
                <a:cxn ang="0">
                  <a:pos x="0" y="67"/>
                </a:cxn>
                <a:cxn ang="0">
                  <a:pos x="0" y="67"/>
                </a:cxn>
                <a:cxn ang="0">
                  <a:pos x="1" y="69"/>
                </a:cxn>
                <a:cxn ang="0">
                  <a:pos x="3" y="70"/>
                </a:cxn>
                <a:cxn ang="0">
                  <a:pos x="4" y="70"/>
                </a:cxn>
                <a:cxn ang="0">
                  <a:pos x="6" y="70"/>
                </a:cxn>
                <a:cxn ang="0">
                  <a:pos x="8" y="69"/>
                </a:cxn>
                <a:cxn ang="0">
                  <a:pos x="9" y="68"/>
                </a:cxn>
                <a:cxn ang="0">
                  <a:pos x="9" y="67"/>
                </a:cxn>
                <a:cxn ang="0">
                  <a:pos x="9" y="65"/>
                </a:cxn>
                <a:cxn ang="0">
                  <a:pos x="9" y="65"/>
                </a:cxn>
                <a:cxn ang="0">
                  <a:pos x="9" y="61"/>
                </a:cxn>
                <a:cxn ang="0">
                  <a:pos x="9" y="57"/>
                </a:cxn>
                <a:cxn ang="0">
                  <a:pos x="13" y="48"/>
                </a:cxn>
                <a:cxn ang="0">
                  <a:pos x="22" y="33"/>
                </a:cxn>
                <a:cxn ang="0">
                  <a:pos x="22" y="33"/>
                </a:cxn>
                <a:cxn ang="0">
                  <a:pos x="33" y="15"/>
                </a:cxn>
                <a:cxn ang="0">
                  <a:pos x="33" y="15"/>
                </a:cxn>
                <a:cxn ang="0">
                  <a:pos x="36" y="9"/>
                </a:cxn>
                <a:cxn ang="0">
                  <a:pos x="36" y="9"/>
                </a:cxn>
                <a:cxn ang="0">
                  <a:pos x="38" y="9"/>
                </a:cxn>
                <a:cxn ang="0">
                  <a:pos x="38" y="9"/>
                </a:cxn>
                <a:cxn ang="0">
                  <a:pos x="40" y="9"/>
                </a:cxn>
                <a:cxn ang="0">
                  <a:pos x="41" y="8"/>
                </a:cxn>
                <a:cxn ang="0">
                  <a:pos x="42" y="6"/>
                </a:cxn>
                <a:cxn ang="0">
                  <a:pos x="42" y="4"/>
                </a:cxn>
                <a:cxn ang="0">
                  <a:pos x="42" y="3"/>
                </a:cxn>
                <a:cxn ang="0">
                  <a:pos x="41" y="1"/>
                </a:cxn>
                <a:cxn ang="0">
                  <a:pos x="40" y="0"/>
                </a:cxn>
                <a:cxn ang="0">
                  <a:pos x="38" y="0"/>
                </a:cxn>
                <a:cxn ang="0">
                  <a:pos x="38" y="0"/>
                </a:cxn>
              </a:cxnLst>
              <a:rect l="0" t="0" r="r" b="b"/>
              <a:pathLst>
                <a:path w="42" h="70">
                  <a:moveTo>
                    <a:pt x="38" y="0"/>
                  </a:moveTo>
                  <a:lnTo>
                    <a:pt x="33" y="0"/>
                  </a:lnTo>
                  <a:lnTo>
                    <a:pt x="33" y="0"/>
                  </a:lnTo>
                  <a:lnTo>
                    <a:pt x="31" y="0"/>
                  </a:lnTo>
                  <a:lnTo>
                    <a:pt x="29" y="2"/>
                  </a:lnTo>
                  <a:lnTo>
                    <a:pt x="29" y="2"/>
                  </a:lnTo>
                  <a:lnTo>
                    <a:pt x="19" y="18"/>
                  </a:lnTo>
                  <a:lnTo>
                    <a:pt x="10" y="35"/>
                  </a:lnTo>
                  <a:lnTo>
                    <a:pt x="10" y="35"/>
                  </a:lnTo>
                  <a:lnTo>
                    <a:pt x="6" y="42"/>
                  </a:lnTo>
                  <a:lnTo>
                    <a:pt x="2" y="50"/>
                  </a:lnTo>
                  <a:lnTo>
                    <a:pt x="0" y="59"/>
                  </a:lnTo>
                  <a:lnTo>
                    <a:pt x="0" y="63"/>
                  </a:lnTo>
                  <a:lnTo>
                    <a:pt x="0" y="67"/>
                  </a:lnTo>
                  <a:lnTo>
                    <a:pt x="0" y="67"/>
                  </a:lnTo>
                  <a:lnTo>
                    <a:pt x="1" y="69"/>
                  </a:lnTo>
                  <a:lnTo>
                    <a:pt x="3" y="70"/>
                  </a:lnTo>
                  <a:lnTo>
                    <a:pt x="4" y="70"/>
                  </a:lnTo>
                  <a:lnTo>
                    <a:pt x="6" y="70"/>
                  </a:lnTo>
                  <a:lnTo>
                    <a:pt x="8" y="69"/>
                  </a:lnTo>
                  <a:lnTo>
                    <a:pt x="9" y="68"/>
                  </a:lnTo>
                  <a:lnTo>
                    <a:pt x="9" y="67"/>
                  </a:lnTo>
                  <a:lnTo>
                    <a:pt x="9" y="65"/>
                  </a:lnTo>
                  <a:lnTo>
                    <a:pt x="9" y="65"/>
                  </a:lnTo>
                  <a:lnTo>
                    <a:pt x="9" y="61"/>
                  </a:lnTo>
                  <a:lnTo>
                    <a:pt x="9" y="57"/>
                  </a:lnTo>
                  <a:lnTo>
                    <a:pt x="13" y="48"/>
                  </a:lnTo>
                  <a:lnTo>
                    <a:pt x="22" y="33"/>
                  </a:lnTo>
                  <a:lnTo>
                    <a:pt x="22" y="33"/>
                  </a:lnTo>
                  <a:lnTo>
                    <a:pt x="33" y="15"/>
                  </a:lnTo>
                  <a:lnTo>
                    <a:pt x="33" y="15"/>
                  </a:lnTo>
                  <a:lnTo>
                    <a:pt x="36" y="9"/>
                  </a:lnTo>
                  <a:lnTo>
                    <a:pt x="36" y="9"/>
                  </a:lnTo>
                  <a:lnTo>
                    <a:pt x="38" y="9"/>
                  </a:lnTo>
                  <a:lnTo>
                    <a:pt x="38" y="9"/>
                  </a:lnTo>
                  <a:lnTo>
                    <a:pt x="40" y="9"/>
                  </a:lnTo>
                  <a:lnTo>
                    <a:pt x="41" y="8"/>
                  </a:lnTo>
                  <a:lnTo>
                    <a:pt x="42" y="6"/>
                  </a:lnTo>
                  <a:lnTo>
                    <a:pt x="42" y="4"/>
                  </a:lnTo>
                  <a:lnTo>
                    <a:pt x="42" y="3"/>
                  </a:lnTo>
                  <a:lnTo>
                    <a:pt x="41" y="1"/>
                  </a:lnTo>
                  <a:lnTo>
                    <a:pt x="40" y="0"/>
                  </a:lnTo>
                  <a:lnTo>
                    <a:pt x="38" y="0"/>
                  </a:lnTo>
                  <a:lnTo>
                    <a:pt x="38"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1" name="Freeform 371"/>
            <p:cNvSpPr/>
            <p:nvPr/>
          </p:nvSpPr>
          <p:spPr bwMode="auto">
            <a:xfrm>
              <a:off x="4446588" y="3108325"/>
              <a:ext cx="34925" cy="47625"/>
            </a:xfrm>
            <a:custGeom>
              <a:avLst/>
              <a:gdLst/>
              <a:ahLst/>
              <a:cxnLst>
                <a:cxn ang="0">
                  <a:pos x="55" y="2"/>
                </a:cxn>
                <a:cxn ang="0">
                  <a:pos x="55" y="2"/>
                </a:cxn>
                <a:cxn ang="0">
                  <a:pos x="46" y="15"/>
                </a:cxn>
                <a:cxn ang="0">
                  <a:pos x="36" y="26"/>
                </a:cxn>
                <a:cxn ang="0">
                  <a:pos x="26" y="39"/>
                </a:cxn>
                <a:cxn ang="0">
                  <a:pos x="16" y="50"/>
                </a:cxn>
                <a:cxn ang="0">
                  <a:pos x="16" y="50"/>
                </a:cxn>
                <a:cxn ang="0">
                  <a:pos x="10" y="58"/>
                </a:cxn>
                <a:cxn ang="0">
                  <a:pos x="4" y="69"/>
                </a:cxn>
                <a:cxn ang="0">
                  <a:pos x="1" y="75"/>
                </a:cxn>
                <a:cxn ang="0">
                  <a:pos x="0" y="80"/>
                </a:cxn>
                <a:cxn ang="0">
                  <a:pos x="0" y="85"/>
                </a:cxn>
                <a:cxn ang="0">
                  <a:pos x="1" y="87"/>
                </a:cxn>
                <a:cxn ang="0">
                  <a:pos x="4" y="89"/>
                </a:cxn>
                <a:cxn ang="0">
                  <a:pos x="4" y="89"/>
                </a:cxn>
                <a:cxn ang="0">
                  <a:pos x="6" y="90"/>
                </a:cxn>
                <a:cxn ang="0">
                  <a:pos x="8" y="90"/>
                </a:cxn>
                <a:cxn ang="0">
                  <a:pos x="9" y="90"/>
                </a:cxn>
                <a:cxn ang="0">
                  <a:pos x="11" y="89"/>
                </a:cxn>
                <a:cxn ang="0">
                  <a:pos x="12" y="87"/>
                </a:cxn>
                <a:cxn ang="0">
                  <a:pos x="12" y="86"/>
                </a:cxn>
                <a:cxn ang="0">
                  <a:pos x="12" y="84"/>
                </a:cxn>
                <a:cxn ang="0">
                  <a:pos x="11" y="82"/>
                </a:cxn>
                <a:cxn ang="0">
                  <a:pos x="11" y="82"/>
                </a:cxn>
                <a:cxn ang="0">
                  <a:pos x="10" y="80"/>
                </a:cxn>
                <a:cxn ang="0">
                  <a:pos x="10" y="77"/>
                </a:cxn>
                <a:cxn ang="0">
                  <a:pos x="12" y="74"/>
                </a:cxn>
                <a:cxn ang="0">
                  <a:pos x="14" y="69"/>
                </a:cxn>
                <a:cxn ang="0">
                  <a:pos x="21" y="57"/>
                </a:cxn>
                <a:cxn ang="0">
                  <a:pos x="31" y="46"/>
                </a:cxn>
                <a:cxn ang="0">
                  <a:pos x="51" y="22"/>
                </a:cxn>
                <a:cxn ang="0">
                  <a:pos x="63" y="8"/>
                </a:cxn>
                <a:cxn ang="0">
                  <a:pos x="63" y="8"/>
                </a:cxn>
                <a:cxn ang="0">
                  <a:pos x="65" y="6"/>
                </a:cxn>
                <a:cxn ang="0">
                  <a:pos x="65" y="3"/>
                </a:cxn>
                <a:cxn ang="0">
                  <a:pos x="63" y="2"/>
                </a:cxn>
                <a:cxn ang="0">
                  <a:pos x="62" y="1"/>
                </a:cxn>
                <a:cxn ang="0">
                  <a:pos x="58" y="0"/>
                </a:cxn>
                <a:cxn ang="0">
                  <a:pos x="56" y="1"/>
                </a:cxn>
                <a:cxn ang="0">
                  <a:pos x="55" y="2"/>
                </a:cxn>
                <a:cxn ang="0">
                  <a:pos x="55" y="2"/>
                </a:cxn>
              </a:cxnLst>
              <a:rect l="0" t="0" r="r" b="b"/>
              <a:pathLst>
                <a:path w="65" h="90">
                  <a:moveTo>
                    <a:pt x="55" y="2"/>
                  </a:moveTo>
                  <a:lnTo>
                    <a:pt x="55" y="2"/>
                  </a:lnTo>
                  <a:lnTo>
                    <a:pt x="46" y="15"/>
                  </a:lnTo>
                  <a:lnTo>
                    <a:pt x="36" y="26"/>
                  </a:lnTo>
                  <a:lnTo>
                    <a:pt x="26" y="39"/>
                  </a:lnTo>
                  <a:lnTo>
                    <a:pt x="16" y="50"/>
                  </a:lnTo>
                  <a:lnTo>
                    <a:pt x="16" y="50"/>
                  </a:lnTo>
                  <a:lnTo>
                    <a:pt x="10" y="58"/>
                  </a:lnTo>
                  <a:lnTo>
                    <a:pt x="4" y="69"/>
                  </a:lnTo>
                  <a:lnTo>
                    <a:pt x="1" y="75"/>
                  </a:lnTo>
                  <a:lnTo>
                    <a:pt x="0" y="80"/>
                  </a:lnTo>
                  <a:lnTo>
                    <a:pt x="0" y="85"/>
                  </a:lnTo>
                  <a:lnTo>
                    <a:pt x="1" y="87"/>
                  </a:lnTo>
                  <a:lnTo>
                    <a:pt x="4" y="89"/>
                  </a:lnTo>
                  <a:lnTo>
                    <a:pt x="4" y="89"/>
                  </a:lnTo>
                  <a:lnTo>
                    <a:pt x="6" y="90"/>
                  </a:lnTo>
                  <a:lnTo>
                    <a:pt x="8" y="90"/>
                  </a:lnTo>
                  <a:lnTo>
                    <a:pt x="9" y="90"/>
                  </a:lnTo>
                  <a:lnTo>
                    <a:pt x="11" y="89"/>
                  </a:lnTo>
                  <a:lnTo>
                    <a:pt x="12" y="87"/>
                  </a:lnTo>
                  <a:lnTo>
                    <a:pt x="12" y="86"/>
                  </a:lnTo>
                  <a:lnTo>
                    <a:pt x="12" y="84"/>
                  </a:lnTo>
                  <a:lnTo>
                    <a:pt x="11" y="82"/>
                  </a:lnTo>
                  <a:lnTo>
                    <a:pt x="11" y="82"/>
                  </a:lnTo>
                  <a:lnTo>
                    <a:pt x="10" y="80"/>
                  </a:lnTo>
                  <a:lnTo>
                    <a:pt x="10" y="77"/>
                  </a:lnTo>
                  <a:lnTo>
                    <a:pt x="12" y="74"/>
                  </a:lnTo>
                  <a:lnTo>
                    <a:pt x="14" y="69"/>
                  </a:lnTo>
                  <a:lnTo>
                    <a:pt x="21" y="57"/>
                  </a:lnTo>
                  <a:lnTo>
                    <a:pt x="31" y="46"/>
                  </a:lnTo>
                  <a:lnTo>
                    <a:pt x="51" y="22"/>
                  </a:lnTo>
                  <a:lnTo>
                    <a:pt x="63" y="8"/>
                  </a:lnTo>
                  <a:lnTo>
                    <a:pt x="63" y="8"/>
                  </a:lnTo>
                  <a:lnTo>
                    <a:pt x="65" y="6"/>
                  </a:lnTo>
                  <a:lnTo>
                    <a:pt x="65" y="3"/>
                  </a:lnTo>
                  <a:lnTo>
                    <a:pt x="63" y="2"/>
                  </a:lnTo>
                  <a:lnTo>
                    <a:pt x="62" y="1"/>
                  </a:lnTo>
                  <a:lnTo>
                    <a:pt x="58" y="0"/>
                  </a:lnTo>
                  <a:lnTo>
                    <a:pt x="56" y="1"/>
                  </a:lnTo>
                  <a:lnTo>
                    <a:pt x="55" y="2"/>
                  </a:lnTo>
                  <a:lnTo>
                    <a:pt x="55"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2" name="Freeform 372"/>
            <p:cNvSpPr/>
            <p:nvPr/>
          </p:nvSpPr>
          <p:spPr bwMode="auto">
            <a:xfrm>
              <a:off x="4516438" y="3119438"/>
              <a:ext cx="22225" cy="39688"/>
            </a:xfrm>
            <a:custGeom>
              <a:avLst/>
              <a:gdLst/>
              <a:ahLst/>
              <a:cxnLst>
                <a:cxn ang="0">
                  <a:pos x="34" y="1"/>
                </a:cxn>
                <a:cxn ang="0">
                  <a:pos x="34" y="1"/>
                </a:cxn>
                <a:cxn ang="0">
                  <a:pos x="29" y="5"/>
                </a:cxn>
                <a:cxn ang="0">
                  <a:pos x="24" y="10"/>
                </a:cxn>
                <a:cxn ang="0">
                  <a:pos x="16" y="21"/>
                </a:cxn>
                <a:cxn ang="0">
                  <a:pos x="10" y="33"/>
                </a:cxn>
                <a:cxn ang="0">
                  <a:pos x="5" y="45"/>
                </a:cxn>
                <a:cxn ang="0">
                  <a:pos x="5" y="45"/>
                </a:cxn>
                <a:cxn ang="0">
                  <a:pos x="3" y="54"/>
                </a:cxn>
                <a:cxn ang="0">
                  <a:pos x="0" y="63"/>
                </a:cxn>
                <a:cxn ang="0">
                  <a:pos x="0" y="67"/>
                </a:cxn>
                <a:cxn ang="0">
                  <a:pos x="2" y="71"/>
                </a:cxn>
                <a:cxn ang="0">
                  <a:pos x="4" y="73"/>
                </a:cxn>
                <a:cxn ang="0">
                  <a:pos x="9" y="75"/>
                </a:cxn>
                <a:cxn ang="0">
                  <a:pos x="9" y="75"/>
                </a:cxn>
                <a:cxn ang="0">
                  <a:pos x="11" y="75"/>
                </a:cxn>
                <a:cxn ang="0">
                  <a:pos x="12" y="74"/>
                </a:cxn>
                <a:cxn ang="0">
                  <a:pos x="13" y="72"/>
                </a:cxn>
                <a:cxn ang="0">
                  <a:pos x="13" y="71"/>
                </a:cxn>
                <a:cxn ang="0">
                  <a:pos x="12" y="67"/>
                </a:cxn>
                <a:cxn ang="0">
                  <a:pos x="11" y="66"/>
                </a:cxn>
                <a:cxn ang="0">
                  <a:pos x="9" y="66"/>
                </a:cxn>
                <a:cxn ang="0">
                  <a:pos x="9" y="66"/>
                </a:cxn>
                <a:cxn ang="0">
                  <a:pos x="19" y="35"/>
                </a:cxn>
                <a:cxn ang="0">
                  <a:pos x="19" y="35"/>
                </a:cxn>
                <a:cxn ang="0">
                  <a:pos x="23" y="28"/>
                </a:cxn>
                <a:cxn ang="0">
                  <a:pos x="29" y="21"/>
                </a:cxn>
                <a:cxn ang="0">
                  <a:pos x="34" y="13"/>
                </a:cxn>
                <a:cxn ang="0">
                  <a:pos x="41" y="7"/>
                </a:cxn>
                <a:cxn ang="0">
                  <a:pos x="41" y="7"/>
                </a:cxn>
                <a:cxn ang="0">
                  <a:pos x="42" y="6"/>
                </a:cxn>
                <a:cxn ang="0">
                  <a:pos x="42" y="4"/>
                </a:cxn>
                <a:cxn ang="0">
                  <a:pos x="42" y="3"/>
                </a:cxn>
                <a:cxn ang="0">
                  <a:pos x="41" y="1"/>
                </a:cxn>
                <a:cxn ang="0">
                  <a:pos x="38" y="0"/>
                </a:cxn>
                <a:cxn ang="0">
                  <a:pos x="36" y="0"/>
                </a:cxn>
                <a:cxn ang="0">
                  <a:pos x="34" y="1"/>
                </a:cxn>
                <a:cxn ang="0">
                  <a:pos x="34" y="1"/>
                </a:cxn>
              </a:cxnLst>
              <a:rect l="0" t="0" r="r" b="b"/>
              <a:pathLst>
                <a:path w="42" h="75">
                  <a:moveTo>
                    <a:pt x="34" y="1"/>
                  </a:moveTo>
                  <a:lnTo>
                    <a:pt x="34" y="1"/>
                  </a:lnTo>
                  <a:lnTo>
                    <a:pt x="29" y="5"/>
                  </a:lnTo>
                  <a:lnTo>
                    <a:pt x="24" y="10"/>
                  </a:lnTo>
                  <a:lnTo>
                    <a:pt x="16" y="21"/>
                  </a:lnTo>
                  <a:lnTo>
                    <a:pt x="10" y="33"/>
                  </a:lnTo>
                  <a:lnTo>
                    <a:pt x="5" y="45"/>
                  </a:lnTo>
                  <a:lnTo>
                    <a:pt x="5" y="45"/>
                  </a:lnTo>
                  <a:lnTo>
                    <a:pt x="3" y="54"/>
                  </a:lnTo>
                  <a:lnTo>
                    <a:pt x="0" y="63"/>
                  </a:lnTo>
                  <a:lnTo>
                    <a:pt x="0" y="67"/>
                  </a:lnTo>
                  <a:lnTo>
                    <a:pt x="2" y="71"/>
                  </a:lnTo>
                  <a:lnTo>
                    <a:pt x="4" y="73"/>
                  </a:lnTo>
                  <a:lnTo>
                    <a:pt x="9" y="75"/>
                  </a:lnTo>
                  <a:lnTo>
                    <a:pt x="9" y="75"/>
                  </a:lnTo>
                  <a:lnTo>
                    <a:pt x="11" y="75"/>
                  </a:lnTo>
                  <a:lnTo>
                    <a:pt x="12" y="74"/>
                  </a:lnTo>
                  <a:lnTo>
                    <a:pt x="13" y="72"/>
                  </a:lnTo>
                  <a:lnTo>
                    <a:pt x="13" y="71"/>
                  </a:lnTo>
                  <a:lnTo>
                    <a:pt x="12" y="67"/>
                  </a:lnTo>
                  <a:lnTo>
                    <a:pt x="11" y="66"/>
                  </a:lnTo>
                  <a:lnTo>
                    <a:pt x="9" y="66"/>
                  </a:lnTo>
                  <a:lnTo>
                    <a:pt x="9" y="66"/>
                  </a:lnTo>
                  <a:lnTo>
                    <a:pt x="19" y="35"/>
                  </a:lnTo>
                  <a:lnTo>
                    <a:pt x="19" y="35"/>
                  </a:lnTo>
                  <a:lnTo>
                    <a:pt x="23" y="28"/>
                  </a:lnTo>
                  <a:lnTo>
                    <a:pt x="29" y="21"/>
                  </a:lnTo>
                  <a:lnTo>
                    <a:pt x="34" y="13"/>
                  </a:lnTo>
                  <a:lnTo>
                    <a:pt x="41" y="7"/>
                  </a:lnTo>
                  <a:lnTo>
                    <a:pt x="41" y="7"/>
                  </a:lnTo>
                  <a:lnTo>
                    <a:pt x="42" y="6"/>
                  </a:lnTo>
                  <a:lnTo>
                    <a:pt x="42" y="4"/>
                  </a:lnTo>
                  <a:lnTo>
                    <a:pt x="42" y="3"/>
                  </a:lnTo>
                  <a:lnTo>
                    <a:pt x="41" y="1"/>
                  </a:lnTo>
                  <a:lnTo>
                    <a:pt x="38" y="0"/>
                  </a:lnTo>
                  <a:lnTo>
                    <a:pt x="36" y="0"/>
                  </a:lnTo>
                  <a:lnTo>
                    <a:pt x="34" y="1"/>
                  </a:lnTo>
                  <a:lnTo>
                    <a:pt x="3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3" name="Freeform 373"/>
            <p:cNvSpPr/>
            <p:nvPr/>
          </p:nvSpPr>
          <p:spPr bwMode="auto">
            <a:xfrm>
              <a:off x="4583113" y="3121025"/>
              <a:ext cx="26988" cy="34925"/>
            </a:xfrm>
            <a:custGeom>
              <a:avLst/>
              <a:gdLst/>
              <a:ahLst/>
              <a:cxnLst>
                <a:cxn ang="0">
                  <a:pos x="43" y="1"/>
                </a:cxn>
                <a:cxn ang="0">
                  <a:pos x="43" y="1"/>
                </a:cxn>
                <a:cxn ang="0">
                  <a:pos x="37" y="7"/>
                </a:cxn>
                <a:cxn ang="0">
                  <a:pos x="31" y="15"/>
                </a:cxn>
                <a:cxn ang="0">
                  <a:pos x="21" y="29"/>
                </a:cxn>
                <a:cxn ang="0">
                  <a:pos x="12" y="45"/>
                </a:cxn>
                <a:cxn ang="0">
                  <a:pos x="7" y="52"/>
                </a:cxn>
                <a:cxn ang="0">
                  <a:pos x="1" y="58"/>
                </a:cxn>
                <a:cxn ang="0">
                  <a:pos x="1" y="58"/>
                </a:cxn>
                <a:cxn ang="0">
                  <a:pos x="0" y="60"/>
                </a:cxn>
                <a:cxn ang="0">
                  <a:pos x="0" y="62"/>
                </a:cxn>
                <a:cxn ang="0">
                  <a:pos x="0" y="63"/>
                </a:cxn>
                <a:cxn ang="0">
                  <a:pos x="1" y="65"/>
                </a:cxn>
                <a:cxn ang="0">
                  <a:pos x="3" y="66"/>
                </a:cxn>
                <a:cxn ang="0">
                  <a:pos x="4" y="66"/>
                </a:cxn>
                <a:cxn ang="0">
                  <a:pos x="6" y="66"/>
                </a:cxn>
                <a:cxn ang="0">
                  <a:pos x="8" y="65"/>
                </a:cxn>
                <a:cxn ang="0">
                  <a:pos x="8" y="65"/>
                </a:cxn>
                <a:cxn ang="0">
                  <a:pos x="13" y="58"/>
                </a:cxn>
                <a:cxn ang="0">
                  <a:pos x="18" y="51"/>
                </a:cxn>
                <a:cxn ang="0">
                  <a:pos x="28" y="36"/>
                </a:cxn>
                <a:cxn ang="0">
                  <a:pos x="38" y="21"/>
                </a:cxn>
                <a:cxn ang="0">
                  <a:pos x="44" y="15"/>
                </a:cxn>
                <a:cxn ang="0">
                  <a:pos x="50" y="8"/>
                </a:cxn>
                <a:cxn ang="0">
                  <a:pos x="50" y="8"/>
                </a:cxn>
                <a:cxn ang="0">
                  <a:pos x="51" y="6"/>
                </a:cxn>
                <a:cxn ang="0">
                  <a:pos x="51" y="5"/>
                </a:cxn>
                <a:cxn ang="0">
                  <a:pos x="51" y="3"/>
                </a:cxn>
                <a:cxn ang="0">
                  <a:pos x="50" y="2"/>
                </a:cxn>
                <a:cxn ang="0">
                  <a:pos x="47" y="0"/>
                </a:cxn>
                <a:cxn ang="0">
                  <a:pos x="45" y="0"/>
                </a:cxn>
                <a:cxn ang="0">
                  <a:pos x="43" y="1"/>
                </a:cxn>
                <a:cxn ang="0">
                  <a:pos x="43" y="1"/>
                </a:cxn>
              </a:cxnLst>
              <a:rect l="0" t="0" r="r" b="b"/>
              <a:pathLst>
                <a:path w="51" h="66">
                  <a:moveTo>
                    <a:pt x="43" y="1"/>
                  </a:moveTo>
                  <a:lnTo>
                    <a:pt x="43" y="1"/>
                  </a:lnTo>
                  <a:lnTo>
                    <a:pt x="37" y="7"/>
                  </a:lnTo>
                  <a:lnTo>
                    <a:pt x="31" y="15"/>
                  </a:lnTo>
                  <a:lnTo>
                    <a:pt x="21" y="29"/>
                  </a:lnTo>
                  <a:lnTo>
                    <a:pt x="12" y="45"/>
                  </a:lnTo>
                  <a:lnTo>
                    <a:pt x="7" y="52"/>
                  </a:lnTo>
                  <a:lnTo>
                    <a:pt x="1" y="58"/>
                  </a:lnTo>
                  <a:lnTo>
                    <a:pt x="1" y="58"/>
                  </a:lnTo>
                  <a:lnTo>
                    <a:pt x="0" y="60"/>
                  </a:lnTo>
                  <a:lnTo>
                    <a:pt x="0" y="62"/>
                  </a:lnTo>
                  <a:lnTo>
                    <a:pt x="0" y="63"/>
                  </a:lnTo>
                  <a:lnTo>
                    <a:pt x="1" y="65"/>
                  </a:lnTo>
                  <a:lnTo>
                    <a:pt x="3" y="66"/>
                  </a:lnTo>
                  <a:lnTo>
                    <a:pt x="4" y="66"/>
                  </a:lnTo>
                  <a:lnTo>
                    <a:pt x="6" y="66"/>
                  </a:lnTo>
                  <a:lnTo>
                    <a:pt x="8" y="65"/>
                  </a:lnTo>
                  <a:lnTo>
                    <a:pt x="8" y="65"/>
                  </a:lnTo>
                  <a:lnTo>
                    <a:pt x="13" y="58"/>
                  </a:lnTo>
                  <a:lnTo>
                    <a:pt x="18" y="51"/>
                  </a:lnTo>
                  <a:lnTo>
                    <a:pt x="28" y="36"/>
                  </a:lnTo>
                  <a:lnTo>
                    <a:pt x="38" y="21"/>
                  </a:lnTo>
                  <a:lnTo>
                    <a:pt x="44" y="15"/>
                  </a:lnTo>
                  <a:lnTo>
                    <a:pt x="50" y="8"/>
                  </a:lnTo>
                  <a:lnTo>
                    <a:pt x="50" y="8"/>
                  </a:lnTo>
                  <a:lnTo>
                    <a:pt x="51" y="6"/>
                  </a:lnTo>
                  <a:lnTo>
                    <a:pt x="51" y="5"/>
                  </a:lnTo>
                  <a:lnTo>
                    <a:pt x="51" y="3"/>
                  </a:lnTo>
                  <a:lnTo>
                    <a:pt x="50" y="2"/>
                  </a:lnTo>
                  <a:lnTo>
                    <a:pt x="47" y="0"/>
                  </a:lnTo>
                  <a:lnTo>
                    <a:pt x="45" y="0"/>
                  </a:lnTo>
                  <a:lnTo>
                    <a:pt x="43" y="1"/>
                  </a:lnTo>
                  <a:lnTo>
                    <a:pt x="43"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4" name="Freeform 374"/>
            <p:cNvSpPr/>
            <p:nvPr/>
          </p:nvSpPr>
          <p:spPr bwMode="auto">
            <a:xfrm>
              <a:off x="4638675" y="3114675"/>
              <a:ext cx="26988" cy="44450"/>
            </a:xfrm>
            <a:custGeom>
              <a:avLst/>
              <a:gdLst/>
              <a:ahLst/>
              <a:cxnLst>
                <a:cxn ang="0">
                  <a:pos x="42" y="3"/>
                </a:cxn>
                <a:cxn ang="0">
                  <a:pos x="42" y="3"/>
                </a:cxn>
                <a:cxn ang="0">
                  <a:pos x="40" y="8"/>
                </a:cxn>
                <a:cxn ang="0">
                  <a:pos x="37" y="12"/>
                </a:cxn>
                <a:cxn ang="0">
                  <a:pos x="30" y="22"/>
                </a:cxn>
                <a:cxn ang="0">
                  <a:pos x="14" y="40"/>
                </a:cxn>
                <a:cxn ang="0">
                  <a:pos x="14" y="40"/>
                </a:cxn>
                <a:cxn ang="0">
                  <a:pos x="8" y="49"/>
                </a:cxn>
                <a:cxn ang="0">
                  <a:pos x="4" y="59"/>
                </a:cxn>
                <a:cxn ang="0">
                  <a:pos x="1" y="69"/>
                </a:cxn>
                <a:cxn ang="0">
                  <a:pos x="0" y="79"/>
                </a:cxn>
                <a:cxn ang="0">
                  <a:pos x="0" y="79"/>
                </a:cxn>
                <a:cxn ang="0">
                  <a:pos x="0" y="81"/>
                </a:cxn>
                <a:cxn ang="0">
                  <a:pos x="1" y="83"/>
                </a:cxn>
                <a:cxn ang="0">
                  <a:pos x="2" y="83"/>
                </a:cxn>
                <a:cxn ang="0">
                  <a:pos x="4" y="84"/>
                </a:cxn>
                <a:cxn ang="0">
                  <a:pos x="6" y="83"/>
                </a:cxn>
                <a:cxn ang="0">
                  <a:pos x="7" y="83"/>
                </a:cxn>
                <a:cxn ang="0">
                  <a:pos x="8" y="81"/>
                </a:cxn>
                <a:cxn ang="0">
                  <a:pos x="9" y="79"/>
                </a:cxn>
                <a:cxn ang="0">
                  <a:pos x="9" y="79"/>
                </a:cxn>
                <a:cxn ang="0">
                  <a:pos x="10" y="74"/>
                </a:cxn>
                <a:cxn ang="0">
                  <a:pos x="11" y="68"/>
                </a:cxn>
                <a:cxn ang="0">
                  <a:pos x="14" y="58"/>
                </a:cxn>
                <a:cxn ang="0">
                  <a:pos x="21" y="49"/>
                </a:cxn>
                <a:cxn ang="0">
                  <a:pos x="27" y="40"/>
                </a:cxn>
                <a:cxn ang="0">
                  <a:pos x="40" y="23"/>
                </a:cxn>
                <a:cxn ang="0">
                  <a:pos x="46" y="14"/>
                </a:cxn>
                <a:cxn ang="0">
                  <a:pos x="52" y="5"/>
                </a:cxn>
                <a:cxn ang="0">
                  <a:pos x="52" y="5"/>
                </a:cxn>
                <a:cxn ang="0">
                  <a:pos x="52" y="3"/>
                </a:cxn>
                <a:cxn ang="0">
                  <a:pos x="52" y="2"/>
                </a:cxn>
                <a:cxn ang="0">
                  <a:pos x="51" y="0"/>
                </a:cxn>
                <a:cxn ang="0">
                  <a:pos x="49" y="0"/>
                </a:cxn>
                <a:cxn ang="0">
                  <a:pos x="45" y="0"/>
                </a:cxn>
                <a:cxn ang="0">
                  <a:pos x="43" y="1"/>
                </a:cxn>
                <a:cxn ang="0">
                  <a:pos x="42" y="3"/>
                </a:cxn>
                <a:cxn ang="0">
                  <a:pos x="42" y="3"/>
                </a:cxn>
              </a:cxnLst>
              <a:rect l="0" t="0" r="r" b="b"/>
              <a:pathLst>
                <a:path w="52" h="84">
                  <a:moveTo>
                    <a:pt x="42" y="3"/>
                  </a:moveTo>
                  <a:lnTo>
                    <a:pt x="42" y="3"/>
                  </a:lnTo>
                  <a:lnTo>
                    <a:pt x="40" y="8"/>
                  </a:lnTo>
                  <a:lnTo>
                    <a:pt x="37" y="12"/>
                  </a:lnTo>
                  <a:lnTo>
                    <a:pt x="30" y="22"/>
                  </a:lnTo>
                  <a:lnTo>
                    <a:pt x="14" y="40"/>
                  </a:lnTo>
                  <a:lnTo>
                    <a:pt x="14" y="40"/>
                  </a:lnTo>
                  <a:lnTo>
                    <a:pt x="8" y="49"/>
                  </a:lnTo>
                  <a:lnTo>
                    <a:pt x="4" y="59"/>
                  </a:lnTo>
                  <a:lnTo>
                    <a:pt x="1" y="69"/>
                  </a:lnTo>
                  <a:lnTo>
                    <a:pt x="0" y="79"/>
                  </a:lnTo>
                  <a:lnTo>
                    <a:pt x="0" y="79"/>
                  </a:lnTo>
                  <a:lnTo>
                    <a:pt x="0" y="81"/>
                  </a:lnTo>
                  <a:lnTo>
                    <a:pt x="1" y="83"/>
                  </a:lnTo>
                  <a:lnTo>
                    <a:pt x="2" y="83"/>
                  </a:lnTo>
                  <a:lnTo>
                    <a:pt x="4" y="84"/>
                  </a:lnTo>
                  <a:lnTo>
                    <a:pt x="6" y="83"/>
                  </a:lnTo>
                  <a:lnTo>
                    <a:pt x="7" y="83"/>
                  </a:lnTo>
                  <a:lnTo>
                    <a:pt x="8" y="81"/>
                  </a:lnTo>
                  <a:lnTo>
                    <a:pt x="9" y="79"/>
                  </a:lnTo>
                  <a:lnTo>
                    <a:pt x="9" y="79"/>
                  </a:lnTo>
                  <a:lnTo>
                    <a:pt x="10" y="74"/>
                  </a:lnTo>
                  <a:lnTo>
                    <a:pt x="11" y="68"/>
                  </a:lnTo>
                  <a:lnTo>
                    <a:pt x="14" y="58"/>
                  </a:lnTo>
                  <a:lnTo>
                    <a:pt x="21" y="49"/>
                  </a:lnTo>
                  <a:lnTo>
                    <a:pt x="27" y="40"/>
                  </a:lnTo>
                  <a:lnTo>
                    <a:pt x="40" y="23"/>
                  </a:lnTo>
                  <a:lnTo>
                    <a:pt x="46" y="14"/>
                  </a:lnTo>
                  <a:lnTo>
                    <a:pt x="52" y="5"/>
                  </a:lnTo>
                  <a:lnTo>
                    <a:pt x="52" y="5"/>
                  </a:lnTo>
                  <a:lnTo>
                    <a:pt x="52" y="3"/>
                  </a:lnTo>
                  <a:lnTo>
                    <a:pt x="52" y="2"/>
                  </a:lnTo>
                  <a:lnTo>
                    <a:pt x="51" y="0"/>
                  </a:lnTo>
                  <a:lnTo>
                    <a:pt x="49" y="0"/>
                  </a:lnTo>
                  <a:lnTo>
                    <a:pt x="45" y="0"/>
                  </a:lnTo>
                  <a:lnTo>
                    <a:pt x="43" y="1"/>
                  </a:lnTo>
                  <a:lnTo>
                    <a:pt x="42" y="3"/>
                  </a:lnTo>
                  <a:lnTo>
                    <a:pt x="42"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5" name="Freeform 375"/>
            <p:cNvSpPr/>
            <p:nvPr/>
          </p:nvSpPr>
          <p:spPr bwMode="auto">
            <a:xfrm>
              <a:off x="4686300" y="3121025"/>
              <a:ext cx="25400" cy="38100"/>
            </a:xfrm>
            <a:custGeom>
              <a:avLst/>
              <a:gdLst/>
              <a:ahLst/>
              <a:cxnLst>
                <a:cxn ang="0">
                  <a:pos x="38" y="2"/>
                </a:cxn>
                <a:cxn ang="0">
                  <a:pos x="38" y="2"/>
                </a:cxn>
                <a:cxn ang="0">
                  <a:pos x="34" y="10"/>
                </a:cxn>
                <a:cxn ang="0">
                  <a:pos x="29" y="19"/>
                </a:cxn>
                <a:cxn ang="0">
                  <a:pos x="17" y="33"/>
                </a:cxn>
                <a:cxn ang="0">
                  <a:pos x="12" y="40"/>
                </a:cxn>
                <a:cxn ang="0">
                  <a:pos x="7" y="48"/>
                </a:cxn>
                <a:cxn ang="0">
                  <a:pos x="3" y="56"/>
                </a:cxn>
                <a:cxn ang="0">
                  <a:pos x="0" y="65"/>
                </a:cxn>
                <a:cxn ang="0">
                  <a:pos x="0" y="65"/>
                </a:cxn>
                <a:cxn ang="0">
                  <a:pos x="0" y="67"/>
                </a:cxn>
                <a:cxn ang="0">
                  <a:pos x="1" y="69"/>
                </a:cxn>
                <a:cxn ang="0">
                  <a:pos x="2" y="70"/>
                </a:cxn>
                <a:cxn ang="0">
                  <a:pos x="4" y="71"/>
                </a:cxn>
                <a:cxn ang="0">
                  <a:pos x="5" y="71"/>
                </a:cxn>
                <a:cxn ang="0">
                  <a:pos x="7" y="70"/>
                </a:cxn>
                <a:cxn ang="0">
                  <a:pos x="8" y="69"/>
                </a:cxn>
                <a:cxn ang="0">
                  <a:pos x="9" y="67"/>
                </a:cxn>
                <a:cxn ang="0">
                  <a:pos x="9" y="67"/>
                </a:cxn>
                <a:cxn ang="0">
                  <a:pos x="12" y="59"/>
                </a:cxn>
                <a:cxn ang="0">
                  <a:pos x="16" y="52"/>
                </a:cxn>
                <a:cxn ang="0">
                  <a:pos x="21" y="44"/>
                </a:cxn>
                <a:cxn ang="0">
                  <a:pos x="27" y="37"/>
                </a:cxn>
                <a:cxn ang="0">
                  <a:pos x="37" y="23"/>
                </a:cxn>
                <a:cxn ang="0">
                  <a:pos x="42" y="16"/>
                </a:cxn>
                <a:cxn ang="0">
                  <a:pos x="46" y="7"/>
                </a:cxn>
                <a:cxn ang="0">
                  <a:pos x="46" y="7"/>
                </a:cxn>
                <a:cxn ang="0">
                  <a:pos x="47" y="5"/>
                </a:cxn>
                <a:cxn ang="0">
                  <a:pos x="46" y="3"/>
                </a:cxn>
                <a:cxn ang="0">
                  <a:pos x="44" y="0"/>
                </a:cxn>
                <a:cxn ang="0">
                  <a:pos x="42" y="0"/>
                </a:cxn>
                <a:cxn ang="0">
                  <a:pos x="41" y="0"/>
                </a:cxn>
                <a:cxn ang="0">
                  <a:pos x="39" y="1"/>
                </a:cxn>
                <a:cxn ang="0">
                  <a:pos x="38" y="2"/>
                </a:cxn>
                <a:cxn ang="0">
                  <a:pos x="38" y="2"/>
                </a:cxn>
              </a:cxnLst>
              <a:rect l="0" t="0" r="r" b="b"/>
              <a:pathLst>
                <a:path w="47" h="71">
                  <a:moveTo>
                    <a:pt x="38" y="2"/>
                  </a:moveTo>
                  <a:lnTo>
                    <a:pt x="38" y="2"/>
                  </a:lnTo>
                  <a:lnTo>
                    <a:pt x="34" y="10"/>
                  </a:lnTo>
                  <a:lnTo>
                    <a:pt x="29" y="19"/>
                  </a:lnTo>
                  <a:lnTo>
                    <a:pt x="17" y="33"/>
                  </a:lnTo>
                  <a:lnTo>
                    <a:pt x="12" y="40"/>
                  </a:lnTo>
                  <a:lnTo>
                    <a:pt x="7" y="48"/>
                  </a:lnTo>
                  <a:lnTo>
                    <a:pt x="3" y="56"/>
                  </a:lnTo>
                  <a:lnTo>
                    <a:pt x="0" y="65"/>
                  </a:lnTo>
                  <a:lnTo>
                    <a:pt x="0" y="65"/>
                  </a:lnTo>
                  <a:lnTo>
                    <a:pt x="0" y="67"/>
                  </a:lnTo>
                  <a:lnTo>
                    <a:pt x="1" y="69"/>
                  </a:lnTo>
                  <a:lnTo>
                    <a:pt x="2" y="70"/>
                  </a:lnTo>
                  <a:lnTo>
                    <a:pt x="4" y="71"/>
                  </a:lnTo>
                  <a:lnTo>
                    <a:pt x="5" y="71"/>
                  </a:lnTo>
                  <a:lnTo>
                    <a:pt x="7" y="70"/>
                  </a:lnTo>
                  <a:lnTo>
                    <a:pt x="8" y="69"/>
                  </a:lnTo>
                  <a:lnTo>
                    <a:pt x="9" y="67"/>
                  </a:lnTo>
                  <a:lnTo>
                    <a:pt x="9" y="67"/>
                  </a:lnTo>
                  <a:lnTo>
                    <a:pt x="12" y="59"/>
                  </a:lnTo>
                  <a:lnTo>
                    <a:pt x="16" y="52"/>
                  </a:lnTo>
                  <a:lnTo>
                    <a:pt x="21" y="44"/>
                  </a:lnTo>
                  <a:lnTo>
                    <a:pt x="27" y="37"/>
                  </a:lnTo>
                  <a:lnTo>
                    <a:pt x="37" y="23"/>
                  </a:lnTo>
                  <a:lnTo>
                    <a:pt x="42" y="16"/>
                  </a:lnTo>
                  <a:lnTo>
                    <a:pt x="46" y="7"/>
                  </a:lnTo>
                  <a:lnTo>
                    <a:pt x="46" y="7"/>
                  </a:lnTo>
                  <a:lnTo>
                    <a:pt x="47" y="5"/>
                  </a:lnTo>
                  <a:lnTo>
                    <a:pt x="46" y="3"/>
                  </a:lnTo>
                  <a:lnTo>
                    <a:pt x="44" y="0"/>
                  </a:lnTo>
                  <a:lnTo>
                    <a:pt x="42" y="0"/>
                  </a:lnTo>
                  <a:lnTo>
                    <a:pt x="41" y="0"/>
                  </a:lnTo>
                  <a:lnTo>
                    <a:pt x="39" y="1"/>
                  </a:lnTo>
                  <a:lnTo>
                    <a:pt x="38" y="2"/>
                  </a:lnTo>
                  <a:lnTo>
                    <a:pt x="3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6" name="Freeform 376"/>
            <p:cNvSpPr/>
            <p:nvPr/>
          </p:nvSpPr>
          <p:spPr bwMode="auto">
            <a:xfrm>
              <a:off x="4721225" y="3125788"/>
              <a:ext cx="33338" cy="38100"/>
            </a:xfrm>
            <a:custGeom>
              <a:avLst/>
              <a:gdLst/>
              <a:ahLst/>
              <a:cxnLst>
                <a:cxn ang="0">
                  <a:pos x="54" y="1"/>
                </a:cxn>
                <a:cxn ang="0">
                  <a:pos x="54" y="1"/>
                </a:cxn>
                <a:cxn ang="0">
                  <a:pos x="40" y="17"/>
                </a:cxn>
                <a:cxn ang="0">
                  <a:pos x="28" y="32"/>
                </a:cxn>
                <a:cxn ang="0">
                  <a:pos x="15" y="49"/>
                </a:cxn>
                <a:cxn ang="0">
                  <a:pos x="2" y="63"/>
                </a:cxn>
                <a:cxn ang="0">
                  <a:pos x="2" y="63"/>
                </a:cxn>
                <a:cxn ang="0">
                  <a:pos x="0" y="66"/>
                </a:cxn>
                <a:cxn ang="0">
                  <a:pos x="0" y="68"/>
                </a:cxn>
                <a:cxn ang="0">
                  <a:pos x="1" y="69"/>
                </a:cxn>
                <a:cxn ang="0">
                  <a:pos x="2" y="71"/>
                </a:cxn>
                <a:cxn ang="0">
                  <a:pos x="3" y="72"/>
                </a:cxn>
                <a:cxn ang="0">
                  <a:pos x="5" y="72"/>
                </a:cxn>
                <a:cxn ang="0">
                  <a:pos x="6" y="72"/>
                </a:cxn>
                <a:cxn ang="0">
                  <a:pos x="8" y="71"/>
                </a:cxn>
                <a:cxn ang="0">
                  <a:pos x="8" y="71"/>
                </a:cxn>
                <a:cxn ang="0">
                  <a:pos x="22" y="55"/>
                </a:cxn>
                <a:cxn ang="0">
                  <a:pos x="34" y="40"/>
                </a:cxn>
                <a:cxn ang="0">
                  <a:pos x="47" y="24"/>
                </a:cxn>
                <a:cxn ang="0">
                  <a:pos x="61" y="9"/>
                </a:cxn>
                <a:cxn ang="0">
                  <a:pos x="61" y="9"/>
                </a:cxn>
                <a:cxn ang="0">
                  <a:pos x="62" y="7"/>
                </a:cxn>
                <a:cxn ang="0">
                  <a:pos x="62" y="6"/>
                </a:cxn>
                <a:cxn ang="0">
                  <a:pos x="61" y="4"/>
                </a:cxn>
                <a:cxn ang="0">
                  <a:pos x="60" y="3"/>
                </a:cxn>
                <a:cxn ang="0">
                  <a:pos x="59" y="1"/>
                </a:cxn>
                <a:cxn ang="0">
                  <a:pos x="57" y="0"/>
                </a:cxn>
                <a:cxn ang="0">
                  <a:pos x="56" y="0"/>
                </a:cxn>
                <a:cxn ang="0">
                  <a:pos x="54" y="1"/>
                </a:cxn>
                <a:cxn ang="0">
                  <a:pos x="54" y="1"/>
                </a:cxn>
              </a:cxnLst>
              <a:rect l="0" t="0" r="r" b="b"/>
              <a:pathLst>
                <a:path w="62" h="72">
                  <a:moveTo>
                    <a:pt x="54" y="1"/>
                  </a:moveTo>
                  <a:lnTo>
                    <a:pt x="54" y="1"/>
                  </a:lnTo>
                  <a:lnTo>
                    <a:pt x="40" y="17"/>
                  </a:lnTo>
                  <a:lnTo>
                    <a:pt x="28" y="32"/>
                  </a:lnTo>
                  <a:lnTo>
                    <a:pt x="15" y="49"/>
                  </a:lnTo>
                  <a:lnTo>
                    <a:pt x="2" y="63"/>
                  </a:lnTo>
                  <a:lnTo>
                    <a:pt x="2" y="63"/>
                  </a:lnTo>
                  <a:lnTo>
                    <a:pt x="0" y="66"/>
                  </a:lnTo>
                  <a:lnTo>
                    <a:pt x="0" y="68"/>
                  </a:lnTo>
                  <a:lnTo>
                    <a:pt x="1" y="69"/>
                  </a:lnTo>
                  <a:lnTo>
                    <a:pt x="2" y="71"/>
                  </a:lnTo>
                  <a:lnTo>
                    <a:pt x="3" y="72"/>
                  </a:lnTo>
                  <a:lnTo>
                    <a:pt x="5" y="72"/>
                  </a:lnTo>
                  <a:lnTo>
                    <a:pt x="6" y="72"/>
                  </a:lnTo>
                  <a:lnTo>
                    <a:pt x="8" y="71"/>
                  </a:lnTo>
                  <a:lnTo>
                    <a:pt x="8" y="71"/>
                  </a:lnTo>
                  <a:lnTo>
                    <a:pt x="22" y="55"/>
                  </a:lnTo>
                  <a:lnTo>
                    <a:pt x="34" y="40"/>
                  </a:lnTo>
                  <a:lnTo>
                    <a:pt x="47" y="24"/>
                  </a:lnTo>
                  <a:lnTo>
                    <a:pt x="61" y="9"/>
                  </a:lnTo>
                  <a:lnTo>
                    <a:pt x="61" y="9"/>
                  </a:lnTo>
                  <a:lnTo>
                    <a:pt x="62" y="7"/>
                  </a:lnTo>
                  <a:lnTo>
                    <a:pt x="62" y="6"/>
                  </a:lnTo>
                  <a:lnTo>
                    <a:pt x="61" y="4"/>
                  </a:lnTo>
                  <a:lnTo>
                    <a:pt x="60" y="3"/>
                  </a:lnTo>
                  <a:lnTo>
                    <a:pt x="59" y="1"/>
                  </a:lnTo>
                  <a:lnTo>
                    <a:pt x="57" y="0"/>
                  </a:lnTo>
                  <a:lnTo>
                    <a:pt x="56" y="0"/>
                  </a:lnTo>
                  <a:lnTo>
                    <a:pt x="54" y="1"/>
                  </a:lnTo>
                  <a:lnTo>
                    <a:pt x="5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7" name="Freeform 377"/>
            <p:cNvSpPr/>
            <p:nvPr/>
          </p:nvSpPr>
          <p:spPr bwMode="auto">
            <a:xfrm>
              <a:off x="4311650" y="3119438"/>
              <a:ext cx="20638" cy="39688"/>
            </a:xfrm>
            <a:custGeom>
              <a:avLst/>
              <a:gdLst/>
              <a:ahLst/>
              <a:cxnLst>
                <a:cxn ang="0">
                  <a:pos x="39" y="4"/>
                </a:cxn>
                <a:cxn ang="0">
                  <a:pos x="39" y="4"/>
                </a:cxn>
                <a:cxn ang="0">
                  <a:pos x="38" y="2"/>
                </a:cxn>
                <a:cxn ang="0">
                  <a:pos x="37" y="1"/>
                </a:cxn>
                <a:cxn ang="0">
                  <a:pos x="35" y="0"/>
                </a:cxn>
                <a:cxn ang="0">
                  <a:pos x="33" y="0"/>
                </a:cxn>
                <a:cxn ang="0">
                  <a:pos x="31" y="0"/>
                </a:cxn>
                <a:cxn ang="0">
                  <a:pos x="30" y="1"/>
                </a:cxn>
                <a:cxn ang="0">
                  <a:pos x="29" y="2"/>
                </a:cxn>
                <a:cxn ang="0">
                  <a:pos x="29" y="4"/>
                </a:cxn>
                <a:cxn ang="0">
                  <a:pos x="29" y="4"/>
                </a:cxn>
                <a:cxn ang="0">
                  <a:pos x="29" y="14"/>
                </a:cxn>
                <a:cxn ang="0">
                  <a:pos x="28" y="24"/>
                </a:cxn>
                <a:cxn ang="0">
                  <a:pos x="26" y="33"/>
                </a:cxn>
                <a:cxn ang="0">
                  <a:pos x="24" y="38"/>
                </a:cxn>
                <a:cxn ang="0">
                  <a:pos x="21" y="42"/>
                </a:cxn>
                <a:cxn ang="0">
                  <a:pos x="21" y="42"/>
                </a:cxn>
                <a:cxn ang="0">
                  <a:pos x="17" y="50"/>
                </a:cxn>
                <a:cxn ang="0">
                  <a:pos x="12" y="56"/>
                </a:cxn>
                <a:cxn ang="0">
                  <a:pos x="1" y="68"/>
                </a:cxn>
                <a:cxn ang="0">
                  <a:pos x="1" y="68"/>
                </a:cxn>
                <a:cxn ang="0">
                  <a:pos x="0" y="70"/>
                </a:cxn>
                <a:cxn ang="0">
                  <a:pos x="0" y="71"/>
                </a:cxn>
                <a:cxn ang="0">
                  <a:pos x="1" y="73"/>
                </a:cxn>
                <a:cxn ang="0">
                  <a:pos x="2" y="74"/>
                </a:cxn>
                <a:cxn ang="0">
                  <a:pos x="6" y="75"/>
                </a:cxn>
                <a:cxn ang="0">
                  <a:pos x="8" y="74"/>
                </a:cxn>
                <a:cxn ang="0">
                  <a:pos x="10" y="73"/>
                </a:cxn>
                <a:cxn ang="0">
                  <a:pos x="10" y="73"/>
                </a:cxn>
                <a:cxn ang="0">
                  <a:pos x="15" y="65"/>
                </a:cxn>
                <a:cxn ang="0">
                  <a:pos x="22" y="57"/>
                </a:cxn>
                <a:cxn ang="0">
                  <a:pos x="28" y="50"/>
                </a:cxn>
                <a:cxn ang="0">
                  <a:pos x="33" y="41"/>
                </a:cxn>
                <a:cxn ang="0">
                  <a:pos x="33" y="41"/>
                </a:cxn>
                <a:cxn ang="0">
                  <a:pos x="35" y="37"/>
                </a:cxn>
                <a:cxn ang="0">
                  <a:pos x="37" y="32"/>
                </a:cxn>
                <a:cxn ang="0">
                  <a:pos x="39" y="23"/>
                </a:cxn>
                <a:cxn ang="0">
                  <a:pos x="39" y="4"/>
                </a:cxn>
                <a:cxn ang="0">
                  <a:pos x="39" y="4"/>
                </a:cxn>
              </a:cxnLst>
              <a:rect l="0" t="0" r="r" b="b"/>
              <a:pathLst>
                <a:path w="39" h="75">
                  <a:moveTo>
                    <a:pt x="39" y="4"/>
                  </a:moveTo>
                  <a:lnTo>
                    <a:pt x="39" y="4"/>
                  </a:lnTo>
                  <a:lnTo>
                    <a:pt x="38" y="2"/>
                  </a:lnTo>
                  <a:lnTo>
                    <a:pt x="37" y="1"/>
                  </a:lnTo>
                  <a:lnTo>
                    <a:pt x="35" y="0"/>
                  </a:lnTo>
                  <a:lnTo>
                    <a:pt x="33" y="0"/>
                  </a:lnTo>
                  <a:lnTo>
                    <a:pt x="31" y="0"/>
                  </a:lnTo>
                  <a:lnTo>
                    <a:pt x="30" y="1"/>
                  </a:lnTo>
                  <a:lnTo>
                    <a:pt x="29" y="2"/>
                  </a:lnTo>
                  <a:lnTo>
                    <a:pt x="29" y="4"/>
                  </a:lnTo>
                  <a:lnTo>
                    <a:pt x="29" y="4"/>
                  </a:lnTo>
                  <a:lnTo>
                    <a:pt x="29" y="14"/>
                  </a:lnTo>
                  <a:lnTo>
                    <a:pt x="28" y="24"/>
                  </a:lnTo>
                  <a:lnTo>
                    <a:pt x="26" y="33"/>
                  </a:lnTo>
                  <a:lnTo>
                    <a:pt x="24" y="38"/>
                  </a:lnTo>
                  <a:lnTo>
                    <a:pt x="21" y="42"/>
                  </a:lnTo>
                  <a:lnTo>
                    <a:pt x="21" y="42"/>
                  </a:lnTo>
                  <a:lnTo>
                    <a:pt x="17" y="50"/>
                  </a:lnTo>
                  <a:lnTo>
                    <a:pt x="12" y="56"/>
                  </a:lnTo>
                  <a:lnTo>
                    <a:pt x="1" y="68"/>
                  </a:lnTo>
                  <a:lnTo>
                    <a:pt x="1" y="68"/>
                  </a:lnTo>
                  <a:lnTo>
                    <a:pt x="0" y="70"/>
                  </a:lnTo>
                  <a:lnTo>
                    <a:pt x="0" y="71"/>
                  </a:lnTo>
                  <a:lnTo>
                    <a:pt x="1" y="73"/>
                  </a:lnTo>
                  <a:lnTo>
                    <a:pt x="2" y="74"/>
                  </a:lnTo>
                  <a:lnTo>
                    <a:pt x="6" y="75"/>
                  </a:lnTo>
                  <a:lnTo>
                    <a:pt x="8" y="74"/>
                  </a:lnTo>
                  <a:lnTo>
                    <a:pt x="10" y="73"/>
                  </a:lnTo>
                  <a:lnTo>
                    <a:pt x="10" y="73"/>
                  </a:lnTo>
                  <a:lnTo>
                    <a:pt x="15" y="65"/>
                  </a:lnTo>
                  <a:lnTo>
                    <a:pt x="22" y="57"/>
                  </a:lnTo>
                  <a:lnTo>
                    <a:pt x="28" y="50"/>
                  </a:lnTo>
                  <a:lnTo>
                    <a:pt x="33" y="41"/>
                  </a:lnTo>
                  <a:lnTo>
                    <a:pt x="33" y="41"/>
                  </a:lnTo>
                  <a:lnTo>
                    <a:pt x="35" y="37"/>
                  </a:lnTo>
                  <a:lnTo>
                    <a:pt x="37" y="32"/>
                  </a:lnTo>
                  <a:lnTo>
                    <a:pt x="39" y="23"/>
                  </a:lnTo>
                  <a:lnTo>
                    <a:pt x="39" y="4"/>
                  </a:lnTo>
                  <a:lnTo>
                    <a:pt x="3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8" name="Freeform 378"/>
            <p:cNvSpPr/>
            <p:nvPr/>
          </p:nvSpPr>
          <p:spPr bwMode="auto">
            <a:xfrm>
              <a:off x="4568825" y="3319463"/>
              <a:ext cx="41275" cy="146050"/>
            </a:xfrm>
            <a:custGeom>
              <a:avLst/>
              <a:gdLst/>
              <a:ahLst/>
              <a:cxnLst>
                <a:cxn ang="0">
                  <a:pos x="72" y="2"/>
                </a:cxn>
                <a:cxn ang="0">
                  <a:pos x="72" y="2"/>
                </a:cxn>
                <a:cxn ang="0">
                  <a:pos x="64" y="16"/>
                </a:cxn>
                <a:cxn ang="0">
                  <a:pos x="58" y="30"/>
                </a:cxn>
                <a:cxn ang="0">
                  <a:pos x="51" y="45"/>
                </a:cxn>
                <a:cxn ang="0">
                  <a:pos x="47" y="60"/>
                </a:cxn>
                <a:cxn ang="0">
                  <a:pos x="40" y="91"/>
                </a:cxn>
                <a:cxn ang="0">
                  <a:pos x="34" y="122"/>
                </a:cxn>
                <a:cxn ang="0">
                  <a:pos x="34" y="122"/>
                </a:cxn>
                <a:cxn ang="0">
                  <a:pos x="26" y="158"/>
                </a:cxn>
                <a:cxn ang="0">
                  <a:pos x="17" y="195"/>
                </a:cxn>
                <a:cxn ang="0">
                  <a:pos x="17" y="195"/>
                </a:cxn>
                <a:cxn ang="0">
                  <a:pos x="12" y="214"/>
                </a:cxn>
                <a:cxn ang="0">
                  <a:pos x="7" y="233"/>
                </a:cxn>
                <a:cxn ang="0">
                  <a:pos x="3" y="251"/>
                </a:cxn>
                <a:cxn ang="0">
                  <a:pos x="1" y="260"/>
                </a:cxn>
                <a:cxn ang="0">
                  <a:pos x="0" y="270"/>
                </a:cxn>
                <a:cxn ang="0">
                  <a:pos x="0" y="270"/>
                </a:cxn>
                <a:cxn ang="0">
                  <a:pos x="0" y="272"/>
                </a:cxn>
                <a:cxn ang="0">
                  <a:pos x="1" y="274"/>
                </a:cxn>
                <a:cxn ang="0">
                  <a:pos x="3" y="274"/>
                </a:cxn>
                <a:cxn ang="0">
                  <a:pos x="5" y="275"/>
                </a:cxn>
                <a:cxn ang="0">
                  <a:pos x="6" y="274"/>
                </a:cxn>
                <a:cxn ang="0">
                  <a:pos x="8" y="274"/>
                </a:cxn>
                <a:cxn ang="0">
                  <a:pos x="9" y="272"/>
                </a:cxn>
                <a:cxn ang="0">
                  <a:pos x="9" y="270"/>
                </a:cxn>
                <a:cxn ang="0">
                  <a:pos x="9" y="270"/>
                </a:cxn>
                <a:cxn ang="0">
                  <a:pos x="10" y="260"/>
                </a:cxn>
                <a:cxn ang="0">
                  <a:pos x="12" y="251"/>
                </a:cxn>
                <a:cxn ang="0">
                  <a:pos x="16" y="234"/>
                </a:cxn>
                <a:cxn ang="0">
                  <a:pos x="21" y="216"/>
                </a:cxn>
                <a:cxn ang="0">
                  <a:pos x="27" y="197"/>
                </a:cxn>
                <a:cxn ang="0">
                  <a:pos x="27" y="197"/>
                </a:cxn>
                <a:cxn ang="0">
                  <a:pos x="40" y="133"/>
                </a:cxn>
                <a:cxn ang="0">
                  <a:pos x="40" y="133"/>
                </a:cxn>
                <a:cxn ang="0">
                  <a:pos x="47" y="100"/>
                </a:cxn>
                <a:cxn ang="0">
                  <a:pos x="55" y="68"/>
                </a:cxn>
                <a:cxn ang="0">
                  <a:pos x="60" y="52"/>
                </a:cxn>
                <a:cxn ang="0">
                  <a:pos x="65" y="36"/>
                </a:cxn>
                <a:cxn ang="0">
                  <a:pos x="72" y="21"/>
                </a:cxn>
                <a:cxn ang="0">
                  <a:pos x="80" y="6"/>
                </a:cxn>
                <a:cxn ang="0">
                  <a:pos x="80" y="6"/>
                </a:cxn>
                <a:cxn ang="0">
                  <a:pos x="80" y="5"/>
                </a:cxn>
                <a:cxn ang="0">
                  <a:pos x="80" y="3"/>
                </a:cxn>
                <a:cxn ang="0">
                  <a:pos x="79" y="2"/>
                </a:cxn>
                <a:cxn ang="0">
                  <a:pos x="78" y="0"/>
                </a:cxn>
                <a:cxn ang="0">
                  <a:pos x="77" y="0"/>
                </a:cxn>
                <a:cxn ang="0">
                  <a:pos x="75" y="0"/>
                </a:cxn>
                <a:cxn ang="0">
                  <a:pos x="73" y="0"/>
                </a:cxn>
                <a:cxn ang="0">
                  <a:pos x="72" y="2"/>
                </a:cxn>
                <a:cxn ang="0">
                  <a:pos x="72" y="2"/>
                </a:cxn>
              </a:cxnLst>
              <a:rect l="0" t="0" r="r" b="b"/>
              <a:pathLst>
                <a:path w="80" h="275">
                  <a:moveTo>
                    <a:pt x="72" y="2"/>
                  </a:moveTo>
                  <a:lnTo>
                    <a:pt x="72" y="2"/>
                  </a:lnTo>
                  <a:lnTo>
                    <a:pt x="64" y="16"/>
                  </a:lnTo>
                  <a:lnTo>
                    <a:pt x="58" y="30"/>
                  </a:lnTo>
                  <a:lnTo>
                    <a:pt x="51" y="45"/>
                  </a:lnTo>
                  <a:lnTo>
                    <a:pt x="47" y="60"/>
                  </a:lnTo>
                  <a:lnTo>
                    <a:pt x="40" y="91"/>
                  </a:lnTo>
                  <a:lnTo>
                    <a:pt x="34" y="122"/>
                  </a:lnTo>
                  <a:lnTo>
                    <a:pt x="34" y="122"/>
                  </a:lnTo>
                  <a:lnTo>
                    <a:pt x="26" y="158"/>
                  </a:lnTo>
                  <a:lnTo>
                    <a:pt x="17" y="195"/>
                  </a:lnTo>
                  <a:lnTo>
                    <a:pt x="17" y="195"/>
                  </a:lnTo>
                  <a:lnTo>
                    <a:pt x="12" y="214"/>
                  </a:lnTo>
                  <a:lnTo>
                    <a:pt x="7" y="233"/>
                  </a:lnTo>
                  <a:lnTo>
                    <a:pt x="3" y="251"/>
                  </a:lnTo>
                  <a:lnTo>
                    <a:pt x="1" y="260"/>
                  </a:lnTo>
                  <a:lnTo>
                    <a:pt x="0" y="270"/>
                  </a:lnTo>
                  <a:lnTo>
                    <a:pt x="0" y="270"/>
                  </a:lnTo>
                  <a:lnTo>
                    <a:pt x="0" y="272"/>
                  </a:lnTo>
                  <a:lnTo>
                    <a:pt x="1" y="274"/>
                  </a:lnTo>
                  <a:lnTo>
                    <a:pt x="3" y="274"/>
                  </a:lnTo>
                  <a:lnTo>
                    <a:pt x="5" y="275"/>
                  </a:lnTo>
                  <a:lnTo>
                    <a:pt x="6" y="274"/>
                  </a:lnTo>
                  <a:lnTo>
                    <a:pt x="8" y="274"/>
                  </a:lnTo>
                  <a:lnTo>
                    <a:pt x="9" y="272"/>
                  </a:lnTo>
                  <a:lnTo>
                    <a:pt x="9" y="270"/>
                  </a:lnTo>
                  <a:lnTo>
                    <a:pt x="9" y="270"/>
                  </a:lnTo>
                  <a:lnTo>
                    <a:pt x="10" y="260"/>
                  </a:lnTo>
                  <a:lnTo>
                    <a:pt x="12" y="251"/>
                  </a:lnTo>
                  <a:lnTo>
                    <a:pt x="16" y="234"/>
                  </a:lnTo>
                  <a:lnTo>
                    <a:pt x="21" y="216"/>
                  </a:lnTo>
                  <a:lnTo>
                    <a:pt x="27" y="197"/>
                  </a:lnTo>
                  <a:lnTo>
                    <a:pt x="27" y="197"/>
                  </a:lnTo>
                  <a:lnTo>
                    <a:pt x="40" y="133"/>
                  </a:lnTo>
                  <a:lnTo>
                    <a:pt x="40" y="133"/>
                  </a:lnTo>
                  <a:lnTo>
                    <a:pt x="47" y="100"/>
                  </a:lnTo>
                  <a:lnTo>
                    <a:pt x="55" y="68"/>
                  </a:lnTo>
                  <a:lnTo>
                    <a:pt x="60" y="52"/>
                  </a:lnTo>
                  <a:lnTo>
                    <a:pt x="65" y="36"/>
                  </a:lnTo>
                  <a:lnTo>
                    <a:pt x="72" y="21"/>
                  </a:lnTo>
                  <a:lnTo>
                    <a:pt x="80" y="6"/>
                  </a:lnTo>
                  <a:lnTo>
                    <a:pt x="80" y="6"/>
                  </a:lnTo>
                  <a:lnTo>
                    <a:pt x="80" y="5"/>
                  </a:lnTo>
                  <a:lnTo>
                    <a:pt x="80" y="3"/>
                  </a:lnTo>
                  <a:lnTo>
                    <a:pt x="79" y="2"/>
                  </a:lnTo>
                  <a:lnTo>
                    <a:pt x="78" y="0"/>
                  </a:lnTo>
                  <a:lnTo>
                    <a:pt x="77" y="0"/>
                  </a:lnTo>
                  <a:lnTo>
                    <a:pt x="75" y="0"/>
                  </a:lnTo>
                  <a:lnTo>
                    <a:pt x="73" y="0"/>
                  </a:lnTo>
                  <a:lnTo>
                    <a:pt x="72" y="2"/>
                  </a:lnTo>
                  <a:lnTo>
                    <a:pt x="7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9" name="Freeform 379"/>
            <p:cNvSpPr/>
            <p:nvPr/>
          </p:nvSpPr>
          <p:spPr bwMode="auto">
            <a:xfrm>
              <a:off x="4610100" y="3270250"/>
              <a:ext cx="46038" cy="166688"/>
            </a:xfrm>
            <a:custGeom>
              <a:avLst/>
              <a:gdLst/>
              <a:ahLst/>
              <a:cxnLst>
                <a:cxn ang="0">
                  <a:pos x="77" y="3"/>
                </a:cxn>
                <a:cxn ang="0">
                  <a:pos x="77" y="3"/>
                </a:cxn>
                <a:cxn ang="0">
                  <a:pos x="72" y="21"/>
                </a:cxn>
                <a:cxn ang="0">
                  <a:pos x="65" y="38"/>
                </a:cxn>
                <a:cxn ang="0">
                  <a:pos x="58" y="55"/>
                </a:cxn>
                <a:cxn ang="0">
                  <a:pos x="53" y="72"/>
                </a:cxn>
                <a:cxn ang="0">
                  <a:pos x="53" y="72"/>
                </a:cxn>
                <a:cxn ang="0">
                  <a:pos x="31" y="156"/>
                </a:cxn>
                <a:cxn ang="0">
                  <a:pos x="31" y="156"/>
                </a:cxn>
                <a:cxn ang="0">
                  <a:pos x="27" y="177"/>
                </a:cxn>
                <a:cxn ang="0">
                  <a:pos x="24" y="197"/>
                </a:cxn>
                <a:cxn ang="0">
                  <a:pos x="20" y="219"/>
                </a:cxn>
                <a:cxn ang="0">
                  <a:pos x="16" y="240"/>
                </a:cxn>
                <a:cxn ang="0">
                  <a:pos x="16" y="240"/>
                </a:cxn>
                <a:cxn ang="0">
                  <a:pos x="7" y="276"/>
                </a:cxn>
                <a:cxn ang="0">
                  <a:pos x="2" y="293"/>
                </a:cxn>
                <a:cxn ang="0">
                  <a:pos x="0" y="313"/>
                </a:cxn>
                <a:cxn ang="0">
                  <a:pos x="0" y="313"/>
                </a:cxn>
                <a:cxn ang="0">
                  <a:pos x="1" y="315"/>
                </a:cxn>
                <a:cxn ang="0">
                  <a:pos x="1" y="316"/>
                </a:cxn>
                <a:cxn ang="0">
                  <a:pos x="3" y="317"/>
                </a:cxn>
                <a:cxn ang="0">
                  <a:pos x="6" y="317"/>
                </a:cxn>
                <a:cxn ang="0">
                  <a:pos x="7" y="317"/>
                </a:cxn>
                <a:cxn ang="0">
                  <a:pos x="9" y="316"/>
                </a:cxn>
                <a:cxn ang="0">
                  <a:pos x="10" y="315"/>
                </a:cxn>
                <a:cxn ang="0">
                  <a:pos x="10" y="313"/>
                </a:cxn>
                <a:cxn ang="0">
                  <a:pos x="10" y="313"/>
                </a:cxn>
                <a:cxn ang="0">
                  <a:pos x="11" y="303"/>
                </a:cxn>
                <a:cxn ang="0">
                  <a:pos x="13" y="292"/>
                </a:cxn>
                <a:cxn ang="0">
                  <a:pos x="17" y="273"/>
                </a:cxn>
                <a:cxn ang="0">
                  <a:pos x="27" y="234"/>
                </a:cxn>
                <a:cxn ang="0">
                  <a:pos x="27" y="234"/>
                </a:cxn>
                <a:cxn ang="0">
                  <a:pos x="31" y="215"/>
                </a:cxn>
                <a:cxn ang="0">
                  <a:pos x="34" y="196"/>
                </a:cxn>
                <a:cxn ang="0">
                  <a:pos x="36" y="177"/>
                </a:cxn>
                <a:cxn ang="0">
                  <a:pos x="41" y="158"/>
                </a:cxn>
                <a:cxn ang="0">
                  <a:pos x="41" y="158"/>
                </a:cxn>
                <a:cxn ang="0">
                  <a:pos x="60" y="84"/>
                </a:cxn>
                <a:cxn ang="0">
                  <a:pos x="60" y="84"/>
                </a:cxn>
                <a:cxn ang="0">
                  <a:pos x="66" y="64"/>
                </a:cxn>
                <a:cxn ang="0">
                  <a:pos x="73" y="44"/>
                </a:cxn>
                <a:cxn ang="0">
                  <a:pos x="80" y="26"/>
                </a:cxn>
                <a:cxn ang="0">
                  <a:pos x="86" y="6"/>
                </a:cxn>
                <a:cxn ang="0">
                  <a:pos x="86" y="6"/>
                </a:cxn>
                <a:cxn ang="0">
                  <a:pos x="86" y="4"/>
                </a:cxn>
                <a:cxn ang="0">
                  <a:pos x="85" y="2"/>
                </a:cxn>
                <a:cxn ang="0">
                  <a:pos x="84" y="1"/>
                </a:cxn>
                <a:cxn ang="0">
                  <a:pos x="82" y="0"/>
                </a:cxn>
                <a:cxn ang="0">
                  <a:pos x="81" y="0"/>
                </a:cxn>
                <a:cxn ang="0">
                  <a:pos x="79" y="0"/>
                </a:cxn>
                <a:cxn ang="0">
                  <a:pos x="78" y="1"/>
                </a:cxn>
                <a:cxn ang="0">
                  <a:pos x="77" y="3"/>
                </a:cxn>
                <a:cxn ang="0">
                  <a:pos x="77" y="3"/>
                </a:cxn>
              </a:cxnLst>
              <a:rect l="0" t="0" r="r" b="b"/>
              <a:pathLst>
                <a:path w="86" h="317">
                  <a:moveTo>
                    <a:pt x="77" y="3"/>
                  </a:moveTo>
                  <a:lnTo>
                    <a:pt x="77" y="3"/>
                  </a:lnTo>
                  <a:lnTo>
                    <a:pt x="72" y="21"/>
                  </a:lnTo>
                  <a:lnTo>
                    <a:pt x="65" y="38"/>
                  </a:lnTo>
                  <a:lnTo>
                    <a:pt x="58" y="55"/>
                  </a:lnTo>
                  <a:lnTo>
                    <a:pt x="53" y="72"/>
                  </a:lnTo>
                  <a:lnTo>
                    <a:pt x="53" y="72"/>
                  </a:lnTo>
                  <a:lnTo>
                    <a:pt x="31" y="156"/>
                  </a:lnTo>
                  <a:lnTo>
                    <a:pt x="31" y="156"/>
                  </a:lnTo>
                  <a:lnTo>
                    <a:pt x="27" y="177"/>
                  </a:lnTo>
                  <a:lnTo>
                    <a:pt x="24" y="197"/>
                  </a:lnTo>
                  <a:lnTo>
                    <a:pt x="20" y="219"/>
                  </a:lnTo>
                  <a:lnTo>
                    <a:pt x="16" y="240"/>
                  </a:lnTo>
                  <a:lnTo>
                    <a:pt x="16" y="240"/>
                  </a:lnTo>
                  <a:lnTo>
                    <a:pt x="7" y="276"/>
                  </a:lnTo>
                  <a:lnTo>
                    <a:pt x="2" y="293"/>
                  </a:lnTo>
                  <a:lnTo>
                    <a:pt x="0" y="313"/>
                  </a:lnTo>
                  <a:lnTo>
                    <a:pt x="0" y="313"/>
                  </a:lnTo>
                  <a:lnTo>
                    <a:pt x="1" y="315"/>
                  </a:lnTo>
                  <a:lnTo>
                    <a:pt x="1" y="316"/>
                  </a:lnTo>
                  <a:lnTo>
                    <a:pt x="3" y="317"/>
                  </a:lnTo>
                  <a:lnTo>
                    <a:pt x="6" y="317"/>
                  </a:lnTo>
                  <a:lnTo>
                    <a:pt x="7" y="317"/>
                  </a:lnTo>
                  <a:lnTo>
                    <a:pt x="9" y="316"/>
                  </a:lnTo>
                  <a:lnTo>
                    <a:pt x="10" y="315"/>
                  </a:lnTo>
                  <a:lnTo>
                    <a:pt x="10" y="313"/>
                  </a:lnTo>
                  <a:lnTo>
                    <a:pt x="10" y="313"/>
                  </a:lnTo>
                  <a:lnTo>
                    <a:pt x="11" y="303"/>
                  </a:lnTo>
                  <a:lnTo>
                    <a:pt x="13" y="292"/>
                  </a:lnTo>
                  <a:lnTo>
                    <a:pt x="17" y="273"/>
                  </a:lnTo>
                  <a:lnTo>
                    <a:pt x="27" y="234"/>
                  </a:lnTo>
                  <a:lnTo>
                    <a:pt x="27" y="234"/>
                  </a:lnTo>
                  <a:lnTo>
                    <a:pt x="31" y="215"/>
                  </a:lnTo>
                  <a:lnTo>
                    <a:pt x="34" y="196"/>
                  </a:lnTo>
                  <a:lnTo>
                    <a:pt x="36" y="177"/>
                  </a:lnTo>
                  <a:lnTo>
                    <a:pt x="41" y="158"/>
                  </a:lnTo>
                  <a:lnTo>
                    <a:pt x="41" y="158"/>
                  </a:lnTo>
                  <a:lnTo>
                    <a:pt x="60" y="84"/>
                  </a:lnTo>
                  <a:lnTo>
                    <a:pt x="60" y="84"/>
                  </a:lnTo>
                  <a:lnTo>
                    <a:pt x="66" y="64"/>
                  </a:lnTo>
                  <a:lnTo>
                    <a:pt x="73" y="44"/>
                  </a:lnTo>
                  <a:lnTo>
                    <a:pt x="80" y="26"/>
                  </a:lnTo>
                  <a:lnTo>
                    <a:pt x="86" y="6"/>
                  </a:lnTo>
                  <a:lnTo>
                    <a:pt x="86" y="6"/>
                  </a:lnTo>
                  <a:lnTo>
                    <a:pt x="86" y="4"/>
                  </a:lnTo>
                  <a:lnTo>
                    <a:pt x="85" y="2"/>
                  </a:lnTo>
                  <a:lnTo>
                    <a:pt x="84" y="1"/>
                  </a:lnTo>
                  <a:lnTo>
                    <a:pt x="82" y="0"/>
                  </a:lnTo>
                  <a:lnTo>
                    <a:pt x="81" y="0"/>
                  </a:lnTo>
                  <a:lnTo>
                    <a:pt x="79" y="0"/>
                  </a:lnTo>
                  <a:lnTo>
                    <a:pt x="78" y="1"/>
                  </a:lnTo>
                  <a:lnTo>
                    <a:pt x="77" y="3"/>
                  </a:lnTo>
                  <a:lnTo>
                    <a:pt x="7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0" name="Freeform 380"/>
            <p:cNvSpPr/>
            <p:nvPr/>
          </p:nvSpPr>
          <p:spPr bwMode="auto">
            <a:xfrm>
              <a:off x="4660900" y="3228975"/>
              <a:ext cx="38100" cy="158750"/>
            </a:xfrm>
            <a:custGeom>
              <a:avLst/>
              <a:gdLst/>
              <a:ahLst/>
              <a:cxnLst>
                <a:cxn ang="0">
                  <a:pos x="62" y="5"/>
                </a:cxn>
                <a:cxn ang="0">
                  <a:pos x="62" y="5"/>
                </a:cxn>
                <a:cxn ang="0">
                  <a:pos x="59" y="23"/>
                </a:cxn>
                <a:cxn ang="0">
                  <a:pos x="56" y="43"/>
                </a:cxn>
                <a:cxn ang="0">
                  <a:pos x="46" y="80"/>
                </a:cxn>
                <a:cxn ang="0">
                  <a:pos x="46" y="80"/>
                </a:cxn>
                <a:cxn ang="0">
                  <a:pos x="35" y="117"/>
                </a:cxn>
                <a:cxn ang="0">
                  <a:pos x="31" y="136"/>
                </a:cxn>
                <a:cxn ang="0">
                  <a:pos x="27" y="155"/>
                </a:cxn>
                <a:cxn ang="0">
                  <a:pos x="27" y="155"/>
                </a:cxn>
                <a:cxn ang="0">
                  <a:pos x="20" y="189"/>
                </a:cxn>
                <a:cxn ang="0">
                  <a:pos x="13" y="224"/>
                </a:cxn>
                <a:cxn ang="0">
                  <a:pos x="6" y="259"/>
                </a:cxn>
                <a:cxn ang="0">
                  <a:pos x="2" y="276"/>
                </a:cxn>
                <a:cxn ang="0">
                  <a:pos x="0" y="294"/>
                </a:cxn>
                <a:cxn ang="0">
                  <a:pos x="0" y="294"/>
                </a:cxn>
                <a:cxn ang="0">
                  <a:pos x="0" y="296"/>
                </a:cxn>
                <a:cxn ang="0">
                  <a:pos x="1" y="297"/>
                </a:cxn>
                <a:cxn ang="0">
                  <a:pos x="3" y="298"/>
                </a:cxn>
                <a:cxn ang="0">
                  <a:pos x="4" y="298"/>
                </a:cxn>
                <a:cxn ang="0">
                  <a:pos x="8" y="297"/>
                </a:cxn>
                <a:cxn ang="0">
                  <a:pos x="10" y="296"/>
                </a:cxn>
                <a:cxn ang="0">
                  <a:pos x="10" y="294"/>
                </a:cxn>
                <a:cxn ang="0">
                  <a:pos x="10" y="294"/>
                </a:cxn>
                <a:cxn ang="0">
                  <a:pos x="13" y="274"/>
                </a:cxn>
                <a:cxn ang="0">
                  <a:pos x="16" y="255"/>
                </a:cxn>
                <a:cxn ang="0">
                  <a:pos x="24" y="216"/>
                </a:cxn>
                <a:cxn ang="0">
                  <a:pos x="24" y="216"/>
                </a:cxn>
                <a:cxn ang="0">
                  <a:pos x="31" y="177"/>
                </a:cxn>
                <a:cxn ang="0">
                  <a:pos x="35" y="159"/>
                </a:cxn>
                <a:cxn ang="0">
                  <a:pos x="41" y="140"/>
                </a:cxn>
                <a:cxn ang="0">
                  <a:pos x="41" y="140"/>
                </a:cxn>
                <a:cxn ang="0">
                  <a:pos x="46" y="122"/>
                </a:cxn>
                <a:cxn ang="0">
                  <a:pos x="50" y="103"/>
                </a:cxn>
                <a:cxn ang="0">
                  <a:pos x="55" y="84"/>
                </a:cxn>
                <a:cxn ang="0">
                  <a:pos x="59" y="66"/>
                </a:cxn>
                <a:cxn ang="0">
                  <a:pos x="59" y="66"/>
                </a:cxn>
                <a:cxn ang="0">
                  <a:pos x="63" y="51"/>
                </a:cxn>
                <a:cxn ang="0">
                  <a:pos x="68" y="36"/>
                </a:cxn>
                <a:cxn ang="0">
                  <a:pos x="70" y="20"/>
                </a:cxn>
                <a:cxn ang="0">
                  <a:pos x="72" y="5"/>
                </a:cxn>
                <a:cxn ang="0">
                  <a:pos x="72" y="5"/>
                </a:cxn>
                <a:cxn ang="0">
                  <a:pos x="72" y="3"/>
                </a:cxn>
                <a:cxn ang="0">
                  <a:pos x="71" y="2"/>
                </a:cxn>
                <a:cxn ang="0">
                  <a:pos x="69" y="1"/>
                </a:cxn>
                <a:cxn ang="0">
                  <a:pos x="68" y="0"/>
                </a:cxn>
                <a:cxn ang="0">
                  <a:pos x="65" y="1"/>
                </a:cxn>
                <a:cxn ang="0">
                  <a:pos x="63" y="2"/>
                </a:cxn>
                <a:cxn ang="0">
                  <a:pos x="62" y="3"/>
                </a:cxn>
                <a:cxn ang="0">
                  <a:pos x="62" y="5"/>
                </a:cxn>
                <a:cxn ang="0">
                  <a:pos x="62" y="5"/>
                </a:cxn>
              </a:cxnLst>
              <a:rect l="0" t="0" r="r" b="b"/>
              <a:pathLst>
                <a:path w="72" h="298">
                  <a:moveTo>
                    <a:pt x="62" y="5"/>
                  </a:moveTo>
                  <a:lnTo>
                    <a:pt x="62" y="5"/>
                  </a:lnTo>
                  <a:lnTo>
                    <a:pt x="59" y="23"/>
                  </a:lnTo>
                  <a:lnTo>
                    <a:pt x="56" y="43"/>
                  </a:lnTo>
                  <a:lnTo>
                    <a:pt x="46" y="80"/>
                  </a:lnTo>
                  <a:lnTo>
                    <a:pt x="46" y="80"/>
                  </a:lnTo>
                  <a:lnTo>
                    <a:pt x="35" y="117"/>
                  </a:lnTo>
                  <a:lnTo>
                    <a:pt x="31" y="136"/>
                  </a:lnTo>
                  <a:lnTo>
                    <a:pt x="27" y="155"/>
                  </a:lnTo>
                  <a:lnTo>
                    <a:pt x="27" y="155"/>
                  </a:lnTo>
                  <a:lnTo>
                    <a:pt x="20" y="189"/>
                  </a:lnTo>
                  <a:lnTo>
                    <a:pt x="13" y="224"/>
                  </a:lnTo>
                  <a:lnTo>
                    <a:pt x="6" y="259"/>
                  </a:lnTo>
                  <a:lnTo>
                    <a:pt x="2" y="276"/>
                  </a:lnTo>
                  <a:lnTo>
                    <a:pt x="0" y="294"/>
                  </a:lnTo>
                  <a:lnTo>
                    <a:pt x="0" y="294"/>
                  </a:lnTo>
                  <a:lnTo>
                    <a:pt x="0" y="296"/>
                  </a:lnTo>
                  <a:lnTo>
                    <a:pt x="1" y="297"/>
                  </a:lnTo>
                  <a:lnTo>
                    <a:pt x="3" y="298"/>
                  </a:lnTo>
                  <a:lnTo>
                    <a:pt x="4" y="298"/>
                  </a:lnTo>
                  <a:lnTo>
                    <a:pt x="8" y="297"/>
                  </a:lnTo>
                  <a:lnTo>
                    <a:pt x="10" y="296"/>
                  </a:lnTo>
                  <a:lnTo>
                    <a:pt x="10" y="294"/>
                  </a:lnTo>
                  <a:lnTo>
                    <a:pt x="10" y="294"/>
                  </a:lnTo>
                  <a:lnTo>
                    <a:pt x="13" y="274"/>
                  </a:lnTo>
                  <a:lnTo>
                    <a:pt x="16" y="255"/>
                  </a:lnTo>
                  <a:lnTo>
                    <a:pt x="24" y="216"/>
                  </a:lnTo>
                  <a:lnTo>
                    <a:pt x="24" y="216"/>
                  </a:lnTo>
                  <a:lnTo>
                    <a:pt x="31" y="177"/>
                  </a:lnTo>
                  <a:lnTo>
                    <a:pt x="35" y="159"/>
                  </a:lnTo>
                  <a:lnTo>
                    <a:pt x="41" y="140"/>
                  </a:lnTo>
                  <a:lnTo>
                    <a:pt x="41" y="140"/>
                  </a:lnTo>
                  <a:lnTo>
                    <a:pt x="46" y="122"/>
                  </a:lnTo>
                  <a:lnTo>
                    <a:pt x="50" y="103"/>
                  </a:lnTo>
                  <a:lnTo>
                    <a:pt x="55" y="84"/>
                  </a:lnTo>
                  <a:lnTo>
                    <a:pt x="59" y="66"/>
                  </a:lnTo>
                  <a:lnTo>
                    <a:pt x="59" y="66"/>
                  </a:lnTo>
                  <a:lnTo>
                    <a:pt x="63" y="51"/>
                  </a:lnTo>
                  <a:lnTo>
                    <a:pt x="68" y="36"/>
                  </a:lnTo>
                  <a:lnTo>
                    <a:pt x="70" y="20"/>
                  </a:lnTo>
                  <a:lnTo>
                    <a:pt x="72" y="5"/>
                  </a:lnTo>
                  <a:lnTo>
                    <a:pt x="72" y="5"/>
                  </a:lnTo>
                  <a:lnTo>
                    <a:pt x="72" y="3"/>
                  </a:lnTo>
                  <a:lnTo>
                    <a:pt x="71" y="2"/>
                  </a:lnTo>
                  <a:lnTo>
                    <a:pt x="69" y="1"/>
                  </a:lnTo>
                  <a:lnTo>
                    <a:pt x="68" y="0"/>
                  </a:lnTo>
                  <a:lnTo>
                    <a:pt x="65" y="1"/>
                  </a:lnTo>
                  <a:lnTo>
                    <a:pt x="63" y="2"/>
                  </a:lnTo>
                  <a:lnTo>
                    <a:pt x="62" y="3"/>
                  </a:lnTo>
                  <a:lnTo>
                    <a:pt x="62" y="5"/>
                  </a:lnTo>
                  <a:lnTo>
                    <a:pt x="62"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1" name="Freeform 381"/>
            <p:cNvSpPr/>
            <p:nvPr/>
          </p:nvSpPr>
          <p:spPr bwMode="auto">
            <a:xfrm>
              <a:off x="4719638" y="3197225"/>
              <a:ext cx="39688" cy="139700"/>
            </a:xfrm>
            <a:custGeom>
              <a:avLst/>
              <a:gdLst/>
              <a:ahLst/>
              <a:cxnLst>
                <a:cxn ang="0">
                  <a:pos x="66" y="3"/>
                </a:cxn>
                <a:cxn ang="0">
                  <a:pos x="66" y="3"/>
                </a:cxn>
                <a:cxn ang="0">
                  <a:pos x="55" y="28"/>
                </a:cxn>
                <a:cxn ang="0">
                  <a:pos x="49" y="40"/>
                </a:cxn>
                <a:cxn ang="0">
                  <a:pos x="44" y="53"/>
                </a:cxn>
                <a:cxn ang="0">
                  <a:pos x="44" y="53"/>
                </a:cxn>
                <a:cxn ang="0">
                  <a:pos x="39" y="72"/>
                </a:cxn>
                <a:cxn ang="0">
                  <a:pos x="35" y="91"/>
                </a:cxn>
                <a:cxn ang="0">
                  <a:pos x="31" y="109"/>
                </a:cxn>
                <a:cxn ang="0">
                  <a:pos x="26" y="128"/>
                </a:cxn>
                <a:cxn ang="0">
                  <a:pos x="26" y="128"/>
                </a:cxn>
                <a:cxn ang="0">
                  <a:pos x="22" y="144"/>
                </a:cxn>
                <a:cxn ang="0">
                  <a:pos x="18" y="160"/>
                </a:cxn>
                <a:cxn ang="0">
                  <a:pos x="15" y="176"/>
                </a:cxn>
                <a:cxn ang="0">
                  <a:pos x="12" y="193"/>
                </a:cxn>
                <a:cxn ang="0">
                  <a:pos x="12" y="193"/>
                </a:cxn>
                <a:cxn ang="0">
                  <a:pos x="5" y="227"/>
                </a:cxn>
                <a:cxn ang="0">
                  <a:pos x="2" y="243"/>
                </a:cxn>
                <a:cxn ang="0">
                  <a:pos x="0" y="260"/>
                </a:cxn>
                <a:cxn ang="0">
                  <a:pos x="0" y="260"/>
                </a:cxn>
                <a:cxn ang="0">
                  <a:pos x="0" y="262"/>
                </a:cxn>
                <a:cxn ang="0">
                  <a:pos x="1" y="263"/>
                </a:cxn>
                <a:cxn ang="0">
                  <a:pos x="2" y="264"/>
                </a:cxn>
                <a:cxn ang="0">
                  <a:pos x="4" y="264"/>
                </a:cxn>
                <a:cxn ang="0">
                  <a:pos x="7" y="263"/>
                </a:cxn>
                <a:cxn ang="0">
                  <a:pos x="8" y="262"/>
                </a:cxn>
                <a:cxn ang="0">
                  <a:pos x="9" y="260"/>
                </a:cxn>
                <a:cxn ang="0">
                  <a:pos x="9" y="260"/>
                </a:cxn>
                <a:cxn ang="0">
                  <a:pos x="12" y="241"/>
                </a:cxn>
                <a:cxn ang="0">
                  <a:pos x="15" y="224"/>
                </a:cxn>
                <a:cxn ang="0">
                  <a:pos x="24" y="188"/>
                </a:cxn>
                <a:cxn ang="0">
                  <a:pos x="24" y="188"/>
                </a:cxn>
                <a:cxn ang="0">
                  <a:pos x="30" y="155"/>
                </a:cxn>
                <a:cxn ang="0">
                  <a:pos x="33" y="138"/>
                </a:cxn>
                <a:cxn ang="0">
                  <a:pos x="37" y="123"/>
                </a:cxn>
                <a:cxn ang="0">
                  <a:pos x="37" y="123"/>
                </a:cxn>
                <a:cxn ang="0">
                  <a:pos x="45" y="89"/>
                </a:cxn>
                <a:cxn ang="0">
                  <a:pos x="54" y="55"/>
                </a:cxn>
                <a:cxn ang="0">
                  <a:pos x="54" y="55"/>
                </a:cxn>
                <a:cxn ang="0">
                  <a:pos x="59" y="43"/>
                </a:cxn>
                <a:cxn ang="0">
                  <a:pos x="64" y="31"/>
                </a:cxn>
                <a:cxn ang="0">
                  <a:pos x="75" y="5"/>
                </a:cxn>
                <a:cxn ang="0">
                  <a:pos x="75" y="5"/>
                </a:cxn>
                <a:cxn ang="0">
                  <a:pos x="75" y="4"/>
                </a:cxn>
                <a:cxn ang="0">
                  <a:pos x="75" y="2"/>
                </a:cxn>
                <a:cxn ang="0">
                  <a:pos x="74" y="1"/>
                </a:cxn>
                <a:cxn ang="0">
                  <a:pos x="72" y="0"/>
                </a:cxn>
                <a:cxn ang="0">
                  <a:pos x="69" y="0"/>
                </a:cxn>
                <a:cxn ang="0">
                  <a:pos x="67" y="1"/>
                </a:cxn>
                <a:cxn ang="0">
                  <a:pos x="66" y="3"/>
                </a:cxn>
                <a:cxn ang="0">
                  <a:pos x="66" y="3"/>
                </a:cxn>
              </a:cxnLst>
              <a:rect l="0" t="0" r="r" b="b"/>
              <a:pathLst>
                <a:path w="75" h="264">
                  <a:moveTo>
                    <a:pt x="66" y="3"/>
                  </a:moveTo>
                  <a:lnTo>
                    <a:pt x="66" y="3"/>
                  </a:lnTo>
                  <a:lnTo>
                    <a:pt x="55" y="28"/>
                  </a:lnTo>
                  <a:lnTo>
                    <a:pt x="49" y="40"/>
                  </a:lnTo>
                  <a:lnTo>
                    <a:pt x="44" y="53"/>
                  </a:lnTo>
                  <a:lnTo>
                    <a:pt x="44" y="53"/>
                  </a:lnTo>
                  <a:lnTo>
                    <a:pt x="39" y="72"/>
                  </a:lnTo>
                  <a:lnTo>
                    <a:pt x="35" y="91"/>
                  </a:lnTo>
                  <a:lnTo>
                    <a:pt x="31" y="109"/>
                  </a:lnTo>
                  <a:lnTo>
                    <a:pt x="26" y="128"/>
                  </a:lnTo>
                  <a:lnTo>
                    <a:pt x="26" y="128"/>
                  </a:lnTo>
                  <a:lnTo>
                    <a:pt x="22" y="144"/>
                  </a:lnTo>
                  <a:lnTo>
                    <a:pt x="18" y="160"/>
                  </a:lnTo>
                  <a:lnTo>
                    <a:pt x="15" y="176"/>
                  </a:lnTo>
                  <a:lnTo>
                    <a:pt x="12" y="193"/>
                  </a:lnTo>
                  <a:lnTo>
                    <a:pt x="12" y="193"/>
                  </a:lnTo>
                  <a:lnTo>
                    <a:pt x="5" y="227"/>
                  </a:lnTo>
                  <a:lnTo>
                    <a:pt x="2" y="243"/>
                  </a:lnTo>
                  <a:lnTo>
                    <a:pt x="0" y="260"/>
                  </a:lnTo>
                  <a:lnTo>
                    <a:pt x="0" y="260"/>
                  </a:lnTo>
                  <a:lnTo>
                    <a:pt x="0" y="262"/>
                  </a:lnTo>
                  <a:lnTo>
                    <a:pt x="1" y="263"/>
                  </a:lnTo>
                  <a:lnTo>
                    <a:pt x="2" y="264"/>
                  </a:lnTo>
                  <a:lnTo>
                    <a:pt x="4" y="264"/>
                  </a:lnTo>
                  <a:lnTo>
                    <a:pt x="7" y="263"/>
                  </a:lnTo>
                  <a:lnTo>
                    <a:pt x="8" y="262"/>
                  </a:lnTo>
                  <a:lnTo>
                    <a:pt x="9" y="260"/>
                  </a:lnTo>
                  <a:lnTo>
                    <a:pt x="9" y="260"/>
                  </a:lnTo>
                  <a:lnTo>
                    <a:pt x="12" y="241"/>
                  </a:lnTo>
                  <a:lnTo>
                    <a:pt x="15" y="224"/>
                  </a:lnTo>
                  <a:lnTo>
                    <a:pt x="24" y="188"/>
                  </a:lnTo>
                  <a:lnTo>
                    <a:pt x="24" y="188"/>
                  </a:lnTo>
                  <a:lnTo>
                    <a:pt x="30" y="155"/>
                  </a:lnTo>
                  <a:lnTo>
                    <a:pt x="33" y="138"/>
                  </a:lnTo>
                  <a:lnTo>
                    <a:pt x="37" y="123"/>
                  </a:lnTo>
                  <a:lnTo>
                    <a:pt x="37" y="123"/>
                  </a:lnTo>
                  <a:lnTo>
                    <a:pt x="45" y="89"/>
                  </a:lnTo>
                  <a:lnTo>
                    <a:pt x="54" y="55"/>
                  </a:lnTo>
                  <a:lnTo>
                    <a:pt x="54" y="55"/>
                  </a:lnTo>
                  <a:lnTo>
                    <a:pt x="59" y="43"/>
                  </a:lnTo>
                  <a:lnTo>
                    <a:pt x="64" y="31"/>
                  </a:lnTo>
                  <a:lnTo>
                    <a:pt x="75" y="5"/>
                  </a:lnTo>
                  <a:lnTo>
                    <a:pt x="75" y="5"/>
                  </a:lnTo>
                  <a:lnTo>
                    <a:pt x="75" y="4"/>
                  </a:lnTo>
                  <a:lnTo>
                    <a:pt x="75" y="2"/>
                  </a:lnTo>
                  <a:lnTo>
                    <a:pt x="74" y="1"/>
                  </a:lnTo>
                  <a:lnTo>
                    <a:pt x="72" y="0"/>
                  </a:lnTo>
                  <a:lnTo>
                    <a:pt x="69" y="0"/>
                  </a:lnTo>
                  <a:lnTo>
                    <a:pt x="67" y="1"/>
                  </a:lnTo>
                  <a:lnTo>
                    <a:pt x="66" y="3"/>
                  </a:lnTo>
                  <a:lnTo>
                    <a:pt x="6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2" name="Freeform 382"/>
            <p:cNvSpPr/>
            <p:nvPr/>
          </p:nvSpPr>
          <p:spPr bwMode="auto">
            <a:xfrm>
              <a:off x="4773613" y="3186113"/>
              <a:ext cx="34925" cy="101600"/>
            </a:xfrm>
            <a:custGeom>
              <a:avLst/>
              <a:gdLst/>
              <a:ahLst/>
              <a:cxnLst>
                <a:cxn ang="0">
                  <a:pos x="59" y="4"/>
                </a:cxn>
                <a:cxn ang="0">
                  <a:pos x="59" y="4"/>
                </a:cxn>
                <a:cxn ang="0">
                  <a:pos x="57" y="11"/>
                </a:cxn>
                <a:cxn ang="0">
                  <a:pos x="53" y="18"/>
                </a:cxn>
                <a:cxn ang="0">
                  <a:pos x="46" y="31"/>
                </a:cxn>
                <a:cxn ang="0">
                  <a:pos x="46" y="31"/>
                </a:cxn>
                <a:cxn ang="0">
                  <a:pos x="42" y="36"/>
                </a:cxn>
                <a:cxn ang="0">
                  <a:pos x="41" y="42"/>
                </a:cxn>
                <a:cxn ang="0">
                  <a:pos x="40" y="54"/>
                </a:cxn>
                <a:cxn ang="0">
                  <a:pos x="40" y="54"/>
                </a:cxn>
                <a:cxn ang="0">
                  <a:pos x="36" y="74"/>
                </a:cxn>
                <a:cxn ang="0">
                  <a:pos x="31" y="93"/>
                </a:cxn>
                <a:cxn ang="0">
                  <a:pos x="18" y="132"/>
                </a:cxn>
                <a:cxn ang="0">
                  <a:pos x="18" y="132"/>
                </a:cxn>
                <a:cxn ang="0">
                  <a:pos x="10" y="153"/>
                </a:cxn>
                <a:cxn ang="0">
                  <a:pos x="2" y="174"/>
                </a:cxn>
                <a:cxn ang="0">
                  <a:pos x="2" y="174"/>
                </a:cxn>
                <a:cxn ang="0">
                  <a:pos x="1" y="178"/>
                </a:cxn>
                <a:cxn ang="0">
                  <a:pos x="0" y="182"/>
                </a:cxn>
                <a:cxn ang="0">
                  <a:pos x="1" y="186"/>
                </a:cxn>
                <a:cxn ang="0">
                  <a:pos x="4" y="189"/>
                </a:cxn>
                <a:cxn ang="0">
                  <a:pos x="4" y="189"/>
                </a:cxn>
                <a:cxn ang="0">
                  <a:pos x="6" y="190"/>
                </a:cxn>
                <a:cxn ang="0">
                  <a:pos x="7" y="190"/>
                </a:cxn>
                <a:cxn ang="0">
                  <a:pos x="9" y="189"/>
                </a:cxn>
                <a:cxn ang="0">
                  <a:pos x="10" y="188"/>
                </a:cxn>
                <a:cxn ang="0">
                  <a:pos x="10" y="185"/>
                </a:cxn>
                <a:cxn ang="0">
                  <a:pos x="10" y="183"/>
                </a:cxn>
                <a:cxn ang="0">
                  <a:pos x="9" y="181"/>
                </a:cxn>
                <a:cxn ang="0">
                  <a:pos x="9" y="181"/>
                </a:cxn>
                <a:cxn ang="0">
                  <a:pos x="9" y="180"/>
                </a:cxn>
                <a:cxn ang="0">
                  <a:pos x="10" y="178"/>
                </a:cxn>
                <a:cxn ang="0">
                  <a:pos x="14" y="170"/>
                </a:cxn>
                <a:cxn ang="0">
                  <a:pos x="19" y="163"/>
                </a:cxn>
                <a:cxn ang="0">
                  <a:pos x="21" y="158"/>
                </a:cxn>
                <a:cxn ang="0">
                  <a:pos x="21" y="158"/>
                </a:cxn>
                <a:cxn ang="0">
                  <a:pos x="24" y="144"/>
                </a:cxn>
                <a:cxn ang="0">
                  <a:pos x="28" y="130"/>
                </a:cxn>
                <a:cxn ang="0">
                  <a:pos x="38" y="102"/>
                </a:cxn>
                <a:cxn ang="0">
                  <a:pos x="38" y="102"/>
                </a:cxn>
                <a:cxn ang="0">
                  <a:pos x="42" y="89"/>
                </a:cxn>
                <a:cxn ang="0">
                  <a:pos x="46" y="75"/>
                </a:cxn>
                <a:cxn ang="0">
                  <a:pos x="51" y="48"/>
                </a:cxn>
                <a:cxn ang="0">
                  <a:pos x="51" y="48"/>
                </a:cxn>
                <a:cxn ang="0">
                  <a:pos x="52" y="42"/>
                </a:cxn>
                <a:cxn ang="0">
                  <a:pos x="54" y="37"/>
                </a:cxn>
                <a:cxn ang="0">
                  <a:pos x="59" y="27"/>
                </a:cxn>
                <a:cxn ang="0">
                  <a:pos x="64" y="18"/>
                </a:cxn>
                <a:cxn ang="0">
                  <a:pos x="66" y="11"/>
                </a:cxn>
                <a:cxn ang="0">
                  <a:pos x="68" y="6"/>
                </a:cxn>
                <a:cxn ang="0">
                  <a:pos x="68" y="6"/>
                </a:cxn>
                <a:cxn ang="0">
                  <a:pos x="68" y="4"/>
                </a:cxn>
                <a:cxn ang="0">
                  <a:pos x="67" y="2"/>
                </a:cxn>
                <a:cxn ang="0">
                  <a:pos x="64" y="1"/>
                </a:cxn>
                <a:cxn ang="0">
                  <a:pos x="62" y="0"/>
                </a:cxn>
                <a:cxn ang="0">
                  <a:pos x="61" y="1"/>
                </a:cxn>
                <a:cxn ang="0">
                  <a:pos x="60" y="2"/>
                </a:cxn>
                <a:cxn ang="0">
                  <a:pos x="59" y="4"/>
                </a:cxn>
                <a:cxn ang="0">
                  <a:pos x="59" y="4"/>
                </a:cxn>
              </a:cxnLst>
              <a:rect l="0" t="0" r="r" b="b"/>
              <a:pathLst>
                <a:path w="68" h="190">
                  <a:moveTo>
                    <a:pt x="59" y="4"/>
                  </a:moveTo>
                  <a:lnTo>
                    <a:pt x="59" y="4"/>
                  </a:lnTo>
                  <a:lnTo>
                    <a:pt x="57" y="11"/>
                  </a:lnTo>
                  <a:lnTo>
                    <a:pt x="53" y="18"/>
                  </a:lnTo>
                  <a:lnTo>
                    <a:pt x="46" y="31"/>
                  </a:lnTo>
                  <a:lnTo>
                    <a:pt x="46" y="31"/>
                  </a:lnTo>
                  <a:lnTo>
                    <a:pt x="42" y="36"/>
                  </a:lnTo>
                  <a:lnTo>
                    <a:pt x="41" y="42"/>
                  </a:lnTo>
                  <a:lnTo>
                    <a:pt x="40" y="54"/>
                  </a:lnTo>
                  <a:lnTo>
                    <a:pt x="40" y="54"/>
                  </a:lnTo>
                  <a:lnTo>
                    <a:pt x="36" y="74"/>
                  </a:lnTo>
                  <a:lnTo>
                    <a:pt x="31" y="93"/>
                  </a:lnTo>
                  <a:lnTo>
                    <a:pt x="18" y="132"/>
                  </a:lnTo>
                  <a:lnTo>
                    <a:pt x="18" y="132"/>
                  </a:lnTo>
                  <a:lnTo>
                    <a:pt x="10" y="153"/>
                  </a:lnTo>
                  <a:lnTo>
                    <a:pt x="2" y="174"/>
                  </a:lnTo>
                  <a:lnTo>
                    <a:pt x="2" y="174"/>
                  </a:lnTo>
                  <a:lnTo>
                    <a:pt x="1" y="178"/>
                  </a:lnTo>
                  <a:lnTo>
                    <a:pt x="0" y="182"/>
                  </a:lnTo>
                  <a:lnTo>
                    <a:pt x="1" y="186"/>
                  </a:lnTo>
                  <a:lnTo>
                    <a:pt x="4" y="189"/>
                  </a:lnTo>
                  <a:lnTo>
                    <a:pt x="4" y="189"/>
                  </a:lnTo>
                  <a:lnTo>
                    <a:pt x="6" y="190"/>
                  </a:lnTo>
                  <a:lnTo>
                    <a:pt x="7" y="190"/>
                  </a:lnTo>
                  <a:lnTo>
                    <a:pt x="9" y="189"/>
                  </a:lnTo>
                  <a:lnTo>
                    <a:pt x="10" y="188"/>
                  </a:lnTo>
                  <a:lnTo>
                    <a:pt x="10" y="185"/>
                  </a:lnTo>
                  <a:lnTo>
                    <a:pt x="10" y="183"/>
                  </a:lnTo>
                  <a:lnTo>
                    <a:pt x="9" y="181"/>
                  </a:lnTo>
                  <a:lnTo>
                    <a:pt x="9" y="181"/>
                  </a:lnTo>
                  <a:lnTo>
                    <a:pt x="9" y="180"/>
                  </a:lnTo>
                  <a:lnTo>
                    <a:pt x="10" y="178"/>
                  </a:lnTo>
                  <a:lnTo>
                    <a:pt x="14" y="170"/>
                  </a:lnTo>
                  <a:lnTo>
                    <a:pt x="19" y="163"/>
                  </a:lnTo>
                  <a:lnTo>
                    <a:pt x="21" y="158"/>
                  </a:lnTo>
                  <a:lnTo>
                    <a:pt x="21" y="158"/>
                  </a:lnTo>
                  <a:lnTo>
                    <a:pt x="24" y="144"/>
                  </a:lnTo>
                  <a:lnTo>
                    <a:pt x="28" y="130"/>
                  </a:lnTo>
                  <a:lnTo>
                    <a:pt x="38" y="102"/>
                  </a:lnTo>
                  <a:lnTo>
                    <a:pt x="38" y="102"/>
                  </a:lnTo>
                  <a:lnTo>
                    <a:pt x="42" y="89"/>
                  </a:lnTo>
                  <a:lnTo>
                    <a:pt x="46" y="75"/>
                  </a:lnTo>
                  <a:lnTo>
                    <a:pt x="51" y="48"/>
                  </a:lnTo>
                  <a:lnTo>
                    <a:pt x="51" y="48"/>
                  </a:lnTo>
                  <a:lnTo>
                    <a:pt x="52" y="42"/>
                  </a:lnTo>
                  <a:lnTo>
                    <a:pt x="54" y="37"/>
                  </a:lnTo>
                  <a:lnTo>
                    <a:pt x="59" y="27"/>
                  </a:lnTo>
                  <a:lnTo>
                    <a:pt x="64" y="18"/>
                  </a:lnTo>
                  <a:lnTo>
                    <a:pt x="66" y="11"/>
                  </a:lnTo>
                  <a:lnTo>
                    <a:pt x="68" y="6"/>
                  </a:lnTo>
                  <a:lnTo>
                    <a:pt x="68" y="6"/>
                  </a:lnTo>
                  <a:lnTo>
                    <a:pt x="68" y="4"/>
                  </a:lnTo>
                  <a:lnTo>
                    <a:pt x="67" y="2"/>
                  </a:lnTo>
                  <a:lnTo>
                    <a:pt x="64" y="1"/>
                  </a:lnTo>
                  <a:lnTo>
                    <a:pt x="62" y="0"/>
                  </a:lnTo>
                  <a:lnTo>
                    <a:pt x="61" y="1"/>
                  </a:lnTo>
                  <a:lnTo>
                    <a:pt x="60" y="2"/>
                  </a:lnTo>
                  <a:lnTo>
                    <a:pt x="59" y="4"/>
                  </a:lnTo>
                  <a:lnTo>
                    <a:pt x="5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3" name="Freeform 383"/>
            <p:cNvSpPr/>
            <p:nvPr/>
          </p:nvSpPr>
          <p:spPr bwMode="auto">
            <a:xfrm>
              <a:off x="4829175" y="3186113"/>
              <a:ext cx="22225" cy="73025"/>
            </a:xfrm>
            <a:custGeom>
              <a:avLst/>
              <a:gdLst/>
              <a:ahLst/>
              <a:cxnLst>
                <a:cxn ang="0">
                  <a:pos x="35" y="5"/>
                </a:cxn>
                <a:cxn ang="0">
                  <a:pos x="35" y="5"/>
                </a:cxn>
                <a:cxn ang="0">
                  <a:pos x="32" y="21"/>
                </a:cxn>
                <a:cxn ang="0">
                  <a:pos x="29" y="37"/>
                </a:cxn>
                <a:cxn ang="0">
                  <a:pos x="21" y="68"/>
                </a:cxn>
                <a:cxn ang="0">
                  <a:pos x="21" y="68"/>
                </a:cxn>
                <a:cxn ang="0">
                  <a:pos x="18" y="85"/>
                </a:cxn>
                <a:cxn ang="0">
                  <a:pos x="13" y="100"/>
                </a:cxn>
                <a:cxn ang="0">
                  <a:pos x="2" y="132"/>
                </a:cxn>
                <a:cxn ang="0">
                  <a:pos x="2" y="132"/>
                </a:cxn>
                <a:cxn ang="0">
                  <a:pos x="0" y="134"/>
                </a:cxn>
                <a:cxn ang="0">
                  <a:pos x="2" y="135"/>
                </a:cxn>
                <a:cxn ang="0">
                  <a:pos x="3" y="136"/>
                </a:cxn>
                <a:cxn ang="0">
                  <a:pos x="5" y="137"/>
                </a:cxn>
                <a:cxn ang="0">
                  <a:pos x="8" y="137"/>
                </a:cxn>
                <a:cxn ang="0">
                  <a:pos x="10" y="136"/>
                </a:cxn>
                <a:cxn ang="0">
                  <a:pos x="11" y="134"/>
                </a:cxn>
                <a:cxn ang="0">
                  <a:pos x="11" y="134"/>
                </a:cxn>
                <a:cxn ang="0">
                  <a:pos x="17" y="117"/>
                </a:cxn>
                <a:cxn ang="0">
                  <a:pos x="23" y="99"/>
                </a:cxn>
                <a:cxn ang="0">
                  <a:pos x="28" y="81"/>
                </a:cxn>
                <a:cxn ang="0">
                  <a:pos x="32" y="62"/>
                </a:cxn>
                <a:cxn ang="0">
                  <a:pos x="32" y="62"/>
                </a:cxn>
                <a:cxn ang="0">
                  <a:pos x="40" y="34"/>
                </a:cxn>
                <a:cxn ang="0">
                  <a:pos x="42" y="20"/>
                </a:cxn>
                <a:cxn ang="0">
                  <a:pos x="44" y="5"/>
                </a:cxn>
                <a:cxn ang="0">
                  <a:pos x="44" y="5"/>
                </a:cxn>
                <a:cxn ang="0">
                  <a:pos x="44" y="3"/>
                </a:cxn>
                <a:cxn ang="0">
                  <a:pos x="43" y="2"/>
                </a:cxn>
                <a:cxn ang="0">
                  <a:pos x="41" y="1"/>
                </a:cxn>
                <a:cxn ang="0">
                  <a:pos x="40" y="0"/>
                </a:cxn>
                <a:cxn ang="0">
                  <a:pos x="38" y="1"/>
                </a:cxn>
                <a:cxn ang="0">
                  <a:pos x="36" y="2"/>
                </a:cxn>
                <a:cxn ang="0">
                  <a:pos x="35" y="3"/>
                </a:cxn>
                <a:cxn ang="0">
                  <a:pos x="35" y="5"/>
                </a:cxn>
                <a:cxn ang="0">
                  <a:pos x="35" y="5"/>
                </a:cxn>
              </a:cxnLst>
              <a:rect l="0" t="0" r="r" b="b"/>
              <a:pathLst>
                <a:path w="44" h="137">
                  <a:moveTo>
                    <a:pt x="35" y="5"/>
                  </a:moveTo>
                  <a:lnTo>
                    <a:pt x="35" y="5"/>
                  </a:lnTo>
                  <a:lnTo>
                    <a:pt x="32" y="21"/>
                  </a:lnTo>
                  <a:lnTo>
                    <a:pt x="29" y="37"/>
                  </a:lnTo>
                  <a:lnTo>
                    <a:pt x="21" y="68"/>
                  </a:lnTo>
                  <a:lnTo>
                    <a:pt x="21" y="68"/>
                  </a:lnTo>
                  <a:lnTo>
                    <a:pt x="18" y="85"/>
                  </a:lnTo>
                  <a:lnTo>
                    <a:pt x="13" y="100"/>
                  </a:lnTo>
                  <a:lnTo>
                    <a:pt x="2" y="132"/>
                  </a:lnTo>
                  <a:lnTo>
                    <a:pt x="2" y="132"/>
                  </a:lnTo>
                  <a:lnTo>
                    <a:pt x="0" y="134"/>
                  </a:lnTo>
                  <a:lnTo>
                    <a:pt x="2" y="135"/>
                  </a:lnTo>
                  <a:lnTo>
                    <a:pt x="3" y="136"/>
                  </a:lnTo>
                  <a:lnTo>
                    <a:pt x="5" y="137"/>
                  </a:lnTo>
                  <a:lnTo>
                    <a:pt x="8" y="137"/>
                  </a:lnTo>
                  <a:lnTo>
                    <a:pt x="10" y="136"/>
                  </a:lnTo>
                  <a:lnTo>
                    <a:pt x="11" y="134"/>
                  </a:lnTo>
                  <a:lnTo>
                    <a:pt x="11" y="134"/>
                  </a:lnTo>
                  <a:lnTo>
                    <a:pt x="17" y="117"/>
                  </a:lnTo>
                  <a:lnTo>
                    <a:pt x="23" y="99"/>
                  </a:lnTo>
                  <a:lnTo>
                    <a:pt x="28" y="81"/>
                  </a:lnTo>
                  <a:lnTo>
                    <a:pt x="32" y="62"/>
                  </a:lnTo>
                  <a:lnTo>
                    <a:pt x="32" y="62"/>
                  </a:lnTo>
                  <a:lnTo>
                    <a:pt x="40" y="34"/>
                  </a:lnTo>
                  <a:lnTo>
                    <a:pt x="42" y="20"/>
                  </a:lnTo>
                  <a:lnTo>
                    <a:pt x="44" y="5"/>
                  </a:lnTo>
                  <a:lnTo>
                    <a:pt x="44" y="5"/>
                  </a:lnTo>
                  <a:lnTo>
                    <a:pt x="44" y="3"/>
                  </a:lnTo>
                  <a:lnTo>
                    <a:pt x="43" y="2"/>
                  </a:lnTo>
                  <a:lnTo>
                    <a:pt x="41" y="1"/>
                  </a:lnTo>
                  <a:lnTo>
                    <a:pt x="40" y="0"/>
                  </a:lnTo>
                  <a:lnTo>
                    <a:pt x="38" y="1"/>
                  </a:lnTo>
                  <a:lnTo>
                    <a:pt x="36" y="2"/>
                  </a:lnTo>
                  <a:lnTo>
                    <a:pt x="35" y="3"/>
                  </a:lnTo>
                  <a:lnTo>
                    <a:pt x="35" y="5"/>
                  </a:lnTo>
                  <a:lnTo>
                    <a:pt x="35"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4" name="Freeform 384"/>
            <p:cNvSpPr/>
            <p:nvPr/>
          </p:nvSpPr>
          <p:spPr bwMode="auto">
            <a:xfrm>
              <a:off x="4884738" y="3184525"/>
              <a:ext cx="9525" cy="12700"/>
            </a:xfrm>
            <a:custGeom>
              <a:avLst/>
              <a:gdLst/>
              <a:ahLst/>
              <a:cxnLst>
                <a:cxn ang="0">
                  <a:pos x="10" y="1"/>
                </a:cxn>
                <a:cxn ang="0">
                  <a:pos x="10" y="1"/>
                </a:cxn>
                <a:cxn ang="0">
                  <a:pos x="3" y="9"/>
                </a:cxn>
                <a:cxn ang="0">
                  <a:pos x="1" y="13"/>
                </a:cxn>
                <a:cxn ang="0">
                  <a:pos x="0" y="19"/>
                </a:cxn>
                <a:cxn ang="0">
                  <a:pos x="0" y="19"/>
                </a:cxn>
                <a:cxn ang="0">
                  <a:pos x="0" y="21"/>
                </a:cxn>
                <a:cxn ang="0">
                  <a:pos x="1" y="22"/>
                </a:cxn>
                <a:cxn ang="0">
                  <a:pos x="2" y="23"/>
                </a:cxn>
                <a:cxn ang="0">
                  <a:pos x="4" y="23"/>
                </a:cxn>
                <a:cxn ang="0">
                  <a:pos x="7" y="22"/>
                </a:cxn>
                <a:cxn ang="0">
                  <a:pos x="8" y="21"/>
                </a:cxn>
                <a:cxn ang="0">
                  <a:pos x="9" y="19"/>
                </a:cxn>
                <a:cxn ang="0">
                  <a:pos x="9" y="19"/>
                </a:cxn>
                <a:cxn ang="0">
                  <a:pos x="10" y="15"/>
                </a:cxn>
                <a:cxn ang="0">
                  <a:pos x="12" y="12"/>
                </a:cxn>
                <a:cxn ang="0">
                  <a:pos x="17" y="8"/>
                </a:cxn>
                <a:cxn ang="0">
                  <a:pos x="17" y="8"/>
                </a:cxn>
                <a:cxn ang="0">
                  <a:pos x="18" y="6"/>
                </a:cxn>
                <a:cxn ang="0">
                  <a:pos x="18" y="4"/>
                </a:cxn>
                <a:cxn ang="0">
                  <a:pos x="17" y="3"/>
                </a:cxn>
                <a:cxn ang="0">
                  <a:pos x="16" y="1"/>
                </a:cxn>
                <a:cxn ang="0">
                  <a:pos x="15" y="0"/>
                </a:cxn>
                <a:cxn ang="0">
                  <a:pos x="13" y="0"/>
                </a:cxn>
                <a:cxn ang="0">
                  <a:pos x="12" y="0"/>
                </a:cxn>
                <a:cxn ang="0">
                  <a:pos x="10" y="1"/>
                </a:cxn>
                <a:cxn ang="0">
                  <a:pos x="10" y="1"/>
                </a:cxn>
              </a:cxnLst>
              <a:rect l="0" t="0" r="r" b="b"/>
              <a:pathLst>
                <a:path w="18" h="23">
                  <a:moveTo>
                    <a:pt x="10" y="1"/>
                  </a:moveTo>
                  <a:lnTo>
                    <a:pt x="10" y="1"/>
                  </a:lnTo>
                  <a:lnTo>
                    <a:pt x="3" y="9"/>
                  </a:lnTo>
                  <a:lnTo>
                    <a:pt x="1" y="13"/>
                  </a:lnTo>
                  <a:lnTo>
                    <a:pt x="0" y="19"/>
                  </a:lnTo>
                  <a:lnTo>
                    <a:pt x="0" y="19"/>
                  </a:lnTo>
                  <a:lnTo>
                    <a:pt x="0" y="21"/>
                  </a:lnTo>
                  <a:lnTo>
                    <a:pt x="1" y="22"/>
                  </a:lnTo>
                  <a:lnTo>
                    <a:pt x="2" y="23"/>
                  </a:lnTo>
                  <a:lnTo>
                    <a:pt x="4" y="23"/>
                  </a:lnTo>
                  <a:lnTo>
                    <a:pt x="7" y="22"/>
                  </a:lnTo>
                  <a:lnTo>
                    <a:pt x="8" y="21"/>
                  </a:lnTo>
                  <a:lnTo>
                    <a:pt x="9" y="19"/>
                  </a:lnTo>
                  <a:lnTo>
                    <a:pt x="9" y="19"/>
                  </a:lnTo>
                  <a:lnTo>
                    <a:pt x="10" y="15"/>
                  </a:lnTo>
                  <a:lnTo>
                    <a:pt x="12" y="12"/>
                  </a:lnTo>
                  <a:lnTo>
                    <a:pt x="17" y="8"/>
                  </a:lnTo>
                  <a:lnTo>
                    <a:pt x="17" y="8"/>
                  </a:lnTo>
                  <a:lnTo>
                    <a:pt x="18" y="6"/>
                  </a:lnTo>
                  <a:lnTo>
                    <a:pt x="18" y="4"/>
                  </a:lnTo>
                  <a:lnTo>
                    <a:pt x="17" y="3"/>
                  </a:lnTo>
                  <a:lnTo>
                    <a:pt x="16" y="1"/>
                  </a:lnTo>
                  <a:lnTo>
                    <a:pt x="15" y="0"/>
                  </a:lnTo>
                  <a:lnTo>
                    <a:pt x="13" y="0"/>
                  </a:lnTo>
                  <a:lnTo>
                    <a:pt x="12" y="0"/>
                  </a:lnTo>
                  <a:lnTo>
                    <a:pt x="10" y="1"/>
                  </a:lnTo>
                  <a:lnTo>
                    <a:pt x="1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5" name="Freeform 385"/>
            <p:cNvSpPr/>
            <p:nvPr/>
          </p:nvSpPr>
          <p:spPr bwMode="auto">
            <a:xfrm>
              <a:off x="4586288" y="3460750"/>
              <a:ext cx="165100" cy="39688"/>
            </a:xfrm>
            <a:custGeom>
              <a:avLst/>
              <a:gdLst/>
              <a:ahLst/>
              <a:cxnLst>
                <a:cxn ang="0">
                  <a:pos x="306" y="66"/>
                </a:cxn>
                <a:cxn ang="0">
                  <a:pos x="306" y="66"/>
                </a:cxn>
                <a:cxn ang="0">
                  <a:pos x="297" y="67"/>
                </a:cxn>
                <a:cxn ang="0">
                  <a:pos x="288" y="66"/>
                </a:cxn>
                <a:cxn ang="0">
                  <a:pos x="279" y="63"/>
                </a:cxn>
                <a:cxn ang="0">
                  <a:pos x="268" y="59"/>
                </a:cxn>
                <a:cxn ang="0">
                  <a:pos x="249" y="51"/>
                </a:cxn>
                <a:cxn ang="0">
                  <a:pos x="232" y="45"/>
                </a:cxn>
                <a:cxn ang="0">
                  <a:pos x="232" y="45"/>
                </a:cxn>
                <a:cxn ang="0">
                  <a:pos x="194" y="35"/>
                </a:cxn>
                <a:cxn ang="0">
                  <a:pos x="157" y="24"/>
                </a:cxn>
                <a:cxn ang="0">
                  <a:pos x="157" y="24"/>
                </a:cxn>
                <a:cxn ang="0">
                  <a:pos x="139" y="20"/>
                </a:cxn>
                <a:cxn ang="0">
                  <a:pos x="121" y="17"/>
                </a:cxn>
                <a:cxn ang="0">
                  <a:pos x="102" y="14"/>
                </a:cxn>
                <a:cxn ang="0">
                  <a:pos x="85" y="11"/>
                </a:cxn>
                <a:cxn ang="0">
                  <a:pos x="85" y="11"/>
                </a:cxn>
                <a:cxn ang="0">
                  <a:pos x="64" y="7"/>
                </a:cxn>
                <a:cxn ang="0">
                  <a:pos x="44" y="3"/>
                </a:cxn>
                <a:cxn ang="0">
                  <a:pos x="25" y="1"/>
                </a:cxn>
                <a:cxn ang="0">
                  <a:pos x="4" y="0"/>
                </a:cxn>
                <a:cxn ang="0">
                  <a:pos x="4" y="0"/>
                </a:cxn>
                <a:cxn ang="0">
                  <a:pos x="2" y="0"/>
                </a:cxn>
                <a:cxn ang="0">
                  <a:pos x="1" y="1"/>
                </a:cxn>
                <a:cxn ang="0">
                  <a:pos x="0" y="2"/>
                </a:cxn>
                <a:cxn ang="0">
                  <a:pos x="0" y="4"/>
                </a:cxn>
                <a:cxn ang="0">
                  <a:pos x="0" y="6"/>
                </a:cxn>
                <a:cxn ang="0">
                  <a:pos x="1" y="7"/>
                </a:cxn>
                <a:cxn ang="0">
                  <a:pos x="2" y="8"/>
                </a:cxn>
                <a:cxn ang="0">
                  <a:pos x="4" y="9"/>
                </a:cxn>
                <a:cxn ang="0">
                  <a:pos x="4" y="9"/>
                </a:cxn>
                <a:cxn ang="0">
                  <a:pos x="26" y="10"/>
                </a:cxn>
                <a:cxn ang="0">
                  <a:pos x="47" y="13"/>
                </a:cxn>
                <a:cxn ang="0">
                  <a:pos x="68" y="17"/>
                </a:cxn>
                <a:cxn ang="0">
                  <a:pos x="90" y="21"/>
                </a:cxn>
                <a:cxn ang="0">
                  <a:pos x="90" y="21"/>
                </a:cxn>
                <a:cxn ang="0">
                  <a:pos x="109" y="25"/>
                </a:cxn>
                <a:cxn ang="0">
                  <a:pos x="130" y="30"/>
                </a:cxn>
                <a:cxn ang="0">
                  <a:pos x="151" y="34"/>
                </a:cxn>
                <a:cxn ang="0">
                  <a:pos x="170" y="39"/>
                </a:cxn>
                <a:cxn ang="0">
                  <a:pos x="170" y="39"/>
                </a:cxn>
                <a:cxn ang="0">
                  <a:pos x="191" y="45"/>
                </a:cxn>
                <a:cxn ang="0">
                  <a:pos x="213" y="50"/>
                </a:cxn>
                <a:cxn ang="0">
                  <a:pos x="234" y="56"/>
                </a:cxn>
                <a:cxn ang="0">
                  <a:pos x="255" y="63"/>
                </a:cxn>
                <a:cxn ang="0">
                  <a:pos x="255" y="63"/>
                </a:cxn>
                <a:cxn ang="0">
                  <a:pos x="281" y="73"/>
                </a:cxn>
                <a:cxn ang="0">
                  <a:pos x="288" y="74"/>
                </a:cxn>
                <a:cxn ang="0">
                  <a:pos x="294" y="75"/>
                </a:cxn>
                <a:cxn ang="0">
                  <a:pos x="301" y="76"/>
                </a:cxn>
                <a:cxn ang="0">
                  <a:pos x="309" y="75"/>
                </a:cxn>
                <a:cxn ang="0">
                  <a:pos x="309" y="75"/>
                </a:cxn>
                <a:cxn ang="0">
                  <a:pos x="311" y="74"/>
                </a:cxn>
                <a:cxn ang="0">
                  <a:pos x="312" y="73"/>
                </a:cxn>
                <a:cxn ang="0">
                  <a:pos x="312" y="71"/>
                </a:cxn>
                <a:cxn ang="0">
                  <a:pos x="312" y="70"/>
                </a:cxn>
                <a:cxn ang="0">
                  <a:pos x="310" y="67"/>
                </a:cxn>
                <a:cxn ang="0">
                  <a:pos x="308" y="66"/>
                </a:cxn>
                <a:cxn ang="0">
                  <a:pos x="306" y="66"/>
                </a:cxn>
                <a:cxn ang="0">
                  <a:pos x="306" y="66"/>
                </a:cxn>
              </a:cxnLst>
              <a:rect l="0" t="0" r="r" b="b"/>
              <a:pathLst>
                <a:path w="312" h="76">
                  <a:moveTo>
                    <a:pt x="306" y="66"/>
                  </a:moveTo>
                  <a:lnTo>
                    <a:pt x="306" y="66"/>
                  </a:lnTo>
                  <a:lnTo>
                    <a:pt x="297" y="67"/>
                  </a:lnTo>
                  <a:lnTo>
                    <a:pt x="288" y="66"/>
                  </a:lnTo>
                  <a:lnTo>
                    <a:pt x="279" y="63"/>
                  </a:lnTo>
                  <a:lnTo>
                    <a:pt x="268" y="59"/>
                  </a:lnTo>
                  <a:lnTo>
                    <a:pt x="249" y="51"/>
                  </a:lnTo>
                  <a:lnTo>
                    <a:pt x="232" y="45"/>
                  </a:lnTo>
                  <a:lnTo>
                    <a:pt x="232" y="45"/>
                  </a:lnTo>
                  <a:lnTo>
                    <a:pt x="194" y="35"/>
                  </a:lnTo>
                  <a:lnTo>
                    <a:pt x="157" y="24"/>
                  </a:lnTo>
                  <a:lnTo>
                    <a:pt x="157" y="24"/>
                  </a:lnTo>
                  <a:lnTo>
                    <a:pt x="139" y="20"/>
                  </a:lnTo>
                  <a:lnTo>
                    <a:pt x="121" y="17"/>
                  </a:lnTo>
                  <a:lnTo>
                    <a:pt x="102" y="14"/>
                  </a:lnTo>
                  <a:lnTo>
                    <a:pt x="85" y="11"/>
                  </a:lnTo>
                  <a:lnTo>
                    <a:pt x="85" y="11"/>
                  </a:lnTo>
                  <a:lnTo>
                    <a:pt x="64" y="7"/>
                  </a:lnTo>
                  <a:lnTo>
                    <a:pt x="44" y="3"/>
                  </a:lnTo>
                  <a:lnTo>
                    <a:pt x="25" y="1"/>
                  </a:lnTo>
                  <a:lnTo>
                    <a:pt x="4" y="0"/>
                  </a:lnTo>
                  <a:lnTo>
                    <a:pt x="4" y="0"/>
                  </a:lnTo>
                  <a:lnTo>
                    <a:pt x="2" y="0"/>
                  </a:lnTo>
                  <a:lnTo>
                    <a:pt x="1" y="1"/>
                  </a:lnTo>
                  <a:lnTo>
                    <a:pt x="0" y="2"/>
                  </a:lnTo>
                  <a:lnTo>
                    <a:pt x="0" y="4"/>
                  </a:lnTo>
                  <a:lnTo>
                    <a:pt x="0" y="6"/>
                  </a:lnTo>
                  <a:lnTo>
                    <a:pt x="1" y="7"/>
                  </a:lnTo>
                  <a:lnTo>
                    <a:pt x="2" y="8"/>
                  </a:lnTo>
                  <a:lnTo>
                    <a:pt x="4" y="9"/>
                  </a:lnTo>
                  <a:lnTo>
                    <a:pt x="4" y="9"/>
                  </a:lnTo>
                  <a:lnTo>
                    <a:pt x="26" y="10"/>
                  </a:lnTo>
                  <a:lnTo>
                    <a:pt x="47" y="13"/>
                  </a:lnTo>
                  <a:lnTo>
                    <a:pt x="68" y="17"/>
                  </a:lnTo>
                  <a:lnTo>
                    <a:pt x="90" y="21"/>
                  </a:lnTo>
                  <a:lnTo>
                    <a:pt x="90" y="21"/>
                  </a:lnTo>
                  <a:lnTo>
                    <a:pt x="109" y="25"/>
                  </a:lnTo>
                  <a:lnTo>
                    <a:pt x="130" y="30"/>
                  </a:lnTo>
                  <a:lnTo>
                    <a:pt x="151" y="34"/>
                  </a:lnTo>
                  <a:lnTo>
                    <a:pt x="170" y="39"/>
                  </a:lnTo>
                  <a:lnTo>
                    <a:pt x="170" y="39"/>
                  </a:lnTo>
                  <a:lnTo>
                    <a:pt x="191" y="45"/>
                  </a:lnTo>
                  <a:lnTo>
                    <a:pt x="213" y="50"/>
                  </a:lnTo>
                  <a:lnTo>
                    <a:pt x="234" y="56"/>
                  </a:lnTo>
                  <a:lnTo>
                    <a:pt x="255" y="63"/>
                  </a:lnTo>
                  <a:lnTo>
                    <a:pt x="255" y="63"/>
                  </a:lnTo>
                  <a:lnTo>
                    <a:pt x="281" y="73"/>
                  </a:lnTo>
                  <a:lnTo>
                    <a:pt x="288" y="74"/>
                  </a:lnTo>
                  <a:lnTo>
                    <a:pt x="294" y="75"/>
                  </a:lnTo>
                  <a:lnTo>
                    <a:pt x="301" y="76"/>
                  </a:lnTo>
                  <a:lnTo>
                    <a:pt x="309" y="75"/>
                  </a:lnTo>
                  <a:lnTo>
                    <a:pt x="309" y="75"/>
                  </a:lnTo>
                  <a:lnTo>
                    <a:pt x="311" y="74"/>
                  </a:lnTo>
                  <a:lnTo>
                    <a:pt x="312" y="73"/>
                  </a:lnTo>
                  <a:lnTo>
                    <a:pt x="312" y="71"/>
                  </a:lnTo>
                  <a:lnTo>
                    <a:pt x="312" y="70"/>
                  </a:lnTo>
                  <a:lnTo>
                    <a:pt x="310" y="67"/>
                  </a:lnTo>
                  <a:lnTo>
                    <a:pt x="308" y="66"/>
                  </a:lnTo>
                  <a:lnTo>
                    <a:pt x="306" y="66"/>
                  </a:lnTo>
                  <a:lnTo>
                    <a:pt x="306" y="6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6" name="Freeform 386"/>
            <p:cNvSpPr/>
            <p:nvPr/>
          </p:nvSpPr>
          <p:spPr bwMode="auto">
            <a:xfrm>
              <a:off x="4660900" y="3400425"/>
              <a:ext cx="171450" cy="47625"/>
            </a:xfrm>
            <a:custGeom>
              <a:avLst/>
              <a:gdLst/>
              <a:ahLst/>
              <a:cxnLst>
                <a:cxn ang="0">
                  <a:pos x="319" y="80"/>
                </a:cxn>
                <a:cxn ang="0">
                  <a:pos x="319" y="80"/>
                </a:cxn>
                <a:cxn ang="0">
                  <a:pos x="278" y="76"/>
                </a:cxn>
                <a:cxn ang="0">
                  <a:pos x="239" y="71"/>
                </a:cxn>
                <a:cxn ang="0">
                  <a:pos x="199" y="63"/>
                </a:cxn>
                <a:cxn ang="0">
                  <a:pos x="160" y="54"/>
                </a:cxn>
                <a:cxn ang="0">
                  <a:pos x="160" y="54"/>
                </a:cxn>
                <a:cxn ang="0">
                  <a:pos x="121" y="42"/>
                </a:cxn>
                <a:cxn ang="0">
                  <a:pos x="83" y="31"/>
                </a:cxn>
                <a:cxn ang="0">
                  <a:pos x="63" y="25"/>
                </a:cxn>
                <a:cxn ang="0">
                  <a:pos x="45" y="19"/>
                </a:cxn>
                <a:cxn ang="0">
                  <a:pos x="26" y="10"/>
                </a:cxn>
                <a:cxn ang="0">
                  <a:pos x="8" y="1"/>
                </a:cxn>
                <a:cxn ang="0">
                  <a:pos x="8" y="1"/>
                </a:cxn>
                <a:cxn ang="0">
                  <a:pos x="6" y="0"/>
                </a:cxn>
                <a:cxn ang="0">
                  <a:pos x="3" y="1"/>
                </a:cxn>
                <a:cxn ang="0">
                  <a:pos x="2" y="2"/>
                </a:cxn>
                <a:cxn ang="0">
                  <a:pos x="1" y="3"/>
                </a:cxn>
                <a:cxn ang="0">
                  <a:pos x="0" y="5"/>
                </a:cxn>
                <a:cxn ang="0">
                  <a:pos x="0" y="6"/>
                </a:cxn>
                <a:cxn ang="0">
                  <a:pos x="1" y="8"/>
                </a:cxn>
                <a:cxn ang="0">
                  <a:pos x="2" y="9"/>
                </a:cxn>
                <a:cxn ang="0">
                  <a:pos x="2" y="9"/>
                </a:cxn>
                <a:cxn ang="0">
                  <a:pos x="21" y="19"/>
                </a:cxn>
                <a:cxn ang="0">
                  <a:pos x="41" y="27"/>
                </a:cxn>
                <a:cxn ang="0">
                  <a:pos x="59" y="33"/>
                </a:cxn>
                <a:cxn ang="0">
                  <a:pos x="79" y="39"/>
                </a:cxn>
                <a:cxn ang="0">
                  <a:pos x="118" y="51"/>
                </a:cxn>
                <a:cxn ang="0">
                  <a:pos x="157" y="62"/>
                </a:cxn>
                <a:cxn ang="0">
                  <a:pos x="157" y="62"/>
                </a:cxn>
                <a:cxn ang="0">
                  <a:pos x="177" y="68"/>
                </a:cxn>
                <a:cxn ang="0">
                  <a:pos x="197" y="72"/>
                </a:cxn>
                <a:cxn ang="0">
                  <a:pos x="217" y="77"/>
                </a:cxn>
                <a:cxn ang="0">
                  <a:pos x="237" y="80"/>
                </a:cxn>
                <a:cxn ang="0">
                  <a:pos x="277" y="87"/>
                </a:cxn>
                <a:cxn ang="0">
                  <a:pos x="319" y="91"/>
                </a:cxn>
                <a:cxn ang="0">
                  <a:pos x="319" y="91"/>
                </a:cxn>
                <a:cxn ang="0">
                  <a:pos x="321" y="90"/>
                </a:cxn>
                <a:cxn ang="0">
                  <a:pos x="322" y="90"/>
                </a:cxn>
                <a:cxn ang="0">
                  <a:pos x="323" y="88"/>
                </a:cxn>
                <a:cxn ang="0">
                  <a:pos x="323" y="86"/>
                </a:cxn>
                <a:cxn ang="0">
                  <a:pos x="322" y="83"/>
                </a:cxn>
                <a:cxn ang="0">
                  <a:pos x="321" y="82"/>
                </a:cxn>
                <a:cxn ang="0">
                  <a:pos x="319" y="80"/>
                </a:cxn>
                <a:cxn ang="0">
                  <a:pos x="319" y="80"/>
                </a:cxn>
              </a:cxnLst>
              <a:rect l="0" t="0" r="r" b="b"/>
              <a:pathLst>
                <a:path w="323" h="91">
                  <a:moveTo>
                    <a:pt x="319" y="80"/>
                  </a:moveTo>
                  <a:lnTo>
                    <a:pt x="319" y="80"/>
                  </a:lnTo>
                  <a:lnTo>
                    <a:pt x="278" y="76"/>
                  </a:lnTo>
                  <a:lnTo>
                    <a:pt x="239" y="71"/>
                  </a:lnTo>
                  <a:lnTo>
                    <a:pt x="199" y="63"/>
                  </a:lnTo>
                  <a:lnTo>
                    <a:pt x="160" y="54"/>
                  </a:lnTo>
                  <a:lnTo>
                    <a:pt x="160" y="54"/>
                  </a:lnTo>
                  <a:lnTo>
                    <a:pt x="121" y="42"/>
                  </a:lnTo>
                  <a:lnTo>
                    <a:pt x="83" y="31"/>
                  </a:lnTo>
                  <a:lnTo>
                    <a:pt x="63" y="25"/>
                  </a:lnTo>
                  <a:lnTo>
                    <a:pt x="45" y="19"/>
                  </a:lnTo>
                  <a:lnTo>
                    <a:pt x="26" y="10"/>
                  </a:lnTo>
                  <a:lnTo>
                    <a:pt x="8" y="1"/>
                  </a:lnTo>
                  <a:lnTo>
                    <a:pt x="8" y="1"/>
                  </a:lnTo>
                  <a:lnTo>
                    <a:pt x="6" y="0"/>
                  </a:lnTo>
                  <a:lnTo>
                    <a:pt x="3" y="1"/>
                  </a:lnTo>
                  <a:lnTo>
                    <a:pt x="2" y="2"/>
                  </a:lnTo>
                  <a:lnTo>
                    <a:pt x="1" y="3"/>
                  </a:lnTo>
                  <a:lnTo>
                    <a:pt x="0" y="5"/>
                  </a:lnTo>
                  <a:lnTo>
                    <a:pt x="0" y="6"/>
                  </a:lnTo>
                  <a:lnTo>
                    <a:pt x="1" y="8"/>
                  </a:lnTo>
                  <a:lnTo>
                    <a:pt x="2" y="9"/>
                  </a:lnTo>
                  <a:lnTo>
                    <a:pt x="2" y="9"/>
                  </a:lnTo>
                  <a:lnTo>
                    <a:pt x="21" y="19"/>
                  </a:lnTo>
                  <a:lnTo>
                    <a:pt x="41" y="27"/>
                  </a:lnTo>
                  <a:lnTo>
                    <a:pt x="59" y="33"/>
                  </a:lnTo>
                  <a:lnTo>
                    <a:pt x="79" y="39"/>
                  </a:lnTo>
                  <a:lnTo>
                    <a:pt x="118" y="51"/>
                  </a:lnTo>
                  <a:lnTo>
                    <a:pt x="157" y="62"/>
                  </a:lnTo>
                  <a:lnTo>
                    <a:pt x="157" y="62"/>
                  </a:lnTo>
                  <a:lnTo>
                    <a:pt x="177" y="68"/>
                  </a:lnTo>
                  <a:lnTo>
                    <a:pt x="197" y="72"/>
                  </a:lnTo>
                  <a:lnTo>
                    <a:pt x="217" y="77"/>
                  </a:lnTo>
                  <a:lnTo>
                    <a:pt x="237" y="80"/>
                  </a:lnTo>
                  <a:lnTo>
                    <a:pt x="277" y="87"/>
                  </a:lnTo>
                  <a:lnTo>
                    <a:pt x="319" y="91"/>
                  </a:lnTo>
                  <a:lnTo>
                    <a:pt x="319" y="91"/>
                  </a:lnTo>
                  <a:lnTo>
                    <a:pt x="321" y="90"/>
                  </a:lnTo>
                  <a:lnTo>
                    <a:pt x="322" y="90"/>
                  </a:lnTo>
                  <a:lnTo>
                    <a:pt x="323" y="88"/>
                  </a:lnTo>
                  <a:lnTo>
                    <a:pt x="323" y="86"/>
                  </a:lnTo>
                  <a:lnTo>
                    <a:pt x="322" y="83"/>
                  </a:lnTo>
                  <a:lnTo>
                    <a:pt x="321" y="82"/>
                  </a:lnTo>
                  <a:lnTo>
                    <a:pt x="319" y="80"/>
                  </a:lnTo>
                  <a:lnTo>
                    <a:pt x="319" y="8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7" name="Freeform 387"/>
            <p:cNvSpPr/>
            <p:nvPr/>
          </p:nvSpPr>
          <p:spPr bwMode="auto">
            <a:xfrm>
              <a:off x="4708525" y="3362325"/>
              <a:ext cx="158750" cy="50800"/>
            </a:xfrm>
            <a:custGeom>
              <a:avLst/>
              <a:gdLst/>
              <a:ahLst/>
              <a:cxnLst>
                <a:cxn ang="0">
                  <a:pos x="294" y="84"/>
                </a:cxn>
                <a:cxn ang="0">
                  <a:pos x="294" y="84"/>
                </a:cxn>
                <a:cxn ang="0">
                  <a:pos x="290" y="85"/>
                </a:cxn>
                <a:cxn ang="0">
                  <a:pos x="287" y="85"/>
                </a:cxn>
                <a:cxn ang="0">
                  <a:pos x="282" y="83"/>
                </a:cxn>
                <a:cxn ang="0">
                  <a:pos x="278" y="79"/>
                </a:cxn>
                <a:cxn ang="0">
                  <a:pos x="273" y="76"/>
                </a:cxn>
                <a:cxn ang="0">
                  <a:pos x="273" y="76"/>
                </a:cxn>
                <a:cxn ang="0">
                  <a:pos x="266" y="72"/>
                </a:cxn>
                <a:cxn ang="0">
                  <a:pos x="257" y="69"/>
                </a:cxn>
                <a:cxn ang="0">
                  <a:pos x="240" y="63"/>
                </a:cxn>
                <a:cxn ang="0">
                  <a:pos x="240" y="63"/>
                </a:cxn>
                <a:cxn ang="0">
                  <a:pos x="222" y="58"/>
                </a:cxn>
                <a:cxn ang="0">
                  <a:pos x="205" y="52"/>
                </a:cxn>
                <a:cxn ang="0">
                  <a:pos x="169" y="45"/>
                </a:cxn>
                <a:cxn ang="0">
                  <a:pos x="169" y="45"/>
                </a:cxn>
                <a:cxn ang="0">
                  <a:pos x="128" y="36"/>
                </a:cxn>
                <a:cxn ang="0">
                  <a:pos x="87" y="25"/>
                </a:cxn>
                <a:cxn ang="0">
                  <a:pos x="67" y="20"/>
                </a:cxn>
                <a:cxn ang="0">
                  <a:pos x="47" y="14"/>
                </a:cxn>
                <a:cxn ang="0">
                  <a:pos x="27" y="8"/>
                </a:cxn>
                <a:cxn ang="0">
                  <a:pos x="7" y="0"/>
                </a:cxn>
                <a:cxn ang="0">
                  <a:pos x="7" y="0"/>
                </a:cxn>
                <a:cxn ang="0">
                  <a:pos x="5" y="0"/>
                </a:cxn>
                <a:cxn ang="0">
                  <a:pos x="3" y="0"/>
                </a:cxn>
                <a:cxn ang="0">
                  <a:pos x="1" y="2"/>
                </a:cxn>
                <a:cxn ang="0">
                  <a:pos x="0" y="4"/>
                </a:cxn>
                <a:cxn ang="0">
                  <a:pos x="0" y="6"/>
                </a:cxn>
                <a:cxn ang="0">
                  <a:pos x="1" y="7"/>
                </a:cxn>
                <a:cxn ang="0">
                  <a:pos x="3" y="8"/>
                </a:cxn>
                <a:cxn ang="0">
                  <a:pos x="3" y="8"/>
                </a:cxn>
                <a:cxn ang="0">
                  <a:pos x="23" y="16"/>
                </a:cxn>
                <a:cxn ang="0">
                  <a:pos x="43" y="23"/>
                </a:cxn>
                <a:cxn ang="0">
                  <a:pos x="63" y="30"/>
                </a:cxn>
                <a:cxn ang="0">
                  <a:pos x="84" y="35"/>
                </a:cxn>
                <a:cxn ang="0">
                  <a:pos x="125" y="44"/>
                </a:cxn>
                <a:cxn ang="0">
                  <a:pos x="167" y="54"/>
                </a:cxn>
                <a:cxn ang="0">
                  <a:pos x="167" y="54"/>
                </a:cxn>
                <a:cxn ang="0">
                  <a:pos x="210" y="65"/>
                </a:cxn>
                <a:cxn ang="0">
                  <a:pos x="232" y="70"/>
                </a:cxn>
                <a:cxn ang="0">
                  <a:pos x="253" y="78"/>
                </a:cxn>
                <a:cxn ang="0">
                  <a:pos x="253" y="78"/>
                </a:cxn>
                <a:cxn ang="0">
                  <a:pos x="263" y="83"/>
                </a:cxn>
                <a:cxn ang="0">
                  <a:pos x="274" y="90"/>
                </a:cxn>
                <a:cxn ang="0">
                  <a:pos x="279" y="93"/>
                </a:cxn>
                <a:cxn ang="0">
                  <a:pos x="285" y="95"/>
                </a:cxn>
                <a:cxn ang="0">
                  <a:pos x="290" y="95"/>
                </a:cxn>
                <a:cxn ang="0">
                  <a:pos x="296" y="94"/>
                </a:cxn>
                <a:cxn ang="0">
                  <a:pos x="296" y="94"/>
                </a:cxn>
                <a:cxn ang="0">
                  <a:pos x="298" y="93"/>
                </a:cxn>
                <a:cxn ang="0">
                  <a:pos x="299" y="92"/>
                </a:cxn>
                <a:cxn ang="0">
                  <a:pos x="299" y="87"/>
                </a:cxn>
                <a:cxn ang="0">
                  <a:pos x="298" y="86"/>
                </a:cxn>
                <a:cxn ang="0">
                  <a:pos x="297" y="84"/>
                </a:cxn>
                <a:cxn ang="0">
                  <a:pos x="296" y="84"/>
                </a:cxn>
                <a:cxn ang="0">
                  <a:pos x="294" y="84"/>
                </a:cxn>
                <a:cxn ang="0">
                  <a:pos x="294" y="84"/>
                </a:cxn>
              </a:cxnLst>
              <a:rect l="0" t="0" r="r" b="b"/>
              <a:pathLst>
                <a:path w="299" h="95">
                  <a:moveTo>
                    <a:pt x="294" y="84"/>
                  </a:moveTo>
                  <a:lnTo>
                    <a:pt x="294" y="84"/>
                  </a:lnTo>
                  <a:lnTo>
                    <a:pt x="290" y="85"/>
                  </a:lnTo>
                  <a:lnTo>
                    <a:pt x="287" y="85"/>
                  </a:lnTo>
                  <a:lnTo>
                    <a:pt x="282" y="83"/>
                  </a:lnTo>
                  <a:lnTo>
                    <a:pt x="278" y="79"/>
                  </a:lnTo>
                  <a:lnTo>
                    <a:pt x="273" y="76"/>
                  </a:lnTo>
                  <a:lnTo>
                    <a:pt x="273" y="76"/>
                  </a:lnTo>
                  <a:lnTo>
                    <a:pt x="266" y="72"/>
                  </a:lnTo>
                  <a:lnTo>
                    <a:pt x="257" y="69"/>
                  </a:lnTo>
                  <a:lnTo>
                    <a:pt x="240" y="63"/>
                  </a:lnTo>
                  <a:lnTo>
                    <a:pt x="240" y="63"/>
                  </a:lnTo>
                  <a:lnTo>
                    <a:pt x="222" y="58"/>
                  </a:lnTo>
                  <a:lnTo>
                    <a:pt x="205" y="52"/>
                  </a:lnTo>
                  <a:lnTo>
                    <a:pt x="169" y="45"/>
                  </a:lnTo>
                  <a:lnTo>
                    <a:pt x="169" y="45"/>
                  </a:lnTo>
                  <a:lnTo>
                    <a:pt x="128" y="36"/>
                  </a:lnTo>
                  <a:lnTo>
                    <a:pt x="87" y="25"/>
                  </a:lnTo>
                  <a:lnTo>
                    <a:pt x="67" y="20"/>
                  </a:lnTo>
                  <a:lnTo>
                    <a:pt x="47" y="14"/>
                  </a:lnTo>
                  <a:lnTo>
                    <a:pt x="27" y="8"/>
                  </a:lnTo>
                  <a:lnTo>
                    <a:pt x="7" y="0"/>
                  </a:lnTo>
                  <a:lnTo>
                    <a:pt x="7" y="0"/>
                  </a:lnTo>
                  <a:lnTo>
                    <a:pt x="5" y="0"/>
                  </a:lnTo>
                  <a:lnTo>
                    <a:pt x="3" y="0"/>
                  </a:lnTo>
                  <a:lnTo>
                    <a:pt x="1" y="2"/>
                  </a:lnTo>
                  <a:lnTo>
                    <a:pt x="0" y="4"/>
                  </a:lnTo>
                  <a:lnTo>
                    <a:pt x="0" y="6"/>
                  </a:lnTo>
                  <a:lnTo>
                    <a:pt x="1" y="7"/>
                  </a:lnTo>
                  <a:lnTo>
                    <a:pt x="3" y="8"/>
                  </a:lnTo>
                  <a:lnTo>
                    <a:pt x="3" y="8"/>
                  </a:lnTo>
                  <a:lnTo>
                    <a:pt x="23" y="16"/>
                  </a:lnTo>
                  <a:lnTo>
                    <a:pt x="43" y="23"/>
                  </a:lnTo>
                  <a:lnTo>
                    <a:pt x="63" y="30"/>
                  </a:lnTo>
                  <a:lnTo>
                    <a:pt x="84" y="35"/>
                  </a:lnTo>
                  <a:lnTo>
                    <a:pt x="125" y="44"/>
                  </a:lnTo>
                  <a:lnTo>
                    <a:pt x="167" y="54"/>
                  </a:lnTo>
                  <a:lnTo>
                    <a:pt x="167" y="54"/>
                  </a:lnTo>
                  <a:lnTo>
                    <a:pt x="210" y="65"/>
                  </a:lnTo>
                  <a:lnTo>
                    <a:pt x="232" y="70"/>
                  </a:lnTo>
                  <a:lnTo>
                    <a:pt x="253" y="78"/>
                  </a:lnTo>
                  <a:lnTo>
                    <a:pt x="253" y="78"/>
                  </a:lnTo>
                  <a:lnTo>
                    <a:pt x="263" y="83"/>
                  </a:lnTo>
                  <a:lnTo>
                    <a:pt x="274" y="90"/>
                  </a:lnTo>
                  <a:lnTo>
                    <a:pt x="279" y="93"/>
                  </a:lnTo>
                  <a:lnTo>
                    <a:pt x="285" y="95"/>
                  </a:lnTo>
                  <a:lnTo>
                    <a:pt x="290" y="95"/>
                  </a:lnTo>
                  <a:lnTo>
                    <a:pt x="296" y="94"/>
                  </a:lnTo>
                  <a:lnTo>
                    <a:pt x="296" y="94"/>
                  </a:lnTo>
                  <a:lnTo>
                    <a:pt x="298" y="93"/>
                  </a:lnTo>
                  <a:lnTo>
                    <a:pt x="299" y="92"/>
                  </a:lnTo>
                  <a:lnTo>
                    <a:pt x="299" y="87"/>
                  </a:lnTo>
                  <a:lnTo>
                    <a:pt x="298" y="86"/>
                  </a:lnTo>
                  <a:lnTo>
                    <a:pt x="297" y="84"/>
                  </a:lnTo>
                  <a:lnTo>
                    <a:pt x="296" y="84"/>
                  </a:lnTo>
                  <a:lnTo>
                    <a:pt x="294" y="84"/>
                  </a:lnTo>
                  <a:lnTo>
                    <a:pt x="294" y="8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8" name="Freeform 388"/>
            <p:cNvSpPr/>
            <p:nvPr/>
          </p:nvSpPr>
          <p:spPr bwMode="auto">
            <a:xfrm>
              <a:off x="4737100" y="3335338"/>
              <a:ext cx="131763" cy="30163"/>
            </a:xfrm>
            <a:custGeom>
              <a:avLst/>
              <a:gdLst/>
              <a:ahLst/>
              <a:cxnLst>
                <a:cxn ang="0">
                  <a:pos x="246" y="48"/>
                </a:cxn>
                <a:cxn ang="0">
                  <a:pos x="214" y="44"/>
                </a:cxn>
                <a:cxn ang="0">
                  <a:pos x="148" y="32"/>
                </a:cxn>
                <a:cxn ang="0">
                  <a:pos x="116" y="25"/>
                </a:cxn>
                <a:cxn ang="0">
                  <a:pos x="88" y="20"/>
                </a:cxn>
                <a:cxn ang="0">
                  <a:pos x="60" y="18"/>
                </a:cxn>
                <a:cxn ang="0">
                  <a:pos x="36" y="12"/>
                </a:cxn>
                <a:cxn ang="0">
                  <a:pos x="13" y="6"/>
                </a:cxn>
                <a:cxn ang="0">
                  <a:pos x="14" y="5"/>
                </a:cxn>
                <a:cxn ang="0">
                  <a:pos x="13" y="3"/>
                </a:cxn>
                <a:cxn ang="0">
                  <a:pos x="11" y="1"/>
                </a:cxn>
                <a:cxn ang="0">
                  <a:pos x="7" y="1"/>
                </a:cxn>
                <a:cxn ang="0">
                  <a:pos x="5" y="3"/>
                </a:cxn>
                <a:cxn ang="0">
                  <a:pos x="4" y="5"/>
                </a:cxn>
                <a:cxn ang="0">
                  <a:pos x="1" y="6"/>
                </a:cxn>
                <a:cxn ang="0">
                  <a:pos x="0" y="9"/>
                </a:cxn>
                <a:cxn ang="0">
                  <a:pos x="2" y="13"/>
                </a:cxn>
                <a:cxn ang="0">
                  <a:pos x="4" y="14"/>
                </a:cxn>
                <a:cxn ang="0">
                  <a:pos x="21" y="19"/>
                </a:cxn>
                <a:cxn ang="0">
                  <a:pos x="32" y="24"/>
                </a:cxn>
                <a:cxn ang="0">
                  <a:pos x="38" y="25"/>
                </a:cxn>
                <a:cxn ang="0">
                  <a:pos x="60" y="27"/>
                </a:cxn>
                <a:cxn ang="0">
                  <a:pos x="96" y="31"/>
                </a:cxn>
                <a:cxn ang="0">
                  <a:pos x="131" y="38"/>
                </a:cxn>
                <a:cxn ang="0">
                  <a:pos x="159" y="44"/>
                </a:cxn>
                <a:cxn ang="0">
                  <a:pos x="218" y="55"/>
                </a:cxn>
                <a:cxn ang="0">
                  <a:pos x="246" y="57"/>
                </a:cxn>
                <a:cxn ang="0">
                  <a:pos x="248" y="57"/>
                </a:cxn>
                <a:cxn ang="0">
                  <a:pos x="251" y="54"/>
                </a:cxn>
                <a:cxn ang="0">
                  <a:pos x="251" y="51"/>
                </a:cxn>
                <a:cxn ang="0">
                  <a:pos x="248" y="48"/>
                </a:cxn>
                <a:cxn ang="0">
                  <a:pos x="246" y="48"/>
                </a:cxn>
              </a:cxnLst>
              <a:rect l="0" t="0" r="r" b="b"/>
              <a:pathLst>
                <a:path w="251" h="57">
                  <a:moveTo>
                    <a:pt x="246" y="48"/>
                  </a:moveTo>
                  <a:lnTo>
                    <a:pt x="246" y="48"/>
                  </a:lnTo>
                  <a:lnTo>
                    <a:pt x="230" y="46"/>
                  </a:lnTo>
                  <a:lnTo>
                    <a:pt x="214" y="44"/>
                  </a:lnTo>
                  <a:lnTo>
                    <a:pt x="181" y="39"/>
                  </a:lnTo>
                  <a:lnTo>
                    <a:pt x="148" y="32"/>
                  </a:lnTo>
                  <a:lnTo>
                    <a:pt x="116" y="25"/>
                  </a:lnTo>
                  <a:lnTo>
                    <a:pt x="116" y="25"/>
                  </a:lnTo>
                  <a:lnTo>
                    <a:pt x="102" y="22"/>
                  </a:lnTo>
                  <a:lnTo>
                    <a:pt x="88" y="20"/>
                  </a:lnTo>
                  <a:lnTo>
                    <a:pt x="60" y="18"/>
                  </a:lnTo>
                  <a:lnTo>
                    <a:pt x="60" y="18"/>
                  </a:lnTo>
                  <a:lnTo>
                    <a:pt x="48" y="15"/>
                  </a:lnTo>
                  <a:lnTo>
                    <a:pt x="36" y="12"/>
                  </a:lnTo>
                  <a:lnTo>
                    <a:pt x="25" y="9"/>
                  </a:lnTo>
                  <a:lnTo>
                    <a:pt x="13" y="6"/>
                  </a:lnTo>
                  <a:lnTo>
                    <a:pt x="13" y="6"/>
                  </a:lnTo>
                  <a:lnTo>
                    <a:pt x="14" y="5"/>
                  </a:lnTo>
                  <a:lnTo>
                    <a:pt x="14" y="5"/>
                  </a:lnTo>
                  <a:lnTo>
                    <a:pt x="13" y="3"/>
                  </a:lnTo>
                  <a:lnTo>
                    <a:pt x="12" y="1"/>
                  </a:lnTo>
                  <a:lnTo>
                    <a:pt x="11" y="1"/>
                  </a:lnTo>
                  <a:lnTo>
                    <a:pt x="9" y="0"/>
                  </a:lnTo>
                  <a:lnTo>
                    <a:pt x="7" y="1"/>
                  </a:lnTo>
                  <a:lnTo>
                    <a:pt x="6" y="1"/>
                  </a:lnTo>
                  <a:lnTo>
                    <a:pt x="5" y="3"/>
                  </a:lnTo>
                  <a:lnTo>
                    <a:pt x="4" y="5"/>
                  </a:lnTo>
                  <a:lnTo>
                    <a:pt x="4" y="5"/>
                  </a:lnTo>
                  <a:lnTo>
                    <a:pt x="2" y="5"/>
                  </a:lnTo>
                  <a:lnTo>
                    <a:pt x="1" y="6"/>
                  </a:lnTo>
                  <a:lnTo>
                    <a:pt x="0" y="8"/>
                  </a:lnTo>
                  <a:lnTo>
                    <a:pt x="0" y="9"/>
                  </a:lnTo>
                  <a:lnTo>
                    <a:pt x="1" y="12"/>
                  </a:lnTo>
                  <a:lnTo>
                    <a:pt x="2" y="13"/>
                  </a:lnTo>
                  <a:lnTo>
                    <a:pt x="4" y="14"/>
                  </a:lnTo>
                  <a:lnTo>
                    <a:pt x="4" y="14"/>
                  </a:lnTo>
                  <a:lnTo>
                    <a:pt x="14" y="17"/>
                  </a:lnTo>
                  <a:lnTo>
                    <a:pt x="21" y="19"/>
                  </a:lnTo>
                  <a:lnTo>
                    <a:pt x="25" y="21"/>
                  </a:lnTo>
                  <a:lnTo>
                    <a:pt x="32" y="24"/>
                  </a:lnTo>
                  <a:lnTo>
                    <a:pt x="32" y="24"/>
                  </a:lnTo>
                  <a:lnTo>
                    <a:pt x="38" y="25"/>
                  </a:lnTo>
                  <a:lnTo>
                    <a:pt x="45" y="26"/>
                  </a:lnTo>
                  <a:lnTo>
                    <a:pt x="60" y="27"/>
                  </a:lnTo>
                  <a:lnTo>
                    <a:pt x="60" y="27"/>
                  </a:lnTo>
                  <a:lnTo>
                    <a:pt x="96" y="31"/>
                  </a:lnTo>
                  <a:lnTo>
                    <a:pt x="114" y="34"/>
                  </a:lnTo>
                  <a:lnTo>
                    <a:pt x="131" y="38"/>
                  </a:lnTo>
                  <a:lnTo>
                    <a:pt x="131" y="38"/>
                  </a:lnTo>
                  <a:lnTo>
                    <a:pt x="159" y="44"/>
                  </a:lnTo>
                  <a:lnTo>
                    <a:pt x="188" y="51"/>
                  </a:lnTo>
                  <a:lnTo>
                    <a:pt x="218" y="55"/>
                  </a:lnTo>
                  <a:lnTo>
                    <a:pt x="232" y="56"/>
                  </a:lnTo>
                  <a:lnTo>
                    <a:pt x="246" y="57"/>
                  </a:lnTo>
                  <a:lnTo>
                    <a:pt x="246" y="57"/>
                  </a:lnTo>
                  <a:lnTo>
                    <a:pt x="248" y="57"/>
                  </a:lnTo>
                  <a:lnTo>
                    <a:pt x="250" y="56"/>
                  </a:lnTo>
                  <a:lnTo>
                    <a:pt x="251" y="54"/>
                  </a:lnTo>
                  <a:lnTo>
                    <a:pt x="251" y="53"/>
                  </a:lnTo>
                  <a:lnTo>
                    <a:pt x="251" y="51"/>
                  </a:lnTo>
                  <a:lnTo>
                    <a:pt x="250" y="50"/>
                  </a:lnTo>
                  <a:lnTo>
                    <a:pt x="248" y="48"/>
                  </a:lnTo>
                  <a:lnTo>
                    <a:pt x="246" y="48"/>
                  </a:lnTo>
                  <a:lnTo>
                    <a:pt x="246" y="4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9" name="Freeform 389"/>
            <p:cNvSpPr/>
            <p:nvPr/>
          </p:nvSpPr>
          <p:spPr bwMode="auto">
            <a:xfrm>
              <a:off x="4838700" y="3271838"/>
              <a:ext cx="112713" cy="6350"/>
            </a:xfrm>
            <a:custGeom>
              <a:avLst/>
              <a:gdLst/>
              <a:ahLst/>
              <a:cxnLst>
                <a:cxn ang="0">
                  <a:pos x="209" y="0"/>
                </a:cxn>
                <a:cxn ang="0">
                  <a:pos x="5" y="0"/>
                </a:cxn>
                <a:cxn ang="0">
                  <a:pos x="5" y="0"/>
                </a:cxn>
                <a:cxn ang="0">
                  <a:pos x="3" y="1"/>
                </a:cxn>
                <a:cxn ang="0">
                  <a:pos x="1" y="2"/>
                </a:cxn>
                <a:cxn ang="0">
                  <a:pos x="0" y="3"/>
                </a:cxn>
                <a:cxn ang="0">
                  <a:pos x="0" y="5"/>
                </a:cxn>
                <a:cxn ang="0">
                  <a:pos x="0" y="7"/>
                </a:cxn>
                <a:cxn ang="0">
                  <a:pos x="1" y="8"/>
                </a:cxn>
                <a:cxn ang="0">
                  <a:pos x="3" y="9"/>
                </a:cxn>
                <a:cxn ang="0">
                  <a:pos x="5" y="11"/>
                </a:cxn>
                <a:cxn ang="0">
                  <a:pos x="209" y="11"/>
                </a:cxn>
                <a:cxn ang="0">
                  <a:pos x="209" y="11"/>
                </a:cxn>
                <a:cxn ang="0">
                  <a:pos x="211" y="9"/>
                </a:cxn>
                <a:cxn ang="0">
                  <a:pos x="212" y="8"/>
                </a:cxn>
                <a:cxn ang="0">
                  <a:pos x="213" y="7"/>
                </a:cxn>
                <a:cxn ang="0">
                  <a:pos x="213" y="5"/>
                </a:cxn>
                <a:cxn ang="0">
                  <a:pos x="213" y="3"/>
                </a:cxn>
                <a:cxn ang="0">
                  <a:pos x="212" y="2"/>
                </a:cxn>
                <a:cxn ang="0">
                  <a:pos x="211" y="1"/>
                </a:cxn>
                <a:cxn ang="0">
                  <a:pos x="209" y="0"/>
                </a:cxn>
                <a:cxn ang="0">
                  <a:pos x="209" y="0"/>
                </a:cxn>
              </a:cxnLst>
              <a:rect l="0" t="0" r="r" b="b"/>
              <a:pathLst>
                <a:path w="213" h="11">
                  <a:moveTo>
                    <a:pt x="209" y="0"/>
                  </a:moveTo>
                  <a:lnTo>
                    <a:pt x="5" y="0"/>
                  </a:lnTo>
                  <a:lnTo>
                    <a:pt x="5" y="0"/>
                  </a:lnTo>
                  <a:lnTo>
                    <a:pt x="3" y="1"/>
                  </a:lnTo>
                  <a:lnTo>
                    <a:pt x="1" y="2"/>
                  </a:lnTo>
                  <a:lnTo>
                    <a:pt x="0" y="3"/>
                  </a:lnTo>
                  <a:lnTo>
                    <a:pt x="0" y="5"/>
                  </a:lnTo>
                  <a:lnTo>
                    <a:pt x="0" y="7"/>
                  </a:lnTo>
                  <a:lnTo>
                    <a:pt x="1" y="8"/>
                  </a:lnTo>
                  <a:lnTo>
                    <a:pt x="3" y="9"/>
                  </a:lnTo>
                  <a:lnTo>
                    <a:pt x="5" y="11"/>
                  </a:lnTo>
                  <a:lnTo>
                    <a:pt x="209" y="11"/>
                  </a:lnTo>
                  <a:lnTo>
                    <a:pt x="209" y="11"/>
                  </a:lnTo>
                  <a:lnTo>
                    <a:pt x="211" y="9"/>
                  </a:lnTo>
                  <a:lnTo>
                    <a:pt x="212" y="8"/>
                  </a:lnTo>
                  <a:lnTo>
                    <a:pt x="213" y="7"/>
                  </a:lnTo>
                  <a:lnTo>
                    <a:pt x="213" y="5"/>
                  </a:lnTo>
                  <a:lnTo>
                    <a:pt x="213" y="3"/>
                  </a:lnTo>
                  <a:lnTo>
                    <a:pt x="212" y="2"/>
                  </a:lnTo>
                  <a:lnTo>
                    <a:pt x="211" y="1"/>
                  </a:lnTo>
                  <a:lnTo>
                    <a:pt x="209" y="0"/>
                  </a:lnTo>
                  <a:lnTo>
                    <a:pt x="209"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0" name="Freeform 390"/>
            <p:cNvSpPr/>
            <p:nvPr/>
          </p:nvSpPr>
          <p:spPr bwMode="auto">
            <a:xfrm>
              <a:off x="4260850" y="3252788"/>
              <a:ext cx="73025" cy="128588"/>
            </a:xfrm>
            <a:custGeom>
              <a:avLst/>
              <a:gdLst/>
              <a:ahLst/>
              <a:cxnLst>
                <a:cxn ang="0">
                  <a:pos x="127" y="2"/>
                </a:cxn>
                <a:cxn ang="0">
                  <a:pos x="127" y="2"/>
                </a:cxn>
                <a:cxn ang="0">
                  <a:pos x="93" y="60"/>
                </a:cxn>
                <a:cxn ang="0">
                  <a:pos x="61" y="118"/>
                </a:cxn>
                <a:cxn ang="0">
                  <a:pos x="30" y="177"/>
                </a:cxn>
                <a:cxn ang="0">
                  <a:pos x="15" y="207"/>
                </a:cxn>
                <a:cxn ang="0">
                  <a:pos x="0" y="237"/>
                </a:cxn>
                <a:cxn ang="0">
                  <a:pos x="0" y="237"/>
                </a:cxn>
                <a:cxn ang="0">
                  <a:pos x="0" y="239"/>
                </a:cxn>
                <a:cxn ang="0">
                  <a:pos x="0" y="241"/>
                </a:cxn>
                <a:cxn ang="0">
                  <a:pos x="2" y="243"/>
                </a:cxn>
                <a:cxn ang="0">
                  <a:pos x="4" y="244"/>
                </a:cxn>
                <a:cxn ang="0">
                  <a:pos x="7" y="244"/>
                </a:cxn>
                <a:cxn ang="0">
                  <a:pos x="8" y="243"/>
                </a:cxn>
                <a:cxn ang="0">
                  <a:pos x="9" y="242"/>
                </a:cxn>
                <a:cxn ang="0">
                  <a:pos x="9" y="242"/>
                </a:cxn>
                <a:cxn ang="0">
                  <a:pos x="23" y="211"/>
                </a:cxn>
                <a:cxn ang="0">
                  <a:pos x="39" y="182"/>
                </a:cxn>
                <a:cxn ang="0">
                  <a:pos x="70" y="123"/>
                </a:cxn>
                <a:cxn ang="0">
                  <a:pos x="102" y="65"/>
                </a:cxn>
                <a:cxn ang="0">
                  <a:pos x="136" y="7"/>
                </a:cxn>
                <a:cxn ang="0">
                  <a:pos x="136" y="7"/>
                </a:cxn>
                <a:cxn ang="0">
                  <a:pos x="136" y="5"/>
                </a:cxn>
                <a:cxn ang="0">
                  <a:pos x="136" y="3"/>
                </a:cxn>
                <a:cxn ang="0">
                  <a:pos x="135" y="2"/>
                </a:cxn>
                <a:cxn ang="0">
                  <a:pos x="134" y="1"/>
                </a:cxn>
                <a:cxn ang="0">
                  <a:pos x="131" y="0"/>
                </a:cxn>
                <a:cxn ang="0">
                  <a:pos x="130" y="0"/>
                </a:cxn>
                <a:cxn ang="0">
                  <a:pos x="128" y="1"/>
                </a:cxn>
                <a:cxn ang="0">
                  <a:pos x="127" y="2"/>
                </a:cxn>
                <a:cxn ang="0">
                  <a:pos x="127" y="2"/>
                </a:cxn>
              </a:cxnLst>
              <a:rect l="0" t="0" r="r" b="b"/>
              <a:pathLst>
                <a:path w="136" h="244">
                  <a:moveTo>
                    <a:pt x="127" y="2"/>
                  </a:moveTo>
                  <a:lnTo>
                    <a:pt x="127" y="2"/>
                  </a:lnTo>
                  <a:lnTo>
                    <a:pt x="93" y="60"/>
                  </a:lnTo>
                  <a:lnTo>
                    <a:pt x="61" y="118"/>
                  </a:lnTo>
                  <a:lnTo>
                    <a:pt x="30" y="177"/>
                  </a:lnTo>
                  <a:lnTo>
                    <a:pt x="15" y="207"/>
                  </a:lnTo>
                  <a:lnTo>
                    <a:pt x="0" y="237"/>
                  </a:lnTo>
                  <a:lnTo>
                    <a:pt x="0" y="237"/>
                  </a:lnTo>
                  <a:lnTo>
                    <a:pt x="0" y="239"/>
                  </a:lnTo>
                  <a:lnTo>
                    <a:pt x="0" y="241"/>
                  </a:lnTo>
                  <a:lnTo>
                    <a:pt x="2" y="243"/>
                  </a:lnTo>
                  <a:lnTo>
                    <a:pt x="4" y="244"/>
                  </a:lnTo>
                  <a:lnTo>
                    <a:pt x="7" y="244"/>
                  </a:lnTo>
                  <a:lnTo>
                    <a:pt x="8" y="243"/>
                  </a:lnTo>
                  <a:lnTo>
                    <a:pt x="9" y="242"/>
                  </a:lnTo>
                  <a:lnTo>
                    <a:pt x="9" y="242"/>
                  </a:lnTo>
                  <a:lnTo>
                    <a:pt x="23" y="211"/>
                  </a:lnTo>
                  <a:lnTo>
                    <a:pt x="39" y="182"/>
                  </a:lnTo>
                  <a:lnTo>
                    <a:pt x="70" y="123"/>
                  </a:lnTo>
                  <a:lnTo>
                    <a:pt x="102" y="65"/>
                  </a:lnTo>
                  <a:lnTo>
                    <a:pt x="136" y="7"/>
                  </a:lnTo>
                  <a:lnTo>
                    <a:pt x="136" y="7"/>
                  </a:lnTo>
                  <a:lnTo>
                    <a:pt x="136" y="5"/>
                  </a:lnTo>
                  <a:lnTo>
                    <a:pt x="136" y="3"/>
                  </a:lnTo>
                  <a:lnTo>
                    <a:pt x="135" y="2"/>
                  </a:lnTo>
                  <a:lnTo>
                    <a:pt x="134" y="1"/>
                  </a:lnTo>
                  <a:lnTo>
                    <a:pt x="131" y="0"/>
                  </a:lnTo>
                  <a:lnTo>
                    <a:pt x="130" y="0"/>
                  </a:lnTo>
                  <a:lnTo>
                    <a:pt x="128" y="1"/>
                  </a:lnTo>
                  <a:lnTo>
                    <a:pt x="127" y="2"/>
                  </a:lnTo>
                  <a:lnTo>
                    <a:pt x="12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1" name="Freeform 391"/>
            <p:cNvSpPr/>
            <p:nvPr/>
          </p:nvSpPr>
          <p:spPr bwMode="auto">
            <a:xfrm>
              <a:off x="4311650" y="3292475"/>
              <a:ext cx="50800" cy="82550"/>
            </a:xfrm>
            <a:custGeom>
              <a:avLst/>
              <a:gdLst/>
              <a:ahLst/>
              <a:cxnLst>
                <a:cxn ang="0">
                  <a:pos x="90" y="3"/>
                </a:cxn>
                <a:cxn ang="0">
                  <a:pos x="90" y="3"/>
                </a:cxn>
                <a:cxn ang="0">
                  <a:pos x="45" y="75"/>
                </a:cxn>
                <a:cxn ang="0">
                  <a:pos x="23" y="111"/>
                </a:cxn>
                <a:cxn ang="0">
                  <a:pos x="1" y="148"/>
                </a:cxn>
                <a:cxn ang="0">
                  <a:pos x="1" y="148"/>
                </a:cxn>
                <a:cxn ang="0">
                  <a:pos x="0" y="150"/>
                </a:cxn>
                <a:cxn ang="0">
                  <a:pos x="1" y="151"/>
                </a:cxn>
                <a:cxn ang="0">
                  <a:pos x="2" y="153"/>
                </a:cxn>
                <a:cxn ang="0">
                  <a:pos x="3" y="154"/>
                </a:cxn>
                <a:cxn ang="0">
                  <a:pos x="4" y="154"/>
                </a:cxn>
                <a:cxn ang="0">
                  <a:pos x="6" y="154"/>
                </a:cxn>
                <a:cxn ang="0">
                  <a:pos x="9" y="154"/>
                </a:cxn>
                <a:cxn ang="0">
                  <a:pos x="10" y="152"/>
                </a:cxn>
                <a:cxn ang="0">
                  <a:pos x="10" y="152"/>
                </a:cxn>
                <a:cxn ang="0">
                  <a:pos x="31" y="116"/>
                </a:cxn>
                <a:cxn ang="0">
                  <a:pos x="53" y="80"/>
                </a:cxn>
                <a:cxn ang="0">
                  <a:pos x="98" y="8"/>
                </a:cxn>
                <a:cxn ang="0">
                  <a:pos x="98" y="8"/>
                </a:cxn>
                <a:cxn ang="0">
                  <a:pos x="98" y="6"/>
                </a:cxn>
                <a:cxn ang="0">
                  <a:pos x="98" y="4"/>
                </a:cxn>
                <a:cxn ang="0">
                  <a:pos x="97" y="3"/>
                </a:cxn>
                <a:cxn ang="0">
                  <a:pos x="96" y="0"/>
                </a:cxn>
                <a:cxn ang="0">
                  <a:pos x="94" y="0"/>
                </a:cxn>
                <a:cxn ang="0">
                  <a:pos x="93" y="0"/>
                </a:cxn>
                <a:cxn ang="0">
                  <a:pos x="91" y="0"/>
                </a:cxn>
                <a:cxn ang="0">
                  <a:pos x="90" y="3"/>
                </a:cxn>
                <a:cxn ang="0">
                  <a:pos x="90" y="3"/>
                </a:cxn>
              </a:cxnLst>
              <a:rect l="0" t="0" r="r" b="b"/>
              <a:pathLst>
                <a:path w="98" h="154">
                  <a:moveTo>
                    <a:pt x="90" y="3"/>
                  </a:moveTo>
                  <a:lnTo>
                    <a:pt x="90" y="3"/>
                  </a:lnTo>
                  <a:lnTo>
                    <a:pt x="45" y="75"/>
                  </a:lnTo>
                  <a:lnTo>
                    <a:pt x="23" y="111"/>
                  </a:lnTo>
                  <a:lnTo>
                    <a:pt x="1" y="148"/>
                  </a:lnTo>
                  <a:lnTo>
                    <a:pt x="1" y="148"/>
                  </a:lnTo>
                  <a:lnTo>
                    <a:pt x="0" y="150"/>
                  </a:lnTo>
                  <a:lnTo>
                    <a:pt x="1" y="151"/>
                  </a:lnTo>
                  <a:lnTo>
                    <a:pt x="2" y="153"/>
                  </a:lnTo>
                  <a:lnTo>
                    <a:pt x="3" y="154"/>
                  </a:lnTo>
                  <a:lnTo>
                    <a:pt x="4" y="154"/>
                  </a:lnTo>
                  <a:lnTo>
                    <a:pt x="6" y="154"/>
                  </a:lnTo>
                  <a:lnTo>
                    <a:pt x="9" y="154"/>
                  </a:lnTo>
                  <a:lnTo>
                    <a:pt x="10" y="152"/>
                  </a:lnTo>
                  <a:lnTo>
                    <a:pt x="10" y="152"/>
                  </a:lnTo>
                  <a:lnTo>
                    <a:pt x="31" y="116"/>
                  </a:lnTo>
                  <a:lnTo>
                    <a:pt x="53" y="80"/>
                  </a:lnTo>
                  <a:lnTo>
                    <a:pt x="98" y="8"/>
                  </a:lnTo>
                  <a:lnTo>
                    <a:pt x="98" y="8"/>
                  </a:lnTo>
                  <a:lnTo>
                    <a:pt x="98" y="6"/>
                  </a:lnTo>
                  <a:lnTo>
                    <a:pt x="98" y="4"/>
                  </a:lnTo>
                  <a:lnTo>
                    <a:pt x="97" y="3"/>
                  </a:lnTo>
                  <a:lnTo>
                    <a:pt x="96" y="0"/>
                  </a:lnTo>
                  <a:lnTo>
                    <a:pt x="94" y="0"/>
                  </a:lnTo>
                  <a:lnTo>
                    <a:pt x="93" y="0"/>
                  </a:lnTo>
                  <a:lnTo>
                    <a:pt x="91" y="0"/>
                  </a:lnTo>
                  <a:lnTo>
                    <a:pt x="90" y="3"/>
                  </a:lnTo>
                  <a:lnTo>
                    <a:pt x="90"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2" name="Freeform 392"/>
            <p:cNvSpPr/>
            <p:nvPr/>
          </p:nvSpPr>
          <p:spPr bwMode="auto">
            <a:xfrm>
              <a:off x="4529138" y="3536950"/>
              <a:ext cx="41275" cy="85725"/>
            </a:xfrm>
            <a:custGeom>
              <a:avLst/>
              <a:gdLst/>
              <a:ahLst/>
              <a:cxnLst>
                <a:cxn ang="0">
                  <a:pos x="71" y="3"/>
                </a:cxn>
                <a:cxn ang="0">
                  <a:pos x="71" y="3"/>
                </a:cxn>
                <a:cxn ang="0">
                  <a:pos x="52" y="40"/>
                </a:cxn>
                <a:cxn ang="0">
                  <a:pos x="33" y="79"/>
                </a:cxn>
                <a:cxn ang="0">
                  <a:pos x="17" y="117"/>
                </a:cxn>
                <a:cxn ang="0">
                  <a:pos x="0" y="156"/>
                </a:cxn>
                <a:cxn ang="0">
                  <a:pos x="0" y="156"/>
                </a:cxn>
                <a:cxn ang="0">
                  <a:pos x="0" y="158"/>
                </a:cxn>
                <a:cxn ang="0">
                  <a:pos x="1" y="159"/>
                </a:cxn>
                <a:cxn ang="0">
                  <a:pos x="2" y="160"/>
                </a:cxn>
                <a:cxn ang="0">
                  <a:pos x="3" y="161"/>
                </a:cxn>
                <a:cxn ang="0">
                  <a:pos x="8" y="161"/>
                </a:cxn>
                <a:cxn ang="0">
                  <a:pos x="9" y="160"/>
                </a:cxn>
                <a:cxn ang="0">
                  <a:pos x="10" y="158"/>
                </a:cxn>
                <a:cxn ang="0">
                  <a:pos x="10" y="158"/>
                </a:cxn>
                <a:cxn ang="0">
                  <a:pos x="25" y="120"/>
                </a:cxn>
                <a:cxn ang="0">
                  <a:pos x="43" y="82"/>
                </a:cxn>
                <a:cxn ang="0">
                  <a:pos x="60" y="45"/>
                </a:cxn>
                <a:cxn ang="0">
                  <a:pos x="79" y="7"/>
                </a:cxn>
                <a:cxn ang="0">
                  <a:pos x="79" y="7"/>
                </a:cxn>
                <a:cxn ang="0">
                  <a:pos x="80" y="5"/>
                </a:cxn>
                <a:cxn ang="0">
                  <a:pos x="79" y="4"/>
                </a:cxn>
                <a:cxn ang="0">
                  <a:pos x="78" y="2"/>
                </a:cxn>
                <a:cxn ang="0">
                  <a:pos x="77" y="1"/>
                </a:cxn>
                <a:cxn ang="0">
                  <a:pos x="76" y="0"/>
                </a:cxn>
                <a:cxn ang="0">
                  <a:pos x="74" y="0"/>
                </a:cxn>
                <a:cxn ang="0">
                  <a:pos x="72" y="1"/>
                </a:cxn>
                <a:cxn ang="0">
                  <a:pos x="71" y="3"/>
                </a:cxn>
                <a:cxn ang="0">
                  <a:pos x="71" y="3"/>
                </a:cxn>
              </a:cxnLst>
              <a:rect l="0" t="0" r="r" b="b"/>
              <a:pathLst>
                <a:path w="80" h="161">
                  <a:moveTo>
                    <a:pt x="71" y="3"/>
                  </a:moveTo>
                  <a:lnTo>
                    <a:pt x="71" y="3"/>
                  </a:lnTo>
                  <a:lnTo>
                    <a:pt x="52" y="40"/>
                  </a:lnTo>
                  <a:lnTo>
                    <a:pt x="33" y="79"/>
                  </a:lnTo>
                  <a:lnTo>
                    <a:pt x="17" y="117"/>
                  </a:lnTo>
                  <a:lnTo>
                    <a:pt x="0" y="156"/>
                  </a:lnTo>
                  <a:lnTo>
                    <a:pt x="0" y="156"/>
                  </a:lnTo>
                  <a:lnTo>
                    <a:pt x="0" y="158"/>
                  </a:lnTo>
                  <a:lnTo>
                    <a:pt x="1" y="159"/>
                  </a:lnTo>
                  <a:lnTo>
                    <a:pt x="2" y="160"/>
                  </a:lnTo>
                  <a:lnTo>
                    <a:pt x="3" y="161"/>
                  </a:lnTo>
                  <a:lnTo>
                    <a:pt x="8" y="161"/>
                  </a:lnTo>
                  <a:lnTo>
                    <a:pt x="9" y="160"/>
                  </a:lnTo>
                  <a:lnTo>
                    <a:pt x="10" y="158"/>
                  </a:lnTo>
                  <a:lnTo>
                    <a:pt x="10" y="158"/>
                  </a:lnTo>
                  <a:lnTo>
                    <a:pt x="25" y="120"/>
                  </a:lnTo>
                  <a:lnTo>
                    <a:pt x="43" y="82"/>
                  </a:lnTo>
                  <a:lnTo>
                    <a:pt x="60" y="45"/>
                  </a:lnTo>
                  <a:lnTo>
                    <a:pt x="79" y="7"/>
                  </a:lnTo>
                  <a:lnTo>
                    <a:pt x="79" y="7"/>
                  </a:lnTo>
                  <a:lnTo>
                    <a:pt x="80" y="5"/>
                  </a:lnTo>
                  <a:lnTo>
                    <a:pt x="79" y="4"/>
                  </a:lnTo>
                  <a:lnTo>
                    <a:pt x="78" y="2"/>
                  </a:lnTo>
                  <a:lnTo>
                    <a:pt x="77" y="1"/>
                  </a:lnTo>
                  <a:lnTo>
                    <a:pt x="76" y="0"/>
                  </a:lnTo>
                  <a:lnTo>
                    <a:pt x="74" y="0"/>
                  </a:lnTo>
                  <a:lnTo>
                    <a:pt x="72" y="1"/>
                  </a:lnTo>
                  <a:lnTo>
                    <a:pt x="71" y="3"/>
                  </a:lnTo>
                  <a:lnTo>
                    <a:pt x="7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3" name="Freeform 393"/>
            <p:cNvSpPr/>
            <p:nvPr/>
          </p:nvSpPr>
          <p:spPr bwMode="auto">
            <a:xfrm>
              <a:off x="4592638" y="3511550"/>
              <a:ext cx="31750" cy="57150"/>
            </a:xfrm>
            <a:custGeom>
              <a:avLst/>
              <a:gdLst/>
              <a:ahLst/>
              <a:cxnLst>
                <a:cxn ang="0">
                  <a:pos x="51" y="4"/>
                </a:cxn>
                <a:cxn ang="0">
                  <a:pos x="51" y="4"/>
                </a:cxn>
                <a:cxn ang="0">
                  <a:pos x="50" y="10"/>
                </a:cxn>
                <a:cxn ang="0">
                  <a:pos x="49" y="17"/>
                </a:cxn>
                <a:cxn ang="0">
                  <a:pos x="43" y="30"/>
                </a:cxn>
                <a:cxn ang="0">
                  <a:pos x="29" y="53"/>
                </a:cxn>
                <a:cxn ang="0">
                  <a:pos x="29" y="53"/>
                </a:cxn>
                <a:cxn ang="0">
                  <a:pos x="16" y="78"/>
                </a:cxn>
                <a:cxn ang="0">
                  <a:pos x="1" y="103"/>
                </a:cxn>
                <a:cxn ang="0">
                  <a:pos x="1" y="103"/>
                </a:cxn>
                <a:cxn ang="0">
                  <a:pos x="0" y="104"/>
                </a:cxn>
                <a:cxn ang="0">
                  <a:pos x="1" y="106"/>
                </a:cxn>
                <a:cxn ang="0">
                  <a:pos x="1" y="108"/>
                </a:cxn>
                <a:cxn ang="0">
                  <a:pos x="3" y="109"/>
                </a:cxn>
                <a:cxn ang="0">
                  <a:pos x="4" y="109"/>
                </a:cxn>
                <a:cxn ang="0">
                  <a:pos x="6" y="109"/>
                </a:cxn>
                <a:cxn ang="0">
                  <a:pos x="8" y="109"/>
                </a:cxn>
                <a:cxn ang="0">
                  <a:pos x="10" y="107"/>
                </a:cxn>
                <a:cxn ang="0">
                  <a:pos x="10" y="107"/>
                </a:cxn>
                <a:cxn ang="0">
                  <a:pos x="18" y="94"/>
                </a:cxn>
                <a:cxn ang="0">
                  <a:pos x="26" y="80"/>
                </a:cxn>
                <a:cxn ang="0">
                  <a:pos x="41" y="51"/>
                </a:cxn>
                <a:cxn ang="0">
                  <a:pos x="41" y="51"/>
                </a:cxn>
                <a:cxn ang="0">
                  <a:pos x="53" y="29"/>
                </a:cxn>
                <a:cxn ang="0">
                  <a:pos x="58" y="17"/>
                </a:cxn>
                <a:cxn ang="0">
                  <a:pos x="60" y="11"/>
                </a:cxn>
                <a:cxn ang="0">
                  <a:pos x="61" y="4"/>
                </a:cxn>
                <a:cxn ang="0">
                  <a:pos x="61" y="4"/>
                </a:cxn>
                <a:cxn ang="0">
                  <a:pos x="60" y="2"/>
                </a:cxn>
                <a:cxn ang="0">
                  <a:pos x="60" y="1"/>
                </a:cxn>
                <a:cxn ang="0">
                  <a:pos x="58" y="0"/>
                </a:cxn>
                <a:cxn ang="0">
                  <a:pos x="56" y="0"/>
                </a:cxn>
                <a:cxn ang="0">
                  <a:pos x="53" y="1"/>
                </a:cxn>
                <a:cxn ang="0">
                  <a:pos x="52" y="2"/>
                </a:cxn>
                <a:cxn ang="0">
                  <a:pos x="51" y="4"/>
                </a:cxn>
                <a:cxn ang="0">
                  <a:pos x="51" y="4"/>
                </a:cxn>
              </a:cxnLst>
              <a:rect l="0" t="0" r="r" b="b"/>
              <a:pathLst>
                <a:path w="61" h="109">
                  <a:moveTo>
                    <a:pt x="51" y="4"/>
                  </a:moveTo>
                  <a:lnTo>
                    <a:pt x="51" y="4"/>
                  </a:lnTo>
                  <a:lnTo>
                    <a:pt x="50" y="10"/>
                  </a:lnTo>
                  <a:lnTo>
                    <a:pt x="49" y="17"/>
                  </a:lnTo>
                  <a:lnTo>
                    <a:pt x="43" y="30"/>
                  </a:lnTo>
                  <a:lnTo>
                    <a:pt x="29" y="53"/>
                  </a:lnTo>
                  <a:lnTo>
                    <a:pt x="29" y="53"/>
                  </a:lnTo>
                  <a:lnTo>
                    <a:pt x="16" y="78"/>
                  </a:lnTo>
                  <a:lnTo>
                    <a:pt x="1" y="103"/>
                  </a:lnTo>
                  <a:lnTo>
                    <a:pt x="1" y="103"/>
                  </a:lnTo>
                  <a:lnTo>
                    <a:pt x="0" y="104"/>
                  </a:lnTo>
                  <a:lnTo>
                    <a:pt x="1" y="106"/>
                  </a:lnTo>
                  <a:lnTo>
                    <a:pt x="1" y="108"/>
                  </a:lnTo>
                  <a:lnTo>
                    <a:pt x="3" y="109"/>
                  </a:lnTo>
                  <a:lnTo>
                    <a:pt x="4" y="109"/>
                  </a:lnTo>
                  <a:lnTo>
                    <a:pt x="6" y="109"/>
                  </a:lnTo>
                  <a:lnTo>
                    <a:pt x="8" y="109"/>
                  </a:lnTo>
                  <a:lnTo>
                    <a:pt x="10" y="107"/>
                  </a:lnTo>
                  <a:lnTo>
                    <a:pt x="10" y="107"/>
                  </a:lnTo>
                  <a:lnTo>
                    <a:pt x="18" y="94"/>
                  </a:lnTo>
                  <a:lnTo>
                    <a:pt x="26" y="80"/>
                  </a:lnTo>
                  <a:lnTo>
                    <a:pt x="41" y="51"/>
                  </a:lnTo>
                  <a:lnTo>
                    <a:pt x="41" y="51"/>
                  </a:lnTo>
                  <a:lnTo>
                    <a:pt x="53" y="29"/>
                  </a:lnTo>
                  <a:lnTo>
                    <a:pt x="58" y="17"/>
                  </a:lnTo>
                  <a:lnTo>
                    <a:pt x="60" y="11"/>
                  </a:lnTo>
                  <a:lnTo>
                    <a:pt x="61" y="4"/>
                  </a:lnTo>
                  <a:lnTo>
                    <a:pt x="61" y="4"/>
                  </a:lnTo>
                  <a:lnTo>
                    <a:pt x="60" y="2"/>
                  </a:lnTo>
                  <a:lnTo>
                    <a:pt x="60" y="1"/>
                  </a:lnTo>
                  <a:lnTo>
                    <a:pt x="58" y="0"/>
                  </a:lnTo>
                  <a:lnTo>
                    <a:pt x="56" y="0"/>
                  </a:lnTo>
                  <a:lnTo>
                    <a:pt x="53" y="1"/>
                  </a:lnTo>
                  <a:lnTo>
                    <a:pt x="52" y="2"/>
                  </a:lnTo>
                  <a:lnTo>
                    <a:pt x="51" y="4"/>
                  </a:lnTo>
                  <a:lnTo>
                    <a:pt x="51"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4" name="Freeform 394"/>
            <p:cNvSpPr/>
            <p:nvPr/>
          </p:nvSpPr>
          <p:spPr bwMode="auto">
            <a:xfrm>
              <a:off x="4638675" y="3521075"/>
              <a:ext cx="22225" cy="50800"/>
            </a:xfrm>
            <a:custGeom>
              <a:avLst/>
              <a:gdLst/>
              <a:ahLst/>
              <a:cxnLst>
                <a:cxn ang="0">
                  <a:pos x="32" y="4"/>
                </a:cxn>
                <a:cxn ang="0">
                  <a:pos x="32" y="4"/>
                </a:cxn>
                <a:cxn ang="0">
                  <a:pos x="31" y="17"/>
                </a:cxn>
                <a:cxn ang="0">
                  <a:pos x="28" y="28"/>
                </a:cxn>
                <a:cxn ang="0">
                  <a:pos x="25" y="38"/>
                </a:cxn>
                <a:cxn ang="0">
                  <a:pos x="20" y="50"/>
                </a:cxn>
                <a:cxn ang="0">
                  <a:pos x="10" y="70"/>
                </a:cxn>
                <a:cxn ang="0">
                  <a:pos x="0" y="92"/>
                </a:cxn>
                <a:cxn ang="0">
                  <a:pos x="0" y="92"/>
                </a:cxn>
                <a:cxn ang="0">
                  <a:pos x="0" y="94"/>
                </a:cxn>
                <a:cxn ang="0">
                  <a:pos x="0" y="95"/>
                </a:cxn>
                <a:cxn ang="0">
                  <a:pos x="2" y="96"/>
                </a:cxn>
                <a:cxn ang="0">
                  <a:pos x="3" y="97"/>
                </a:cxn>
                <a:cxn ang="0">
                  <a:pos x="7" y="97"/>
                </a:cxn>
                <a:cxn ang="0">
                  <a:pos x="8" y="96"/>
                </a:cxn>
                <a:cxn ang="0">
                  <a:pos x="9" y="94"/>
                </a:cxn>
                <a:cxn ang="0">
                  <a:pos x="9" y="94"/>
                </a:cxn>
                <a:cxn ang="0">
                  <a:pos x="20" y="72"/>
                </a:cxn>
                <a:cxn ang="0">
                  <a:pos x="30" y="51"/>
                </a:cxn>
                <a:cxn ang="0">
                  <a:pos x="34" y="39"/>
                </a:cxn>
                <a:cxn ang="0">
                  <a:pos x="37" y="28"/>
                </a:cxn>
                <a:cxn ang="0">
                  <a:pos x="40" y="17"/>
                </a:cxn>
                <a:cxn ang="0">
                  <a:pos x="41" y="4"/>
                </a:cxn>
                <a:cxn ang="0">
                  <a:pos x="41" y="4"/>
                </a:cxn>
                <a:cxn ang="0">
                  <a:pos x="41" y="2"/>
                </a:cxn>
                <a:cxn ang="0">
                  <a:pos x="40" y="1"/>
                </a:cxn>
                <a:cxn ang="0">
                  <a:pos x="38" y="0"/>
                </a:cxn>
                <a:cxn ang="0">
                  <a:pos x="37" y="0"/>
                </a:cxn>
                <a:cxn ang="0">
                  <a:pos x="35" y="0"/>
                </a:cxn>
                <a:cxn ang="0">
                  <a:pos x="33" y="1"/>
                </a:cxn>
                <a:cxn ang="0">
                  <a:pos x="32" y="2"/>
                </a:cxn>
                <a:cxn ang="0">
                  <a:pos x="32" y="4"/>
                </a:cxn>
                <a:cxn ang="0">
                  <a:pos x="32" y="4"/>
                </a:cxn>
              </a:cxnLst>
              <a:rect l="0" t="0" r="r" b="b"/>
              <a:pathLst>
                <a:path w="41" h="97">
                  <a:moveTo>
                    <a:pt x="32" y="4"/>
                  </a:moveTo>
                  <a:lnTo>
                    <a:pt x="32" y="4"/>
                  </a:lnTo>
                  <a:lnTo>
                    <a:pt x="31" y="17"/>
                  </a:lnTo>
                  <a:lnTo>
                    <a:pt x="28" y="28"/>
                  </a:lnTo>
                  <a:lnTo>
                    <a:pt x="25" y="38"/>
                  </a:lnTo>
                  <a:lnTo>
                    <a:pt x="20" y="50"/>
                  </a:lnTo>
                  <a:lnTo>
                    <a:pt x="10" y="70"/>
                  </a:lnTo>
                  <a:lnTo>
                    <a:pt x="0" y="92"/>
                  </a:lnTo>
                  <a:lnTo>
                    <a:pt x="0" y="92"/>
                  </a:lnTo>
                  <a:lnTo>
                    <a:pt x="0" y="94"/>
                  </a:lnTo>
                  <a:lnTo>
                    <a:pt x="0" y="95"/>
                  </a:lnTo>
                  <a:lnTo>
                    <a:pt x="2" y="96"/>
                  </a:lnTo>
                  <a:lnTo>
                    <a:pt x="3" y="97"/>
                  </a:lnTo>
                  <a:lnTo>
                    <a:pt x="7" y="97"/>
                  </a:lnTo>
                  <a:lnTo>
                    <a:pt x="8" y="96"/>
                  </a:lnTo>
                  <a:lnTo>
                    <a:pt x="9" y="94"/>
                  </a:lnTo>
                  <a:lnTo>
                    <a:pt x="9" y="94"/>
                  </a:lnTo>
                  <a:lnTo>
                    <a:pt x="20" y="72"/>
                  </a:lnTo>
                  <a:lnTo>
                    <a:pt x="30" y="51"/>
                  </a:lnTo>
                  <a:lnTo>
                    <a:pt x="34" y="39"/>
                  </a:lnTo>
                  <a:lnTo>
                    <a:pt x="37" y="28"/>
                  </a:lnTo>
                  <a:lnTo>
                    <a:pt x="40" y="17"/>
                  </a:lnTo>
                  <a:lnTo>
                    <a:pt x="41" y="4"/>
                  </a:lnTo>
                  <a:lnTo>
                    <a:pt x="41" y="4"/>
                  </a:lnTo>
                  <a:lnTo>
                    <a:pt x="41" y="2"/>
                  </a:lnTo>
                  <a:lnTo>
                    <a:pt x="40" y="1"/>
                  </a:lnTo>
                  <a:lnTo>
                    <a:pt x="38" y="0"/>
                  </a:lnTo>
                  <a:lnTo>
                    <a:pt x="37" y="0"/>
                  </a:lnTo>
                  <a:lnTo>
                    <a:pt x="35" y="0"/>
                  </a:lnTo>
                  <a:lnTo>
                    <a:pt x="33" y="1"/>
                  </a:lnTo>
                  <a:lnTo>
                    <a:pt x="32" y="2"/>
                  </a:lnTo>
                  <a:lnTo>
                    <a:pt x="32" y="4"/>
                  </a:lnTo>
                  <a:lnTo>
                    <a:pt x="3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5" name="Freeform 395"/>
            <p:cNvSpPr/>
            <p:nvPr/>
          </p:nvSpPr>
          <p:spPr bwMode="auto">
            <a:xfrm>
              <a:off x="4719638" y="3544888"/>
              <a:ext cx="55563" cy="80963"/>
            </a:xfrm>
            <a:custGeom>
              <a:avLst/>
              <a:gdLst/>
              <a:ahLst/>
              <a:cxnLst>
                <a:cxn ang="0">
                  <a:pos x="96" y="1"/>
                </a:cxn>
                <a:cxn ang="0">
                  <a:pos x="96" y="1"/>
                </a:cxn>
                <a:cxn ang="0">
                  <a:pos x="81" y="16"/>
                </a:cxn>
                <a:cxn ang="0">
                  <a:pos x="68" y="32"/>
                </a:cxn>
                <a:cxn ang="0">
                  <a:pos x="42" y="65"/>
                </a:cxn>
                <a:cxn ang="0">
                  <a:pos x="42" y="65"/>
                </a:cxn>
                <a:cxn ang="0">
                  <a:pos x="35" y="74"/>
                </a:cxn>
                <a:cxn ang="0">
                  <a:pos x="30" y="84"/>
                </a:cxn>
                <a:cxn ang="0">
                  <a:pos x="20" y="105"/>
                </a:cxn>
                <a:cxn ang="0">
                  <a:pos x="10" y="126"/>
                </a:cxn>
                <a:cxn ang="0">
                  <a:pos x="1" y="147"/>
                </a:cxn>
                <a:cxn ang="0">
                  <a:pos x="1" y="147"/>
                </a:cxn>
                <a:cxn ang="0">
                  <a:pos x="0" y="149"/>
                </a:cxn>
                <a:cxn ang="0">
                  <a:pos x="1" y="150"/>
                </a:cxn>
                <a:cxn ang="0">
                  <a:pos x="1" y="152"/>
                </a:cxn>
                <a:cxn ang="0">
                  <a:pos x="3" y="154"/>
                </a:cxn>
                <a:cxn ang="0">
                  <a:pos x="4" y="155"/>
                </a:cxn>
                <a:cxn ang="0">
                  <a:pos x="6" y="155"/>
                </a:cxn>
                <a:cxn ang="0">
                  <a:pos x="7" y="154"/>
                </a:cxn>
                <a:cxn ang="0">
                  <a:pos x="9" y="151"/>
                </a:cxn>
                <a:cxn ang="0">
                  <a:pos x="9" y="151"/>
                </a:cxn>
                <a:cxn ang="0">
                  <a:pos x="17" y="133"/>
                </a:cxn>
                <a:cxn ang="0">
                  <a:pos x="26" y="113"/>
                </a:cxn>
                <a:cxn ang="0">
                  <a:pos x="34" y="94"/>
                </a:cxn>
                <a:cxn ang="0">
                  <a:pos x="39" y="84"/>
                </a:cxn>
                <a:cxn ang="0">
                  <a:pos x="45" y="76"/>
                </a:cxn>
                <a:cxn ang="0">
                  <a:pos x="45" y="76"/>
                </a:cxn>
                <a:cxn ang="0">
                  <a:pos x="59" y="58"/>
                </a:cxn>
                <a:cxn ang="0">
                  <a:pos x="73" y="41"/>
                </a:cxn>
                <a:cxn ang="0">
                  <a:pos x="88" y="23"/>
                </a:cxn>
                <a:cxn ang="0">
                  <a:pos x="103" y="7"/>
                </a:cxn>
                <a:cxn ang="0">
                  <a:pos x="103" y="7"/>
                </a:cxn>
                <a:cxn ang="0">
                  <a:pos x="104" y="6"/>
                </a:cxn>
                <a:cxn ang="0">
                  <a:pos x="104" y="4"/>
                </a:cxn>
                <a:cxn ang="0">
                  <a:pos x="104" y="2"/>
                </a:cxn>
                <a:cxn ang="0">
                  <a:pos x="103" y="1"/>
                </a:cxn>
                <a:cxn ang="0">
                  <a:pos x="101" y="0"/>
                </a:cxn>
                <a:cxn ang="0">
                  <a:pos x="100" y="0"/>
                </a:cxn>
                <a:cxn ang="0">
                  <a:pos x="98" y="0"/>
                </a:cxn>
                <a:cxn ang="0">
                  <a:pos x="96" y="1"/>
                </a:cxn>
                <a:cxn ang="0">
                  <a:pos x="96" y="1"/>
                </a:cxn>
              </a:cxnLst>
              <a:rect l="0" t="0" r="r" b="b"/>
              <a:pathLst>
                <a:path w="104" h="155">
                  <a:moveTo>
                    <a:pt x="96" y="1"/>
                  </a:moveTo>
                  <a:lnTo>
                    <a:pt x="96" y="1"/>
                  </a:lnTo>
                  <a:lnTo>
                    <a:pt x="81" y="16"/>
                  </a:lnTo>
                  <a:lnTo>
                    <a:pt x="68" y="32"/>
                  </a:lnTo>
                  <a:lnTo>
                    <a:pt x="42" y="65"/>
                  </a:lnTo>
                  <a:lnTo>
                    <a:pt x="42" y="65"/>
                  </a:lnTo>
                  <a:lnTo>
                    <a:pt x="35" y="74"/>
                  </a:lnTo>
                  <a:lnTo>
                    <a:pt x="30" y="84"/>
                  </a:lnTo>
                  <a:lnTo>
                    <a:pt x="20" y="105"/>
                  </a:lnTo>
                  <a:lnTo>
                    <a:pt x="10" y="126"/>
                  </a:lnTo>
                  <a:lnTo>
                    <a:pt x="1" y="147"/>
                  </a:lnTo>
                  <a:lnTo>
                    <a:pt x="1" y="147"/>
                  </a:lnTo>
                  <a:lnTo>
                    <a:pt x="0" y="149"/>
                  </a:lnTo>
                  <a:lnTo>
                    <a:pt x="1" y="150"/>
                  </a:lnTo>
                  <a:lnTo>
                    <a:pt x="1" y="152"/>
                  </a:lnTo>
                  <a:lnTo>
                    <a:pt x="3" y="154"/>
                  </a:lnTo>
                  <a:lnTo>
                    <a:pt x="4" y="155"/>
                  </a:lnTo>
                  <a:lnTo>
                    <a:pt x="6" y="155"/>
                  </a:lnTo>
                  <a:lnTo>
                    <a:pt x="7" y="154"/>
                  </a:lnTo>
                  <a:lnTo>
                    <a:pt x="9" y="151"/>
                  </a:lnTo>
                  <a:lnTo>
                    <a:pt x="9" y="151"/>
                  </a:lnTo>
                  <a:lnTo>
                    <a:pt x="17" y="133"/>
                  </a:lnTo>
                  <a:lnTo>
                    <a:pt x="26" y="113"/>
                  </a:lnTo>
                  <a:lnTo>
                    <a:pt x="34" y="94"/>
                  </a:lnTo>
                  <a:lnTo>
                    <a:pt x="39" y="84"/>
                  </a:lnTo>
                  <a:lnTo>
                    <a:pt x="45" y="76"/>
                  </a:lnTo>
                  <a:lnTo>
                    <a:pt x="45" y="76"/>
                  </a:lnTo>
                  <a:lnTo>
                    <a:pt x="59" y="58"/>
                  </a:lnTo>
                  <a:lnTo>
                    <a:pt x="73" y="41"/>
                  </a:lnTo>
                  <a:lnTo>
                    <a:pt x="88" y="23"/>
                  </a:lnTo>
                  <a:lnTo>
                    <a:pt x="103" y="7"/>
                  </a:lnTo>
                  <a:lnTo>
                    <a:pt x="103" y="7"/>
                  </a:lnTo>
                  <a:lnTo>
                    <a:pt x="104" y="6"/>
                  </a:lnTo>
                  <a:lnTo>
                    <a:pt x="104" y="4"/>
                  </a:lnTo>
                  <a:lnTo>
                    <a:pt x="104" y="2"/>
                  </a:lnTo>
                  <a:lnTo>
                    <a:pt x="103" y="1"/>
                  </a:lnTo>
                  <a:lnTo>
                    <a:pt x="101" y="0"/>
                  </a:lnTo>
                  <a:lnTo>
                    <a:pt x="100" y="0"/>
                  </a:lnTo>
                  <a:lnTo>
                    <a:pt x="98" y="0"/>
                  </a:lnTo>
                  <a:lnTo>
                    <a:pt x="96" y="1"/>
                  </a:lnTo>
                  <a:lnTo>
                    <a:pt x="9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6" name="Freeform 396"/>
            <p:cNvSpPr/>
            <p:nvPr/>
          </p:nvSpPr>
          <p:spPr bwMode="auto">
            <a:xfrm>
              <a:off x="4219575" y="3103563"/>
              <a:ext cx="604838" cy="708025"/>
            </a:xfrm>
            <a:custGeom>
              <a:avLst/>
              <a:gdLst/>
              <a:ahLst/>
              <a:cxnLst>
                <a:cxn ang="0">
                  <a:pos x="691" y="1338"/>
                </a:cxn>
                <a:cxn ang="0">
                  <a:pos x="661" y="1332"/>
                </a:cxn>
                <a:cxn ang="0">
                  <a:pos x="581" y="1332"/>
                </a:cxn>
                <a:cxn ang="0">
                  <a:pos x="509" y="1331"/>
                </a:cxn>
                <a:cxn ang="0">
                  <a:pos x="487" y="1329"/>
                </a:cxn>
                <a:cxn ang="0">
                  <a:pos x="346" y="1332"/>
                </a:cxn>
                <a:cxn ang="0">
                  <a:pos x="227" y="1324"/>
                </a:cxn>
                <a:cxn ang="0">
                  <a:pos x="107" y="1276"/>
                </a:cxn>
                <a:cxn ang="0">
                  <a:pos x="26" y="1174"/>
                </a:cxn>
                <a:cxn ang="0">
                  <a:pos x="14" y="1125"/>
                </a:cxn>
                <a:cxn ang="0">
                  <a:pos x="14" y="1040"/>
                </a:cxn>
                <a:cxn ang="0">
                  <a:pos x="11" y="848"/>
                </a:cxn>
                <a:cxn ang="0">
                  <a:pos x="5" y="639"/>
                </a:cxn>
                <a:cxn ang="0">
                  <a:pos x="0" y="262"/>
                </a:cxn>
                <a:cxn ang="0">
                  <a:pos x="4" y="169"/>
                </a:cxn>
                <a:cxn ang="0">
                  <a:pos x="43" y="68"/>
                </a:cxn>
                <a:cxn ang="0">
                  <a:pos x="174" y="11"/>
                </a:cxn>
                <a:cxn ang="0">
                  <a:pos x="398" y="2"/>
                </a:cxn>
                <a:cxn ang="0">
                  <a:pos x="580" y="8"/>
                </a:cxn>
                <a:cxn ang="0">
                  <a:pos x="893" y="18"/>
                </a:cxn>
                <a:cxn ang="0">
                  <a:pos x="1050" y="43"/>
                </a:cxn>
                <a:cxn ang="0">
                  <a:pos x="1101" y="104"/>
                </a:cxn>
                <a:cxn ang="0">
                  <a:pos x="1104" y="157"/>
                </a:cxn>
                <a:cxn ang="0">
                  <a:pos x="1081" y="159"/>
                </a:cxn>
                <a:cxn ang="0">
                  <a:pos x="1069" y="123"/>
                </a:cxn>
                <a:cxn ang="0">
                  <a:pos x="1017" y="66"/>
                </a:cxn>
                <a:cxn ang="0">
                  <a:pos x="935" y="54"/>
                </a:cxn>
                <a:cxn ang="0">
                  <a:pos x="613" y="49"/>
                </a:cxn>
                <a:cxn ang="0">
                  <a:pos x="445" y="38"/>
                </a:cxn>
                <a:cxn ang="0">
                  <a:pos x="247" y="35"/>
                </a:cxn>
                <a:cxn ang="0">
                  <a:pos x="128" y="61"/>
                </a:cxn>
                <a:cxn ang="0">
                  <a:pos x="59" y="111"/>
                </a:cxn>
                <a:cxn ang="0">
                  <a:pos x="41" y="193"/>
                </a:cxn>
                <a:cxn ang="0">
                  <a:pos x="35" y="262"/>
                </a:cxn>
                <a:cxn ang="0">
                  <a:pos x="39" y="299"/>
                </a:cxn>
                <a:cxn ang="0">
                  <a:pos x="45" y="732"/>
                </a:cxn>
                <a:cxn ang="0">
                  <a:pos x="50" y="996"/>
                </a:cxn>
                <a:cxn ang="0">
                  <a:pos x="49" y="1106"/>
                </a:cxn>
                <a:cxn ang="0">
                  <a:pos x="52" y="1136"/>
                </a:cxn>
                <a:cxn ang="0">
                  <a:pos x="85" y="1207"/>
                </a:cxn>
                <a:cxn ang="0">
                  <a:pos x="189" y="1281"/>
                </a:cxn>
                <a:cxn ang="0">
                  <a:pos x="259" y="1287"/>
                </a:cxn>
                <a:cxn ang="0">
                  <a:pos x="384" y="1298"/>
                </a:cxn>
                <a:cxn ang="0">
                  <a:pos x="466" y="1292"/>
                </a:cxn>
                <a:cxn ang="0">
                  <a:pos x="602" y="1297"/>
                </a:cxn>
                <a:cxn ang="0">
                  <a:pos x="682" y="1297"/>
                </a:cxn>
                <a:cxn ang="0">
                  <a:pos x="713" y="1294"/>
                </a:cxn>
                <a:cxn ang="0">
                  <a:pos x="781" y="1271"/>
                </a:cxn>
                <a:cxn ang="0">
                  <a:pos x="969" y="1143"/>
                </a:cxn>
                <a:cxn ang="0">
                  <a:pos x="1093" y="1056"/>
                </a:cxn>
                <a:cxn ang="0">
                  <a:pos x="1108" y="1031"/>
                </a:cxn>
                <a:cxn ang="0">
                  <a:pos x="1096" y="668"/>
                </a:cxn>
                <a:cxn ang="0">
                  <a:pos x="1112" y="658"/>
                </a:cxn>
                <a:cxn ang="0">
                  <a:pos x="1132" y="676"/>
                </a:cxn>
                <a:cxn ang="0">
                  <a:pos x="1135" y="1062"/>
                </a:cxn>
                <a:cxn ang="0">
                  <a:pos x="1074" y="1111"/>
                </a:cxn>
                <a:cxn ang="0">
                  <a:pos x="931" y="1212"/>
                </a:cxn>
                <a:cxn ang="0">
                  <a:pos x="765" y="1319"/>
                </a:cxn>
                <a:cxn ang="0">
                  <a:pos x="719" y="1332"/>
                </a:cxn>
              </a:cxnLst>
              <a:rect l="0" t="0" r="r" b="b"/>
              <a:pathLst>
                <a:path w="1145" h="1338">
                  <a:moveTo>
                    <a:pt x="707" y="1338"/>
                  </a:moveTo>
                  <a:lnTo>
                    <a:pt x="707" y="1338"/>
                  </a:lnTo>
                  <a:lnTo>
                    <a:pt x="703" y="1338"/>
                  </a:lnTo>
                  <a:lnTo>
                    <a:pt x="700" y="1337"/>
                  </a:lnTo>
                  <a:lnTo>
                    <a:pt x="698" y="1336"/>
                  </a:lnTo>
                  <a:lnTo>
                    <a:pt x="696" y="1337"/>
                  </a:lnTo>
                  <a:lnTo>
                    <a:pt x="696" y="1337"/>
                  </a:lnTo>
                  <a:lnTo>
                    <a:pt x="691" y="1338"/>
                  </a:lnTo>
                  <a:lnTo>
                    <a:pt x="691" y="1338"/>
                  </a:lnTo>
                  <a:lnTo>
                    <a:pt x="685" y="1337"/>
                  </a:lnTo>
                  <a:lnTo>
                    <a:pt x="678" y="1333"/>
                  </a:lnTo>
                  <a:lnTo>
                    <a:pt x="678" y="1333"/>
                  </a:lnTo>
                  <a:lnTo>
                    <a:pt x="675" y="1332"/>
                  </a:lnTo>
                  <a:lnTo>
                    <a:pt x="671" y="1332"/>
                  </a:lnTo>
                  <a:lnTo>
                    <a:pt x="671" y="1332"/>
                  </a:lnTo>
                  <a:lnTo>
                    <a:pt x="661" y="1332"/>
                  </a:lnTo>
                  <a:lnTo>
                    <a:pt x="648" y="1333"/>
                  </a:lnTo>
                  <a:lnTo>
                    <a:pt x="648" y="1333"/>
                  </a:lnTo>
                  <a:lnTo>
                    <a:pt x="638" y="1334"/>
                  </a:lnTo>
                  <a:lnTo>
                    <a:pt x="638" y="1334"/>
                  </a:lnTo>
                  <a:lnTo>
                    <a:pt x="615" y="1334"/>
                  </a:lnTo>
                  <a:lnTo>
                    <a:pt x="615" y="1334"/>
                  </a:lnTo>
                  <a:lnTo>
                    <a:pt x="600" y="1334"/>
                  </a:lnTo>
                  <a:lnTo>
                    <a:pt x="581" y="1332"/>
                  </a:lnTo>
                  <a:lnTo>
                    <a:pt x="581" y="1332"/>
                  </a:lnTo>
                  <a:lnTo>
                    <a:pt x="569" y="1331"/>
                  </a:lnTo>
                  <a:lnTo>
                    <a:pt x="554" y="1329"/>
                  </a:lnTo>
                  <a:lnTo>
                    <a:pt x="554" y="1329"/>
                  </a:lnTo>
                  <a:lnTo>
                    <a:pt x="534" y="1331"/>
                  </a:lnTo>
                  <a:lnTo>
                    <a:pt x="534" y="1331"/>
                  </a:lnTo>
                  <a:lnTo>
                    <a:pt x="513" y="1331"/>
                  </a:lnTo>
                  <a:lnTo>
                    <a:pt x="509" y="1331"/>
                  </a:lnTo>
                  <a:lnTo>
                    <a:pt x="509" y="1331"/>
                  </a:lnTo>
                  <a:lnTo>
                    <a:pt x="503" y="1329"/>
                  </a:lnTo>
                  <a:lnTo>
                    <a:pt x="496" y="1328"/>
                  </a:lnTo>
                  <a:lnTo>
                    <a:pt x="495" y="1327"/>
                  </a:lnTo>
                  <a:lnTo>
                    <a:pt x="492" y="1328"/>
                  </a:lnTo>
                  <a:lnTo>
                    <a:pt x="492" y="1328"/>
                  </a:lnTo>
                  <a:lnTo>
                    <a:pt x="487" y="1329"/>
                  </a:lnTo>
                  <a:lnTo>
                    <a:pt x="487" y="1329"/>
                  </a:lnTo>
                  <a:lnTo>
                    <a:pt x="461" y="1329"/>
                  </a:lnTo>
                  <a:lnTo>
                    <a:pt x="436" y="1332"/>
                  </a:lnTo>
                  <a:lnTo>
                    <a:pt x="436" y="1332"/>
                  </a:lnTo>
                  <a:lnTo>
                    <a:pt x="410" y="1333"/>
                  </a:lnTo>
                  <a:lnTo>
                    <a:pt x="384" y="1334"/>
                  </a:lnTo>
                  <a:lnTo>
                    <a:pt x="384" y="1334"/>
                  </a:lnTo>
                  <a:lnTo>
                    <a:pt x="364" y="1333"/>
                  </a:lnTo>
                  <a:lnTo>
                    <a:pt x="346" y="1332"/>
                  </a:lnTo>
                  <a:lnTo>
                    <a:pt x="346" y="1332"/>
                  </a:lnTo>
                  <a:lnTo>
                    <a:pt x="327" y="1329"/>
                  </a:lnTo>
                  <a:lnTo>
                    <a:pt x="308" y="1329"/>
                  </a:lnTo>
                  <a:lnTo>
                    <a:pt x="308" y="1329"/>
                  </a:lnTo>
                  <a:lnTo>
                    <a:pt x="274" y="1327"/>
                  </a:lnTo>
                  <a:lnTo>
                    <a:pt x="240" y="1325"/>
                  </a:lnTo>
                  <a:lnTo>
                    <a:pt x="227" y="1324"/>
                  </a:lnTo>
                  <a:lnTo>
                    <a:pt x="227" y="1324"/>
                  </a:lnTo>
                  <a:lnTo>
                    <a:pt x="208" y="1322"/>
                  </a:lnTo>
                  <a:lnTo>
                    <a:pt x="191" y="1318"/>
                  </a:lnTo>
                  <a:lnTo>
                    <a:pt x="174" y="1313"/>
                  </a:lnTo>
                  <a:lnTo>
                    <a:pt x="159" y="1307"/>
                  </a:lnTo>
                  <a:lnTo>
                    <a:pt x="159" y="1307"/>
                  </a:lnTo>
                  <a:lnTo>
                    <a:pt x="140" y="1297"/>
                  </a:lnTo>
                  <a:lnTo>
                    <a:pt x="124" y="1287"/>
                  </a:lnTo>
                  <a:lnTo>
                    <a:pt x="107" y="1276"/>
                  </a:lnTo>
                  <a:lnTo>
                    <a:pt x="93" y="1263"/>
                  </a:lnTo>
                  <a:lnTo>
                    <a:pt x="78" y="1249"/>
                  </a:lnTo>
                  <a:lnTo>
                    <a:pt x="65" y="1234"/>
                  </a:lnTo>
                  <a:lnTo>
                    <a:pt x="52" y="1219"/>
                  </a:lnTo>
                  <a:lnTo>
                    <a:pt x="40" y="1201"/>
                  </a:lnTo>
                  <a:lnTo>
                    <a:pt x="40" y="1201"/>
                  </a:lnTo>
                  <a:lnTo>
                    <a:pt x="30" y="1183"/>
                  </a:lnTo>
                  <a:lnTo>
                    <a:pt x="26" y="1174"/>
                  </a:lnTo>
                  <a:lnTo>
                    <a:pt x="22" y="1164"/>
                  </a:lnTo>
                  <a:lnTo>
                    <a:pt x="19" y="1155"/>
                  </a:lnTo>
                  <a:lnTo>
                    <a:pt x="17" y="1146"/>
                  </a:lnTo>
                  <a:lnTo>
                    <a:pt x="15" y="1136"/>
                  </a:lnTo>
                  <a:lnTo>
                    <a:pt x="14" y="1126"/>
                  </a:lnTo>
                  <a:lnTo>
                    <a:pt x="14" y="1125"/>
                  </a:lnTo>
                  <a:lnTo>
                    <a:pt x="14" y="1125"/>
                  </a:lnTo>
                  <a:lnTo>
                    <a:pt x="14" y="1125"/>
                  </a:lnTo>
                  <a:lnTo>
                    <a:pt x="13" y="1118"/>
                  </a:lnTo>
                  <a:lnTo>
                    <a:pt x="12" y="1111"/>
                  </a:lnTo>
                  <a:lnTo>
                    <a:pt x="11" y="1096"/>
                  </a:lnTo>
                  <a:lnTo>
                    <a:pt x="12" y="1081"/>
                  </a:lnTo>
                  <a:lnTo>
                    <a:pt x="13" y="1065"/>
                  </a:lnTo>
                  <a:lnTo>
                    <a:pt x="13" y="1065"/>
                  </a:lnTo>
                  <a:lnTo>
                    <a:pt x="14" y="1040"/>
                  </a:lnTo>
                  <a:lnTo>
                    <a:pt x="14" y="1040"/>
                  </a:lnTo>
                  <a:lnTo>
                    <a:pt x="14" y="997"/>
                  </a:lnTo>
                  <a:lnTo>
                    <a:pt x="14" y="997"/>
                  </a:lnTo>
                  <a:lnTo>
                    <a:pt x="14" y="945"/>
                  </a:lnTo>
                  <a:lnTo>
                    <a:pt x="14" y="895"/>
                  </a:lnTo>
                  <a:lnTo>
                    <a:pt x="14" y="895"/>
                  </a:lnTo>
                  <a:lnTo>
                    <a:pt x="13" y="871"/>
                  </a:lnTo>
                  <a:lnTo>
                    <a:pt x="11" y="848"/>
                  </a:lnTo>
                  <a:lnTo>
                    <a:pt x="11" y="848"/>
                  </a:lnTo>
                  <a:lnTo>
                    <a:pt x="8" y="815"/>
                  </a:lnTo>
                  <a:lnTo>
                    <a:pt x="7" y="799"/>
                  </a:lnTo>
                  <a:lnTo>
                    <a:pt x="8" y="782"/>
                  </a:lnTo>
                  <a:lnTo>
                    <a:pt x="8" y="782"/>
                  </a:lnTo>
                  <a:lnTo>
                    <a:pt x="9" y="747"/>
                  </a:lnTo>
                  <a:lnTo>
                    <a:pt x="9" y="711"/>
                  </a:lnTo>
                  <a:lnTo>
                    <a:pt x="7" y="675"/>
                  </a:lnTo>
                  <a:lnTo>
                    <a:pt x="5" y="639"/>
                  </a:lnTo>
                  <a:lnTo>
                    <a:pt x="5" y="639"/>
                  </a:lnTo>
                  <a:lnTo>
                    <a:pt x="2" y="589"/>
                  </a:lnTo>
                  <a:lnTo>
                    <a:pt x="1" y="564"/>
                  </a:lnTo>
                  <a:lnTo>
                    <a:pt x="0" y="539"/>
                  </a:lnTo>
                  <a:lnTo>
                    <a:pt x="0" y="280"/>
                  </a:lnTo>
                  <a:lnTo>
                    <a:pt x="0" y="280"/>
                  </a:lnTo>
                  <a:lnTo>
                    <a:pt x="0" y="272"/>
                  </a:lnTo>
                  <a:lnTo>
                    <a:pt x="0" y="262"/>
                  </a:lnTo>
                  <a:lnTo>
                    <a:pt x="3" y="243"/>
                  </a:lnTo>
                  <a:lnTo>
                    <a:pt x="3" y="243"/>
                  </a:lnTo>
                  <a:lnTo>
                    <a:pt x="4" y="230"/>
                  </a:lnTo>
                  <a:lnTo>
                    <a:pt x="5" y="219"/>
                  </a:lnTo>
                  <a:lnTo>
                    <a:pt x="4" y="196"/>
                  </a:lnTo>
                  <a:lnTo>
                    <a:pt x="4" y="196"/>
                  </a:lnTo>
                  <a:lnTo>
                    <a:pt x="4" y="183"/>
                  </a:lnTo>
                  <a:lnTo>
                    <a:pt x="4" y="169"/>
                  </a:lnTo>
                  <a:lnTo>
                    <a:pt x="5" y="157"/>
                  </a:lnTo>
                  <a:lnTo>
                    <a:pt x="7" y="145"/>
                  </a:lnTo>
                  <a:lnTo>
                    <a:pt x="7" y="145"/>
                  </a:lnTo>
                  <a:lnTo>
                    <a:pt x="12" y="126"/>
                  </a:lnTo>
                  <a:lnTo>
                    <a:pt x="18" y="109"/>
                  </a:lnTo>
                  <a:lnTo>
                    <a:pt x="26" y="93"/>
                  </a:lnTo>
                  <a:lnTo>
                    <a:pt x="34" y="80"/>
                  </a:lnTo>
                  <a:lnTo>
                    <a:pt x="43" y="68"/>
                  </a:lnTo>
                  <a:lnTo>
                    <a:pt x="54" y="58"/>
                  </a:lnTo>
                  <a:lnTo>
                    <a:pt x="68" y="48"/>
                  </a:lnTo>
                  <a:lnTo>
                    <a:pt x="84" y="39"/>
                  </a:lnTo>
                  <a:lnTo>
                    <a:pt x="84" y="39"/>
                  </a:lnTo>
                  <a:lnTo>
                    <a:pt x="100" y="33"/>
                  </a:lnTo>
                  <a:lnTo>
                    <a:pt x="114" y="28"/>
                  </a:lnTo>
                  <a:lnTo>
                    <a:pt x="144" y="19"/>
                  </a:lnTo>
                  <a:lnTo>
                    <a:pt x="174" y="11"/>
                  </a:lnTo>
                  <a:lnTo>
                    <a:pt x="204" y="6"/>
                  </a:lnTo>
                  <a:lnTo>
                    <a:pt x="233" y="3"/>
                  </a:lnTo>
                  <a:lnTo>
                    <a:pt x="262" y="1"/>
                  </a:lnTo>
                  <a:lnTo>
                    <a:pt x="290" y="0"/>
                  </a:lnTo>
                  <a:lnTo>
                    <a:pt x="317" y="0"/>
                  </a:lnTo>
                  <a:lnTo>
                    <a:pt x="317" y="0"/>
                  </a:lnTo>
                  <a:lnTo>
                    <a:pt x="358" y="0"/>
                  </a:lnTo>
                  <a:lnTo>
                    <a:pt x="398" y="2"/>
                  </a:lnTo>
                  <a:lnTo>
                    <a:pt x="398" y="2"/>
                  </a:lnTo>
                  <a:lnTo>
                    <a:pt x="441" y="3"/>
                  </a:lnTo>
                  <a:lnTo>
                    <a:pt x="483" y="3"/>
                  </a:lnTo>
                  <a:lnTo>
                    <a:pt x="483" y="3"/>
                  </a:lnTo>
                  <a:lnTo>
                    <a:pt x="507" y="4"/>
                  </a:lnTo>
                  <a:lnTo>
                    <a:pt x="532" y="5"/>
                  </a:lnTo>
                  <a:lnTo>
                    <a:pt x="580" y="8"/>
                  </a:lnTo>
                  <a:lnTo>
                    <a:pt x="580" y="8"/>
                  </a:lnTo>
                  <a:lnTo>
                    <a:pt x="629" y="11"/>
                  </a:lnTo>
                  <a:lnTo>
                    <a:pt x="654" y="12"/>
                  </a:lnTo>
                  <a:lnTo>
                    <a:pt x="678" y="12"/>
                  </a:lnTo>
                  <a:lnTo>
                    <a:pt x="678" y="12"/>
                  </a:lnTo>
                  <a:lnTo>
                    <a:pt x="730" y="14"/>
                  </a:lnTo>
                  <a:lnTo>
                    <a:pt x="783" y="15"/>
                  </a:lnTo>
                  <a:lnTo>
                    <a:pt x="881" y="17"/>
                  </a:lnTo>
                  <a:lnTo>
                    <a:pt x="893" y="18"/>
                  </a:lnTo>
                  <a:lnTo>
                    <a:pt x="893" y="18"/>
                  </a:lnTo>
                  <a:lnTo>
                    <a:pt x="930" y="19"/>
                  </a:lnTo>
                  <a:lnTo>
                    <a:pt x="968" y="22"/>
                  </a:lnTo>
                  <a:lnTo>
                    <a:pt x="985" y="24"/>
                  </a:lnTo>
                  <a:lnTo>
                    <a:pt x="1003" y="27"/>
                  </a:lnTo>
                  <a:lnTo>
                    <a:pt x="1019" y="31"/>
                  </a:lnTo>
                  <a:lnTo>
                    <a:pt x="1035" y="37"/>
                  </a:lnTo>
                  <a:lnTo>
                    <a:pt x="1050" y="43"/>
                  </a:lnTo>
                  <a:lnTo>
                    <a:pt x="1064" y="52"/>
                  </a:lnTo>
                  <a:lnTo>
                    <a:pt x="1075" y="62"/>
                  </a:lnTo>
                  <a:lnTo>
                    <a:pt x="1081" y="68"/>
                  </a:lnTo>
                  <a:lnTo>
                    <a:pt x="1085" y="74"/>
                  </a:lnTo>
                  <a:lnTo>
                    <a:pt x="1090" y="81"/>
                  </a:lnTo>
                  <a:lnTo>
                    <a:pt x="1095" y="89"/>
                  </a:lnTo>
                  <a:lnTo>
                    <a:pt x="1098" y="96"/>
                  </a:lnTo>
                  <a:lnTo>
                    <a:pt x="1101" y="104"/>
                  </a:lnTo>
                  <a:lnTo>
                    <a:pt x="1104" y="114"/>
                  </a:lnTo>
                  <a:lnTo>
                    <a:pt x="1106" y="124"/>
                  </a:lnTo>
                  <a:lnTo>
                    <a:pt x="1107" y="134"/>
                  </a:lnTo>
                  <a:lnTo>
                    <a:pt x="1108" y="145"/>
                  </a:lnTo>
                  <a:lnTo>
                    <a:pt x="1108" y="145"/>
                  </a:lnTo>
                  <a:lnTo>
                    <a:pt x="1107" y="152"/>
                  </a:lnTo>
                  <a:lnTo>
                    <a:pt x="1106" y="154"/>
                  </a:lnTo>
                  <a:lnTo>
                    <a:pt x="1104" y="157"/>
                  </a:lnTo>
                  <a:lnTo>
                    <a:pt x="1104" y="157"/>
                  </a:lnTo>
                  <a:lnTo>
                    <a:pt x="1101" y="159"/>
                  </a:lnTo>
                  <a:lnTo>
                    <a:pt x="1098" y="160"/>
                  </a:lnTo>
                  <a:lnTo>
                    <a:pt x="1095" y="161"/>
                  </a:lnTo>
                  <a:lnTo>
                    <a:pt x="1090" y="162"/>
                  </a:lnTo>
                  <a:lnTo>
                    <a:pt x="1090" y="162"/>
                  </a:lnTo>
                  <a:lnTo>
                    <a:pt x="1084" y="161"/>
                  </a:lnTo>
                  <a:lnTo>
                    <a:pt x="1081" y="159"/>
                  </a:lnTo>
                  <a:lnTo>
                    <a:pt x="1078" y="157"/>
                  </a:lnTo>
                  <a:lnTo>
                    <a:pt x="1076" y="155"/>
                  </a:lnTo>
                  <a:lnTo>
                    <a:pt x="1074" y="152"/>
                  </a:lnTo>
                  <a:lnTo>
                    <a:pt x="1072" y="149"/>
                  </a:lnTo>
                  <a:lnTo>
                    <a:pt x="1072" y="145"/>
                  </a:lnTo>
                  <a:lnTo>
                    <a:pt x="1072" y="145"/>
                  </a:lnTo>
                  <a:lnTo>
                    <a:pt x="1071" y="133"/>
                  </a:lnTo>
                  <a:lnTo>
                    <a:pt x="1069" y="123"/>
                  </a:lnTo>
                  <a:lnTo>
                    <a:pt x="1066" y="114"/>
                  </a:lnTo>
                  <a:lnTo>
                    <a:pt x="1062" y="104"/>
                  </a:lnTo>
                  <a:lnTo>
                    <a:pt x="1056" y="96"/>
                  </a:lnTo>
                  <a:lnTo>
                    <a:pt x="1050" y="89"/>
                  </a:lnTo>
                  <a:lnTo>
                    <a:pt x="1044" y="83"/>
                  </a:lnTo>
                  <a:lnTo>
                    <a:pt x="1036" y="77"/>
                  </a:lnTo>
                  <a:lnTo>
                    <a:pt x="1026" y="71"/>
                  </a:lnTo>
                  <a:lnTo>
                    <a:pt x="1017" y="66"/>
                  </a:lnTo>
                  <a:lnTo>
                    <a:pt x="1006" y="62"/>
                  </a:lnTo>
                  <a:lnTo>
                    <a:pt x="994" y="59"/>
                  </a:lnTo>
                  <a:lnTo>
                    <a:pt x="981" y="57"/>
                  </a:lnTo>
                  <a:lnTo>
                    <a:pt x="968" y="55"/>
                  </a:lnTo>
                  <a:lnTo>
                    <a:pt x="952" y="54"/>
                  </a:lnTo>
                  <a:lnTo>
                    <a:pt x="937" y="54"/>
                  </a:lnTo>
                  <a:lnTo>
                    <a:pt x="935" y="54"/>
                  </a:lnTo>
                  <a:lnTo>
                    <a:pt x="935" y="54"/>
                  </a:lnTo>
                  <a:lnTo>
                    <a:pt x="897" y="53"/>
                  </a:lnTo>
                  <a:lnTo>
                    <a:pt x="861" y="51"/>
                  </a:lnTo>
                  <a:lnTo>
                    <a:pt x="861" y="51"/>
                  </a:lnTo>
                  <a:lnTo>
                    <a:pt x="825" y="50"/>
                  </a:lnTo>
                  <a:lnTo>
                    <a:pt x="788" y="49"/>
                  </a:lnTo>
                  <a:lnTo>
                    <a:pt x="630" y="49"/>
                  </a:lnTo>
                  <a:lnTo>
                    <a:pt x="630" y="49"/>
                  </a:lnTo>
                  <a:lnTo>
                    <a:pt x="613" y="49"/>
                  </a:lnTo>
                  <a:lnTo>
                    <a:pt x="597" y="48"/>
                  </a:lnTo>
                  <a:lnTo>
                    <a:pt x="564" y="45"/>
                  </a:lnTo>
                  <a:lnTo>
                    <a:pt x="564" y="45"/>
                  </a:lnTo>
                  <a:lnTo>
                    <a:pt x="531" y="40"/>
                  </a:lnTo>
                  <a:lnTo>
                    <a:pt x="514" y="39"/>
                  </a:lnTo>
                  <a:lnTo>
                    <a:pt x="497" y="39"/>
                  </a:lnTo>
                  <a:lnTo>
                    <a:pt x="497" y="39"/>
                  </a:lnTo>
                  <a:lnTo>
                    <a:pt x="445" y="38"/>
                  </a:lnTo>
                  <a:lnTo>
                    <a:pt x="392" y="35"/>
                  </a:lnTo>
                  <a:lnTo>
                    <a:pt x="392" y="35"/>
                  </a:lnTo>
                  <a:lnTo>
                    <a:pt x="344" y="33"/>
                  </a:lnTo>
                  <a:lnTo>
                    <a:pt x="344" y="33"/>
                  </a:lnTo>
                  <a:lnTo>
                    <a:pt x="311" y="32"/>
                  </a:lnTo>
                  <a:lnTo>
                    <a:pt x="311" y="32"/>
                  </a:lnTo>
                  <a:lnTo>
                    <a:pt x="283" y="33"/>
                  </a:lnTo>
                  <a:lnTo>
                    <a:pt x="247" y="35"/>
                  </a:lnTo>
                  <a:lnTo>
                    <a:pt x="227" y="37"/>
                  </a:lnTo>
                  <a:lnTo>
                    <a:pt x="207" y="40"/>
                  </a:lnTo>
                  <a:lnTo>
                    <a:pt x="188" y="43"/>
                  </a:lnTo>
                  <a:lnTo>
                    <a:pt x="169" y="49"/>
                  </a:lnTo>
                  <a:lnTo>
                    <a:pt x="168" y="49"/>
                  </a:lnTo>
                  <a:lnTo>
                    <a:pt x="168" y="49"/>
                  </a:lnTo>
                  <a:lnTo>
                    <a:pt x="147" y="55"/>
                  </a:lnTo>
                  <a:lnTo>
                    <a:pt x="128" y="61"/>
                  </a:lnTo>
                  <a:lnTo>
                    <a:pt x="109" y="68"/>
                  </a:lnTo>
                  <a:lnTo>
                    <a:pt x="101" y="72"/>
                  </a:lnTo>
                  <a:lnTo>
                    <a:pt x="93" y="78"/>
                  </a:lnTo>
                  <a:lnTo>
                    <a:pt x="84" y="83"/>
                  </a:lnTo>
                  <a:lnTo>
                    <a:pt x="77" y="89"/>
                  </a:lnTo>
                  <a:lnTo>
                    <a:pt x="70" y="95"/>
                  </a:lnTo>
                  <a:lnTo>
                    <a:pt x="64" y="102"/>
                  </a:lnTo>
                  <a:lnTo>
                    <a:pt x="59" y="111"/>
                  </a:lnTo>
                  <a:lnTo>
                    <a:pt x="53" y="120"/>
                  </a:lnTo>
                  <a:lnTo>
                    <a:pt x="49" y="130"/>
                  </a:lnTo>
                  <a:lnTo>
                    <a:pt x="45" y="142"/>
                  </a:lnTo>
                  <a:lnTo>
                    <a:pt x="45" y="142"/>
                  </a:lnTo>
                  <a:lnTo>
                    <a:pt x="42" y="155"/>
                  </a:lnTo>
                  <a:lnTo>
                    <a:pt x="41" y="167"/>
                  </a:lnTo>
                  <a:lnTo>
                    <a:pt x="41" y="181"/>
                  </a:lnTo>
                  <a:lnTo>
                    <a:pt x="41" y="193"/>
                  </a:lnTo>
                  <a:lnTo>
                    <a:pt x="41" y="193"/>
                  </a:lnTo>
                  <a:lnTo>
                    <a:pt x="42" y="209"/>
                  </a:lnTo>
                  <a:lnTo>
                    <a:pt x="41" y="224"/>
                  </a:lnTo>
                  <a:lnTo>
                    <a:pt x="41" y="224"/>
                  </a:lnTo>
                  <a:lnTo>
                    <a:pt x="38" y="240"/>
                  </a:lnTo>
                  <a:lnTo>
                    <a:pt x="38" y="240"/>
                  </a:lnTo>
                  <a:lnTo>
                    <a:pt x="36" y="251"/>
                  </a:lnTo>
                  <a:lnTo>
                    <a:pt x="35" y="262"/>
                  </a:lnTo>
                  <a:lnTo>
                    <a:pt x="35" y="268"/>
                  </a:lnTo>
                  <a:lnTo>
                    <a:pt x="35" y="273"/>
                  </a:lnTo>
                  <a:lnTo>
                    <a:pt x="37" y="278"/>
                  </a:lnTo>
                  <a:lnTo>
                    <a:pt x="39" y="282"/>
                  </a:lnTo>
                  <a:lnTo>
                    <a:pt x="39" y="282"/>
                  </a:lnTo>
                  <a:lnTo>
                    <a:pt x="41" y="288"/>
                  </a:lnTo>
                  <a:lnTo>
                    <a:pt x="41" y="294"/>
                  </a:lnTo>
                  <a:lnTo>
                    <a:pt x="39" y="299"/>
                  </a:lnTo>
                  <a:lnTo>
                    <a:pt x="38" y="302"/>
                  </a:lnTo>
                  <a:lnTo>
                    <a:pt x="36" y="303"/>
                  </a:lnTo>
                  <a:lnTo>
                    <a:pt x="36" y="305"/>
                  </a:lnTo>
                  <a:lnTo>
                    <a:pt x="36" y="305"/>
                  </a:lnTo>
                  <a:lnTo>
                    <a:pt x="37" y="404"/>
                  </a:lnTo>
                  <a:lnTo>
                    <a:pt x="38" y="509"/>
                  </a:lnTo>
                  <a:lnTo>
                    <a:pt x="40" y="620"/>
                  </a:lnTo>
                  <a:lnTo>
                    <a:pt x="45" y="732"/>
                  </a:lnTo>
                  <a:lnTo>
                    <a:pt x="45" y="732"/>
                  </a:lnTo>
                  <a:lnTo>
                    <a:pt x="47" y="788"/>
                  </a:lnTo>
                  <a:lnTo>
                    <a:pt x="49" y="845"/>
                  </a:lnTo>
                  <a:lnTo>
                    <a:pt x="50" y="905"/>
                  </a:lnTo>
                  <a:lnTo>
                    <a:pt x="50" y="965"/>
                  </a:lnTo>
                  <a:lnTo>
                    <a:pt x="50" y="965"/>
                  </a:lnTo>
                  <a:lnTo>
                    <a:pt x="50" y="996"/>
                  </a:lnTo>
                  <a:lnTo>
                    <a:pt x="50" y="996"/>
                  </a:lnTo>
                  <a:lnTo>
                    <a:pt x="50" y="1033"/>
                  </a:lnTo>
                  <a:lnTo>
                    <a:pt x="50" y="1070"/>
                  </a:lnTo>
                  <a:lnTo>
                    <a:pt x="50" y="1075"/>
                  </a:lnTo>
                  <a:lnTo>
                    <a:pt x="50" y="1075"/>
                  </a:lnTo>
                  <a:lnTo>
                    <a:pt x="49" y="1099"/>
                  </a:lnTo>
                  <a:lnTo>
                    <a:pt x="49" y="1099"/>
                  </a:lnTo>
                  <a:lnTo>
                    <a:pt x="50" y="1106"/>
                  </a:lnTo>
                  <a:lnTo>
                    <a:pt x="49" y="1106"/>
                  </a:lnTo>
                  <a:lnTo>
                    <a:pt x="50" y="1116"/>
                  </a:lnTo>
                  <a:lnTo>
                    <a:pt x="50" y="1119"/>
                  </a:lnTo>
                  <a:lnTo>
                    <a:pt x="51" y="1121"/>
                  </a:lnTo>
                  <a:lnTo>
                    <a:pt x="51" y="1121"/>
                  </a:lnTo>
                  <a:lnTo>
                    <a:pt x="52" y="1124"/>
                  </a:lnTo>
                  <a:lnTo>
                    <a:pt x="53" y="1128"/>
                  </a:lnTo>
                  <a:lnTo>
                    <a:pt x="53" y="1132"/>
                  </a:lnTo>
                  <a:lnTo>
                    <a:pt x="52" y="1136"/>
                  </a:lnTo>
                  <a:lnTo>
                    <a:pt x="52" y="1137"/>
                  </a:lnTo>
                  <a:lnTo>
                    <a:pt x="52" y="1138"/>
                  </a:lnTo>
                  <a:lnTo>
                    <a:pt x="52" y="1138"/>
                  </a:lnTo>
                  <a:lnTo>
                    <a:pt x="57" y="1153"/>
                  </a:lnTo>
                  <a:lnTo>
                    <a:pt x="62" y="1167"/>
                  </a:lnTo>
                  <a:lnTo>
                    <a:pt x="69" y="1181"/>
                  </a:lnTo>
                  <a:lnTo>
                    <a:pt x="76" y="1194"/>
                  </a:lnTo>
                  <a:lnTo>
                    <a:pt x="85" y="1207"/>
                  </a:lnTo>
                  <a:lnTo>
                    <a:pt x="96" y="1219"/>
                  </a:lnTo>
                  <a:lnTo>
                    <a:pt x="107" y="1230"/>
                  </a:lnTo>
                  <a:lnTo>
                    <a:pt x="120" y="1242"/>
                  </a:lnTo>
                  <a:lnTo>
                    <a:pt x="133" y="1252"/>
                  </a:lnTo>
                  <a:lnTo>
                    <a:pt x="146" y="1260"/>
                  </a:lnTo>
                  <a:lnTo>
                    <a:pt x="160" y="1269"/>
                  </a:lnTo>
                  <a:lnTo>
                    <a:pt x="174" y="1275"/>
                  </a:lnTo>
                  <a:lnTo>
                    <a:pt x="189" y="1281"/>
                  </a:lnTo>
                  <a:lnTo>
                    <a:pt x="202" y="1285"/>
                  </a:lnTo>
                  <a:lnTo>
                    <a:pt x="217" y="1287"/>
                  </a:lnTo>
                  <a:lnTo>
                    <a:pt x="231" y="1288"/>
                  </a:lnTo>
                  <a:lnTo>
                    <a:pt x="231" y="1288"/>
                  </a:lnTo>
                  <a:lnTo>
                    <a:pt x="240" y="1287"/>
                  </a:lnTo>
                  <a:lnTo>
                    <a:pt x="240" y="1287"/>
                  </a:lnTo>
                  <a:lnTo>
                    <a:pt x="259" y="1287"/>
                  </a:lnTo>
                  <a:lnTo>
                    <a:pt x="259" y="1287"/>
                  </a:lnTo>
                  <a:lnTo>
                    <a:pt x="278" y="1287"/>
                  </a:lnTo>
                  <a:lnTo>
                    <a:pt x="296" y="1289"/>
                  </a:lnTo>
                  <a:lnTo>
                    <a:pt x="332" y="1293"/>
                  </a:lnTo>
                  <a:lnTo>
                    <a:pt x="332" y="1293"/>
                  </a:lnTo>
                  <a:lnTo>
                    <a:pt x="349" y="1296"/>
                  </a:lnTo>
                  <a:lnTo>
                    <a:pt x="349" y="1296"/>
                  </a:lnTo>
                  <a:lnTo>
                    <a:pt x="366" y="1297"/>
                  </a:lnTo>
                  <a:lnTo>
                    <a:pt x="384" y="1298"/>
                  </a:lnTo>
                  <a:lnTo>
                    <a:pt x="384" y="1298"/>
                  </a:lnTo>
                  <a:lnTo>
                    <a:pt x="411" y="1297"/>
                  </a:lnTo>
                  <a:lnTo>
                    <a:pt x="437" y="1295"/>
                  </a:lnTo>
                  <a:lnTo>
                    <a:pt x="437" y="1295"/>
                  </a:lnTo>
                  <a:lnTo>
                    <a:pt x="462" y="1293"/>
                  </a:lnTo>
                  <a:lnTo>
                    <a:pt x="465" y="1293"/>
                  </a:lnTo>
                  <a:lnTo>
                    <a:pt x="466" y="1292"/>
                  </a:lnTo>
                  <a:lnTo>
                    <a:pt x="466" y="1292"/>
                  </a:lnTo>
                  <a:lnTo>
                    <a:pt x="471" y="1289"/>
                  </a:lnTo>
                  <a:lnTo>
                    <a:pt x="476" y="1288"/>
                  </a:lnTo>
                  <a:lnTo>
                    <a:pt x="478" y="1288"/>
                  </a:lnTo>
                  <a:lnTo>
                    <a:pt x="478" y="1288"/>
                  </a:lnTo>
                  <a:lnTo>
                    <a:pt x="528" y="1292"/>
                  </a:lnTo>
                  <a:lnTo>
                    <a:pt x="528" y="1292"/>
                  </a:lnTo>
                  <a:lnTo>
                    <a:pt x="577" y="1295"/>
                  </a:lnTo>
                  <a:lnTo>
                    <a:pt x="602" y="1297"/>
                  </a:lnTo>
                  <a:lnTo>
                    <a:pt x="627" y="1297"/>
                  </a:lnTo>
                  <a:lnTo>
                    <a:pt x="627" y="1297"/>
                  </a:lnTo>
                  <a:lnTo>
                    <a:pt x="645" y="1296"/>
                  </a:lnTo>
                  <a:lnTo>
                    <a:pt x="645" y="1296"/>
                  </a:lnTo>
                  <a:lnTo>
                    <a:pt x="665" y="1296"/>
                  </a:lnTo>
                  <a:lnTo>
                    <a:pt x="665" y="1296"/>
                  </a:lnTo>
                  <a:lnTo>
                    <a:pt x="674" y="1296"/>
                  </a:lnTo>
                  <a:lnTo>
                    <a:pt x="682" y="1297"/>
                  </a:lnTo>
                  <a:lnTo>
                    <a:pt x="690" y="1300"/>
                  </a:lnTo>
                  <a:lnTo>
                    <a:pt x="697" y="1303"/>
                  </a:lnTo>
                  <a:lnTo>
                    <a:pt x="699" y="1304"/>
                  </a:lnTo>
                  <a:lnTo>
                    <a:pt x="703" y="1303"/>
                  </a:lnTo>
                  <a:lnTo>
                    <a:pt x="704" y="1302"/>
                  </a:lnTo>
                  <a:lnTo>
                    <a:pt x="704" y="1302"/>
                  </a:lnTo>
                  <a:lnTo>
                    <a:pt x="708" y="1297"/>
                  </a:lnTo>
                  <a:lnTo>
                    <a:pt x="713" y="1294"/>
                  </a:lnTo>
                  <a:lnTo>
                    <a:pt x="725" y="1289"/>
                  </a:lnTo>
                  <a:lnTo>
                    <a:pt x="736" y="1285"/>
                  </a:lnTo>
                  <a:lnTo>
                    <a:pt x="749" y="1281"/>
                  </a:lnTo>
                  <a:lnTo>
                    <a:pt x="749" y="1281"/>
                  </a:lnTo>
                  <a:lnTo>
                    <a:pt x="765" y="1277"/>
                  </a:lnTo>
                  <a:lnTo>
                    <a:pt x="772" y="1274"/>
                  </a:lnTo>
                  <a:lnTo>
                    <a:pt x="781" y="1271"/>
                  </a:lnTo>
                  <a:lnTo>
                    <a:pt x="781" y="1271"/>
                  </a:lnTo>
                  <a:lnTo>
                    <a:pt x="812" y="1254"/>
                  </a:lnTo>
                  <a:lnTo>
                    <a:pt x="843" y="1233"/>
                  </a:lnTo>
                  <a:lnTo>
                    <a:pt x="875" y="1211"/>
                  </a:lnTo>
                  <a:lnTo>
                    <a:pt x="908" y="1185"/>
                  </a:lnTo>
                  <a:lnTo>
                    <a:pt x="908" y="1185"/>
                  </a:lnTo>
                  <a:lnTo>
                    <a:pt x="922" y="1174"/>
                  </a:lnTo>
                  <a:lnTo>
                    <a:pt x="938" y="1162"/>
                  </a:lnTo>
                  <a:lnTo>
                    <a:pt x="969" y="1143"/>
                  </a:lnTo>
                  <a:lnTo>
                    <a:pt x="969" y="1143"/>
                  </a:lnTo>
                  <a:lnTo>
                    <a:pt x="992" y="1127"/>
                  </a:lnTo>
                  <a:lnTo>
                    <a:pt x="1016" y="1111"/>
                  </a:lnTo>
                  <a:lnTo>
                    <a:pt x="1016" y="1111"/>
                  </a:lnTo>
                  <a:lnTo>
                    <a:pt x="1029" y="1101"/>
                  </a:lnTo>
                  <a:lnTo>
                    <a:pt x="1029" y="1101"/>
                  </a:lnTo>
                  <a:lnTo>
                    <a:pt x="1070" y="1073"/>
                  </a:lnTo>
                  <a:lnTo>
                    <a:pt x="1093" y="1056"/>
                  </a:lnTo>
                  <a:lnTo>
                    <a:pt x="1099" y="1051"/>
                  </a:lnTo>
                  <a:lnTo>
                    <a:pt x="1103" y="1046"/>
                  </a:lnTo>
                  <a:lnTo>
                    <a:pt x="1104" y="1043"/>
                  </a:lnTo>
                  <a:lnTo>
                    <a:pt x="1105" y="1041"/>
                  </a:lnTo>
                  <a:lnTo>
                    <a:pt x="1105" y="1041"/>
                  </a:lnTo>
                  <a:lnTo>
                    <a:pt x="1106" y="1036"/>
                  </a:lnTo>
                  <a:lnTo>
                    <a:pt x="1107" y="1032"/>
                  </a:lnTo>
                  <a:lnTo>
                    <a:pt x="1108" y="1031"/>
                  </a:lnTo>
                  <a:lnTo>
                    <a:pt x="1108" y="1029"/>
                  </a:lnTo>
                  <a:lnTo>
                    <a:pt x="1108" y="1029"/>
                  </a:lnTo>
                  <a:lnTo>
                    <a:pt x="1106" y="946"/>
                  </a:lnTo>
                  <a:lnTo>
                    <a:pt x="1104" y="859"/>
                  </a:lnTo>
                  <a:lnTo>
                    <a:pt x="1100" y="770"/>
                  </a:lnTo>
                  <a:lnTo>
                    <a:pt x="1096" y="676"/>
                  </a:lnTo>
                  <a:lnTo>
                    <a:pt x="1096" y="676"/>
                  </a:lnTo>
                  <a:lnTo>
                    <a:pt x="1096" y="668"/>
                  </a:lnTo>
                  <a:lnTo>
                    <a:pt x="1098" y="666"/>
                  </a:lnTo>
                  <a:lnTo>
                    <a:pt x="1099" y="663"/>
                  </a:lnTo>
                  <a:lnTo>
                    <a:pt x="1099" y="663"/>
                  </a:lnTo>
                  <a:lnTo>
                    <a:pt x="1102" y="661"/>
                  </a:lnTo>
                  <a:lnTo>
                    <a:pt x="1105" y="660"/>
                  </a:lnTo>
                  <a:lnTo>
                    <a:pt x="1108" y="659"/>
                  </a:lnTo>
                  <a:lnTo>
                    <a:pt x="1112" y="658"/>
                  </a:lnTo>
                  <a:lnTo>
                    <a:pt x="1112" y="658"/>
                  </a:lnTo>
                  <a:lnTo>
                    <a:pt x="1118" y="659"/>
                  </a:lnTo>
                  <a:lnTo>
                    <a:pt x="1123" y="661"/>
                  </a:lnTo>
                  <a:lnTo>
                    <a:pt x="1125" y="662"/>
                  </a:lnTo>
                  <a:lnTo>
                    <a:pt x="1128" y="665"/>
                  </a:lnTo>
                  <a:lnTo>
                    <a:pt x="1130" y="668"/>
                  </a:lnTo>
                  <a:lnTo>
                    <a:pt x="1131" y="672"/>
                  </a:lnTo>
                  <a:lnTo>
                    <a:pt x="1132" y="676"/>
                  </a:lnTo>
                  <a:lnTo>
                    <a:pt x="1132" y="676"/>
                  </a:lnTo>
                  <a:lnTo>
                    <a:pt x="1137" y="780"/>
                  </a:lnTo>
                  <a:lnTo>
                    <a:pt x="1140" y="877"/>
                  </a:lnTo>
                  <a:lnTo>
                    <a:pt x="1143" y="967"/>
                  </a:lnTo>
                  <a:lnTo>
                    <a:pt x="1145" y="1053"/>
                  </a:lnTo>
                  <a:lnTo>
                    <a:pt x="1139" y="1053"/>
                  </a:lnTo>
                  <a:lnTo>
                    <a:pt x="1137" y="1057"/>
                  </a:lnTo>
                  <a:lnTo>
                    <a:pt x="1137" y="1057"/>
                  </a:lnTo>
                  <a:lnTo>
                    <a:pt x="1135" y="1062"/>
                  </a:lnTo>
                  <a:lnTo>
                    <a:pt x="1131" y="1067"/>
                  </a:lnTo>
                  <a:lnTo>
                    <a:pt x="1127" y="1072"/>
                  </a:lnTo>
                  <a:lnTo>
                    <a:pt x="1121" y="1076"/>
                  </a:lnTo>
                  <a:lnTo>
                    <a:pt x="1110" y="1085"/>
                  </a:lnTo>
                  <a:lnTo>
                    <a:pt x="1098" y="1093"/>
                  </a:lnTo>
                  <a:lnTo>
                    <a:pt x="1098" y="1093"/>
                  </a:lnTo>
                  <a:lnTo>
                    <a:pt x="1085" y="1101"/>
                  </a:lnTo>
                  <a:lnTo>
                    <a:pt x="1074" y="1111"/>
                  </a:lnTo>
                  <a:lnTo>
                    <a:pt x="1074" y="1111"/>
                  </a:lnTo>
                  <a:lnTo>
                    <a:pt x="1054" y="1125"/>
                  </a:lnTo>
                  <a:lnTo>
                    <a:pt x="1035" y="1139"/>
                  </a:lnTo>
                  <a:lnTo>
                    <a:pt x="995" y="1166"/>
                  </a:lnTo>
                  <a:lnTo>
                    <a:pt x="995" y="1166"/>
                  </a:lnTo>
                  <a:lnTo>
                    <a:pt x="954" y="1194"/>
                  </a:lnTo>
                  <a:lnTo>
                    <a:pt x="954" y="1194"/>
                  </a:lnTo>
                  <a:lnTo>
                    <a:pt x="931" y="1212"/>
                  </a:lnTo>
                  <a:lnTo>
                    <a:pt x="908" y="1229"/>
                  </a:lnTo>
                  <a:lnTo>
                    <a:pt x="908" y="1229"/>
                  </a:lnTo>
                  <a:lnTo>
                    <a:pt x="865" y="1262"/>
                  </a:lnTo>
                  <a:lnTo>
                    <a:pt x="844" y="1277"/>
                  </a:lnTo>
                  <a:lnTo>
                    <a:pt x="822" y="1291"/>
                  </a:lnTo>
                  <a:lnTo>
                    <a:pt x="799" y="1304"/>
                  </a:lnTo>
                  <a:lnTo>
                    <a:pt x="776" y="1315"/>
                  </a:lnTo>
                  <a:lnTo>
                    <a:pt x="765" y="1319"/>
                  </a:lnTo>
                  <a:lnTo>
                    <a:pt x="753" y="1322"/>
                  </a:lnTo>
                  <a:lnTo>
                    <a:pt x="740" y="1325"/>
                  </a:lnTo>
                  <a:lnTo>
                    <a:pt x="729" y="1328"/>
                  </a:lnTo>
                  <a:lnTo>
                    <a:pt x="727" y="1328"/>
                  </a:lnTo>
                  <a:lnTo>
                    <a:pt x="726" y="1329"/>
                  </a:lnTo>
                  <a:lnTo>
                    <a:pt x="726" y="1329"/>
                  </a:lnTo>
                  <a:lnTo>
                    <a:pt x="723" y="1331"/>
                  </a:lnTo>
                  <a:lnTo>
                    <a:pt x="719" y="1332"/>
                  </a:lnTo>
                  <a:lnTo>
                    <a:pt x="712" y="1334"/>
                  </a:lnTo>
                  <a:lnTo>
                    <a:pt x="713" y="1337"/>
                  </a:lnTo>
                  <a:lnTo>
                    <a:pt x="713" y="1337"/>
                  </a:lnTo>
                  <a:lnTo>
                    <a:pt x="710" y="1338"/>
                  </a:lnTo>
                  <a:lnTo>
                    <a:pt x="710" y="1338"/>
                  </a:lnTo>
                  <a:lnTo>
                    <a:pt x="707" y="1338"/>
                  </a:lnTo>
                  <a:lnTo>
                    <a:pt x="707" y="133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7" name="Freeform 397"/>
            <p:cNvSpPr>
              <a:spLocks noEditPoints="1"/>
            </p:cNvSpPr>
            <p:nvPr/>
          </p:nvSpPr>
          <p:spPr bwMode="auto">
            <a:xfrm>
              <a:off x="4422775" y="3170238"/>
              <a:ext cx="542925" cy="473075"/>
            </a:xfrm>
            <a:custGeom>
              <a:avLst/>
              <a:gdLst/>
              <a:ahLst/>
              <a:cxnLst>
                <a:cxn ang="0">
                  <a:pos x="2" y="884"/>
                </a:cxn>
                <a:cxn ang="0">
                  <a:pos x="4" y="861"/>
                </a:cxn>
                <a:cxn ang="0">
                  <a:pos x="45" y="818"/>
                </a:cxn>
                <a:cxn ang="0">
                  <a:pos x="132" y="715"/>
                </a:cxn>
                <a:cxn ang="0">
                  <a:pos x="182" y="635"/>
                </a:cxn>
                <a:cxn ang="0">
                  <a:pos x="192" y="564"/>
                </a:cxn>
                <a:cxn ang="0">
                  <a:pos x="207" y="470"/>
                </a:cxn>
                <a:cxn ang="0">
                  <a:pos x="253" y="351"/>
                </a:cxn>
                <a:cxn ang="0">
                  <a:pos x="358" y="215"/>
                </a:cxn>
                <a:cxn ang="0">
                  <a:pos x="517" y="90"/>
                </a:cxn>
                <a:cxn ang="0">
                  <a:pos x="663" y="24"/>
                </a:cxn>
                <a:cxn ang="0">
                  <a:pos x="817" y="2"/>
                </a:cxn>
                <a:cxn ang="0">
                  <a:pos x="943" y="2"/>
                </a:cxn>
                <a:cxn ang="0">
                  <a:pos x="1002" y="16"/>
                </a:cxn>
                <a:cxn ang="0">
                  <a:pos x="1020" y="26"/>
                </a:cxn>
                <a:cxn ang="0">
                  <a:pos x="1022" y="133"/>
                </a:cxn>
                <a:cxn ang="0">
                  <a:pos x="979" y="246"/>
                </a:cxn>
                <a:cxn ang="0">
                  <a:pos x="962" y="260"/>
                </a:cxn>
                <a:cxn ang="0">
                  <a:pos x="893" y="274"/>
                </a:cxn>
                <a:cxn ang="0">
                  <a:pos x="808" y="306"/>
                </a:cxn>
                <a:cxn ang="0">
                  <a:pos x="918" y="339"/>
                </a:cxn>
                <a:cxn ang="0">
                  <a:pos x="927" y="359"/>
                </a:cxn>
                <a:cxn ang="0">
                  <a:pos x="913" y="390"/>
                </a:cxn>
                <a:cxn ang="0">
                  <a:pos x="814" y="507"/>
                </a:cxn>
                <a:cxn ang="0">
                  <a:pos x="649" y="614"/>
                </a:cxn>
                <a:cxn ang="0">
                  <a:pos x="475" y="674"/>
                </a:cxn>
                <a:cxn ang="0">
                  <a:pos x="252" y="686"/>
                </a:cxn>
                <a:cxn ang="0">
                  <a:pos x="211" y="689"/>
                </a:cxn>
                <a:cxn ang="0">
                  <a:pos x="126" y="777"/>
                </a:cxn>
                <a:cxn ang="0">
                  <a:pos x="53" y="863"/>
                </a:cxn>
                <a:cxn ang="0">
                  <a:pos x="17" y="894"/>
                </a:cxn>
                <a:cxn ang="0">
                  <a:pos x="745" y="48"/>
                </a:cxn>
                <a:cxn ang="0">
                  <a:pos x="624" y="74"/>
                </a:cxn>
                <a:cxn ang="0">
                  <a:pos x="505" y="137"/>
                </a:cxn>
                <a:cxn ang="0">
                  <a:pos x="419" y="211"/>
                </a:cxn>
                <a:cxn ang="0">
                  <a:pos x="291" y="355"/>
                </a:cxn>
                <a:cxn ang="0">
                  <a:pos x="241" y="484"/>
                </a:cxn>
                <a:cxn ang="0">
                  <a:pos x="228" y="573"/>
                </a:cxn>
                <a:cxn ang="0">
                  <a:pos x="224" y="646"/>
                </a:cxn>
                <a:cxn ang="0">
                  <a:pos x="307" y="651"/>
                </a:cxn>
                <a:cxn ang="0">
                  <a:pos x="441" y="639"/>
                </a:cxn>
                <a:cxn ang="0">
                  <a:pos x="535" y="627"/>
                </a:cxn>
                <a:cxn ang="0">
                  <a:pos x="630" y="583"/>
                </a:cxn>
                <a:cxn ang="0">
                  <a:pos x="705" y="540"/>
                </a:cxn>
                <a:cxn ang="0">
                  <a:pos x="803" y="471"/>
                </a:cxn>
                <a:cxn ang="0">
                  <a:pos x="872" y="385"/>
                </a:cxn>
                <a:cxn ang="0">
                  <a:pos x="826" y="349"/>
                </a:cxn>
                <a:cxn ang="0">
                  <a:pos x="717" y="321"/>
                </a:cxn>
                <a:cxn ang="0">
                  <a:pos x="657" y="300"/>
                </a:cxn>
                <a:cxn ang="0">
                  <a:pos x="647" y="280"/>
                </a:cxn>
                <a:cxn ang="0">
                  <a:pos x="659" y="257"/>
                </a:cxn>
                <a:cxn ang="0">
                  <a:pos x="843" y="243"/>
                </a:cxn>
                <a:cxn ang="0">
                  <a:pos x="959" y="205"/>
                </a:cxn>
                <a:cxn ang="0">
                  <a:pos x="990" y="94"/>
                </a:cxn>
                <a:cxn ang="0">
                  <a:pos x="979" y="41"/>
                </a:cxn>
                <a:cxn ang="0">
                  <a:pos x="974" y="45"/>
                </a:cxn>
                <a:cxn ang="0">
                  <a:pos x="957" y="41"/>
                </a:cxn>
              </a:cxnLst>
              <a:rect l="0" t="0" r="r" b="b"/>
              <a:pathLst>
                <a:path w="1026" h="894">
                  <a:moveTo>
                    <a:pt x="17" y="894"/>
                  </a:moveTo>
                  <a:lnTo>
                    <a:pt x="17" y="894"/>
                  </a:lnTo>
                  <a:lnTo>
                    <a:pt x="11" y="893"/>
                  </a:lnTo>
                  <a:lnTo>
                    <a:pt x="8" y="892"/>
                  </a:lnTo>
                  <a:lnTo>
                    <a:pt x="6" y="891"/>
                  </a:lnTo>
                  <a:lnTo>
                    <a:pt x="3" y="887"/>
                  </a:lnTo>
                  <a:lnTo>
                    <a:pt x="2" y="884"/>
                  </a:lnTo>
                  <a:lnTo>
                    <a:pt x="1" y="881"/>
                  </a:lnTo>
                  <a:lnTo>
                    <a:pt x="0" y="877"/>
                  </a:lnTo>
                  <a:lnTo>
                    <a:pt x="0" y="872"/>
                  </a:lnTo>
                  <a:lnTo>
                    <a:pt x="0" y="872"/>
                  </a:lnTo>
                  <a:lnTo>
                    <a:pt x="1" y="869"/>
                  </a:lnTo>
                  <a:lnTo>
                    <a:pt x="1" y="866"/>
                  </a:lnTo>
                  <a:lnTo>
                    <a:pt x="4" y="861"/>
                  </a:lnTo>
                  <a:lnTo>
                    <a:pt x="7" y="857"/>
                  </a:lnTo>
                  <a:lnTo>
                    <a:pt x="10" y="856"/>
                  </a:lnTo>
                  <a:lnTo>
                    <a:pt x="12" y="855"/>
                  </a:lnTo>
                  <a:lnTo>
                    <a:pt x="13" y="854"/>
                  </a:lnTo>
                  <a:lnTo>
                    <a:pt x="13" y="854"/>
                  </a:lnTo>
                  <a:lnTo>
                    <a:pt x="29" y="836"/>
                  </a:lnTo>
                  <a:lnTo>
                    <a:pt x="45" y="818"/>
                  </a:lnTo>
                  <a:lnTo>
                    <a:pt x="45" y="818"/>
                  </a:lnTo>
                  <a:lnTo>
                    <a:pt x="69" y="791"/>
                  </a:lnTo>
                  <a:lnTo>
                    <a:pt x="82" y="777"/>
                  </a:lnTo>
                  <a:lnTo>
                    <a:pt x="93" y="761"/>
                  </a:lnTo>
                  <a:lnTo>
                    <a:pt x="93" y="761"/>
                  </a:lnTo>
                  <a:lnTo>
                    <a:pt x="112" y="738"/>
                  </a:lnTo>
                  <a:lnTo>
                    <a:pt x="132" y="715"/>
                  </a:lnTo>
                  <a:lnTo>
                    <a:pt x="153" y="692"/>
                  </a:lnTo>
                  <a:lnTo>
                    <a:pt x="176" y="670"/>
                  </a:lnTo>
                  <a:lnTo>
                    <a:pt x="188" y="658"/>
                  </a:lnTo>
                  <a:lnTo>
                    <a:pt x="187" y="655"/>
                  </a:lnTo>
                  <a:lnTo>
                    <a:pt x="187" y="655"/>
                  </a:lnTo>
                  <a:lnTo>
                    <a:pt x="184" y="645"/>
                  </a:lnTo>
                  <a:lnTo>
                    <a:pt x="182" y="635"/>
                  </a:lnTo>
                  <a:lnTo>
                    <a:pt x="181" y="627"/>
                  </a:lnTo>
                  <a:lnTo>
                    <a:pt x="181" y="621"/>
                  </a:lnTo>
                  <a:lnTo>
                    <a:pt x="181" y="621"/>
                  </a:lnTo>
                  <a:lnTo>
                    <a:pt x="183" y="603"/>
                  </a:lnTo>
                  <a:lnTo>
                    <a:pt x="187" y="586"/>
                  </a:lnTo>
                  <a:lnTo>
                    <a:pt x="187" y="586"/>
                  </a:lnTo>
                  <a:lnTo>
                    <a:pt x="192" y="564"/>
                  </a:lnTo>
                  <a:lnTo>
                    <a:pt x="193" y="553"/>
                  </a:lnTo>
                  <a:lnTo>
                    <a:pt x="194" y="540"/>
                  </a:lnTo>
                  <a:lnTo>
                    <a:pt x="194" y="540"/>
                  </a:lnTo>
                  <a:lnTo>
                    <a:pt x="196" y="524"/>
                  </a:lnTo>
                  <a:lnTo>
                    <a:pt x="198" y="506"/>
                  </a:lnTo>
                  <a:lnTo>
                    <a:pt x="202" y="489"/>
                  </a:lnTo>
                  <a:lnTo>
                    <a:pt x="207" y="470"/>
                  </a:lnTo>
                  <a:lnTo>
                    <a:pt x="212" y="452"/>
                  </a:lnTo>
                  <a:lnTo>
                    <a:pt x="218" y="432"/>
                  </a:lnTo>
                  <a:lnTo>
                    <a:pt x="225" y="412"/>
                  </a:lnTo>
                  <a:lnTo>
                    <a:pt x="233" y="392"/>
                  </a:lnTo>
                  <a:lnTo>
                    <a:pt x="233" y="392"/>
                  </a:lnTo>
                  <a:lnTo>
                    <a:pt x="243" y="371"/>
                  </a:lnTo>
                  <a:lnTo>
                    <a:pt x="253" y="351"/>
                  </a:lnTo>
                  <a:lnTo>
                    <a:pt x="264" y="332"/>
                  </a:lnTo>
                  <a:lnTo>
                    <a:pt x="276" y="313"/>
                  </a:lnTo>
                  <a:lnTo>
                    <a:pt x="289" y="296"/>
                  </a:lnTo>
                  <a:lnTo>
                    <a:pt x="302" y="278"/>
                  </a:lnTo>
                  <a:lnTo>
                    <a:pt x="315" y="261"/>
                  </a:lnTo>
                  <a:lnTo>
                    <a:pt x="329" y="245"/>
                  </a:lnTo>
                  <a:lnTo>
                    <a:pt x="358" y="215"/>
                  </a:lnTo>
                  <a:lnTo>
                    <a:pt x="388" y="188"/>
                  </a:lnTo>
                  <a:lnTo>
                    <a:pt x="417" y="162"/>
                  </a:lnTo>
                  <a:lnTo>
                    <a:pt x="446" y="140"/>
                  </a:lnTo>
                  <a:lnTo>
                    <a:pt x="446" y="140"/>
                  </a:lnTo>
                  <a:lnTo>
                    <a:pt x="464" y="126"/>
                  </a:lnTo>
                  <a:lnTo>
                    <a:pt x="481" y="114"/>
                  </a:lnTo>
                  <a:lnTo>
                    <a:pt x="517" y="90"/>
                  </a:lnTo>
                  <a:lnTo>
                    <a:pt x="555" y="69"/>
                  </a:lnTo>
                  <a:lnTo>
                    <a:pt x="592" y="49"/>
                  </a:lnTo>
                  <a:lnTo>
                    <a:pt x="592" y="49"/>
                  </a:lnTo>
                  <a:lnTo>
                    <a:pt x="609" y="40"/>
                  </a:lnTo>
                  <a:lnTo>
                    <a:pt x="627" y="34"/>
                  </a:lnTo>
                  <a:lnTo>
                    <a:pt x="645" y="28"/>
                  </a:lnTo>
                  <a:lnTo>
                    <a:pt x="663" y="24"/>
                  </a:lnTo>
                  <a:lnTo>
                    <a:pt x="681" y="20"/>
                  </a:lnTo>
                  <a:lnTo>
                    <a:pt x="699" y="17"/>
                  </a:lnTo>
                  <a:lnTo>
                    <a:pt x="737" y="11"/>
                  </a:lnTo>
                  <a:lnTo>
                    <a:pt x="745" y="10"/>
                  </a:lnTo>
                  <a:lnTo>
                    <a:pt x="745" y="10"/>
                  </a:lnTo>
                  <a:lnTo>
                    <a:pt x="782" y="5"/>
                  </a:lnTo>
                  <a:lnTo>
                    <a:pt x="817" y="2"/>
                  </a:lnTo>
                  <a:lnTo>
                    <a:pt x="848" y="0"/>
                  </a:lnTo>
                  <a:lnTo>
                    <a:pt x="878" y="0"/>
                  </a:lnTo>
                  <a:lnTo>
                    <a:pt x="878" y="0"/>
                  </a:lnTo>
                  <a:lnTo>
                    <a:pt x="902" y="0"/>
                  </a:lnTo>
                  <a:lnTo>
                    <a:pt x="924" y="1"/>
                  </a:lnTo>
                  <a:lnTo>
                    <a:pt x="924" y="1"/>
                  </a:lnTo>
                  <a:lnTo>
                    <a:pt x="943" y="2"/>
                  </a:lnTo>
                  <a:lnTo>
                    <a:pt x="943" y="2"/>
                  </a:lnTo>
                  <a:lnTo>
                    <a:pt x="959" y="3"/>
                  </a:lnTo>
                  <a:lnTo>
                    <a:pt x="975" y="5"/>
                  </a:lnTo>
                  <a:lnTo>
                    <a:pt x="982" y="6"/>
                  </a:lnTo>
                  <a:lnTo>
                    <a:pt x="990" y="8"/>
                  </a:lnTo>
                  <a:lnTo>
                    <a:pt x="997" y="11"/>
                  </a:lnTo>
                  <a:lnTo>
                    <a:pt x="1002" y="16"/>
                  </a:lnTo>
                  <a:lnTo>
                    <a:pt x="1003" y="16"/>
                  </a:lnTo>
                  <a:lnTo>
                    <a:pt x="1005" y="17"/>
                  </a:lnTo>
                  <a:lnTo>
                    <a:pt x="1005" y="17"/>
                  </a:lnTo>
                  <a:lnTo>
                    <a:pt x="1010" y="18"/>
                  </a:lnTo>
                  <a:lnTo>
                    <a:pt x="1016" y="21"/>
                  </a:lnTo>
                  <a:lnTo>
                    <a:pt x="1018" y="24"/>
                  </a:lnTo>
                  <a:lnTo>
                    <a:pt x="1020" y="26"/>
                  </a:lnTo>
                  <a:lnTo>
                    <a:pt x="1022" y="30"/>
                  </a:lnTo>
                  <a:lnTo>
                    <a:pt x="1023" y="33"/>
                  </a:lnTo>
                  <a:lnTo>
                    <a:pt x="1023" y="33"/>
                  </a:lnTo>
                  <a:lnTo>
                    <a:pt x="1026" y="61"/>
                  </a:lnTo>
                  <a:lnTo>
                    <a:pt x="1026" y="86"/>
                  </a:lnTo>
                  <a:lnTo>
                    <a:pt x="1025" y="110"/>
                  </a:lnTo>
                  <a:lnTo>
                    <a:pt x="1022" y="133"/>
                  </a:lnTo>
                  <a:lnTo>
                    <a:pt x="1022" y="133"/>
                  </a:lnTo>
                  <a:lnTo>
                    <a:pt x="1016" y="154"/>
                  </a:lnTo>
                  <a:lnTo>
                    <a:pt x="1010" y="174"/>
                  </a:lnTo>
                  <a:lnTo>
                    <a:pt x="1002" y="193"/>
                  </a:lnTo>
                  <a:lnTo>
                    <a:pt x="994" y="213"/>
                  </a:lnTo>
                  <a:lnTo>
                    <a:pt x="994" y="213"/>
                  </a:lnTo>
                  <a:lnTo>
                    <a:pt x="979" y="246"/>
                  </a:lnTo>
                  <a:lnTo>
                    <a:pt x="979" y="246"/>
                  </a:lnTo>
                  <a:lnTo>
                    <a:pt x="976" y="251"/>
                  </a:lnTo>
                  <a:lnTo>
                    <a:pt x="973" y="254"/>
                  </a:lnTo>
                  <a:lnTo>
                    <a:pt x="969" y="256"/>
                  </a:lnTo>
                  <a:lnTo>
                    <a:pt x="966" y="257"/>
                  </a:lnTo>
                  <a:lnTo>
                    <a:pt x="963" y="258"/>
                  </a:lnTo>
                  <a:lnTo>
                    <a:pt x="962" y="260"/>
                  </a:lnTo>
                  <a:lnTo>
                    <a:pt x="962" y="260"/>
                  </a:lnTo>
                  <a:lnTo>
                    <a:pt x="960" y="262"/>
                  </a:lnTo>
                  <a:lnTo>
                    <a:pt x="956" y="266"/>
                  </a:lnTo>
                  <a:lnTo>
                    <a:pt x="952" y="268"/>
                  </a:lnTo>
                  <a:lnTo>
                    <a:pt x="947" y="269"/>
                  </a:lnTo>
                  <a:lnTo>
                    <a:pt x="947" y="269"/>
                  </a:lnTo>
                  <a:lnTo>
                    <a:pt x="893" y="274"/>
                  </a:lnTo>
                  <a:lnTo>
                    <a:pt x="841" y="279"/>
                  </a:lnTo>
                  <a:lnTo>
                    <a:pt x="841" y="279"/>
                  </a:lnTo>
                  <a:lnTo>
                    <a:pt x="780" y="286"/>
                  </a:lnTo>
                  <a:lnTo>
                    <a:pt x="779" y="298"/>
                  </a:lnTo>
                  <a:lnTo>
                    <a:pt x="779" y="298"/>
                  </a:lnTo>
                  <a:lnTo>
                    <a:pt x="795" y="302"/>
                  </a:lnTo>
                  <a:lnTo>
                    <a:pt x="808" y="306"/>
                  </a:lnTo>
                  <a:lnTo>
                    <a:pt x="808" y="306"/>
                  </a:lnTo>
                  <a:lnTo>
                    <a:pt x="833" y="316"/>
                  </a:lnTo>
                  <a:lnTo>
                    <a:pt x="858" y="324"/>
                  </a:lnTo>
                  <a:lnTo>
                    <a:pt x="887" y="333"/>
                  </a:lnTo>
                  <a:lnTo>
                    <a:pt x="915" y="338"/>
                  </a:lnTo>
                  <a:lnTo>
                    <a:pt x="915" y="338"/>
                  </a:lnTo>
                  <a:lnTo>
                    <a:pt x="918" y="339"/>
                  </a:lnTo>
                  <a:lnTo>
                    <a:pt x="921" y="341"/>
                  </a:lnTo>
                  <a:lnTo>
                    <a:pt x="924" y="343"/>
                  </a:lnTo>
                  <a:lnTo>
                    <a:pt x="925" y="345"/>
                  </a:lnTo>
                  <a:lnTo>
                    <a:pt x="925" y="345"/>
                  </a:lnTo>
                  <a:lnTo>
                    <a:pt x="928" y="349"/>
                  </a:lnTo>
                  <a:lnTo>
                    <a:pt x="928" y="353"/>
                  </a:lnTo>
                  <a:lnTo>
                    <a:pt x="927" y="359"/>
                  </a:lnTo>
                  <a:lnTo>
                    <a:pt x="924" y="363"/>
                  </a:lnTo>
                  <a:lnTo>
                    <a:pt x="923" y="364"/>
                  </a:lnTo>
                  <a:lnTo>
                    <a:pt x="923" y="365"/>
                  </a:lnTo>
                  <a:lnTo>
                    <a:pt x="923" y="365"/>
                  </a:lnTo>
                  <a:lnTo>
                    <a:pt x="922" y="369"/>
                  </a:lnTo>
                  <a:lnTo>
                    <a:pt x="922" y="369"/>
                  </a:lnTo>
                  <a:lnTo>
                    <a:pt x="913" y="390"/>
                  </a:lnTo>
                  <a:lnTo>
                    <a:pt x="902" y="409"/>
                  </a:lnTo>
                  <a:lnTo>
                    <a:pt x="889" y="428"/>
                  </a:lnTo>
                  <a:lnTo>
                    <a:pt x="877" y="445"/>
                  </a:lnTo>
                  <a:lnTo>
                    <a:pt x="862" y="462"/>
                  </a:lnTo>
                  <a:lnTo>
                    <a:pt x="847" y="478"/>
                  </a:lnTo>
                  <a:lnTo>
                    <a:pt x="831" y="493"/>
                  </a:lnTo>
                  <a:lnTo>
                    <a:pt x="814" y="507"/>
                  </a:lnTo>
                  <a:lnTo>
                    <a:pt x="796" y="521"/>
                  </a:lnTo>
                  <a:lnTo>
                    <a:pt x="779" y="534"/>
                  </a:lnTo>
                  <a:lnTo>
                    <a:pt x="742" y="559"/>
                  </a:lnTo>
                  <a:lnTo>
                    <a:pt x="703" y="583"/>
                  </a:lnTo>
                  <a:lnTo>
                    <a:pt x="664" y="605"/>
                  </a:lnTo>
                  <a:lnTo>
                    <a:pt x="649" y="614"/>
                  </a:lnTo>
                  <a:lnTo>
                    <a:pt x="649" y="614"/>
                  </a:lnTo>
                  <a:lnTo>
                    <a:pt x="625" y="627"/>
                  </a:lnTo>
                  <a:lnTo>
                    <a:pt x="601" y="637"/>
                  </a:lnTo>
                  <a:lnTo>
                    <a:pt x="576" y="648"/>
                  </a:lnTo>
                  <a:lnTo>
                    <a:pt x="552" y="656"/>
                  </a:lnTo>
                  <a:lnTo>
                    <a:pt x="526" y="662"/>
                  </a:lnTo>
                  <a:lnTo>
                    <a:pt x="501" y="668"/>
                  </a:lnTo>
                  <a:lnTo>
                    <a:pt x="475" y="674"/>
                  </a:lnTo>
                  <a:lnTo>
                    <a:pt x="449" y="677"/>
                  </a:lnTo>
                  <a:lnTo>
                    <a:pt x="423" y="680"/>
                  </a:lnTo>
                  <a:lnTo>
                    <a:pt x="398" y="682"/>
                  </a:lnTo>
                  <a:lnTo>
                    <a:pt x="348" y="685"/>
                  </a:lnTo>
                  <a:lnTo>
                    <a:pt x="298" y="686"/>
                  </a:lnTo>
                  <a:lnTo>
                    <a:pt x="252" y="686"/>
                  </a:lnTo>
                  <a:lnTo>
                    <a:pt x="252" y="686"/>
                  </a:lnTo>
                  <a:lnTo>
                    <a:pt x="225" y="686"/>
                  </a:lnTo>
                  <a:lnTo>
                    <a:pt x="224" y="687"/>
                  </a:lnTo>
                  <a:lnTo>
                    <a:pt x="224" y="687"/>
                  </a:lnTo>
                  <a:lnTo>
                    <a:pt x="220" y="689"/>
                  </a:lnTo>
                  <a:lnTo>
                    <a:pt x="215" y="690"/>
                  </a:lnTo>
                  <a:lnTo>
                    <a:pt x="215" y="690"/>
                  </a:lnTo>
                  <a:lnTo>
                    <a:pt x="211" y="689"/>
                  </a:lnTo>
                  <a:lnTo>
                    <a:pt x="208" y="689"/>
                  </a:lnTo>
                  <a:lnTo>
                    <a:pt x="199" y="697"/>
                  </a:lnTo>
                  <a:lnTo>
                    <a:pt x="199" y="697"/>
                  </a:lnTo>
                  <a:lnTo>
                    <a:pt x="178" y="719"/>
                  </a:lnTo>
                  <a:lnTo>
                    <a:pt x="156" y="742"/>
                  </a:lnTo>
                  <a:lnTo>
                    <a:pt x="135" y="766"/>
                  </a:lnTo>
                  <a:lnTo>
                    <a:pt x="126" y="777"/>
                  </a:lnTo>
                  <a:lnTo>
                    <a:pt x="117" y="789"/>
                  </a:lnTo>
                  <a:lnTo>
                    <a:pt x="117" y="789"/>
                  </a:lnTo>
                  <a:lnTo>
                    <a:pt x="106" y="804"/>
                  </a:lnTo>
                  <a:lnTo>
                    <a:pt x="96" y="817"/>
                  </a:lnTo>
                  <a:lnTo>
                    <a:pt x="72" y="842"/>
                  </a:lnTo>
                  <a:lnTo>
                    <a:pt x="72" y="842"/>
                  </a:lnTo>
                  <a:lnTo>
                    <a:pt x="53" y="863"/>
                  </a:lnTo>
                  <a:lnTo>
                    <a:pt x="43" y="874"/>
                  </a:lnTo>
                  <a:lnTo>
                    <a:pt x="34" y="885"/>
                  </a:lnTo>
                  <a:lnTo>
                    <a:pt x="34" y="885"/>
                  </a:lnTo>
                  <a:lnTo>
                    <a:pt x="31" y="888"/>
                  </a:lnTo>
                  <a:lnTo>
                    <a:pt x="27" y="892"/>
                  </a:lnTo>
                  <a:lnTo>
                    <a:pt x="22" y="894"/>
                  </a:lnTo>
                  <a:lnTo>
                    <a:pt x="17" y="894"/>
                  </a:lnTo>
                  <a:lnTo>
                    <a:pt x="17" y="894"/>
                  </a:lnTo>
                  <a:close/>
                  <a:moveTo>
                    <a:pt x="884" y="36"/>
                  </a:moveTo>
                  <a:lnTo>
                    <a:pt x="884" y="36"/>
                  </a:lnTo>
                  <a:lnTo>
                    <a:pt x="861" y="37"/>
                  </a:lnTo>
                  <a:lnTo>
                    <a:pt x="861" y="37"/>
                  </a:lnTo>
                  <a:lnTo>
                    <a:pt x="782" y="43"/>
                  </a:lnTo>
                  <a:lnTo>
                    <a:pt x="745" y="48"/>
                  </a:lnTo>
                  <a:lnTo>
                    <a:pt x="709" y="53"/>
                  </a:lnTo>
                  <a:lnTo>
                    <a:pt x="709" y="53"/>
                  </a:lnTo>
                  <a:lnTo>
                    <a:pt x="692" y="55"/>
                  </a:lnTo>
                  <a:lnTo>
                    <a:pt x="676" y="59"/>
                  </a:lnTo>
                  <a:lnTo>
                    <a:pt x="658" y="63"/>
                  </a:lnTo>
                  <a:lnTo>
                    <a:pt x="640" y="68"/>
                  </a:lnTo>
                  <a:lnTo>
                    <a:pt x="624" y="74"/>
                  </a:lnTo>
                  <a:lnTo>
                    <a:pt x="606" y="82"/>
                  </a:lnTo>
                  <a:lnTo>
                    <a:pt x="589" y="90"/>
                  </a:lnTo>
                  <a:lnTo>
                    <a:pt x="571" y="98"/>
                  </a:lnTo>
                  <a:lnTo>
                    <a:pt x="555" y="106"/>
                  </a:lnTo>
                  <a:lnTo>
                    <a:pt x="538" y="117"/>
                  </a:lnTo>
                  <a:lnTo>
                    <a:pt x="522" y="127"/>
                  </a:lnTo>
                  <a:lnTo>
                    <a:pt x="505" y="137"/>
                  </a:lnTo>
                  <a:lnTo>
                    <a:pt x="490" y="149"/>
                  </a:lnTo>
                  <a:lnTo>
                    <a:pt x="474" y="161"/>
                  </a:lnTo>
                  <a:lnTo>
                    <a:pt x="460" y="174"/>
                  </a:lnTo>
                  <a:lnTo>
                    <a:pt x="446" y="186"/>
                  </a:lnTo>
                  <a:lnTo>
                    <a:pt x="446" y="186"/>
                  </a:lnTo>
                  <a:lnTo>
                    <a:pt x="419" y="211"/>
                  </a:lnTo>
                  <a:lnTo>
                    <a:pt x="419" y="211"/>
                  </a:lnTo>
                  <a:lnTo>
                    <a:pt x="396" y="234"/>
                  </a:lnTo>
                  <a:lnTo>
                    <a:pt x="372" y="256"/>
                  </a:lnTo>
                  <a:lnTo>
                    <a:pt x="349" y="279"/>
                  </a:lnTo>
                  <a:lnTo>
                    <a:pt x="328" y="304"/>
                  </a:lnTo>
                  <a:lnTo>
                    <a:pt x="309" y="329"/>
                  </a:lnTo>
                  <a:lnTo>
                    <a:pt x="300" y="342"/>
                  </a:lnTo>
                  <a:lnTo>
                    <a:pt x="291" y="355"/>
                  </a:lnTo>
                  <a:lnTo>
                    <a:pt x="283" y="370"/>
                  </a:lnTo>
                  <a:lnTo>
                    <a:pt x="276" y="384"/>
                  </a:lnTo>
                  <a:lnTo>
                    <a:pt x="269" y="400"/>
                  </a:lnTo>
                  <a:lnTo>
                    <a:pt x="262" y="415"/>
                  </a:lnTo>
                  <a:lnTo>
                    <a:pt x="262" y="415"/>
                  </a:lnTo>
                  <a:lnTo>
                    <a:pt x="251" y="449"/>
                  </a:lnTo>
                  <a:lnTo>
                    <a:pt x="241" y="484"/>
                  </a:lnTo>
                  <a:lnTo>
                    <a:pt x="237" y="501"/>
                  </a:lnTo>
                  <a:lnTo>
                    <a:pt x="233" y="519"/>
                  </a:lnTo>
                  <a:lnTo>
                    <a:pt x="231" y="536"/>
                  </a:lnTo>
                  <a:lnTo>
                    <a:pt x="230" y="555"/>
                  </a:lnTo>
                  <a:lnTo>
                    <a:pt x="230" y="555"/>
                  </a:lnTo>
                  <a:lnTo>
                    <a:pt x="230" y="564"/>
                  </a:lnTo>
                  <a:lnTo>
                    <a:pt x="228" y="573"/>
                  </a:lnTo>
                  <a:lnTo>
                    <a:pt x="223" y="592"/>
                  </a:lnTo>
                  <a:lnTo>
                    <a:pt x="221" y="599"/>
                  </a:lnTo>
                  <a:lnTo>
                    <a:pt x="221" y="599"/>
                  </a:lnTo>
                  <a:lnTo>
                    <a:pt x="220" y="609"/>
                  </a:lnTo>
                  <a:lnTo>
                    <a:pt x="221" y="620"/>
                  </a:lnTo>
                  <a:lnTo>
                    <a:pt x="224" y="645"/>
                  </a:lnTo>
                  <a:lnTo>
                    <a:pt x="224" y="646"/>
                  </a:lnTo>
                  <a:lnTo>
                    <a:pt x="226" y="648"/>
                  </a:lnTo>
                  <a:lnTo>
                    <a:pt x="228" y="650"/>
                  </a:lnTo>
                  <a:lnTo>
                    <a:pt x="230" y="650"/>
                  </a:lnTo>
                  <a:lnTo>
                    <a:pt x="230" y="650"/>
                  </a:lnTo>
                  <a:lnTo>
                    <a:pt x="262" y="651"/>
                  </a:lnTo>
                  <a:lnTo>
                    <a:pt x="262" y="651"/>
                  </a:lnTo>
                  <a:lnTo>
                    <a:pt x="307" y="651"/>
                  </a:lnTo>
                  <a:lnTo>
                    <a:pt x="307" y="651"/>
                  </a:lnTo>
                  <a:lnTo>
                    <a:pt x="339" y="651"/>
                  </a:lnTo>
                  <a:lnTo>
                    <a:pt x="372" y="649"/>
                  </a:lnTo>
                  <a:lnTo>
                    <a:pt x="406" y="646"/>
                  </a:lnTo>
                  <a:lnTo>
                    <a:pt x="423" y="644"/>
                  </a:lnTo>
                  <a:lnTo>
                    <a:pt x="441" y="639"/>
                  </a:lnTo>
                  <a:lnTo>
                    <a:pt x="441" y="639"/>
                  </a:lnTo>
                  <a:lnTo>
                    <a:pt x="461" y="636"/>
                  </a:lnTo>
                  <a:lnTo>
                    <a:pt x="481" y="635"/>
                  </a:lnTo>
                  <a:lnTo>
                    <a:pt x="481" y="635"/>
                  </a:lnTo>
                  <a:lnTo>
                    <a:pt x="509" y="632"/>
                  </a:lnTo>
                  <a:lnTo>
                    <a:pt x="523" y="630"/>
                  </a:lnTo>
                  <a:lnTo>
                    <a:pt x="535" y="627"/>
                  </a:lnTo>
                  <a:lnTo>
                    <a:pt x="535" y="627"/>
                  </a:lnTo>
                  <a:lnTo>
                    <a:pt x="551" y="621"/>
                  </a:lnTo>
                  <a:lnTo>
                    <a:pt x="565" y="615"/>
                  </a:lnTo>
                  <a:lnTo>
                    <a:pt x="594" y="601"/>
                  </a:lnTo>
                  <a:lnTo>
                    <a:pt x="594" y="601"/>
                  </a:lnTo>
                  <a:lnTo>
                    <a:pt x="611" y="592"/>
                  </a:lnTo>
                  <a:lnTo>
                    <a:pt x="630" y="583"/>
                  </a:lnTo>
                  <a:lnTo>
                    <a:pt x="630" y="583"/>
                  </a:lnTo>
                  <a:lnTo>
                    <a:pt x="640" y="578"/>
                  </a:lnTo>
                  <a:lnTo>
                    <a:pt x="652" y="572"/>
                  </a:lnTo>
                  <a:lnTo>
                    <a:pt x="674" y="559"/>
                  </a:lnTo>
                  <a:lnTo>
                    <a:pt x="674" y="559"/>
                  </a:lnTo>
                  <a:lnTo>
                    <a:pt x="692" y="549"/>
                  </a:lnTo>
                  <a:lnTo>
                    <a:pt x="692" y="549"/>
                  </a:lnTo>
                  <a:lnTo>
                    <a:pt x="705" y="540"/>
                  </a:lnTo>
                  <a:lnTo>
                    <a:pt x="705" y="540"/>
                  </a:lnTo>
                  <a:lnTo>
                    <a:pt x="726" y="529"/>
                  </a:lnTo>
                  <a:lnTo>
                    <a:pt x="746" y="517"/>
                  </a:lnTo>
                  <a:lnTo>
                    <a:pt x="764" y="504"/>
                  </a:lnTo>
                  <a:lnTo>
                    <a:pt x="783" y="490"/>
                  </a:lnTo>
                  <a:lnTo>
                    <a:pt x="783" y="490"/>
                  </a:lnTo>
                  <a:lnTo>
                    <a:pt x="803" y="471"/>
                  </a:lnTo>
                  <a:lnTo>
                    <a:pt x="820" y="453"/>
                  </a:lnTo>
                  <a:lnTo>
                    <a:pt x="837" y="433"/>
                  </a:lnTo>
                  <a:lnTo>
                    <a:pt x="851" y="413"/>
                  </a:lnTo>
                  <a:lnTo>
                    <a:pt x="851" y="413"/>
                  </a:lnTo>
                  <a:lnTo>
                    <a:pt x="865" y="396"/>
                  </a:lnTo>
                  <a:lnTo>
                    <a:pt x="865" y="396"/>
                  </a:lnTo>
                  <a:lnTo>
                    <a:pt x="872" y="385"/>
                  </a:lnTo>
                  <a:lnTo>
                    <a:pt x="880" y="375"/>
                  </a:lnTo>
                  <a:lnTo>
                    <a:pt x="884" y="368"/>
                  </a:lnTo>
                  <a:lnTo>
                    <a:pt x="876" y="366"/>
                  </a:lnTo>
                  <a:lnTo>
                    <a:pt x="876" y="366"/>
                  </a:lnTo>
                  <a:lnTo>
                    <a:pt x="851" y="359"/>
                  </a:lnTo>
                  <a:lnTo>
                    <a:pt x="826" y="349"/>
                  </a:lnTo>
                  <a:lnTo>
                    <a:pt x="826" y="349"/>
                  </a:lnTo>
                  <a:lnTo>
                    <a:pt x="805" y="342"/>
                  </a:lnTo>
                  <a:lnTo>
                    <a:pt x="782" y="335"/>
                  </a:lnTo>
                  <a:lnTo>
                    <a:pt x="782" y="335"/>
                  </a:lnTo>
                  <a:lnTo>
                    <a:pt x="759" y="330"/>
                  </a:lnTo>
                  <a:lnTo>
                    <a:pt x="736" y="324"/>
                  </a:lnTo>
                  <a:lnTo>
                    <a:pt x="736" y="324"/>
                  </a:lnTo>
                  <a:lnTo>
                    <a:pt x="717" y="321"/>
                  </a:lnTo>
                  <a:lnTo>
                    <a:pt x="698" y="317"/>
                  </a:lnTo>
                  <a:lnTo>
                    <a:pt x="681" y="312"/>
                  </a:lnTo>
                  <a:lnTo>
                    <a:pt x="671" y="308"/>
                  </a:lnTo>
                  <a:lnTo>
                    <a:pt x="663" y="305"/>
                  </a:lnTo>
                  <a:lnTo>
                    <a:pt x="663" y="305"/>
                  </a:lnTo>
                  <a:lnTo>
                    <a:pt x="660" y="302"/>
                  </a:lnTo>
                  <a:lnTo>
                    <a:pt x="657" y="300"/>
                  </a:lnTo>
                  <a:lnTo>
                    <a:pt x="656" y="297"/>
                  </a:lnTo>
                  <a:lnTo>
                    <a:pt x="655" y="293"/>
                  </a:lnTo>
                  <a:lnTo>
                    <a:pt x="655" y="290"/>
                  </a:lnTo>
                  <a:lnTo>
                    <a:pt x="653" y="289"/>
                  </a:lnTo>
                  <a:lnTo>
                    <a:pt x="653" y="289"/>
                  </a:lnTo>
                  <a:lnTo>
                    <a:pt x="649" y="285"/>
                  </a:lnTo>
                  <a:lnTo>
                    <a:pt x="647" y="280"/>
                  </a:lnTo>
                  <a:lnTo>
                    <a:pt x="646" y="274"/>
                  </a:lnTo>
                  <a:lnTo>
                    <a:pt x="647" y="268"/>
                  </a:lnTo>
                  <a:lnTo>
                    <a:pt x="647" y="268"/>
                  </a:lnTo>
                  <a:lnTo>
                    <a:pt x="649" y="265"/>
                  </a:lnTo>
                  <a:lnTo>
                    <a:pt x="652" y="260"/>
                  </a:lnTo>
                  <a:lnTo>
                    <a:pt x="656" y="257"/>
                  </a:lnTo>
                  <a:lnTo>
                    <a:pt x="659" y="257"/>
                  </a:lnTo>
                  <a:lnTo>
                    <a:pt x="663" y="256"/>
                  </a:lnTo>
                  <a:lnTo>
                    <a:pt x="663" y="256"/>
                  </a:lnTo>
                  <a:lnTo>
                    <a:pt x="709" y="255"/>
                  </a:lnTo>
                  <a:lnTo>
                    <a:pt x="753" y="252"/>
                  </a:lnTo>
                  <a:lnTo>
                    <a:pt x="798" y="248"/>
                  </a:lnTo>
                  <a:lnTo>
                    <a:pt x="843" y="243"/>
                  </a:lnTo>
                  <a:lnTo>
                    <a:pt x="843" y="243"/>
                  </a:lnTo>
                  <a:lnTo>
                    <a:pt x="892" y="238"/>
                  </a:lnTo>
                  <a:lnTo>
                    <a:pt x="942" y="234"/>
                  </a:lnTo>
                  <a:lnTo>
                    <a:pt x="946" y="234"/>
                  </a:lnTo>
                  <a:lnTo>
                    <a:pt x="947" y="229"/>
                  </a:lnTo>
                  <a:lnTo>
                    <a:pt x="947" y="229"/>
                  </a:lnTo>
                  <a:lnTo>
                    <a:pt x="959" y="205"/>
                  </a:lnTo>
                  <a:lnTo>
                    <a:pt x="959" y="205"/>
                  </a:lnTo>
                  <a:lnTo>
                    <a:pt x="967" y="188"/>
                  </a:lnTo>
                  <a:lnTo>
                    <a:pt x="974" y="171"/>
                  </a:lnTo>
                  <a:lnTo>
                    <a:pt x="980" y="153"/>
                  </a:lnTo>
                  <a:lnTo>
                    <a:pt x="985" y="135"/>
                  </a:lnTo>
                  <a:lnTo>
                    <a:pt x="985" y="135"/>
                  </a:lnTo>
                  <a:lnTo>
                    <a:pt x="987" y="115"/>
                  </a:lnTo>
                  <a:lnTo>
                    <a:pt x="990" y="94"/>
                  </a:lnTo>
                  <a:lnTo>
                    <a:pt x="990" y="73"/>
                  </a:lnTo>
                  <a:lnTo>
                    <a:pt x="988" y="52"/>
                  </a:lnTo>
                  <a:lnTo>
                    <a:pt x="988" y="50"/>
                  </a:lnTo>
                  <a:lnTo>
                    <a:pt x="985" y="48"/>
                  </a:lnTo>
                  <a:lnTo>
                    <a:pt x="985" y="48"/>
                  </a:lnTo>
                  <a:lnTo>
                    <a:pt x="982" y="46"/>
                  </a:lnTo>
                  <a:lnTo>
                    <a:pt x="979" y="41"/>
                  </a:lnTo>
                  <a:lnTo>
                    <a:pt x="971" y="48"/>
                  </a:lnTo>
                  <a:lnTo>
                    <a:pt x="971" y="48"/>
                  </a:lnTo>
                  <a:lnTo>
                    <a:pt x="971" y="47"/>
                  </a:lnTo>
                  <a:lnTo>
                    <a:pt x="971" y="47"/>
                  </a:lnTo>
                  <a:lnTo>
                    <a:pt x="973" y="45"/>
                  </a:lnTo>
                  <a:lnTo>
                    <a:pt x="974" y="45"/>
                  </a:lnTo>
                  <a:lnTo>
                    <a:pt x="974" y="45"/>
                  </a:lnTo>
                  <a:lnTo>
                    <a:pt x="974" y="45"/>
                  </a:lnTo>
                  <a:lnTo>
                    <a:pt x="974" y="45"/>
                  </a:lnTo>
                  <a:lnTo>
                    <a:pt x="967" y="43"/>
                  </a:lnTo>
                  <a:lnTo>
                    <a:pt x="967" y="43"/>
                  </a:lnTo>
                  <a:lnTo>
                    <a:pt x="962" y="41"/>
                  </a:lnTo>
                  <a:lnTo>
                    <a:pt x="957" y="41"/>
                  </a:lnTo>
                  <a:lnTo>
                    <a:pt x="957" y="41"/>
                  </a:lnTo>
                  <a:lnTo>
                    <a:pt x="925" y="37"/>
                  </a:lnTo>
                  <a:lnTo>
                    <a:pt x="921" y="37"/>
                  </a:lnTo>
                  <a:lnTo>
                    <a:pt x="921" y="37"/>
                  </a:lnTo>
                  <a:lnTo>
                    <a:pt x="884" y="36"/>
                  </a:lnTo>
                  <a:lnTo>
                    <a:pt x="884"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8" name="Freeform 398"/>
            <p:cNvSpPr/>
            <p:nvPr/>
          </p:nvSpPr>
          <p:spPr bwMode="auto">
            <a:xfrm>
              <a:off x="4587875" y="3630613"/>
              <a:ext cx="239713" cy="161925"/>
            </a:xfrm>
            <a:custGeom>
              <a:avLst/>
              <a:gdLst/>
              <a:ahLst/>
              <a:cxnLst>
                <a:cxn ang="0">
                  <a:pos x="19" y="306"/>
                </a:cxn>
                <a:cxn ang="0">
                  <a:pos x="9" y="303"/>
                </a:cxn>
                <a:cxn ang="0">
                  <a:pos x="4" y="299"/>
                </a:cxn>
                <a:cxn ang="0">
                  <a:pos x="1" y="292"/>
                </a:cxn>
                <a:cxn ang="0">
                  <a:pos x="0" y="288"/>
                </a:cxn>
                <a:cxn ang="0">
                  <a:pos x="1" y="227"/>
                </a:cxn>
                <a:cxn ang="0">
                  <a:pos x="4" y="165"/>
                </a:cxn>
                <a:cxn ang="0">
                  <a:pos x="8" y="89"/>
                </a:cxn>
                <a:cxn ang="0">
                  <a:pos x="8" y="63"/>
                </a:cxn>
                <a:cxn ang="0">
                  <a:pos x="11" y="34"/>
                </a:cxn>
                <a:cxn ang="0">
                  <a:pos x="19" y="18"/>
                </a:cxn>
                <a:cxn ang="0">
                  <a:pos x="25" y="11"/>
                </a:cxn>
                <a:cxn ang="0">
                  <a:pos x="34" y="6"/>
                </a:cxn>
                <a:cxn ang="0">
                  <a:pos x="51" y="1"/>
                </a:cxn>
                <a:cxn ang="0">
                  <a:pos x="64" y="0"/>
                </a:cxn>
                <a:cxn ang="0">
                  <a:pos x="70" y="0"/>
                </a:cxn>
                <a:cxn ang="0">
                  <a:pos x="153" y="7"/>
                </a:cxn>
                <a:cxn ang="0">
                  <a:pos x="234" y="18"/>
                </a:cxn>
                <a:cxn ang="0">
                  <a:pos x="284" y="26"/>
                </a:cxn>
                <a:cxn ang="0">
                  <a:pos x="385" y="37"/>
                </a:cxn>
                <a:cxn ang="0">
                  <a:pos x="436" y="38"/>
                </a:cxn>
                <a:cxn ang="0">
                  <a:pos x="440" y="39"/>
                </a:cxn>
                <a:cxn ang="0">
                  <a:pos x="446" y="41"/>
                </a:cxn>
                <a:cxn ang="0">
                  <a:pos x="450" y="46"/>
                </a:cxn>
                <a:cxn ang="0">
                  <a:pos x="452" y="57"/>
                </a:cxn>
                <a:cxn ang="0">
                  <a:pos x="451" y="63"/>
                </a:cxn>
                <a:cxn ang="0">
                  <a:pos x="448" y="69"/>
                </a:cxn>
                <a:cxn ang="0">
                  <a:pos x="443" y="73"/>
                </a:cxn>
                <a:cxn ang="0">
                  <a:pos x="436" y="74"/>
                </a:cxn>
                <a:cxn ang="0">
                  <a:pos x="410" y="73"/>
                </a:cxn>
                <a:cxn ang="0">
                  <a:pos x="335" y="67"/>
                </a:cxn>
                <a:cxn ang="0">
                  <a:pos x="293" y="64"/>
                </a:cxn>
                <a:cxn ang="0">
                  <a:pos x="249" y="59"/>
                </a:cxn>
                <a:cxn ang="0">
                  <a:pos x="167" y="49"/>
                </a:cxn>
                <a:cxn ang="0">
                  <a:pos x="131" y="43"/>
                </a:cxn>
                <a:cxn ang="0">
                  <a:pos x="77" y="37"/>
                </a:cxn>
                <a:cxn ang="0">
                  <a:pos x="59" y="36"/>
                </a:cxn>
                <a:cxn ang="0">
                  <a:pos x="54" y="37"/>
                </a:cxn>
                <a:cxn ang="0">
                  <a:pos x="49" y="40"/>
                </a:cxn>
                <a:cxn ang="0">
                  <a:pos x="45" y="47"/>
                </a:cxn>
                <a:cxn ang="0">
                  <a:pos x="43" y="66"/>
                </a:cxn>
                <a:cxn ang="0">
                  <a:pos x="44" y="76"/>
                </a:cxn>
                <a:cxn ang="0">
                  <a:pos x="45" y="90"/>
                </a:cxn>
                <a:cxn ang="0">
                  <a:pos x="42" y="113"/>
                </a:cxn>
                <a:cxn ang="0">
                  <a:pos x="40" y="161"/>
                </a:cxn>
                <a:cxn ang="0">
                  <a:pos x="41" y="184"/>
                </a:cxn>
                <a:cxn ang="0">
                  <a:pos x="41" y="207"/>
                </a:cxn>
                <a:cxn ang="0">
                  <a:pos x="38" y="245"/>
                </a:cxn>
                <a:cxn ang="0">
                  <a:pos x="37" y="266"/>
                </a:cxn>
                <a:cxn ang="0">
                  <a:pos x="36" y="289"/>
                </a:cxn>
                <a:cxn ang="0">
                  <a:pos x="35" y="295"/>
                </a:cxn>
                <a:cxn ang="0">
                  <a:pos x="32" y="300"/>
                </a:cxn>
                <a:cxn ang="0">
                  <a:pos x="29" y="302"/>
                </a:cxn>
                <a:cxn ang="0">
                  <a:pos x="23" y="306"/>
                </a:cxn>
                <a:cxn ang="0">
                  <a:pos x="19" y="306"/>
                </a:cxn>
              </a:cxnLst>
              <a:rect l="0" t="0" r="r" b="b"/>
              <a:pathLst>
                <a:path w="452" h="306">
                  <a:moveTo>
                    <a:pt x="19" y="306"/>
                  </a:moveTo>
                  <a:lnTo>
                    <a:pt x="19" y="306"/>
                  </a:lnTo>
                  <a:lnTo>
                    <a:pt x="12" y="304"/>
                  </a:lnTo>
                  <a:lnTo>
                    <a:pt x="9" y="303"/>
                  </a:lnTo>
                  <a:lnTo>
                    <a:pt x="6" y="301"/>
                  </a:lnTo>
                  <a:lnTo>
                    <a:pt x="4" y="299"/>
                  </a:lnTo>
                  <a:lnTo>
                    <a:pt x="2" y="296"/>
                  </a:lnTo>
                  <a:lnTo>
                    <a:pt x="1" y="292"/>
                  </a:lnTo>
                  <a:lnTo>
                    <a:pt x="0" y="288"/>
                  </a:lnTo>
                  <a:lnTo>
                    <a:pt x="0" y="288"/>
                  </a:lnTo>
                  <a:lnTo>
                    <a:pt x="0" y="257"/>
                  </a:lnTo>
                  <a:lnTo>
                    <a:pt x="1" y="227"/>
                  </a:lnTo>
                  <a:lnTo>
                    <a:pt x="4" y="165"/>
                  </a:lnTo>
                  <a:lnTo>
                    <a:pt x="4" y="165"/>
                  </a:lnTo>
                  <a:lnTo>
                    <a:pt x="7" y="114"/>
                  </a:lnTo>
                  <a:lnTo>
                    <a:pt x="8" y="89"/>
                  </a:lnTo>
                  <a:lnTo>
                    <a:pt x="8" y="63"/>
                  </a:lnTo>
                  <a:lnTo>
                    <a:pt x="8" y="63"/>
                  </a:lnTo>
                  <a:lnTo>
                    <a:pt x="9" y="47"/>
                  </a:lnTo>
                  <a:lnTo>
                    <a:pt x="11" y="34"/>
                  </a:lnTo>
                  <a:lnTo>
                    <a:pt x="15" y="24"/>
                  </a:lnTo>
                  <a:lnTo>
                    <a:pt x="19" y="18"/>
                  </a:lnTo>
                  <a:lnTo>
                    <a:pt x="22" y="14"/>
                  </a:lnTo>
                  <a:lnTo>
                    <a:pt x="25" y="11"/>
                  </a:lnTo>
                  <a:lnTo>
                    <a:pt x="29" y="8"/>
                  </a:lnTo>
                  <a:lnTo>
                    <a:pt x="34" y="6"/>
                  </a:lnTo>
                  <a:lnTo>
                    <a:pt x="39" y="4"/>
                  </a:lnTo>
                  <a:lnTo>
                    <a:pt x="51" y="1"/>
                  </a:lnTo>
                  <a:lnTo>
                    <a:pt x="64" y="0"/>
                  </a:lnTo>
                  <a:lnTo>
                    <a:pt x="64" y="0"/>
                  </a:lnTo>
                  <a:lnTo>
                    <a:pt x="70" y="0"/>
                  </a:lnTo>
                  <a:lnTo>
                    <a:pt x="70" y="0"/>
                  </a:lnTo>
                  <a:lnTo>
                    <a:pt x="112" y="3"/>
                  </a:lnTo>
                  <a:lnTo>
                    <a:pt x="153" y="7"/>
                  </a:lnTo>
                  <a:lnTo>
                    <a:pt x="193" y="13"/>
                  </a:lnTo>
                  <a:lnTo>
                    <a:pt x="234" y="18"/>
                  </a:lnTo>
                  <a:lnTo>
                    <a:pt x="234" y="18"/>
                  </a:lnTo>
                  <a:lnTo>
                    <a:pt x="284" y="26"/>
                  </a:lnTo>
                  <a:lnTo>
                    <a:pt x="335" y="32"/>
                  </a:lnTo>
                  <a:lnTo>
                    <a:pt x="385" y="37"/>
                  </a:lnTo>
                  <a:lnTo>
                    <a:pt x="410" y="38"/>
                  </a:lnTo>
                  <a:lnTo>
                    <a:pt x="436" y="38"/>
                  </a:lnTo>
                  <a:lnTo>
                    <a:pt x="436" y="38"/>
                  </a:lnTo>
                  <a:lnTo>
                    <a:pt x="440" y="39"/>
                  </a:lnTo>
                  <a:lnTo>
                    <a:pt x="443" y="40"/>
                  </a:lnTo>
                  <a:lnTo>
                    <a:pt x="446" y="41"/>
                  </a:lnTo>
                  <a:lnTo>
                    <a:pt x="448" y="44"/>
                  </a:lnTo>
                  <a:lnTo>
                    <a:pt x="450" y="46"/>
                  </a:lnTo>
                  <a:lnTo>
                    <a:pt x="451" y="49"/>
                  </a:lnTo>
                  <a:lnTo>
                    <a:pt x="452" y="57"/>
                  </a:lnTo>
                  <a:lnTo>
                    <a:pt x="452" y="57"/>
                  </a:lnTo>
                  <a:lnTo>
                    <a:pt x="451" y="63"/>
                  </a:lnTo>
                  <a:lnTo>
                    <a:pt x="450" y="66"/>
                  </a:lnTo>
                  <a:lnTo>
                    <a:pt x="448" y="69"/>
                  </a:lnTo>
                  <a:lnTo>
                    <a:pt x="446" y="71"/>
                  </a:lnTo>
                  <a:lnTo>
                    <a:pt x="443" y="73"/>
                  </a:lnTo>
                  <a:lnTo>
                    <a:pt x="440" y="74"/>
                  </a:lnTo>
                  <a:lnTo>
                    <a:pt x="436" y="74"/>
                  </a:lnTo>
                  <a:lnTo>
                    <a:pt x="436" y="74"/>
                  </a:lnTo>
                  <a:lnTo>
                    <a:pt x="410" y="73"/>
                  </a:lnTo>
                  <a:lnTo>
                    <a:pt x="384" y="72"/>
                  </a:lnTo>
                  <a:lnTo>
                    <a:pt x="335" y="67"/>
                  </a:lnTo>
                  <a:lnTo>
                    <a:pt x="335" y="67"/>
                  </a:lnTo>
                  <a:lnTo>
                    <a:pt x="293" y="64"/>
                  </a:lnTo>
                  <a:lnTo>
                    <a:pt x="293" y="64"/>
                  </a:lnTo>
                  <a:lnTo>
                    <a:pt x="249" y="59"/>
                  </a:lnTo>
                  <a:lnTo>
                    <a:pt x="207" y="55"/>
                  </a:lnTo>
                  <a:lnTo>
                    <a:pt x="167" y="49"/>
                  </a:lnTo>
                  <a:lnTo>
                    <a:pt x="131" y="43"/>
                  </a:lnTo>
                  <a:lnTo>
                    <a:pt x="131" y="43"/>
                  </a:lnTo>
                  <a:lnTo>
                    <a:pt x="97" y="38"/>
                  </a:lnTo>
                  <a:lnTo>
                    <a:pt x="77" y="37"/>
                  </a:lnTo>
                  <a:lnTo>
                    <a:pt x="59" y="36"/>
                  </a:lnTo>
                  <a:lnTo>
                    <a:pt x="59" y="36"/>
                  </a:lnTo>
                  <a:lnTo>
                    <a:pt x="59" y="36"/>
                  </a:lnTo>
                  <a:lnTo>
                    <a:pt x="54" y="37"/>
                  </a:lnTo>
                  <a:lnTo>
                    <a:pt x="49" y="40"/>
                  </a:lnTo>
                  <a:lnTo>
                    <a:pt x="49" y="40"/>
                  </a:lnTo>
                  <a:lnTo>
                    <a:pt x="46" y="43"/>
                  </a:lnTo>
                  <a:lnTo>
                    <a:pt x="45" y="47"/>
                  </a:lnTo>
                  <a:lnTo>
                    <a:pt x="43" y="56"/>
                  </a:lnTo>
                  <a:lnTo>
                    <a:pt x="43" y="66"/>
                  </a:lnTo>
                  <a:lnTo>
                    <a:pt x="44" y="76"/>
                  </a:lnTo>
                  <a:lnTo>
                    <a:pt x="44" y="76"/>
                  </a:lnTo>
                  <a:lnTo>
                    <a:pt x="45" y="84"/>
                  </a:lnTo>
                  <a:lnTo>
                    <a:pt x="45" y="90"/>
                  </a:lnTo>
                  <a:lnTo>
                    <a:pt x="45" y="90"/>
                  </a:lnTo>
                  <a:lnTo>
                    <a:pt x="42" y="113"/>
                  </a:lnTo>
                  <a:lnTo>
                    <a:pt x="41" y="137"/>
                  </a:lnTo>
                  <a:lnTo>
                    <a:pt x="40" y="161"/>
                  </a:lnTo>
                  <a:lnTo>
                    <a:pt x="41" y="184"/>
                  </a:lnTo>
                  <a:lnTo>
                    <a:pt x="41" y="184"/>
                  </a:lnTo>
                  <a:lnTo>
                    <a:pt x="41" y="207"/>
                  </a:lnTo>
                  <a:lnTo>
                    <a:pt x="41" y="207"/>
                  </a:lnTo>
                  <a:lnTo>
                    <a:pt x="40" y="226"/>
                  </a:lnTo>
                  <a:lnTo>
                    <a:pt x="38" y="245"/>
                  </a:lnTo>
                  <a:lnTo>
                    <a:pt x="38" y="245"/>
                  </a:lnTo>
                  <a:lnTo>
                    <a:pt x="37" y="266"/>
                  </a:lnTo>
                  <a:lnTo>
                    <a:pt x="36" y="289"/>
                  </a:lnTo>
                  <a:lnTo>
                    <a:pt x="36" y="289"/>
                  </a:lnTo>
                  <a:lnTo>
                    <a:pt x="36" y="292"/>
                  </a:lnTo>
                  <a:lnTo>
                    <a:pt x="35" y="295"/>
                  </a:lnTo>
                  <a:lnTo>
                    <a:pt x="34" y="298"/>
                  </a:lnTo>
                  <a:lnTo>
                    <a:pt x="32" y="300"/>
                  </a:lnTo>
                  <a:lnTo>
                    <a:pt x="32" y="300"/>
                  </a:lnTo>
                  <a:lnTo>
                    <a:pt x="29" y="302"/>
                  </a:lnTo>
                  <a:lnTo>
                    <a:pt x="26" y="304"/>
                  </a:lnTo>
                  <a:lnTo>
                    <a:pt x="23" y="306"/>
                  </a:lnTo>
                  <a:lnTo>
                    <a:pt x="19" y="306"/>
                  </a:lnTo>
                  <a:lnTo>
                    <a:pt x="19" y="30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9" name="Freeform 399"/>
            <p:cNvSpPr/>
            <p:nvPr/>
          </p:nvSpPr>
          <p:spPr bwMode="auto">
            <a:xfrm>
              <a:off x="4329113" y="3263900"/>
              <a:ext cx="242888" cy="22225"/>
            </a:xfrm>
            <a:custGeom>
              <a:avLst/>
              <a:gdLst/>
              <a:ahLst/>
              <a:cxnLst>
                <a:cxn ang="0">
                  <a:pos x="189" y="42"/>
                </a:cxn>
                <a:cxn ang="0">
                  <a:pos x="174" y="42"/>
                </a:cxn>
                <a:cxn ang="0">
                  <a:pos x="116" y="40"/>
                </a:cxn>
                <a:cxn ang="0">
                  <a:pos x="43" y="38"/>
                </a:cxn>
                <a:cxn ang="0">
                  <a:pos x="18" y="36"/>
                </a:cxn>
                <a:cxn ang="0">
                  <a:pos x="11" y="34"/>
                </a:cxn>
                <a:cxn ang="0">
                  <a:pos x="5" y="29"/>
                </a:cxn>
                <a:cxn ang="0">
                  <a:pos x="1" y="22"/>
                </a:cxn>
                <a:cxn ang="0">
                  <a:pos x="0" y="15"/>
                </a:cxn>
                <a:cxn ang="0">
                  <a:pos x="5" y="5"/>
                </a:cxn>
                <a:cxn ang="0">
                  <a:pos x="9" y="1"/>
                </a:cxn>
                <a:cxn ang="0">
                  <a:pos x="16" y="0"/>
                </a:cxn>
                <a:cxn ang="0">
                  <a:pos x="17" y="0"/>
                </a:cxn>
                <a:cxn ang="0">
                  <a:pos x="61" y="3"/>
                </a:cxn>
                <a:cxn ang="0">
                  <a:pos x="106" y="4"/>
                </a:cxn>
                <a:cxn ang="0">
                  <a:pos x="189" y="7"/>
                </a:cxn>
                <a:cxn ang="0">
                  <a:pos x="218" y="8"/>
                </a:cxn>
                <a:cxn ang="0">
                  <a:pos x="257" y="7"/>
                </a:cxn>
                <a:cxn ang="0">
                  <a:pos x="300" y="6"/>
                </a:cxn>
                <a:cxn ang="0">
                  <a:pos x="393" y="4"/>
                </a:cxn>
                <a:cxn ang="0">
                  <a:pos x="424" y="4"/>
                </a:cxn>
                <a:cxn ang="0">
                  <a:pos x="447" y="6"/>
                </a:cxn>
                <a:cxn ang="0">
                  <a:pos x="454" y="9"/>
                </a:cxn>
                <a:cxn ang="0">
                  <a:pos x="458" y="13"/>
                </a:cxn>
                <a:cxn ang="0">
                  <a:pos x="459" y="22"/>
                </a:cxn>
                <a:cxn ang="0">
                  <a:pos x="457" y="29"/>
                </a:cxn>
                <a:cxn ang="0">
                  <a:pos x="453" y="35"/>
                </a:cxn>
                <a:cxn ang="0">
                  <a:pos x="448" y="40"/>
                </a:cxn>
                <a:cxn ang="0">
                  <a:pos x="439" y="41"/>
                </a:cxn>
                <a:cxn ang="0">
                  <a:pos x="439" y="41"/>
                </a:cxn>
                <a:cxn ang="0">
                  <a:pos x="436" y="41"/>
                </a:cxn>
                <a:cxn ang="0">
                  <a:pos x="424" y="39"/>
                </a:cxn>
                <a:cxn ang="0">
                  <a:pos x="372" y="38"/>
                </a:cxn>
                <a:cxn ang="0">
                  <a:pos x="322" y="38"/>
                </a:cxn>
                <a:cxn ang="0">
                  <a:pos x="268" y="40"/>
                </a:cxn>
                <a:cxn ang="0">
                  <a:pos x="189" y="42"/>
                </a:cxn>
              </a:cxnLst>
              <a:rect l="0" t="0" r="r" b="b"/>
              <a:pathLst>
                <a:path w="459" h="42">
                  <a:moveTo>
                    <a:pt x="189" y="42"/>
                  </a:moveTo>
                  <a:lnTo>
                    <a:pt x="189" y="42"/>
                  </a:lnTo>
                  <a:lnTo>
                    <a:pt x="174" y="42"/>
                  </a:lnTo>
                  <a:lnTo>
                    <a:pt x="174" y="42"/>
                  </a:lnTo>
                  <a:lnTo>
                    <a:pt x="116" y="40"/>
                  </a:lnTo>
                  <a:lnTo>
                    <a:pt x="116" y="40"/>
                  </a:lnTo>
                  <a:lnTo>
                    <a:pt x="68" y="39"/>
                  </a:lnTo>
                  <a:lnTo>
                    <a:pt x="43" y="38"/>
                  </a:lnTo>
                  <a:lnTo>
                    <a:pt x="18" y="36"/>
                  </a:lnTo>
                  <a:lnTo>
                    <a:pt x="18" y="36"/>
                  </a:lnTo>
                  <a:lnTo>
                    <a:pt x="14" y="35"/>
                  </a:lnTo>
                  <a:lnTo>
                    <a:pt x="11" y="34"/>
                  </a:lnTo>
                  <a:lnTo>
                    <a:pt x="8" y="32"/>
                  </a:lnTo>
                  <a:lnTo>
                    <a:pt x="5" y="29"/>
                  </a:lnTo>
                  <a:lnTo>
                    <a:pt x="2" y="26"/>
                  </a:lnTo>
                  <a:lnTo>
                    <a:pt x="1" y="22"/>
                  </a:lnTo>
                  <a:lnTo>
                    <a:pt x="0" y="15"/>
                  </a:lnTo>
                  <a:lnTo>
                    <a:pt x="0" y="15"/>
                  </a:lnTo>
                  <a:lnTo>
                    <a:pt x="1" y="10"/>
                  </a:lnTo>
                  <a:lnTo>
                    <a:pt x="5" y="5"/>
                  </a:lnTo>
                  <a:lnTo>
                    <a:pt x="7" y="3"/>
                  </a:lnTo>
                  <a:lnTo>
                    <a:pt x="9" y="1"/>
                  </a:lnTo>
                  <a:lnTo>
                    <a:pt x="12" y="1"/>
                  </a:lnTo>
                  <a:lnTo>
                    <a:pt x="16" y="0"/>
                  </a:lnTo>
                  <a:lnTo>
                    <a:pt x="16" y="0"/>
                  </a:lnTo>
                  <a:lnTo>
                    <a:pt x="17" y="0"/>
                  </a:lnTo>
                  <a:lnTo>
                    <a:pt x="17" y="0"/>
                  </a:lnTo>
                  <a:lnTo>
                    <a:pt x="61" y="3"/>
                  </a:lnTo>
                  <a:lnTo>
                    <a:pt x="106" y="4"/>
                  </a:lnTo>
                  <a:lnTo>
                    <a:pt x="106" y="4"/>
                  </a:lnTo>
                  <a:lnTo>
                    <a:pt x="147" y="5"/>
                  </a:lnTo>
                  <a:lnTo>
                    <a:pt x="189" y="7"/>
                  </a:lnTo>
                  <a:lnTo>
                    <a:pt x="189" y="7"/>
                  </a:lnTo>
                  <a:lnTo>
                    <a:pt x="218" y="8"/>
                  </a:lnTo>
                  <a:lnTo>
                    <a:pt x="218" y="8"/>
                  </a:lnTo>
                  <a:lnTo>
                    <a:pt x="257" y="7"/>
                  </a:lnTo>
                  <a:lnTo>
                    <a:pt x="300" y="6"/>
                  </a:lnTo>
                  <a:lnTo>
                    <a:pt x="300" y="6"/>
                  </a:lnTo>
                  <a:lnTo>
                    <a:pt x="347" y="4"/>
                  </a:lnTo>
                  <a:lnTo>
                    <a:pt x="393" y="4"/>
                  </a:lnTo>
                  <a:lnTo>
                    <a:pt x="393" y="4"/>
                  </a:lnTo>
                  <a:lnTo>
                    <a:pt x="424" y="4"/>
                  </a:lnTo>
                  <a:lnTo>
                    <a:pt x="447" y="6"/>
                  </a:lnTo>
                  <a:lnTo>
                    <a:pt x="447" y="6"/>
                  </a:lnTo>
                  <a:lnTo>
                    <a:pt x="451" y="7"/>
                  </a:lnTo>
                  <a:lnTo>
                    <a:pt x="454" y="9"/>
                  </a:lnTo>
                  <a:lnTo>
                    <a:pt x="456" y="11"/>
                  </a:lnTo>
                  <a:lnTo>
                    <a:pt x="458" y="13"/>
                  </a:lnTo>
                  <a:lnTo>
                    <a:pt x="459" y="18"/>
                  </a:lnTo>
                  <a:lnTo>
                    <a:pt x="459" y="22"/>
                  </a:lnTo>
                  <a:lnTo>
                    <a:pt x="459" y="22"/>
                  </a:lnTo>
                  <a:lnTo>
                    <a:pt x="457" y="29"/>
                  </a:lnTo>
                  <a:lnTo>
                    <a:pt x="456" y="32"/>
                  </a:lnTo>
                  <a:lnTo>
                    <a:pt x="453" y="35"/>
                  </a:lnTo>
                  <a:lnTo>
                    <a:pt x="451" y="38"/>
                  </a:lnTo>
                  <a:lnTo>
                    <a:pt x="448" y="40"/>
                  </a:lnTo>
                  <a:lnTo>
                    <a:pt x="444" y="41"/>
                  </a:lnTo>
                  <a:lnTo>
                    <a:pt x="439" y="41"/>
                  </a:lnTo>
                  <a:lnTo>
                    <a:pt x="439" y="41"/>
                  </a:lnTo>
                  <a:lnTo>
                    <a:pt x="439" y="41"/>
                  </a:lnTo>
                  <a:lnTo>
                    <a:pt x="439" y="41"/>
                  </a:lnTo>
                  <a:lnTo>
                    <a:pt x="436" y="41"/>
                  </a:lnTo>
                  <a:lnTo>
                    <a:pt x="436" y="41"/>
                  </a:lnTo>
                  <a:lnTo>
                    <a:pt x="424" y="39"/>
                  </a:lnTo>
                  <a:lnTo>
                    <a:pt x="410" y="38"/>
                  </a:lnTo>
                  <a:lnTo>
                    <a:pt x="372" y="38"/>
                  </a:lnTo>
                  <a:lnTo>
                    <a:pt x="372" y="38"/>
                  </a:lnTo>
                  <a:lnTo>
                    <a:pt x="322" y="38"/>
                  </a:lnTo>
                  <a:lnTo>
                    <a:pt x="268" y="40"/>
                  </a:lnTo>
                  <a:lnTo>
                    <a:pt x="268" y="40"/>
                  </a:lnTo>
                  <a:lnTo>
                    <a:pt x="226" y="41"/>
                  </a:lnTo>
                  <a:lnTo>
                    <a:pt x="189" y="42"/>
                  </a:lnTo>
                  <a:lnTo>
                    <a:pt x="189"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0" name="Freeform 400"/>
            <p:cNvSpPr/>
            <p:nvPr/>
          </p:nvSpPr>
          <p:spPr bwMode="auto">
            <a:xfrm>
              <a:off x="4335463" y="3346450"/>
              <a:ext cx="173038" cy="19050"/>
            </a:xfrm>
            <a:custGeom>
              <a:avLst/>
              <a:gdLst/>
              <a:ahLst/>
              <a:cxnLst>
                <a:cxn ang="0">
                  <a:pos x="17" y="36"/>
                </a:cxn>
                <a:cxn ang="0">
                  <a:pos x="17" y="36"/>
                </a:cxn>
                <a:cxn ang="0">
                  <a:pos x="13" y="35"/>
                </a:cxn>
                <a:cxn ang="0">
                  <a:pos x="10" y="34"/>
                </a:cxn>
                <a:cxn ang="0">
                  <a:pos x="7" y="32"/>
                </a:cxn>
                <a:cxn ang="0">
                  <a:pos x="4" y="30"/>
                </a:cxn>
                <a:cxn ang="0">
                  <a:pos x="3" y="28"/>
                </a:cxn>
                <a:cxn ang="0">
                  <a:pos x="1" y="25"/>
                </a:cxn>
                <a:cxn ang="0">
                  <a:pos x="0" y="17"/>
                </a:cxn>
                <a:cxn ang="0">
                  <a:pos x="0" y="17"/>
                </a:cxn>
                <a:cxn ang="0">
                  <a:pos x="1" y="11"/>
                </a:cxn>
                <a:cxn ang="0">
                  <a:pos x="3" y="8"/>
                </a:cxn>
                <a:cxn ang="0">
                  <a:pos x="4" y="5"/>
                </a:cxn>
                <a:cxn ang="0">
                  <a:pos x="7" y="3"/>
                </a:cxn>
                <a:cxn ang="0">
                  <a:pos x="10" y="1"/>
                </a:cxn>
                <a:cxn ang="0">
                  <a:pos x="13" y="0"/>
                </a:cxn>
                <a:cxn ang="0">
                  <a:pos x="17" y="0"/>
                </a:cxn>
                <a:cxn ang="0">
                  <a:pos x="312" y="0"/>
                </a:cxn>
                <a:cxn ang="0">
                  <a:pos x="312" y="0"/>
                </a:cxn>
                <a:cxn ang="0">
                  <a:pos x="316" y="0"/>
                </a:cxn>
                <a:cxn ang="0">
                  <a:pos x="319" y="1"/>
                </a:cxn>
                <a:cxn ang="0">
                  <a:pos x="322" y="3"/>
                </a:cxn>
                <a:cxn ang="0">
                  <a:pos x="324" y="5"/>
                </a:cxn>
                <a:cxn ang="0">
                  <a:pos x="326" y="8"/>
                </a:cxn>
                <a:cxn ang="0">
                  <a:pos x="327" y="11"/>
                </a:cxn>
                <a:cxn ang="0">
                  <a:pos x="328" y="17"/>
                </a:cxn>
                <a:cxn ang="0">
                  <a:pos x="328" y="17"/>
                </a:cxn>
                <a:cxn ang="0">
                  <a:pos x="327" y="25"/>
                </a:cxn>
                <a:cxn ang="0">
                  <a:pos x="326" y="28"/>
                </a:cxn>
                <a:cxn ang="0">
                  <a:pos x="324" y="30"/>
                </a:cxn>
                <a:cxn ang="0">
                  <a:pos x="322" y="32"/>
                </a:cxn>
                <a:cxn ang="0">
                  <a:pos x="319" y="34"/>
                </a:cxn>
                <a:cxn ang="0">
                  <a:pos x="316" y="35"/>
                </a:cxn>
                <a:cxn ang="0">
                  <a:pos x="312" y="36"/>
                </a:cxn>
                <a:cxn ang="0">
                  <a:pos x="17" y="36"/>
                </a:cxn>
              </a:cxnLst>
              <a:rect l="0" t="0" r="r" b="b"/>
              <a:pathLst>
                <a:path w="328" h="36">
                  <a:moveTo>
                    <a:pt x="17" y="36"/>
                  </a:moveTo>
                  <a:lnTo>
                    <a:pt x="17" y="36"/>
                  </a:lnTo>
                  <a:lnTo>
                    <a:pt x="13" y="35"/>
                  </a:lnTo>
                  <a:lnTo>
                    <a:pt x="10" y="34"/>
                  </a:lnTo>
                  <a:lnTo>
                    <a:pt x="7" y="32"/>
                  </a:lnTo>
                  <a:lnTo>
                    <a:pt x="4" y="30"/>
                  </a:lnTo>
                  <a:lnTo>
                    <a:pt x="3" y="28"/>
                  </a:lnTo>
                  <a:lnTo>
                    <a:pt x="1" y="25"/>
                  </a:lnTo>
                  <a:lnTo>
                    <a:pt x="0" y="17"/>
                  </a:lnTo>
                  <a:lnTo>
                    <a:pt x="0" y="17"/>
                  </a:lnTo>
                  <a:lnTo>
                    <a:pt x="1" y="11"/>
                  </a:lnTo>
                  <a:lnTo>
                    <a:pt x="3" y="8"/>
                  </a:lnTo>
                  <a:lnTo>
                    <a:pt x="4" y="5"/>
                  </a:lnTo>
                  <a:lnTo>
                    <a:pt x="7" y="3"/>
                  </a:lnTo>
                  <a:lnTo>
                    <a:pt x="10" y="1"/>
                  </a:lnTo>
                  <a:lnTo>
                    <a:pt x="13" y="0"/>
                  </a:lnTo>
                  <a:lnTo>
                    <a:pt x="17" y="0"/>
                  </a:lnTo>
                  <a:lnTo>
                    <a:pt x="312" y="0"/>
                  </a:lnTo>
                  <a:lnTo>
                    <a:pt x="312" y="0"/>
                  </a:lnTo>
                  <a:lnTo>
                    <a:pt x="316" y="0"/>
                  </a:lnTo>
                  <a:lnTo>
                    <a:pt x="319" y="1"/>
                  </a:lnTo>
                  <a:lnTo>
                    <a:pt x="322" y="3"/>
                  </a:lnTo>
                  <a:lnTo>
                    <a:pt x="324" y="5"/>
                  </a:lnTo>
                  <a:lnTo>
                    <a:pt x="326" y="8"/>
                  </a:lnTo>
                  <a:lnTo>
                    <a:pt x="327" y="11"/>
                  </a:lnTo>
                  <a:lnTo>
                    <a:pt x="328" y="17"/>
                  </a:lnTo>
                  <a:lnTo>
                    <a:pt x="328" y="17"/>
                  </a:lnTo>
                  <a:lnTo>
                    <a:pt x="327" y="25"/>
                  </a:lnTo>
                  <a:lnTo>
                    <a:pt x="326" y="28"/>
                  </a:lnTo>
                  <a:lnTo>
                    <a:pt x="324" y="30"/>
                  </a:lnTo>
                  <a:lnTo>
                    <a:pt x="322" y="32"/>
                  </a:lnTo>
                  <a:lnTo>
                    <a:pt x="319" y="34"/>
                  </a:lnTo>
                  <a:lnTo>
                    <a:pt x="316" y="35"/>
                  </a:lnTo>
                  <a:lnTo>
                    <a:pt x="312" y="36"/>
                  </a:lnTo>
                  <a:lnTo>
                    <a:pt x="17"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1" name="Freeform 401"/>
            <p:cNvSpPr/>
            <p:nvPr/>
          </p:nvSpPr>
          <p:spPr bwMode="auto">
            <a:xfrm>
              <a:off x="4332288" y="3421063"/>
              <a:ext cx="63500" cy="23813"/>
            </a:xfrm>
            <a:custGeom>
              <a:avLst/>
              <a:gdLst/>
              <a:ahLst/>
              <a:cxnLst>
                <a:cxn ang="0">
                  <a:pos x="79" y="44"/>
                </a:cxn>
                <a:cxn ang="0">
                  <a:pos x="61" y="40"/>
                </a:cxn>
                <a:cxn ang="0">
                  <a:pos x="57" y="39"/>
                </a:cxn>
                <a:cxn ang="0">
                  <a:pos x="54" y="37"/>
                </a:cxn>
                <a:cxn ang="0">
                  <a:pos x="53" y="36"/>
                </a:cxn>
                <a:cxn ang="0">
                  <a:pos x="44" y="35"/>
                </a:cxn>
                <a:cxn ang="0">
                  <a:pos x="40" y="35"/>
                </a:cxn>
                <a:cxn ang="0">
                  <a:pos x="33" y="36"/>
                </a:cxn>
                <a:cxn ang="0">
                  <a:pos x="16" y="37"/>
                </a:cxn>
                <a:cxn ang="0">
                  <a:pos x="16" y="37"/>
                </a:cxn>
                <a:cxn ang="0">
                  <a:pos x="9" y="36"/>
                </a:cxn>
                <a:cxn ang="0">
                  <a:pos x="4" y="32"/>
                </a:cxn>
                <a:cxn ang="0">
                  <a:pos x="0" y="21"/>
                </a:cxn>
                <a:cxn ang="0">
                  <a:pos x="1" y="15"/>
                </a:cxn>
                <a:cxn ang="0">
                  <a:pos x="4" y="8"/>
                </a:cxn>
                <a:cxn ang="0">
                  <a:pos x="9" y="3"/>
                </a:cxn>
                <a:cxn ang="0">
                  <a:pos x="17" y="1"/>
                </a:cxn>
                <a:cxn ang="0">
                  <a:pos x="29" y="1"/>
                </a:cxn>
                <a:cxn ang="0">
                  <a:pos x="45" y="0"/>
                </a:cxn>
                <a:cxn ang="0">
                  <a:pos x="57" y="1"/>
                </a:cxn>
                <a:cxn ang="0">
                  <a:pos x="67" y="3"/>
                </a:cxn>
                <a:cxn ang="0">
                  <a:pos x="74" y="6"/>
                </a:cxn>
                <a:cxn ang="0">
                  <a:pos x="102" y="6"/>
                </a:cxn>
                <a:cxn ang="0">
                  <a:pos x="110" y="8"/>
                </a:cxn>
                <a:cxn ang="0">
                  <a:pos x="115" y="13"/>
                </a:cxn>
                <a:cxn ang="0">
                  <a:pos x="118" y="18"/>
                </a:cxn>
                <a:cxn ang="0">
                  <a:pos x="119" y="25"/>
                </a:cxn>
                <a:cxn ang="0">
                  <a:pos x="117" y="34"/>
                </a:cxn>
                <a:cxn ang="0">
                  <a:pos x="112" y="39"/>
                </a:cxn>
                <a:cxn ang="0">
                  <a:pos x="106" y="43"/>
                </a:cxn>
                <a:cxn ang="0">
                  <a:pos x="102" y="43"/>
                </a:cxn>
                <a:cxn ang="0">
                  <a:pos x="90" y="43"/>
                </a:cxn>
                <a:cxn ang="0">
                  <a:pos x="79" y="44"/>
                </a:cxn>
              </a:cxnLst>
              <a:rect l="0" t="0" r="r" b="b"/>
              <a:pathLst>
                <a:path w="119" h="44">
                  <a:moveTo>
                    <a:pt x="79" y="44"/>
                  </a:moveTo>
                  <a:lnTo>
                    <a:pt x="79" y="44"/>
                  </a:lnTo>
                  <a:lnTo>
                    <a:pt x="69" y="43"/>
                  </a:lnTo>
                  <a:lnTo>
                    <a:pt x="61" y="40"/>
                  </a:lnTo>
                  <a:lnTo>
                    <a:pt x="61" y="40"/>
                  </a:lnTo>
                  <a:lnTo>
                    <a:pt x="57" y="39"/>
                  </a:lnTo>
                  <a:lnTo>
                    <a:pt x="54" y="37"/>
                  </a:lnTo>
                  <a:lnTo>
                    <a:pt x="54" y="37"/>
                  </a:lnTo>
                  <a:lnTo>
                    <a:pt x="53" y="36"/>
                  </a:lnTo>
                  <a:lnTo>
                    <a:pt x="53" y="36"/>
                  </a:lnTo>
                  <a:lnTo>
                    <a:pt x="44" y="35"/>
                  </a:lnTo>
                  <a:lnTo>
                    <a:pt x="44" y="35"/>
                  </a:lnTo>
                  <a:lnTo>
                    <a:pt x="40" y="35"/>
                  </a:lnTo>
                  <a:lnTo>
                    <a:pt x="40" y="35"/>
                  </a:lnTo>
                  <a:lnTo>
                    <a:pt x="33" y="36"/>
                  </a:lnTo>
                  <a:lnTo>
                    <a:pt x="33" y="36"/>
                  </a:lnTo>
                  <a:lnTo>
                    <a:pt x="16" y="37"/>
                  </a:lnTo>
                  <a:lnTo>
                    <a:pt x="16" y="37"/>
                  </a:lnTo>
                  <a:lnTo>
                    <a:pt x="16" y="37"/>
                  </a:lnTo>
                  <a:lnTo>
                    <a:pt x="16" y="37"/>
                  </a:lnTo>
                  <a:lnTo>
                    <a:pt x="12" y="37"/>
                  </a:lnTo>
                  <a:lnTo>
                    <a:pt x="9" y="36"/>
                  </a:lnTo>
                  <a:lnTo>
                    <a:pt x="6" y="34"/>
                  </a:lnTo>
                  <a:lnTo>
                    <a:pt x="4" y="32"/>
                  </a:lnTo>
                  <a:lnTo>
                    <a:pt x="1" y="27"/>
                  </a:lnTo>
                  <a:lnTo>
                    <a:pt x="0" y="21"/>
                  </a:lnTo>
                  <a:lnTo>
                    <a:pt x="0" y="21"/>
                  </a:lnTo>
                  <a:lnTo>
                    <a:pt x="1" y="15"/>
                  </a:lnTo>
                  <a:lnTo>
                    <a:pt x="2" y="12"/>
                  </a:lnTo>
                  <a:lnTo>
                    <a:pt x="4" y="8"/>
                  </a:lnTo>
                  <a:lnTo>
                    <a:pt x="6" y="5"/>
                  </a:lnTo>
                  <a:lnTo>
                    <a:pt x="9" y="3"/>
                  </a:lnTo>
                  <a:lnTo>
                    <a:pt x="13" y="2"/>
                  </a:lnTo>
                  <a:lnTo>
                    <a:pt x="17" y="1"/>
                  </a:lnTo>
                  <a:lnTo>
                    <a:pt x="17" y="1"/>
                  </a:lnTo>
                  <a:lnTo>
                    <a:pt x="29" y="1"/>
                  </a:lnTo>
                  <a:lnTo>
                    <a:pt x="29" y="1"/>
                  </a:lnTo>
                  <a:lnTo>
                    <a:pt x="45" y="0"/>
                  </a:lnTo>
                  <a:lnTo>
                    <a:pt x="45" y="0"/>
                  </a:lnTo>
                  <a:lnTo>
                    <a:pt x="57" y="1"/>
                  </a:lnTo>
                  <a:lnTo>
                    <a:pt x="67" y="3"/>
                  </a:lnTo>
                  <a:lnTo>
                    <a:pt x="67" y="3"/>
                  </a:lnTo>
                  <a:lnTo>
                    <a:pt x="72" y="5"/>
                  </a:lnTo>
                  <a:lnTo>
                    <a:pt x="74" y="6"/>
                  </a:lnTo>
                  <a:lnTo>
                    <a:pt x="102" y="6"/>
                  </a:lnTo>
                  <a:lnTo>
                    <a:pt x="102" y="6"/>
                  </a:lnTo>
                  <a:lnTo>
                    <a:pt x="106" y="6"/>
                  </a:lnTo>
                  <a:lnTo>
                    <a:pt x="110" y="8"/>
                  </a:lnTo>
                  <a:lnTo>
                    <a:pt x="112" y="9"/>
                  </a:lnTo>
                  <a:lnTo>
                    <a:pt x="115" y="13"/>
                  </a:lnTo>
                  <a:lnTo>
                    <a:pt x="117" y="15"/>
                  </a:lnTo>
                  <a:lnTo>
                    <a:pt x="118" y="18"/>
                  </a:lnTo>
                  <a:lnTo>
                    <a:pt x="119" y="25"/>
                  </a:lnTo>
                  <a:lnTo>
                    <a:pt x="119" y="25"/>
                  </a:lnTo>
                  <a:lnTo>
                    <a:pt x="118" y="31"/>
                  </a:lnTo>
                  <a:lnTo>
                    <a:pt x="117" y="34"/>
                  </a:lnTo>
                  <a:lnTo>
                    <a:pt x="115" y="36"/>
                  </a:lnTo>
                  <a:lnTo>
                    <a:pt x="112" y="39"/>
                  </a:lnTo>
                  <a:lnTo>
                    <a:pt x="110" y="40"/>
                  </a:lnTo>
                  <a:lnTo>
                    <a:pt x="106" y="43"/>
                  </a:lnTo>
                  <a:lnTo>
                    <a:pt x="102" y="43"/>
                  </a:lnTo>
                  <a:lnTo>
                    <a:pt x="102" y="43"/>
                  </a:lnTo>
                  <a:lnTo>
                    <a:pt x="90" y="43"/>
                  </a:lnTo>
                  <a:lnTo>
                    <a:pt x="90" y="43"/>
                  </a:lnTo>
                  <a:lnTo>
                    <a:pt x="79" y="44"/>
                  </a:lnTo>
                  <a:lnTo>
                    <a:pt x="79" y="4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2" name="Freeform 402"/>
            <p:cNvSpPr/>
            <p:nvPr/>
          </p:nvSpPr>
          <p:spPr bwMode="auto">
            <a:xfrm>
              <a:off x="4427538" y="3421063"/>
              <a:ext cx="68263" cy="22225"/>
            </a:xfrm>
            <a:custGeom>
              <a:avLst/>
              <a:gdLst/>
              <a:ahLst/>
              <a:cxnLst>
                <a:cxn ang="0">
                  <a:pos x="18" y="42"/>
                </a:cxn>
                <a:cxn ang="0">
                  <a:pos x="18" y="42"/>
                </a:cxn>
                <a:cxn ang="0">
                  <a:pos x="14" y="42"/>
                </a:cxn>
                <a:cxn ang="0">
                  <a:pos x="10" y="39"/>
                </a:cxn>
                <a:cxn ang="0">
                  <a:pos x="7" y="38"/>
                </a:cxn>
                <a:cxn ang="0">
                  <a:pos x="4" y="36"/>
                </a:cxn>
                <a:cxn ang="0">
                  <a:pos x="2" y="33"/>
                </a:cxn>
                <a:cxn ang="0">
                  <a:pos x="1" y="30"/>
                </a:cxn>
                <a:cxn ang="0">
                  <a:pos x="0" y="24"/>
                </a:cxn>
                <a:cxn ang="0">
                  <a:pos x="0" y="24"/>
                </a:cxn>
                <a:cxn ang="0">
                  <a:pos x="1" y="17"/>
                </a:cxn>
                <a:cxn ang="0">
                  <a:pos x="2" y="14"/>
                </a:cxn>
                <a:cxn ang="0">
                  <a:pos x="4" y="12"/>
                </a:cxn>
                <a:cxn ang="0">
                  <a:pos x="8" y="8"/>
                </a:cxn>
                <a:cxn ang="0">
                  <a:pos x="10" y="7"/>
                </a:cxn>
                <a:cxn ang="0">
                  <a:pos x="14" y="5"/>
                </a:cxn>
                <a:cxn ang="0">
                  <a:pos x="18" y="5"/>
                </a:cxn>
                <a:cxn ang="0">
                  <a:pos x="18" y="5"/>
                </a:cxn>
                <a:cxn ang="0">
                  <a:pos x="42" y="4"/>
                </a:cxn>
                <a:cxn ang="0">
                  <a:pos x="65" y="3"/>
                </a:cxn>
                <a:cxn ang="0">
                  <a:pos x="65" y="3"/>
                </a:cxn>
                <a:cxn ang="0">
                  <a:pos x="89" y="1"/>
                </a:cxn>
                <a:cxn ang="0">
                  <a:pos x="113" y="0"/>
                </a:cxn>
                <a:cxn ang="0">
                  <a:pos x="113" y="0"/>
                </a:cxn>
                <a:cxn ang="0">
                  <a:pos x="117" y="1"/>
                </a:cxn>
                <a:cxn ang="0">
                  <a:pos x="120" y="2"/>
                </a:cxn>
                <a:cxn ang="0">
                  <a:pos x="123" y="4"/>
                </a:cxn>
                <a:cxn ang="0">
                  <a:pos x="125" y="6"/>
                </a:cxn>
                <a:cxn ang="0">
                  <a:pos x="127" y="8"/>
                </a:cxn>
                <a:cxn ang="0">
                  <a:pos x="128" y="12"/>
                </a:cxn>
                <a:cxn ang="0">
                  <a:pos x="129" y="19"/>
                </a:cxn>
                <a:cxn ang="0">
                  <a:pos x="129" y="19"/>
                </a:cxn>
                <a:cxn ang="0">
                  <a:pos x="128" y="25"/>
                </a:cxn>
                <a:cxn ang="0">
                  <a:pos x="127" y="28"/>
                </a:cxn>
                <a:cxn ang="0">
                  <a:pos x="125" y="31"/>
                </a:cxn>
                <a:cxn ang="0">
                  <a:pos x="123" y="33"/>
                </a:cxn>
                <a:cxn ang="0">
                  <a:pos x="120" y="35"/>
                </a:cxn>
                <a:cxn ang="0">
                  <a:pos x="117" y="36"/>
                </a:cxn>
                <a:cxn ang="0">
                  <a:pos x="113" y="36"/>
                </a:cxn>
                <a:cxn ang="0">
                  <a:pos x="113" y="36"/>
                </a:cxn>
                <a:cxn ang="0">
                  <a:pos x="88" y="37"/>
                </a:cxn>
                <a:cxn ang="0">
                  <a:pos x="64" y="39"/>
                </a:cxn>
                <a:cxn ang="0">
                  <a:pos x="64" y="39"/>
                </a:cxn>
                <a:cxn ang="0">
                  <a:pos x="42" y="41"/>
                </a:cxn>
                <a:cxn ang="0">
                  <a:pos x="18" y="42"/>
                </a:cxn>
                <a:cxn ang="0">
                  <a:pos x="18" y="42"/>
                </a:cxn>
              </a:cxnLst>
              <a:rect l="0" t="0" r="r" b="b"/>
              <a:pathLst>
                <a:path w="129" h="42">
                  <a:moveTo>
                    <a:pt x="18" y="42"/>
                  </a:moveTo>
                  <a:lnTo>
                    <a:pt x="18" y="42"/>
                  </a:lnTo>
                  <a:lnTo>
                    <a:pt x="14" y="42"/>
                  </a:lnTo>
                  <a:lnTo>
                    <a:pt x="10" y="39"/>
                  </a:lnTo>
                  <a:lnTo>
                    <a:pt x="7" y="38"/>
                  </a:lnTo>
                  <a:lnTo>
                    <a:pt x="4" y="36"/>
                  </a:lnTo>
                  <a:lnTo>
                    <a:pt x="2" y="33"/>
                  </a:lnTo>
                  <a:lnTo>
                    <a:pt x="1" y="30"/>
                  </a:lnTo>
                  <a:lnTo>
                    <a:pt x="0" y="24"/>
                  </a:lnTo>
                  <a:lnTo>
                    <a:pt x="0" y="24"/>
                  </a:lnTo>
                  <a:lnTo>
                    <a:pt x="1" y="17"/>
                  </a:lnTo>
                  <a:lnTo>
                    <a:pt x="2" y="14"/>
                  </a:lnTo>
                  <a:lnTo>
                    <a:pt x="4" y="12"/>
                  </a:lnTo>
                  <a:lnTo>
                    <a:pt x="8" y="8"/>
                  </a:lnTo>
                  <a:lnTo>
                    <a:pt x="10" y="7"/>
                  </a:lnTo>
                  <a:lnTo>
                    <a:pt x="14" y="5"/>
                  </a:lnTo>
                  <a:lnTo>
                    <a:pt x="18" y="5"/>
                  </a:lnTo>
                  <a:lnTo>
                    <a:pt x="18" y="5"/>
                  </a:lnTo>
                  <a:lnTo>
                    <a:pt x="42" y="4"/>
                  </a:lnTo>
                  <a:lnTo>
                    <a:pt x="65" y="3"/>
                  </a:lnTo>
                  <a:lnTo>
                    <a:pt x="65" y="3"/>
                  </a:lnTo>
                  <a:lnTo>
                    <a:pt x="89" y="1"/>
                  </a:lnTo>
                  <a:lnTo>
                    <a:pt x="113" y="0"/>
                  </a:lnTo>
                  <a:lnTo>
                    <a:pt x="113" y="0"/>
                  </a:lnTo>
                  <a:lnTo>
                    <a:pt x="117" y="1"/>
                  </a:lnTo>
                  <a:lnTo>
                    <a:pt x="120" y="2"/>
                  </a:lnTo>
                  <a:lnTo>
                    <a:pt x="123" y="4"/>
                  </a:lnTo>
                  <a:lnTo>
                    <a:pt x="125" y="6"/>
                  </a:lnTo>
                  <a:lnTo>
                    <a:pt x="127" y="8"/>
                  </a:lnTo>
                  <a:lnTo>
                    <a:pt x="128" y="12"/>
                  </a:lnTo>
                  <a:lnTo>
                    <a:pt x="129" y="19"/>
                  </a:lnTo>
                  <a:lnTo>
                    <a:pt x="129" y="19"/>
                  </a:lnTo>
                  <a:lnTo>
                    <a:pt x="128" y="25"/>
                  </a:lnTo>
                  <a:lnTo>
                    <a:pt x="127" y="28"/>
                  </a:lnTo>
                  <a:lnTo>
                    <a:pt x="125" y="31"/>
                  </a:lnTo>
                  <a:lnTo>
                    <a:pt x="123" y="33"/>
                  </a:lnTo>
                  <a:lnTo>
                    <a:pt x="120" y="35"/>
                  </a:lnTo>
                  <a:lnTo>
                    <a:pt x="117" y="36"/>
                  </a:lnTo>
                  <a:lnTo>
                    <a:pt x="113" y="36"/>
                  </a:lnTo>
                  <a:lnTo>
                    <a:pt x="113" y="36"/>
                  </a:lnTo>
                  <a:lnTo>
                    <a:pt x="88" y="37"/>
                  </a:lnTo>
                  <a:lnTo>
                    <a:pt x="64" y="39"/>
                  </a:lnTo>
                  <a:lnTo>
                    <a:pt x="64" y="39"/>
                  </a:lnTo>
                  <a:lnTo>
                    <a:pt x="42" y="41"/>
                  </a:lnTo>
                  <a:lnTo>
                    <a:pt x="18" y="42"/>
                  </a:lnTo>
                  <a:lnTo>
                    <a:pt x="18"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3" name="Freeform 403"/>
            <p:cNvSpPr/>
            <p:nvPr/>
          </p:nvSpPr>
          <p:spPr bwMode="auto">
            <a:xfrm>
              <a:off x="4335463" y="3495675"/>
              <a:ext cx="128588" cy="20638"/>
            </a:xfrm>
            <a:custGeom>
              <a:avLst/>
              <a:gdLst/>
              <a:ahLst/>
              <a:cxnLst>
                <a:cxn ang="0">
                  <a:pos x="226" y="40"/>
                </a:cxn>
                <a:cxn ang="0">
                  <a:pos x="226" y="40"/>
                </a:cxn>
                <a:cxn ang="0">
                  <a:pos x="173" y="39"/>
                </a:cxn>
                <a:cxn ang="0">
                  <a:pos x="122" y="38"/>
                </a:cxn>
                <a:cxn ang="0">
                  <a:pos x="122" y="38"/>
                </a:cxn>
                <a:cxn ang="0">
                  <a:pos x="70" y="36"/>
                </a:cxn>
                <a:cxn ang="0">
                  <a:pos x="17" y="35"/>
                </a:cxn>
                <a:cxn ang="0">
                  <a:pos x="17" y="35"/>
                </a:cxn>
                <a:cxn ang="0">
                  <a:pos x="13" y="35"/>
                </a:cxn>
                <a:cxn ang="0">
                  <a:pos x="10" y="34"/>
                </a:cxn>
                <a:cxn ang="0">
                  <a:pos x="7" y="32"/>
                </a:cxn>
                <a:cxn ang="0">
                  <a:pos x="4" y="30"/>
                </a:cxn>
                <a:cxn ang="0">
                  <a:pos x="3" y="26"/>
                </a:cxn>
                <a:cxn ang="0">
                  <a:pos x="1" y="23"/>
                </a:cxn>
                <a:cxn ang="0">
                  <a:pos x="0" y="17"/>
                </a:cxn>
                <a:cxn ang="0">
                  <a:pos x="0" y="17"/>
                </a:cxn>
                <a:cxn ang="0">
                  <a:pos x="1" y="11"/>
                </a:cxn>
                <a:cxn ang="0">
                  <a:pos x="3" y="8"/>
                </a:cxn>
                <a:cxn ang="0">
                  <a:pos x="4" y="5"/>
                </a:cxn>
                <a:cxn ang="0">
                  <a:pos x="7" y="3"/>
                </a:cxn>
                <a:cxn ang="0">
                  <a:pos x="10" y="1"/>
                </a:cxn>
                <a:cxn ang="0">
                  <a:pos x="13" y="0"/>
                </a:cxn>
                <a:cxn ang="0">
                  <a:pos x="17" y="0"/>
                </a:cxn>
                <a:cxn ang="0">
                  <a:pos x="17" y="0"/>
                </a:cxn>
                <a:cxn ang="0">
                  <a:pos x="70" y="0"/>
                </a:cxn>
                <a:cxn ang="0">
                  <a:pos x="122" y="2"/>
                </a:cxn>
                <a:cxn ang="0">
                  <a:pos x="122" y="2"/>
                </a:cxn>
                <a:cxn ang="0">
                  <a:pos x="173" y="3"/>
                </a:cxn>
                <a:cxn ang="0">
                  <a:pos x="226" y="4"/>
                </a:cxn>
                <a:cxn ang="0">
                  <a:pos x="226" y="4"/>
                </a:cxn>
                <a:cxn ang="0">
                  <a:pos x="230" y="5"/>
                </a:cxn>
                <a:cxn ang="0">
                  <a:pos x="233" y="6"/>
                </a:cxn>
                <a:cxn ang="0">
                  <a:pos x="236" y="7"/>
                </a:cxn>
                <a:cxn ang="0">
                  <a:pos x="239" y="10"/>
                </a:cxn>
                <a:cxn ang="0">
                  <a:pos x="240" y="12"/>
                </a:cxn>
                <a:cxn ang="0">
                  <a:pos x="242" y="15"/>
                </a:cxn>
                <a:cxn ang="0">
                  <a:pos x="243" y="22"/>
                </a:cxn>
                <a:cxn ang="0">
                  <a:pos x="243" y="22"/>
                </a:cxn>
                <a:cxn ang="0">
                  <a:pos x="242" y="29"/>
                </a:cxn>
                <a:cxn ang="0">
                  <a:pos x="240" y="32"/>
                </a:cxn>
                <a:cxn ang="0">
                  <a:pos x="239" y="35"/>
                </a:cxn>
                <a:cxn ang="0">
                  <a:pos x="236" y="37"/>
                </a:cxn>
                <a:cxn ang="0">
                  <a:pos x="233" y="39"/>
                </a:cxn>
                <a:cxn ang="0">
                  <a:pos x="230" y="40"/>
                </a:cxn>
                <a:cxn ang="0">
                  <a:pos x="226" y="40"/>
                </a:cxn>
                <a:cxn ang="0">
                  <a:pos x="226" y="40"/>
                </a:cxn>
              </a:cxnLst>
              <a:rect l="0" t="0" r="r" b="b"/>
              <a:pathLst>
                <a:path w="243" h="40">
                  <a:moveTo>
                    <a:pt x="226" y="40"/>
                  </a:moveTo>
                  <a:lnTo>
                    <a:pt x="226" y="40"/>
                  </a:lnTo>
                  <a:lnTo>
                    <a:pt x="173" y="39"/>
                  </a:lnTo>
                  <a:lnTo>
                    <a:pt x="122" y="38"/>
                  </a:lnTo>
                  <a:lnTo>
                    <a:pt x="122" y="38"/>
                  </a:lnTo>
                  <a:lnTo>
                    <a:pt x="70" y="36"/>
                  </a:lnTo>
                  <a:lnTo>
                    <a:pt x="17" y="35"/>
                  </a:lnTo>
                  <a:lnTo>
                    <a:pt x="17" y="35"/>
                  </a:lnTo>
                  <a:lnTo>
                    <a:pt x="13" y="35"/>
                  </a:lnTo>
                  <a:lnTo>
                    <a:pt x="10" y="34"/>
                  </a:lnTo>
                  <a:lnTo>
                    <a:pt x="7" y="32"/>
                  </a:lnTo>
                  <a:lnTo>
                    <a:pt x="4" y="30"/>
                  </a:lnTo>
                  <a:lnTo>
                    <a:pt x="3" y="26"/>
                  </a:lnTo>
                  <a:lnTo>
                    <a:pt x="1" y="23"/>
                  </a:lnTo>
                  <a:lnTo>
                    <a:pt x="0" y="17"/>
                  </a:lnTo>
                  <a:lnTo>
                    <a:pt x="0" y="17"/>
                  </a:lnTo>
                  <a:lnTo>
                    <a:pt x="1" y="11"/>
                  </a:lnTo>
                  <a:lnTo>
                    <a:pt x="3" y="8"/>
                  </a:lnTo>
                  <a:lnTo>
                    <a:pt x="4" y="5"/>
                  </a:lnTo>
                  <a:lnTo>
                    <a:pt x="7" y="3"/>
                  </a:lnTo>
                  <a:lnTo>
                    <a:pt x="10" y="1"/>
                  </a:lnTo>
                  <a:lnTo>
                    <a:pt x="13" y="0"/>
                  </a:lnTo>
                  <a:lnTo>
                    <a:pt x="17" y="0"/>
                  </a:lnTo>
                  <a:lnTo>
                    <a:pt x="17" y="0"/>
                  </a:lnTo>
                  <a:lnTo>
                    <a:pt x="70" y="0"/>
                  </a:lnTo>
                  <a:lnTo>
                    <a:pt x="122" y="2"/>
                  </a:lnTo>
                  <a:lnTo>
                    <a:pt x="122" y="2"/>
                  </a:lnTo>
                  <a:lnTo>
                    <a:pt x="173" y="3"/>
                  </a:lnTo>
                  <a:lnTo>
                    <a:pt x="226" y="4"/>
                  </a:lnTo>
                  <a:lnTo>
                    <a:pt x="226" y="4"/>
                  </a:lnTo>
                  <a:lnTo>
                    <a:pt x="230" y="5"/>
                  </a:lnTo>
                  <a:lnTo>
                    <a:pt x="233" y="6"/>
                  </a:lnTo>
                  <a:lnTo>
                    <a:pt x="236" y="7"/>
                  </a:lnTo>
                  <a:lnTo>
                    <a:pt x="239" y="10"/>
                  </a:lnTo>
                  <a:lnTo>
                    <a:pt x="240" y="12"/>
                  </a:lnTo>
                  <a:lnTo>
                    <a:pt x="242" y="15"/>
                  </a:lnTo>
                  <a:lnTo>
                    <a:pt x="243" y="22"/>
                  </a:lnTo>
                  <a:lnTo>
                    <a:pt x="243" y="22"/>
                  </a:lnTo>
                  <a:lnTo>
                    <a:pt x="242" y="29"/>
                  </a:lnTo>
                  <a:lnTo>
                    <a:pt x="240" y="32"/>
                  </a:lnTo>
                  <a:lnTo>
                    <a:pt x="239" y="35"/>
                  </a:lnTo>
                  <a:lnTo>
                    <a:pt x="236" y="37"/>
                  </a:lnTo>
                  <a:lnTo>
                    <a:pt x="233" y="39"/>
                  </a:lnTo>
                  <a:lnTo>
                    <a:pt x="230" y="40"/>
                  </a:lnTo>
                  <a:lnTo>
                    <a:pt x="226" y="40"/>
                  </a:lnTo>
                  <a:lnTo>
                    <a:pt x="226" y="4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4" name="Freeform 404"/>
            <p:cNvSpPr/>
            <p:nvPr/>
          </p:nvSpPr>
          <p:spPr bwMode="auto">
            <a:xfrm>
              <a:off x="4332288" y="3560763"/>
              <a:ext cx="77788" cy="19050"/>
            </a:xfrm>
            <a:custGeom>
              <a:avLst/>
              <a:gdLst/>
              <a:ahLst/>
              <a:cxnLst>
                <a:cxn ang="0">
                  <a:pos x="16" y="36"/>
                </a:cxn>
                <a:cxn ang="0">
                  <a:pos x="16" y="36"/>
                </a:cxn>
                <a:cxn ang="0">
                  <a:pos x="12" y="35"/>
                </a:cxn>
                <a:cxn ang="0">
                  <a:pos x="9" y="34"/>
                </a:cxn>
                <a:cxn ang="0">
                  <a:pos x="6" y="33"/>
                </a:cxn>
                <a:cxn ang="0">
                  <a:pos x="4" y="30"/>
                </a:cxn>
                <a:cxn ang="0">
                  <a:pos x="2" y="27"/>
                </a:cxn>
                <a:cxn ang="0">
                  <a:pos x="1" y="24"/>
                </a:cxn>
                <a:cxn ang="0">
                  <a:pos x="0" y="17"/>
                </a:cxn>
                <a:cxn ang="0">
                  <a:pos x="0" y="17"/>
                </a:cxn>
                <a:cxn ang="0">
                  <a:pos x="1" y="11"/>
                </a:cxn>
                <a:cxn ang="0">
                  <a:pos x="2" y="8"/>
                </a:cxn>
                <a:cxn ang="0">
                  <a:pos x="4" y="5"/>
                </a:cxn>
                <a:cxn ang="0">
                  <a:pos x="6" y="3"/>
                </a:cxn>
                <a:cxn ang="0">
                  <a:pos x="9" y="1"/>
                </a:cxn>
                <a:cxn ang="0">
                  <a:pos x="12" y="0"/>
                </a:cxn>
                <a:cxn ang="0">
                  <a:pos x="16" y="0"/>
                </a:cxn>
                <a:cxn ang="0">
                  <a:pos x="131" y="0"/>
                </a:cxn>
                <a:cxn ang="0">
                  <a:pos x="131" y="0"/>
                </a:cxn>
                <a:cxn ang="0">
                  <a:pos x="135" y="0"/>
                </a:cxn>
                <a:cxn ang="0">
                  <a:pos x="138" y="1"/>
                </a:cxn>
                <a:cxn ang="0">
                  <a:pos x="141" y="3"/>
                </a:cxn>
                <a:cxn ang="0">
                  <a:pos x="143" y="5"/>
                </a:cxn>
                <a:cxn ang="0">
                  <a:pos x="145" y="8"/>
                </a:cxn>
                <a:cxn ang="0">
                  <a:pos x="146" y="11"/>
                </a:cxn>
                <a:cxn ang="0">
                  <a:pos x="147" y="17"/>
                </a:cxn>
                <a:cxn ang="0">
                  <a:pos x="147" y="17"/>
                </a:cxn>
                <a:cxn ang="0">
                  <a:pos x="146" y="24"/>
                </a:cxn>
                <a:cxn ang="0">
                  <a:pos x="145" y="27"/>
                </a:cxn>
                <a:cxn ang="0">
                  <a:pos x="143" y="30"/>
                </a:cxn>
                <a:cxn ang="0">
                  <a:pos x="141" y="33"/>
                </a:cxn>
                <a:cxn ang="0">
                  <a:pos x="138" y="34"/>
                </a:cxn>
                <a:cxn ang="0">
                  <a:pos x="135" y="35"/>
                </a:cxn>
                <a:cxn ang="0">
                  <a:pos x="131" y="36"/>
                </a:cxn>
                <a:cxn ang="0">
                  <a:pos x="16" y="36"/>
                </a:cxn>
              </a:cxnLst>
              <a:rect l="0" t="0" r="r" b="b"/>
              <a:pathLst>
                <a:path w="147" h="36">
                  <a:moveTo>
                    <a:pt x="16" y="36"/>
                  </a:moveTo>
                  <a:lnTo>
                    <a:pt x="16" y="36"/>
                  </a:lnTo>
                  <a:lnTo>
                    <a:pt x="12" y="35"/>
                  </a:lnTo>
                  <a:lnTo>
                    <a:pt x="9" y="34"/>
                  </a:lnTo>
                  <a:lnTo>
                    <a:pt x="6" y="33"/>
                  </a:lnTo>
                  <a:lnTo>
                    <a:pt x="4" y="30"/>
                  </a:lnTo>
                  <a:lnTo>
                    <a:pt x="2" y="27"/>
                  </a:lnTo>
                  <a:lnTo>
                    <a:pt x="1" y="24"/>
                  </a:lnTo>
                  <a:lnTo>
                    <a:pt x="0" y="17"/>
                  </a:lnTo>
                  <a:lnTo>
                    <a:pt x="0" y="17"/>
                  </a:lnTo>
                  <a:lnTo>
                    <a:pt x="1" y="11"/>
                  </a:lnTo>
                  <a:lnTo>
                    <a:pt x="2" y="8"/>
                  </a:lnTo>
                  <a:lnTo>
                    <a:pt x="4" y="5"/>
                  </a:lnTo>
                  <a:lnTo>
                    <a:pt x="6" y="3"/>
                  </a:lnTo>
                  <a:lnTo>
                    <a:pt x="9" y="1"/>
                  </a:lnTo>
                  <a:lnTo>
                    <a:pt x="12" y="0"/>
                  </a:lnTo>
                  <a:lnTo>
                    <a:pt x="16" y="0"/>
                  </a:lnTo>
                  <a:lnTo>
                    <a:pt x="131" y="0"/>
                  </a:lnTo>
                  <a:lnTo>
                    <a:pt x="131" y="0"/>
                  </a:lnTo>
                  <a:lnTo>
                    <a:pt x="135" y="0"/>
                  </a:lnTo>
                  <a:lnTo>
                    <a:pt x="138" y="1"/>
                  </a:lnTo>
                  <a:lnTo>
                    <a:pt x="141" y="3"/>
                  </a:lnTo>
                  <a:lnTo>
                    <a:pt x="143" y="5"/>
                  </a:lnTo>
                  <a:lnTo>
                    <a:pt x="145" y="8"/>
                  </a:lnTo>
                  <a:lnTo>
                    <a:pt x="146" y="11"/>
                  </a:lnTo>
                  <a:lnTo>
                    <a:pt x="147" y="17"/>
                  </a:lnTo>
                  <a:lnTo>
                    <a:pt x="147" y="17"/>
                  </a:lnTo>
                  <a:lnTo>
                    <a:pt x="146" y="24"/>
                  </a:lnTo>
                  <a:lnTo>
                    <a:pt x="145" y="27"/>
                  </a:lnTo>
                  <a:lnTo>
                    <a:pt x="143" y="30"/>
                  </a:lnTo>
                  <a:lnTo>
                    <a:pt x="141" y="33"/>
                  </a:lnTo>
                  <a:lnTo>
                    <a:pt x="138" y="34"/>
                  </a:lnTo>
                  <a:lnTo>
                    <a:pt x="135" y="35"/>
                  </a:lnTo>
                  <a:lnTo>
                    <a:pt x="131" y="36"/>
                  </a:lnTo>
                  <a:lnTo>
                    <a:pt x="16"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5" name="Freeform 405"/>
            <p:cNvSpPr/>
            <p:nvPr/>
          </p:nvSpPr>
          <p:spPr bwMode="auto">
            <a:xfrm>
              <a:off x="4329113" y="3621088"/>
              <a:ext cx="66675" cy="20638"/>
            </a:xfrm>
            <a:custGeom>
              <a:avLst/>
              <a:gdLst/>
              <a:ahLst/>
              <a:cxnLst>
                <a:cxn ang="0">
                  <a:pos x="19" y="41"/>
                </a:cxn>
                <a:cxn ang="0">
                  <a:pos x="19" y="41"/>
                </a:cxn>
                <a:cxn ang="0">
                  <a:pos x="15" y="39"/>
                </a:cxn>
                <a:cxn ang="0">
                  <a:pos x="12" y="38"/>
                </a:cxn>
                <a:cxn ang="0">
                  <a:pos x="9" y="37"/>
                </a:cxn>
                <a:cxn ang="0">
                  <a:pos x="7" y="34"/>
                </a:cxn>
                <a:cxn ang="0">
                  <a:pos x="3" y="32"/>
                </a:cxn>
                <a:cxn ang="0">
                  <a:pos x="2" y="29"/>
                </a:cxn>
                <a:cxn ang="0">
                  <a:pos x="1" y="26"/>
                </a:cxn>
                <a:cxn ang="0">
                  <a:pos x="0" y="22"/>
                </a:cxn>
                <a:cxn ang="0">
                  <a:pos x="0" y="18"/>
                </a:cxn>
                <a:cxn ang="0">
                  <a:pos x="0" y="18"/>
                </a:cxn>
                <a:cxn ang="0">
                  <a:pos x="1" y="14"/>
                </a:cxn>
                <a:cxn ang="0">
                  <a:pos x="2" y="10"/>
                </a:cxn>
                <a:cxn ang="0">
                  <a:pos x="5" y="6"/>
                </a:cxn>
                <a:cxn ang="0">
                  <a:pos x="7" y="4"/>
                </a:cxn>
                <a:cxn ang="0">
                  <a:pos x="9" y="2"/>
                </a:cxn>
                <a:cxn ang="0">
                  <a:pos x="12" y="1"/>
                </a:cxn>
                <a:cxn ang="0">
                  <a:pos x="19" y="0"/>
                </a:cxn>
                <a:cxn ang="0">
                  <a:pos x="19" y="0"/>
                </a:cxn>
                <a:cxn ang="0">
                  <a:pos x="24" y="1"/>
                </a:cxn>
                <a:cxn ang="0">
                  <a:pos x="29" y="3"/>
                </a:cxn>
                <a:cxn ang="0">
                  <a:pos x="31" y="4"/>
                </a:cxn>
                <a:cxn ang="0">
                  <a:pos x="109" y="4"/>
                </a:cxn>
                <a:cxn ang="0">
                  <a:pos x="109" y="4"/>
                </a:cxn>
                <a:cxn ang="0">
                  <a:pos x="113" y="4"/>
                </a:cxn>
                <a:cxn ang="0">
                  <a:pos x="117" y="5"/>
                </a:cxn>
                <a:cxn ang="0">
                  <a:pos x="119" y="7"/>
                </a:cxn>
                <a:cxn ang="0">
                  <a:pos x="122" y="10"/>
                </a:cxn>
                <a:cxn ang="0">
                  <a:pos x="124" y="13"/>
                </a:cxn>
                <a:cxn ang="0">
                  <a:pos x="125" y="16"/>
                </a:cxn>
                <a:cxn ang="0">
                  <a:pos x="126" y="22"/>
                </a:cxn>
                <a:cxn ang="0">
                  <a:pos x="126" y="22"/>
                </a:cxn>
                <a:cxn ang="0">
                  <a:pos x="125" y="29"/>
                </a:cxn>
                <a:cxn ang="0">
                  <a:pos x="124" y="31"/>
                </a:cxn>
                <a:cxn ang="0">
                  <a:pos x="122" y="34"/>
                </a:cxn>
                <a:cxn ang="0">
                  <a:pos x="119" y="36"/>
                </a:cxn>
                <a:cxn ang="0">
                  <a:pos x="117" y="38"/>
                </a:cxn>
                <a:cxn ang="0">
                  <a:pos x="113" y="39"/>
                </a:cxn>
                <a:cxn ang="0">
                  <a:pos x="109" y="41"/>
                </a:cxn>
                <a:cxn ang="0">
                  <a:pos x="19" y="41"/>
                </a:cxn>
              </a:cxnLst>
              <a:rect l="0" t="0" r="r" b="b"/>
              <a:pathLst>
                <a:path w="126" h="41">
                  <a:moveTo>
                    <a:pt x="19" y="41"/>
                  </a:moveTo>
                  <a:lnTo>
                    <a:pt x="19" y="41"/>
                  </a:lnTo>
                  <a:lnTo>
                    <a:pt x="15" y="39"/>
                  </a:lnTo>
                  <a:lnTo>
                    <a:pt x="12" y="38"/>
                  </a:lnTo>
                  <a:lnTo>
                    <a:pt x="9" y="37"/>
                  </a:lnTo>
                  <a:lnTo>
                    <a:pt x="7" y="34"/>
                  </a:lnTo>
                  <a:lnTo>
                    <a:pt x="3" y="32"/>
                  </a:lnTo>
                  <a:lnTo>
                    <a:pt x="2" y="29"/>
                  </a:lnTo>
                  <a:lnTo>
                    <a:pt x="1" y="26"/>
                  </a:lnTo>
                  <a:lnTo>
                    <a:pt x="0" y="22"/>
                  </a:lnTo>
                  <a:lnTo>
                    <a:pt x="0" y="18"/>
                  </a:lnTo>
                  <a:lnTo>
                    <a:pt x="0" y="18"/>
                  </a:lnTo>
                  <a:lnTo>
                    <a:pt x="1" y="14"/>
                  </a:lnTo>
                  <a:lnTo>
                    <a:pt x="2" y="10"/>
                  </a:lnTo>
                  <a:lnTo>
                    <a:pt x="5" y="6"/>
                  </a:lnTo>
                  <a:lnTo>
                    <a:pt x="7" y="4"/>
                  </a:lnTo>
                  <a:lnTo>
                    <a:pt x="9" y="2"/>
                  </a:lnTo>
                  <a:lnTo>
                    <a:pt x="12" y="1"/>
                  </a:lnTo>
                  <a:lnTo>
                    <a:pt x="19" y="0"/>
                  </a:lnTo>
                  <a:lnTo>
                    <a:pt x="19" y="0"/>
                  </a:lnTo>
                  <a:lnTo>
                    <a:pt x="24" y="1"/>
                  </a:lnTo>
                  <a:lnTo>
                    <a:pt x="29" y="3"/>
                  </a:lnTo>
                  <a:lnTo>
                    <a:pt x="31" y="4"/>
                  </a:lnTo>
                  <a:lnTo>
                    <a:pt x="109" y="4"/>
                  </a:lnTo>
                  <a:lnTo>
                    <a:pt x="109" y="4"/>
                  </a:lnTo>
                  <a:lnTo>
                    <a:pt x="113" y="4"/>
                  </a:lnTo>
                  <a:lnTo>
                    <a:pt x="117" y="5"/>
                  </a:lnTo>
                  <a:lnTo>
                    <a:pt x="119" y="7"/>
                  </a:lnTo>
                  <a:lnTo>
                    <a:pt x="122" y="10"/>
                  </a:lnTo>
                  <a:lnTo>
                    <a:pt x="124" y="13"/>
                  </a:lnTo>
                  <a:lnTo>
                    <a:pt x="125" y="16"/>
                  </a:lnTo>
                  <a:lnTo>
                    <a:pt x="126" y="22"/>
                  </a:lnTo>
                  <a:lnTo>
                    <a:pt x="126" y="22"/>
                  </a:lnTo>
                  <a:lnTo>
                    <a:pt x="125" y="29"/>
                  </a:lnTo>
                  <a:lnTo>
                    <a:pt x="124" y="31"/>
                  </a:lnTo>
                  <a:lnTo>
                    <a:pt x="122" y="34"/>
                  </a:lnTo>
                  <a:lnTo>
                    <a:pt x="119" y="36"/>
                  </a:lnTo>
                  <a:lnTo>
                    <a:pt x="117" y="38"/>
                  </a:lnTo>
                  <a:lnTo>
                    <a:pt x="113" y="39"/>
                  </a:lnTo>
                  <a:lnTo>
                    <a:pt x="109" y="41"/>
                  </a:lnTo>
                  <a:lnTo>
                    <a:pt x="19" y="4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6" name="Freeform 407"/>
            <p:cNvSpPr/>
            <p:nvPr/>
          </p:nvSpPr>
          <p:spPr bwMode="auto">
            <a:xfrm>
              <a:off x="4535488" y="3187700"/>
              <a:ext cx="396875" cy="330200"/>
            </a:xfrm>
            <a:custGeom>
              <a:avLst/>
              <a:gdLst/>
              <a:ahLst/>
              <a:cxnLst>
                <a:cxn ang="0">
                  <a:pos x="12" y="623"/>
                </a:cxn>
                <a:cxn ang="0">
                  <a:pos x="2" y="616"/>
                </a:cxn>
                <a:cxn ang="0">
                  <a:pos x="0" y="610"/>
                </a:cxn>
                <a:cxn ang="0">
                  <a:pos x="1" y="602"/>
                </a:cxn>
                <a:cxn ang="0">
                  <a:pos x="16" y="580"/>
                </a:cxn>
                <a:cxn ang="0">
                  <a:pos x="37" y="561"/>
                </a:cxn>
                <a:cxn ang="0">
                  <a:pos x="58" y="541"/>
                </a:cxn>
                <a:cxn ang="0">
                  <a:pos x="137" y="452"/>
                </a:cxn>
                <a:cxn ang="0">
                  <a:pos x="181" y="404"/>
                </a:cxn>
                <a:cxn ang="0">
                  <a:pos x="252" y="340"/>
                </a:cxn>
                <a:cxn ang="0">
                  <a:pos x="328" y="280"/>
                </a:cxn>
                <a:cxn ang="0">
                  <a:pos x="479" y="173"/>
                </a:cxn>
                <a:cxn ang="0">
                  <a:pos x="552" y="122"/>
                </a:cxn>
                <a:cxn ang="0">
                  <a:pos x="606" y="80"/>
                </a:cxn>
                <a:cxn ang="0">
                  <a:pos x="636" y="59"/>
                </a:cxn>
                <a:cxn ang="0">
                  <a:pos x="657" y="45"/>
                </a:cxn>
                <a:cxn ang="0">
                  <a:pos x="692" y="23"/>
                </a:cxn>
                <a:cxn ang="0">
                  <a:pos x="697" y="21"/>
                </a:cxn>
                <a:cxn ang="0">
                  <a:pos x="722" y="6"/>
                </a:cxn>
                <a:cxn ang="0">
                  <a:pos x="727" y="2"/>
                </a:cxn>
                <a:cxn ang="0">
                  <a:pos x="733" y="0"/>
                </a:cxn>
                <a:cxn ang="0">
                  <a:pos x="748" y="7"/>
                </a:cxn>
                <a:cxn ang="0">
                  <a:pos x="752" y="16"/>
                </a:cxn>
                <a:cxn ang="0">
                  <a:pos x="748" y="32"/>
                </a:cxn>
                <a:cxn ang="0">
                  <a:pos x="736" y="41"/>
                </a:cxn>
                <a:cxn ang="0">
                  <a:pos x="694" y="67"/>
                </a:cxn>
                <a:cxn ang="0">
                  <a:pos x="668" y="82"/>
                </a:cxn>
                <a:cxn ang="0">
                  <a:pos x="639" y="101"/>
                </a:cxn>
                <a:cxn ang="0">
                  <a:pos x="593" y="139"/>
                </a:cxn>
                <a:cxn ang="0">
                  <a:pos x="539" y="176"/>
                </a:cxn>
                <a:cxn ang="0">
                  <a:pos x="472" y="218"/>
                </a:cxn>
                <a:cxn ang="0">
                  <a:pos x="392" y="275"/>
                </a:cxn>
                <a:cxn ang="0">
                  <a:pos x="358" y="305"/>
                </a:cxn>
                <a:cxn ang="0">
                  <a:pos x="296" y="354"/>
                </a:cxn>
                <a:cxn ang="0">
                  <a:pos x="209" y="427"/>
                </a:cxn>
                <a:cxn ang="0">
                  <a:pos x="183" y="454"/>
                </a:cxn>
                <a:cxn ang="0">
                  <a:pos x="140" y="502"/>
                </a:cxn>
                <a:cxn ang="0">
                  <a:pos x="100" y="550"/>
                </a:cxn>
                <a:cxn ang="0">
                  <a:pos x="65" y="586"/>
                </a:cxn>
                <a:cxn ang="0">
                  <a:pos x="56" y="592"/>
                </a:cxn>
                <a:cxn ang="0">
                  <a:pos x="40" y="604"/>
                </a:cxn>
                <a:cxn ang="0">
                  <a:pos x="33" y="616"/>
                </a:cxn>
                <a:cxn ang="0">
                  <a:pos x="17" y="623"/>
                </a:cxn>
              </a:cxnLst>
              <a:rect l="0" t="0" r="r" b="b"/>
              <a:pathLst>
                <a:path w="752" h="623">
                  <a:moveTo>
                    <a:pt x="17" y="623"/>
                  </a:moveTo>
                  <a:lnTo>
                    <a:pt x="17" y="623"/>
                  </a:lnTo>
                  <a:lnTo>
                    <a:pt x="12" y="623"/>
                  </a:lnTo>
                  <a:lnTo>
                    <a:pt x="8" y="621"/>
                  </a:lnTo>
                  <a:lnTo>
                    <a:pt x="4" y="619"/>
                  </a:lnTo>
                  <a:lnTo>
                    <a:pt x="2" y="616"/>
                  </a:lnTo>
                  <a:lnTo>
                    <a:pt x="2" y="616"/>
                  </a:lnTo>
                  <a:lnTo>
                    <a:pt x="0" y="613"/>
                  </a:lnTo>
                  <a:lnTo>
                    <a:pt x="0" y="610"/>
                  </a:lnTo>
                  <a:lnTo>
                    <a:pt x="0" y="606"/>
                  </a:lnTo>
                  <a:lnTo>
                    <a:pt x="1" y="602"/>
                  </a:lnTo>
                  <a:lnTo>
                    <a:pt x="1" y="602"/>
                  </a:lnTo>
                  <a:lnTo>
                    <a:pt x="4" y="596"/>
                  </a:lnTo>
                  <a:lnTo>
                    <a:pt x="8" y="590"/>
                  </a:lnTo>
                  <a:lnTo>
                    <a:pt x="16" y="580"/>
                  </a:lnTo>
                  <a:lnTo>
                    <a:pt x="26" y="570"/>
                  </a:lnTo>
                  <a:lnTo>
                    <a:pt x="37" y="561"/>
                  </a:lnTo>
                  <a:lnTo>
                    <a:pt x="37" y="561"/>
                  </a:lnTo>
                  <a:lnTo>
                    <a:pt x="47" y="552"/>
                  </a:lnTo>
                  <a:lnTo>
                    <a:pt x="58" y="541"/>
                  </a:lnTo>
                  <a:lnTo>
                    <a:pt x="58" y="541"/>
                  </a:lnTo>
                  <a:lnTo>
                    <a:pt x="78" y="520"/>
                  </a:lnTo>
                  <a:lnTo>
                    <a:pt x="98" y="498"/>
                  </a:lnTo>
                  <a:lnTo>
                    <a:pt x="137" y="452"/>
                  </a:lnTo>
                  <a:lnTo>
                    <a:pt x="137" y="452"/>
                  </a:lnTo>
                  <a:lnTo>
                    <a:pt x="158" y="428"/>
                  </a:lnTo>
                  <a:lnTo>
                    <a:pt x="181" y="404"/>
                  </a:lnTo>
                  <a:lnTo>
                    <a:pt x="203" y="381"/>
                  </a:lnTo>
                  <a:lnTo>
                    <a:pt x="228" y="361"/>
                  </a:lnTo>
                  <a:lnTo>
                    <a:pt x="252" y="340"/>
                  </a:lnTo>
                  <a:lnTo>
                    <a:pt x="278" y="319"/>
                  </a:lnTo>
                  <a:lnTo>
                    <a:pt x="328" y="280"/>
                  </a:lnTo>
                  <a:lnTo>
                    <a:pt x="328" y="280"/>
                  </a:lnTo>
                  <a:lnTo>
                    <a:pt x="378" y="243"/>
                  </a:lnTo>
                  <a:lnTo>
                    <a:pt x="428" y="207"/>
                  </a:lnTo>
                  <a:lnTo>
                    <a:pt x="479" y="173"/>
                  </a:lnTo>
                  <a:lnTo>
                    <a:pt x="527" y="141"/>
                  </a:lnTo>
                  <a:lnTo>
                    <a:pt x="527" y="141"/>
                  </a:lnTo>
                  <a:lnTo>
                    <a:pt x="552" y="122"/>
                  </a:lnTo>
                  <a:lnTo>
                    <a:pt x="577" y="102"/>
                  </a:lnTo>
                  <a:lnTo>
                    <a:pt x="577" y="102"/>
                  </a:lnTo>
                  <a:lnTo>
                    <a:pt x="606" y="80"/>
                  </a:lnTo>
                  <a:lnTo>
                    <a:pt x="621" y="69"/>
                  </a:lnTo>
                  <a:lnTo>
                    <a:pt x="636" y="59"/>
                  </a:lnTo>
                  <a:lnTo>
                    <a:pt x="636" y="59"/>
                  </a:lnTo>
                  <a:lnTo>
                    <a:pt x="646" y="52"/>
                  </a:lnTo>
                  <a:lnTo>
                    <a:pt x="657" y="45"/>
                  </a:lnTo>
                  <a:lnTo>
                    <a:pt x="657" y="45"/>
                  </a:lnTo>
                  <a:lnTo>
                    <a:pt x="674" y="32"/>
                  </a:lnTo>
                  <a:lnTo>
                    <a:pt x="683" y="27"/>
                  </a:lnTo>
                  <a:lnTo>
                    <a:pt x="692" y="23"/>
                  </a:lnTo>
                  <a:lnTo>
                    <a:pt x="692" y="23"/>
                  </a:lnTo>
                  <a:lnTo>
                    <a:pt x="697" y="21"/>
                  </a:lnTo>
                  <a:lnTo>
                    <a:pt x="697" y="21"/>
                  </a:lnTo>
                  <a:lnTo>
                    <a:pt x="710" y="15"/>
                  </a:lnTo>
                  <a:lnTo>
                    <a:pt x="717" y="10"/>
                  </a:lnTo>
                  <a:lnTo>
                    <a:pt x="722" y="6"/>
                  </a:lnTo>
                  <a:lnTo>
                    <a:pt x="722" y="6"/>
                  </a:lnTo>
                  <a:lnTo>
                    <a:pt x="725" y="3"/>
                  </a:lnTo>
                  <a:lnTo>
                    <a:pt x="727" y="2"/>
                  </a:lnTo>
                  <a:lnTo>
                    <a:pt x="730" y="0"/>
                  </a:lnTo>
                  <a:lnTo>
                    <a:pt x="733" y="0"/>
                  </a:lnTo>
                  <a:lnTo>
                    <a:pt x="733" y="0"/>
                  </a:lnTo>
                  <a:lnTo>
                    <a:pt x="738" y="1"/>
                  </a:lnTo>
                  <a:lnTo>
                    <a:pt x="743" y="3"/>
                  </a:lnTo>
                  <a:lnTo>
                    <a:pt x="748" y="7"/>
                  </a:lnTo>
                  <a:lnTo>
                    <a:pt x="751" y="13"/>
                  </a:lnTo>
                  <a:lnTo>
                    <a:pt x="751" y="13"/>
                  </a:lnTo>
                  <a:lnTo>
                    <a:pt x="752" y="16"/>
                  </a:lnTo>
                  <a:lnTo>
                    <a:pt x="752" y="21"/>
                  </a:lnTo>
                  <a:lnTo>
                    <a:pt x="751" y="26"/>
                  </a:lnTo>
                  <a:lnTo>
                    <a:pt x="748" y="32"/>
                  </a:lnTo>
                  <a:lnTo>
                    <a:pt x="748" y="32"/>
                  </a:lnTo>
                  <a:lnTo>
                    <a:pt x="741" y="37"/>
                  </a:lnTo>
                  <a:lnTo>
                    <a:pt x="736" y="41"/>
                  </a:lnTo>
                  <a:lnTo>
                    <a:pt x="723" y="51"/>
                  </a:lnTo>
                  <a:lnTo>
                    <a:pt x="708" y="59"/>
                  </a:lnTo>
                  <a:lnTo>
                    <a:pt x="694" y="67"/>
                  </a:lnTo>
                  <a:lnTo>
                    <a:pt x="694" y="67"/>
                  </a:lnTo>
                  <a:lnTo>
                    <a:pt x="680" y="75"/>
                  </a:lnTo>
                  <a:lnTo>
                    <a:pt x="668" y="82"/>
                  </a:lnTo>
                  <a:lnTo>
                    <a:pt x="668" y="82"/>
                  </a:lnTo>
                  <a:lnTo>
                    <a:pt x="654" y="91"/>
                  </a:lnTo>
                  <a:lnTo>
                    <a:pt x="639" y="101"/>
                  </a:lnTo>
                  <a:lnTo>
                    <a:pt x="612" y="122"/>
                  </a:lnTo>
                  <a:lnTo>
                    <a:pt x="612" y="122"/>
                  </a:lnTo>
                  <a:lnTo>
                    <a:pt x="593" y="139"/>
                  </a:lnTo>
                  <a:lnTo>
                    <a:pt x="573" y="153"/>
                  </a:lnTo>
                  <a:lnTo>
                    <a:pt x="573" y="153"/>
                  </a:lnTo>
                  <a:lnTo>
                    <a:pt x="539" y="176"/>
                  </a:lnTo>
                  <a:lnTo>
                    <a:pt x="505" y="196"/>
                  </a:lnTo>
                  <a:lnTo>
                    <a:pt x="505" y="196"/>
                  </a:lnTo>
                  <a:lnTo>
                    <a:pt x="472" y="218"/>
                  </a:lnTo>
                  <a:lnTo>
                    <a:pt x="439" y="239"/>
                  </a:lnTo>
                  <a:lnTo>
                    <a:pt x="408" y="263"/>
                  </a:lnTo>
                  <a:lnTo>
                    <a:pt x="392" y="275"/>
                  </a:lnTo>
                  <a:lnTo>
                    <a:pt x="378" y="287"/>
                  </a:lnTo>
                  <a:lnTo>
                    <a:pt x="378" y="287"/>
                  </a:lnTo>
                  <a:lnTo>
                    <a:pt x="358" y="305"/>
                  </a:lnTo>
                  <a:lnTo>
                    <a:pt x="338" y="322"/>
                  </a:lnTo>
                  <a:lnTo>
                    <a:pt x="296" y="354"/>
                  </a:lnTo>
                  <a:lnTo>
                    <a:pt x="296" y="354"/>
                  </a:lnTo>
                  <a:lnTo>
                    <a:pt x="267" y="377"/>
                  </a:lnTo>
                  <a:lnTo>
                    <a:pt x="238" y="401"/>
                  </a:lnTo>
                  <a:lnTo>
                    <a:pt x="209" y="427"/>
                  </a:lnTo>
                  <a:lnTo>
                    <a:pt x="196" y="440"/>
                  </a:lnTo>
                  <a:lnTo>
                    <a:pt x="183" y="454"/>
                  </a:lnTo>
                  <a:lnTo>
                    <a:pt x="183" y="454"/>
                  </a:lnTo>
                  <a:lnTo>
                    <a:pt x="161" y="478"/>
                  </a:lnTo>
                  <a:lnTo>
                    <a:pt x="140" y="502"/>
                  </a:lnTo>
                  <a:lnTo>
                    <a:pt x="140" y="502"/>
                  </a:lnTo>
                  <a:lnTo>
                    <a:pt x="104" y="545"/>
                  </a:lnTo>
                  <a:lnTo>
                    <a:pt x="100" y="550"/>
                  </a:lnTo>
                  <a:lnTo>
                    <a:pt x="100" y="550"/>
                  </a:lnTo>
                  <a:lnTo>
                    <a:pt x="82" y="568"/>
                  </a:lnTo>
                  <a:lnTo>
                    <a:pt x="74" y="578"/>
                  </a:lnTo>
                  <a:lnTo>
                    <a:pt x="65" y="586"/>
                  </a:lnTo>
                  <a:lnTo>
                    <a:pt x="65" y="586"/>
                  </a:lnTo>
                  <a:lnTo>
                    <a:pt x="56" y="592"/>
                  </a:lnTo>
                  <a:lnTo>
                    <a:pt x="56" y="592"/>
                  </a:lnTo>
                  <a:lnTo>
                    <a:pt x="50" y="596"/>
                  </a:lnTo>
                  <a:lnTo>
                    <a:pt x="44" y="600"/>
                  </a:lnTo>
                  <a:lnTo>
                    <a:pt x="40" y="604"/>
                  </a:lnTo>
                  <a:lnTo>
                    <a:pt x="36" y="611"/>
                  </a:lnTo>
                  <a:lnTo>
                    <a:pt x="36" y="611"/>
                  </a:lnTo>
                  <a:lnTo>
                    <a:pt x="33" y="616"/>
                  </a:lnTo>
                  <a:lnTo>
                    <a:pt x="29" y="620"/>
                  </a:lnTo>
                  <a:lnTo>
                    <a:pt x="24" y="622"/>
                  </a:lnTo>
                  <a:lnTo>
                    <a:pt x="17" y="623"/>
                  </a:lnTo>
                  <a:lnTo>
                    <a:pt x="17" y="62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11"/>
          <p:cNvSpPr txBox="1"/>
          <p:nvPr/>
        </p:nvSpPr>
        <p:spPr>
          <a:xfrm>
            <a:off x="3278204" y="2280393"/>
            <a:ext cx="8328646" cy="383888"/>
          </a:xfrm>
          <a:prstGeom prst="rect">
            <a:avLst/>
          </a:prstGeom>
          <a:noFill/>
        </p:spPr>
        <p:txBody>
          <a:bodyPr wrap="square" rtlCol="0">
            <a:spAutoFit/>
          </a:bodyPr>
          <a:lstStyle/>
          <a:p>
            <a:pPr>
              <a:lnSpc>
                <a:spcPct val="130000"/>
              </a:lnSpc>
            </a:pPr>
            <a:r>
              <a:rPr lang="en-US" altLang="zh-CN" sz="1600" b="1" dirty="0">
                <a:cs typeface="+mn-ea"/>
                <a:sym typeface="+mn-lt"/>
              </a:rPr>
              <a:t>Lorem ipsum dolor sit </a:t>
            </a:r>
            <a:r>
              <a:rPr lang="en-US" altLang="zh-CN" sz="1600" b="1" dirty="0" err="1">
                <a:cs typeface="+mn-ea"/>
                <a:sym typeface="+mn-lt"/>
              </a:rPr>
              <a:t>amet</a:t>
            </a:r>
            <a:r>
              <a:rPr lang="en-US" altLang="zh-CN" sz="1600" b="1" dirty="0">
                <a:cs typeface="+mn-ea"/>
                <a:sym typeface="+mn-lt"/>
              </a:rPr>
              <a:t>, </a:t>
            </a:r>
            <a:r>
              <a:rPr lang="en-US" altLang="zh-CN" sz="1600" b="1" dirty="0" err="1">
                <a:cs typeface="+mn-ea"/>
                <a:sym typeface="+mn-lt"/>
              </a:rPr>
              <a:t>consectetuer</a:t>
            </a:r>
            <a:r>
              <a:rPr lang="en-US" altLang="zh-CN" sz="1600" b="1" dirty="0">
                <a:cs typeface="+mn-ea"/>
                <a:sym typeface="+mn-lt"/>
              </a:rPr>
              <a:t> </a:t>
            </a:r>
            <a:r>
              <a:rPr lang="en-US" altLang="zh-CN" sz="1600" b="1" dirty="0" err="1">
                <a:cs typeface="+mn-ea"/>
                <a:sym typeface="+mn-lt"/>
              </a:rPr>
              <a:t>adipiscing</a:t>
            </a:r>
            <a:r>
              <a:rPr lang="en-US" altLang="zh-CN" sz="1600" b="1" dirty="0">
                <a:cs typeface="+mn-ea"/>
                <a:sym typeface="+mn-lt"/>
              </a:rPr>
              <a:t> </a:t>
            </a:r>
            <a:r>
              <a:rPr lang="en-US" altLang="zh-CN" sz="1600" b="1" dirty="0" err="1">
                <a:cs typeface="+mn-ea"/>
                <a:sym typeface="+mn-lt"/>
              </a:rPr>
              <a:t>elit</a:t>
            </a:r>
            <a:r>
              <a:rPr lang="en-US" altLang="zh-CN" sz="1600" b="1" dirty="0">
                <a:cs typeface="+mn-ea"/>
                <a:sym typeface="+mn-lt"/>
              </a:rPr>
              <a:t>, sed diam</a:t>
            </a:r>
          </a:p>
        </p:txBody>
      </p:sp>
      <p:sp>
        <p:nvSpPr>
          <p:cNvPr id="23" name="TextBox 34"/>
          <p:cNvSpPr txBox="1"/>
          <p:nvPr/>
        </p:nvSpPr>
        <p:spPr>
          <a:xfrm>
            <a:off x="3278204" y="2804182"/>
            <a:ext cx="7822192" cy="440424"/>
          </a:xfrm>
          <a:prstGeom prst="rect">
            <a:avLst/>
          </a:prstGeom>
          <a:noFill/>
        </p:spPr>
        <p:txBody>
          <a:bodyPr wrap="square" rtlCol="0">
            <a:spAutoFit/>
          </a:bodyPr>
          <a:lstStyle>
            <a:defPPr>
              <a:defRPr lang="id-ID"/>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just"/>
            <a:r>
              <a:rPr lang="id-ID" sz="1100" dirty="0">
                <a:cs typeface="+mn-ea"/>
                <a:sym typeface="+mn-lt"/>
              </a:rPr>
              <a:t>Suitable for all categories business and personal presentation</a:t>
            </a:r>
            <a:r>
              <a:rPr lang="id-ID" sz="1100" b="1" dirty="0">
                <a:cs typeface="+mn-ea"/>
                <a:sym typeface="+mn-lt"/>
              </a:rPr>
              <a:t>,</a:t>
            </a:r>
            <a:r>
              <a:rPr lang="id-ID" sz="1100" dirty="0">
                <a:cs typeface="+mn-ea"/>
                <a:sym typeface="+mn-lt"/>
              </a:rPr>
              <a:t> eaque ipsa quae ab illo inventore veritatis et quasi architecto beatae vitae dicta sunt explicabo. Suitable for all categories </a:t>
            </a:r>
            <a:r>
              <a:rPr lang="id-ID" sz="1100" b="1" dirty="0">
                <a:cs typeface="+mn-ea"/>
                <a:sym typeface="+mn-lt"/>
              </a:rPr>
              <a:t>business</a:t>
            </a:r>
            <a:r>
              <a:rPr lang="id-ID" sz="1100" dirty="0">
                <a:cs typeface="+mn-ea"/>
                <a:sym typeface="+mn-lt"/>
              </a:rPr>
              <a:t> and </a:t>
            </a:r>
            <a:r>
              <a:rPr lang="id-ID" sz="1100" b="1" dirty="0">
                <a:cs typeface="+mn-ea"/>
                <a:sym typeface="+mn-lt"/>
              </a:rPr>
              <a:t>personal presentation,</a:t>
            </a:r>
            <a:r>
              <a:rPr lang="id-ID" sz="1100" dirty="0">
                <a:cs typeface="+mn-ea"/>
                <a:sym typeface="+mn-lt"/>
              </a:rPr>
              <a:t> </a:t>
            </a:r>
            <a:endParaRPr lang="en-US" sz="1100" dirty="0">
              <a:cs typeface="+mn-ea"/>
              <a:sym typeface="+mn-lt"/>
            </a:endParaRPr>
          </a:p>
        </p:txBody>
      </p:sp>
      <p:sp>
        <p:nvSpPr>
          <p:cNvPr id="27" name="TextBox 19"/>
          <p:cNvSpPr txBox="1"/>
          <p:nvPr/>
        </p:nvSpPr>
        <p:spPr>
          <a:xfrm>
            <a:off x="1672337" y="5303148"/>
            <a:ext cx="954108" cy="400110"/>
          </a:xfrm>
          <a:prstGeom prst="rect">
            <a:avLst/>
          </a:prstGeom>
          <a:noFill/>
        </p:spPr>
        <p:txBody>
          <a:bodyPr wrap="none" rtlCol="0">
            <a:spAutoFit/>
          </a:bodyPr>
          <a:lstStyle/>
          <a:p>
            <a:pPr algn="ctr"/>
            <a:r>
              <a:rPr lang="zh-CN" altLang="en-US" sz="2000" b="1" dirty="0">
                <a:cs typeface="+mn-ea"/>
                <a:sym typeface="+mn-lt"/>
              </a:rPr>
              <a:t>关键词</a:t>
            </a:r>
            <a:endParaRPr lang="id-ID" sz="2000" b="1" dirty="0">
              <a:cs typeface="+mn-ea"/>
              <a:sym typeface="+mn-lt"/>
            </a:endParaRPr>
          </a:p>
        </p:txBody>
      </p:sp>
      <p:sp>
        <p:nvSpPr>
          <p:cNvPr id="28" name="TextBox 23"/>
          <p:cNvSpPr txBox="1"/>
          <p:nvPr/>
        </p:nvSpPr>
        <p:spPr>
          <a:xfrm>
            <a:off x="3668520" y="5303148"/>
            <a:ext cx="954108" cy="400110"/>
          </a:xfrm>
          <a:prstGeom prst="rect">
            <a:avLst/>
          </a:prstGeom>
          <a:noFill/>
        </p:spPr>
        <p:txBody>
          <a:bodyPr wrap="none" rtlCol="0">
            <a:spAutoFit/>
          </a:bodyPr>
          <a:lstStyle/>
          <a:p>
            <a:pPr algn="ctr"/>
            <a:r>
              <a:rPr lang="zh-CN" altLang="en-US" sz="2000" b="1" dirty="0">
                <a:cs typeface="+mn-ea"/>
                <a:sym typeface="+mn-lt"/>
              </a:rPr>
              <a:t>关键词</a:t>
            </a:r>
            <a:endParaRPr lang="id-ID" altLang="zh-CN" sz="2000" b="1" dirty="0">
              <a:cs typeface="+mn-ea"/>
              <a:sym typeface="+mn-lt"/>
            </a:endParaRPr>
          </a:p>
        </p:txBody>
      </p:sp>
      <p:sp>
        <p:nvSpPr>
          <p:cNvPr id="33" name="TextBox 34"/>
          <p:cNvSpPr txBox="1"/>
          <p:nvPr/>
        </p:nvSpPr>
        <p:spPr>
          <a:xfrm>
            <a:off x="5664703" y="5303148"/>
            <a:ext cx="954108" cy="400110"/>
          </a:xfrm>
          <a:prstGeom prst="rect">
            <a:avLst/>
          </a:prstGeom>
          <a:noFill/>
        </p:spPr>
        <p:txBody>
          <a:bodyPr wrap="none" rtlCol="0">
            <a:spAutoFit/>
          </a:bodyPr>
          <a:lstStyle/>
          <a:p>
            <a:pPr algn="ctr"/>
            <a:r>
              <a:rPr lang="zh-CN" altLang="en-US" sz="2000" b="1" dirty="0">
                <a:cs typeface="+mn-ea"/>
                <a:sym typeface="+mn-lt"/>
              </a:rPr>
              <a:t>关键词</a:t>
            </a:r>
            <a:endParaRPr lang="id-ID" altLang="zh-CN" sz="2000" b="1" dirty="0">
              <a:cs typeface="+mn-ea"/>
              <a:sym typeface="+mn-lt"/>
            </a:endParaRPr>
          </a:p>
        </p:txBody>
      </p:sp>
      <p:sp>
        <p:nvSpPr>
          <p:cNvPr id="34" name="TextBox 39"/>
          <p:cNvSpPr txBox="1"/>
          <p:nvPr/>
        </p:nvSpPr>
        <p:spPr>
          <a:xfrm>
            <a:off x="7660886" y="5303148"/>
            <a:ext cx="954108" cy="400110"/>
          </a:xfrm>
          <a:prstGeom prst="rect">
            <a:avLst/>
          </a:prstGeom>
          <a:noFill/>
        </p:spPr>
        <p:txBody>
          <a:bodyPr wrap="none" rtlCol="0">
            <a:spAutoFit/>
          </a:bodyPr>
          <a:lstStyle/>
          <a:p>
            <a:pPr algn="ctr"/>
            <a:r>
              <a:rPr lang="zh-CN" altLang="en-US" sz="2000" b="1" dirty="0">
                <a:cs typeface="+mn-ea"/>
                <a:sym typeface="+mn-lt"/>
              </a:rPr>
              <a:t>关键词</a:t>
            </a:r>
            <a:endParaRPr lang="id-ID" altLang="zh-CN" sz="2000" b="1" dirty="0">
              <a:cs typeface="+mn-ea"/>
              <a:sym typeface="+mn-lt"/>
            </a:endParaRPr>
          </a:p>
        </p:txBody>
      </p:sp>
      <p:sp>
        <p:nvSpPr>
          <p:cNvPr id="40" name="TextBox 51"/>
          <p:cNvSpPr txBox="1"/>
          <p:nvPr/>
        </p:nvSpPr>
        <p:spPr>
          <a:xfrm>
            <a:off x="9657067" y="5303148"/>
            <a:ext cx="954108" cy="400110"/>
          </a:xfrm>
          <a:prstGeom prst="rect">
            <a:avLst/>
          </a:prstGeom>
          <a:noFill/>
        </p:spPr>
        <p:txBody>
          <a:bodyPr wrap="none" rtlCol="0">
            <a:spAutoFit/>
          </a:bodyPr>
          <a:lstStyle/>
          <a:p>
            <a:pPr algn="ctr"/>
            <a:r>
              <a:rPr lang="zh-CN" altLang="en-US" sz="2000" b="1" dirty="0">
                <a:cs typeface="+mn-ea"/>
                <a:sym typeface="+mn-lt"/>
              </a:rPr>
              <a:t>关键词</a:t>
            </a:r>
            <a:endParaRPr lang="id-ID" altLang="zh-CN" sz="2000" b="1" dirty="0">
              <a:cs typeface="+mn-ea"/>
              <a:sym typeface="+mn-lt"/>
            </a:endParaRPr>
          </a:p>
        </p:txBody>
      </p:sp>
      <p:sp>
        <p:nvSpPr>
          <p:cNvPr id="46" name="TextBox 34"/>
          <p:cNvSpPr txBox="1"/>
          <p:nvPr/>
        </p:nvSpPr>
        <p:spPr>
          <a:xfrm>
            <a:off x="3301482" y="3235069"/>
            <a:ext cx="7822192" cy="440424"/>
          </a:xfrm>
          <a:prstGeom prst="rect">
            <a:avLst/>
          </a:prstGeom>
          <a:noFill/>
        </p:spPr>
        <p:txBody>
          <a:bodyPr wrap="square" rtlCol="0">
            <a:spAutoFit/>
          </a:bodyPr>
          <a:lstStyle>
            <a:defPPr>
              <a:defRPr lang="id-ID"/>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just"/>
            <a:r>
              <a:rPr lang="id-ID" sz="1100" dirty="0">
                <a:cs typeface="+mn-ea"/>
                <a:sym typeface="+mn-lt"/>
              </a:rPr>
              <a:t>Suitable for all categories business and personal presentation</a:t>
            </a:r>
            <a:r>
              <a:rPr lang="id-ID" sz="1100" b="1" dirty="0">
                <a:cs typeface="+mn-ea"/>
                <a:sym typeface="+mn-lt"/>
              </a:rPr>
              <a:t>,</a:t>
            </a:r>
            <a:r>
              <a:rPr lang="id-ID" sz="1100" dirty="0">
                <a:cs typeface="+mn-ea"/>
                <a:sym typeface="+mn-lt"/>
              </a:rPr>
              <a:t> eaque ipsa quae ab illo inventore veritatis et quasi architecto beatae vitae dicta sunt explicabo. Suitable for all categories </a:t>
            </a:r>
            <a:r>
              <a:rPr lang="id-ID" sz="1100" b="1" dirty="0">
                <a:cs typeface="+mn-ea"/>
                <a:sym typeface="+mn-lt"/>
              </a:rPr>
              <a:t>business</a:t>
            </a:r>
            <a:r>
              <a:rPr lang="id-ID" sz="1100" dirty="0">
                <a:cs typeface="+mn-ea"/>
                <a:sym typeface="+mn-lt"/>
              </a:rPr>
              <a:t> and </a:t>
            </a:r>
            <a:r>
              <a:rPr lang="id-ID" sz="1100" b="1" dirty="0">
                <a:cs typeface="+mn-ea"/>
                <a:sym typeface="+mn-lt"/>
              </a:rPr>
              <a:t>personal presentation,</a:t>
            </a:r>
            <a:r>
              <a:rPr lang="id-ID" sz="1100" dirty="0">
                <a:cs typeface="+mn-ea"/>
                <a:sym typeface="+mn-lt"/>
              </a:rPr>
              <a:t> </a:t>
            </a:r>
            <a:endParaRPr lang="en-US" sz="1100" dirty="0">
              <a:cs typeface="+mn-ea"/>
              <a:sym typeface="+mn-lt"/>
            </a:endParaRPr>
          </a:p>
        </p:txBody>
      </p:sp>
      <p:grpSp>
        <p:nvGrpSpPr>
          <p:cNvPr id="65" name="组合 64"/>
          <p:cNvGrpSpPr/>
          <p:nvPr/>
        </p:nvGrpSpPr>
        <p:grpSpPr>
          <a:xfrm>
            <a:off x="1301101" y="2101759"/>
            <a:ext cx="1896932" cy="1756500"/>
            <a:chOff x="-303773" y="24511"/>
            <a:chExt cx="3019096" cy="2795588"/>
          </a:xfrm>
        </p:grpSpPr>
        <p:sp>
          <p:nvSpPr>
            <p:cNvPr id="48" name="Freeform 5"/>
            <p:cNvSpPr>
              <a:spLocks noEditPoints="1"/>
            </p:cNvSpPr>
            <p:nvPr/>
          </p:nvSpPr>
          <p:spPr bwMode="auto">
            <a:xfrm rot="1164309">
              <a:off x="19336" y="24511"/>
              <a:ext cx="2286000" cy="2795588"/>
            </a:xfrm>
            <a:custGeom>
              <a:avLst/>
              <a:gdLst>
                <a:gd name="T0" fmla="*/ 100 w 139"/>
                <a:gd name="T1" fmla="*/ 23 h 170"/>
                <a:gd name="T2" fmla="*/ 80 w 139"/>
                <a:gd name="T3" fmla="*/ 64 h 170"/>
                <a:gd name="T4" fmla="*/ 46 w 139"/>
                <a:gd name="T5" fmla="*/ 98 h 170"/>
                <a:gd name="T6" fmla="*/ 5 w 139"/>
                <a:gd name="T7" fmla="*/ 145 h 170"/>
                <a:gd name="T8" fmla="*/ 26 w 139"/>
                <a:gd name="T9" fmla="*/ 154 h 170"/>
                <a:gd name="T10" fmla="*/ 39 w 139"/>
                <a:gd name="T11" fmla="*/ 151 h 170"/>
                <a:gd name="T12" fmla="*/ 41 w 139"/>
                <a:gd name="T13" fmla="*/ 128 h 170"/>
                <a:gd name="T14" fmla="*/ 66 w 139"/>
                <a:gd name="T15" fmla="*/ 116 h 170"/>
                <a:gd name="T16" fmla="*/ 98 w 139"/>
                <a:gd name="T17" fmla="*/ 87 h 170"/>
                <a:gd name="T18" fmla="*/ 138 w 139"/>
                <a:gd name="T19" fmla="*/ 39 h 170"/>
                <a:gd name="T20" fmla="*/ 101 w 139"/>
                <a:gd name="T21" fmla="*/ 23 h 170"/>
                <a:gd name="T22" fmla="*/ 103 w 139"/>
                <a:gd name="T23" fmla="*/ 21 h 170"/>
                <a:gd name="T24" fmla="*/ 89 w 139"/>
                <a:gd name="T25" fmla="*/ 69 h 170"/>
                <a:gd name="T26" fmla="*/ 60 w 139"/>
                <a:gd name="T27" fmla="*/ 76 h 170"/>
                <a:gd name="T28" fmla="*/ 37 w 139"/>
                <a:gd name="T29" fmla="*/ 98 h 170"/>
                <a:gd name="T30" fmla="*/ 20 w 139"/>
                <a:gd name="T31" fmla="*/ 132 h 170"/>
                <a:gd name="T32" fmla="*/ 8 w 139"/>
                <a:gd name="T33" fmla="*/ 135 h 170"/>
                <a:gd name="T34" fmla="*/ 5 w 139"/>
                <a:gd name="T35" fmla="*/ 167 h 170"/>
                <a:gd name="T36" fmla="*/ 12 w 139"/>
                <a:gd name="T37" fmla="*/ 168 h 170"/>
                <a:gd name="T38" fmla="*/ 13 w 139"/>
                <a:gd name="T39" fmla="*/ 161 h 170"/>
                <a:gd name="T40" fmla="*/ 16 w 139"/>
                <a:gd name="T41" fmla="*/ 162 h 170"/>
                <a:gd name="T42" fmla="*/ 21 w 139"/>
                <a:gd name="T43" fmla="*/ 152 h 170"/>
                <a:gd name="T44" fmla="*/ 29 w 139"/>
                <a:gd name="T45" fmla="*/ 152 h 170"/>
                <a:gd name="T46" fmla="*/ 30 w 139"/>
                <a:gd name="T47" fmla="*/ 155 h 170"/>
                <a:gd name="T48" fmla="*/ 31 w 139"/>
                <a:gd name="T49" fmla="*/ 151 h 170"/>
                <a:gd name="T50" fmla="*/ 33 w 139"/>
                <a:gd name="T51" fmla="*/ 143 h 170"/>
                <a:gd name="T52" fmla="*/ 33 w 139"/>
                <a:gd name="T53" fmla="*/ 138 h 170"/>
                <a:gd name="T54" fmla="*/ 36 w 139"/>
                <a:gd name="T55" fmla="*/ 137 h 170"/>
                <a:gd name="T56" fmla="*/ 39 w 139"/>
                <a:gd name="T57" fmla="*/ 131 h 170"/>
                <a:gd name="T58" fmla="*/ 41 w 139"/>
                <a:gd name="T59" fmla="*/ 124 h 170"/>
                <a:gd name="T60" fmla="*/ 43 w 139"/>
                <a:gd name="T61" fmla="*/ 115 h 170"/>
                <a:gd name="T62" fmla="*/ 39 w 139"/>
                <a:gd name="T63" fmla="*/ 125 h 170"/>
                <a:gd name="T64" fmla="*/ 41 w 139"/>
                <a:gd name="T65" fmla="*/ 109 h 170"/>
                <a:gd name="T66" fmla="*/ 49 w 139"/>
                <a:gd name="T67" fmla="*/ 109 h 170"/>
                <a:gd name="T68" fmla="*/ 57 w 139"/>
                <a:gd name="T69" fmla="*/ 112 h 170"/>
                <a:gd name="T70" fmla="*/ 60 w 139"/>
                <a:gd name="T71" fmla="*/ 113 h 170"/>
                <a:gd name="T72" fmla="*/ 76 w 139"/>
                <a:gd name="T73" fmla="*/ 82 h 170"/>
                <a:gd name="T74" fmla="*/ 71 w 139"/>
                <a:gd name="T75" fmla="*/ 95 h 170"/>
                <a:gd name="T76" fmla="*/ 67 w 139"/>
                <a:gd name="T77" fmla="*/ 111 h 170"/>
                <a:gd name="T78" fmla="*/ 84 w 139"/>
                <a:gd name="T79" fmla="*/ 80 h 170"/>
                <a:gd name="T80" fmla="*/ 81 w 139"/>
                <a:gd name="T81" fmla="*/ 77 h 170"/>
                <a:gd name="T82" fmla="*/ 103 w 139"/>
                <a:gd name="T83" fmla="*/ 87 h 170"/>
                <a:gd name="T84" fmla="*/ 102 w 139"/>
                <a:gd name="T85" fmla="*/ 81 h 170"/>
                <a:gd name="T86" fmla="*/ 104 w 139"/>
                <a:gd name="T87" fmla="*/ 77 h 170"/>
                <a:gd name="T88" fmla="*/ 109 w 139"/>
                <a:gd name="T89" fmla="*/ 73 h 170"/>
                <a:gd name="T90" fmla="*/ 111 w 139"/>
                <a:gd name="T91" fmla="*/ 65 h 170"/>
                <a:gd name="T92" fmla="*/ 115 w 139"/>
                <a:gd name="T93" fmla="*/ 59 h 170"/>
                <a:gd name="T94" fmla="*/ 124 w 139"/>
                <a:gd name="T95" fmla="*/ 33 h 170"/>
                <a:gd name="T96" fmla="*/ 117 w 139"/>
                <a:gd name="T97" fmla="*/ 46 h 170"/>
                <a:gd name="T98" fmla="*/ 111 w 139"/>
                <a:gd name="T99" fmla="*/ 64 h 170"/>
                <a:gd name="T100" fmla="*/ 123 w 139"/>
                <a:gd name="T101" fmla="*/ 32 h 170"/>
                <a:gd name="T102" fmla="*/ 78 w 139"/>
                <a:gd name="T103" fmla="*/ 77 h 170"/>
                <a:gd name="T104" fmla="*/ 36 w 139"/>
                <a:gd name="T105" fmla="*/ 118 h 170"/>
                <a:gd name="T106" fmla="*/ 8 w 139"/>
                <a:gd name="T107" fmla="*/ 141 h 170"/>
                <a:gd name="T108" fmla="*/ 56 w 139"/>
                <a:gd name="T109" fmla="*/ 97 h 170"/>
                <a:gd name="T110" fmla="*/ 96 w 139"/>
                <a:gd name="T111" fmla="*/ 63 h 170"/>
                <a:gd name="T112" fmla="*/ 126 w 139"/>
                <a:gd name="T113" fmla="*/ 4 h 170"/>
                <a:gd name="T114" fmla="*/ 133 w 139"/>
                <a:gd name="T115" fmla="*/ 20 h 170"/>
                <a:gd name="T116" fmla="*/ 128 w 139"/>
                <a:gd name="T117" fmla="*/ 32 h 170"/>
                <a:gd name="T118" fmla="*/ 135 w 139"/>
                <a:gd name="T119" fmla="*/ 34 h 170"/>
                <a:gd name="T120" fmla="*/ 138 w 139"/>
                <a:gd name="T121" fmla="*/ 3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9" h="170">
                  <a:moveTo>
                    <a:pt x="130" y="4"/>
                  </a:moveTo>
                  <a:cubicBezTo>
                    <a:pt x="129" y="4"/>
                    <a:pt x="129" y="3"/>
                    <a:pt x="129" y="3"/>
                  </a:cubicBezTo>
                  <a:cubicBezTo>
                    <a:pt x="129" y="2"/>
                    <a:pt x="129" y="2"/>
                    <a:pt x="128" y="2"/>
                  </a:cubicBezTo>
                  <a:cubicBezTo>
                    <a:pt x="128" y="2"/>
                    <a:pt x="128" y="2"/>
                    <a:pt x="128" y="2"/>
                  </a:cubicBezTo>
                  <a:cubicBezTo>
                    <a:pt x="127" y="2"/>
                    <a:pt x="127" y="2"/>
                    <a:pt x="126" y="1"/>
                  </a:cubicBezTo>
                  <a:cubicBezTo>
                    <a:pt x="126" y="1"/>
                    <a:pt x="126" y="1"/>
                    <a:pt x="126" y="1"/>
                  </a:cubicBezTo>
                  <a:cubicBezTo>
                    <a:pt x="126" y="1"/>
                    <a:pt x="126" y="1"/>
                    <a:pt x="127" y="1"/>
                  </a:cubicBezTo>
                  <a:cubicBezTo>
                    <a:pt x="127" y="0"/>
                    <a:pt x="127" y="0"/>
                    <a:pt x="126" y="0"/>
                  </a:cubicBezTo>
                  <a:cubicBezTo>
                    <a:pt x="125" y="1"/>
                    <a:pt x="124" y="1"/>
                    <a:pt x="123" y="2"/>
                  </a:cubicBezTo>
                  <a:cubicBezTo>
                    <a:pt x="123" y="3"/>
                    <a:pt x="122" y="3"/>
                    <a:pt x="121" y="4"/>
                  </a:cubicBezTo>
                  <a:cubicBezTo>
                    <a:pt x="119" y="6"/>
                    <a:pt x="117" y="7"/>
                    <a:pt x="114" y="9"/>
                  </a:cubicBezTo>
                  <a:cubicBezTo>
                    <a:pt x="112" y="10"/>
                    <a:pt x="110" y="12"/>
                    <a:pt x="107" y="14"/>
                  </a:cubicBezTo>
                  <a:cubicBezTo>
                    <a:pt x="106" y="14"/>
                    <a:pt x="105" y="15"/>
                    <a:pt x="104" y="16"/>
                  </a:cubicBezTo>
                  <a:cubicBezTo>
                    <a:pt x="103" y="16"/>
                    <a:pt x="102" y="17"/>
                    <a:pt x="101" y="18"/>
                  </a:cubicBezTo>
                  <a:cubicBezTo>
                    <a:pt x="101" y="18"/>
                    <a:pt x="100" y="19"/>
                    <a:pt x="100" y="19"/>
                  </a:cubicBezTo>
                  <a:cubicBezTo>
                    <a:pt x="100" y="19"/>
                    <a:pt x="100" y="19"/>
                    <a:pt x="100" y="20"/>
                  </a:cubicBezTo>
                  <a:cubicBezTo>
                    <a:pt x="100" y="20"/>
                    <a:pt x="99" y="20"/>
                    <a:pt x="99" y="21"/>
                  </a:cubicBezTo>
                  <a:cubicBezTo>
                    <a:pt x="99" y="21"/>
                    <a:pt x="99" y="21"/>
                    <a:pt x="99" y="21"/>
                  </a:cubicBezTo>
                  <a:cubicBezTo>
                    <a:pt x="100" y="22"/>
                    <a:pt x="100" y="22"/>
                    <a:pt x="101" y="23"/>
                  </a:cubicBezTo>
                  <a:cubicBezTo>
                    <a:pt x="101" y="23"/>
                    <a:pt x="101" y="23"/>
                    <a:pt x="101" y="23"/>
                  </a:cubicBezTo>
                  <a:cubicBezTo>
                    <a:pt x="100" y="23"/>
                    <a:pt x="100" y="23"/>
                    <a:pt x="100" y="23"/>
                  </a:cubicBezTo>
                  <a:cubicBezTo>
                    <a:pt x="100" y="23"/>
                    <a:pt x="100" y="24"/>
                    <a:pt x="100" y="24"/>
                  </a:cubicBezTo>
                  <a:cubicBezTo>
                    <a:pt x="100" y="24"/>
                    <a:pt x="100" y="24"/>
                    <a:pt x="100" y="24"/>
                  </a:cubicBezTo>
                  <a:cubicBezTo>
                    <a:pt x="100" y="24"/>
                    <a:pt x="100" y="24"/>
                    <a:pt x="100" y="24"/>
                  </a:cubicBezTo>
                  <a:cubicBezTo>
                    <a:pt x="100" y="25"/>
                    <a:pt x="100" y="25"/>
                    <a:pt x="100" y="25"/>
                  </a:cubicBezTo>
                  <a:cubicBezTo>
                    <a:pt x="100" y="26"/>
                    <a:pt x="100" y="26"/>
                    <a:pt x="100" y="27"/>
                  </a:cubicBezTo>
                  <a:cubicBezTo>
                    <a:pt x="101" y="27"/>
                    <a:pt x="101" y="27"/>
                    <a:pt x="101" y="27"/>
                  </a:cubicBezTo>
                  <a:cubicBezTo>
                    <a:pt x="101" y="27"/>
                    <a:pt x="101" y="27"/>
                    <a:pt x="101" y="27"/>
                  </a:cubicBezTo>
                  <a:cubicBezTo>
                    <a:pt x="101" y="28"/>
                    <a:pt x="101" y="28"/>
                    <a:pt x="102" y="28"/>
                  </a:cubicBezTo>
                  <a:cubicBezTo>
                    <a:pt x="103" y="29"/>
                    <a:pt x="106" y="29"/>
                    <a:pt x="108" y="30"/>
                  </a:cubicBezTo>
                  <a:cubicBezTo>
                    <a:pt x="108" y="30"/>
                    <a:pt x="108" y="30"/>
                    <a:pt x="108" y="30"/>
                  </a:cubicBezTo>
                  <a:cubicBezTo>
                    <a:pt x="107" y="32"/>
                    <a:pt x="107" y="33"/>
                    <a:pt x="106" y="35"/>
                  </a:cubicBezTo>
                  <a:cubicBezTo>
                    <a:pt x="106" y="36"/>
                    <a:pt x="105" y="37"/>
                    <a:pt x="105" y="38"/>
                  </a:cubicBezTo>
                  <a:cubicBezTo>
                    <a:pt x="103" y="41"/>
                    <a:pt x="102" y="44"/>
                    <a:pt x="101" y="47"/>
                  </a:cubicBezTo>
                  <a:cubicBezTo>
                    <a:pt x="101" y="48"/>
                    <a:pt x="100" y="48"/>
                    <a:pt x="100" y="49"/>
                  </a:cubicBezTo>
                  <a:cubicBezTo>
                    <a:pt x="100" y="49"/>
                    <a:pt x="100" y="50"/>
                    <a:pt x="99" y="50"/>
                  </a:cubicBezTo>
                  <a:cubicBezTo>
                    <a:pt x="97" y="55"/>
                    <a:pt x="95" y="59"/>
                    <a:pt x="94" y="64"/>
                  </a:cubicBezTo>
                  <a:cubicBezTo>
                    <a:pt x="93" y="65"/>
                    <a:pt x="92" y="66"/>
                    <a:pt x="91" y="67"/>
                  </a:cubicBezTo>
                  <a:cubicBezTo>
                    <a:pt x="91" y="68"/>
                    <a:pt x="90" y="68"/>
                    <a:pt x="89" y="68"/>
                  </a:cubicBezTo>
                  <a:cubicBezTo>
                    <a:pt x="89" y="67"/>
                    <a:pt x="89" y="67"/>
                    <a:pt x="88" y="67"/>
                  </a:cubicBezTo>
                  <a:cubicBezTo>
                    <a:pt x="87" y="67"/>
                    <a:pt x="86" y="66"/>
                    <a:pt x="85" y="66"/>
                  </a:cubicBezTo>
                  <a:cubicBezTo>
                    <a:pt x="83" y="65"/>
                    <a:pt x="82" y="64"/>
                    <a:pt x="80" y="64"/>
                  </a:cubicBezTo>
                  <a:cubicBezTo>
                    <a:pt x="80" y="64"/>
                    <a:pt x="79" y="65"/>
                    <a:pt x="80" y="65"/>
                  </a:cubicBezTo>
                  <a:cubicBezTo>
                    <a:pt x="80" y="65"/>
                    <a:pt x="80" y="65"/>
                    <a:pt x="80" y="65"/>
                  </a:cubicBezTo>
                  <a:cubicBezTo>
                    <a:pt x="79" y="65"/>
                    <a:pt x="79" y="65"/>
                    <a:pt x="78" y="65"/>
                  </a:cubicBezTo>
                  <a:cubicBezTo>
                    <a:pt x="78" y="65"/>
                    <a:pt x="77" y="65"/>
                    <a:pt x="77" y="65"/>
                  </a:cubicBezTo>
                  <a:cubicBezTo>
                    <a:pt x="75" y="64"/>
                    <a:pt x="73" y="63"/>
                    <a:pt x="70" y="62"/>
                  </a:cubicBezTo>
                  <a:cubicBezTo>
                    <a:pt x="70" y="62"/>
                    <a:pt x="70" y="62"/>
                    <a:pt x="70" y="62"/>
                  </a:cubicBezTo>
                  <a:cubicBezTo>
                    <a:pt x="69" y="62"/>
                    <a:pt x="68" y="62"/>
                    <a:pt x="67" y="61"/>
                  </a:cubicBezTo>
                  <a:cubicBezTo>
                    <a:pt x="65" y="61"/>
                    <a:pt x="63" y="61"/>
                    <a:pt x="62" y="62"/>
                  </a:cubicBezTo>
                  <a:cubicBezTo>
                    <a:pt x="61" y="64"/>
                    <a:pt x="61" y="66"/>
                    <a:pt x="60" y="67"/>
                  </a:cubicBezTo>
                  <a:cubicBezTo>
                    <a:pt x="60" y="69"/>
                    <a:pt x="60" y="71"/>
                    <a:pt x="60" y="73"/>
                  </a:cubicBezTo>
                  <a:cubicBezTo>
                    <a:pt x="60" y="74"/>
                    <a:pt x="59" y="75"/>
                    <a:pt x="59" y="76"/>
                  </a:cubicBezTo>
                  <a:cubicBezTo>
                    <a:pt x="59" y="77"/>
                    <a:pt x="59" y="79"/>
                    <a:pt x="58" y="80"/>
                  </a:cubicBezTo>
                  <a:cubicBezTo>
                    <a:pt x="58" y="82"/>
                    <a:pt x="57" y="85"/>
                    <a:pt x="57" y="87"/>
                  </a:cubicBezTo>
                  <a:cubicBezTo>
                    <a:pt x="56" y="88"/>
                    <a:pt x="56" y="90"/>
                    <a:pt x="56" y="91"/>
                  </a:cubicBezTo>
                  <a:cubicBezTo>
                    <a:pt x="56" y="92"/>
                    <a:pt x="56" y="92"/>
                    <a:pt x="56" y="93"/>
                  </a:cubicBezTo>
                  <a:cubicBezTo>
                    <a:pt x="56" y="93"/>
                    <a:pt x="56" y="93"/>
                    <a:pt x="56" y="94"/>
                  </a:cubicBezTo>
                  <a:cubicBezTo>
                    <a:pt x="56" y="95"/>
                    <a:pt x="56" y="97"/>
                    <a:pt x="54" y="98"/>
                  </a:cubicBezTo>
                  <a:cubicBezTo>
                    <a:pt x="52" y="99"/>
                    <a:pt x="50" y="99"/>
                    <a:pt x="49" y="98"/>
                  </a:cubicBezTo>
                  <a:cubicBezTo>
                    <a:pt x="48" y="98"/>
                    <a:pt x="48" y="98"/>
                    <a:pt x="47" y="98"/>
                  </a:cubicBezTo>
                  <a:cubicBezTo>
                    <a:pt x="47" y="98"/>
                    <a:pt x="47" y="98"/>
                    <a:pt x="47" y="98"/>
                  </a:cubicBezTo>
                  <a:cubicBezTo>
                    <a:pt x="46" y="98"/>
                    <a:pt x="46" y="98"/>
                    <a:pt x="46" y="98"/>
                  </a:cubicBezTo>
                  <a:cubicBezTo>
                    <a:pt x="44" y="97"/>
                    <a:pt x="42" y="96"/>
                    <a:pt x="40" y="95"/>
                  </a:cubicBezTo>
                  <a:cubicBezTo>
                    <a:pt x="37" y="94"/>
                    <a:pt x="33" y="93"/>
                    <a:pt x="30" y="96"/>
                  </a:cubicBezTo>
                  <a:cubicBezTo>
                    <a:pt x="28" y="98"/>
                    <a:pt x="28" y="102"/>
                    <a:pt x="27" y="105"/>
                  </a:cubicBezTo>
                  <a:cubicBezTo>
                    <a:pt x="27" y="105"/>
                    <a:pt x="27" y="106"/>
                    <a:pt x="27" y="106"/>
                  </a:cubicBezTo>
                  <a:cubicBezTo>
                    <a:pt x="27" y="107"/>
                    <a:pt x="27" y="107"/>
                    <a:pt x="26" y="107"/>
                  </a:cubicBezTo>
                  <a:cubicBezTo>
                    <a:pt x="26" y="109"/>
                    <a:pt x="25" y="111"/>
                    <a:pt x="25" y="113"/>
                  </a:cubicBezTo>
                  <a:cubicBezTo>
                    <a:pt x="24" y="114"/>
                    <a:pt x="24" y="116"/>
                    <a:pt x="24" y="118"/>
                  </a:cubicBezTo>
                  <a:cubicBezTo>
                    <a:pt x="23" y="120"/>
                    <a:pt x="22" y="122"/>
                    <a:pt x="22" y="124"/>
                  </a:cubicBezTo>
                  <a:cubicBezTo>
                    <a:pt x="21" y="125"/>
                    <a:pt x="21" y="126"/>
                    <a:pt x="20" y="128"/>
                  </a:cubicBezTo>
                  <a:cubicBezTo>
                    <a:pt x="20" y="129"/>
                    <a:pt x="20" y="130"/>
                    <a:pt x="20" y="130"/>
                  </a:cubicBezTo>
                  <a:cubicBezTo>
                    <a:pt x="20" y="131"/>
                    <a:pt x="19" y="132"/>
                    <a:pt x="19" y="133"/>
                  </a:cubicBezTo>
                  <a:cubicBezTo>
                    <a:pt x="19" y="133"/>
                    <a:pt x="19" y="133"/>
                    <a:pt x="19" y="133"/>
                  </a:cubicBezTo>
                  <a:cubicBezTo>
                    <a:pt x="19" y="132"/>
                    <a:pt x="19" y="132"/>
                    <a:pt x="19" y="132"/>
                  </a:cubicBezTo>
                  <a:cubicBezTo>
                    <a:pt x="19" y="131"/>
                    <a:pt x="18" y="131"/>
                    <a:pt x="17" y="131"/>
                  </a:cubicBezTo>
                  <a:cubicBezTo>
                    <a:pt x="17" y="131"/>
                    <a:pt x="17" y="131"/>
                    <a:pt x="17" y="131"/>
                  </a:cubicBezTo>
                  <a:cubicBezTo>
                    <a:pt x="15" y="131"/>
                    <a:pt x="13" y="131"/>
                    <a:pt x="11" y="132"/>
                  </a:cubicBezTo>
                  <a:cubicBezTo>
                    <a:pt x="11" y="132"/>
                    <a:pt x="11" y="132"/>
                    <a:pt x="11" y="132"/>
                  </a:cubicBezTo>
                  <a:cubicBezTo>
                    <a:pt x="11" y="132"/>
                    <a:pt x="10" y="132"/>
                    <a:pt x="10" y="132"/>
                  </a:cubicBezTo>
                  <a:cubicBezTo>
                    <a:pt x="9" y="132"/>
                    <a:pt x="8" y="134"/>
                    <a:pt x="7" y="135"/>
                  </a:cubicBezTo>
                  <a:cubicBezTo>
                    <a:pt x="7" y="136"/>
                    <a:pt x="7" y="137"/>
                    <a:pt x="7" y="138"/>
                  </a:cubicBezTo>
                  <a:cubicBezTo>
                    <a:pt x="6" y="141"/>
                    <a:pt x="5" y="143"/>
                    <a:pt x="5" y="145"/>
                  </a:cubicBezTo>
                  <a:cubicBezTo>
                    <a:pt x="4" y="149"/>
                    <a:pt x="2" y="153"/>
                    <a:pt x="1" y="156"/>
                  </a:cubicBezTo>
                  <a:cubicBezTo>
                    <a:pt x="1" y="158"/>
                    <a:pt x="0" y="159"/>
                    <a:pt x="1" y="161"/>
                  </a:cubicBezTo>
                  <a:cubicBezTo>
                    <a:pt x="1" y="162"/>
                    <a:pt x="1" y="162"/>
                    <a:pt x="2" y="162"/>
                  </a:cubicBezTo>
                  <a:cubicBezTo>
                    <a:pt x="2" y="163"/>
                    <a:pt x="2" y="163"/>
                    <a:pt x="2" y="163"/>
                  </a:cubicBezTo>
                  <a:cubicBezTo>
                    <a:pt x="2" y="164"/>
                    <a:pt x="2" y="165"/>
                    <a:pt x="3" y="165"/>
                  </a:cubicBezTo>
                  <a:cubicBezTo>
                    <a:pt x="3" y="166"/>
                    <a:pt x="3" y="167"/>
                    <a:pt x="4" y="168"/>
                  </a:cubicBezTo>
                  <a:cubicBezTo>
                    <a:pt x="4" y="168"/>
                    <a:pt x="5" y="168"/>
                    <a:pt x="5" y="168"/>
                  </a:cubicBezTo>
                  <a:cubicBezTo>
                    <a:pt x="5" y="168"/>
                    <a:pt x="5" y="168"/>
                    <a:pt x="6" y="168"/>
                  </a:cubicBezTo>
                  <a:cubicBezTo>
                    <a:pt x="6" y="169"/>
                    <a:pt x="7" y="169"/>
                    <a:pt x="8" y="169"/>
                  </a:cubicBezTo>
                  <a:cubicBezTo>
                    <a:pt x="9" y="169"/>
                    <a:pt x="9" y="169"/>
                    <a:pt x="10" y="169"/>
                  </a:cubicBezTo>
                  <a:cubicBezTo>
                    <a:pt x="11" y="169"/>
                    <a:pt x="12" y="170"/>
                    <a:pt x="13" y="169"/>
                  </a:cubicBezTo>
                  <a:cubicBezTo>
                    <a:pt x="13" y="169"/>
                    <a:pt x="13" y="168"/>
                    <a:pt x="13" y="167"/>
                  </a:cubicBezTo>
                  <a:cubicBezTo>
                    <a:pt x="14" y="167"/>
                    <a:pt x="14" y="167"/>
                    <a:pt x="15" y="167"/>
                  </a:cubicBezTo>
                  <a:cubicBezTo>
                    <a:pt x="15" y="166"/>
                    <a:pt x="15" y="165"/>
                    <a:pt x="16" y="165"/>
                  </a:cubicBezTo>
                  <a:cubicBezTo>
                    <a:pt x="17" y="162"/>
                    <a:pt x="18" y="159"/>
                    <a:pt x="19" y="157"/>
                  </a:cubicBezTo>
                  <a:cubicBezTo>
                    <a:pt x="19" y="156"/>
                    <a:pt x="20" y="155"/>
                    <a:pt x="20" y="153"/>
                  </a:cubicBezTo>
                  <a:cubicBezTo>
                    <a:pt x="20" y="153"/>
                    <a:pt x="20" y="153"/>
                    <a:pt x="20" y="152"/>
                  </a:cubicBezTo>
                  <a:cubicBezTo>
                    <a:pt x="21" y="153"/>
                    <a:pt x="21" y="153"/>
                    <a:pt x="22" y="153"/>
                  </a:cubicBezTo>
                  <a:cubicBezTo>
                    <a:pt x="23" y="153"/>
                    <a:pt x="23" y="153"/>
                    <a:pt x="23" y="153"/>
                  </a:cubicBezTo>
                  <a:cubicBezTo>
                    <a:pt x="24" y="154"/>
                    <a:pt x="25" y="154"/>
                    <a:pt x="26" y="154"/>
                  </a:cubicBezTo>
                  <a:cubicBezTo>
                    <a:pt x="26" y="154"/>
                    <a:pt x="26" y="154"/>
                    <a:pt x="26" y="154"/>
                  </a:cubicBezTo>
                  <a:cubicBezTo>
                    <a:pt x="25" y="155"/>
                    <a:pt x="24" y="156"/>
                    <a:pt x="24" y="158"/>
                  </a:cubicBezTo>
                  <a:cubicBezTo>
                    <a:pt x="24" y="159"/>
                    <a:pt x="24" y="160"/>
                    <a:pt x="25" y="161"/>
                  </a:cubicBezTo>
                  <a:cubicBezTo>
                    <a:pt x="25" y="162"/>
                    <a:pt x="26" y="163"/>
                    <a:pt x="26" y="164"/>
                  </a:cubicBezTo>
                  <a:cubicBezTo>
                    <a:pt x="26" y="164"/>
                    <a:pt x="26" y="164"/>
                    <a:pt x="27" y="164"/>
                  </a:cubicBezTo>
                  <a:cubicBezTo>
                    <a:pt x="27" y="165"/>
                    <a:pt x="28" y="164"/>
                    <a:pt x="27" y="164"/>
                  </a:cubicBezTo>
                  <a:cubicBezTo>
                    <a:pt x="27" y="164"/>
                    <a:pt x="27" y="164"/>
                    <a:pt x="27" y="164"/>
                  </a:cubicBezTo>
                  <a:cubicBezTo>
                    <a:pt x="27" y="163"/>
                    <a:pt x="27" y="163"/>
                    <a:pt x="27" y="163"/>
                  </a:cubicBezTo>
                  <a:cubicBezTo>
                    <a:pt x="27" y="163"/>
                    <a:pt x="27" y="164"/>
                    <a:pt x="28" y="164"/>
                  </a:cubicBezTo>
                  <a:cubicBezTo>
                    <a:pt x="28" y="165"/>
                    <a:pt x="29" y="165"/>
                    <a:pt x="29" y="164"/>
                  </a:cubicBezTo>
                  <a:cubicBezTo>
                    <a:pt x="29" y="162"/>
                    <a:pt x="27" y="160"/>
                    <a:pt x="27" y="158"/>
                  </a:cubicBezTo>
                  <a:cubicBezTo>
                    <a:pt x="27" y="157"/>
                    <a:pt x="27" y="157"/>
                    <a:pt x="27" y="157"/>
                  </a:cubicBezTo>
                  <a:cubicBezTo>
                    <a:pt x="27" y="156"/>
                    <a:pt x="27" y="156"/>
                    <a:pt x="28" y="156"/>
                  </a:cubicBezTo>
                  <a:cubicBezTo>
                    <a:pt x="28" y="156"/>
                    <a:pt x="29" y="156"/>
                    <a:pt x="30" y="155"/>
                  </a:cubicBezTo>
                  <a:cubicBezTo>
                    <a:pt x="31" y="155"/>
                    <a:pt x="32" y="154"/>
                    <a:pt x="33" y="154"/>
                  </a:cubicBezTo>
                  <a:cubicBezTo>
                    <a:pt x="35" y="153"/>
                    <a:pt x="36" y="153"/>
                    <a:pt x="37" y="152"/>
                  </a:cubicBezTo>
                  <a:cubicBezTo>
                    <a:pt x="37" y="152"/>
                    <a:pt x="38" y="151"/>
                    <a:pt x="39" y="152"/>
                  </a:cubicBezTo>
                  <a:cubicBezTo>
                    <a:pt x="40" y="152"/>
                    <a:pt x="40" y="153"/>
                    <a:pt x="41" y="154"/>
                  </a:cubicBezTo>
                  <a:cubicBezTo>
                    <a:pt x="41" y="155"/>
                    <a:pt x="41" y="156"/>
                    <a:pt x="42" y="157"/>
                  </a:cubicBezTo>
                  <a:cubicBezTo>
                    <a:pt x="42" y="157"/>
                    <a:pt x="43" y="157"/>
                    <a:pt x="42" y="157"/>
                  </a:cubicBezTo>
                  <a:cubicBezTo>
                    <a:pt x="42" y="155"/>
                    <a:pt x="41" y="154"/>
                    <a:pt x="41" y="152"/>
                  </a:cubicBezTo>
                  <a:cubicBezTo>
                    <a:pt x="40" y="152"/>
                    <a:pt x="40" y="151"/>
                    <a:pt x="39" y="151"/>
                  </a:cubicBezTo>
                  <a:cubicBezTo>
                    <a:pt x="40" y="151"/>
                    <a:pt x="41" y="151"/>
                    <a:pt x="41" y="151"/>
                  </a:cubicBezTo>
                  <a:cubicBezTo>
                    <a:pt x="41" y="151"/>
                    <a:pt x="42" y="152"/>
                    <a:pt x="42" y="152"/>
                  </a:cubicBezTo>
                  <a:cubicBezTo>
                    <a:pt x="42" y="153"/>
                    <a:pt x="42" y="154"/>
                    <a:pt x="42" y="154"/>
                  </a:cubicBezTo>
                  <a:cubicBezTo>
                    <a:pt x="43" y="156"/>
                    <a:pt x="43" y="157"/>
                    <a:pt x="43" y="159"/>
                  </a:cubicBezTo>
                  <a:cubicBezTo>
                    <a:pt x="44" y="159"/>
                    <a:pt x="44" y="159"/>
                    <a:pt x="44" y="159"/>
                  </a:cubicBezTo>
                  <a:cubicBezTo>
                    <a:pt x="44" y="157"/>
                    <a:pt x="44" y="155"/>
                    <a:pt x="43" y="154"/>
                  </a:cubicBezTo>
                  <a:cubicBezTo>
                    <a:pt x="43" y="153"/>
                    <a:pt x="43" y="152"/>
                    <a:pt x="43" y="152"/>
                  </a:cubicBezTo>
                  <a:cubicBezTo>
                    <a:pt x="42" y="150"/>
                    <a:pt x="42" y="148"/>
                    <a:pt x="40" y="149"/>
                  </a:cubicBezTo>
                  <a:cubicBezTo>
                    <a:pt x="40" y="149"/>
                    <a:pt x="39" y="149"/>
                    <a:pt x="39" y="149"/>
                  </a:cubicBezTo>
                  <a:cubicBezTo>
                    <a:pt x="38" y="150"/>
                    <a:pt x="38" y="150"/>
                    <a:pt x="38" y="150"/>
                  </a:cubicBezTo>
                  <a:cubicBezTo>
                    <a:pt x="37" y="150"/>
                    <a:pt x="37" y="150"/>
                    <a:pt x="36" y="150"/>
                  </a:cubicBezTo>
                  <a:cubicBezTo>
                    <a:pt x="35" y="151"/>
                    <a:pt x="33" y="151"/>
                    <a:pt x="32" y="152"/>
                  </a:cubicBezTo>
                  <a:cubicBezTo>
                    <a:pt x="32" y="152"/>
                    <a:pt x="32" y="152"/>
                    <a:pt x="32" y="152"/>
                  </a:cubicBezTo>
                  <a:cubicBezTo>
                    <a:pt x="32" y="151"/>
                    <a:pt x="32" y="149"/>
                    <a:pt x="33" y="148"/>
                  </a:cubicBezTo>
                  <a:cubicBezTo>
                    <a:pt x="33" y="148"/>
                    <a:pt x="33" y="148"/>
                    <a:pt x="33" y="148"/>
                  </a:cubicBezTo>
                  <a:cubicBezTo>
                    <a:pt x="33" y="148"/>
                    <a:pt x="33" y="148"/>
                    <a:pt x="33" y="147"/>
                  </a:cubicBezTo>
                  <a:cubicBezTo>
                    <a:pt x="33" y="147"/>
                    <a:pt x="33" y="147"/>
                    <a:pt x="33" y="147"/>
                  </a:cubicBezTo>
                  <a:cubicBezTo>
                    <a:pt x="34" y="146"/>
                    <a:pt x="34" y="146"/>
                    <a:pt x="34" y="145"/>
                  </a:cubicBezTo>
                  <a:cubicBezTo>
                    <a:pt x="35" y="144"/>
                    <a:pt x="35" y="142"/>
                    <a:pt x="36" y="141"/>
                  </a:cubicBezTo>
                  <a:cubicBezTo>
                    <a:pt x="37" y="138"/>
                    <a:pt x="38" y="136"/>
                    <a:pt x="39" y="133"/>
                  </a:cubicBezTo>
                  <a:cubicBezTo>
                    <a:pt x="40" y="131"/>
                    <a:pt x="40" y="129"/>
                    <a:pt x="41" y="128"/>
                  </a:cubicBezTo>
                  <a:cubicBezTo>
                    <a:pt x="41" y="128"/>
                    <a:pt x="41" y="127"/>
                    <a:pt x="41" y="127"/>
                  </a:cubicBezTo>
                  <a:cubicBezTo>
                    <a:pt x="41" y="127"/>
                    <a:pt x="41" y="127"/>
                    <a:pt x="41" y="127"/>
                  </a:cubicBezTo>
                  <a:cubicBezTo>
                    <a:pt x="41" y="126"/>
                    <a:pt x="41" y="126"/>
                    <a:pt x="42" y="125"/>
                  </a:cubicBezTo>
                  <a:cubicBezTo>
                    <a:pt x="42" y="123"/>
                    <a:pt x="43" y="121"/>
                    <a:pt x="43" y="118"/>
                  </a:cubicBezTo>
                  <a:cubicBezTo>
                    <a:pt x="44" y="118"/>
                    <a:pt x="44" y="117"/>
                    <a:pt x="44" y="116"/>
                  </a:cubicBezTo>
                  <a:cubicBezTo>
                    <a:pt x="44" y="115"/>
                    <a:pt x="44" y="115"/>
                    <a:pt x="44" y="114"/>
                  </a:cubicBezTo>
                  <a:cubicBezTo>
                    <a:pt x="44" y="114"/>
                    <a:pt x="44" y="114"/>
                    <a:pt x="44" y="114"/>
                  </a:cubicBezTo>
                  <a:cubicBezTo>
                    <a:pt x="44" y="114"/>
                    <a:pt x="44" y="114"/>
                    <a:pt x="44" y="114"/>
                  </a:cubicBezTo>
                  <a:cubicBezTo>
                    <a:pt x="45" y="113"/>
                    <a:pt x="44" y="113"/>
                    <a:pt x="44" y="113"/>
                  </a:cubicBezTo>
                  <a:cubicBezTo>
                    <a:pt x="44" y="113"/>
                    <a:pt x="44" y="113"/>
                    <a:pt x="44" y="113"/>
                  </a:cubicBezTo>
                  <a:cubicBezTo>
                    <a:pt x="44" y="113"/>
                    <a:pt x="44" y="113"/>
                    <a:pt x="44" y="113"/>
                  </a:cubicBezTo>
                  <a:cubicBezTo>
                    <a:pt x="44" y="113"/>
                    <a:pt x="44" y="113"/>
                    <a:pt x="44" y="113"/>
                  </a:cubicBezTo>
                  <a:cubicBezTo>
                    <a:pt x="44" y="113"/>
                    <a:pt x="44" y="113"/>
                    <a:pt x="44" y="112"/>
                  </a:cubicBezTo>
                  <a:cubicBezTo>
                    <a:pt x="44" y="112"/>
                    <a:pt x="44" y="112"/>
                    <a:pt x="44" y="111"/>
                  </a:cubicBezTo>
                  <a:cubicBezTo>
                    <a:pt x="44" y="112"/>
                    <a:pt x="44" y="112"/>
                    <a:pt x="45" y="112"/>
                  </a:cubicBezTo>
                  <a:cubicBezTo>
                    <a:pt x="46" y="113"/>
                    <a:pt x="47" y="113"/>
                    <a:pt x="48" y="113"/>
                  </a:cubicBezTo>
                  <a:cubicBezTo>
                    <a:pt x="49" y="113"/>
                    <a:pt x="50" y="114"/>
                    <a:pt x="51" y="114"/>
                  </a:cubicBezTo>
                  <a:cubicBezTo>
                    <a:pt x="53" y="115"/>
                    <a:pt x="56" y="115"/>
                    <a:pt x="58" y="115"/>
                  </a:cubicBezTo>
                  <a:cubicBezTo>
                    <a:pt x="59" y="115"/>
                    <a:pt x="60" y="115"/>
                    <a:pt x="61" y="115"/>
                  </a:cubicBezTo>
                  <a:cubicBezTo>
                    <a:pt x="63" y="115"/>
                    <a:pt x="64" y="115"/>
                    <a:pt x="65" y="115"/>
                  </a:cubicBezTo>
                  <a:cubicBezTo>
                    <a:pt x="65" y="115"/>
                    <a:pt x="65" y="116"/>
                    <a:pt x="66" y="116"/>
                  </a:cubicBezTo>
                  <a:cubicBezTo>
                    <a:pt x="66" y="116"/>
                    <a:pt x="66" y="116"/>
                    <a:pt x="66" y="116"/>
                  </a:cubicBezTo>
                  <a:cubicBezTo>
                    <a:pt x="66" y="116"/>
                    <a:pt x="66" y="116"/>
                    <a:pt x="66" y="116"/>
                  </a:cubicBezTo>
                  <a:cubicBezTo>
                    <a:pt x="66" y="116"/>
                    <a:pt x="66" y="116"/>
                    <a:pt x="66" y="116"/>
                  </a:cubicBezTo>
                  <a:cubicBezTo>
                    <a:pt x="68" y="114"/>
                    <a:pt x="69" y="112"/>
                    <a:pt x="69" y="110"/>
                  </a:cubicBezTo>
                  <a:cubicBezTo>
                    <a:pt x="70" y="107"/>
                    <a:pt x="71" y="105"/>
                    <a:pt x="72" y="102"/>
                  </a:cubicBezTo>
                  <a:cubicBezTo>
                    <a:pt x="72" y="100"/>
                    <a:pt x="73" y="99"/>
                    <a:pt x="74" y="97"/>
                  </a:cubicBezTo>
                  <a:cubicBezTo>
                    <a:pt x="74" y="97"/>
                    <a:pt x="74" y="97"/>
                    <a:pt x="74" y="96"/>
                  </a:cubicBezTo>
                  <a:cubicBezTo>
                    <a:pt x="74" y="96"/>
                    <a:pt x="74" y="96"/>
                    <a:pt x="74" y="96"/>
                  </a:cubicBezTo>
                  <a:cubicBezTo>
                    <a:pt x="74" y="95"/>
                    <a:pt x="74" y="95"/>
                    <a:pt x="74" y="95"/>
                  </a:cubicBezTo>
                  <a:cubicBezTo>
                    <a:pt x="75" y="93"/>
                    <a:pt x="76" y="90"/>
                    <a:pt x="77" y="88"/>
                  </a:cubicBezTo>
                  <a:cubicBezTo>
                    <a:pt x="77" y="87"/>
                    <a:pt x="77" y="87"/>
                    <a:pt x="78" y="86"/>
                  </a:cubicBezTo>
                  <a:cubicBezTo>
                    <a:pt x="78" y="85"/>
                    <a:pt x="78" y="84"/>
                    <a:pt x="78" y="83"/>
                  </a:cubicBezTo>
                  <a:cubicBezTo>
                    <a:pt x="78" y="83"/>
                    <a:pt x="78" y="83"/>
                    <a:pt x="78" y="83"/>
                  </a:cubicBezTo>
                  <a:cubicBezTo>
                    <a:pt x="78" y="83"/>
                    <a:pt x="79" y="83"/>
                    <a:pt x="79" y="83"/>
                  </a:cubicBezTo>
                  <a:cubicBezTo>
                    <a:pt x="79" y="82"/>
                    <a:pt x="80" y="82"/>
                    <a:pt x="81" y="83"/>
                  </a:cubicBezTo>
                  <a:cubicBezTo>
                    <a:pt x="81" y="83"/>
                    <a:pt x="81" y="83"/>
                    <a:pt x="81" y="83"/>
                  </a:cubicBezTo>
                  <a:cubicBezTo>
                    <a:pt x="81" y="83"/>
                    <a:pt x="82" y="83"/>
                    <a:pt x="82" y="84"/>
                  </a:cubicBezTo>
                  <a:cubicBezTo>
                    <a:pt x="82" y="84"/>
                    <a:pt x="83" y="84"/>
                    <a:pt x="82" y="83"/>
                  </a:cubicBezTo>
                  <a:cubicBezTo>
                    <a:pt x="82" y="83"/>
                    <a:pt x="82" y="83"/>
                    <a:pt x="82" y="83"/>
                  </a:cubicBezTo>
                  <a:cubicBezTo>
                    <a:pt x="86" y="84"/>
                    <a:pt x="89" y="85"/>
                    <a:pt x="93" y="86"/>
                  </a:cubicBezTo>
                  <a:cubicBezTo>
                    <a:pt x="94" y="86"/>
                    <a:pt x="96" y="87"/>
                    <a:pt x="98" y="87"/>
                  </a:cubicBezTo>
                  <a:cubicBezTo>
                    <a:pt x="99" y="88"/>
                    <a:pt x="100" y="88"/>
                    <a:pt x="102" y="88"/>
                  </a:cubicBezTo>
                  <a:cubicBezTo>
                    <a:pt x="102" y="88"/>
                    <a:pt x="102" y="88"/>
                    <a:pt x="102" y="88"/>
                  </a:cubicBezTo>
                  <a:cubicBezTo>
                    <a:pt x="102" y="88"/>
                    <a:pt x="102" y="89"/>
                    <a:pt x="103" y="89"/>
                  </a:cubicBezTo>
                  <a:cubicBezTo>
                    <a:pt x="103" y="89"/>
                    <a:pt x="103" y="89"/>
                    <a:pt x="103" y="89"/>
                  </a:cubicBezTo>
                  <a:cubicBezTo>
                    <a:pt x="103" y="89"/>
                    <a:pt x="104" y="89"/>
                    <a:pt x="104" y="89"/>
                  </a:cubicBezTo>
                  <a:cubicBezTo>
                    <a:pt x="104" y="89"/>
                    <a:pt x="104" y="89"/>
                    <a:pt x="104" y="88"/>
                  </a:cubicBezTo>
                  <a:cubicBezTo>
                    <a:pt x="104" y="88"/>
                    <a:pt x="105" y="87"/>
                    <a:pt x="105" y="86"/>
                  </a:cubicBezTo>
                  <a:cubicBezTo>
                    <a:pt x="105" y="85"/>
                    <a:pt x="106" y="84"/>
                    <a:pt x="106" y="83"/>
                  </a:cubicBezTo>
                  <a:cubicBezTo>
                    <a:pt x="107" y="82"/>
                    <a:pt x="107" y="81"/>
                    <a:pt x="107" y="79"/>
                  </a:cubicBezTo>
                  <a:cubicBezTo>
                    <a:pt x="108" y="78"/>
                    <a:pt x="108" y="77"/>
                    <a:pt x="109" y="76"/>
                  </a:cubicBezTo>
                  <a:cubicBezTo>
                    <a:pt x="111" y="70"/>
                    <a:pt x="113" y="65"/>
                    <a:pt x="116" y="60"/>
                  </a:cubicBezTo>
                  <a:cubicBezTo>
                    <a:pt x="119" y="52"/>
                    <a:pt x="122" y="45"/>
                    <a:pt x="125" y="37"/>
                  </a:cubicBezTo>
                  <a:cubicBezTo>
                    <a:pt x="125" y="37"/>
                    <a:pt x="126" y="37"/>
                    <a:pt x="126" y="37"/>
                  </a:cubicBezTo>
                  <a:cubicBezTo>
                    <a:pt x="126" y="37"/>
                    <a:pt x="127" y="37"/>
                    <a:pt x="128" y="38"/>
                  </a:cubicBezTo>
                  <a:cubicBezTo>
                    <a:pt x="129" y="38"/>
                    <a:pt x="130" y="38"/>
                    <a:pt x="131" y="38"/>
                  </a:cubicBezTo>
                  <a:cubicBezTo>
                    <a:pt x="131" y="38"/>
                    <a:pt x="132" y="38"/>
                    <a:pt x="132" y="38"/>
                  </a:cubicBezTo>
                  <a:cubicBezTo>
                    <a:pt x="132" y="39"/>
                    <a:pt x="132" y="39"/>
                    <a:pt x="133" y="39"/>
                  </a:cubicBezTo>
                  <a:cubicBezTo>
                    <a:pt x="133" y="39"/>
                    <a:pt x="133" y="39"/>
                    <a:pt x="133" y="39"/>
                  </a:cubicBezTo>
                  <a:cubicBezTo>
                    <a:pt x="133" y="39"/>
                    <a:pt x="133" y="39"/>
                    <a:pt x="133" y="39"/>
                  </a:cubicBezTo>
                  <a:cubicBezTo>
                    <a:pt x="134" y="39"/>
                    <a:pt x="135" y="39"/>
                    <a:pt x="136" y="39"/>
                  </a:cubicBezTo>
                  <a:cubicBezTo>
                    <a:pt x="137" y="40"/>
                    <a:pt x="137" y="40"/>
                    <a:pt x="138" y="39"/>
                  </a:cubicBezTo>
                  <a:cubicBezTo>
                    <a:pt x="139" y="38"/>
                    <a:pt x="139" y="37"/>
                    <a:pt x="138" y="36"/>
                  </a:cubicBezTo>
                  <a:cubicBezTo>
                    <a:pt x="138" y="35"/>
                    <a:pt x="138" y="35"/>
                    <a:pt x="138" y="35"/>
                  </a:cubicBezTo>
                  <a:cubicBezTo>
                    <a:pt x="139" y="35"/>
                    <a:pt x="139" y="34"/>
                    <a:pt x="139" y="33"/>
                  </a:cubicBezTo>
                  <a:cubicBezTo>
                    <a:pt x="139" y="33"/>
                    <a:pt x="139" y="33"/>
                    <a:pt x="139" y="33"/>
                  </a:cubicBezTo>
                  <a:cubicBezTo>
                    <a:pt x="139" y="31"/>
                    <a:pt x="138" y="28"/>
                    <a:pt x="137" y="26"/>
                  </a:cubicBezTo>
                  <a:cubicBezTo>
                    <a:pt x="136" y="23"/>
                    <a:pt x="136" y="21"/>
                    <a:pt x="135" y="18"/>
                  </a:cubicBezTo>
                  <a:cubicBezTo>
                    <a:pt x="134" y="15"/>
                    <a:pt x="133" y="13"/>
                    <a:pt x="132" y="10"/>
                  </a:cubicBezTo>
                  <a:cubicBezTo>
                    <a:pt x="131" y="8"/>
                    <a:pt x="131" y="6"/>
                    <a:pt x="130" y="4"/>
                  </a:cubicBezTo>
                  <a:close/>
                  <a:moveTo>
                    <a:pt x="101" y="20"/>
                  </a:moveTo>
                  <a:cubicBezTo>
                    <a:pt x="101" y="21"/>
                    <a:pt x="101" y="21"/>
                    <a:pt x="101" y="21"/>
                  </a:cubicBezTo>
                  <a:cubicBezTo>
                    <a:pt x="101" y="21"/>
                    <a:pt x="101" y="21"/>
                    <a:pt x="101" y="21"/>
                  </a:cubicBezTo>
                  <a:cubicBezTo>
                    <a:pt x="100" y="21"/>
                    <a:pt x="100" y="21"/>
                    <a:pt x="101" y="20"/>
                  </a:cubicBezTo>
                  <a:close/>
                  <a:moveTo>
                    <a:pt x="106" y="25"/>
                  </a:moveTo>
                  <a:cubicBezTo>
                    <a:pt x="106" y="26"/>
                    <a:pt x="106" y="27"/>
                    <a:pt x="107" y="28"/>
                  </a:cubicBezTo>
                  <a:cubicBezTo>
                    <a:pt x="106" y="28"/>
                    <a:pt x="106" y="28"/>
                    <a:pt x="106" y="28"/>
                  </a:cubicBezTo>
                  <a:cubicBezTo>
                    <a:pt x="105" y="28"/>
                    <a:pt x="104" y="27"/>
                    <a:pt x="103" y="28"/>
                  </a:cubicBezTo>
                  <a:cubicBezTo>
                    <a:pt x="103" y="27"/>
                    <a:pt x="102" y="27"/>
                    <a:pt x="102" y="26"/>
                  </a:cubicBezTo>
                  <a:cubicBezTo>
                    <a:pt x="102" y="26"/>
                    <a:pt x="102" y="26"/>
                    <a:pt x="102" y="25"/>
                  </a:cubicBezTo>
                  <a:cubicBezTo>
                    <a:pt x="102" y="25"/>
                    <a:pt x="102" y="25"/>
                    <a:pt x="102" y="25"/>
                  </a:cubicBezTo>
                  <a:cubicBezTo>
                    <a:pt x="102" y="24"/>
                    <a:pt x="101" y="24"/>
                    <a:pt x="101" y="23"/>
                  </a:cubicBezTo>
                  <a:cubicBezTo>
                    <a:pt x="101" y="23"/>
                    <a:pt x="101" y="23"/>
                    <a:pt x="101" y="23"/>
                  </a:cubicBezTo>
                  <a:cubicBezTo>
                    <a:pt x="103" y="24"/>
                    <a:pt x="104" y="24"/>
                    <a:pt x="106" y="25"/>
                  </a:cubicBezTo>
                  <a:cubicBezTo>
                    <a:pt x="106" y="25"/>
                    <a:pt x="105" y="25"/>
                    <a:pt x="106" y="25"/>
                  </a:cubicBezTo>
                  <a:close/>
                  <a:moveTo>
                    <a:pt x="107" y="28"/>
                  </a:moveTo>
                  <a:cubicBezTo>
                    <a:pt x="107" y="28"/>
                    <a:pt x="108" y="28"/>
                    <a:pt x="107" y="28"/>
                  </a:cubicBezTo>
                  <a:cubicBezTo>
                    <a:pt x="107" y="27"/>
                    <a:pt x="107" y="26"/>
                    <a:pt x="106" y="25"/>
                  </a:cubicBezTo>
                  <a:cubicBezTo>
                    <a:pt x="106" y="25"/>
                    <a:pt x="106" y="25"/>
                    <a:pt x="106" y="25"/>
                  </a:cubicBezTo>
                  <a:cubicBezTo>
                    <a:pt x="106" y="25"/>
                    <a:pt x="107" y="25"/>
                    <a:pt x="107" y="25"/>
                  </a:cubicBezTo>
                  <a:cubicBezTo>
                    <a:pt x="107" y="25"/>
                    <a:pt x="107" y="24"/>
                    <a:pt x="107" y="24"/>
                  </a:cubicBezTo>
                  <a:cubicBezTo>
                    <a:pt x="106" y="24"/>
                    <a:pt x="105" y="23"/>
                    <a:pt x="104" y="23"/>
                  </a:cubicBezTo>
                  <a:cubicBezTo>
                    <a:pt x="105" y="23"/>
                    <a:pt x="106" y="24"/>
                    <a:pt x="106" y="24"/>
                  </a:cubicBezTo>
                  <a:cubicBezTo>
                    <a:pt x="108" y="24"/>
                    <a:pt x="110" y="25"/>
                    <a:pt x="111" y="26"/>
                  </a:cubicBezTo>
                  <a:cubicBezTo>
                    <a:pt x="112" y="26"/>
                    <a:pt x="112" y="25"/>
                    <a:pt x="112" y="25"/>
                  </a:cubicBezTo>
                  <a:cubicBezTo>
                    <a:pt x="110" y="24"/>
                    <a:pt x="108" y="23"/>
                    <a:pt x="106" y="23"/>
                  </a:cubicBezTo>
                  <a:cubicBezTo>
                    <a:pt x="105" y="22"/>
                    <a:pt x="104" y="22"/>
                    <a:pt x="103" y="22"/>
                  </a:cubicBezTo>
                  <a:cubicBezTo>
                    <a:pt x="103" y="22"/>
                    <a:pt x="102" y="21"/>
                    <a:pt x="102" y="21"/>
                  </a:cubicBezTo>
                  <a:cubicBezTo>
                    <a:pt x="101" y="20"/>
                    <a:pt x="102" y="20"/>
                    <a:pt x="102" y="20"/>
                  </a:cubicBezTo>
                  <a:cubicBezTo>
                    <a:pt x="103" y="19"/>
                    <a:pt x="105" y="18"/>
                    <a:pt x="106" y="17"/>
                  </a:cubicBezTo>
                  <a:cubicBezTo>
                    <a:pt x="107" y="17"/>
                    <a:pt x="108" y="16"/>
                    <a:pt x="108" y="16"/>
                  </a:cubicBezTo>
                  <a:cubicBezTo>
                    <a:pt x="109" y="15"/>
                    <a:pt x="109" y="15"/>
                    <a:pt x="110" y="15"/>
                  </a:cubicBezTo>
                  <a:cubicBezTo>
                    <a:pt x="108" y="16"/>
                    <a:pt x="106" y="18"/>
                    <a:pt x="104" y="19"/>
                  </a:cubicBezTo>
                  <a:cubicBezTo>
                    <a:pt x="104" y="20"/>
                    <a:pt x="103" y="20"/>
                    <a:pt x="103" y="21"/>
                  </a:cubicBezTo>
                  <a:cubicBezTo>
                    <a:pt x="103" y="21"/>
                    <a:pt x="103" y="22"/>
                    <a:pt x="104" y="22"/>
                  </a:cubicBezTo>
                  <a:cubicBezTo>
                    <a:pt x="105" y="22"/>
                    <a:pt x="106" y="22"/>
                    <a:pt x="107" y="22"/>
                  </a:cubicBezTo>
                  <a:cubicBezTo>
                    <a:pt x="108" y="23"/>
                    <a:pt x="109" y="23"/>
                    <a:pt x="110" y="24"/>
                  </a:cubicBezTo>
                  <a:cubicBezTo>
                    <a:pt x="111" y="24"/>
                    <a:pt x="112" y="25"/>
                    <a:pt x="112" y="26"/>
                  </a:cubicBezTo>
                  <a:cubicBezTo>
                    <a:pt x="111" y="27"/>
                    <a:pt x="111" y="28"/>
                    <a:pt x="110" y="29"/>
                  </a:cubicBezTo>
                  <a:cubicBezTo>
                    <a:pt x="110" y="29"/>
                    <a:pt x="110" y="30"/>
                    <a:pt x="109" y="30"/>
                  </a:cubicBezTo>
                  <a:cubicBezTo>
                    <a:pt x="109" y="30"/>
                    <a:pt x="110" y="30"/>
                    <a:pt x="110" y="30"/>
                  </a:cubicBezTo>
                  <a:cubicBezTo>
                    <a:pt x="110" y="29"/>
                    <a:pt x="110" y="29"/>
                    <a:pt x="110" y="29"/>
                  </a:cubicBezTo>
                  <a:cubicBezTo>
                    <a:pt x="109" y="29"/>
                    <a:pt x="109" y="29"/>
                    <a:pt x="109" y="29"/>
                  </a:cubicBezTo>
                  <a:cubicBezTo>
                    <a:pt x="109" y="29"/>
                    <a:pt x="109" y="29"/>
                    <a:pt x="108" y="29"/>
                  </a:cubicBezTo>
                  <a:cubicBezTo>
                    <a:pt x="108" y="29"/>
                    <a:pt x="108" y="28"/>
                    <a:pt x="107" y="28"/>
                  </a:cubicBezTo>
                  <a:close/>
                  <a:moveTo>
                    <a:pt x="97" y="58"/>
                  </a:moveTo>
                  <a:cubicBezTo>
                    <a:pt x="97" y="58"/>
                    <a:pt x="96" y="59"/>
                    <a:pt x="96" y="59"/>
                  </a:cubicBezTo>
                  <a:cubicBezTo>
                    <a:pt x="96" y="60"/>
                    <a:pt x="96" y="60"/>
                    <a:pt x="96" y="60"/>
                  </a:cubicBezTo>
                  <a:cubicBezTo>
                    <a:pt x="96" y="59"/>
                    <a:pt x="97" y="59"/>
                    <a:pt x="97" y="58"/>
                  </a:cubicBezTo>
                  <a:close/>
                  <a:moveTo>
                    <a:pt x="82" y="66"/>
                  </a:moveTo>
                  <a:cubicBezTo>
                    <a:pt x="82" y="66"/>
                    <a:pt x="83" y="67"/>
                    <a:pt x="83" y="67"/>
                  </a:cubicBezTo>
                  <a:cubicBezTo>
                    <a:pt x="83" y="67"/>
                    <a:pt x="84" y="67"/>
                    <a:pt x="84" y="67"/>
                  </a:cubicBezTo>
                  <a:cubicBezTo>
                    <a:pt x="83" y="67"/>
                    <a:pt x="82" y="67"/>
                    <a:pt x="82" y="66"/>
                  </a:cubicBezTo>
                  <a:cubicBezTo>
                    <a:pt x="82" y="66"/>
                    <a:pt x="82" y="66"/>
                    <a:pt x="82" y="66"/>
                  </a:cubicBezTo>
                  <a:close/>
                  <a:moveTo>
                    <a:pt x="89" y="69"/>
                  </a:moveTo>
                  <a:cubicBezTo>
                    <a:pt x="89" y="69"/>
                    <a:pt x="89" y="69"/>
                    <a:pt x="89" y="69"/>
                  </a:cubicBezTo>
                  <a:cubicBezTo>
                    <a:pt x="89" y="69"/>
                    <a:pt x="89" y="69"/>
                    <a:pt x="89" y="69"/>
                  </a:cubicBezTo>
                  <a:cubicBezTo>
                    <a:pt x="89" y="69"/>
                    <a:pt x="89" y="69"/>
                    <a:pt x="89" y="69"/>
                  </a:cubicBezTo>
                  <a:cubicBezTo>
                    <a:pt x="90" y="69"/>
                    <a:pt x="90" y="69"/>
                    <a:pt x="90" y="68"/>
                  </a:cubicBezTo>
                  <a:cubicBezTo>
                    <a:pt x="90" y="68"/>
                    <a:pt x="90" y="68"/>
                    <a:pt x="91" y="68"/>
                  </a:cubicBezTo>
                  <a:cubicBezTo>
                    <a:pt x="92" y="68"/>
                    <a:pt x="93" y="67"/>
                    <a:pt x="94" y="65"/>
                  </a:cubicBezTo>
                  <a:cubicBezTo>
                    <a:pt x="93" y="67"/>
                    <a:pt x="92" y="69"/>
                    <a:pt x="91" y="70"/>
                  </a:cubicBezTo>
                  <a:cubicBezTo>
                    <a:pt x="89" y="70"/>
                    <a:pt x="87" y="69"/>
                    <a:pt x="85" y="69"/>
                  </a:cubicBezTo>
                  <a:cubicBezTo>
                    <a:pt x="84" y="68"/>
                    <a:pt x="83" y="68"/>
                    <a:pt x="82" y="67"/>
                  </a:cubicBezTo>
                  <a:cubicBezTo>
                    <a:pt x="84" y="68"/>
                    <a:pt x="87" y="69"/>
                    <a:pt x="89" y="69"/>
                  </a:cubicBezTo>
                  <a:close/>
                  <a:moveTo>
                    <a:pt x="61" y="71"/>
                  </a:moveTo>
                  <a:cubicBezTo>
                    <a:pt x="61" y="68"/>
                    <a:pt x="61" y="61"/>
                    <a:pt x="66" y="62"/>
                  </a:cubicBezTo>
                  <a:cubicBezTo>
                    <a:pt x="67" y="62"/>
                    <a:pt x="67" y="62"/>
                    <a:pt x="68" y="63"/>
                  </a:cubicBezTo>
                  <a:cubicBezTo>
                    <a:pt x="67" y="63"/>
                    <a:pt x="66" y="63"/>
                    <a:pt x="66" y="63"/>
                  </a:cubicBezTo>
                  <a:cubicBezTo>
                    <a:pt x="64" y="64"/>
                    <a:pt x="64" y="65"/>
                    <a:pt x="63" y="67"/>
                  </a:cubicBezTo>
                  <a:cubicBezTo>
                    <a:pt x="63" y="67"/>
                    <a:pt x="63" y="68"/>
                    <a:pt x="63" y="68"/>
                  </a:cubicBezTo>
                  <a:cubicBezTo>
                    <a:pt x="63" y="68"/>
                    <a:pt x="63" y="68"/>
                    <a:pt x="63" y="68"/>
                  </a:cubicBezTo>
                  <a:cubicBezTo>
                    <a:pt x="62" y="69"/>
                    <a:pt x="61" y="71"/>
                    <a:pt x="61" y="72"/>
                  </a:cubicBezTo>
                  <a:cubicBezTo>
                    <a:pt x="61" y="72"/>
                    <a:pt x="61" y="71"/>
                    <a:pt x="61" y="71"/>
                  </a:cubicBezTo>
                  <a:close/>
                  <a:moveTo>
                    <a:pt x="60" y="76"/>
                  </a:moveTo>
                  <a:cubicBezTo>
                    <a:pt x="60" y="76"/>
                    <a:pt x="60" y="76"/>
                    <a:pt x="60" y="76"/>
                  </a:cubicBezTo>
                  <a:cubicBezTo>
                    <a:pt x="61" y="74"/>
                    <a:pt x="62" y="72"/>
                    <a:pt x="62" y="70"/>
                  </a:cubicBezTo>
                  <a:cubicBezTo>
                    <a:pt x="62" y="70"/>
                    <a:pt x="62" y="71"/>
                    <a:pt x="62" y="71"/>
                  </a:cubicBezTo>
                  <a:cubicBezTo>
                    <a:pt x="62" y="72"/>
                    <a:pt x="62" y="73"/>
                    <a:pt x="61" y="74"/>
                  </a:cubicBezTo>
                  <a:cubicBezTo>
                    <a:pt x="61" y="76"/>
                    <a:pt x="60" y="77"/>
                    <a:pt x="60" y="79"/>
                  </a:cubicBezTo>
                  <a:cubicBezTo>
                    <a:pt x="60" y="78"/>
                    <a:pt x="60" y="77"/>
                    <a:pt x="60" y="76"/>
                  </a:cubicBezTo>
                  <a:close/>
                  <a:moveTo>
                    <a:pt x="54" y="99"/>
                  </a:moveTo>
                  <a:cubicBezTo>
                    <a:pt x="53" y="99"/>
                    <a:pt x="53" y="99"/>
                    <a:pt x="52" y="99"/>
                  </a:cubicBezTo>
                  <a:cubicBezTo>
                    <a:pt x="52" y="99"/>
                    <a:pt x="52" y="99"/>
                    <a:pt x="51" y="99"/>
                  </a:cubicBezTo>
                  <a:cubicBezTo>
                    <a:pt x="52" y="99"/>
                    <a:pt x="53" y="99"/>
                    <a:pt x="54" y="99"/>
                  </a:cubicBezTo>
                  <a:close/>
                  <a:moveTo>
                    <a:pt x="47" y="99"/>
                  </a:moveTo>
                  <a:cubicBezTo>
                    <a:pt x="47" y="99"/>
                    <a:pt x="48" y="99"/>
                    <a:pt x="48" y="100"/>
                  </a:cubicBezTo>
                  <a:cubicBezTo>
                    <a:pt x="48" y="100"/>
                    <a:pt x="49" y="100"/>
                    <a:pt x="49" y="100"/>
                  </a:cubicBezTo>
                  <a:cubicBezTo>
                    <a:pt x="47" y="100"/>
                    <a:pt x="46" y="99"/>
                    <a:pt x="45" y="99"/>
                  </a:cubicBezTo>
                  <a:cubicBezTo>
                    <a:pt x="46" y="99"/>
                    <a:pt x="46" y="99"/>
                    <a:pt x="47" y="99"/>
                  </a:cubicBezTo>
                  <a:close/>
                  <a:moveTo>
                    <a:pt x="33" y="95"/>
                  </a:moveTo>
                  <a:cubicBezTo>
                    <a:pt x="34" y="95"/>
                    <a:pt x="37" y="95"/>
                    <a:pt x="39" y="96"/>
                  </a:cubicBezTo>
                  <a:cubicBezTo>
                    <a:pt x="39" y="96"/>
                    <a:pt x="39" y="96"/>
                    <a:pt x="40" y="96"/>
                  </a:cubicBezTo>
                  <a:cubicBezTo>
                    <a:pt x="39" y="96"/>
                    <a:pt x="39" y="96"/>
                    <a:pt x="39" y="96"/>
                  </a:cubicBezTo>
                  <a:cubicBezTo>
                    <a:pt x="38" y="96"/>
                    <a:pt x="37" y="96"/>
                    <a:pt x="36" y="96"/>
                  </a:cubicBezTo>
                  <a:cubicBezTo>
                    <a:pt x="35" y="96"/>
                    <a:pt x="35" y="97"/>
                    <a:pt x="36" y="97"/>
                  </a:cubicBezTo>
                  <a:cubicBezTo>
                    <a:pt x="36" y="97"/>
                    <a:pt x="36" y="97"/>
                    <a:pt x="37" y="98"/>
                  </a:cubicBezTo>
                  <a:cubicBezTo>
                    <a:pt x="36" y="98"/>
                    <a:pt x="35" y="97"/>
                    <a:pt x="34" y="97"/>
                  </a:cubicBezTo>
                  <a:cubicBezTo>
                    <a:pt x="33" y="97"/>
                    <a:pt x="32" y="97"/>
                    <a:pt x="31" y="97"/>
                  </a:cubicBezTo>
                  <a:cubicBezTo>
                    <a:pt x="31" y="97"/>
                    <a:pt x="31" y="97"/>
                    <a:pt x="30" y="97"/>
                  </a:cubicBezTo>
                  <a:cubicBezTo>
                    <a:pt x="31" y="96"/>
                    <a:pt x="32" y="96"/>
                    <a:pt x="33" y="95"/>
                  </a:cubicBezTo>
                  <a:close/>
                  <a:moveTo>
                    <a:pt x="40" y="97"/>
                  </a:moveTo>
                  <a:cubicBezTo>
                    <a:pt x="40" y="97"/>
                    <a:pt x="39" y="97"/>
                    <a:pt x="39" y="97"/>
                  </a:cubicBezTo>
                  <a:cubicBezTo>
                    <a:pt x="38" y="97"/>
                    <a:pt x="38" y="97"/>
                    <a:pt x="37" y="97"/>
                  </a:cubicBezTo>
                  <a:cubicBezTo>
                    <a:pt x="38" y="97"/>
                    <a:pt x="38" y="97"/>
                    <a:pt x="39" y="97"/>
                  </a:cubicBezTo>
                  <a:cubicBezTo>
                    <a:pt x="39" y="97"/>
                    <a:pt x="40" y="97"/>
                    <a:pt x="40" y="97"/>
                  </a:cubicBezTo>
                  <a:close/>
                  <a:moveTo>
                    <a:pt x="22" y="127"/>
                  </a:moveTo>
                  <a:cubicBezTo>
                    <a:pt x="22" y="126"/>
                    <a:pt x="22" y="125"/>
                    <a:pt x="23" y="124"/>
                  </a:cubicBezTo>
                  <a:cubicBezTo>
                    <a:pt x="23" y="124"/>
                    <a:pt x="23" y="124"/>
                    <a:pt x="23" y="125"/>
                  </a:cubicBezTo>
                  <a:cubicBezTo>
                    <a:pt x="23" y="125"/>
                    <a:pt x="22" y="125"/>
                    <a:pt x="22" y="126"/>
                  </a:cubicBezTo>
                  <a:cubicBezTo>
                    <a:pt x="22" y="127"/>
                    <a:pt x="22" y="128"/>
                    <a:pt x="21" y="128"/>
                  </a:cubicBezTo>
                  <a:cubicBezTo>
                    <a:pt x="21" y="129"/>
                    <a:pt x="21" y="130"/>
                    <a:pt x="21" y="130"/>
                  </a:cubicBezTo>
                  <a:cubicBezTo>
                    <a:pt x="21" y="129"/>
                    <a:pt x="22" y="128"/>
                    <a:pt x="22" y="127"/>
                  </a:cubicBezTo>
                  <a:close/>
                  <a:moveTo>
                    <a:pt x="20" y="132"/>
                  </a:moveTo>
                  <a:cubicBezTo>
                    <a:pt x="20" y="132"/>
                    <a:pt x="20" y="132"/>
                    <a:pt x="20" y="132"/>
                  </a:cubicBezTo>
                  <a:cubicBezTo>
                    <a:pt x="20" y="132"/>
                    <a:pt x="20" y="132"/>
                    <a:pt x="20" y="132"/>
                  </a:cubicBezTo>
                  <a:cubicBezTo>
                    <a:pt x="20" y="132"/>
                    <a:pt x="20" y="132"/>
                    <a:pt x="20" y="132"/>
                  </a:cubicBezTo>
                  <a:cubicBezTo>
                    <a:pt x="20" y="132"/>
                    <a:pt x="20" y="132"/>
                    <a:pt x="20" y="132"/>
                  </a:cubicBezTo>
                  <a:close/>
                  <a:moveTo>
                    <a:pt x="18" y="132"/>
                  </a:moveTo>
                  <a:cubicBezTo>
                    <a:pt x="18" y="133"/>
                    <a:pt x="18" y="133"/>
                    <a:pt x="19" y="133"/>
                  </a:cubicBezTo>
                  <a:cubicBezTo>
                    <a:pt x="17" y="133"/>
                    <a:pt x="16" y="133"/>
                    <a:pt x="14" y="132"/>
                  </a:cubicBezTo>
                  <a:cubicBezTo>
                    <a:pt x="14" y="132"/>
                    <a:pt x="14" y="132"/>
                    <a:pt x="14" y="132"/>
                  </a:cubicBezTo>
                  <a:cubicBezTo>
                    <a:pt x="15" y="132"/>
                    <a:pt x="17" y="132"/>
                    <a:pt x="18" y="132"/>
                  </a:cubicBezTo>
                  <a:close/>
                  <a:moveTo>
                    <a:pt x="14" y="132"/>
                  </a:moveTo>
                  <a:cubicBezTo>
                    <a:pt x="14" y="132"/>
                    <a:pt x="14" y="132"/>
                    <a:pt x="14" y="133"/>
                  </a:cubicBezTo>
                  <a:cubicBezTo>
                    <a:pt x="15" y="134"/>
                    <a:pt x="17" y="135"/>
                    <a:pt x="19" y="134"/>
                  </a:cubicBezTo>
                  <a:cubicBezTo>
                    <a:pt x="19" y="134"/>
                    <a:pt x="19" y="134"/>
                    <a:pt x="19" y="134"/>
                  </a:cubicBezTo>
                  <a:cubicBezTo>
                    <a:pt x="20" y="134"/>
                    <a:pt x="20" y="134"/>
                    <a:pt x="20" y="134"/>
                  </a:cubicBezTo>
                  <a:cubicBezTo>
                    <a:pt x="20" y="134"/>
                    <a:pt x="20" y="134"/>
                    <a:pt x="20" y="134"/>
                  </a:cubicBezTo>
                  <a:cubicBezTo>
                    <a:pt x="20" y="134"/>
                    <a:pt x="20" y="134"/>
                    <a:pt x="20" y="134"/>
                  </a:cubicBezTo>
                  <a:cubicBezTo>
                    <a:pt x="20" y="134"/>
                    <a:pt x="21" y="134"/>
                    <a:pt x="21" y="134"/>
                  </a:cubicBezTo>
                  <a:cubicBezTo>
                    <a:pt x="21" y="134"/>
                    <a:pt x="21" y="135"/>
                    <a:pt x="21" y="135"/>
                  </a:cubicBezTo>
                  <a:cubicBezTo>
                    <a:pt x="20" y="137"/>
                    <a:pt x="16" y="134"/>
                    <a:pt x="15" y="134"/>
                  </a:cubicBezTo>
                  <a:cubicBezTo>
                    <a:pt x="14" y="133"/>
                    <a:pt x="13" y="132"/>
                    <a:pt x="12" y="132"/>
                  </a:cubicBezTo>
                  <a:cubicBezTo>
                    <a:pt x="13" y="132"/>
                    <a:pt x="13" y="132"/>
                    <a:pt x="14" y="132"/>
                  </a:cubicBezTo>
                  <a:close/>
                  <a:moveTo>
                    <a:pt x="9" y="133"/>
                  </a:moveTo>
                  <a:cubicBezTo>
                    <a:pt x="9" y="133"/>
                    <a:pt x="9" y="133"/>
                    <a:pt x="9" y="133"/>
                  </a:cubicBezTo>
                  <a:cubicBezTo>
                    <a:pt x="9" y="134"/>
                    <a:pt x="9" y="134"/>
                    <a:pt x="9" y="135"/>
                  </a:cubicBezTo>
                  <a:cubicBezTo>
                    <a:pt x="9" y="135"/>
                    <a:pt x="9" y="135"/>
                    <a:pt x="8" y="135"/>
                  </a:cubicBezTo>
                  <a:cubicBezTo>
                    <a:pt x="9" y="134"/>
                    <a:pt x="9" y="134"/>
                    <a:pt x="9" y="133"/>
                  </a:cubicBezTo>
                  <a:close/>
                  <a:moveTo>
                    <a:pt x="5" y="148"/>
                  </a:moveTo>
                  <a:cubicBezTo>
                    <a:pt x="5" y="149"/>
                    <a:pt x="5" y="149"/>
                    <a:pt x="5" y="149"/>
                  </a:cubicBezTo>
                  <a:cubicBezTo>
                    <a:pt x="4" y="150"/>
                    <a:pt x="4" y="151"/>
                    <a:pt x="4" y="151"/>
                  </a:cubicBezTo>
                  <a:cubicBezTo>
                    <a:pt x="4" y="152"/>
                    <a:pt x="3" y="153"/>
                    <a:pt x="3" y="154"/>
                  </a:cubicBezTo>
                  <a:cubicBezTo>
                    <a:pt x="3" y="152"/>
                    <a:pt x="4" y="150"/>
                    <a:pt x="5" y="148"/>
                  </a:cubicBezTo>
                  <a:close/>
                  <a:moveTo>
                    <a:pt x="2" y="161"/>
                  </a:moveTo>
                  <a:cubicBezTo>
                    <a:pt x="2" y="161"/>
                    <a:pt x="2" y="161"/>
                    <a:pt x="2" y="161"/>
                  </a:cubicBezTo>
                  <a:cubicBezTo>
                    <a:pt x="2" y="160"/>
                    <a:pt x="2" y="160"/>
                    <a:pt x="2" y="160"/>
                  </a:cubicBezTo>
                  <a:cubicBezTo>
                    <a:pt x="2" y="160"/>
                    <a:pt x="2" y="161"/>
                    <a:pt x="2" y="162"/>
                  </a:cubicBezTo>
                  <a:cubicBezTo>
                    <a:pt x="2" y="161"/>
                    <a:pt x="2" y="161"/>
                    <a:pt x="2" y="161"/>
                  </a:cubicBezTo>
                  <a:close/>
                  <a:moveTo>
                    <a:pt x="3" y="164"/>
                  </a:moveTo>
                  <a:cubicBezTo>
                    <a:pt x="4" y="164"/>
                    <a:pt x="4" y="164"/>
                    <a:pt x="4" y="164"/>
                  </a:cubicBezTo>
                  <a:cubicBezTo>
                    <a:pt x="4" y="164"/>
                    <a:pt x="4" y="164"/>
                    <a:pt x="3" y="164"/>
                  </a:cubicBezTo>
                  <a:cubicBezTo>
                    <a:pt x="3" y="164"/>
                    <a:pt x="3" y="164"/>
                    <a:pt x="3" y="164"/>
                  </a:cubicBezTo>
                  <a:close/>
                  <a:moveTo>
                    <a:pt x="5" y="167"/>
                  </a:moveTo>
                  <a:cubicBezTo>
                    <a:pt x="5" y="167"/>
                    <a:pt x="5" y="167"/>
                    <a:pt x="5" y="167"/>
                  </a:cubicBezTo>
                  <a:cubicBezTo>
                    <a:pt x="4" y="167"/>
                    <a:pt x="4" y="166"/>
                    <a:pt x="3" y="165"/>
                  </a:cubicBezTo>
                  <a:cubicBezTo>
                    <a:pt x="3" y="165"/>
                    <a:pt x="3" y="165"/>
                    <a:pt x="3" y="165"/>
                  </a:cubicBezTo>
                  <a:cubicBezTo>
                    <a:pt x="4" y="165"/>
                    <a:pt x="4" y="165"/>
                    <a:pt x="5" y="165"/>
                  </a:cubicBezTo>
                  <a:cubicBezTo>
                    <a:pt x="5" y="166"/>
                    <a:pt x="5" y="166"/>
                    <a:pt x="5" y="167"/>
                  </a:cubicBezTo>
                  <a:close/>
                  <a:moveTo>
                    <a:pt x="8" y="165"/>
                  </a:moveTo>
                  <a:cubicBezTo>
                    <a:pt x="9" y="166"/>
                    <a:pt x="9" y="167"/>
                    <a:pt x="9" y="167"/>
                  </a:cubicBezTo>
                  <a:cubicBezTo>
                    <a:pt x="9" y="167"/>
                    <a:pt x="8" y="167"/>
                    <a:pt x="8" y="167"/>
                  </a:cubicBezTo>
                  <a:cubicBezTo>
                    <a:pt x="8" y="167"/>
                    <a:pt x="7" y="166"/>
                    <a:pt x="7" y="166"/>
                  </a:cubicBezTo>
                  <a:cubicBezTo>
                    <a:pt x="7" y="165"/>
                    <a:pt x="6" y="165"/>
                    <a:pt x="6" y="166"/>
                  </a:cubicBezTo>
                  <a:cubicBezTo>
                    <a:pt x="7" y="166"/>
                    <a:pt x="7" y="167"/>
                    <a:pt x="7" y="167"/>
                  </a:cubicBezTo>
                  <a:cubicBezTo>
                    <a:pt x="7" y="167"/>
                    <a:pt x="6" y="167"/>
                    <a:pt x="6" y="167"/>
                  </a:cubicBezTo>
                  <a:cubicBezTo>
                    <a:pt x="6" y="166"/>
                    <a:pt x="6" y="165"/>
                    <a:pt x="6" y="165"/>
                  </a:cubicBezTo>
                  <a:cubicBezTo>
                    <a:pt x="6" y="165"/>
                    <a:pt x="7" y="165"/>
                    <a:pt x="8" y="165"/>
                  </a:cubicBezTo>
                  <a:cubicBezTo>
                    <a:pt x="8" y="165"/>
                    <a:pt x="8" y="165"/>
                    <a:pt x="9" y="165"/>
                  </a:cubicBezTo>
                  <a:cubicBezTo>
                    <a:pt x="9" y="165"/>
                    <a:pt x="8" y="165"/>
                    <a:pt x="8" y="165"/>
                  </a:cubicBezTo>
                  <a:close/>
                  <a:moveTo>
                    <a:pt x="12" y="169"/>
                  </a:moveTo>
                  <a:cubicBezTo>
                    <a:pt x="12" y="169"/>
                    <a:pt x="12" y="169"/>
                    <a:pt x="11" y="169"/>
                  </a:cubicBezTo>
                  <a:cubicBezTo>
                    <a:pt x="11" y="168"/>
                    <a:pt x="11" y="168"/>
                    <a:pt x="10" y="168"/>
                  </a:cubicBezTo>
                  <a:cubicBezTo>
                    <a:pt x="10" y="168"/>
                    <a:pt x="10" y="168"/>
                    <a:pt x="10" y="168"/>
                  </a:cubicBezTo>
                  <a:cubicBezTo>
                    <a:pt x="10" y="168"/>
                    <a:pt x="10" y="168"/>
                    <a:pt x="10" y="168"/>
                  </a:cubicBezTo>
                  <a:cubicBezTo>
                    <a:pt x="10" y="167"/>
                    <a:pt x="9" y="166"/>
                    <a:pt x="9" y="165"/>
                  </a:cubicBezTo>
                  <a:cubicBezTo>
                    <a:pt x="9" y="165"/>
                    <a:pt x="9" y="165"/>
                    <a:pt x="9" y="165"/>
                  </a:cubicBezTo>
                  <a:cubicBezTo>
                    <a:pt x="10" y="165"/>
                    <a:pt x="10" y="165"/>
                    <a:pt x="11" y="165"/>
                  </a:cubicBezTo>
                  <a:cubicBezTo>
                    <a:pt x="11" y="165"/>
                    <a:pt x="11" y="165"/>
                    <a:pt x="11" y="166"/>
                  </a:cubicBezTo>
                  <a:cubicBezTo>
                    <a:pt x="11" y="166"/>
                    <a:pt x="11" y="167"/>
                    <a:pt x="12" y="168"/>
                  </a:cubicBezTo>
                  <a:cubicBezTo>
                    <a:pt x="12" y="168"/>
                    <a:pt x="12" y="168"/>
                    <a:pt x="12" y="168"/>
                  </a:cubicBezTo>
                  <a:cubicBezTo>
                    <a:pt x="13" y="168"/>
                    <a:pt x="13" y="168"/>
                    <a:pt x="12" y="169"/>
                  </a:cubicBezTo>
                  <a:close/>
                  <a:moveTo>
                    <a:pt x="10" y="164"/>
                  </a:moveTo>
                  <a:cubicBezTo>
                    <a:pt x="10" y="164"/>
                    <a:pt x="10" y="164"/>
                    <a:pt x="11" y="164"/>
                  </a:cubicBezTo>
                  <a:cubicBezTo>
                    <a:pt x="10" y="164"/>
                    <a:pt x="10" y="164"/>
                    <a:pt x="10" y="164"/>
                  </a:cubicBezTo>
                  <a:cubicBezTo>
                    <a:pt x="10" y="164"/>
                    <a:pt x="10" y="164"/>
                    <a:pt x="10" y="164"/>
                  </a:cubicBezTo>
                  <a:close/>
                  <a:moveTo>
                    <a:pt x="14" y="166"/>
                  </a:moveTo>
                  <a:cubicBezTo>
                    <a:pt x="14" y="166"/>
                    <a:pt x="14" y="166"/>
                    <a:pt x="14" y="167"/>
                  </a:cubicBezTo>
                  <a:cubicBezTo>
                    <a:pt x="13" y="167"/>
                    <a:pt x="13" y="166"/>
                    <a:pt x="13" y="166"/>
                  </a:cubicBezTo>
                  <a:cubicBezTo>
                    <a:pt x="13" y="166"/>
                    <a:pt x="12" y="165"/>
                    <a:pt x="12" y="164"/>
                  </a:cubicBezTo>
                  <a:cubicBezTo>
                    <a:pt x="12" y="164"/>
                    <a:pt x="12" y="164"/>
                    <a:pt x="12" y="164"/>
                  </a:cubicBezTo>
                  <a:cubicBezTo>
                    <a:pt x="12" y="164"/>
                    <a:pt x="12" y="163"/>
                    <a:pt x="13" y="162"/>
                  </a:cubicBezTo>
                  <a:cubicBezTo>
                    <a:pt x="13" y="162"/>
                    <a:pt x="13" y="162"/>
                    <a:pt x="13" y="162"/>
                  </a:cubicBezTo>
                  <a:cubicBezTo>
                    <a:pt x="13" y="163"/>
                    <a:pt x="13" y="164"/>
                    <a:pt x="13" y="166"/>
                  </a:cubicBezTo>
                  <a:cubicBezTo>
                    <a:pt x="13" y="166"/>
                    <a:pt x="14" y="166"/>
                    <a:pt x="14" y="166"/>
                  </a:cubicBezTo>
                  <a:cubicBezTo>
                    <a:pt x="14" y="166"/>
                    <a:pt x="14" y="166"/>
                    <a:pt x="14" y="166"/>
                  </a:cubicBezTo>
                  <a:cubicBezTo>
                    <a:pt x="14" y="166"/>
                    <a:pt x="14" y="166"/>
                    <a:pt x="14" y="166"/>
                  </a:cubicBezTo>
                  <a:close/>
                  <a:moveTo>
                    <a:pt x="15" y="162"/>
                  </a:moveTo>
                  <a:cubicBezTo>
                    <a:pt x="14" y="163"/>
                    <a:pt x="14" y="163"/>
                    <a:pt x="14" y="164"/>
                  </a:cubicBezTo>
                  <a:cubicBezTo>
                    <a:pt x="14" y="163"/>
                    <a:pt x="14" y="162"/>
                    <a:pt x="13" y="161"/>
                  </a:cubicBezTo>
                  <a:cubicBezTo>
                    <a:pt x="13" y="161"/>
                    <a:pt x="13" y="161"/>
                    <a:pt x="13" y="161"/>
                  </a:cubicBezTo>
                  <a:cubicBezTo>
                    <a:pt x="14" y="161"/>
                    <a:pt x="14" y="160"/>
                    <a:pt x="14" y="159"/>
                  </a:cubicBezTo>
                  <a:cubicBezTo>
                    <a:pt x="14" y="160"/>
                    <a:pt x="15" y="161"/>
                    <a:pt x="15" y="162"/>
                  </a:cubicBezTo>
                  <a:close/>
                  <a:moveTo>
                    <a:pt x="19" y="152"/>
                  </a:moveTo>
                  <a:cubicBezTo>
                    <a:pt x="19" y="152"/>
                    <a:pt x="19" y="152"/>
                    <a:pt x="19" y="152"/>
                  </a:cubicBezTo>
                  <a:cubicBezTo>
                    <a:pt x="19" y="152"/>
                    <a:pt x="19" y="153"/>
                    <a:pt x="19" y="153"/>
                  </a:cubicBezTo>
                  <a:cubicBezTo>
                    <a:pt x="18" y="152"/>
                    <a:pt x="18" y="151"/>
                    <a:pt x="18" y="150"/>
                  </a:cubicBezTo>
                  <a:cubicBezTo>
                    <a:pt x="18" y="150"/>
                    <a:pt x="17" y="150"/>
                    <a:pt x="17" y="150"/>
                  </a:cubicBezTo>
                  <a:cubicBezTo>
                    <a:pt x="17" y="152"/>
                    <a:pt x="18" y="153"/>
                    <a:pt x="18" y="154"/>
                  </a:cubicBezTo>
                  <a:cubicBezTo>
                    <a:pt x="18" y="154"/>
                    <a:pt x="19" y="154"/>
                    <a:pt x="19" y="154"/>
                  </a:cubicBezTo>
                  <a:cubicBezTo>
                    <a:pt x="19" y="154"/>
                    <a:pt x="19" y="155"/>
                    <a:pt x="18" y="155"/>
                  </a:cubicBezTo>
                  <a:cubicBezTo>
                    <a:pt x="18" y="154"/>
                    <a:pt x="17" y="152"/>
                    <a:pt x="17" y="151"/>
                  </a:cubicBezTo>
                  <a:cubicBezTo>
                    <a:pt x="17" y="151"/>
                    <a:pt x="16" y="151"/>
                    <a:pt x="16" y="151"/>
                  </a:cubicBezTo>
                  <a:cubicBezTo>
                    <a:pt x="17" y="153"/>
                    <a:pt x="17" y="154"/>
                    <a:pt x="18" y="156"/>
                  </a:cubicBezTo>
                  <a:cubicBezTo>
                    <a:pt x="18" y="156"/>
                    <a:pt x="18" y="156"/>
                    <a:pt x="18" y="156"/>
                  </a:cubicBezTo>
                  <a:cubicBezTo>
                    <a:pt x="18" y="156"/>
                    <a:pt x="18" y="156"/>
                    <a:pt x="18" y="157"/>
                  </a:cubicBezTo>
                  <a:cubicBezTo>
                    <a:pt x="17" y="158"/>
                    <a:pt x="17" y="159"/>
                    <a:pt x="17" y="160"/>
                  </a:cubicBezTo>
                  <a:cubicBezTo>
                    <a:pt x="17" y="159"/>
                    <a:pt x="16" y="158"/>
                    <a:pt x="16" y="158"/>
                  </a:cubicBezTo>
                  <a:cubicBezTo>
                    <a:pt x="16" y="157"/>
                    <a:pt x="15" y="158"/>
                    <a:pt x="15" y="158"/>
                  </a:cubicBezTo>
                  <a:cubicBezTo>
                    <a:pt x="16" y="159"/>
                    <a:pt x="16" y="160"/>
                    <a:pt x="16" y="161"/>
                  </a:cubicBezTo>
                  <a:cubicBezTo>
                    <a:pt x="16" y="161"/>
                    <a:pt x="16" y="161"/>
                    <a:pt x="16" y="161"/>
                  </a:cubicBezTo>
                  <a:cubicBezTo>
                    <a:pt x="16" y="161"/>
                    <a:pt x="16" y="162"/>
                    <a:pt x="16" y="162"/>
                  </a:cubicBezTo>
                  <a:cubicBezTo>
                    <a:pt x="16" y="162"/>
                    <a:pt x="16" y="161"/>
                    <a:pt x="16" y="161"/>
                  </a:cubicBezTo>
                  <a:cubicBezTo>
                    <a:pt x="16" y="160"/>
                    <a:pt x="16" y="160"/>
                    <a:pt x="15" y="161"/>
                  </a:cubicBezTo>
                  <a:cubicBezTo>
                    <a:pt x="15" y="161"/>
                    <a:pt x="15" y="161"/>
                    <a:pt x="15" y="161"/>
                  </a:cubicBezTo>
                  <a:cubicBezTo>
                    <a:pt x="15" y="160"/>
                    <a:pt x="15" y="159"/>
                    <a:pt x="15" y="159"/>
                  </a:cubicBezTo>
                  <a:cubicBezTo>
                    <a:pt x="15" y="159"/>
                    <a:pt x="14" y="158"/>
                    <a:pt x="14" y="158"/>
                  </a:cubicBezTo>
                  <a:cubicBezTo>
                    <a:pt x="14" y="158"/>
                    <a:pt x="14" y="158"/>
                    <a:pt x="14" y="158"/>
                  </a:cubicBezTo>
                  <a:cubicBezTo>
                    <a:pt x="15" y="156"/>
                    <a:pt x="15" y="154"/>
                    <a:pt x="16" y="152"/>
                  </a:cubicBezTo>
                  <a:cubicBezTo>
                    <a:pt x="16" y="151"/>
                    <a:pt x="17" y="149"/>
                    <a:pt x="17" y="148"/>
                  </a:cubicBezTo>
                  <a:cubicBezTo>
                    <a:pt x="17" y="148"/>
                    <a:pt x="18" y="148"/>
                    <a:pt x="18" y="147"/>
                  </a:cubicBezTo>
                  <a:cubicBezTo>
                    <a:pt x="18" y="148"/>
                    <a:pt x="18" y="149"/>
                    <a:pt x="19" y="150"/>
                  </a:cubicBezTo>
                  <a:cubicBezTo>
                    <a:pt x="19" y="150"/>
                    <a:pt x="19" y="151"/>
                    <a:pt x="19" y="152"/>
                  </a:cubicBezTo>
                  <a:close/>
                  <a:moveTo>
                    <a:pt x="18" y="147"/>
                  </a:moveTo>
                  <a:cubicBezTo>
                    <a:pt x="17" y="147"/>
                    <a:pt x="17" y="148"/>
                    <a:pt x="16" y="149"/>
                  </a:cubicBezTo>
                  <a:cubicBezTo>
                    <a:pt x="16" y="148"/>
                    <a:pt x="16" y="148"/>
                    <a:pt x="16" y="147"/>
                  </a:cubicBezTo>
                  <a:cubicBezTo>
                    <a:pt x="16" y="147"/>
                    <a:pt x="16" y="147"/>
                    <a:pt x="17" y="146"/>
                  </a:cubicBezTo>
                  <a:cubicBezTo>
                    <a:pt x="17" y="146"/>
                    <a:pt x="17" y="146"/>
                    <a:pt x="18" y="146"/>
                  </a:cubicBezTo>
                  <a:cubicBezTo>
                    <a:pt x="18" y="146"/>
                    <a:pt x="18" y="147"/>
                    <a:pt x="18" y="147"/>
                  </a:cubicBezTo>
                  <a:close/>
                  <a:moveTo>
                    <a:pt x="22" y="149"/>
                  </a:moveTo>
                  <a:cubicBezTo>
                    <a:pt x="22" y="150"/>
                    <a:pt x="22" y="151"/>
                    <a:pt x="23" y="152"/>
                  </a:cubicBezTo>
                  <a:cubicBezTo>
                    <a:pt x="22" y="151"/>
                    <a:pt x="22" y="151"/>
                    <a:pt x="22" y="151"/>
                  </a:cubicBezTo>
                  <a:cubicBezTo>
                    <a:pt x="21" y="151"/>
                    <a:pt x="21" y="152"/>
                    <a:pt x="21" y="152"/>
                  </a:cubicBezTo>
                  <a:cubicBezTo>
                    <a:pt x="21" y="152"/>
                    <a:pt x="21" y="152"/>
                    <a:pt x="21" y="152"/>
                  </a:cubicBezTo>
                  <a:cubicBezTo>
                    <a:pt x="21" y="152"/>
                    <a:pt x="21" y="152"/>
                    <a:pt x="21" y="152"/>
                  </a:cubicBezTo>
                  <a:cubicBezTo>
                    <a:pt x="20" y="150"/>
                    <a:pt x="20" y="149"/>
                    <a:pt x="19" y="147"/>
                  </a:cubicBezTo>
                  <a:cubicBezTo>
                    <a:pt x="20" y="148"/>
                    <a:pt x="21" y="148"/>
                    <a:pt x="22" y="149"/>
                  </a:cubicBezTo>
                  <a:cubicBezTo>
                    <a:pt x="22" y="149"/>
                    <a:pt x="22" y="149"/>
                    <a:pt x="22" y="149"/>
                  </a:cubicBezTo>
                  <a:close/>
                  <a:moveTo>
                    <a:pt x="26" y="153"/>
                  </a:moveTo>
                  <a:cubicBezTo>
                    <a:pt x="25" y="152"/>
                    <a:pt x="24" y="152"/>
                    <a:pt x="23" y="152"/>
                  </a:cubicBezTo>
                  <a:cubicBezTo>
                    <a:pt x="23" y="152"/>
                    <a:pt x="24" y="151"/>
                    <a:pt x="23" y="151"/>
                  </a:cubicBezTo>
                  <a:cubicBezTo>
                    <a:pt x="23" y="150"/>
                    <a:pt x="23" y="150"/>
                    <a:pt x="22" y="149"/>
                  </a:cubicBezTo>
                  <a:cubicBezTo>
                    <a:pt x="23" y="149"/>
                    <a:pt x="23" y="149"/>
                    <a:pt x="23" y="149"/>
                  </a:cubicBezTo>
                  <a:cubicBezTo>
                    <a:pt x="24" y="149"/>
                    <a:pt x="24" y="150"/>
                    <a:pt x="25" y="150"/>
                  </a:cubicBezTo>
                  <a:cubicBezTo>
                    <a:pt x="26" y="151"/>
                    <a:pt x="26" y="151"/>
                    <a:pt x="26" y="151"/>
                  </a:cubicBezTo>
                  <a:cubicBezTo>
                    <a:pt x="26" y="152"/>
                    <a:pt x="27" y="152"/>
                    <a:pt x="27" y="151"/>
                  </a:cubicBezTo>
                  <a:cubicBezTo>
                    <a:pt x="26" y="150"/>
                    <a:pt x="26" y="150"/>
                    <a:pt x="26" y="150"/>
                  </a:cubicBezTo>
                  <a:cubicBezTo>
                    <a:pt x="26" y="150"/>
                    <a:pt x="26" y="150"/>
                    <a:pt x="26" y="150"/>
                  </a:cubicBezTo>
                  <a:cubicBezTo>
                    <a:pt x="26" y="151"/>
                    <a:pt x="27" y="151"/>
                    <a:pt x="27" y="152"/>
                  </a:cubicBezTo>
                  <a:cubicBezTo>
                    <a:pt x="27" y="152"/>
                    <a:pt x="28" y="152"/>
                    <a:pt x="28" y="151"/>
                  </a:cubicBezTo>
                  <a:cubicBezTo>
                    <a:pt x="27" y="151"/>
                    <a:pt x="27" y="150"/>
                    <a:pt x="27" y="150"/>
                  </a:cubicBezTo>
                  <a:cubicBezTo>
                    <a:pt x="27" y="150"/>
                    <a:pt x="28" y="150"/>
                    <a:pt x="28" y="150"/>
                  </a:cubicBezTo>
                  <a:cubicBezTo>
                    <a:pt x="28" y="150"/>
                    <a:pt x="28" y="149"/>
                    <a:pt x="28" y="149"/>
                  </a:cubicBezTo>
                  <a:cubicBezTo>
                    <a:pt x="28" y="150"/>
                    <a:pt x="29" y="151"/>
                    <a:pt x="29" y="152"/>
                  </a:cubicBezTo>
                  <a:cubicBezTo>
                    <a:pt x="29" y="152"/>
                    <a:pt x="29" y="152"/>
                    <a:pt x="29" y="152"/>
                  </a:cubicBezTo>
                  <a:cubicBezTo>
                    <a:pt x="28" y="153"/>
                    <a:pt x="27" y="153"/>
                    <a:pt x="26" y="153"/>
                  </a:cubicBezTo>
                  <a:close/>
                  <a:moveTo>
                    <a:pt x="27" y="154"/>
                  </a:moveTo>
                  <a:cubicBezTo>
                    <a:pt x="27" y="154"/>
                    <a:pt x="27" y="154"/>
                    <a:pt x="27" y="154"/>
                  </a:cubicBezTo>
                  <a:cubicBezTo>
                    <a:pt x="27" y="154"/>
                    <a:pt x="27" y="154"/>
                    <a:pt x="27" y="154"/>
                  </a:cubicBezTo>
                  <a:cubicBezTo>
                    <a:pt x="27" y="154"/>
                    <a:pt x="27" y="154"/>
                    <a:pt x="27" y="154"/>
                  </a:cubicBezTo>
                  <a:close/>
                  <a:moveTo>
                    <a:pt x="25" y="157"/>
                  </a:moveTo>
                  <a:cubicBezTo>
                    <a:pt x="25" y="156"/>
                    <a:pt x="26" y="155"/>
                    <a:pt x="26" y="155"/>
                  </a:cubicBezTo>
                  <a:cubicBezTo>
                    <a:pt x="26" y="155"/>
                    <a:pt x="27" y="155"/>
                    <a:pt x="27" y="155"/>
                  </a:cubicBezTo>
                  <a:cubicBezTo>
                    <a:pt x="27" y="155"/>
                    <a:pt x="26" y="155"/>
                    <a:pt x="26" y="156"/>
                  </a:cubicBezTo>
                  <a:cubicBezTo>
                    <a:pt x="26" y="156"/>
                    <a:pt x="26" y="156"/>
                    <a:pt x="26" y="156"/>
                  </a:cubicBezTo>
                  <a:cubicBezTo>
                    <a:pt x="26" y="156"/>
                    <a:pt x="26" y="156"/>
                    <a:pt x="26" y="156"/>
                  </a:cubicBezTo>
                  <a:cubicBezTo>
                    <a:pt x="25" y="157"/>
                    <a:pt x="25" y="157"/>
                    <a:pt x="25" y="158"/>
                  </a:cubicBezTo>
                  <a:cubicBezTo>
                    <a:pt x="24" y="157"/>
                    <a:pt x="25" y="157"/>
                    <a:pt x="25" y="157"/>
                  </a:cubicBezTo>
                  <a:close/>
                  <a:moveTo>
                    <a:pt x="27" y="160"/>
                  </a:moveTo>
                  <a:cubicBezTo>
                    <a:pt x="27" y="161"/>
                    <a:pt x="28" y="162"/>
                    <a:pt x="28" y="163"/>
                  </a:cubicBezTo>
                  <a:cubicBezTo>
                    <a:pt x="27" y="162"/>
                    <a:pt x="26" y="160"/>
                    <a:pt x="26" y="159"/>
                  </a:cubicBezTo>
                  <a:cubicBezTo>
                    <a:pt x="25" y="158"/>
                    <a:pt x="25" y="158"/>
                    <a:pt x="26" y="157"/>
                  </a:cubicBezTo>
                  <a:cubicBezTo>
                    <a:pt x="26" y="157"/>
                    <a:pt x="26" y="157"/>
                    <a:pt x="26" y="157"/>
                  </a:cubicBezTo>
                  <a:cubicBezTo>
                    <a:pt x="26" y="158"/>
                    <a:pt x="26" y="159"/>
                    <a:pt x="27" y="160"/>
                  </a:cubicBezTo>
                  <a:close/>
                  <a:moveTo>
                    <a:pt x="30" y="155"/>
                  </a:moveTo>
                  <a:cubicBezTo>
                    <a:pt x="29" y="155"/>
                    <a:pt x="28" y="155"/>
                    <a:pt x="27" y="155"/>
                  </a:cubicBezTo>
                  <a:cubicBezTo>
                    <a:pt x="28" y="155"/>
                    <a:pt x="29" y="154"/>
                    <a:pt x="30" y="154"/>
                  </a:cubicBezTo>
                  <a:cubicBezTo>
                    <a:pt x="30" y="154"/>
                    <a:pt x="30" y="154"/>
                    <a:pt x="31" y="153"/>
                  </a:cubicBezTo>
                  <a:cubicBezTo>
                    <a:pt x="31" y="153"/>
                    <a:pt x="31" y="153"/>
                    <a:pt x="31" y="153"/>
                  </a:cubicBezTo>
                  <a:cubicBezTo>
                    <a:pt x="32" y="153"/>
                    <a:pt x="34" y="153"/>
                    <a:pt x="35" y="152"/>
                  </a:cubicBezTo>
                  <a:cubicBezTo>
                    <a:pt x="35" y="152"/>
                    <a:pt x="34" y="152"/>
                    <a:pt x="34" y="153"/>
                  </a:cubicBezTo>
                  <a:cubicBezTo>
                    <a:pt x="32" y="153"/>
                    <a:pt x="31" y="154"/>
                    <a:pt x="30" y="155"/>
                  </a:cubicBezTo>
                  <a:close/>
                  <a:moveTo>
                    <a:pt x="41" y="150"/>
                  </a:moveTo>
                  <a:cubicBezTo>
                    <a:pt x="41" y="150"/>
                    <a:pt x="41" y="150"/>
                    <a:pt x="41" y="150"/>
                  </a:cubicBezTo>
                  <a:cubicBezTo>
                    <a:pt x="41" y="150"/>
                    <a:pt x="41" y="150"/>
                    <a:pt x="41" y="150"/>
                  </a:cubicBezTo>
                  <a:cubicBezTo>
                    <a:pt x="41" y="150"/>
                    <a:pt x="40" y="150"/>
                    <a:pt x="40" y="150"/>
                  </a:cubicBezTo>
                  <a:cubicBezTo>
                    <a:pt x="40" y="150"/>
                    <a:pt x="40" y="150"/>
                    <a:pt x="41" y="150"/>
                  </a:cubicBezTo>
                  <a:close/>
                  <a:moveTo>
                    <a:pt x="31" y="151"/>
                  </a:moveTo>
                  <a:cubicBezTo>
                    <a:pt x="31" y="151"/>
                    <a:pt x="31" y="152"/>
                    <a:pt x="30" y="152"/>
                  </a:cubicBezTo>
                  <a:cubicBezTo>
                    <a:pt x="30" y="152"/>
                    <a:pt x="30" y="151"/>
                    <a:pt x="30" y="150"/>
                  </a:cubicBezTo>
                  <a:cubicBezTo>
                    <a:pt x="30" y="150"/>
                    <a:pt x="29" y="149"/>
                    <a:pt x="29" y="149"/>
                  </a:cubicBezTo>
                  <a:cubicBezTo>
                    <a:pt x="29" y="148"/>
                    <a:pt x="29" y="148"/>
                    <a:pt x="30" y="148"/>
                  </a:cubicBezTo>
                  <a:cubicBezTo>
                    <a:pt x="30" y="147"/>
                    <a:pt x="30" y="147"/>
                    <a:pt x="30" y="147"/>
                  </a:cubicBezTo>
                  <a:cubicBezTo>
                    <a:pt x="30" y="148"/>
                    <a:pt x="31" y="149"/>
                    <a:pt x="31" y="149"/>
                  </a:cubicBezTo>
                  <a:cubicBezTo>
                    <a:pt x="31" y="149"/>
                    <a:pt x="31" y="150"/>
                    <a:pt x="31" y="150"/>
                  </a:cubicBezTo>
                  <a:cubicBezTo>
                    <a:pt x="31" y="150"/>
                    <a:pt x="31" y="150"/>
                    <a:pt x="31" y="151"/>
                  </a:cubicBezTo>
                  <a:close/>
                  <a:moveTo>
                    <a:pt x="32" y="148"/>
                  </a:moveTo>
                  <a:cubicBezTo>
                    <a:pt x="32" y="148"/>
                    <a:pt x="32" y="148"/>
                    <a:pt x="31" y="148"/>
                  </a:cubicBezTo>
                  <a:cubicBezTo>
                    <a:pt x="31" y="147"/>
                    <a:pt x="31" y="147"/>
                    <a:pt x="31" y="146"/>
                  </a:cubicBezTo>
                  <a:cubicBezTo>
                    <a:pt x="31" y="146"/>
                    <a:pt x="31" y="146"/>
                    <a:pt x="30" y="146"/>
                  </a:cubicBezTo>
                  <a:cubicBezTo>
                    <a:pt x="31" y="146"/>
                    <a:pt x="31" y="145"/>
                    <a:pt x="31" y="145"/>
                  </a:cubicBezTo>
                  <a:cubicBezTo>
                    <a:pt x="31" y="145"/>
                    <a:pt x="31" y="145"/>
                    <a:pt x="31" y="144"/>
                  </a:cubicBezTo>
                  <a:cubicBezTo>
                    <a:pt x="31" y="145"/>
                    <a:pt x="32" y="146"/>
                    <a:pt x="32" y="146"/>
                  </a:cubicBezTo>
                  <a:cubicBezTo>
                    <a:pt x="32" y="147"/>
                    <a:pt x="32" y="147"/>
                    <a:pt x="32" y="148"/>
                  </a:cubicBezTo>
                  <a:close/>
                  <a:moveTo>
                    <a:pt x="33" y="146"/>
                  </a:moveTo>
                  <a:cubicBezTo>
                    <a:pt x="33" y="146"/>
                    <a:pt x="33" y="146"/>
                    <a:pt x="33" y="146"/>
                  </a:cubicBezTo>
                  <a:cubicBezTo>
                    <a:pt x="33" y="146"/>
                    <a:pt x="33" y="146"/>
                    <a:pt x="33" y="146"/>
                  </a:cubicBezTo>
                  <a:cubicBezTo>
                    <a:pt x="33" y="145"/>
                    <a:pt x="33" y="145"/>
                    <a:pt x="33" y="144"/>
                  </a:cubicBezTo>
                  <a:cubicBezTo>
                    <a:pt x="33" y="145"/>
                    <a:pt x="33" y="145"/>
                    <a:pt x="33" y="145"/>
                  </a:cubicBezTo>
                  <a:cubicBezTo>
                    <a:pt x="33" y="145"/>
                    <a:pt x="33" y="145"/>
                    <a:pt x="33" y="145"/>
                  </a:cubicBezTo>
                  <a:cubicBezTo>
                    <a:pt x="33" y="145"/>
                    <a:pt x="33" y="145"/>
                    <a:pt x="33" y="146"/>
                  </a:cubicBezTo>
                  <a:close/>
                  <a:moveTo>
                    <a:pt x="33" y="143"/>
                  </a:moveTo>
                  <a:cubicBezTo>
                    <a:pt x="33" y="144"/>
                    <a:pt x="32" y="144"/>
                    <a:pt x="32" y="145"/>
                  </a:cubicBezTo>
                  <a:cubicBezTo>
                    <a:pt x="32" y="144"/>
                    <a:pt x="32" y="144"/>
                    <a:pt x="32" y="143"/>
                  </a:cubicBezTo>
                  <a:cubicBezTo>
                    <a:pt x="32" y="143"/>
                    <a:pt x="32" y="143"/>
                    <a:pt x="32" y="143"/>
                  </a:cubicBezTo>
                  <a:cubicBezTo>
                    <a:pt x="32" y="143"/>
                    <a:pt x="32" y="142"/>
                    <a:pt x="32" y="142"/>
                  </a:cubicBezTo>
                  <a:cubicBezTo>
                    <a:pt x="32" y="142"/>
                    <a:pt x="33" y="143"/>
                    <a:pt x="33" y="143"/>
                  </a:cubicBezTo>
                  <a:close/>
                  <a:moveTo>
                    <a:pt x="33" y="140"/>
                  </a:moveTo>
                  <a:cubicBezTo>
                    <a:pt x="33" y="140"/>
                    <a:pt x="33" y="140"/>
                    <a:pt x="33" y="139"/>
                  </a:cubicBezTo>
                  <a:cubicBezTo>
                    <a:pt x="33" y="140"/>
                    <a:pt x="33" y="140"/>
                    <a:pt x="34" y="140"/>
                  </a:cubicBezTo>
                  <a:cubicBezTo>
                    <a:pt x="33" y="141"/>
                    <a:pt x="33" y="141"/>
                    <a:pt x="33" y="142"/>
                  </a:cubicBezTo>
                  <a:cubicBezTo>
                    <a:pt x="33" y="141"/>
                    <a:pt x="33" y="141"/>
                    <a:pt x="33" y="140"/>
                  </a:cubicBezTo>
                  <a:cubicBezTo>
                    <a:pt x="33" y="140"/>
                    <a:pt x="33" y="140"/>
                    <a:pt x="33" y="140"/>
                  </a:cubicBezTo>
                  <a:close/>
                  <a:moveTo>
                    <a:pt x="31" y="139"/>
                  </a:moveTo>
                  <a:cubicBezTo>
                    <a:pt x="31" y="140"/>
                    <a:pt x="31" y="140"/>
                    <a:pt x="31" y="141"/>
                  </a:cubicBezTo>
                  <a:cubicBezTo>
                    <a:pt x="31" y="139"/>
                    <a:pt x="32" y="136"/>
                    <a:pt x="33" y="134"/>
                  </a:cubicBezTo>
                  <a:cubicBezTo>
                    <a:pt x="33" y="132"/>
                    <a:pt x="34" y="129"/>
                    <a:pt x="35" y="126"/>
                  </a:cubicBezTo>
                  <a:cubicBezTo>
                    <a:pt x="35" y="124"/>
                    <a:pt x="36" y="121"/>
                    <a:pt x="37" y="119"/>
                  </a:cubicBezTo>
                  <a:cubicBezTo>
                    <a:pt x="36" y="122"/>
                    <a:pt x="35" y="126"/>
                    <a:pt x="34" y="129"/>
                  </a:cubicBezTo>
                  <a:cubicBezTo>
                    <a:pt x="33" y="133"/>
                    <a:pt x="32" y="136"/>
                    <a:pt x="31" y="139"/>
                  </a:cubicBezTo>
                  <a:close/>
                  <a:moveTo>
                    <a:pt x="34" y="144"/>
                  </a:moveTo>
                  <a:cubicBezTo>
                    <a:pt x="34" y="144"/>
                    <a:pt x="34" y="143"/>
                    <a:pt x="34" y="143"/>
                  </a:cubicBezTo>
                  <a:cubicBezTo>
                    <a:pt x="34" y="143"/>
                    <a:pt x="34" y="143"/>
                    <a:pt x="34" y="143"/>
                  </a:cubicBezTo>
                  <a:cubicBezTo>
                    <a:pt x="34" y="142"/>
                    <a:pt x="34" y="142"/>
                    <a:pt x="34" y="142"/>
                  </a:cubicBezTo>
                  <a:cubicBezTo>
                    <a:pt x="34" y="142"/>
                    <a:pt x="34" y="142"/>
                    <a:pt x="34" y="142"/>
                  </a:cubicBezTo>
                  <a:cubicBezTo>
                    <a:pt x="34" y="143"/>
                    <a:pt x="34" y="143"/>
                    <a:pt x="34" y="143"/>
                  </a:cubicBezTo>
                  <a:cubicBezTo>
                    <a:pt x="34" y="143"/>
                    <a:pt x="34" y="143"/>
                    <a:pt x="34" y="144"/>
                  </a:cubicBezTo>
                  <a:close/>
                  <a:moveTo>
                    <a:pt x="33" y="138"/>
                  </a:moveTo>
                  <a:cubicBezTo>
                    <a:pt x="34" y="137"/>
                    <a:pt x="34" y="136"/>
                    <a:pt x="34" y="135"/>
                  </a:cubicBezTo>
                  <a:cubicBezTo>
                    <a:pt x="34" y="136"/>
                    <a:pt x="34" y="136"/>
                    <a:pt x="34" y="136"/>
                  </a:cubicBezTo>
                  <a:cubicBezTo>
                    <a:pt x="34" y="136"/>
                    <a:pt x="35" y="137"/>
                    <a:pt x="35" y="137"/>
                  </a:cubicBezTo>
                  <a:cubicBezTo>
                    <a:pt x="34" y="138"/>
                    <a:pt x="34" y="138"/>
                    <a:pt x="34" y="139"/>
                  </a:cubicBezTo>
                  <a:cubicBezTo>
                    <a:pt x="34" y="139"/>
                    <a:pt x="34" y="138"/>
                    <a:pt x="34" y="138"/>
                  </a:cubicBezTo>
                  <a:cubicBezTo>
                    <a:pt x="34" y="138"/>
                    <a:pt x="33" y="138"/>
                    <a:pt x="33" y="138"/>
                  </a:cubicBezTo>
                  <a:close/>
                  <a:moveTo>
                    <a:pt x="35" y="142"/>
                  </a:moveTo>
                  <a:cubicBezTo>
                    <a:pt x="35" y="141"/>
                    <a:pt x="35" y="141"/>
                    <a:pt x="34" y="140"/>
                  </a:cubicBezTo>
                  <a:cubicBezTo>
                    <a:pt x="35" y="140"/>
                    <a:pt x="35" y="139"/>
                    <a:pt x="35" y="139"/>
                  </a:cubicBezTo>
                  <a:cubicBezTo>
                    <a:pt x="35" y="139"/>
                    <a:pt x="35" y="139"/>
                    <a:pt x="35" y="139"/>
                  </a:cubicBezTo>
                  <a:cubicBezTo>
                    <a:pt x="35" y="139"/>
                    <a:pt x="36" y="139"/>
                    <a:pt x="36" y="139"/>
                  </a:cubicBezTo>
                  <a:cubicBezTo>
                    <a:pt x="35" y="140"/>
                    <a:pt x="35" y="141"/>
                    <a:pt x="35" y="142"/>
                  </a:cubicBezTo>
                  <a:close/>
                  <a:moveTo>
                    <a:pt x="34" y="135"/>
                  </a:moveTo>
                  <a:cubicBezTo>
                    <a:pt x="34" y="134"/>
                    <a:pt x="35" y="134"/>
                    <a:pt x="35" y="133"/>
                  </a:cubicBezTo>
                  <a:cubicBezTo>
                    <a:pt x="35" y="133"/>
                    <a:pt x="35" y="134"/>
                    <a:pt x="36" y="134"/>
                  </a:cubicBezTo>
                  <a:cubicBezTo>
                    <a:pt x="35" y="135"/>
                    <a:pt x="35" y="135"/>
                    <a:pt x="35" y="136"/>
                  </a:cubicBezTo>
                  <a:cubicBezTo>
                    <a:pt x="35" y="135"/>
                    <a:pt x="35" y="135"/>
                    <a:pt x="35" y="135"/>
                  </a:cubicBezTo>
                  <a:cubicBezTo>
                    <a:pt x="35" y="135"/>
                    <a:pt x="34" y="135"/>
                    <a:pt x="34" y="135"/>
                  </a:cubicBezTo>
                  <a:close/>
                  <a:moveTo>
                    <a:pt x="36" y="138"/>
                  </a:moveTo>
                  <a:cubicBezTo>
                    <a:pt x="36" y="138"/>
                    <a:pt x="36" y="138"/>
                    <a:pt x="36" y="138"/>
                  </a:cubicBezTo>
                  <a:cubicBezTo>
                    <a:pt x="36" y="138"/>
                    <a:pt x="36" y="137"/>
                    <a:pt x="36" y="137"/>
                  </a:cubicBezTo>
                  <a:cubicBezTo>
                    <a:pt x="36" y="137"/>
                    <a:pt x="36" y="136"/>
                    <a:pt x="36" y="135"/>
                  </a:cubicBezTo>
                  <a:cubicBezTo>
                    <a:pt x="36" y="135"/>
                    <a:pt x="36" y="135"/>
                    <a:pt x="36" y="136"/>
                  </a:cubicBezTo>
                  <a:cubicBezTo>
                    <a:pt x="36" y="136"/>
                    <a:pt x="36" y="136"/>
                    <a:pt x="36" y="136"/>
                  </a:cubicBezTo>
                  <a:cubicBezTo>
                    <a:pt x="36" y="136"/>
                    <a:pt x="36" y="136"/>
                    <a:pt x="37" y="136"/>
                  </a:cubicBezTo>
                  <a:cubicBezTo>
                    <a:pt x="37" y="136"/>
                    <a:pt x="37" y="136"/>
                    <a:pt x="37" y="136"/>
                  </a:cubicBezTo>
                  <a:cubicBezTo>
                    <a:pt x="37" y="137"/>
                    <a:pt x="36" y="138"/>
                    <a:pt x="36" y="138"/>
                  </a:cubicBezTo>
                  <a:close/>
                  <a:moveTo>
                    <a:pt x="37" y="135"/>
                  </a:moveTo>
                  <a:cubicBezTo>
                    <a:pt x="37" y="135"/>
                    <a:pt x="37" y="135"/>
                    <a:pt x="37" y="135"/>
                  </a:cubicBezTo>
                  <a:cubicBezTo>
                    <a:pt x="37" y="135"/>
                    <a:pt x="37" y="135"/>
                    <a:pt x="37" y="135"/>
                  </a:cubicBezTo>
                  <a:cubicBezTo>
                    <a:pt x="37" y="135"/>
                    <a:pt x="37" y="135"/>
                    <a:pt x="37" y="135"/>
                  </a:cubicBezTo>
                  <a:cubicBezTo>
                    <a:pt x="37" y="135"/>
                    <a:pt x="37" y="135"/>
                    <a:pt x="37" y="134"/>
                  </a:cubicBezTo>
                  <a:cubicBezTo>
                    <a:pt x="37" y="134"/>
                    <a:pt x="37" y="134"/>
                    <a:pt x="37" y="134"/>
                  </a:cubicBezTo>
                  <a:cubicBezTo>
                    <a:pt x="37" y="134"/>
                    <a:pt x="37" y="133"/>
                    <a:pt x="37" y="133"/>
                  </a:cubicBezTo>
                  <a:cubicBezTo>
                    <a:pt x="37" y="133"/>
                    <a:pt x="37" y="134"/>
                    <a:pt x="38" y="134"/>
                  </a:cubicBezTo>
                  <a:cubicBezTo>
                    <a:pt x="38" y="134"/>
                    <a:pt x="38" y="134"/>
                    <a:pt x="38" y="134"/>
                  </a:cubicBezTo>
                  <a:cubicBezTo>
                    <a:pt x="38" y="134"/>
                    <a:pt x="37" y="135"/>
                    <a:pt x="37" y="135"/>
                  </a:cubicBezTo>
                  <a:close/>
                  <a:moveTo>
                    <a:pt x="38" y="133"/>
                  </a:moveTo>
                  <a:cubicBezTo>
                    <a:pt x="38" y="133"/>
                    <a:pt x="37" y="132"/>
                    <a:pt x="37" y="132"/>
                  </a:cubicBezTo>
                  <a:cubicBezTo>
                    <a:pt x="38" y="131"/>
                    <a:pt x="38" y="130"/>
                    <a:pt x="38" y="129"/>
                  </a:cubicBezTo>
                  <a:cubicBezTo>
                    <a:pt x="38" y="130"/>
                    <a:pt x="38" y="130"/>
                    <a:pt x="39" y="131"/>
                  </a:cubicBezTo>
                  <a:cubicBezTo>
                    <a:pt x="39" y="131"/>
                    <a:pt x="39" y="131"/>
                    <a:pt x="39" y="131"/>
                  </a:cubicBezTo>
                  <a:cubicBezTo>
                    <a:pt x="39" y="132"/>
                    <a:pt x="38" y="132"/>
                    <a:pt x="38" y="133"/>
                  </a:cubicBezTo>
                  <a:close/>
                  <a:moveTo>
                    <a:pt x="39" y="130"/>
                  </a:moveTo>
                  <a:cubicBezTo>
                    <a:pt x="39" y="129"/>
                    <a:pt x="39" y="129"/>
                    <a:pt x="39" y="129"/>
                  </a:cubicBezTo>
                  <a:cubicBezTo>
                    <a:pt x="39" y="129"/>
                    <a:pt x="39" y="128"/>
                    <a:pt x="39" y="128"/>
                  </a:cubicBezTo>
                  <a:cubicBezTo>
                    <a:pt x="39" y="127"/>
                    <a:pt x="39" y="127"/>
                    <a:pt x="39" y="127"/>
                  </a:cubicBezTo>
                  <a:cubicBezTo>
                    <a:pt x="39" y="126"/>
                    <a:pt x="39" y="126"/>
                    <a:pt x="39" y="126"/>
                  </a:cubicBezTo>
                  <a:cubicBezTo>
                    <a:pt x="40" y="126"/>
                    <a:pt x="40" y="127"/>
                    <a:pt x="40" y="127"/>
                  </a:cubicBezTo>
                  <a:cubicBezTo>
                    <a:pt x="40" y="128"/>
                    <a:pt x="39" y="129"/>
                    <a:pt x="39" y="130"/>
                  </a:cubicBezTo>
                  <a:close/>
                  <a:moveTo>
                    <a:pt x="41" y="125"/>
                  </a:moveTo>
                  <a:cubicBezTo>
                    <a:pt x="40" y="125"/>
                    <a:pt x="40" y="125"/>
                    <a:pt x="40" y="125"/>
                  </a:cubicBezTo>
                  <a:cubicBezTo>
                    <a:pt x="40" y="125"/>
                    <a:pt x="40" y="125"/>
                    <a:pt x="40" y="125"/>
                  </a:cubicBezTo>
                  <a:cubicBezTo>
                    <a:pt x="40" y="124"/>
                    <a:pt x="40" y="124"/>
                    <a:pt x="40" y="124"/>
                  </a:cubicBezTo>
                  <a:cubicBezTo>
                    <a:pt x="40" y="124"/>
                    <a:pt x="40" y="124"/>
                    <a:pt x="40" y="124"/>
                  </a:cubicBezTo>
                  <a:cubicBezTo>
                    <a:pt x="41" y="124"/>
                    <a:pt x="41" y="124"/>
                    <a:pt x="41" y="124"/>
                  </a:cubicBezTo>
                  <a:cubicBezTo>
                    <a:pt x="41" y="125"/>
                    <a:pt x="41" y="125"/>
                    <a:pt x="41" y="125"/>
                  </a:cubicBezTo>
                  <a:close/>
                  <a:moveTo>
                    <a:pt x="41" y="124"/>
                  </a:moveTo>
                  <a:cubicBezTo>
                    <a:pt x="41" y="123"/>
                    <a:pt x="41" y="123"/>
                    <a:pt x="41" y="123"/>
                  </a:cubicBezTo>
                  <a:cubicBezTo>
                    <a:pt x="41" y="122"/>
                    <a:pt x="41" y="122"/>
                    <a:pt x="41" y="121"/>
                  </a:cubicBezTo>
                  <a:cubicBezTo>
                    <a:pt x="41" y="121"/>
                    <a:pt x="41" y="121"/>
                    <a:pt x="42" y="121"/>
                  </a:cubicBezTo>
                  <a:cubicBezTo>
                    <a:pt x="42" y="121"/>
                    <a:pt x="42" y="121"/>
                    <a:pt x="42" y="121"/>
                  </a:cubicBezTo>
                  <a:cubicBezTo>
                    <a:pt x="42" y="122"/>
                    <a:pt x="41" y="123"/>
                    <a:pt x="41" y="124"/>
                  </a:cubicBezTo>
                  <a:close/>
                  <a:moveTo>
                    <a:pt x="42" y="119"/>
                  </a:moveTo>
                  <a:cubicBezTo>
                    <a:pt x="42" y="119"/>
                    <a:pt x="42" y="120"/>
                    <a:pt x="42" y="121"/>
                  </a:cubicBezTo>
                  <a:cubicBezTo>
                    <a:pt x="42" y="121"/>
                    <a:pt x="42" y="121"/>
                    <a:pt x="42" y="121"/>
                  </a:cubicBezTo>
                  <a:cubicBezTo>
                    <a:pt x="42" y="121"/>
                    <a:pt x="42" y="121"/>
                    <a:pt x="42" y="120"/>
                  </a:cubicBezTo>
                  <a:cubicBezTo>
                    <a:pt x="42" y="120"/>
                    <a:pt x="42" y="120"/>
                    <a:pt x="42" y="120"/>
                  </a:cubicBezTo>
                  <a:cubicBezTo>
                    <a:pt x="42" y="120"/>
                    <a:pt x="42" y="120"/>
                    <a:pt x="42" y="120"/>
                  </a:cubicBezTo>
                  <a:cubicBezTo>
                    <a:pt x="42" y="120"/>
                    <a:pt x="42" y="120"/>
                    <a:pt x="42" y="120"/>
                  </a:cubicBezTo>
                  <a:cubicBezTo>
                    <a:pt x="42" y="119"/>
                    <a:pt x="42" y="119"/>
                    <a:pt x="42" y="119"/>
                  </a:cubicBezTo>
                  <a:cubicBezTo>
                    <a:pt x="42" y="119"/>
                    <a:pt x="42" y="119"/>
                    <a:pt x="42" y="119"/>
                  </a:cubicBezTo>
                  <a:cubicBezTo>
                    <a:pt x="42" y="119"/>
                    <a:pt x="42" y="119"/>
                    <a:pt x="42" y="119"/>
                  </a:cubicBezTo>
                  <a:close/>
                  <a:moveTo>
                    <a:pt x="43" y="118"/>
                  </a:moveTo>
                  <a:cubicBezTo>
                    <a:pt x="43" y="118"/>
                    <a:pt x="43" y="118"/>
                    <a:pt x="43" y="118"/>
                  </a:cubicBezTo>
                  <a:cubicBezTo>
                    <a:pt x="43" y="118"/>
                    <a:pt x="42" y="118"/>
                    <a:pt x="42" y="118"/>
                  </a:cubicBezTo>
                  <a:cubicBezTo>
                    <a:pt x="43" y="118"/>
                    <a:pt x="43" y="117"/>
                    <a:pt x="43" y="117"/>
                  </a:cubicBezTo>
                  <a:cubicBezTo>
                    <a:pt x="43" y="118"/>
                    <a:pt x="43" y="118"/>
                    <a:pt x="43" y="118"/>
                  </a:cubicBezTo>
                  <a:close/>
                  <a:moveTo>
                    <a:pt x="42" y="110"/>
                  </a:moveTo>
                  <a:cubicBezTo>
                    <a:pt x="42" y="111"/>
                    <a:pt x="43" y="112"/>
                    <a:pt x="43" y="112"/>
                  </a:cubicBezTo>
                  <a:cubicBezTo>
                    <a:pt x="43" y="112"/>
                    <a:pt x="43" y="112"/>
                    <a:pt x="42" y="111"/>
                  </a:cubicBezTo>
                  <a:cubicBezTo>
                    <a:pt x="42" y="111"/>
                    <a:pt x="41" y="111"/>
                    <a:pt x="42" y="112"/>
                  </a:cubicBezTo>
                  <a:cubicBezTo>
                    <a:pt x="42" y="112"/>
                    <a:pt x="42" y="113"/>
                    <a:pt x="43" y="114"/>
                  </a:cubicBezTo>
                  <a:cubicBezTo>
                    <a:pt x="43" y="114"/>
                    <a:pt x="43" y="114"/>
                    <a:pt x="43" y="115"/>
                  </a:cubicBezTo>
                  <a:cubicBezTo>
                    <a:pt x="42" y="112"/>
                    <a:pt x="42" y="112"/>
                    <a:pt x="42" y="112"/>
                  </a:cubicBezTo>
                  <a:cubicBezTo>
                    <a:pt x="42" y="112"/>
                    <a:pt x="41" y="112"/>
                    <a:pt x="41" y="113"/>
                  </a:cubicBezTo>
                  <a:cubicBezTo>
                    <a:pt x="42" y="116"/>
                    <a:pt x="42" y="116"/>
                    <a:pt x="42" y="116"/>
                  </a:cubicBezTo>
                  <a:cubicBezTo>
                    <a:pt x="42" y="116"/>
                    <a:pt x="42" y="117"/>
                    <a:pt x="42" y="117"/>
                  </a:cubicBezTo>
                  <a:cubicBezTo>
                    <a:pt x="42" y="117"/>
                    <a:pt x="42" y="116"/>
                    <a:pt x="41" y="116"/>
                  </a:cubicBezTo>
                  <a:cubicBezTo>
                    <a:pt x="41" y="115"/>
                    <a:pt x="40" y="116"/>
                    <a:pt x="41" y="116"/>
                  </a:cubicBezTo>
                  <a:cubicBezTo>
                    <a:pt x="41" y="117"/>
                    <a:pt x="41" y="117"/>
                    <a:pt x="42" y="118"/>
                  </a:cubicBezTo>
                  <a:cubicBezTo>
                    <a:pt x="41" y="118"/>
                    <a:pt x="41" y="119"/>
                    <a:pt x="41" y="119"/>
                  </a:cubicBezTo>
                  <a:cubicBezTo>
                    <a:pt x="41" y="118"/>
                    <a:pt x="41" y="118"/>
                    <a:pt x="41" y="118"/>
                  </a:cubicBezTo>
                  <a:cubicBezTo>
                    <a:pt x="41" y="117"/>
                    <a:pt x="40" y="117"/>
                    <a:pt x="40" y="118"/>
                  </a:cubicBezTo>
                  <a:cubicBezTo>
                    <a:pt x="40" y="119"/>
                    <a:pt x="40" y="119"/>
                    <a:pt x="41" y="120"/>
                  </a:cubicBezTo>
                  <a:cubicBezTo>
                    <a:pt x="41" y="120"/>
                    <a:pt x="41" y="120"/>
                    <a:pt x="41" y="120"/>
                  </a:cubicBezTo>
                  <a:cubicBezTo>
                    <a:pt x="40" y="120"/>
                    <a:pt x="40" y="121"/>
                    <a:pt x="40" y="121"/>
                  </a:cubicBezTo>
                  <a:cubicBezTo>
                    <a:pt x="40" y="121"/>
                    <a:pt x="40" y="121"/>
                    <a:pt x="40" y="121"/>
                  </a:cubicBezTo>
                  <a:cubicBezTo>
                    <a:pt x="40" y="120"/>
                    <a:pt x="39" y="121"/>
                    <a:pt x="39" y="121"/>
                  </a:cubicBezTo>
                  <a:cubicBezTo>
                    <a:pt x="39" y="122"/>
                    <a:pt x="39" y="122"/>
                    <a:pt x="40" y="123"/>
                  </a:cubicBezTo>
                  <a:cubicBezTo>
                    <a:pt x="40" y="123"/>
                    <a:pt x="40" y="123"/>
                    <a:pt x="40" y="123"/>
                  </a:cubicBezTo>
                  <a:cubicBezTo>
                    <a:pt x="39" y="123"/>
                    <a:pt x="39" y="123"/>
                    <a:pt x="39" y="124"/>
                  </a:cubicBezTo>
                  <a:cubicBezTo>
                    <a:pt x="39" y="124"/>
                    <a:pt x="39" y="123"/>
                    <a:pt x="39" y="123"/>
                  </a:cubicBezTo>
                  <a:cubicBezTo>
                    <a:pt x="39" y="123"/>
                    <a:pt x="38" y="123"/>
                    <a:pt x="38" y="124"/>
                  </a:cubicBezTo>
                  <a:cubicBezTo>
                    <a:pt x="39" y="124"/>
                    <a:pt x="39" y="125"/>
                    <a:pt x="39" y="125"/>
                  </a:cubicBezTo>
                  <a:cubicBezTo>
                    <a:pt x="39" y="125"/>
                    <a:pt x="39" y="126"/>
                    <a:pt x="38" y="126"/>
                  </a:cubicBezTo>
                  <a:cubicBezTo>
                    <a:pt x="38" y="126"/>
                    <a:pt x="38" y="125"/>
                    <a:pt x="38" y="125"/>
                  </a:cubicBezTo>
                  <a:cubicBezTo>
                    <a:pt x="38" y="124"/>
                    <a:pt x="37" y="125"/>
                    <a:pt x="37" y="125"/>
                  </a:cubicBezTo>
                  <a:cubicBezTo>
                    <a:pt x="37" y="126"/>
                    <a:pt x="38" y="127"/>
                    <a:pt x="38" y="128"/>
                  </a:cubicBezTo>
                  <a:cubicBezTo>
                    <a:pt x="37" y="129"/>
                    <a:pt x="37" y="130"/>
                    <a:pt x="37" y="131"/>
                  </a:cubicBezTo>
                  <a:cubicBezTo>
                    <a:pt x="37" y="131"/>
                    <a:pt x="37" y="131"/>
                    <a:pt x="37" y="130"/>
                  </a:cubicBezTo>
                  <a:cubicBezTo>
                    <a:pt x="37" y="130"/>
                    <a:pt x="36" y="130"/>
                    <a:pt x="36" y="131"/>
                  </a:cubicBezTo>
                  <a:cubicBezTo>
                    <a:pt x="36" y="131"/>
                    <a:pt x="36" y="132"/>
                    <a:pt x="36" y="132"/>
                  </a:cubicBezTo>
                  <a:cubicBezTo>
                    <a:pt x="36" y="132"/>
                    <a:pt x="36" y="133"/>
                    <a:pt x="36" y="133"/>
                  </a:cubicBezTo>
                  <a:cubicBezTo>
                    <a:pt x="36" y="133"/>
                    <a:pt x="36" y="133"/>
                    <a:pt x="36" y="133"/>
                  </a:cubicBezTo>
                  <a:cubicBezTo>
                    <a:pt x="36" y="132"/>
                    <a:pt x="35" y="132"/>
                    <a:pt x="35" y="132"/>
                  </a:cubicBezTo>
                  <a:cubicBezTo>
                    <a:pt x="36" y="130"/>
                    <a:pt x="36" y="128"/>
                    <a:pt x="37" y="125"/>
                  </a:cubicBezTo>
                  <a:cubicBezTo>
                    <a:pt x="37" y="125"/>
                    <a:pt x="37" y="124"/>
                    <a:pt x="37" y="124"/>
                  </a:cubicBezTo>
                  <a:cubicBezTo>
                    <a:pt x="37" y="122"/>
                    <a:pt x="38" y="121"/>
                    <a:pt x="38" y="120"/>
                  </a:cubicBezTo>
                  <a:cubicBezTo>
                    <a:pt x="39" y="118"/>
                    <a:pt x="39" y="116"/>
                    <a:pt x="40" y="113"/>
                  </a:cubicBezTo>
                  <a:cubicBezTo>
                    <a:pt x="40" y="112"/>
                    <a:pt x="40" y="111"/>
                    <a:pt x="41" y="110"/>
                  </a:cubicBezTo>
                  <a:cubicBezTo>
                    <a:pt x="41" y="109"/>
                    <a:pt x="41" y="109"/>
                    <a:pt x="42" y="109"/>
                  </a:cubicBezTo>
                  <a:cubicBezTo>
                    <a:pt x="42" y="109"/>
                    <a:pt x="42" y="110"/>
                    <a:pt x="42" y="110"/>
                  </a:cubicBezTo>
                  <a:close/>
                  <a:moveTo>
                    <a:pt x="42" y="108"/>
                  </a:moveTo>
                  <a:cubicBezTo>
                    <a:pt x="42" y="108"/>
                    <a:pt x="42" y="108"/>
                    <a:pt x="42" y="108"/>
                  </a:cubicBezTo>
                  <a:cubicBezTo>
                    <a:pt x="41" y="108"/>
                    <a:pt x="41" y="108"/>
                    <a:pt x="41" y="109"/>
                  </a:cubicBezTo>
                  <a:cubicBezTo>
                    <a:pt x="40" y="109"/>
                    <a:pt x="40" y="109"/>
                    <a:pt x="40" y="109"/>
                  </a:cubicBezTo>
                  <a:cubicBezTo>
                    <a:pt x="40" y="109"/>
                    <a:pt x="40" y="109"/>
                    <a:pt x="39" y="109"/>
                  </a:cubicBezTo>
                  <a:cubicBezTo>
                    <a:pt x="39" y="110"/>
                    <a:pt x="39" y="110"/>
                    <a:pt x="39" y="110"/>
                  </a:cubicBezTo>
                  <a:cubicBezTo>
                    <a:pt x="39" y="109"/>
                    <a:pt x="40" y="109"/>
                    <a:pt x="40" y="108"/>
                  </a:cubicBezTo>
                  <a:cubicBezTo>
                    <a:pt x="40" y="107"/>
                    <a:pt x="41" y="107"/>
                    <a:pt x="42" y="107"/>
                  </a:cubicBezTo>
                  <a:cubicBezTo>
                    <a:pt x="42" y="107"/>
                    <a:pt x="42" y="107"/>
                    <a:pt x="42" y="107"/>
                  </a:cubicBezTo>
                  <a:cubicBezTo>
                    <a:pt x="42" y="107"/>
                    <a:pt x="42" y="107"/>
                    <a:pt x="42" y="108"/>
                  </a:cubicBezTo>
                  <a:cubicBezTo>
                    <a:pt x="42" y="108"/>
                    <a:pt x="42" y="108"/>
                    <a:pt x="42" y="108"/>
                  </a:cubicBezTo>
                  <a:close/>
                  <a:moveTo>
                    <a:pt x="43" y="108"/>
                  </a:moveTo>
                  <a:cubicBezTo>
                    <a:pt x="43" y="108"/>
                    <a:pt x="43" y="108"/>
                    <a:pt x="43" y="108"/>
                  </a:cubicBezTo>
                  <a:cubicBezTo>
                    <a:pt x="43" y="108"/>
                    <a:pt x="43" y="108"/>
                    <a:pt x="43" y="108"/>
                  </a:cubicBezTo>
                  <a:cubicBezTo>
                    <a:pt x="43" y="108"/>
                    <a:pt x="43" y="108"/>
                    <a:pt x="43" y="108"/>
                  </a:cubicBezTo>
                  <a:close/>
                  <a:moveTo>
                    <a:pt x="48" y="112"/>
                  </a:moveTo>
                  <a:cubicBezTo>
                    <a:pt x="47" y="111"/>
                    <a:pt x="46" y="111"/>
                    <a:pt x="45" y="110"/>
                  </a:cubicBezTo>
                  <a:cubicBezTo>
                    <a:pt x="44" y="110"/>
                    <a:pt x="44" y="109"/>
                    <a:pt x="43" y="109"/>
                  </a:cubicBezTo>
                  <a:cubicBezTo>
                    <a:pt x="45" y="109"/>
                    <a:pt x="47" y="109"/>
                    <a:pt x="48" y="109"/>
                  </a:cubicBezTo>
                  <a:cubicBezTo>
                    <a:pt x="48" y="109"/>
                    <a:pt x="48" y="110"/>
                    <a:pt x="48" y="110"/>
                  </a:cubicBezTo>
                  <a:cubicBezTo>
                    <a:pt x="49" y="111"/>
                    <a:pt x="49" y="111"/>
                    <a:pt x="49" y="112"/>
                  </a:cubicBezTo>
                  <a:cubicBezTo>
                    <a:pt x="49" y="112"/>
                    <a:pt x="48" y="112"/>
                    <a:pt x="48" y="112"/>
                  </a:cubicBezTo>
                  <a:close/>
                  <a:moveTo>
                    <a:pt x="50" y="112"/>
                  </a:moveTo>
                  <a:cubicBezTo>
                    <a:pt x="50" y="111"/>
                    <a:pt x="49" y="110"/>
                    <a:pt x="49" y="109"/>
                  </a:cubicBezTo>
                  <a:cubicBezTo>
                    <a:pt x="50" y="110"/>
                    <a:pt x="51" y="110"/>
                    <a:pt x="52" y="110"/>
                  </a:cubicBezTo>
                  <a:cubicBezTo>
                    <a:pt x="51" y="110"/>
                    <a:pt x="51" y="110"/>
                    <a:pt x="52" y="110"/>
                  </a:cubicBezTo>
                  <a:cubicBezTo>
                    <a:pt x="52" y="111"/>
                    <a:pt x="52" y="112"/>
                    <a:pt x="53" y="113"/>
                  </a:cubicBezTo>
                  <a:cubicBezTo>
                    <a:pt x="52" y="113"/>
                    <a:pt x="51" y="112"/>
                    <a:pt x="51" y="112"/>
                  </a:cubicBezTo>
                  <a:cubicBezTo>
                    <a:pt x="51" y="112"/>
                    <a:pt x="51" y="112"/>
                    <a:pt x="50" y="112"/>
                  </a:cubicBezTo>
                  <a:close/>
                  <a:moveTo>
                    <a:pt x="58" y="114"/>
                  </a:moveTo>
                  <a:cubicBezTo>
                    <a:pt x="56" y="114"/>
                    <a:pt x="54" y="114"/>
                    <a:pt x="52" y="113"/>
                  </a:cubicBezTo>
                  <a:cubicBezTo>
                    <a:pt x="52" y="113"/>
                    <a:pt x="52" y="113"/>
                    <a:pt x="52" y="113"/>
                  </a:cubicBezTo>
                  <a:cubicBezTo>
                    <a:pt x="52" y="113"/>
                    <a:pt x="53" y="114"/>
                    <a:pt x="53" y="114"/>
                  </a:cubicBezTo>
                  <a:cubicBezTo>
                    <a:pt x="55" y="114"/>
                    <a:pt x="57" y="114"/>
                    <a:pt x="59" y="114"/>
                  </a:cubicBezTo>
                  <a:cubicBezTo>
                    <a:pt x="59" y="114"/>
                    <a:pt x="59" y="114"/>
                    <a:pt x="58" y="114"/>
                  </a:cubicBezTo>
                  <a:close/>
                  <a:moveTo>
                    <a:pt x="58" y="112"/>
                  </a:moveTo>
                  <a:cubicBezTo>
                    <a:pt x="58" y="113"/>
                    <a:pt x="59" y="113"/>
                    <a:pt x="59" y="113"/>
                  </a:cubicBezTo>
                  <a:cubicBezTo>
                    <a:pt x="57" y="113"/>
                    <a:pt x="55" y="113"/>
                    <a:pt x="54" y="113"/>
                  </a:cubicBezTo>
                  <a:cubicBezTo>
                    <a:pt x="54" y="113"/>
                    <a:pt x="54" y="113"/>
                    <a:pt x="54" y="112"/>
                  </a:cubicBezTo>
                  <a:cubicBezTo>
                    <a:pt x="53" y="112"/>
                    <a:pt x="53" y="111"/>
                    <a:pt x="52" y="110"/>
                  </a:cubicBezTo>
                  <a:cubicBezTo>
                    <a:pt x="53" y="110"/>
                    <a:pt x="55" y="111"/>
                    <a:pt x="56" y="111"/>
                  </a:cubicBezTo>
                  <a:cubicBezTo>
                    <a:pt x="55" y="111"/>
                    <a:pt x="55" y="111"/>
                    <a:pt x="56" y="111"/>
                  </a:cubicBezTo>
                  <a:cubicBezTo>
                    <a:pt x="56" y="112"/>
                    <a:pt x="56" y="112"/>
                    <a:pt x="56" y="112"/>
                  </a:cubicBezTo>
                  <a:cubicBezTo>
                    <a:pt x="56" y="113"/>
                    <a:pt x="56" y="113"/>
                    <a:pt x="57" y="113"/>
                  </a:cubicBezTo>
                  <a:cubicBezTo>
                    <a:pt x="57" y="112"/>
                    <a:pt x="57" y="112"/>
                    <a:pt x="57" y="112"/>
                  </a:cubicBezTo>
                  <a:cubicBezTo>
                    <a:pt x="56" y="111"/>
                    <a:pt x="56" y="111"/>
                    <a:pt x="56" y="111"/>
                  </a:cubicBezTo>
                  <a:cubicBezTo>
                    <a:pt x="56" y="111"/>
                    <a:pt x="56" y="111"/>
                    <a:pt x="57" y="111"/>
                  </a:cubicBezTo>
                  <a:cubicBezTo>
                    <a:pt x="57" y="111"/>
                    <a:pt x="57" y="111"/>
                    <a:pt x="58" y="112"/>
                  </a:cubicBezTo>
                  <a:cubicBezTo>
                    <a:pt x="58" y="112"/>
                    <a:pt x="58" y="112"/>
                    <a:pt x="58" y="112"/>
                  </a:cubicBezTo>
                  <a:cubicBezTo>
                    <a:pt x="58" y="112"/>
                    <a:pt x="58" y="112"/>
                    <a:pt x="58" y="112"/>
                  </a:cubicBezTo>
                  <a:close/>
                  <a:moveTo>
                    <a:pt x="60" y="113"/>
                  </a:moveTo>
                  <a:cubicBezTo>
                    <a:pt x="60" y="113"/>
                    <a:pt x="59" y="112"/>
                    <a:pt x="59" y="112"/>
                  </a:cubicBezTo>
                  <a:cubicBezTo>
                    <a:pt x="59" y="112"/>
                    <a:pt x="59" y="112"/>
                    <a:pt x="59" y="112"/>
                  </a:cubicBezTo>
                  <a:cubicBezTo>
                    <a:pt x="59" y="112"/>
                    <a:pt x="59" y="112"/>
                    <a:pt x="59" y="112"/>
                  </a:cubicBezTo>
                  <a:cubicBezTo>
                    <a:pt x="60" y="112"/>
                    <a:pt x="60" y="112"/>
                    <a:pt x="60" y="112"/>
                  </a:cubicBezTo>
                  <a:cubicBezTo>
                    <a:pt x="61" y="112"/>
                    <a:pt x="61" y="113"/>
                    <a:pt x="62" y="113"/>
                  </a:cubicBezTo>
                  <a:cubicBezTo>
                    <a:pt x="62" y="113"/>
                    <a:pt x="63" y="113"/>
                    <a:pt x="63" y="113"/>
                  </a:cubicBezTo>
                  <a:cubicBezTo>
                    <a:pt x="63" y="114"/>
                    <a:pt x="64" y="114"/>
                    <a:pt x="63" y="113"/>
                  </a:cubicBezTo>
                  <a:cubicBezTo>
                    <a:pt x="63" y="113"/>
                    <a:pt x="63" y="113"/>
                    <a:pt x="63" y="113"/>
                  </a:cubicBezTo>
                  <a:cubicBezTo>
                    <a:pt x="63" y="113"/>
                    <a:pt x="63" y="112"/>
                    <a:pt x="63" y="112"/>
                  </a:cubicBezTo>
                  <a:cubicBezTo>
                    <a:pt x="64" y="112"/>
                    <a:pt x="64" y="112"/>
                    <a:pt x="64" y="112"/>
                  </a:cubicBezTo>
                  <a:cubicBezTo>
                    <a:pt x="64" y="113"/>
                    <a:pt x="64" y="113"/>
                    <a:pt x="64" y="113"/>
                  </a:cubicBezTo>
                  <a:cubicBezTo>
                    <a:pt x="64" y="113"/>
                    <a:pt x="64" y="114"/>
                    <a:pt x="64" y="114"/>
                  </a:cubicBezTo>
                  <a:cubicBezTo>
                    <a:pt x="64" y="114"/>
                    <a:pt x="64" y="114"/>
                    <a:pt x="64" y="114"/>
                  </a:cubicBezTo>
                  <a:cubicBezTo>
                    <a:pt x="64" y="114"/>
                    <a:pt x="64" y="114"/>
                    <a:pt x="64" y="114"/>
                  </a:cubicBezTo>
                  <a:cubicBezTo>
                    <a:pt x="63" y="114"/>
                    <a:pt x="61" y="114"/>
                    <a:pt x="60" y="113"/>
                  </a:cubicBezTo>
                  <a:close/>
                  <a:moveTo>
                    <a:pt x="67" y="113"/>
                  </a:moveTo>
                  <a:cubicBezTo>
                    <a:pt x="67" y="113"/>
                    <a:pt x="67" y="113"/>
                    <a:pt x="68" y="112"/>
                  </a:cubicBezTo>
                  <a:cubicBezTo>
                    <a:pt x="67" y="113"/>
                    <a:pt x="67" y="113"/>
                    <a:pt x="67" y="113"/>
                  </a:cubicBezTo>
                  <a:close/>
                  <a:moveTo>
                    <a:pt x="89" y="84"/>
                  </a:moveTo>
                  <a:cubicBezTo>
                    <a:pt x="89" y="84"/>
                    <a:pt x="88" y="84"/>
                    <a:pt x="88" y="84"/>
                  </a:cubicBezTo>
                  <a:cubicBezTo>
                    <a:pt x="87" y="84"/>
                    <a:pt x="87" y="83"/>
                    <a:pt x="86" y="83"/>
                  </a:cubicBezTo>
                  <a:cubicBezTo>
                    <a:pt x="85" y="83"/>
                    <a:pt x="84" y="82"/>
                    <a:pt x="82" y="82"/>
                  </a:cubicBezTo>
                  <a:cubicBezTo>
                    <a:pt x="82" y="82"/>
                    <a:pt x="82" y="82"/>
                    <a:pt x="82" y="82"/>
                  </a:cubicBezTo>
                  <a:cubicBezTo>
                    <a:pt x="81" y="81"/>
                    <a:pt x="81" y="80"/>
                    <a:pt x="80" y="78"/>
                  </a:cubicBezTo>
                  <a:cubicBezTo>
                    <a:pt x="80" y="78"/>
                    <a:pt x="79" y="79"/>
                    <a:pt x="79" y="79"/>
                  </a:cubicBezTo>
                  <a:cubicBezTo>
                    <a:pt x="80" y="80"/>
                    <a:pt x="81" y="81"/>
                    <a:pt x="81" y="82"/>
                  </a:cubicBezTo>
                  <a:cubicBezTo>
                    <a:pt x="80" y="82"/>
                    <a:pt x="79" y="82"/>
                    <a:pt x="79" y="82"/>
                  </a:cubicBezTo>
                  <a:cubicBezTo>
                    <a:pt x="78" y="81"/>
                    <a:pt x="78" y="81"/>
                    <a:pt x="78" y="80"/>
                  </a:cubicBezTo>
                  <a:cubicBezTo>
                    <a:pt x="78" y="79"/>
                    <a:pt x="77" y="78"/>
                    <a:pt x="77" y="78"/>
                  </a:cubicBezTo>
                  <a:cubicBezTo>
                    <a:pt x="76" y="77"/>
                    <a:pt x="76" y="78"/>
                    <a:pt x="76" y="78"/>
                  </a:cubicBezTo>
                  <a:cubicBezTo>
                    <a:pt x="76" y="79"/>
                    <a:pt x="77" y="80"/>
                    <a:pt x="77" y="81"/>
                  </a:cubicBezTo>
                  <a:cubicBezTo>
                    <a:pt x="77" y="81"/>
                    <a:pt x="77" y="82"/>
                    <a:pt x="77" y="82"/>
                  </a:cubicBezTo>
                  <a:cubicBezTo>
                    <a:pt x="77" y="82"/>
                    <a:pt x="77" y="82"/>
                    <a:pt x="77" y="82"/>
                  </a:cubicBezTo>
                  <a:cubicBezTo>
                    <a:pt x="78" y="83"/>
                    <a:pt x="77" y="84"/>
                    <a:pt x="77" y="84"/>
                  </a:cubicBezTo>
                  <a:cubicBezTo>
                    <a:pt x="77" y="84"/>
                    <a:pt x="77" y="84"/>
                    <a:pt x="77" y="85"/>
                  </a:cubicBezTo>
                  <a:cubicBezTo>
                    <a:pt x="77" y="84"/>
                    <a:pt x="76" y="83"/>
                    <a:pt x="76" y="82"/>
                  </a:cubicBezTo>
                  <a:cubicBezTo>
                    <a:pt x="76" y="82"/>
                    <a:pt x="75" y="82"/>
                    <a:pt x="75" y="82"/>
                  </a:cubicBezTo>
                  <a:cubicBezTo>
                    <a:pt x="76" y="83"/>
                    <a:pt x="76" y="85"/>
                    <a:pt x="77" y="86"/>
                  </a:cubicBezTo>
                  <a:cubicBezTo>
                    <a:pt x="77" y="86"/>
                    <a:pt x="77" y="86"/>
                    <a:pt x="77" y="86"/>
                  </a:cubicBezTo>
                  <a:cubicBezTo>
                    <a:pt x="76" y="87"/>
                    <a:pt x="76" y="87"/>
                    <a:pt x="76" y="88"/>
                  </a:cubicBezTo>
                  <a:cubicBezTo>
                    <a:pt x="76" y="88"/>
                    <a:pt x="76" y="89"/>
                    <a:pt x="75" y="89"/>
                  </a:cubicBezTo>
                  <a:cubicBezTo>
                    <a:pt x="74" y="85"/>
                    <a:pt x="74" y="85"/>
                    <a:pt x="74" y="85"/>
                  </a:cubicBezTo>
                  <a:cubicBezTo>
                    <a:pt x="74" y="85"/>
                    <a:pt x="73" y="85"/>
                    <a:pt x="73" y="85"/>
                  </a:cubicBezTo>
                  <a:cubicBezTo>
                    <a:pt x="75" y="90"/>
                    <a:pt x="75" y="90"/>
                    <a:pt x="75" y="90"/>
                  </a:cubicBezTo>
                  <a:cubicBezTo>
                    <a:pt x="75" y="90"/>
                    <a:pt x="75" y="90"/>
                    <a:pt x="75" y="90"/>
                  </a:cubicBezTo>
                  <a:cubicBezTo>
                    <a:pt x="75" y="91"/>
                    <a:pt x="75" y="91"/>
                    <a:pt x="75" y="91"/>
                  </a:cubicBezTo>
                  <a:cubicBezTo>
                    <a:pt x="74" y="90"/>
                    <a:pt x="74" y="90"/>
                    <a:pt x="73" y="89"/>
                  </a:cubicBezTo>
                  <a:cubicBezTo>
                    <a:pt x="73" y="88"/>
                    <a:pt x="72" y="89"/>
                    <a:pt x="73" y="89"/>
                  </a:cubicBezTo>
                  <a:cubicBezTo>
                    <a:pt x="73" y="90"/>
                    <a:pt x="74" y="91"/>
                    <a:pt x="74" y="93"/>
                  </a:cubicBezTo>
                  <a:cubicBezTo>
                    <a:pt x="74" y="93"/>
                    <a:pt x="74" y="94"/>
                    <a:pt x="74" y="94"/>
                  </a:cubicBezTo>
                  <a:cubicBezTo>
                    <a:pt x="73" y="95"/>
                    <a:pt x="73" y="95"/>
                    <a:pt x="73" y="95"/>
                  </a:cubicBezTo>
                  <a:cubicBezTo>
                    <a:pt x="73" y="94"/>
                    <a:pt x="72" y="93"/>
                    <a:pt x="72" y="92"/>
                  </a:cubicBezTo>
                  <a:cubicBezTo>
                    <a:pt x="71" y="92"/>
                    <a:pt x="70" y="92"/>
                    <a:pt x="71" y="93"/>
                  </a:cubicBezTo>
                  <a:cubicBezTo>
                    <a:pt x="72" y="94"/>
                    <a:pt x="72" y="95"/>
                    <a:pt x="73" y="96"/>
                  </a:cubicBezTo>
                  <a:cubicBezTo>
                    <a:pt x="73" y="97"/>
                    <a:pt x="72" y="97"/>
                    <a:pt x="72" y="98"/>
                  </a:cubicBezTo>
                  <a:cubicBezTo>
                    <a:pt x="72" y="98"/>
                    <a:pt x="72" y="98"/>
                    <a:pt x="72" y="97"/>
                  </a:cubicBezTo>
                  <a:cubicBezTo>
                    <a:pt x="72" y="97"/>
                    <a:pt x="71" y="96"/>
                    <a:pt x="71" y="95"/>
                  </a:cubicBezTo>
                  <a:cubicBezTo>
                    <a:pt x="70" y="95"/>
                    <a:pt x="70" y="95"/>
                    <a:pt x="70" y="96"/>
                  </a:cubicBezTo>
                  <a:cubicBezTo>
                    <a:pt x="70" y="96"/>
                    <a:pt x="71" y="97"/>
                    <a:pt x="71" y="98"/>
                  </a:cubicBezTo>
                  <a:cubicBezTo>
                    <a:pt x="71" y="98"/>
                    <a:pt x="72" y="99"/>
                    <a:pt x="72" y="99"/>
                  </a:cubicBezTo>
                  <a:cubicBezTo>
                    <a:pt x="72" y="99"/>
                    <a:pt x="72" y="99"/>
                    <a:pt x="72" y="99"/>
                  </a:cubicBezTo>
                  <a:cubicBezTo>
                    <a:pt x="71" y="100"/>
                    <a:pt x="71" y="101"/>
                    <a:pt x="71" y="102"/>
                  </a:cubicBezTo>
                  <a:cubicBezTo>
                    <a:pt x="70" y="101"/>
                    <a:pt x="70" y="100"/>
                    <a:pt x="69" y="99"/>
                  </a:cubicBezTo>
                  <a:cubicBezTo>
                    <a:pt x="69" y="98"/>
                    <a:pt x="68" y="99"/>
                    <a:pt x="68" y="99"/>
                  </a:cubicBezTo>
                  <a:cubicBezTo>
                    <a:pt x="69" y="100"/>
                    <a:pt x="70" y="102"/>
                    <a:pt x="70" y="103"/>
                  </a:cubicBezTo>
                  <a:cubicBezTo>
                    <a:pt x="70" y="103"/>
                    <a:pt x="70" y="103"/>
                    <a:pt x="70" y="103"/>
                  </a:cubicBezTo>
                  <a:cubicBezTo>
                    <a:pt x="70" y="104"/>
                    <a:pt x="70" y="104"/>
                    <a:pt x="70" y="105"/>
                  </a:cubicBezTo>
                  <a:cubicBezTo>
                    <a:pt x="70" y="105"/>
                    <a:pt x="69" y="105"/>
                    <a:pt x="69" y="106"/>
                  </a:cubicBezTo>
                  <a:cubicBezTo>
                    <a:pt x="69" y="105"/>
                    <a:pt x="68" y="103"/>
                    <a:pt x="68" y="102"/>
                  </a:cubicBezTo>
                  <a:cubicBezTo>
                    <a:pt x="67" y="102"/>
                    <a:pt x="67" y="102"/>
                    <a:pt x="67" y="103"/>
                  </a:cubicBezTo>
                  <a:cubicBezTo>
                    <a:pt x="67" y="104"/>
                    <a:pt x="68" y="105"/>
                    <a:pt x="68" y="106"/>
                  </a:cubicBezTo>
                  <a:cubicBezTo>
                    <a:pt x="68" y="106"/>
                    <a:pt x="68" y="106"/>
                    <a:pt x="69" y="106"/>
                  </a:cubicBezTo>
                  <a:cubicBezTo>
                    <a:pt x="69" y="106"/>
                    <a:pt x="69" y="107"/>
                    <a:pt x="69" y="107"/>
                  </a:cubicBezTo>
                  <a:cubicBezTo>
                    <a:pt x="69" y="107"/>
                    <a:pt x="69" y="107"/>
                    <a:pt x="69" y="107"/>
                  </a:cubicBezTo>
                  <a:cubicBezTo>
                    <a:pt x="69" y="108"/>
                    <a:pt x="68" y="109"/>
                    <a:pt x="68" y="110"/>
                  </a:cubicBezTo>
                  <a:cubicBezTo>
                    <a:pt x="67" y="109"/>
                    <a:pt x="67" y="108"/>
                    <a:pt x="66" y="107"/>
                  </a:cubicBezTo>
                  <a:cubicBezTo>
                    <a:pt x="66" y="106"/>
                    <a:pt x="65" y="107"/>
                    <a:pt x="65" y="107"/>
                  </a:cubicBezTo>
                  <a:cubicBezTo>
                    <a:pt x="66" y="108"/>
                    <a:pt x="67" y="110"/>
                    <a:pt x="67" y="111"/>
                  </a:cubicBezTo>
                  <a:cubicBezTo>
                    <a:pt x="67" y="111"/>
                    <a:pt x="67" y="111"/>
                    <a:pt x="67" y="111"/>
                  </a:cubicBezTo>
                  <a:cubicBezTo>
                    <a:pt x="67" y="111"/>
                    <a:pt x="67" y="112"/>
                    <a:pt x="67" y="112"/>
                  </a:cubicBezTo>
                  <a:cubicBezTo>
                    <a:pt x="66" y="113"/>
                    <a:pt x="66" y="113"/>
                    <a:pt x="66" y="114"/>
                  </a:cubicBezTo>
                  <a:cubicBezTo>
                    <a:pt x="66" y="114"/>
                    <a:pt x="65" y="114"/>
                    <a:pt x="65" y="113"/>
                  </a:cubicBezTo>
                  <a:cubicBezTo>
                    <a:pt x="65" y="113"/>
                    <a:pt x="64" y="112"/>
                    <a:pt x="64" y="111"/>
                  </a:cubicBezTo>
                  <a:cubicBezTo>
                    <a:pt x="64" y="111"/>
                    <a:pt x="63" y="111"/>
                    <a:pt x="63" y="112"/>
                  </a:cubicBezTo>
                  <a:cubicBezTo>
                    <a:pt x="63" y="112"/>
                    <a:pt x="63" y="111"/>
                    <a:pt x="63" y="111"/>
                  </a:cubicBezTo>
                  <a:cubicBezTo>
                    <a:pt x="64" y="111"/>
                    <a:pt x="64" y="110"/>
                    <a:pt x="65" y="109"/>
                  </a:cubicBezTo>
                  <a:cubicBezTo>
                    <a:pt x="65" y="108"/>
                    <a:pt x="65" y="108"/>
                    <a:pt x="65" y="107"/>
                  </a:cubicBezTo>
                  <a:cubicBezTo>
                    <a:pt x="65" y="107"/>
                    <a:pt x="65" y="106"/>
                    <a:pt x="65" y="106"/>
                  </a:cubicBezTo>
                  <a:cubicBezTo>
                    <a:pt x="66" y="105"/>
                    <a:pt x="66" y="105"/>
                    <a:pt x="66" y="105"/>
                  </a:cubicBezTo>
                  <a:cubicBezTo>
                    <a:pt x="66" y="104"/>
                    <a:pt x="66" y="103"/>
                    <a:pt x="67" y="102"/>
                  </a:cubicBezTo>
                  <a:cubicBezTo>
                    <a:pt x="67" y="101"/>
                    <a:pt x="67" y="100"/>
                    <a:pt x="68" y="99"/>
                  </a:cubicBezTo>
                  <a:cubicBezTo>
                    <a:pt x="69" y="97"/>
                    <a:pt x="69" y="95"/>
                    <a:pt x="70" y="93"/>
                  </a:cubicBezTo>
                  <a:cubicBezTo>
                    <a:pt x="71" y="90"/>
                    <a:pt x="73" y="86"/>
                    <a:pt x="74" y="83"/>
                  </a:cubicBezTo>
                  <a:cubicBezTo>
                    <a:pt x="74" y="82"/>
                    <a:pt x="74" y="81"/>
                    <a:pt x="75" y="80"/>
                  </a:cubicBezTo>
                  <a:cubicBezTo>
                    <a:pt x="75" y="79"/>
                    <a:pt x="75" y="79"/>
                    <a:pt x="76" y="78"/>
                  </a:cubicBezTo>
                  <a:cubicBezTo>
                    <a:pt x="76" y="78"/>
                    <a:pt x="76" y="78"/>
                    <a:pt x="76" y="78"/>
                  </a:cubicBezTo>
                  <a:cubicBezTo>
                    <a:pt x="77" y="77"/>
                    <a:pt x="77" y="77"/>
                    <a:pt x="78" y="77"/>
                  </a:cubicBezTo>
                  <a:cubicBezTo>
                    <a:pt x="80" y="78"/>
                    <a:pt x="82" y="79"/>
                    <a:pt x="84" y="79"/>
                  </a:cubicBezTo>
                  <a:cubicBezTo>
                    <a:pt x="84" y="79"/>
                    <a:pt x="84" y="80"/>
                    <a:pt x="84" y="80"/>
                  </a:cubicBezTo>
                  <a:cubicBezTo>
                    <a:pt x="85" y="81"/>
                    <a:pt x="86" y="82"/>
                    <a:pt x="87" y="83"/>
                  </a:cubicBezTo>
                  <a:cubicBezTo>
                    <a:pt x="87" y="83"/>
                    <a:pt x="88" y="82"/>
                    <a:pt x="87" y="82"/>
                  </a:cubicBezTo>
                  <a:cubicBezTo>
                    <a:pt x="87" y="81"/>
                    <a:pt x="86" y="81"/>
                    <a:pt x="86" y="80"/>
                  </a:cubicBezTo>
                  <a:cubicBezTo>
                    <a:pt x="87" y="80"/>
                    <a:pt x="88" y="81"/>
                    <a:pt x="89" y="81"/>
                  </a:cubicBezTo>
                  <a:cubicBezTo>
                    <a:pt x="89" y="81"/>
                    <a:pt x="89" y="81"/>
                    <a:pt x="89" y="81"/>
                  </a:cubicBezTo>
                  <a:cubicBezTo>
                    <a:pt x="89" y="82"/>
                    <a:pt x="90" y="83"/>
                    <a:pt x="90" y="84"/>
                  </a:cubicBezTo>
                  <a:cubicBezTo>
                    <a:pt x="90" y="84"/>
                    <a:pt x="89" y="84"/>
                    <a:pt x="89" y="84"/>
                  </a:cubicBezTo>
                  <a:close/>
                  <a:moveTo>
                    <a:pt x="72" y="82"/>
                  </a:moveTo>
                  <a:cubicBezTo>
                    <a:pt x="73" y="81"/>
                    <a:pt x="73" y="81"/>
                    <a:pt x="73" y="80"/>
                  </a:cubicBezTo>
                  <a:cubicBezTo>
                    <a:pt x="73" y="79"/>
                    <a:pt x="73" y="78"/>
                    <a:pt x="73" y="78"/>
                  </a:cubicBezTo>
                  <a:cubicBezTo>
                    <a:pt x="74" y="77"/>
                    <a:pt x="74" y="77"/>
                    <a:pt x="75" y="77"/>
                  </a:cubicBezTo>
                  <a:cubicBezTo>
                    <a:pt x="74" y="78"/>
                    <a:pt x="73" y="80"/>
                    <a:pt x="72" y="82"/>
                  </a:cubicBezTo>
                  <a:close/>
                  <a:moveTo>
                    <a:pt x="76" y="77"/>
                  </a:moveTo>
                  <a:cubicBezTo>
                    <a:pt x="76" y="77"/>
                    <a:pt x="76" y="77"/>
                    <a:pt x="76" y="77"/>
                  </a:cubicBezTo>
                  <a:cubicBezTo>
                    <a:pt x="76" y="77"/>
                    <a:pt x="76" y="77"/>
                    <a:pt x="76" y="77"/>
                  </a:cubicBezTo>
                  <a:cubicBezTo>
                    <a:pt x="76" y="77"/>
                    <a:pt x="76" y="77"/>
                    <a:pt x="76" y="77"/>
                  </a:cubicBezTo>
                  <a:close/>
                  <a:moveTo>
                    <a:pt x="86" y="79"/>
                  </a:moveTo>
                  <a:cubicBezTo>
                    <a:pt x="86" y="79"/>
                    <a:pt x="86" y="79"/>
                    <a:pt x="86" y="79"/>
                  </a:cubicBezTo>
                  <a:cubicBezTo>
                    <a:pt x="85" y="78"/>
                    <a:pt x="84" y="78"/>
                    <a:pt x="82" y="77"/>
                  </a:cubicBezTo>
                  <a:cubicBezTo>
                    <a:pt x="82" y="77"/>
                    <a:pt x="81" y="77"/>
                    <a:pt x="81" y="77"/>
                  </a:cubicBezTo>
                  <a:cubicBezTo>
                    <a:pt x="81" y="77"/>
                    <a:pt x="81" y="77"/>
                    <a:pt x="81" y="77"/>
                  </a:cubicBezTo>
                  <a:cubicBezTo>
                    <a:pt x="82" y="77"/>
                    <a:pt x="83" y="77"/>
                    <a:pt x="84" y="77"/>
                  </a:cubicBezTo>
                  <a:cubicBezTo>
                    <a:pt x="86" y="78"/>
                    <a:pt x="88" y="79"/>
                    <a:pt x="91" y="79"/>
                  </a:cubicBezTo>
                  <a:cubicBezTo>
                    <a:pt x="94" y="80"/>
                    <a:pt x="97" y="81"/>
                    <a:pt x="100" y="82"/>
                  </a:cubicBezTo>
                  <a:cubicBezTo>
                    <a:pt x="99" y="83"/>
                    <a:pt x="99" y="83"/>
                    <a:pt x="99" y="83"/>
                  </a:cubicBezTo>
                  <a:cubicBezTo>
                    <a:pt x="99" y="83"/>
                    <a:pt x="99" y="83"/>
                    <a:pt x="99" y="83"/>
                  </a:cubicBezTo>
                  <a:cubicBezTo>
                    <a:pt x="98" y="82"/>
                    <a:pt x="97" y="82"/>
                    <a:pt x="96" y="82"/>
                  </a:cubicBezTo>
                  <a:cubicBezTo>
                    <a:pt x="94" y="81"/>
                    <a:pt x="91" y="80"/>
                    <a:pt x="89" y="80"/>
                  </a:cubicBezTo>
                  <a:cubicBezTo>
                    <a:pt x="88" y="79"/>
                    <a:pt x="87" y="79"/>
                    <a:pt x="86" y="79"/>
                  </a:cubicBezTo>
                  <a:close/>
                  <a:moveTo>
                    <a:pt x="95" y="85"/>
                  </a:moveTo>
                  <a:cubicBezTo>
                    <a:pt x="94" y="85"/>
                    <a:pt x="94" y="85"/>
                    <a:pt x="93" y="85"/>
                  </a:cubicBezTo>
                  <a:cubicBezTo>
                    <a:pt x="92" y="85"/>
                    <a:pt x="92" y="84"/>
                    <a:pt x="91" y="84"/>
                  </a:cubicBezTo>
                  <a:cubicBezTo>
                    <a:pt x="91" y="83"/>
                    <a:pt x="90" y="82"/>
                    <a:pt x="90" y="81"/>
                  </a:cubicBezTo>
                  <a:cubicBezTo>
                    <a:pt x="90" y="81"/>
                    <a:pt x="91" y="82"/>
                    <a:pt x="91" y="82"/>
                  </a:cubicBezTo>
                  <a:cubicBezTo>
                    <a:pt x="92" y="82"/>
                    <a:pt x="92" y="82"/>
                    <a:pt x="93" y="82"/>
                  </a:cubicBezTo>
                  <a:cubicBezTo>
                    <a:pt x="93" y="82"/>
                    <a:pt x="94" y="83"/>
                    <a:pt x="94" y="83"/>
                  </a:cubicBezTo>
                  <a:cubicBezTo>
                    <a:pt x="94" y="83"/>
                    <a:pt x="94" y="83"/>
                    <a:pt x="94" y="83"/>
                  </a:cubicBezTo>
                  <a:cubicBezTo>
                    <a:pt x="94" y="84"/>
                    <a:pt x="95" y="84"/>
                    <a:pt x="95" y="85"/>
                  </a:cubicBezTo>
                  <a:cubicBezTo>
                    <a:pt x="95" y="85"/>
                    <a:pt x="95" y="85"/>
                    <a:pt x="95" y="85"/>
                  </a:cubicBezTo>
                  <a:close/>
                  <a:moveTo>
                    <a:pt x="103" y="88"/>
                  </a:moveTo>
                  <a:cubicBezTo>
                    <a:pt x="103" y="88"/>
                    <a:pt x="103" y="88"/>
                    <a:pt x="103" y="87"/>
                  </a:cubicBezTo>
                  <a:cubicBezTo>
                    <a:pt x="103" y="87"/>
                    <a:pt x="103" y="87"/>
                    <a:pt x="103" y="87"/>
                  </a:cubicBezTo>
                  <a:cubicBezTo>
                    <a:pt x="103" y="87"/>
                    <a:pt x="103" y="87"/>
                    <a:pt x="102" y="86"/>
                  </a:cubicBezTo>
                  <a:cubicBezTo>
                    <a:pt x="102" y="86"/>
                    <a:pt x="102" y="85"/>
                    <a:pt x="101" y="84"/>
                  </a:cubicBezTo>
                  <a:cubicBezTo>
                    <a:pt x="101" y="84"/>
                    <a:pt x="100" y="84"/>
                    <a:pt x="100" y="85"/>
                  </a:cubicBezTo>
                  <a:cubicBezTo>
                    <a:pt x="101" y="85"/>
                    <a:pt x="101" y="86"/>
                    <a:pt x="101" y="86"/>
                  </a:cubicBezTo>
                  <a:cubicBezTo>
                    <a:pt x="100" y="86"/>
                    <a:pt x="98" y="86"/>
                    <a:pt x="97" y="85"/>
                  </a:cubicBezTo>
                  <a:cubicBezTo>
                    <a:pt x="96" y="85"/>
                    <a:pt x="96" y="85"/>
                    <a:pt x="96" y="85"/>
                  </a:cubicBezTo>
                  <a:cubicBezTo>
                    <a:pt x="96" y="85"/>
                    <a:pt x="95" y="84"/>
                    <a:pt x="95" y="83"/>
                  </a:cubicBezTo>
                  <a:cubicBezTo>
                    <a:pt x="95" y="83"/>
                    <a:pt x="96" y="83"/>
                    <a:pt x="96" y="83"/>
                  </a:cubicBezTo>
                  <a:cubicBezTo>
                    <a:pt x="97" y="84"/>
                    <a:pt x="97" y="84"/>
                    <a:pt x="97" y="84"/>
                  </a:cubicBezTo>
                  <a:cubicBezTo>
                    <a:pt x="97" y="84"/>
                    <a:pt x="98" y="84"/>
                    <a:pt x="98" y="84"/>
                  </a:cubicBezTo>
                  <a:cubicBezTo>
                    <a:pt x="98" y="84"/>
                    <a:pt x="99" y="84"/>
                    <a:pt x="99" y="84"/>
                  </a:cubicBezTo>
                  <a:cubicBezTo>
                    <a:pt x="100" y="84"/>
                    <a:pt x="101" y="84"/>
                    <a:pt x="102" y="84"/>
                  </a:cubicBezTo>
                  <a:cubicBezTo>
                    <a:pt x="102" y="84"/>
                    <a:pt x="102" y="83"/>
                    <a:pt x="102" y="83"/>
                  </a:cubicBezTo>
                  <a:cubicBezTo>
                    <a:pt x="102" y="83"/>
                    <a:pt x="102" y="83"/>
                    <a:pt x="101" y="83"/>
                  </a:cubicBezTo>
                  <a:cubicBezTo>
                    <a:pt x="101" y="83"/>
                    <a:pt x="101" y="82"/>
                    <a:pt x="101" y="82"/>
                  </a:cubicBezTo>
                  <a:cubicBezTo>
                    <a:pt x="102" y="82"/>
                    <a:pt x="102" y="82"/>
                    <a:pt x="102" y="82"/>
                  </a:cubicBezTo>
                  <a:cubicBezTo>
                    <a:pt x="102" y="83"/>
                    <a:pt x="103" y="84"/>
                    <a:pt x="104" y="85"/>
                  </a:cubicBezTo>
                  <a:cubicBezTo>
                    <a:pt x="104" y="86"/>
                    <a:pt x="104" y="86"/>
                    <a:pt x="104" y="86"/>
                  </a:cubicBezTo>
                  <a:cubicBezTo>
                    <a:pt x="104" y="86"/>
                    <a:pt x="103" y="87"/>
                    <a:pt x="103" y="88"/>
                  </a:cubicBezTo>
                  <a:close/>
                  <a:moveTo>
                    <a:pt x="102" y="81"/>
                  </a:moveTo>
                  <a:cubicBezTo>
                    <a:pt x="102" y="81"/>
                    <a:pt x="102" y="81"/>
                    <a:pt x="102" y="81"/>
                  </a:cubicBezTo>
                  <a:cubicBezTo>
                    <a:pt x="102" y="81"/>
                    <a:pt x="102" y="81"/>
                    <a:pt x="102" y="81"/>
                  </a:cubicBezTo>
                  <a:cubicBezTo>
                    <a:pt x="101" y="81"/>
                    <a:pt x="101" y="82"/>
                    <a:pt x="101" y="82"/>
                  </a:cubicBezTo>
                  <a:cubicBezTo>
                    <a:pt x="101" y="82"/>
                    <a:pt x="101" y="81"/>
                    <a:pt x="101" y="81"/>
                  </a:cubicBezTo>
                  <a:cubicBezTo>
                    <a:pt x="101" y="80"/>
                    <a:pt x="102" y="78"/>
                    <a:pt x="103" y="77"/>
                  </a:cubicBezTo>
                  <a:cubicBezTo>
                    <a:pt x="103" y="77"/>
                    <a:pt x="102" y="78"/>
                    <a:pt x="102" y="78"/>
                  </a:cubicBezTo>
                  <a:cubicBezTo>
                    <a:pt x="102" y="78"/>
                    <a:pt x="103" y="79"/>
                    <a:pt x="103" y="79"/>
                  </a:cubicBezTo>
                  <a:cubicBezTo>
                    <a:pt x="102" y="79"/>
                    <a:pt x="102" y="80"/>
                    <a:pt x="102" y="81"/>
                  </a:cubicBezTo>
                  <a:close/>
                  <a:moveTo>
                    <a:pt x="104" y="85"/>
                  </a:moveTo>
                  <a:cubicBezTo>
                    <a:pt x="103" y="83"/>
                    <a:pt x="103" y="82"/>
                    <a:pt x="102" y="81"/>
                  </a:cubicBezTo>
                  <a:cubicBezTo>
                    <a:pt x="103" y="80"/>
                    <a:pt x="104" y="79"/>
                    <a:pt x="104" y="78"/>
                  </a:cubicBezTo>
                  <a:cubicBezTo>
                    <a:pt x="104" y="79"/>
                    <a:pt x="105" y="79"/>
                    <a:pt x="105" y="80"/>
                  </a:cubicBezTo>
                  <a:cubicBezTo>
                    <a:pt x="105" y="80"/>
                    <a:pt x="105" y="80"/>
                    <a:pt x="105" y="80"/>
                  </a:cubicBezTo>
                  <a:cubicBezTo>
                    <a:pt x="105" y="82"/>
                    <a:pt x="104" y="83"/>
                    <a:pt x="104" y="85"/>
                  </a:cubicBezTo>
                  <a:close/>
                  <a:moveTo>
                    <a:pt x="104" y="77"/>
                  </a:moveTo>
                  <a:cubicBezTo>
                    <a:pt x="104" y="77"/>
                    <a:pt x="104" y="77"/>
                    <a:pt x="104" y="77"/>
                  </a:cubicBezTo>
                  <a:cubicBezTo>
                    <a:pt x="104" y="77"/>
                    <a:pt x="104" y="77"/>
                    <a:pt x="104" y="77"/>
                  </a:cubicBezTo>
                  <a:cubicBezTo>
                    <a:pt x="105" y="76"/>
                    <a:pt x="105" y="75"/>
                    <a:pt x="105" y="74"/>
                  </a:cubicBezTo>
                  <a:cubicBezTo>
                    <a:pt x="105" y="74"/>
                    <a:pt x="105" y="74"/>
                    <a:pt x="105" y="74"/>
                  </a:cubicBezTo>
                  <a:cubicBezTo>
                    <a:pt x="106" y="75"/>
                    <a:pt x="106" y="76"/>
                    <a:pt x="107" y="76"/>
                  </a:cubicBezTo>
                  <a:cubicBezTo>
                    <a:pt x="106" y="77"/>
                    <a:pt x="106" y="78"/>
                    <a:pt x="106" y="79"/>
                  </a:cubicBezTo>
                  <a:cubicBezTo>
                    <a:pt x="105" y="78"/>
                    <a:pt x="105" y="78"/>
                    <a:pt x="104" y="77"/>
                  </a:cubicBezTo>
                  <a:close/>
                  <a:moveTo>
                    <a:pt x="107" y="70"/>
                  </a:moveTo>
                  <a:cubicBezTo>
                    <a:pt x="107" y="71"/>
                    <a:pt x="107" y="72"/>
                    <a:pt x="108" y="72"/>
                  </a:cubicBezTo>
                  <a:cubicBezTo>
                    <a:pt x="107" y="73"/>
                    <a:pt x="107" y="74"/>
                    <a:pt x="107" y="75"/>
                  </a:cubicBezTo>
                  <a:cubicBezTo>
                    <a:pt x="107" y="75"/>
                    <a:pt x="106" y="74"/>
                    <a:pt x="106" y="74"/>
                  </a:cubicBezTo>
                  <a:cubicBezTo>
                    <a:pt x="106" y="74"/>
                    <a:pt x="106" y="74"/>
                    <a:pt x="105" y="74"/>
                  </a:cubicBezTo>
                  <a:cubicBezTo>
                    <a:pt x="106" y="73"/>
                    <a:pt x="106" y="72"/>
                    <a:pt x="107" y="70"/>
                  </a:cubicBezTo>
                  <a:close/>
                  <a:moveTo>
                    <a:pt x="105" y="72"/>
                  </a:moveTo>
                  <a:cubicBezTo>
                    <a:pt x="105" y="71"/>
                    <a:pt x="105" y="71"/>
                    <a:pt x="105" y="70"/>
                  </a:cubicBezTo>
                  <a:cubicBezTo>
                    <a:pt x="106" y="69"/>
                    <a:pt x="107" y="68"/>
                    <a:pt x="107" y="66"/>
                  </a:cubicBezTo>
                  <a:cubicBezTo>
                    <a:pt x="108" y="65"/>
                    <a:pt x="108" y="65"/>
                    <a:pt x="108" y="64"/>
                  </a:cubicBezTo>
                  <a:cubicBezTo>
                    <a:pt x="108" y="64"/>
                    <a:pt x="108" y="64"/>
                    <a:pt x="108" y="65"/>
                  </a:cubicBezTo>
                  <a:cubicBezTo>
                    <a:pt x="107" y="67"/>
                    <a:pt x="106" y="70"/>
                    <a:pt x="105" y="72"/>
                  </a:cubicBezTo>
                  <a:close/>
                  <a:moveTo>
                    <a:pt x="109" y="73"/>
                  </a:moveTo>
                  <a:cubicBezTo>
                    <a:pt x="108" y="75"/>
                    <a:pt x="107" y="77"/>
                    <a:pt x="107" y="79"/>
                  </a:cubicBezTo>
                  <a:cubicBezTo>
                    <a:pt x="107" y="79"/>
                    <a:pt x="107" y="79"/>
                    <a:pt x="106" y="79"/>
                  </a:cubicBezTo>
                  <a:cubicBezTo>
                    <a:pt x="107" y="79"/>
                    <a:pt x="107" y="78"/>
                    <a:pt x="107" y="77"/>
                  </a:cubicBezTo>
                  <a:cubicBezTo>
                    <a:pt x="108" y="77"/>
                    <a:pt x="108" y="76"/>
                    <a:pt x="107" y="76"/>
                  </a:cubicBezTo>
                  <a:cubicBezTo>
                    <a:pt x="108" y="75"/>
                    <a:pt x="108" y="75"/>
                    <a:pt x="108" y="74"/>
                  </a:cubicBezTo>
                  <a:cubicBezTo>
                    <a:pt x="108" y="74"/>
                    <a:pt x="108" y="74"/>
                    <a:pt x="108" y="73"/>
                  </a:cubicBezTo>
                  <a:cubicBezTo>
                    <a:pt x="108" y="74"/>
                    <a:pt x="109" y="74"/>
                    <a:pt x="109" y="73"/>
                  </a:cubicBezTo>
                  <a:cubicBezTo>
                    <a:pt x="109" y="73"/>
                    <a:pt x="109" y="73"/>
                    <a:pt x="109" y="73"/>
                  </a:cubicBezTo>
                  <a:close/>
                  <a:moveTo>
                    <a:pt x="107" y="69"/>
                  </a:moveTo>
                  <a:cubicBezTo>
                    <a:pt x="107" y="69"/>
                    <a:pt x="107" y="69"/>
                    <a:pt x="107" y="69"/>
                  </a:cubicBezTo>
                  <a:cubicBezTo>
                    <a:pt x="107" y="69"/>
                    <a:pt x="108" y="68"/>
                    <a:pt x="108" y="67"/>
                  </a:cubicBezTo>
                  <a:cubicBezTo>
                    <a:pt x="108" y="67"/>
                    <a:pt x="108" y="67"/>
                    <a:pt x="108" y="67"/>
                  </a:cubicBezTo>
                  <a:cubicBezTo>
                    <a:pt x="108" y="68"/>
                    <a:pt x="109" y="69"/>
                    <a:pt x="109" y="69"/>
                  </a:cubicBezTo>
                  <a:cubicBezTo>
                    <a:pt x="109" y="70"/>
                    <a:pt x="108" y="71"/>
                    <a:pt x="108" y="71"/>
                  </a:cubicBezTo>
                  <a:cubicBezTo>
                    <a:pt x="108" y="71"/>
                    <a:pt x="108" y="70"/>
                    <a:pt x="107" y="69"/>
                  </a:cubicBezTo>
                  <a:close/>
                  <a:moveTo>
                    <a:pt x="109" y="73"/>
                  </a:moveTo>
                  <a:cubicBezTo>
                    <a:pt x="109" y="73"/>
                    <a:pt x="109" y="73"/>
                    <a:pt x="109" y="73"/>
                  </a:cubicBezTo>
                  <a:cubicBezTo>
                    <a:pt x="109" y="73"/>
                    <a:pt x="109" y="72"/>
                    <a:pt x="109" y="72"/>
                  </a:cubicBezTo>
                  <a:cubicBezTo>
                    <a:pt x="109" y="72"/>
                    <a:pt x="109" y="71"/>
                    <a:pt x="109" y="70"/>
                  </a:cubicBezTo>
                  <a:cubicBezTo>
                    <a:pt x="109" y="70"/>
                    <a:pt x="109" y="70"/>
                    <a:pt x="110" y="71"/>
                  </a:cubicBezTo>
                  <a:cubicBezTo>
                    <a:pt x="110" y="71"/>
                    <a:pt x="110" y="71"/>
                    <a:pt x="110" y="71"/>
                  </a:cubicBezTo>
                  <a:cubicBezTo>
                    <a:pt x="110" y="71"/>
                    <a:pt x="109" y="72"/>
                    <a:pt x="109" y="73"/>
                  </a:cubicBezTo>
                  <a:close/>
                  <a:moveTo>
                    <a:pt x="109" y="67"/>
                  </a:moveTo>
                  <a:cubicBezTo>
                    <a:pt x="109" y="67"/>
                    <a:pt x="108" y="67"/>
                    <a:pt x="108" y="67"/>
                  </a:cubicBezTo>
                  <a:cubicBezTo>
                    <a:pt x="108" y="66"/>
                    <a:pt x="109" y="66"/>
                    <a:pt x="109" y="65"/>
                  </a:cubicBezTo>
                  <a:cubicBezTo>
                    <a:pt x="109" y="64"/>
                    <a:pt x="109" y="64"/>
                    <a:pt x="110" y="63"/>
                  </a:cubicBezTo>
                  <a:cubicBezTo>
                    <a:pt x="110" y="63"/>
                    <a:pt x="110" y="63"/>
                    <a:pt x="110" y="63"/>
                  </a:cubicBezTo>
                  <a:cubicBezTo>
                    <a:pt x="110" y="63"/>
                    <a:pt x="111" y="64"/>
                    <a:pt x="111" y="64"/>
                  </a:cubicBezTo>
                  <a:cubicBezTo>
                    <a:pt x="111" y="65"/>
                    <a:pt x="111" y="65"/>
                    <a:pt x="111" y="65"/>
                  </a:cubicBezTo>
                  <a:cubicBezTo>
                    <a:pt x="110" y="66"/>
                    <a:pt x="110" y="67"/>
                    <a:pt x="109" y="68"/>
                  </a:cubicBezTo>
                  <a:cubicBezTo>
                    <a:pt x="109" y="68"/>
                    <a:pt x="109" y="67"/>
                    <a:pt x="109" y="67"/>
                  </a:cubicBezTo>
                  <a:close/>
                  <a:moveTo>
                    <a:pt x="111" y="68"/>
                  </a:moveTo>
                  <a:cubicBezTo>
                    <a:pt x="111" y="69"/>
                    <a:pt x="111" y="69"/>
                    <a:pt x="110" y="70"/>
                  </a:cubicBezTo>
                  <a:cubicBezTo>
                    <a:pt x="110" y="70"/>
                    <a:pt x="110" y="70"/>
                    <a:pt x="110" y="69"/>
                  </a:cubicBezTo>
                  <a:cubicBezTo>
                    <a:pt x="110" y="68"/>
                    <a:pt x="111" y="68"/>
                    <a:pt x="111" y="67"/>
                  </a:cubicBezTo>
                  <a:cubicBezTo>
                    <a:pt x="111" y="66"/>
                    <a:pt x="111" y="66"/>
                    <a:pt x="111" y="66"/>
                  </a:cubicBezTo>
                  <a:cubicBezTo>
                    <a:pt x="111" y="66"/>
                    <a:pt x="112" y="66"/>
                    <a:pt x="112" y="66"/>
                  </a:cubicBezTo>
                  <a:cubicBezTo>
                    <a:pt x="112" y="66"/>
                    <a:pt x="112" y="66"/>
                    <a:pt x="112" y="66"/>
                  </a:cubicBezTo>
                  <a:cubicBezTo>
                    <a:pt x="112" y="67"/>
                    <a:pt x="111" y="67"/>
                    <a:pt x="111" y="68"/>
                  </a:cubicBezTo>
                  <a:close/>
                  <a:moveTo>
                    <a:pt x="113" y="63"/>
                  </a:moveTo>
                  <a:cubicBezTo>
                    <a:pt x="113" y="64"/>
                    <a:pt x="113" y="65"/>
                    <a:pt x="112" y="65"/>
                  </a:cubicBezTo>
                  <a:cubicBezTo>
                    <a:pt x="112" y="65"/>
                    <a:pt x="112" y="65"/>
                    <a:pt x="112" y="64"/>
                  </a:cubicBezTo>
                  <a:cubicBezTo>
                    <a:pt x="112" y="64"/>
                    <a:pt x="113" y="63"/>
                    <a:pt x="113" y="62"/>
                  </a:cubicBezTo>
                  <a:cubicBezTo>
                    <a:pt x="113" y="62"/>
                    <a:pt x="113" y="63"/>
                    <a:pt x="113" y="63"/>
                  </a:cubicBezTo>
                  <a:cubicBezTo>
                    <a:pt x="113" y="63"/>
                    <a:pt x="113" y="63"/>
                    <a:pt x="113" y="63"/>
                  </a:cubicBezTo>
                  <a:close/>
                  <a:moveTo>
                    <a:pt x="114" y="62"/>
                  </a:moveTo>
                  <a:cubicBezTo>
                    <a:pt x="114" y="62"/>
                    <a:pt x="114" y="61"/>
                    <a:pt x="113" y="61"/>
                  </a:cubicBezTo>
                  <a:cubicBezTo>
                    <a:pt x="114" y="61"/>
                    <a:pt x="114" y="60"/>
                    <a:pt x="114" y="59"/>
                  </a:cubicBezTo>
                  <a:cubicBezTo>
                    <a:pt x="114" y="59"/>
                    <a:pt x="115" y="59"/>
                    <a:pt x="115" y="59"/>
                  </a:cubicBezTo>
                  <a:cubicBezTo>
                    <a:pt x="115" y="59"/>
                    <a:pt x="115" y="59"/>
                    <a:pt x="115" y="59"/>
                  </a:cubicBezTo>
                  <a:cubicBezTo>
                    <a:pt x="115" y="60"/>
                    <a:pt x="114" y="61"/>
                    <a:pt x="114" y="62"/>
                  </a:cubicBezTo>
                  <a:close/>
                  <a:moveTo>
                    <a:pt x="115" y="58"/>
                  </a:moveTo>
                  <a:cubicBezTo>
                    <a:pt x="115" y="58"/>
                    <a:pt x="115" y="58"/>
                    <a:pt x="115" y="58"/>
                  </a:cubicBezTo>
                  <a:cubicBezTo>
                    <a:pt x="115" y="57"/>
                    <a:pt x="116" y="57"/>
                    <a:pt x="116" y="56"/>
                  </a:cubicBezTo>
                  <a:cubicBezTo>
                    <a:pt x="116" y="56"/>
                    <a:pt x="116" y="56"/>
                    <a:pt x="116" y="57"/>
                  </a:cubicBezTo>
                  <a:cubicBezTo>
                    <a:pt x="116" y="57"/>
                    <a:pt x="116" y="58"/>
                    <a:pt x="115" y="58"/>
                  </a:cubicBezTo>
                  <a:close/>
                  <a:moveTo>
                    <a:pt x="116" y="56"/>
                  </a:moveTo>
                  <a:cubicBezTo>
                    <a:pt x="116" y="56"/>
                    <a:pt x="116" y="56"/>
                    <a:pt x="116" y="55"/>
                  </a:cubicBezTo>
                  <a:cubicBezTo>
                    <a:pt x="117" y="55"/>
                    <a:pt x="117" y="54"/>
                    <a:pt x="117" y="53"/>
                  </a:cubicBezTo>
                  <a:cubicBezTo>
                    <a:pt x="117" y="53"/>
                    <a:pt x="117" y="53"/>
                    <a:pt x="117" y="53"/>
                  </a:cubicBezTo>
                  <a:cubicBezTo>
                    <a:pt x="117" y="54"/>
                    <a:pt x="117" y="55"/>
                    <a:pt x="116" y="56"/>
                  </a:cubicBezTo>
                  <a:close/>
                  <a:moveTo>
                    <a:pt x="118" y="52"/>
                  </a:moveTo>
                  <a:cubicBezTo>
                    <a:pt x="118" y="52"/>
                    <a:pt x="118" y="52"/>
                    <a:pt x="118" y="52"/>
                  </a:cubicBezTo>
                  <a:cubicBezTo>
                    <a:pt x="118" y="51"/>
                    <a:pt x="118" y="51"/>
                    <a:pt x="119" y="50"/>
                  </a:cubicBezTo>
                  <a:cubicBezTo>
                    <a:pt x="119" y="50"/>
                    <a:pt x="119" y="50"/>
                    <a:pt x="119" y="50"/>
                  </a:cubicBezTo>
                  <a:cubicBezTo>
                    <a:pt x="119" y="51"/>
                    <a:pt x="118" y="51"/>
                    <a:pt x="118" y="52"/>
                  </a:cubicBezTo>
                  <a:close/>
                  <a:moveTo>
                    <a:pt x="119" y="49"/>
                  </a:moveTo>
                  <a:cubicBezTo>
                    <a:pt x="119" y="49"/>
                    <a:pt x="119" y="49"/>
                    <a:pt x="119" y="49"/>
                  </a:cubicBezTo>
                  <a:cubicBezTo>
                    <a:pt x="119" y="49"/>
                    <a:pt x="119" y="49"/>
                    <a:pt x="120" y="48"/>
                  </a:cubicBezTo>
                  <a:cubicBezTo>
                    <a:pt x="119" y="49"/>
                    <a:pt x="119" y="49"/>
                    <a:pt x="119" y="49"/>
                  </a:cubicBezTo>
                  <a:close/>
                  <a:moveTo>
                    <a:pt x="124" y="33"/>
                  </a:moveTo>
                  <a:cubicBezTo>
                    <a:pt x="124" y="33"/>
                    <a:pt x="123" y="33"/>
                    <a:pt x="123" y="33"/>
                  </a:cubicBezTo>
                  <a:cubicBezTo>
                    <a:pt x="123" y="33"/>
                    <a:pt x="123" y="33"/>
                    <a:pt x="123" y="33"/>
                  </a:cubicBezTo>
                  <a:cubicBezTo>
                    <a:pt x="123" y="33"/>
                    <a:pt x="123" y="34"/>
                    <a:pt x="123" y="34"/>
                  </a:cubicBezTo>
                  <a:cubicBezTo>
                    <a:pt x="123" y="35"/>
                    <a:pt x="123" y="35"/>
                    <a:pt x="124" y="36"/>
                  </a:cubicBezTo>
                  <a:cubicBezTo>
                    <a:pt x="124" y="36"/>
                    <a:pt x="124" y="36"/>
                    <a:pt x="124" y="36"/>
                  </a:cubicBezTo>
                  <a:cubicBezTo>
                    <a:pt x="124" y="36"/>
                    <a:pt x="124" y="36"/>
                    <a:pt x="124" y="37"/>
                  </a:cubicBezTo>
                  <a:cubicBezTo>
                    <a:pt x="124" y="37"/>
                    <a:pt x="123" y="38"/>
                    <a:pt x="123" y="39"/>
                  </a:cubicBezTo>
                  <a:cubicBezTo>
                    <a:pt x="122" y="39"/>
                    <a:pt x="122" y="38"/>
                    <a:pt x="121" y="38"/>
                  </a:cubicBezTo>
                  <a:cubicBezTo>
                    <a:pt x="121" y="37"/>
                    <a:pt x="121" y="38"/>
                    <a:pt x="121" y="38"/>
                  </a:cubicBezTo>
                  <a:cubicBezTo>
                    <a:pt x="121" y="39"/>
                    <a:pt x="122" y="40"/>
                    <a:pt x="123" y="40"/>
                  </a:cubicBezTo>
                  <a:cubicBezTo>
                    <a:pt x="122" y="41"/>
                    <a:pt x="122" y="42"/>
                    <a:pt x="122" y="43"/>
                  </a:cubicBezTo>
                  <a:cubicBezTo>
                    <a:pt x="121" y="42"/>
                    <a:pt x="121" y="41"/>
                    <a:pt x="120" y="40"/>
                  </a:cubicBezTo>
                  <a:cubicBezTo>
                    <a:pt x="120" y="39"/>
                    <a:pt x="119" y="40"/>
                    <a:pt x="120" y="40"/>
                  </a:cubicBezTo>
                  <a:cubicBezTo>
                    <a:pt x="120" y="41"/>
                    <a:pt x="120" y="43"/>
                    <a:pt x="121" y="44"/>
                  </a:cubicBezTo>
                  <a:cubicBezTo>
                    <a:pt x="121" y="44"/>
                    <a:pt x="120" y="45"/>
                    <a:pt x="120" y="46"/>
                  </a:cubicBezTo>
                  <a:cubicBezTo>
                    <a:pt x="120" y="45"/>
                    <a:pt x="119" y="44"/>
                    <a:pt x="119" y="44"/>
                  </a:cubicBezTo>
                  <a:cubicBezTo>
                    <a:pt x="119" y="43"/>
                    <a:pt x="118" y="44"/>
                    <a:pt x="118" y="44"/>
                  </a:cubicBezTo>
                  <a:cubicBezTo>
                    <a:pt x="119" y="45"/>
                    <a:pt x="119" y="46"/>
                    <a:pt x="120" y="47"/>
                  </a:cubicBezTo>
                  <a:cubicBezTo>
                    <a:pt x="119" y="47"/>
                    <a:pt x="119" y="48"/>
                    <a:pt x="119" y="48"/>
                  </a:cubicBezTo>
                  <a:cubicBezTo>
                    <a:pt x="119" y="48"/>
                    <a:pt x="119" y="48"/>
                    <a:pt x="119" y="48"/>
                  </a:cubicBezTo>
                  <a:cubicBezTo>
                    <a:pt x="118" y="47"/>
                    <a:pt x="118" y="47"/>
                    <a:pt x="117" y="46"/>
                  </a:cubicBezTo>
                  <a:cubicBezTo>
                    <a:pt x="117" y="46"/>
                    <a:pt x="116" y="46"/>
                    <a:pt x="117" y="47"/>
                  </a:cubicBezTo>
                  <a:cubicBezTo>
                    <a:pt x="117" y="47"/>
                    <a:pt x="118" y="48"/>
                    <a:pt x="118" y="49"/>
                  </a:cubicBezTo>
                  <a:cubicBezTo>
                    <a:pt x="118" y="49"/>
                    <a:pt x="118" y="49"/>
                    <a:pt x="118" y="49"/>
                  </a:cubicBezTo>
                  <a:cubicBezTo>
                    <a:pt x="118" y="49"/>
                    <a:pt x="118" y="50"/>
                    <a:pt x="118" y="50"/>
                  </a:cubicBezTo>
                  <a:cubicBezTo>
                    <a:pt x="118" y="50"/>
                    <a:pt x="118" y="50"/>
                    <a:pt x="117" y="51"/>
                  </a:cubicBezTo>
                  <a:cubicBezTo>
                    <a:pt x="117" y="50"/>
                    <a:pt x="117" y="50"/>
                    <a:pt x="116" y="49"/>
                  </a:cubicBezTo>
                  <a:cubicBezTo>
                    <a:pt x="116" y="49"/>
                    <a:pt x="115" y="49"/>
                    <a:pt x="116" y="49"/>
                  </a:cubicBezTo>
                  <a:cubicBezTo>
                    <a:pt x="116" y="50"/>
                    <a:pt x="117" y="51"/>
                    <a:pt x="117" y="52"/>
                  </a:cubicBezTo>
                  <a:cubicBezTo>
                    <a:pt x="117" y="53"/>
                    <a:pt x="116" y="54"/>
                    <a:pt x="116" y="54"/>
                  </a:cubicBezTo>
                  <a:cubicBezTo>
                    <a:pt x="116" y="54"/>
                    <a:pt x="115" y="53"/>
                    <a:pt x="115" y="53"/>
                  </a:cubicBezTo>
                  <a:cubicBezTo>
                    <a:pt x="115" y="52"/>
                    <a:pt x="114" y="52"/>
                    <a:pt x="114" y="53"/>
                  </a:cubicBezTo>
                  <a:cubicBezTo>
                    <a:pt x="115" y="54"/>
                    <a:pt x="115" y="55"/>
                    <a:pt x="115" y="55"/>
                  </a:cubicBezTo>
                  <a:cubicBezTo>
                    <a:pt x="115" y="56"/>
                    <a:pt x="115" y="56"/>
                    <a:pt x="115" y="57"/>
                  </a:cubicBezTo>
                  <a:cubicBezTo>
                    <a:pt x="114" y="56"/>
                    <a:pt x="114" y="56"/>
                    <a:pt x="114" y="55"/>
                  </a:cubicBezTo>
                  <a:cubicBezTo>
                    <a:pt x="113" y="55"/>
                    <a:pt x="113" y="55"/>
                    <a:pt x="113" y="56"/>
                  </a:cubicBezTo>
                  <a:cubicBezTo>
                    <a:pt x="113" y="56"/>
                    <a:pt x="114" y="57"/>
                    <a:pt x="114" y="58"/>
                  </a:cubicBezTo>
                  <a:cubicBezTo>
                    <a:pt x="114" y="59"/>
                    <a:pt x="113" y="60"/>
                    <a:pt x="113" y="60"/>
                  </a:cubicBezTo>
                  <a:cubicBezTo>
                    <a:pt x="113" y="60"/>
                    <a:pt x="113" y="60"/>
                    <a:pt x="113" y="60"/>
                  </a:cubicBezTo>
                  <a:cubicBezTo>
                    <a:pt x="112" y="59"/>
                    <a:pt x="112" y="60"/>
                    <a:pt x="112" y="60"/>
                  </a:cubicBezTo>
                  <a:cubicBezTo>
                    <a:pt x="112" y="61"/>
                    <a:pt x="112" y="61"/>
                    <a:pt x="112" y="61"/>
                  </a:cubicBezTo>
                  <a:cubicBezTo>
                    <a:pt x="112" y="62"/>
                    <a:pt x="112" y="63"/>
                    <a:pt x="111" y="64"/>
                  </a:cubicBezTo>
                  <a:cubicBezTo>
                    <a:pt x="111" y="63"/>
                    <a:pt x="111" y="63"/>
                    <a:pt x="110" y="62"/>
                  </a:cubicBezTo>
                  <a:cubicBezTo>
                    <a:pt x="110" y="62"/>
                    <a:pt x="110" y="62"/>
                    <a:pt x="110" y="62"/>
                  </a:cubicBezTo>
                  <a:cubicBezTo>
                    <a:pt x="114" y="52"/>
                    <a:pt x="118" y="42"/>
                    <a:pt x="122" y="32"/>
                  </a:cubicBezTo>
                  <a:cubicBezTo>
                    <a:pt x="122" y="32"/>
                    <a:pt x="122" y="32"/>
                    <a:pt x="122" y="32"/>
                  </a:cubicBezTo>
                  <a:cubicBezTo>
                    <a:pt x="122" y="32"/>
                    <a:pt x="122" y="32"/>
                    <a:pt x="122" y="32"/>
                  </a:cubicBezTo>
                  <a:cubicBezTo>
                    <a:pt x="123" y="32"/>
                    <a:pt x="123" y="33"/>
                    <a:pt x="123" y="33"/>
                  </a:cubicBezTo>
                  <a:cubicBezTo>
                    <a:pt x="124" y="33"/>
                    <a:pt x="124" y="33"/>
                    <a:pt x="124" y="33"/>
                  </a:cubicBezTo>
                  <a:close/>
                  <a:moveTo>
                    <a:pt x="120" y="32"/>
                  </a:moveTo>
                  <a:cubicBezTo>
                    <a:pt x="120" y="31"/>
                    <a:pt x="120" y="31"/>
                    <a:pt x="121" y="30"/>
                  </a:cubicBezTo>
                  <a:cubicBezTo>
                    <a:pt x="121" y="31"/>
                    <a:pt x="121" y="31"/>
                    <a:pt x="122" y="31"/>
                  </a:cubicBezTo>
                  <a:cubicBezTo>
                    <a:pt x="121" y="33"/>
                    <a:pt x="120" y="35"/>
                    <a:pt x="119" y="37"/>
                  </a:cubicBezTo>
                  <a:cubicBezTo>
                    <a:pt x="120" y="35"/>
                    <a:pt x="120" y="34"/>
                    <a:pt x="121" y="32"/>
                  </a:cubicBezTo>
                  <a:cubicBezTo>
                    <a:pt x="121" y="32"/>
                    <a:pt x="120" y="32"/>
                    <a:pt x="120" y="32"/>
                  </a:cubicBezTo>
                  <a:close/>
                  <a:moveTo>
                    <a:pt x="125" y="33"/>
                  </a:moveTo>
                  <a:cubicBezTo>
                    <a:pt x="125" y="34"/>
                    <a:pt x="125" y="34"/>
                    <a:pt x="125" y="34"/>
                  </a:cubicBezTo>
                  <a:cubicBezTo>
                    <a:pt x="125" y="34"/>
                    <a:pt x="125" y="33"/>
                    <a:pt x="124" y="33"/>
                  </a:cubicBezTo>
                  <a:cubicBezTo>
                    <a:pt x="124" y="33"/>
                    <a:pt x="124" y="33"/>
                    <a:pt x="124" y="33"/>
                  </a:cubicBezTo>
                  <a:cubicBezTo>
                    <a:pt x="125" y="33"/>
                    <a:pt x="125" y="33"/>
                    <a:pt x="125" y="33"/>
                  </a:cubicBezTo>
                  <a:cubicBezTo>
                    <a:pt x="125" y="33"/>
                    <a:pt x="125" y="33"/>
                    <a:pt x="125" y="33"/>
                  </a:cubicBezTo>
                  <a:close/>
                  <a:moveTo>
                    <a:pt x="124" y="30"/>
                  </a:moveTo>
                  <a:cubicBezTo>
                    <a:pt x="123" y="30"/>
                    <a:pt x="123" y="31"/>
                    <a:pt x="123" y="32"/>
                  </a:cubicBezTo>
                  <a:cubicBezTo>
                    <a:pt x="123" y="32"/>
                    <a:pt x="123" y="32"/>
                    <a:pt x="123" y="32"/>
                  </a:cubicBezTo>
                  <a:cubicBezTo>
                    <a:pt x="123" y="32"/>
                    <a:pt x="123" y="31"/>
                    <a:pt x="123" y="31"/>
                  </a:cubicBezTo>
                  <a:cubicBezTo>
                    <a:pt x="123" y="31"/>
                    <a:pt x="122" y="31"/>
                    <a:pt x="122" y="31"/>
                  </a:cubicBezTo>
                  <a:cubicBezTo>
                    <a:pt x="122" y="30"/>
                    <a:pt x="121" y="30"/>
                    <a:pt x="121" y="29"/>
                  </a:cubicBezTo>
                  <a:cubicBezTo>
                    <a:pt x="121" y="29"/>
                    <a:pt x="120" y="29"/>
                    <a:pt x="120" y="29"/>
                  </a:cubicBezTo>
                  <a:cubicBezTo>
                    <a:pt x="120" y="30"/>
                    <a:pt x="120" y="31"/>
                    <a:pt x="119" y="32"/>
                  </a:cubicBezTo>
                  <a:cubicBezTo>
                    <a:pt x="119" y="33"/>
                    <a:pt x="119" y="34"/>
                    <a:pt x="118" y="35"/>
                  </a:cubicBezTo>
                  <a:cubicBezTo>
                    <a:pt x="117" y="38"/>
                    <a:pt x="116" y="40"/>
                    <a:pt x="115" y="43"/>
                  </a:cubicBezTo>
                  <a:cubicBezTo>
                    <a:pt x="114" y="46"/>
                    <a:pt x="113" y="50"/>
                    <a:pt x="111" y="53"/>
                  </a:cubicBezTo>
                  <a:cubicBezTo>
                    <a:pt x="111" y="54"/>
                    <a:pt x="111" y="55"/>
                    <a:pt x="110" y="56"/>
                  </a:cubicBezTo>
                  <a:cubicBezTo>
                    <a:pt x="108" y="60"/>
                    <a:pt x="106" y="65"/>
                    <a:pt x="105" y="70"/>
                  </a:cubicBezTo>
                  <a:cubicBezTo>
                    <a:pt x="104" y="71"/>
                    <a:pt x="104" y="72"/>
                    <a:pt x="103" y="74"/>
                  </a:cubicBezTo>
                  <a:cubicBezTo>
                    <a:pt x="102" y="76"/>
                    <a:pt x="101" y="78"/>
                    <a:pt x="100" y="81"/>
                  </a:cubicBezTo>
                  <a:cubicBezTo>
                    <a:pt x="100" y="81"/>
                    <a:pt x="100" y="81"/>
                    <a:pt x="100" y="82"/>
                  </a:cubicBezTo>
                  <a:cubicBezTo>
                    <a:pt x="97" y="80"/>
                    <a:pt x="94" y="79"/>
                    <a:pt x="91" y="79"/>
                  </a:cubicBezTo>
                  <a:cubicBezTo>
                    <a:pt x="89" y="78"/>
                    <a:pt x="87" y="77"/>
                    <a:pt x="84" y="77"/>
                  </a:cubicBezTo>
                  <a:cubicBezTo>
                    <a:pt x="83" y="76"/>
                    <a:pt x="82" y="76"/>
                    <a:pt x="81" y="76"/>
                  </a:cubicBezTo>
                  <a:cubicBezTo>
                    <a:pt x="80" y="76"/>
                    <a:pt x="79" y="75"/>
                    <a:pt x="79" y="75"/>
                  </a:cubicBezTo>
                  <a:cubicBezTo>
                    <a:pt x="78" y="75"/>
                    <a:pt x="78" y="76"/>
                    <a:pt x="78" y="76"/>
                  </a:cubicBezTo>
                  <a:cubicBezTo>
                    <a:pt x="78" y="76"/>
                    <a:pt x="79" y="76"/>
                    <a:pt x="79" y="77"/>
                  </a:cubicBezTo>
                  <a:cubicBezTo>
                    <a:pt x="79" y="77"/>
                    <a:pt x="78" y="77"/>
                    <a:pt x="78" y="77"/>
                  </a:cubicBezTo>
                  <a:cubicBezTo>
                    <a:pt x="78" y="76"/>
                    <a:pt x="77" y="76"/>
                    <a:pt x="77" y="76"/>
                  </a:cubicBezTo>
                  <a:cubicBezTo>
                    <a:pt x="77" y="76"/>
                    <a:pt x="76" y="76"/>
                    <a:pt x="76" y="76"/>
                  </a:cubicBezTo>
                  <a:cubicBezTo>
                    <a:pt x="76" y="76"/>
                    <a:pt x="76" y="76"/>
                    <a:pt x="76" y="76"/>
                  </a:cubicBezTo>
                  <a:cubicBezTo>
                    <a:pt x="76" y="75"/>
                    <a:pt x="75" y="75"/>
                    <a:pt x="75" y="75"/>
                  </a:cubicBezTo>
                  <a:cubicBezTo>
                    <a:pt x="75" y="75"/>
                    <a:pt x="75" y="76"/>
                    <a:pt x="75" y="76"/>
                  </a:cubicBezTo>
                  <a:cubicBezTo>
                    <a:pt x="75" y="76"/>
                    <a:pt x="74" y="76"/>
                    <a:pt x="74" y="76"/>
                  </a:cubicBezTo>
                  <a:cubicBezTo>
                    <a:pt x="72" y="76"/>
                    <a:pt x="72" y="78"/>
                    <a:pt x="72" y="79"/>
                  </a:cubicBezTo>
                  <a:cubicBezTo>
                    <a:pt x="72" y="82"/>
                    <a:pt x="71" y="84"/>
                    <a:pt x="71" y="87"/>
                  </a:cubicBezTo>
                  <a:cubicBezTo>
                    <a:pt x="71" y="87"/>
                    <a:pt x="71" y="87"/>
                    <a:pt x="71" y="87"/>
                  </a:cubicBezTo>
                  <a:cubicBezTo>
                    <a:pt x="70" y="89"/>
                    <a:pt x="69" y="91"/>
                    <a:pt x="69" y="92"/>
                  </a:cubicBezTo>
                  <a:cubicBezTo>
                    <a:pt x="68" y="94"/>
                    <a:pt x="67" y="97"/>
                    <a:pt x="67" y="99"/>
                  </a:cubicBezTo>
                  <a:cubicBezTo>
                    <a:pt x="66" y="101"/>
                    <a:pt x="65" y="103"/>
                    <a:pt x="64" y="106"/>
                  </a:cubicBezTo>
                  <a:cubicBezTo>
                    <a:pt x="64" y="107"/>
                    <a:pt x="63" y="108"/>
                    <a:pt x="63" y="109"/>
                  </a:cubicBezTo>
                  <a:cubicBezTo>
                    <a:pt x="63" y="110"/>
                    <a:pt x="62" y="110"/>
                    <a:pt x="61" y="111"/>
                  </a:cubicBezTo>
                  <a:cubicBezTo>
                    <a:pt x="61" y="111"/>
                    <a:pt x="61" y="111"/>
                    <a:pt x="60" y="111"/>
                  </a:cubicBezTo>
                  <a:cubicBezTo>
                    <a:pt x="59" y="110"/>
                    <a:pt x="58" y="110"/>
                    <a:pt x="57" y="110"/>
                  </a:cubicBezTo>
                  <a:cubicBezTo>
                    <a:pt x="56" y="109"/>
                    <a:pt x="54" y="109"/>
                    <a:pt x="52" y="108"/>
                  </a:cubicBezTo>
                  <a:cubicBezTo>
                    <a:pt x="49" y="107"/>
                    <a:pt x="46" y="106"/>
                    <a:pt x="43" y="106"/>
                  </a:cubicBezTo>
                  <a:cubicBezTo>
                    <a:pt x="42" y="106"/>
                    <a:pt x="41" y="106"/>
                    <a:pt x="40" y="106"/>
                  </a:cubicBezTo>
                  <a:cubicBezTo>
                    <a:pt x="39" y="107"/>
                    <a:pt x="39" y="109"/>
                    <a:pt x="38" y="110"/>
                  </a:cubicBezTo>
                  <a:cubicBezTo>
                    <a:pt x="38" y="113"/>
                    <a:pt x="37" y="115"/>
                    <a:pt x="36" y="118"/>
                  </a:cubicBezTo>
                  <a:cubicBezTo>
                    <a:pt x="35" y="123"/>
                    <a:pt x="33" y="128"/>
                    <a:pt x="32" y="133"/>
                  </a:cubicBezTo>
                  <a:cubicBezTo>
                    <a:pt x="31" y="136"/>
                    <a:pt x="31" y="138"/>
                    <a:pt x="30" y="141"/>
                  </a:cubicBezTo>
                  <a:cubicBezTo>
                    <a:pt x="30" y="143"/>
                    <a:pt x="29" y="146"/>
                    <a:pt x="28" y="148"/>
                  </a:cubicBezTo>
                  <a:cubicBezTo>
                    <a:pt x="28" y="148"/>
                    <a:pt x="27" y="148"/>
                    <a:pt x="27" y="148"/>
                  </a:cubicBezTo>
                  <a:cubicBezTo>
                    <a:pt x="27" y="148"/>
                    <a:pt x="27" y="148"/>
                    <a:pt x="27" y="148"/>
                  </a:cubicBezTo>
                  <a:cubicBezTo>
                    <a:pt x="25" y="147"/>
                    <a:pt x="23" y="146"/>
                    <a:pt x="20" y="146"/>
                  </a:cubicBezTo>
                  <a:cubicBezTo>
                    <a:pt x="20" y="146"/>
                    <a:pt x="20" y="146"/>
                    <a:pt x="19" y="146"/>
                  </a:cubicBezTo>
                  <a:cubicBezTo>
                    <a:pt x="19" y="146"/>
                    <a:pt x="19" y="146"/>
                    <a:pt x="19" y="146"/>
                  </a:cubicBezTo>
                  <a:cubicBezTo>
                    <a:pt x="18" y="145"/>
                    <a:pt x="17" y="145"/>
                    <a:pt x="16" y="145"/>
                  </a:cubicBezTo>
                  <a:cubicBezTo>
                    <a:pt x="16" y="146"/>
                    <a:pt x="16" y="146"/>
                    <a:pt x="16" y="147"/>
                  </a:cubicBezTo>
                  <a:cubicBezTo>
                    <a:pt x="15" y="148"/>
                    <a:pt x="15" y="149"/>
                    <a:pt x="15" y="150"/>
                  </a:cubicBezTo>
                  <a:cubicBezTo>
                    <a:pt x="15" y="150"/>
                    <a:pt x="15" y="150"/>
                    <a:pt x="15" y="150"/>
                  </a:cubicBezTo>
                  <a:cubicBezTo>
                    <a:pt x="14" y="152"/>
                    <a:pt x="14" y="155"/>
                    <a:pt x="13" y="157"/>
                  </a:cubicBezTo>
                  <a:cubicBezTo>
                    <a:pt x="12" y="159"/>
                    <a:pt x="11" y="161"/>
                    <a:pt x="11" y="163"/>
                  </a:cubicBezTo>
                  <a:cubicBezTo>
                    <a:pt x="11" y="163"/>
                    <a:pt x="11" y="163"/>
                    <a:pt x="11" y="163"/>
                  </a:cubicBezTo>
                  <a:cubicBezTo>
                    <a:pt x="10" y="164"/>
                    <a:pt x="8" y="163"/>
                    <a:pt x="7" y="163"/>
                  </a:cubicBezTo>
                  <a:cubicBezTo>
                    <a:pt x="6" y="162"/>
                    <a:pt x="4" y="162"/>
                    <a:pt x="3" y="162"/>
                  </a:cubicBezTo>
                  <a:cubicBezTo>
                    <a:pt x="3" y="162"/>
                    <a:pt x="3" y="162"/>
                    <a:pt x="3" y="162"/>
                  </a:cubicBezTo>
                  <a:cubicBezTo>
                    <a:pt x="3" y="160"/>
                    <a:pt x="4" y="157"/>
                    <a:pt x="4" y="155"/>
                  </a:cubicBezTo>
                  <a:cubicBezTo>
                    <a:pt x="5" y="152"/>
                    <a:pt x="6" y="150"/>
                    <a:pt x="7" y="147"/>
                  </a:cubicBezTo>
                  <a:cubicBezTo>
                    <a:pt x="7" y="145"/>
                    <a:pt x="8" y="143"/>
                    <a:pt x="8" y="141"/>
                  </a:cubicBezTo>
                  <a:cubicBezTo>
                    <a:pt x="9" y="139"/>
                    <a:pt x="9" y="137"/>
                    <a:pt x="9" y="136"/>
                  </a:cubicBezTo>
                  <a:cubicBezTo>
                    <a:pt x="9" y="135"/>
                    <a:pt x="10" y="133"/>
                    <a:pt x="11" y="133"/>
                  </a:cubicBezTo>
                  <a:cubicBezTo>
                    <a:pt x="11" y="133"/>
                    <a:pt x="11" y="133"/>
                    <a:pt x="11" y="133"/>
                  </a:cubicBezTo>
                  <a:cubicBezTo>
                    <a:pt x="12" y="133"/>
                    <a:pt x="13" y="134"/>
                    <a:pt x="14" y="134"/>
                  </a:cubicBezTo>
                  <a:cubicBezTo>
                    <a:pt x="16" y="135"/>
                    <a:pt x="18" y="136"/>
                    <a:pt x="19" y="136"/>
                  </a:cubicBezTo>
                  <a:cubicBezTo>
                    <a:pt x="21" y="137"/>
                    <a:pt x="22" y="135"/>
                    <a:pt x="22" y="133"/>
                  </a:cubicBezTo>
                  <a:cubicBezTo>
                    <a:pt x="22" y="131"/>
                    <a:pt x="23" y="129"/>
                    <a:pt x="23" y="127"/>
                  </a:cubicBezTo>
                  <a:cubicBezTo>
                    <a:pt x="23" y="127"/>
                    <a:pt x="23" y="127"/>
                    <a:pt x="23" y="127"/>
                  </a:cubicBezTo>
                  <a:cubicBezTo>
                    <a:pt x="24" y="125"/>
                    <a:pt x="25" y="123"/>
                    <a:pt x="25" y="121"/>
                  </a:cubicBezTo>
                  <a:cubicBezTo>
                    <a:pt x="26" y="119"/>
                    <a:pt x="26" y="118"/>
                    <a:pt x="26" y="116"/>
                  </a:cubicBezTo>
                  <a:cubicBezTo>
                    <a:pt x="26" y="114"/>
                    <a:pt x="27" y="112"/>
                    <a:pt x="27" y="110"/>
                  </a:cubicBezTo>
                  <a:cubicBezTo>
                    <a:pt x="28" y="109"/>
                    <a:pt x="29" y="107"/>
                    <a:pt x="28" y="105"/>
                  </a:cubicBezTo>
                  <a:cubicBezTo>
                    <a:pt x="29" y="104"/>
                    <a:pt x="29" y="104"/>
                    <a:pt x="29" y="103"/>
                  </a:cubicBezTo>
                  <a:cubicBezTo>
                    <a:pt x="29" y="101"/>
                    <a:pt x="30" y="100"/>
                    <a:pt x="30" y="98"/>
                  </a:cubicBezTo>
                  <a:cubicBezTo>
                    <a:pt x="31" y="98"/>
                    <a:pt x="31" y="98"/>
                    <a:pt x="32" y="98"/>
                  </a:cubicBezTo>
                  <a:cubicBezTo>
                    <a:pt x="33" y="98"/>
                    <a:pt x="34" y="98"/>
                    <a:pt x="35" y="98"/>
                  </a:cubicBezTo>
                  <a:cubicBezTo>
                    <a:pt x="37" y="98"/>
                    <a:pt x="39" y="99"/>
                    <a:pt x="41" y="99"/>
                  </a:cubicBezTo>
                  <a:cubicBezTo>
                    <a:pt x="44" y="100"/>
                    <a:pt x="48" y="101"/>
                    <a:pt x="51" y="101"/>
                  </a:cubicBezTo>
                  <a:cubicBezTo>
                    <a:pt x="52" y="101"/>
                    <a:pt x="52" y="101"/>
                    <a:pt x="52" y="100"/>
                  </a:cubicBezTo>
                  <a:cubicBezTo>
                    <a:pt x="53" y="100"/>
                    <a:pt x="54" y="100"/>
                    <a:pt x="55" y="99"/>
                  </a:cubicBezTo>
                  <a:cubicBezTo>
                    <a:pt x="55" y="99"/>
                    <a:pt x="56" y="98"/>
                    <a:pt x="56" y="97"/>
                  </a:cubicBezTo>
                  <a:cubicBezTo>
                    <a:pt x="56" y="97"/>
                    <a:pt x="56" y="97"/>
                    <a:pt x="56" y="96"/>
                  </a:cubicBezTo>
                  <a:cubicBezTo>
                    <a:pt x="56" y="96"/>
                    <a:pt x="56" y="96"/>
                    <a:pt x="57" y="96"/>
                  </a:cubicBezTo>
                  <a:cubicBezTo>
                    <a:pt x="57" y="96"/>
                    <a:pt x="57" y="96"/>
                    <a:pt x="57" y="96"/>
                  </a:cubicBezTo>
                  <a:cubicBezTo>
                    <a:pt x="57" y="95"/>
                    <a:pt x="57" y="94"/>
                    <a:pt x="57" y="93"/>
                  </a:cubicBezTo>
                  <a:cubicBezTo>
                    <a:pt x="57" y="93"/>
                    <a:pt x="57" y="94"/>
                    <a:pt x="57" y="94"/>
                  </a:cubicBezTo>
                  <a:cubicBezTo>
                    <a:pt x="57" y="94"/>
                    <a:pt x="58" y="95"/>
                    <a:pt x="58" y="94"/>
                  </a:cubicBezTo>
                  <a:cubicBezTo>
                    <a:pt x="59" y="92"/>
                    <a:pt x="59" y="89"/>
                    <a:pt x="60" y="87"/>
                  </a:cubicBezTo>
                  <a:cubicBezTo>
                    <a:pt x="60" y="86"/>
                    <a:pt x="61" y="84"/>
                    <a:pt x="61" y="83"/>
                  </a:cubicBezTo>
                  <a:cubicBezTo>
                    <a:pt x="62" y="80"/>
                    <a:pt x="62" y="77"/>
                    <a:pt x="63" y="74"/>
                  </a:cubicBezTo>
                  <a:cubicBezTo>
                    <a:pt x="64" y="72"/>
                    <a:pt x="64" y="70"/>
                    <a:pt x="65" y="69"/>
                  </a:cubicBezTo>
                  <a:cubicBezTo>
                    <a:pt x="65" y="68"/>
                    <a:pt x="64" y="68"/>
                    <a:pt x="64" y="68"/>
                  </a:cubicBezTo>
                  <a:cubicBezTo>
                    <a:pt x="64" y="69"/>
                    <a:pt x="63" y="70"/>
                    <a:pt x="63" y="71"/>
                  </a:cubicBezTo>
                  <a:cubicBezTo>
                    <a:pt x="63" y="71"/>
                    <a:pt x="63" y="71"/>
                    <a:pt x="63" y="71"/>
                  </a:cubicBezTo>
                  <a:cubicBezTo>
                    <a:pt x="64" y="69"/>
                    <a:pt x="64" y="67"/>
                    <a:pt x="65" y="66"/>
                  </a:cubicBezTo>
                  <a:cubicBezTo>
                    <a:pt x="65" y="65"/>
                    <a:pt x="65" y="64"/>
                    <a:pt x="66" y="64"/>
                  </a:cubicBezTo>
                  <a:cubicBezTo>
                    <a:pt x="67" y="63"/>
                    <a:pt x="68" y="63"/>
                    <a:pt x="69" y="63"/>
                  </a:cubicBezTo>
                  <a:cubicBezTo>
                    <a:pt x="70" y="64"/>
                    <a:pt x="72" y="64"/>
                    <a:pt x="73" y="65"/>
                  </a:cubicBezTo>
                  <a:cubicBezTo>
                    <a:pt x="74" y="65"/>
                    <a:pt x="75" y="65"/>
                    <a:pt x="75" y="65"/>
                  </a:cubicBezTo>
                  <a:cubicBezTo>
                    <a:pt x="77" y="66"/>
                    <a:pt x="78" y="67"/>
                    <a:pt x="80" y="68"/>
                  </a:cubicBezTo>
                  <a:cubicBezTo>
                    <a:pt x="83" y="69"/>
                    <a:pt x="86" y="71"/>
                    <a:pt x="89" y="71"/>
                  </a:cubicBezTo>
                  <a:cubicBezTo>
                    <a:pt x="94" y="71"/>
                    <a:pt x="95" y="66"/>
                    <a:pt x="96" y="63"/>
                  </a:cubicBezTo>
                  <a:cubicBezTo>
                    <a:pt x="98" y="58"/>
                    <a:pt x="101" y="53"/>
                    <a:pt x="103" y="48"/>
                  </a:cubicBezTo>
                  <a:cubicBezTo>
                    <a:pt x="103" y="45"/>
                    <a:pt x="104" y="43"/>
                    <a:pt x="105" y="41"/>
                  </a:cubicBezTo>
                  <a:cubicBezTo>
                    <a:pt x="106" y="39"/>
                    <a:pt x="107" y="38"/>
                    <a:pt x="108" y="36"/>
                  </a:cubicBezTo>
                  <a:cubicBezTo>
                    <a:pt x="108" y="36"/>
                    <a:pt x="108" y="35"/>
                    <a:pt x="108" y="35"/>
                  </a:cubicBezTo>
                  <a:cubicBezTo>
                    <a:pt x="108" y="35"/>
                    <a:pt x="108" y="34"/>
                    <a:pt x="109" y="33"/>
                  </a:cubicBezTo>
                  <a:cubicBezTo>
                    <a:pt x="110" y="31"/>
                    <a:pt x="111" y="29"/>
                    <a:pt x="112" y="27"/>
                  </a:cubicBezTo>
                  <a:cubicBezTo>
                    <a:pt x="113" y="26"/>
                    <a:pt x="112" y="24"/>
                    <a:pt x="111" y="23"/>
                  </a:cubicBezTo>
                  <a:cubicBezTo>
                    <a:pt x="109" y="22"/>
                    <a:pt x="107" y="22"/>
                    <a:pt x="105" y="21"/>
                  </a:cubicBezTo>
                  <a:cubicBezTo>
                    <a:pt x="105" y="21"/>
                    <a:pt x="104" y="21"/>
                    <a:pt x="104" y="21"/>
                  </a:cubicBezTo>
                  <a:cubicBezTo>
                    <a:pt x="104" y="21"/>
                    <a:pt x="104" y="21"/>
                    <a:pt x="104" y="21"/>
                  </a:cubicBezTo>
                  <a:cubicBezTo>
                    <a:pt x="104" y="21"/>
                    <a:pt x="104" y="21"/>
                    <a:pt x="104" y="21"/>
                  </a:cubicBezTo>
                  <a:cubicBezTo>
                    <a:pt x="104" y="20"/>
                    <a:pt x="104" y="20"/>
                    <a:pt x="104" y="20"/>
                  </a:cubicBezTo>
                  <a:cubicBezTo>
                    <a:pt x="106" y="19"/>
                    <a:pt x="107" y="18"/>
                    <a:pt x="108" y="17"/>
                  </a:cubicBezTo>
                  <a:cubicBezTo>
                    <a:pt x="110" y="16"/>
                    <a:pt x="112" y="14"/>
                    <a:pt x="114" y="12"/>
                  </a:cubicBezTo>
                  <a:cubicBezTo>
                    <a:pt x="115" y="11"/>
                    <a:pt x="116" y="10"/>
                    <a:pt x="117" y="9"/>
                  </a:cubicBezTo>
                  <a:cubicBezTo>
                    <a:pt x="120" y="8"/>
                    <a:pt x="122" y="6"/>
                    <a:pt x="125" y="4"/>
                  </a:cubicBezTo>
                  <a:cubicBezTo>
                    <a:pt x="126" y="4"/>
                    <a:pt x="125" y="3"/>
                    <a:pt x="125" y="3"/>
                  </a:cubicBezTo>
                  <a:cubicBezTo>
                    <a:pt x="125" y="4"/>
                    <a:pt x="124" y="4"/>
                    <a:pt x="124" y="4"/>
                  </a:cubicBezTo>
                  <a:cubicBezTo>
                    <a:pt x="125" y="3"/>
                    <a:pt x="126" y="3"/>
                    <a:pt x="126" y="3"/>
                  </a:cubicBezTo>
                  <a:cubicBezTo>
                    <a:pt x="126" y="3"/>
                    <a:pt x="127" y="4"/>
                    <a:pt x="127" y="4"/>
                  </a:cubicBezTo>
                  <a:cubicBezTo>
                    <a:pt x="126" y="4"/>
                    <a:pt x="126" y="4"/>
                    <a:pt x="126" y="4"/>
                  </a:cubicBezTo>
                  <a:cubicBezTo>
                    <a:pt x="126" y="6"/>
                    <a:pt x="127" y="7"/>
                    <a:pt x="128" y="8"/>
                  </a:cubicBezTo>
                  <a:cubicBezTo>
                    <a:pt x="128" y="9"/>
                    <a:pt x="128" y="9"/>
                    <a:pt x="128" y="9"/>
                  </a:cubicBezTo>
                  <a:cubicBezTo>
                    <a:pt x="128" y="9"/>
                    <a:pt x="128" y="9"/>
                    <a:pt x="128" y="9"/>
                  </a:cubicBezTo>
                  <a:cubicBezTo>
                    <a:pt x="128" y="10"/>
                    <a:pt x="129" y="10"/>
                    <a:pt x="129" y="11"/>
                  </a:cubicBezTo>
                  <a:cubicBezTo>
                    <a:pt x="129" y="11"/>
                    <a:pt x="129" y="12"/>
                    <a:pt x="129" y="12"/>
                  </a:cubicBezTo>
                  <a:cubicBezTo>
                    <a:pt x="130" y="13"/>
                    <a:pt x="130" y="15"/>
                    <a:pt x="131" y="16"/>
                  </a:cubicBezTo>
                  <a:cubicBezTo>
                    <a:pt x="131" y="18"/>
                    <a:pt x="132" y="20"/>
                    <a:pt x="133" y="23"/>
                  </a:cubicBezTo>
                  <a:cubicBezTo>
                    <a:pt x="134" y="25"/>
                    <a:pt x="135" y="27"/>
                    <a:pt x="136" y="29"/>
                  </a:cubicBezTo>
                  <a:cubicBezTo>
                    <a:pt x="137" y="30"/>
                    <a:pt x="137" y="30"/>
                    <a:pt x="137" y="29"/>
                  </a:cubicBezTo>
                  <a:cubicBezTo>
                    <a:pt x="137" y="30"/>
                    <a:pt x="137" y="31"/>
                    <a:pt x="136" y="31"/>
                  </a:cubicBezTo>
                  <a:cubicBezTo>
                    <a:pt x="135" y="31"/>
                    <a:pt x="134" y="32"/>
                    <a:pt x="133" y="31"/>
                  </a:cubicBezTo>
                  <a:cubicBezTo>
                    <a:pt x="133" y="31"/>
                    <a:pt x="132" y="31"/>
                    <a:pt x="132" y="31"/>
                  </a:cubicBezTo>
                  <a:cubicBezTo>
                    <a:pt x="129" y="30"/>
                    <a:pt x="126" y="29"/>
                    <a:pt x="124" y="29"/>
                  </a:cubicBezTo>
                  <a:cubicBezTo>
                    <a:pt x="123" y="29"/>
                    <a:pt x="123" y="30"/>
                    <a:pt x="123" y="30"/>
                  </a:cubicBezTo>
                  <a:cubicBezTo>
                    <a:pt x="123" y="30"/>
                    <a:pt x="124" y="30"/>
                    <a:pt x="124" y="30"/>
                  </a:cubicBezTo>
                  <a:cubicBezTo>
                    <a:pt x="124" y="30"/>
                    <a:pt x="124" y="30"/>
                    <a:pt x="124" y="30"/>
                  </a:cubicBezTo>
                  <a:close/>
                  <a:moveTo>
                    <a:pt x="135" y="25"/>
                  </a:moveTo>
                  <a:cubicBezTo>
                    <a:pt x="136" y="26"/>
                    <a:pt x="136" y="26"/>
                    <a:pt x="136" y="26"/>
                  </a:cubicBezTo>
                  <a:cubicBezTo>
                    <a:pt x="136" y="26"/>
                    <a:pt x="135" y="26"/>
                    <a:pt x="135" y="26"/>
                  </a:cubicBezTo>
                  <a:cubicBezTo>
                    <a:pt x="135" y="26"/>
                    <a:pt x="135" y="25"/>
                    <a:pt x="135" y="25"/>
                  </a:cubicBezTo>
                  <a:close/>
                  <a:moveTo>
                    <a:pt x="133" y="20"/>
                  </a:moveTo>
                  <a:cubicBezTo>
                    <a:pt x="133" y="21"/>
                    <a:pt x="134" y="21"/>
                    <a:pt x="134" y="21"/>
                  </a:cubicBezTo>
                  <a:cubicBezTo>
                    <a:pt x="134" y="21"/>
                    <a:pt x="134" y="22"/>
                    <a:pt x="135" y="23"/>
                  </a:cubicBezTo>
                  <a:cubicBezTo>
                    <a:pt x="135" y="23"/>
                    <a:pt x="135" y="23"/>
                    <a:pt x="135" y="23"/>
                  </a:cubicBezTo>
                  <a:cubicBezTo>
                    <a:pt x="135" y="23"/>
                    <a:pt x="135" y="24"/>
                    <a:pt x="135" y="24"/>
                  </a:cubicBezTo>
                  <a:cubicBezTo>
                    <a:pt x="134" y="23"/>
                    <a:pt x="134" y="22"/>
                    <a:pt x="133" y="20"/>
                  </a:cubicBezTo>
                  <a:close/>
                  <a:moveTo>
                    <a:pt x="128" y="37"/>
                  </a:moveTo>
                  <a:cubicBezTo>
                    <a:pt x="127" y="37"/>
                    <a:pt x="127" y="36"/>
                    <a:pt x="126" y="36"/>
                  </a:cubicBezTo>
                  <a:cubicBezTo>
                    <a:pt x="127" y="36"/>
                    <a:pt x="127" y="36"/>
                    <a:pt x="127" y="36"/>
                  </a:cubicBezTo>
                  <a:cubicBezTo>
                    <a:pt x="127" y="36"/>
                    <a:pt x="127" y="36"/>
                    <a:pt x="128" y="37"/>
                  </a:cubicBezTo>
                  <a:cubicBezTo>
                    <a:pt x="128" y="37"/>
                    <a:pt x="128" y="37"/>
                    <a:pt x="128" y="37"/>
                  </a:cubicBezTo>
                  <a:close/>
                  <a:moveTo>
                    <a:pt x="132" y="37"/>
                  </a:moveTo>
                  <a:cubicBezTo>
                    <a:pt x="132" y="37"/>
                    <a:pt x="132" y="37"/>
                    <a:pt x="132" y="37"/>
                  </a:cubicBezTo>
                  <a:cubicBezTo>
                    <a:pt x="132" y="36"/>
                    <a:pt x="132" y="35"/>
                    <a:pt x="132" y="35"/>
                  </a:cubicBezTo>
                  <a:cubicBezTo>
                    <a:pt x="131" y="34"/>
                    <a:pt x="131" y="34"/>
                    <a:pt x="130" y="33"/>
                  </a:cubicBezTo>
                  <a:cubicBezTo>
                    <a:pt x="130" y="33"/>
                    <a:pt x="129" y="33"/>
                    <a:pt x="130" y="34"/>
                  </a:cubicBezTo>
                  <a:cubicBezTo>
                    <a:pt x="130" y="34"/>
                    <a:pt x="130" y="35"/>
                    <a:pt x="131" y="35"/>
                  </a:cubicBezTo>
                  <a:cubicBezTo>
                    <a:pt x="131" y="35"/>
                    <a:pt x="131" y="36"/>
                    <a:pt x="131" y="36"/>
                  </a:cubicBezTo>
                  <a:cubicBezTo>
                    <a:pt x="131" y="36"/>
                    <a:pt x="131" y="37"/>
                    <a:pt x="131" y="37"/>
                  </a:cubicBezTo>
                  <a:cubicBezTo>
                    <a:pt x="131" y="37"/>
                    <a:pt x="131" y="36"/>
                    <a:pt x="130" y="36"/>
                  </a:cubicBezTo>
                  <a:cubicBezTo>
                    <a:pt x="130" y="36"/>
                    <a:pt x="130" y="36"/>
                    <a:pt x="129" y="36"/>
                  </a:cubicBezTo>
                  <a:cubicBezTo>
                    <a:pt x="129" y="35"/>
                    <a:pt x="128" y="33"/>
                    <a:pt x="128" y="32"/>
                  </a:cubicBezTo>
                  <a:cubicBezTo>
                    <a:pt x="128" y="32"/>
                    <a:pt x="127" y="32"/>
                    <a:pt x="127" y="32"/>
                  </a:cubicBezTo>
                  <a:cubicBezTo>
                    <a:pt x="128" y="34"/>
                    <a:pt x="128" y="35"/>
                    <a:pt x="128" y="36"/>
                  </a:cubicBezTo>
                  <a:cubicBezTo>
                    <a:pt x="128" y="36"/>
                    <a:pt x="127" y="35"/>
                    <a:pt x="126" y="35"/>
                  </a:cubicBezTo>
                  <a:cubicBezTo>
                    <a:pt x="126" y="35"/>
                    <a:pt x="126" y="35"/>
                    <a:pt x="126" y="35"/>
                  </a:cubicBezTo>
                  <a:cubicBezTo>
                    <a:pt x="126" y="35"/>
                    <a:pt x="126" y="34"/>
                    <a:pt x="125" y="33"/>
                  </a:cubicBezTo>
                  <a:cubicBezTo>
                    <a:pt x="125" y="33"/>
                    <a:pt x="125" y="32"/>
                    <a:pt x="124" y="31"/>
                  </a:cubicBezTo>
                  <a:cubicBezTo>
                    <a:pt x="125" y="31"/>
                    <a:pt x="125" y="31"/>
                    <a:pt x="126" y="31"/>
                  </a:cubicBezTo>
                  <a:cubicBezTo>
                    <a:pt x="127" y="31"/>
                    <a:pt x="128" y="32"/>
                    <a:pt x="128" y="32"/>
                  </a:cubicBezTo>
                  <a:cubicBezTo>
                    <a:pt x="129" y="32"/>
                    <a:pt x="129" y="32"/>
                    <a:pt x="130" y="32"/>
                  </a:cubicBezTo>
                  <a:cubicBezTo>
                    <a:pt x="131" y="32"/>
                    <a:pt x="133" y="33"/>
                    <a:pt x="134" y="34"/>
                  </a:cubicBezTo>
                  <a:cubicBezTo>
                    <a:pt x="135" y="34"/>
                    <a:pt x="136" y="35"/>
                    <a:pt x="136" y="35"/>
                  </a:cubicBezTo>
                  <a:cubicBezTo>
                    <a:pt x="136" y="35"/>
                    <a:pt x="136" y="35"/>
                    <a:pt x="136" y="35"/>
                  </a:cubicBezTo>
                  <a:cubicBezTo>
                    <a:pt x="137" y="36"/>
                    <a:pt x="137" y="36"/>
                    <a:pt x="137" y="36"/>
                  </a:cubicBezTo>
                  <a:cubicBezTo>
                    <a:pt x="137" y="37"/>
                    <a:pt x="137" y="37"/>
                    <a:pt x="137" y="37"/>
                  </a:cubicBezTo>
                  <a:cubicBezTo>
                    <a:pt x="137" y="37"/>
                    <a:pt x="137" y="37"/>
                    <a:pt x="137" y="37"/>
                  </a:cubicBezTo>
                  <a:cubicBezTo>
                    <a:pt x="137" y="37"/>
                    <a:pt x="137" y="37"/>
                    <a:pt x="137" y="37"/>
                  </a:cubicBezTo>
                  <a:cubicBezTo>
                    <a:pt x="137" y="37"/>
                    <a:pt x="137" y="37"/>
                    <a:pt x="137" y="37"/>
                  </a:cubicBezTo>
                  <a:cubicBezTo>
                    <a:pt x="137" y="37"/>
                    <a:pt x="136" y="37"/>
                    <a:pt x="136" y="37"/>
                  </a:cubicBezTo>
                  <a:cubicBezTo>
                    <a:pt x="136" y="37"/>
                    <a:pt x="136" y="37"/>
                    <a:pt x="136" y="37"/>
                  </a:cubicBezTo>
                  <a:cubicBezTo>
                    <a:pt x="136" y="37"/>
                    <a:pt x="136" y="37"/>
                    <a:pt x="136" y="37"/>
                  </a:cubicBezTo>
                  <a:cubicBezTo>
                    <a:pt x="135" y="36"/>
                    <a:pt x="135" y="35"/>
                    <a:pt x="135" y="34"/>
                  </a:cubicBezTo>
                  <a:cubicBezTo>
                    <a:pt x="134" y="34"/>
                    <a:pt x="134" y="34"/>
                    <a:pt x="134" y="35"/>
                  </a:cubicBezTo>
                  <a:cubicBezTo>
                    <a:pt x="134" y="36"/>
                    <a:pt x="135" y="36"/>
                    <a:pt x="135" y="37"/>
                  </a:cubicBezTo>
                  <a:cubicBezTo>
                    <a:pt x="135" y="37"/>
                    <a:pt x="135" y="37"/>
                    <a:pt x="135" y="37"/>
                  </a:cubicBezTo>
                  <a:cubicBezTo>
                    <a:pt x="134" y="37"/>
                    <a:pt x="133" y="37"/>
                    <a:pt x="132" y="37"/>
                  </a:cubicBezTo>
                  <a:close/>
                  <a:moveTo>
                    <a:pt x="137" y="38"/>
                  </a:moveTo>
                  <a:cubicBezTo>
                    <a:pt x="137" y="39"/>
                    <a:pt x="136" y="39"/>
                    <a:pt x="136" y="39"/>
                  </a:cubicBezTo>
                  <a:cubicBezTo>
                    <a:pt x="135" y="38"/>
                    <a:pt x="134" y="38"/>
                    <a:pt x="133" y="38"/>
                  </a:cubicBezTo>
                  <a:cubicBezTo>
                    <a:pt x="134" y="38"/>
                    <a:pt x="135" y="38"/>
                    <a:pt x="136" y="38"/>
                  </a:cubicBezTo>
                  <a:cubicBezTo>
                    <a:pt x="136" y="38"/>
                    <a:pt x="137" y="38"/>
                    <a:pt x="137" y="38"/>
                  </a:cubicBezTo>
                  <a:cubicBezTo>
                    <a:pt x="137" y="38"/>
                    <a:pt x="137" y="38"/>
                    <a:pt x="137" y="38"/>
                  </a:cubicBezTo>
                  <a:cubicBezTo>
                    <a:pt x="138" y="38"/>
                    <a:pt x="138" y="38"/>
                    <a:pt x="138" y="38"/>
                  </a:cubicBezTo>
                  <a:cubicBezTo>
                    <a:pt x="138" y="38"/>
                    <a:pt x="138" y="38"/>
                    <a:pt x="137" y="38"/>
                  </a:cubicBezTo>
                  <a:close/>
                  <a:moveTo>
                    <a:pt x="137" y="34"/>
                  </a:moveTo>
                  <a:cubicBezTo>
                    <a:pt x="137" y="34"/>
                    <a:pt x="137" y="34"/>
                    <a:pt x="137" y="34"/>
                  </a:cubicBezTo>
                  <a:cubicBezTo>
                    <a:pt x="135" y="34"/>
                    <a:pt x="134" y="33"/>
                    <a:pt x="133" y="33"/>
                  </a:cubicBezTo>
                  <a:cubicBezTo>
                    <a:pt x="133" y="32"/>
                    <a:pt x="133" y="32"/>
                    <a:pt x="133" y="32"/>
                  </a:cubicBezTo>
                  <a:cubicBezTo>
                    <a:pt x="133" y="32"/>
                    <a:pt x="133" y="32"/>
                    <a:pt x="133" y="32"/>
                  </a:cubicBezTo>
                  <a:cubicBezTo>
                    <a:pt x="134" y="33"/>
                    <a:pt x="136" y="33"/>
                    <a:pt x="137" y="33"/>
                  </a:cubicBezTo>
                  <a:cubicBezTo>
                    <a:pt x="137" y="34"/>
                    <a:pt x="137" y="34"/>
                    <a:pt x="137" y="34"/>
                  </a:cubicBezTo>
                  <a:close/>
                  <a:moveTo>
                    <a:pt x="138" y="34"/>
                  </a:moveTo>
                  <a:cubicBezTo>
                    <a:pt x="138" y="34"/>
                    <a:pt x="138" y="34"/>
                    <a:pt x="138" y="34"/>
                  </a:cubicBezTo>
                  <a:cubicBezTo>
                    <a:pt x="138" y="34"/>
                    <a:pt x="138" y="34"/>
                    <a:pt x="138" y="34"/>
                  </a:cubicBezTo>
                  <a:cubicBezTo>
                    <a:pt x="138" y="34"/>
                    <a:pt x="138" y="34"/>
                    <a:pt x="138" y="34"/>
                  </a:cubicBezTo>
                  <a:close/>
                  <a:moveTo>
                    <a:pt x="138" y="33"/>
                  </a:moveTo>
                  <a:cubicBezTo>
                    <a:pt x="137" y="33"/>
                    <a:pt x="136" y="32"/>
                    <a:pt x="135" y="32"/>
                  </a:cubicBezTo>
                  <a:cubicBezTo>
                    <a:pt x="136" y="32"/>
                    <a:pt x="137" y="32"/>
                    <a:pt x="138" y="31"/>
                  </a:cubicBezTo>
                  <a:cubicBezTo>
                    <a:pt x="138" y="31"/>
                    <a:pt x="138" y="31"/>
                    <a:pt x="138" y="31"/>
                  </a:cubicBezTo>
                  <a:cubicBezTo>
                    <a:pt x="138" y="31"/>
                    <a:pt x="138" y="32"/>
                    <a:pt x="138" y="33"/>
                  </a:cubicBezTo>
                  <a:close/>
                  <a:moveTo>
                    <a:pt x="130" y="10"/>
                  </a:moveTo>
                  <a:cubicBezTo>
                    <a:pt x="130" y="10"/>
                    <a:pt x="130" y="10"/>
                    <a:pt x="130" y="10"/>
                  </a:cubicBezTo>
                  <a:cubicBezTo>
                    <a:pt x="130" y="8"/>
                    <a:pt x="129" y="7"/>
                    <a:pt x="128" y="5"/>
                  </a:cubicBezTo>
                  <a:cubicBezTo>
                    <a:pt x="128" y="5"/>
                    <a:pt x="128" y="4"/>
                    <a:pt x="127" y="3"/>
                  </a:cubicBezTo>
                  <a:cubicBezTo>
                    <a:pt x="127" y="3"/>
                    <a:pt x="127" y="3"/>
                    <a:pt x="126" y="2"/>
                  </a:cubicBezTo>
                  <a:cubicBezTo>
                    <a:pt x="127" y="3"/>
                    <a:pt x="127" y="3"/>
                    <a:pt x="128" y="3"/>
                  </a:cubicBezTo>
                  <a:cubicBezTo>
                    <a:pt x="128" y="3"/>
                    <a:pt x="128" y="4"/>
                    <a:pt x="128" y="4"/>
                  </a:cubicBezTo>
                  <a:cubicBezTo>
                    <a:pt x="129" y="6"/>
                    <a:pt x="130" y="8"/>
                    <a:pt x="130" y="10"/>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9" name="Freeform 6"/>
            <p:cNvSpPr/>
            <p:nvPr/>
          </p:nvSpPr>
          <p:spPr bwMode="auto">
            <a:xfrm rot="1164309">
              <a:off x="-77802" y="2212753"/>
              <a:ext cx="33338" cy="66675"/>
            </a:xfrm>
            <a:custGeom>
              <a:avLst/>
              <a:gdLst>
                <a:gd name="T0" fmla="*/ 1 w 2"/>
                <a:gd name="T1" fmla="*/ 0 h 4"/>
                <a:gd name="T2" fmla="*/ 1 w 2"/>
                <a:gd name="T3" fmla="*/ 3 h 4"/>
                <a:gd name="T4" fmla="*/ 2 w 2"/>
                <a:gd name="T5" fmla="*/ 3 h 4"/>
                <a:gd name="T6" fmla="*/ 2 w 2"/>
                <a:gd name="T7" fmla="*/ 0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1" y="1"/>
                    <a:pt x="1" y="2"/>
                    <a:pt x="1" y="3"/>
                  </a:cubicBezTo>
                  <a:cubicBezTo>
                    <a:pt x="2" y="4"/>
                    <a:pt x="2" y="3"/>
                    <a:pt x="2" y="3"/>
                  </a:cubicBezTo>
                  <a:cubicBezTo>
                    <a:pt x="2" y="2"/>
                    <a:pt x="2" y="1"/>
                    <a:pt x="2" y="0"/>
                  </a:cubicBezTo>
                  <a:cubicBezTo>
                    <a:pt x="1" y="0"/>
                    <a:pt x="0" y="0"/>
                    <a:pt x="1" y="0"/>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0" name="Freeform 7"/>
            <p:cNvSpPr/>
            <p:nvPr/>
          </p:nvSpPr>
          <p:spPr bwMode="auto">
            <a:xfrm rot="1164309">
              <a:off x="2003038" y="664554"/>
              <a:ext cx="49213" cy="66675"/>
            </a:xfrm>
            <a:custGeom>
              <a:avLst/>
              <a:gdLst>
                <a:gd name="T0" fmla="*/ 3 w 3"/>
                <a:gd name="T1" fmla="*/ 3 h 4"/>
                <a:gd name="T2" fmla="*/ 1 w 3"/>
                <a:gd name="T3" fmla="*/ 1 h 4"/>
                <a:gd name="T4" fmla="*/ 0 w 3"/>
                <a:gd name="T5" fmla="*/ 1 h 4"/>
                <a:gd name="T6" fmla="*/ 2 w 3"/>
                <a:gd name="T7" fmla="*/ 3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2" y="2"/>
                    <a:pt x="2" y="1"/>
                    <a:pt x="1" y="1"/>
                  </a:cubicBezTo>
                  <a:cubicBezTo>
                    <a:pt x="1" y="0"/>
                    <a:pt x="0" y="0"/>
                    <a:pt x="0" y="1"/>
                  </a:cubicBezTo>
                  <a:cubicBezTo>
                    <a:pt x="1" y="2"/>
                    <a:pt x="1" y="3"/>
                    <a:pt x="2" y="3"/>
                  </a:cubicBezTo>
                  <a:cubicBezTo>
                    <a:pt x="2" y="4"/>
                    <a:pt x="3" y="3"/>
                    <a:pt x="3" y="3"/>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1" name="Freeform 8"/>
            <p:cNvSpPr/>
            <p:nvPr/>
          </p:nvSpPr>
          <p:spPr bwMode="auto">
            <a:xfrm rot="1164309">
              <a:off x="2078712" y="722231"/>
              <a:ext cx="33338" cy="158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0" y="0"/>
                    <a:pt x="1" y="1"/>
                    <a:pt x="1" y="1"/>
                  </a:cubicBezTo>
                  <a:cubicBezTo>
                    <a:pt x="2" y="1"/>
                    <a:pt x="1" y="0"/>
                    <a:pt x="1" y="0"/>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2" name="Freeform 9"/>
            <p:cNvSpPr>
              <a:spLocks noEditPoints="1"/>
            </p:cNvSpPr>
            <p:nvPr/>
          </p:nvSpPr>
          <p:spPr bwMode="auto">
            <a:xfrm rot="1164309">
              <a:off x="508201" y="1804737"/>
              <a:ext cx="411163" cy="592138"/>
            </a:xfrm>
            <a:custGeom>
              <a:avLst/>
              <a:gdLst>
                <a:gd name="T0" fmla="*/ 15 w 25"/>
                <a:gd name="T1" fmla="*/ 2 h 36"/>
                <a:gd name="T2" fmla="*/ 14 w 25"/>
                <a:gd name="T3" fmla="*/ 0 h 36"/>
                <a:gd name="T4" fmla="*/ 12 w 25"/>
                <a:gd name="T5" fmla="*/ 1 h 36"/>
                <a:gd name="T6" fmla="*/ 7 w 25"/>
                <a:gd name="T7" fmla="*/ 3 h 36"/>
                <a:gd name="T8" fmla="*/ 4 w 25"/>
                <a:gd name="T9" fmla="*/ 5 h 36"/>
                <a:gd name="T10" fmla="*/ 0 w 25"/>
                <a:gd name="T11" fmla="*/ 8 h 36"/>
                <a:gd name="T12" fmla="*/ 3 w 25"/>
                <a:gd name="T13" fmla="*/ 12 h 36"/>
                <a:gd name="T14" fmla="*/ 7 w 25"/>
                <a:gd name="T15" fmla="*/ 26 h 36"/>
                <a:gd name="T16" fmla="*/ 10 w 25"/>
                <a:gd name="T17" fmla="*/ 34 h 36"/>
                <a:gd name="T18" fmla="*/ 11 w 25"/>
                <a:gd name="T19" fmla="*/ 36 h 36"/>
                <a:gd name="T20" fmla="*/ 11 w 25"/>
                <a:gd name="T21" fmla="*/ 35 h 36"/>
                <a:gd name="T22" fmla="*/ 12 w 25"/>
                <a:gd name="T23" fmla="*/ 35 h 36"/>
                <a:gd name="T24" fmla="*/ 13 w 25"/>
                <a:gd name="T25" fmla="*/ 35 h 36"/>
                <a:gd name="T26" fmla="*/ 22 w 25"/>
                <a:gd name="T27" fmla="*/ 32 h 36"/>
                <a:gd name="T28" fmla="*/ 25 w 25"/>
                <a:gd name="T29" fmla="*/ 31 h 36"/>
                <a:gd name="T30" fmla="*/ 25 w 25"/>
                <a:gd name="T31" fmla="*/ 30 h 36"/>
                <a:gd name="T32" fmla="*/ 22 w 25"/>
                <a:gd name="T33" fmla="*/ 23 h 36"/>
                <a:gd name="T34" fmla="*/ 20 w 25"/>
                <a:gd name="T35" fmla="*/ 15 h 36"/>
                <a:gd name="T36" fmla="*/ 17 w 25"/>
                <a:gd name="T37" fmla="*/ 7 h 36"/>
                <a:gd name="T38" fmla="*/ 16 w 25"/>
                <a:gd name="T39" fmla="*/ 3 h 36"/>
                <a:gd name="T40" fmla="*/ 22 w 25"/>
                <a:gd name="T41" fmla="*/ 31 h 36"/>
                <a:gd name="T42" fmla="*/ 22 w 25"/>
                <a:gd name="T43" fmla="*/ 24 h 36"/>
                <a:gd name="T44" fmla="*/ 24 w 25"/>
                <a:gd name="T45" fmla="*/ 29 h 36"/>
                <a:gd name="T46" fmla="*/ 21 w 25"/>
                <a:gd name="T47" fmla="*/ 23 h 36"/>
                <a:gd name="T48" fmla="*/ 18 w 25"/>
                <a:gd name="T49" fmla="*/ 13 h 36"/>
                <a:gd name="T50" fmla="*/ 22 w 25"/>
                <a:gd name="T51" fmla="*/ 24 h 36"/>
                <a:gd name="T52" fmla="*/ 14 w 25"/>
                <a:gd name="T53" fmla="*/ 1 h 36"/>
                <a:gd name="T54" fmla="*/ 14 w 25"/>
                <a:gd name="T55" fmla="*/ 2 h 36"/>
                <a:gd name="T56" fmla="*/ 12 w 25"/>
                <a:gd name="T57" fmla="*/ 2 h 36"/>
                <a:gd name="T58" fmla="*/ 13 w 25"/>
                <a:gd name="T59" fmla="*/ 1 h 36"/>
                <a:gd name="T60" fmla="*/ 1 w 25"/>
                <a:gd name="T61" fmla="*/ 8 h 36"/>
                <a:gd name="T62" fmla="*/ 3 w 25"/>
                <a:gd name="T63" fmla="*/ 6 h 36"/>
                <a:gd name="T64" fmla="*/ 3 w 25"/>
                <a:gd name="T65" fmla="*/ 7 h 36"/>
                <a:gd name="T66" fmla="*/ 4 w 25"/>
                <a:gd name="T67" fmla="*/ 12 h 36"/>
                <a:gd name="T68" fmla="*/ 4 w 25"/>
                <a:gd name="T69" fmla="*/ 12 h 36"/>
                <a:gd name="T70" fmla="*/ 9 w 25"/>
                <a:gd name="T71" fmla="*/ 31 h 36"/>
                <a:gd name="T72" fmla="*/ 8 w 25"/>
                <a:gd name="T73" fmla="*/ 27 h 36"/>
                <a:gd name="T74" fmla="*/ 12 w 25"/>
                <a:gd name="T75" fmla="*/ 35 h 36"/>
                <a:gd name="T76" fmla="*/ 11 w 25"/>
                <a:gd name="T77" fmla="*/ 34 h 36"/>
                <a:gd name="T78" fmla="*/ 7 w 25"/>
                <a:gd name="T79" fmla="*/ 19 h 36"/>
                <a:gd name="T80" fmla="*/ 5 w 25"/>
                <a:gd name="T81" fmla="*/ 12 h 36"/>
                <a:gd name="T82" fmla="*/ 4 w 25"/>
                <a:gd name="T83" fmla="*/ 7 h 36"/>
                <a:gd name="T84" fmla="*/ 6 w 25"/>
                <a:gd name="T85" fmla="*/ 5 h 36"/>
                <a:gd name="T86" fmla="*/ 11 w 25"/>
                <a:gd name="T87" fmla="*/ 3 h 36"/>
                <a:gd name="T88" fmla="*/ 15 w 25"/>
                <a:gd name="T89" fmla="*/ 3 h 36"/>
                <a:gd name="T90" fmla="*/ 16 w 25"/>
                <a:gd name="T91" fmla="*/ 8 h 36"/>
                <a:gd name="T92" fmla="*/ 17 w 25"/>
                <a:gd name="T93" fmla="*/ 13 h 36"/>
                <a:gd name="T94" fmla="*/ 21 w 25"/>
                <a:gd name="T95" fmla="*/ 25 h 36"/>
                <a:gd name="T96" fmla="*/ 17 w 25"/>
                <a:gd name="T97" fmla="*/ 31 h 36"/>
                <a:gd name="T98" fmla="*/ 22 w 25"/>
                <a:gd name="T99" fmla="*/ 32 h 36"/>
                <a:gd name="T100" fmla="*/ 22 w 25"/>
                <a:gd name="T101" fmla="*/ 3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 h="36">
                  <a:moveTo>
                    <a:pt x="16" y="3"/>
                  </a:moveTo>
                  <a:cubicBezTo>
                    <a:pt x="16" y="3"/>
                    <a:pt x="16" y="3"/>
                    <a:pt x="15" y="2"/>
                  </a:cubicBezTo>
                  <a:cubicBezTo>
                    <a:pt x="15" y="2"/>
                    <a:pt x="15" y="2"/>
                    <a:pt x="15" y="2"/>
                  </a:cubicBezTo>
                  <a:cubicBezTo>
                    <a:pt x="15" y="1"/>
                    <a:pt x="14" y="1"/>
                    <a:pt x="14" y="0"/>
                  </a:cubicBezTo>
                  <a:cubicBezTo>
                    <a:pt x="14" y="0"/>
                    <a:pt x="13" y="0"/>
                    <a:pt x="13" y="0"/>
                  </a:cubicBezTo>
                  <a:cubicBezTo>
                    <a:pt x="13" y="1"/>
                    <a:pt x="12" y="1"/>
                    <a:pt x="12" y="1"/>
                  </a:cubicBezTo>
                  <a:cubicBezTo>
                    <a:pt x="10" y="2"/>
                    <a:pt x="9" y="3"/>
                    <a:pt x="7" y="3"/>
                  </a:cubicBezTo>
                  <a:cubicBezTo>
                    <a:pt x="7" y="3"/>
                    <a:pt x="7" y="3"/>
                    <a:pt x="7" y="3"/>
                  </a:cubicBezTo>
                  <a:cubicBezTo>
                    <a:pt x="6" y="4"/>
                    <a:pt x="5" y="4"/>
                    <a:pt x="4" y="5"/>
                  </a:cubicBezTo>
                  <a:cubicBezTo>
                    <a:pt x="4" y="5"/>
                    <a:pt x="4" y="5"/>
                    <a:pt x="4" y="5"/>
                  </a:cubicBezTo>
                  <a:cubicBezTo>
                    <a:pt x="3" y="5"/>
                    <a:pt x="2" y="5"/>
                    <a:pt x="1" y="6"/>
                  </a:cubicBezTo>
                  <a:cubicBezTo>
                    <a:pt x="1" y="6"/>
                    <a:pt x="0" y="7"/>
                    <a:pt x="0" y="8"/>
                  </a:cubicBezTo>
                  <a:cubicBezTo>
                    <a:pt x="0" y="8"/>
                    <a:pt x="1" y="9"/>
                    <a:pt x="1" y="10"/>
                  </a:cubicBezTo>
                  <a:cubicBezTo>
                    <a:pt x="2" y="10"/>
                    <a:pt x="3" y="11"/>
                    <a:pt x="3" y="12"/>
                  </a:cubicBezTo>
                  <a:cubicBezTo>
                    <a:pt x="4" y="14"/>
                    <a:pt x="5" y="17"/>
                    <a:pt x="6" y="19"/>
                  </a:cubicBezTo>
                  <a:cubicBezTo>
                    <a:pt x="6" y="22"/>
                    <a:pt x="7" y="24"/>
                    <a:pt x="7" y="26"/>
                  </a:cubicBezTo>
                  <a:cubicBezTo>
                    <a:pt x="8" y="28"/>
                    <a:pt x="8" y="30"/>
                    <a:pt x="9" y="31"/>
                  </a:cubicBezTo>
                  <a:cubicBezTo>
                    <a:pt x="9" y="32"/>
                    <a:pt x="9" y="34"/>
                    <a:pt x="10" y="34"/>
                  </a:cubicBezTo>
                  <a:cubicBezTo>
                    <a:pt x="10" y="35"/>
                    <a:pt x="10" y="35"/>
                    <a:pt x="10" y="36"/>
                  </a:cubicBezTo>
                  <a:cubicBezTo>
                    <a:pt x="10" y="36"/>
                    <a:pt x="11" y="36"/>
                    <a:pt x="11" y="36"/>
                  </a:cubicBezTo>
                  <a:cubicBezTo>
                    <a:pt x="11" y="35"/>
                    <a:pt x="11" y="35"/>
                    <a:pt x="11" y="35"/>
                  </a:cubicBezTo>
                  <a:cubicBezTo>
                    <a:pt x="11" y="35"/>
                    <a:pt x="11" y="35"/>
                    <a:pt x="11" y="35"/>
                  </a:cubicBezTo>
                  <a:cubicBezTo>
                    <a:pt x="11" y="35"/>
                    <a:pt x="11" y="35"/>
                    <a:pt x="11" y="35"/>
                  </a:cubicBezTo>
                  <a:cubicBezTo>
                    <a:pt x="12" y="36"/>
                    <a:pt x="12" y="36"/>
                    <a:pt x="12" y="35"/>
                  </a:cubicBezTo>
                  <a:cubicBezTo>
                    <a:pt x="12" y="35"/>
                    <a:pt x="13" y="35"/>
                    <a:pt x="13" y="35"/>
                  </a:cubicBezTo>
                  <a:cubicBezTo>
                    <a:pt x="13" y="35"/>
                    <a:pt x="13" y="35"/>
                    <a:pt x="13" y="35"/>
                  </a:cubicBezTo>
                  <a:cubicBezTo>
                    <a:pt x="15" y="35"/>
                    <a:pt x="17" y="34"/>
                    <a:pt x="19" y="34"/>
                  </a:cubicBezTo>
                  <a:cubicBezTo>
                    <a:pt x="20" y="33"/>
                    <a:pt x="21" y="33"/>
                    <a:pt x="22" y="32"/>
                  </a:cubicBezTo>
                  <a:cubicBezTo>
                    <a:pt x="22" y="33"/>
                    <a:pt x="22" y="33"/>
                    <a:pt x="23" y="33"/>
                  </a:cubicBezTo>
                  <a:cubicBezTo>
                    <a:pt x="23" y="32"/>
                    <a:pt x="24" y="32"/>
                    <a:pt x="25" y="31"/>
                  </a:cubicBezTo>
                  <a:cubicBezTo>
                    <a:pt x="25" y="31"/>
                    <a:pt x="25" y="31"/>
                    <a:pt x="25" y="31"/>
                  </a:cubicBezTo>
                  <a:cubicBezTo>
                    <a:pt x="25" y="31"/>
                    <a:pt x="25" y="30"/>
                    <a:pt x="25" y="30"/>
                  </a:cubicBezTo>
                  <a:cubicBezTo>
                    <a:pt x="25" y="29"/>
                    <a:pt x="25" y="28"/>
                    <a:pt x="24" y="27"/>
                  </a:cubicBezTo>
                  <a:cubicBezTo>
                    <a:pt x="24" y="25"/>
                    <a:pt x="23" y="24"/>
                    <a:pt x="22" y="23"/>
                  </a:cubicBezTo>
                  <a:cubicBezTo>
                    <a:pt x="22" y="22"/>
                    <a:pt x="22" y="21"/>
                    <a:pt x="21" y="19"/>
                  </a:cubicBezTo>
                  <a:cubicBezTo>
                    <a:pt x="21" y="18"/>
                    <a:pt x="20" y="17"/>
                    <a:pt x="20" y="15"/>
                  </a:cubicBezTo>
                  <a:cubicBezTo>
                    <a:pt x="19" y="13"/>
                    <a:pt x="18" y="10"/>
                    <a:pt x="17" y="7"/>
                  </a:cubicBezTo>
                  <a:cubicBezTo>
                    <a:pt x="17" y="7"/>
                    <a:pt x="17" y="7"/>
                    <a:pt x="17" y="7"/>
                  </a:cubicBezTo>
                  <a:cubicBezTo>
                    <a:pt x="17" y="7"/>
                    <a:pt x="17" y="6"/>
                    <a:pt x="17" y="5"/>
                  </a:cubicBezTo>
                  <a:cubicBezTo>
                    <a:pt x="17" y="5"/>
                    <a:pt x="17" y="4"/>
                    <a:pt x="16" y="3"/>
                  </a:cubicBezTo>
                  <a:close/>
                  <a:moveTo>
                    <a:pt x="18" y="32"/>
                  </a:moveTo>
                  <a:cubicBezTo>
                    <a:pt x="19" y="32"/>
                    <a:pt x="21" y="31"/>
                    <a:pt x="22" y="31"/>
                  </a:cubicBezTo>
                  <a:cubicBezTo>
                    <a:pt x="21" y="31"/>
                    <a:pt x="19" y="32"/>
                    <a:pt x="18" y="32"/>
                  </a:cubicBezTo>
                  <a:close/>
                  <a:moveTo>
                    <a:pt x="22" y="24"/>
                  </a:moveTo>
                  <a:cubicBezTo>
                    <a:pt x="22" y="25"/>
                    <a:pt x="23" y="26"/>
                    <a:pt x="23" y="27"/>
                  </a:cubicBezTo>
                  <a:cubicBezTo>
                    <a:pt x="24" y="28"/>
                    <a:pt x="24" y="28"/>
                    <a:pt x="24" y="29"/>
                  </a:cubicBezTo>
                  <a:cubicBezTo>
                    <a:pt x="24" y="29"/>
                    <a:pt x="24" y="29"/>
                    <a:pt x="24" y="29"/>
                  </a:cubicBezTo>
                  <a:cubicBezTo>
                    <a:pt x="23" y="28"/>
                    <a:pt x="22" y="25"/>
                    <a:pt x="21" y="23"/>
                  </a:cubicBezTo>
                  <a:cubicBezTo>
                    <a:pt x="21" y="21"/>
                    <a:pt x="20" y="18"/>
                    <a:pt x="19" y="15"/>
                  </a:cubicBezTo>
                  <a:cubicBezTo>
                    <a:pt x="19" y="15"/>
                    <a:pt x="19" y="14"/>
                    <a:pt x="18" y="13"/>
                  </a:cubicBezTo>
                  <a:cubicBezTo>
                    <a:pt x="19" y="15"/>
                    <a:pt x="20" y="17"/>
                    <a:pt x="20" y="18"/>
                  </a:cubicBezTo>
                  <a:cubicBezTo>
                    <a:pt x="21" y="20"/>
                    <a:pt x="21" y="22"/>
                    <a:pt x="22" y="24"/>
                  </a:cubicBezTo>
                  <a:close/>
                  <a:moveTo>
                    <a:pt x="13" y="1"/>
                  </a:moveTo>
                  <a:cubicBezTo>
                    <a:pt x="13" y="1"/>
                    <a:pt x="14" y="1"/>
                    <a:pt x="14" y="1"/>
                  </a:cubicBezTo>
                  <a:cubicBezTo>
                    <a:pt x="14" y="1"/>
                    <a:pt x="14" y="1"/>
                    <a:pt x="14" y="1"/>
                  </a:cubicBezTo>
                  <a:cubicBezTo>
                    <a:pt x="14" y="2"/>
                    <a:pt x="14" y="2"/>
                    <a:pt x="14" y="2"/>
                  </a:cubicBezTo>
                  <a:cubicBezTo>
                    <a:pt x="14" y="2"/>
                    <a:pt x="14" y="2"/>
                    <a:pt x="14" y="2"/>
                  </a:cubicBezTo>
                  <a:cubicBezTo>
                    <a:pt x="13" y="2"/>
                    <a:pt x="13" y="2"/>
                    <a:pt x="12" y="2"/>
                  </a:cubicBezTo>
                  <a:cubicBezTo>
                    <a:pt x="11" y="2"/>
                    <a:pt x="11" y="2"/>
                    <a:pt x="11" y="2"/>
                  </a:cubicBezTo>
                  <a:cubicBezTo>
                    <a:pt x="12" y="2"/>
                    <a:pt x="13" y="2"/>
                    <a:pt x="13" y="1"/>
                  </a:cubicBezTo>
                  <a:close/>
                  <a:moveTo>
                    <a:pt x="2" y="9"/>
                  </a:moveTo>
                  <a:cubicBezTo>
                    <a:pt x="2" y="9"/>
                    <a:pt x="2" y="8"/>
                    <a:pt x="1" y="8"/>
                  </a:cubicBezTo>
                  <a:cubicBezTo>
                    <a:pt x="1" y="8"/>
                    <a:pt x="1" y="8"/>
                    <a:pt x="1" y="7"/>
                  </a:cubicBezTo>
                  <a:cubicBezTo>
                    <a:pt x="1" y="7"/>
                    <a:pt x="2" y="6"/>
                    <a:pt x="3" y="6"/>
                  </a:cubicBezTo>
                  <a:cubicBezTo>
                    <a:pt x="3" y="6"/>
                    <a:pt x="3" y="6"/>
                    <a:pt x="3" y="6"/>
                  </a:cubicBezTo>
                  <a:cubicBezTo>
                    <a:pt x="3" y="6"/>
                    <a:pt x="3" y="6"/>
                    <a:pt x="3" y="7"/>
                  </a:cubicBezTo>
                  <a:cubicBezTo>
                    <a:pt x="3" y="8"/>
                    <a:pt x="3" y="8"/>
                    <a:pt x="3" y="9"/>
                  </a:cubicBezTo>
                  <a:cubicBezTo>
                    <a:pt x="3" y="10"/>
                    <a:pt x="4" y="11"/>
                    <a:pt x="4" y="12"/>
                  </a:cubicBezTo>
                  <a:cubicBezTo>
                    <a:pt x="4" y="12"/>
                    <a:pt x="4" y="13"/>
                    <a:pt x="4" y="13"/>
                  </a:cubicBezTo>
                  <a:cubicBezTo>
                    <a:pt x="4" y="13"/>
                    <a:pt x="4" y="12"/>
                    <a:pt x="4" y="12"/>
                  </a:cubicBezTo>
                  <a:cubicBezTo>
                    <a:pt x="3" y="11"/>
                    <a:pt x="3" y="10"/>
                    <a:pt x="2" y="9"/>
                  </a:cubicBezTo>
                  <a:close/>
                  <a:moveTo>
                    <a:pt x="9" y="31"/>
                  </a:moveTo>
                  <a:cubicBezTo>
                    <a:pt x="9" y="31"/>
                    <a:pt x="9" y="30"/>
                    <a:pt x="9" y="30"/>
                  </a:cubicBezTo>
                  <a:cubicBezTo>
                    <a:pt x="9" y="29"/>
                    <a:pt x="9" y="28"/>
                    <a:pt x="8" y="27"/>
                  </a:cubicBezTo>
                  <a:cubicBezTo>
                    <a:pt x="9" y="29"/>
                    <a:pt x="9" y="30"/>
                    <a:pt x="9" y="31"/>
                  </a:cubicBezTo>
                  <a:close/>
                  <a:moveTo>
                    <a:pt x="12" y="35"/>
                  </a:moveTo>
                  <a:cubicBezTo>
                    <a:pt x="12" y="35"/>
                    <a:pt x="12" y="35"/>
                    <a:pt x="12" y="35"/>
                  </a:cubicBezTo>
                  <a:cubicBezTo>
                    <a:pt x="11" y="34"/>
                    <a:pt x="11" y="34"/>
                    <a:pt x="11" y="34"/>
                  </a:cubicBezTo>
                  <a:cubicBezTo>
                    <a:pt x="10" y="29"/>
                    <a:pt x="9" y="24"/>
                    <a:pt x="7" y="19"/>
                  </a:cubicBezTo>
                  <a:cubicBezTo>
                    <a:pt x="7" y="19"/>
                    <a:pt x="7" y="19"/>
                    <a:pt x="7" y="19"/>
                  </a:cubicBezTo>
                  <a:cubicBezTo>
                    <a:pt x="6" y="18"/>
                    <a:pt x="6" y="17"/>
                    <a:pt x="6" y="15"/>
                  </a:cubicBezTo>
                  <a:cubicBezTo>
                    <a:pt x="6" y="14"/>
                    <a:pt x="5" y="13"/>
                    <a:pt x="5" y="12"/>
                  </a:cubicBezTo>
                  <a:cubicBezTo>
                    <a:pt x="5" y="11"/>
                    <a:pt x="4" y="10"/>
                    <a:pt x="4" y="9"/>
                  </a:cubicBezTo>
                  <a:cubicBezTo>
                    <a:pt x="4" y="8"/>
                    <a:pt x="4" y="7"/>
                    <a:pt x="4" y="7"/>
                  </a:cubicBezTo>
                  <a:cubicBezTo>
                    <a:pt x="4" y="6"/>
                    <a:pt x="4" y="6"/>
                    <a:pt x="5" y="5"/>
                  </a:cubicBezTo>
                  <a:cubicBezTo>
                    <a:pt x="5" y="5"/>
                    <a:pt x="6" y="5"/>
                    <a:pt x="6" y="5"/>
                  </a:cubicBezTo>
                  <a:cubicBezTo>
                    <a:pt x="7" y="4"/>
                    <a:pt x="7" y="4"/>
                    <a:pt x="8" y="4"/>
                  </a:cubicBezTo>
                  <a:cubicBezTo>
                    <a:pt x="9" y="4"/>
                    <a:pt x="10" y="4"/>
                    <a:pt x="11" y="3"/>
                  </a:cubicBezTo>
                  <a:cubicBezTo>
                    <a:pt x="11" y="3"/>
                    <a:pt x="12" y="3"/>
                    <a:pt x="13" y="3"/>
                  </a:cubicBezTo>
                  <a:cubicBezTo>
                    <a:pt x="14" y="3"/>
                    <a:pt x="14" y="3"/>
                    <a:pt x="15" y="3"/>
                  </a:cubicBezTo>
                  <a:cubicBezTo>
                    <a:pt x="15" y="4"/>
                    <a:pt x="15" y="4"/>
                    <a:pt x="15" y="5"/>
                  </a:cubicBezTo>
                  <a:cubicBezTo>
                    <a:pt x="16" y="6"/>
                    <a:pt x="16" y="7"/>
                    <a:pt x="16" y="8"/>
                  </a:cubicBezTo>
                  <a:cubicBezTo>
                    <a:pt x="16" y="8"/>
                    <a:pt x="16" y="8"/>
                    <a:pt x="16" y="8"/>
                  </a:cubicBezTo>
                  <a:cubicBezTo>
                    <a:pt x="17" y="10"/>
                    <a:pt x="17" y="11"/>
                    <a:pt x="17" y="13"/>
                  </a:cubicBezTo>
                  <a:cubicBezTo>
                    <a:pt x="18" y="15"/>
                    <a:pt x="19" y="18"/>
                    <a:pt x="19" y="20"/>
                  </a:cubicBezTo>
                  <a:cubicBezTo>
                    <a:pt x="20" y="22"/>
                    <a:pt x="21" y="24"/>
                    <a:pt x="21" y="25"/>
                  </a:cubicBezTo>
                  <a:cubicBezTo>
                    <a:pt x="22" y="27"/>
                    <a:pt x="22" y="29"/>
                    <a:pt x="23" y="30"/>
                  </a:cubicBezTo>
                  <a:cubicBezTo>
                    <a:pt x="21" y="30"/>
                    <a:pt x="19" y="31"/>
                    <a:pt x="17" y="31"/>
                  </a:cubicBezTo>
                  <a:cubicBezTo>
                    <a:pt x="15" y="32"/>
                    <a:pt x="14" y="34"/>
                    <a:pt x="12" y="35"/>
                  </a:cubicBezTo>
                  <a:close/>
                  <a:moveTo>
                    <a:pt x="22" y="32"/>
                  </a:moveTo>
                  <a:cubicBezTo>
                    <a:pt x="22" y="32"/>
                    <a:pt x="22" y="32"/>
                    <a:pt x="22" y="32"/>
                  </a:cubicBezTo>
                  <a:cubicBezTo>
                    <a:pt x="22" y="32"/>
                    <a:pt x="22" y="32"/>
                    <a:pt x="22" y="32"/>
                  </a:cubicBezTo>
                  <a:cubicBezTo>
                    <a:pt x="22" y="32"/>
                    <a:pt x="22" y="32"/>
                    <a:pt x="22" y="32"/>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3" name="Freeform 10"/>
            <p:cNvSpPr>
              <a:spLocks noEditPoints="1"/>
            </p:cNvSpPr>
            <p:nvPr/>
          </p:nvSpPr>
          <p:spPr bwMode="auto">
            <a:xfrm rot="1164309">
              <a:off x="1049875" y="1628232"/>
              <a:ext cx="476250" cy="757238"/>
            </a:xfrm>
            <a:custGeom>
              <a:avLst/>
              <a:gdLst>
                <a:gd name="T0" fmla="*/ 15 w 29"/>
                <a:gd name="T1" fmla="*/ 1 h 46"/>
                <a:gd name="T2" fmla="*/ 14 w 29"/>
                <a:gd name="T3" fmla="*/ 0 h 46"/>
                <a:gd name="T4" fmla="*/ 12 w 29"/>
                <a:gd name="T5" fmla="*/ 1 h 46"/>
                <a:gd name="T6" fmla="*/ 10 w 29"/>
                <a:gd name="T7" fmla="*/ 2 h 46"/>
                <a:gd name="T8" fmla="*/ 7 w 29"/>
                <a:gd name="T9" fmla="*/ 3 h 46"/>
                <a:gd name="T10" fmla="*/ 1 w 29"/>
                <a:gd name="T11" fmla="*/ 5 h 46"/>
                <a:gd name="T12" fmla="*/ 0 w 29"/>
                <a:gd name="T13" fmla="*/ 6 h 46"/>
                <a:gd name="T14" fmla="*/ 0 w 29"/>
                <a:gd name="T15" fmla="*/ 6 h 46"/>
                <a:gd name="T16" fmla="*/ 1 w 29"/>
                <a:gd name="T17" fmla="*/ 8 h 46"/>
                <a:gd name="T18" fmla="*/ 2 w 29"/>
                <a:gd name="T19" fmla="*/ 10 h 46"/>
                <a:gd name="T20" fmla="*/ 3 w 29"/>
                <a:gd name="T21" fmla="*/ 13 h 46"/>
                <a:gd name="T22" fmla="*/ 5 w 29"/>
                <a:gd name="T23" fmla="*/ 18 h 46"/>
                <a:gd name="T24" fmla="*/ 5 w 29"/>
                <a:gd name="T25" fmla="*/ 20 h 46"/>
                <a:gd name="T26" fmla="*/ 7 w 29"/>
                <a:gd name="T27" fmla="*/ 27 h 46"/>
                <a:gd name="T28" fmla="*/ 9 w 29"/>
                <a:gd name="T29" fmla="*/ 36 h 46"/>
                <a:gd name="T30" fmla="*/ 11 w 29"/>
                <a:gd name="T31" fmla="*/ 40 h 46"/>
                <a:gd name="T32" fmla="*/ 13 w 29"/>
                <a:gd name="T33" fmla="*/ 45 h 46"/>
                <a:gd name="T34" fmla="*/ 14 w 29"/>
                <a:gd name="T35" fmla="*/ 45 h 46"/>
                <a:gd name="T36" fmla="*/ 14 w 29"/>
                <a:gd name="T37" fmla="*/ 46 h 46"/>
                <a:gd name="T38" fmla="*/ 15 w 29"/>
                <a:gd name="T39" fmla="*/ 45 h 46"/>
                <a:gd name="T40" fmla="*/ 9 w 29"/>
                <a:gd name="T41" fmla="*/ 29 h 46"/>
                <a:gd name="T42" fmla="*/ 7 w 29"/>
                <a:gd name="T43" fmla="*/ 21 h 46"/>
                <a:gd name="T44" fmla="*/ 6 w 29"/>
                <a:gd name="T45" fmla="*/ 18 h 46"/>
                <a:gd name="T46" fmla="*/ 5 w 29"/>
                <a:gd name="T47" fmla="*/ 18 h 46"/>
                <a:gd name="T48" fmla="*/ 2 w 29"/>
                <a:gd name="T49" fmla="*/ 8 h 46"/>
                <a:gd name="T50" fmla="*/ 2 w 29"/>
                <a:gd name="T51" fmla="*/ 6 h 46"/>
                <a:gd name="T52" fmla="*/ 4 w 29"/>
                <a:gd name="T53" fmla="*/ 5 h 46"/>
                <a:gd name="T54" fmla="*/ 6 w 29"/>
                <a:gd name="T55" fmla="*/ 4 h 46"/>
                <a:gd name="T56" fmla="*/ 9 w 29"/>
                <a:gd name="T57" fmla="*/ 4 h 46"/>
                <a:gd name="T58" fmla="*/ 11 w 29"/>
                <a:gd name="T59" fmla="*/ 3 h 46"/>
                <a:gd name="T60" fmla="*/ 13 w 29"/>
                <a:gd name="T61" fmla="*/ 3 h 46"/>
                <a:gd name="T62" fmla="*/ 14 w 29"/>
                <a:gd name="T63" fmla="*/ 3 h 46"/>
                <a:gd name="T64" fmla="*/ 15 w 29"/>
                <a:gd name="T65" fmla="*/ 3 h 46"/>
                <a:gd name="T66" fmla="*/ 16 w 29"/>
                <a:gd name="T67" fmla="*/ 5 h 46"/>
                <a:gd name="T68" fmla="*/ 16 w 29"/>
                <a:gd name="T69" fmla="*/ 6 h 46"/>
                <a:gd name="T70" fmla="*/ 17 w 29"/>
                <a:gd name="T71" fmla="*/ 11 h 46"/>
                <a:gd name="T72" fmla="*/ 20 w 29"/>
                <a:gd name="T73" fmla="*/ 19 h 46"/>
                <a:gd name="T74" fmla="*/ 26 w 29"/>
                <a:gd name="T75" fmla="*/ 35 h 46"/>
                <a:gd name="T76" fmla="*/ 28 w 29"/>
                <a:gd name="T77" fmla="*/ 39 h 46"/>
                <a:gd name="T78" fmla="*/ 28 w 29"/>
                <a:gd name="T79" fmla="*/ 39 h 46"/>
                <a:gd name="T80" fmla="*/ 17 w 29"/>
                <a:gd name="T81" fmla="*/ 6 h 46"/>
                <a:gd name="T82" fmla="*/ 16 w 29"/>
                <a:gd name="T83" fmla="*/ 3 h 46"/>
                <a:gd name="T84" fmla="*/ 15 w 29"/>
                <a:gd name="T85" fmla="*/ 1 h 46"/>
                <a:gd name="T86" fmla="*/ 11 w 29"/>
                <a:gd name="T87" fmla="*/ 39 h 46"/>
                <a:gd name="T88" fmla="*/ 9 w 29"/>
                <a:gd name="T89" fmla="*/ 33 h 46"/>
                <a:gd name="T90" fmla="*/ 8 w 29"/>
                <a:gd name="T91" fmla="*/ 29 h 46"/>
                <a:gd name="T92" fmla="*/ 8 w 29"/>
                <a:gd name="T93" fmla="*/ 30 h 46"/>
                <a:gd name="T94" fmla="*/ 11 w 29"/>
                <a:gd name="T95" fmla="*/ 38 h 46"/>
                <a:gd name="T96" fmla="*/ 13 w 29"/>
                <a:gd name="T97" fmla="*/ 43 h 46"/>
                <a:gd name="T98" fmla="*/ 11 w 29"/>
                <a:gd name="T99" fmla="*/ 39 h 46"/>
                <a:gd name="T100" fmla="*/ 1 w 29"/>
                <a:gd name="T101" fmla="*/ 6 h 46"/>
                <a:gd name="T102" fmla="*/ 1 w 29"/>
                <a:gd name="T103" fmla="*/ 6 h 46"/>
                <a:gd name="T104" fmla="*/ 1 w 29"/>
                <a:gd name="T105" fmla="*/ 6 h 46"/>
                <a:gd name="T106" fmla="*/ 1 w 29"/>
                <a:gd name="T107" fmla="*/ 6 h 46"/>
                <a:gd name="T108" fmla="*/ 14 w 29"/>
                <a:gd name="T109" fmla="*/ 2 h 46"/>
                <a:gd name="T110" fmla="*/ 11 w 29"/>
                <a:gd name="T111" fmla="*/ 2 h 46"/>
                <a:gd name="T112" fmla="*/ 12 w 29"/>
                <a:gd name="T113" fmla="*/ 2 h 46"/>
                <a:gd name="T114" fmla="*/ 14 w 29"/>
                <a:gd name="T115" fmla="*/ 1 h 46"/>
                <a:gd name="T116" fmla="*/ 14 w 29"/>
                <a:gd name="T117" fmla="*/ 1 h 46"/>
                <a:gd name="T118" fmla="*/ 15 w 29"/>
                <a:gd name="T119" fmla="*/ 2 h 46"/>
                <a:gd name="T120" fmla="*/ 15 w 29"/>
                <a:gd name="T121" fmla="*/ 2 h 46"/>
                <a:gd name="T122" fmla="*/ 14 w 29"/>
                <a:gd name="T123"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 h="46">
                  <a:moveTo>
                    <a:pt x="15" y="1"/>
                  </a:moveTo>
                  <a:cubicBezTo>
                    <a:pt x="15" y="0"/>
                    <a:pt x="15" y="0"/>
                    <a:pt x="14" y="0"/>
                  </a:cubicBezTo>
                  <a:cubicBezTo>
                    <a:pt x="13" y="0"/>
                    <a:pt x="13" y="0"/>
                    <a:pt x="12" y="1"/>
                  </a:cubicBezTo>
                  <a:cubicBezTo>
                    <a:pt x="11" y="1"/>
                    <a:pt x="10" y="2"/>
                    <a:pt x="10" y="2"/>
                  </a:cubicBezTo>
                  <a:cubicBezTo>
                    <a:pt x="9" y="2"/>
                    <a:pt x="8" y="3"/>
                    <a:pt x="7" y="3"/>
                  </a:cubicBezTo>
                  <a:cubicBezTo>
                    <a:pt x="5" y="3"/>
                    <a:pt x="3" y="4"/>
                    <a:pt x="1" y="5"/>
                  </a:cubicBezTo>
                  <a:cubicBezTo>
                    <a:pt x="0" y="5"/>
                    <a:pt x="0" y="5"/>
                    <a:pt x="0" y="6"/>
                  </a:cubicBezTo>
                  <a:cubicBezTo>
                    <a:pt x="0" y="6"/>
                    <a:pt x="0" y="6"/>
                    <a:pt x="0" y="6"/>
                  </a:cubicBezTo>
                  <a:cubicBezTo>
                    <a:pt x="0" y="7"/>
                    <a:pt x="1" y="8"/>
                    <a:pt x="1" y="8"/>
                  </a:cubicBezTo>
                  <a:cubicBezTo>
                    <a:pt x="1" y="9"/>
                    <a:pt x="1" y="9"/>
                    <a:pt x="2" y="10"/>
                  </a:cubicBezTo>
                  <a:cubicBezTo>
                    <a:pt x="2" y="11"/>
                    <a:pt x="3" y="12"/>
                    <a:pt x="3" y="13"/>
                  </a:cubicBezTo>
                  <a:cubicBezTo>
                    <a:pt x="4" y="15"/>
                    <a:pt x="4" y="17"/>
                    <a:pt x="5" y="18"/>
                  </a:cubicBezTo>
                  <a:cubicBezTo>
                    <a:pt x="5" y="19"/>
                    <a:pt x="5" y="19"/>
                    <a:pt x="5" y="20"/>
                  </a:cubicBezTo>
                  <a:cubicBezTo>
                    <a:pt x="6" y="22"/>
                    <a:pt x="6" y="25"/>
                    <a:pt x="7" y="27"/>
                  </a:cubicBezTo>
                  <a:cubicBezTo>
                    <a:pt x="7" y="30"/>
                    <a:pt x="8" y="33"/>
                    <a:pt x="9" y="36"/>
                  </a:cubicBezTo>
                  <a:cubicBezTo>
                    <a:pt x="9" y="37"/>
                    <a:pt x="10" y="39"/>
                    <a:pt x="11" y="40"/>
                  </a:cubicBezTo>
                  <a:cubicBezTo>
                    <a:pt x="11" y="42"/>
                    <a:pt x="12" y="44"/>
                    <a:pt x="13" y="45"/>
                  </a:cubicBezTo>
                  <a:cubicBezTo>
                    <a:pt x="14" y="45"/>
                    <a:pt x="14" y="45"/>
                    <a:pt x="14" y="45"/>
                  </a:cubicBezTo>
                  <a:cubicBezTo>
                    <a:pt x="14" y="45"/>
                    <a:pt x="14" y="45"/>
                    <a:pt x="14" y="46"/>
                  </a:cubicBezTo>
                  <a:cubicBezTo>
                    <a:pt x="14" y="46"/>
                    <a:pt x="15" y="46"/>
                    <a:pt x="15" y="45"/>
                  </a:cubicBezTo>
                  <a:cubicBezTo>
                    <a:pt x="13" y="40"/>
                    <a:pt x="11" y="35"/>
                    <a:pt x="9" y="29"/>
                  </a:cubicBezTo>
                  <a:cubicBezTo>
                    <a:pt x="8" y="27"/>
                    <a:pt x="7" y="24"/>
                    <a:pt x="7" y="21"/>
                  </a:cubicBezTo>
                  <a:cubicBezTo>
                    <a:pt x="6" y="20"/>
                    <a:pt x="6" y="19"/>
                    <a:pt x="6" y="18"/>
                  </a:cubicBezTo>
                  <a:cubicBezTo>
                    <a:pt x="6" y="18"/>
                    <a:pt x="6" y="18"/>
                    <a:pt x="5" y="18"/>
                  </a:cubicBezTo>
                  <a:cubicBezTo>
                    <a:pt x="5" y="14"/>
                    <a:pt x="4" y="11"/>
                    <a:pt x="2" y="8"/>
                  </a:cubicBezTo>
                  <a:cubicBezTo>
                    <a:pt x="2" y="8"/>
                    <a:pt x="2" y="7"/>
                    <a:pt x="2" y="6"/>
                  </a:cubicBezTo>
                  <a:cubicBezTo>
                    <a:pt x="2" y="6"/>
                    <a:pt x="3" y="5"/>
                    <a:pt x="4" y="5"/>
                  </a:cubicBezTo>
                  <a:cubicBezTo>
                    <a:pt x="4" y="5"/>
                    <a:pt x="5" y="4"/>
                    <a:pt x="6" y="4"/>
                  </a:cubicBezTo>
                  <a:cubicBezTo>
                    <a:pt x="7" y="4"/>
                    <a:pt x="8" y="4"/>
                    <a:pt x="9" y="4"/>
                  </a:cubicBezTo>
                  <a:cubicBezTo>
                    <a:pt x="9" y="4"/>
                    <a:pt x="10" y="3"/>
                    <a:pt x="11" y="3"/>
                  </a:cubicBezTo>
                  <a:cubicBezTo>
                    <a:pt x="12" y="3"/>
                    <a:pt x="13" y="3"/>
                    <a:pt x="13" y="3"/>
                  </a:cubicBezTo>
                  <a:cubicBezTo>
                    <a:pt x="14" y="3"/>
                    <a:pt x="14" y="3"/>
                    <a:pt x="14" y="3"/>
                  </a:cubicBezTo>
                  <a:cubicBezTo>
                    <a:pt x="15" y="3"/>
                    <a:pt x="15" y="3"/>
                    <a:pt x="15" y="3"/>
                  </a:cubicBezTo>
                  <a:cubicBezTo>
                    <a:pt x="15" y="4"/>
                    <a:pt x="15" y="4"/>
                    <a:pt x="16" y="5"/>
                  </a:cubicBezTo>
                  <a:cubicBezTo>
                    <a:pt x="16" y="5"/>
                    <a:pt x="16" y="6"/>
                    <a:pt x="16" y="6"/>
                  </a:cubicBezTo>
                  <a:cubicBezTo>
                    <a:pt x="16" y="8"/>
                    <a:pt x="17" y="9"/>
                    <a:pt x="17" y="11"/>
                  </a:cubicBezTo>
                  <a:cubicBezTo>
                    <a:pt x="18" y="13"/>
                    <a:pt x="19" y="16"/>
                    <a:pt x="20" y="19"/>
                  </a:cubicBezTo>
                  <a:cubicBezTo>
                    <a:pt x="22" y="24"/>
                    <a:pt x="24" y="30"/>
                    <a:pt x="26" y="35"/>
                  </a:cubicBezTo>
                  <a:cubicBezTo>
                    <a:pt x="27" y="36"/>
                    <a:pt x="27" y="38"/>
                    <a:pt x="28" y="39"/>
                  </a:cubicBezTo>
                  <a:cubicBezTo>
                    <a:pt x="28" y="39"/>
                    <a:pt x="29" y="39"/>
                    <a:pt x="28" y="39"/>
                  </a:cubicBezTo>
                  <a:cubicBezTo>
                    <a:pt x="25" y="28"/>
                    <a:pt x="21" y="17"/>
                    <a:pt x="17" y="6"/>
                  </a:cubicBezTo>
                  <a:cubicBezTo>
                    <a:pt x="17" y="5"/>
                    <a:pt x="16" y="4"/>
                    <a:pt x="16" y="3"/>
                  </a:cubicBezTo>
                  <a:cubicBezTo>
                    <a:pt x="16" y="2"/>
                    <a:pt x="16" y="2"/>
                    <a:pt x="15" y="1"/>
                  </a:cubicBezTo>
                  <a:close/>
                  <a:moveTo>
                    <a:pt x="11" y="39"/>
                  </a:moveTo>
                  <a:cubicBezTo>
                    <a:pt x="10" y="37"/>
                    <a:pt x="10" y="35"/>
                    <a:pt x="9" y="33"/>
                  </a:cubicBezTo>
                  <a:cubicBezTo>
                    <a:pt x="9" y="32"/>
                    <a:pt x="8" y="30"/>
                    <a:pt x="8" y="29"/>
                  </a:cubicBezTo>
                  <a:cubicBezTo>
                    <a:pt x="8" y="29"/>
                    <a:pt x="8" y="29"/>
                    <a:pt x="8" y="30"/>
                  </a:cubicBezTo>
                  <a:cubicBezTo>
                    <a:pt x="9" y="33"/>
                    <a:pt x="10" y="35"/>
                    <a:pt x="11" y="38"/>
                  </a:cubicBezTo>
                  <a:cubicBezTo>
                    <a:pt x="12" y="40"/>
                    <a:pt x="13" y="42"/>
                    <a:pt x="13" y="43"/>
                  </a:cubicBezTo>
                  <a:cubicBezTo>
                    <a:pt x="12" y="42"/>
                    <a:pt x="12" y="41"/>
                    <a:pt x="11" y="39"/>
                  </a:cubicBezTo>
                  <a:close/>
                  <a:moveTo>
                    <a:pt x="1" y="6"/>
                  </a:moveTo>
                  <a:cubicBezTo>
                    <a:pt x="1" y="6"/>
                    <a:pt x="1" y="6"/>
                    <a:pt x="1" y="6"/>
                  </a:cubicBezTo>
                  <a:cubicBezTo>
                    <a:pt x="1" y="6"/>
                    <a:pt x="1" y="6"/>
                    <a:pt x="1" y="6"/>
                  </a:cubicBezTo>
                  <a:cubicBezTo>
                    <a:pt x="1" y="6"/>
                    <a:pt x="1" y="6"/>
                    <a:pt x="1" y="6"/>
                  </a:cubicBezTo>
                  <a:close/>
                  <a:moveTo>
                    <a:pt x="14" y="2"/>
                  </a:moveTo>
                  <a:cubicBezTo>
                    <a:pt x="13" y="2"/>
                    <a:pt x="12" y="2"/>
                    <a:pt x="11" y="2"/>
                  </a:cubicBezTo>
                  <a:cubicBezTo>
                    <a:pt x="11" y="2"/>
                    <a:pt x="11" y="2"/>
                    <a:pt x="12" y="2"/>
                  </a:cubicBezTo>
                  <a:cubicBezTo>
                    <a:pt x="12" y="2"/>
                    <a:pt x="13" y="1"/>
                    <a:pt x="14" y="1"/>
                  </a:cubicBezTo>
                  <a:cubicBezTo>
                    <a:pt x="14" y="1"/>
                    <a:pt x="14" y="1"/>
                    <a:pt x="14" y="1"/>
                  </a:cubicBezTo>
                  <a:cubicBezTo>
                    <a:pt x="15" y="1"/>
                    <a:pt x="15" y="1"/>
                    <a:pt x="15" y="2"/>
                  </a:cubicBezTo>
                  <a:cubicBezTo>
                    <a:pt x="15" y="2"/>
                    <a:pt x="15" y="2"/>
                    <a:pt x="15" y="2"/>
                  </a:cubicBezTo>
                  <a:cubicBezTo>
                    <a:pt x="15" y="2"/>
                    <a:pt x="14" y="2"/>
                    <a:pt x="14" y="2"/>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4" name="Freeform 11"/>
            <p:cNvSpPr>
              <a:spLocks noEditPoints="1"/>
            </p:cNvSpPr>
            <p:nvPr/>
          </p:nvSpPr>
          <p:spPr bwMode="auto">
            <a:xfrm rot="1164309">
              <a:off x="1709830" y="1495111"/>
              <a:ext cx="460375" cy="838200"/>
            </a:xfrm>
            <a:custGeom>
              <a:avLst/>
              <a:gdLst>
                <a:gd name="T0" fmla="*/ 13 w 28"/>
                <a:gd name="T1" fmla="*/ 0 h 51"/>
                <a:gd name="T2" fmla="*/ 11 w 28"/>
                <a:gd name="T3" fmla="*/ 0 h 51"/>
                <a:gd name="T4" fmla="*/ 8 w 28"/>
                <a:gd name="T5" fmla="*/ 1 h 51"/>
                <a:gd name="T6" fmla="*/ 2 w 28"/>
                <a:gd name="T7" fmla="*/ 3 h 51"/>
                <a:gd name="T8" fmla="*/ 0 w 28"/>
                <a:gd name="T9" fmla="*/ 5 h 51"/>
                <a:gd name="T10" fmla="*/ 0 w 28"/>
                <a:gd name="T11" fmla="*/ 9 h 51"/>
                <a:gd name="T12" fmla="*/ 6 w 28"/>
                <a:gd name="T13" fmla="*/ 26 h 51"/>
                <a:gd name="T14" fmla="*/ 8 w 28"/>
                <a:gd name="T15" fmla="*/ 31 h 51"/>
                <a:gd name="T16" fmla="*/ 10 w 28"/>
                <a:gd name="T17" fmla="*/ 41 h 51"/>
                <a:gd name="T18" fmla="*/ 13 w 28"/>
                <a:gd name="T19" fmla="*/ 48 h 51"/>
                <a:gd name="T20" fmla="*/ 15 w 28"/>
                <a:gd name="T21" fmla="*/ 50 h 51"/>
                <a:gd name="T22" fmla="*/ 13 w 28"/>
                <a:gd name="T23" fmla="*/ 47 h 51"/>
                <a:gd name="T24" fmla="*/ 10 w 28"/>
                <a:gd name="T25" fmla="*/ 34 h 51"/>
                <a:gd name="T26" fmla="*/ 9 w 28"/>
                <a:gd name="T27" fmla="*/ 30 h 51"/>
                <a:gd name="T28" fmla="*/ 4 w 28"/>
                <a:gd name="T29" fmla="*/ 14 h 51"/>
                <a:gd name="T30" fmla="*/ 1 w 28"/>
                <a:gd name="T31" fmla="*/ 7 h 51"/>
                <a:gd name="T32" fmla="*/ 1 w 28"/>
                <a:gd name="T33" fmla="*/ 6 h 51"/>
                <a:gd name="T34" fmla="*/ 4 w 28"/>
                <a:gd name="T35" fmla="*/ 4 h 51"/>
                <a:gd name="T36" fmla="*/ 8 w 28"/>
                <a:gd name="T37" fmla="*/ 2 h 51"/>
                <a:gd name="T38" fmla="*/ 13 w 28"/>
                <a:gd name="T39" fmla="*/ 3 h 51"/>
                <a:gd name="T40" fmla="*/ 14 w 28"/>
                <a:gd name="T41" fmla="*/ 4 h 51"/>
                <a:gd name="T42" fmla="*/ 17 w 28"/>
                <a:gd name="T43" fmla="*/ 15 h 51"/>
                <a:gd name="T44" fmla="*/ 22 w 28"/>
                <a:gd name="T45" fmla="*/ 33 h 51"/>
                <a:gd name="T46" fmla="*/ 28 w 28"/>
                <a:gd name="T47" fmla="*/ 45 h 51"/>
                <a:gd name="T48" fmla="*/ 27 w 28"/>
                <a:gd name="T49" fmla="*/ 42 h 51"/>
                <a:gd name="T50" fmla="*/ 26 w 28"/>
                <a:gd name="T51" fmla="*/ 39 h 51"/>
                <a:gd name="T52" fmla="*/ 24 w 28"/>
                <a:gd name="T53" fmla="*/ 32 h 51"/>
                <a:gd name="T54" fmla="*/ 18 w 28"/>
                <a:gd name="T55" fmla="*/ 15 h 51"/>
                <a:gd name="T56" fmla="*/ 14 w 28"/>
                <a:gd name="T57" fmla="*/ 3 h 51"/>
                <a:gd name="T58" fmla="*/ 3 w 28"/>
                <a:gd name="T59" fmla="*/ 13 h 51"/>
                <a:gd name="T60" fmla="*/ 4 w 28"/>
                <a:gd name="T61" fmla="*/ 16 h 51"/>
                <a:gd name="T62" fmla="*/ 11 w 28"/>
                <a:gd name="T63" fmla="*/ 1 h 51"/>
                <a:gd name="T64" fmla="*/ 13 w 28"/>
                <a:gd name="T65" fmla="*/ 1 h 51"/>
                <a:gd name="T66" fmla="*/ 11 w 28"/>
                <a:gd name="T67" fmla="*/ 1 h 51"/>
                <a:gd name="T68" fmla="*/ 21 w 28"/>
                <a:gd name="T69" fmla="*/ 27 h 51"/>
                <a:gd name="T70" fmla="*/ 24 w 28"/>
                <a:gd name="T71"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 h="51">
                  <a:moveTo>
                    <a:pt x="14" y="3"/>
                  </a:moveTo>
                  <a:cubicBezTo>
                    <a:pt x="14" y="2"/>
                    <a:pt x="14" y="1"/>
                    <a:pt x="13" y="0"/>
                  </a:cubicBezTo>
                  <a:cubicBezTo>
                    <a:pt x="13" y="0"/>
                    <a:pt x="13" y="0"/>
                    <a:pt x="12" y="0"/>
                  </a:cubicBezTo>
                  <a:cubicBezTo>
                    <a:pt x="12" y="0"/>
                    <a:pt x="11" y="0"/>
                    <a:pt x="11" y="0"/>
                  </a:cubicBezTo>
                  <a:cubicBezTo>
                    <a:pt x="10" y="0"/>
                    <a:pt x="9" y="1"/>
                    <a:pt x="9" y="1"/>
                  </a:cubicBezTo>
                  <a:cubicBezTo>
                    <a:pt x="8" y="1"/>
                    <a:pt x="8" y="1"/>
                    <a:pt x="8" y="1"/>
                  </a:cubicBezTo>
                  <a:cubicBezTo>
                    <a:pt x="7" y="1"/>
                    <a:pt x="5" y="2"/>
                    <a:pt x="4" y="2"/>
                  </a:cubicBezTo>
                  <a:cubicBezTo>
                    <a:pt x="4" y="3"/>
                    <a:pt x="3" y="3"/>
                    <a:pt x="2" y="3"/>
                  </a:cubicBezTo>
                  <a:cubicBezTo>
                    <a:pt x="2" y="3"/>
                    <a:pt x="2" y="4"/>
                    <a:pt x="1" y="4"/>
                  </a:cubicBezTo>
                  <a:cubicBezTo>
                    <a:pt x="1" y="4"/>
                    <a:pt x="0" y="4"/>
                    <a:pt x="0" y="5"/>
                  </a:cubicBezTo>
                  <a:cubicBezTo>
                    <a:pt x="0" y="6"/>
                    <a:pt x="0" y="6"/>
                    <a:pt x="0" y="7"/>
                  </a:cubicBezTo>
                  <a:cubicBezTo>
                    <a:pt x="0" y="8"/>
                    <a:pt x="0" y="8"/>
                    <a:pt x="0" y="9"/>
                  </a:cubicBezTo>
                  <a:cubicBezTo>
                    <a:pt x="0" y="9"/>
                    <a:pt x="0" y="9"/>
                    <a:pt x="0" y="10"/>
                  </a:cubicBezTo>
                  <a:cubicBezTo>
                    <a:pt x="2" y="15"/>
                    <a:pt x="4" y="20"/>
                    <a:pt x="6" y="26"/>
                  </a:cubicBezTo>
                  <a:cubicBezTo>
                    <a:pt x="7" y="27"/>
                    <a:pt x="7" y="29"/>
                    <a:pt x="8" y="30"/>
                  </a:cubicBezTo>
                  <a:cubicBezTo>
                    <a:pt x="8" y="31"/>
                    <a:pt x="8" y="31"/>
                    <a:pt x="8" y="31"/>
                  </a:cubicBezTo>
                  <a:cubicBezTo>
                    <a:pt x="8" y="33"/>
                    <a:pt x="9" y="35"/>
                    <a:pt x="9" y="36"/>
                  </a:cubicBezTo>
                  <a:cubicBezTo>
                    <a:pt x="9" y="38"/>
                    <a:pt x="10" y="40"/>
                    <a:pt x="10" y="41"/>
                  </a:cubicBezTo>
                  <a:cubicBezTo>
                    <a:pt x="11" y="43"/>
                    <a:pt x="11" y="45"/>
                    <a:pt x="12" y="46"/>
                  </a:cubicBezTo>
                  <a:cubicBezTo>
                    <a:pt x="12" y="47"/>
                    <a:pt x="13" y="47"/>
                    <a:pt x="13" y="48"/>
                  </a:cubicBezTo>
                  <a:cubicBezTo>
                    <a:pt x="13" y="49"/>
                    <a:pt x="13" y="50"/>
                    <a:pt x="14" y="51"/>
                  </a:cubicBezTo>
                  <a:cubicBezTo>
                    <a:pt x="14" y="51"/>
                    <a:pt x="15" y="51"/>
                    <a:pt x="15" y="50"/>
                  </a:cubicBezTo>
                  <a:cubicBezTo>
                    <a:pt x="14" y="49"/>
                    <a:pt x="14" y="49"/>
                    <a:pt x="14" y="48"/>
                  </a:cubicBezTo>
                  <a:cubicBezTo>
                    <a:pt x="14" y="47"/>
                    <a:pt x="13" y="47"/>
                    <a:pt x="13" y="47"/>
                  </a:cubicBezTo>
                  <a:cubicBezTo>
                    <a:pt x="13" y="45"/>
                    <a:pt x="13" y="44"/>
                    <a:pt x="12" y="42"/>
                  </a:cubicBezTo>
                  <a:cubicBezTo>
                    <a:pt x="12" y="40"/>
                    <a:pt x="11" y="37"/>
                    <a:pt x="10" y="34"/>
                  </a:cubicBezTo>
                  <a:cubicBezTo>
                    <a:pt x="10" y="34"/>
                    <a:pt x="10" y="34"/>
                    <a:pt x="10" y="34"/>
                  </a:cubicBezTo>
                  <a:cubicBezTo>
                    <a:pt x="9" y="32"/>
                    <a:pt x="9" y="31"/>
                    <a:pt x="9" y="30"/>
                  </a:cubicBezTo>
                  <a:cubicBezTo>
                    <a:pt x="8" y="26"/>
                    <a:pt x="7" y="22"/>
                    <a:pt x="5" y="18"/>
                  </a:cubicBezTo>
                  <a:cubicBezTo>
                    <a:pt x="5" y="17"/>
                    <a:pt x="4" y="15"/>
                    <a:pt x="4" y="14"/>
                  </a:cubicBezTo>
                  <a:cubicBezTo>
                    <a:pt x="3" y="13"/>
                    <a:pt x="3" y="12"/>
                    <a:pt x="2" y="11"/>
                  </a:cubicBezTo>
                  <a:cubicBezTo>
                    <a:pt x="2" y="9"/>
                    <a:pt x="1" y="8"/>
                    <a:pt x="1" y="7"/>
                  </a:cubicBezTo>
                  <a:cubicBezTo>
                    <a:pt x="1" y="7"/>
                    <a:pt x="1" y="7"/>
                    <a:pt x="1" y="7"/>
                  </a:cubicBezTo>
                  <a:cubicBezTo>
                    <a:pt x="1" y="7"/>
                    <a:pt x="1" y="6"/>
                    <a:pt x="1" y="6"/>
                  </a:cubicBezTo>
                  <a:cubicBezTo>
                    <a:pt x="1" y="5"/>
                    <a:pt x="2" y="5"/>
                    <a:pt x="3" y="4"/>
                  </a:cubicBezTo>
                  <a:cubicBezTo>
                    <a:pt x="3" y="4"/>
                    <a:pt x="4" y="4"/>
                    <a:pt x="4" y="4"/>
                  </a:cubicBezTo>
                  <a:cubicBezTo>
                    <a:pt x="5" y="3"/>
                    <a:pt x="7" y="3"/>
                    <a:pt x="8" y="2"/>
                  </a:cubicBezTo>
                  <a:cubicBezTo>
                    <a:pt x="8" y="2"/>
                    <a:pt x="8" y="2"/>
                    <a:pt x="8" y="2"/>
                  </a:cubicBezTo>
                  <a:cubicBezTo>
                    <a:pt x="9" y="2"/>
                    <a:pt x="9" y="2"/>
                    <a:pt x="9" y="2"/>
                  </a:cubicBezTo>
                  <a:cubicBezTo>
                    <a:pt x="10" y="2"/>
                    <a:pt x="12" y="2"/>
                    <a:pt x="13" y="3"/>
                  </a:cubicBezTo>
                  <a:cubicBezTo>
                    <a:pt x="13" y="3"/>
                    <a:pt x="13" y="3"/>
                    <a:pt x="14" y="3"/>
                  </a:cubicBezTo>
                  <a:cubicBezTo>
                    <a:pt x="14" y="4"/>
                    <a:pt x="14" y="4"/>
                    <a:pt x="14" y="4"/>
                  </a:cubicBezTo>
                  <a:cubicBezTo>
                    <a:pt x="14" y="6"/>
                    <a:pt x="15" y="7"/>
                    <a:pt x="15" y="8"/>
                  </a:cubicBezTo>
                  <a:cubicBezTo>
                    <a:pt x="16" y="10"/>
                    <a:pt x="16" y="13"/>
                    <a:pt x="17" y="15"/>
                  </a:cubicBezTo>
                  <a:cubicBezTo>
                    <a:pt x="18" y="18"/>
                    <a:pt x="19" y="22"/>
                    <a:pt x="20" y="25"/>
                  </a:cubicBezTo>
                  <a:cubicBezTo>
                    <a:pt x="21" y="28"/>
                    <a:pt x="21" y="31"/>
                    <a:pt x="22" y="33"/>
                  </a:cubicBezTo>
                  <a:cubicBezTo>
                    <a:pt x="23" y="36"/>
                    <a:pt x="24" y="38"/>
                    <a:pt x="25" y="40"/>
                  </a:cubicBezTo>
                  <a:cubicBezTo>
                    <a:pt x="26" y="42"/>
                    <a:pt x="26" y="44"/>
                    <a:pt x="28" y="45"/>
                  </a:cubicBezTo>
                  <a:cubicBezTo>
                    <a:pt x="28" y="46"/>
                    <a:pt x="28" y="46"/>
                    <a:pt x="28" y="45"/>
                  </a:cubicBezTo>
                  <a:cubicBezTo>
                    <a:pt x="28" y="44"/>
                    <a:pt x="28" y="43"/>
                    <a:pt x="27" y="42"/>
                  </a:cubicBezTo>
                  <a:cubicBezTo>
                    <a:pt x="27" y="42"/>
                    <a:pt x="27" y="41"/>
                    <a:pt x="26" y="40"/>
                  </a:cubicBezTo>
                  <a:cubicBezTo>
                    <a:pt x="26" y="40"/>
                    <a:pt x="26" y="39"/>
                    <a:pt x="26" y="39"/>
                  </a:cubicBezTo>
                  <a:cubicBezTo>
                    <a:pt x="26" y="38"/>
                    <a:pt x="25" y="37"/>
                    <a:pt x="25" y="36"/>
                  </a:cubicBezTo>
                  <a:cubicBezTo>
                    <a:pt x="25" y="35"/>
                    <a:pt x="24" y="33"/>
                    <a:pt x="24" y="32"/>
                  </a:cubicBezTo>
                  <a:cubicBezTo>
                    <a:pt x="22" y="26"/>
                    <a:pt x="20" y="21"/>
                    <a:pt x="18" y="15"/>
                  </a:cubicBezTo>
                  <a:cubicBezTo>
                    <a:pt x="18" y="15"/>
                    <a:pt x="18" y="15"/>
                    <a:pt x="18" y="15"/>
                  </a:cubicBezTo>
                  <a:cubicBezTo>
                    <a:pt x="17" y="12"/>
                    <a:pt x="17" y="10"/>
                    <a:pt x="16" y="7"/>
                  </a:cubicBezTo>
                  <a:cubicBezTo>
                    <a:pt x="16" y="6"/>
                    <a:pt x="15" y="4"/>
                    <a:pt x="14" y="3"/>
                  </a:cubicBezTo>
                  <a:close/>
                  <a:moveTo>
                    <a:pt x="4" y="16"/>
                  </a:moveTo>
                  <a:cubicBezTo>
                    <a:pt x="3" y="15"/>
                    <a:pt x="3" y="14"/>
                    <a:pt x="3" y="13"/>
                  </a:cubicBezTo>
                  <a:cubicBezTo>
                    <a:pt x="3" y="14"/>
                    <a:pt x="3" y="14"/>
                    <a:pt x="3" y="15"/>
                  </a:cubicBezTo>
                  <a:cubicBezTo>
                    <a:pt x="4" y="15"/>
                    <a:pt x="4" y="16"/>
                    <a:pt x="4" y="16"/>
                  </a:cubicBezTo>
                  <a:close/>
                  <a:moveTo>
                    <a:pt x="11" y="1"/>
                  </a:moveTo>
                  <a:cubicBezTo>
                    <a:pt x="11" y="1"/>
                    <a:pt x="11" y="1"/>
                    <a:pt x="11" y="1"/>
                  </a:cubicBezTo>
                  <a:cubicBezTo>
                    <a:pt x="12" y="1"/>
                    <a:pt x="12" y="1"/>
                    <a:pt x="12" y="1"/>
                  </a:cubicBezTo>
                  <a:cubicBezTo>
                    <a:pt x="13" y="1"/>
                    <a:pt x="13" y="1"/>
                    <a:pt x="13" y="1"/>
                  </a:cubicBezTo>
                  <a:cubicBezTo>
                    <a:pt x="13" y="1"/>
                    <a:pt x="13" y="1"/>
                    <a:pt x="13" y="1"/>
                  </a:cubicBezTo>
                  <a:cubicBezTo>
                    <a:pt x="12" y="1"/>
                    <a:pt x="12" y="1"/>
                    <a:pt x="11" y="1"/>
                  </a:cubicBezTo>
                  <a:close/>
                  <a:moveTo>
                    <a:pt x="23" y="32"/>
                  </a:moveTo>
                  <a:cubicBezTo>
                    <a:pt x="22" y="30"/>
                    <a:pt x="22" y="29"/>
                    <a:pt x="21" y="27"/>
                  </a:cubicBezTo>
                  <a:cubicBezTo>
                    <a:pt x="22" y="29"/>
                    <a:pt x="23" y="31"/>
                    <a:pt x="23" y="33"/>
                  </a:cubicBezTo>
                  <a:cubicBezTo>
                    <a:pt x="24" y="34"/>
                    <a:pt x="24" y="35"/>
                    <a:pt x="24" y="36"/>
                  </a:cubicBezTo>
                  <a:cubicBezTo>
                    <a:pt x="24" y="35"/>
                    <a:pt x="23" y="33"/>
                    <a:pt x="23" y="32"/>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5" name="Freeform 12"/>
            <p:cNvSpPr>
              <a:spLocks noEditPoints="1"/>
            </p:cNvSpPr>
            <p:nvPr/>
          </p:nvSpPr>
          <p:spPr bwMode="auto">
            <a:xfrm rot="1164309">
              <a:off x="2008885" y="1097908"/>
              <a:ext cx="706438" cy="1266825"/>
            </a:xfrm>
            <a:custGeom>
              <a:avLst/>
              <a:gdLst>
                <a:gd name="T0" fmla="*/ 22 w 43"/>
                <a:gd name="T1" fmla="*/ 8 h 77"/>
                <a:gd name="T2" fmla="*/ 19 w 43"/>
                <a:gd name="T3" fmla="*/ 1 h 77"/>
                <a:gd name="T4" fmla="*/ 15 w 43"/>
                <a:gd name="T5" fmla="*/ 1 h 77"/>
                <a:gd name="T6" fmla="*/ 10 w 43"/>
                <a:gd name="T7" fmla="*/ 4 h 77"/>
                <a:gd name="T8" fmla="*/ 0 w 43"/>
                <a:gd name="T9" fmla="*/ 9 h 77"/>
                <a:gd name="T10" fmla="*/ 1 w 43"/>
                <a:gd name="T11" fmla="*/ 15 h 77"/>
                <a:gd name="T12" fmla="*/ 6 w 43"/>
                <a:gd name="T13" fmla="*/ 27 h 77"/>
                <a:gd name="T14" fmla="*/ 14 w 43"/>
                <a:gd name="T15" fmla="*/ 44 h 77"/>
                <a:gd name="T16" fmla="*/ 21 w 43"/>
                <a:gd name="T17" fmla="*/ 64 h 77"/>
                <a:gd name="T18" fmla="*/ 23 w 43"/>
                <a:gd name="T19" fmla="*/ 71 h 77"/>
                <a:gd name="T20" fmla="*/ 24 w 43"/>
                <a:gd name="T21" fmla="*/ 74 h 77"/>
                <a:gd name="T22" fmla="*/ 26 w 43"/>
                <a:gd name="T23" fmla="*/ 77 h 77"/>
                <a:gd name="T24" fmla="*/ 30 w 43"/>
                <a:gd name="T25" fmla="*/ 76 h 77"/>
                <a:gd name="T26" fmla="*/ 41 w 43"/>
                <a:gd name="T27" fmla="*/ 72 h 77"/>
                <a:gd name="T28" fmla="*/ 40 w 43"/>
                <a:gd name="T29" fmla="*/ 71 h 77"/>
                <a:gd name="T30" fmla="*/ 35 w 43"/>
                <a:gd name="T31" fmla="*/ 73 h 77"/>
                <a:gd name="T32" fmla="*/ 29 w 43"/>
                <a:gd name="T33" fmla="*/ 75 h 77"/>
                <a:gd name="T34" fmla="*/ 29 w 43"/>
                <a:gd name="T35" fmla="*/ 75 h 77"/>
                <a:gd name="T36" fmla="*/ 29 w 43"/>
                <a:gd name="T37" fmla="*/ 76 h 77"/>
                <a:gd name="T38" fmla="*/ 26 w 43"/>
                <a:gd name="T39" fmla="*/ 75 h 77"/>
                <a:gd name="T40" fmla="*/ 26 w 43"/>
                <a:gd name="T41" fmla="*/ 74 h 77"/>
                <a:gd name="T42" fmla="*/ 20 w 43"/>
                <a:gd name="T43" fmla="*/ 58 h 77"/>
                <a:gd name="T44" fmla="*/ 14 w 43"/>
                <a:gd name="T45" fmla="*/ 40 h 77"/>
                <a:gd name="T46" fmla="*/ 8 w 43"/>
                <a:gd name="T47" fmla="*/ 23 h 77"/>
                <a:gd name="T48" fmla="*/ 2 w 43"/>
                <a:gd name="T49" fmla="*/ 12 h 77"/>
                <a:gd name="T50" fmla="*/ 1 w 43"/>
                <a:gd name="T51" fmla="*/ 9 h 77"/>
                <a:gd name="T52" fmla="*/ 9 w 43"/>
                <a:gd name="T53" fmla="*/ 6 h 77"/>
                <a:gd name="T54" fmla="*/ 15 w 43"/>
                <a:gd name="T55" fmla="*/ 3 h 77"/>
                <a:gd name="T56" fmla="*/ 18 w 43"/>
                <a:gd name="T57" fmla="*/ 4 h 77"/>
                <a:gd name="T58" fmla="*/ 20 w 43"/>
                <a:gd name="T59" fmla="*/ 8 h 77"/>
                <a:gd name="T60" fmla="*/ 34 w 43"/>
                <a:gd name="T61" fmla="*/ 48 h 77"/>
                <a:gd name="T62" fmla="*/ 39 w 43"/>
                <a:gd name="T63" fmla="*/ 60 h 77"/>
                <a:gd name="T64" fmla="*/ 41 w 43"/>
                <a:gd name="T65" fmla="*/ 66 h 77"/>
                <a:gd name="T66" fmla="*/ 43 w 43"/>
                <a:gd name="T67" fmla="*/ 69 h 77"/>
                <a:gd name="T68" fmla="*/ 32 w 43"/>
                <a:gd name="T69" fmla="*/ 38 h 77"/>
                <a:gd name="T70" fmla="*/ 26 w 43"/>
                <a:gd name="T71" fmla="*/ 20 h 77"/>
                <a:gd name="T72" fmla="*/ 34 w 43"/>
                <a:gd name="T73" fmla="*/ 74 h 77"/>
                <a:gd name="T74" fmla="*/ 37 w 43"/>
                <a:gd name="T75" fmla="*/ 73 h 77"/>
                <a:gd name="T76" fmla="*/ 34 w 43"/>
                <a:gd name="T77" fmla="*/ 74 h 77"/>
                <a:gd name="T78" fmla="*/ 1 w 43"/>
                <a:gd name="T79" fmla="*/ 11 h 77"/>
                <a:gd name="T80" fmla="*/ 1 w 43"/>
                <a:gd name="T81" fmla="*/ 11 h 77"/>
                <a:gd name="T82" fmla="*/ 10 w 43"/>
                <a:gd name="T83" fmla="*/ 31 h 77"/>
                <a:gd name="T84" fmla="*/ 6 w 43"/>
                <a:gd name="T85" fmla="*/ 23 h 77"/>
                <a:gd name="T86" fmla="*/ 10 w 43"/>
                <a:gd name="T87" fmla="*/ 31 h 77"/>
                <a:gd name="T88" fmla="*/ 25 w 43"/>
                <a:gd name="T89" fmla="*/ 20 h 77"/>
                <a:gd name="T90" fmla="*/ 20 w 43"/>
                <a:gd name="T91" fmla="*/ 8 h 77"/>
                <a:gd name="T92" fmla="*/ 15 w 43"/>
                <a:gd name="T93" fmla="*/ 2 h 77"/>
                <a:gd name="T94" fmla="*/ 16 w 43"/>
                <a:gd name="T95" fmla="*/ 2 h 77"/>
                <a:gd name="T96" fmla="*/ 19 w 43"/>
                <a:gd name="T97" fmla="*/ 3 h 77"/>
                <a:gd name="T98" fmla="*/ 20 w 43"/>
                <a:gd name="T99" fmla="*/ 7 h 77"/>
                <a:gd name="T100" fmla="*/ 28 w 43"/>
                <a:gd name="T101" fmla="*/ 2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3" h="77">
                  <a:moveTo>
                    <a:pt x="23" y="12"/>
                  </a:moveTo>
                  <a:cubicBezTo>
                    <a:pt x="23" y="10"/>
                    <a:pt x="22" y="9"/>
                    <a:pt x="22" y="8"/>
                  </a:cubicBezTo>
                  <a:cubicBezTo>
                    <a:pt x="21" y="7"/>
                    <a:pt x="21" y="6"/>
                    <a:pt x="20" y="5"/>
                  </a:cubicBezTo>
                  <a:cubicBezTo>
                    <a:pt x="20" y="4"/>
                    <a:pt x="19" y="2"/>
                    <a:pt x="19" y="1"/>
                  </a:cubicBezTo>
                  <a:cubicBezTo>
                    <a:pt x="18" y="0"/>
                    <a:pt x="18" y="0"/>
                    <a:pt x="17" y="0"/>
                  </a:cubicBezTo>
                  <a:cubicBezTo>
                    <a:pt x="16" y="0"/>
                    <a:pt x="16" y="1"/>
                    <a:pt x="15" y="1"/>
                  </a:cubicBezTo>
                  <a:cubicBezTo>
                    <a:pt x="14" y="2"/>
                    <a:pt x="14" y="2"/>
                    <a:pt x="13" y="3"/>
                  </a:cubicBezTo>
                  <a:cubicBezTo>
                    <a:pt x="12" y="3"/>
                    <a:pt x="11" y="4"/>
                    <a:pt x="10" y="4"/>
                  </a:cubicBezTo>
                  <a:cubicBezTo>
                    <a:pt x="7" y="5"/>
                    <a:pt x="5" y="6"/>
                    <a:pt x="3" y="7"/>
                  </a:cubicBezTo>
                  <a:cubicBezTo>
                    <a:pt x="2" y="7"/>
                    <a:pt x="0" y="8"/>
                    <a:pt x="0" y="9"/>
                  </a:cubicBezTo>
                  <a:cubicBezTo>
                    <a:pt x="0" y="10"/>
                    <a:pt x="0" y="11"/>
                    <a:pt x="0" y="12"/>
                  </a:cubicBezTo>
                  <a:cubicBezTo>
                    <a:pt x="0" y="13"/>
                    <a:pt x="1" y="14"/>
                    <a:pt x="1" y="15"/>
                  </a:cubicBezTo>
                  <a:cubicBezTo>
                    <a:pt x="2" y="16"/>
                    <a:pt x="2" y="18"/>
                    <a:pt x="3" y="19"/>
                  </a:cubicBezTo>
                  <a:cubicBezTo>
                    <a:pt x="4" y="21"/>
                    <a:pt x="5" y="24"/>
                    <a:pt x="6" y="27"/>
                  </a:cubicBezTo>
                  <a:cubicBezTo>
                    <a:pt x="8" y="31"/>
                    <a:pt x="10" y="34"/>
                    <a:pt x="12" y="38"/>
                  </a:cubicBezTo>
                  <a:cubicBezTo>
                    <a:pt x="13" y="40"/>
                    <a:pt x="13" y="42"/>
                    <a:pt x="14" y="44"/>
                  </a:cubicBezTo>
                  <a:cubicBezTo>
                    <a:pt x="14" y="45"/>
                    <a:pt x="15" y="47"/>
                    <a:pt x="16" y="49"/>
                  </a:cubicBezTo>
                  <a:cubicBezTo>
                    <a:pt x="17" y="54"/>
                    <a:pt x="19" y="59"/>
                    <a:pt x="21" y="64"/>
                  </a:cubicBezTo>
                  <a:cubicBezTo>
                    <a:pt x="22" y="66"/>
                    <a:pt x="23" y="69"/>
                    <a:pt x="23" y="71"/>
                  </a:cubicBezTo>
                  <a:cubicBezTo>
                    <a:pt x="23" y="71"/>
                    <a:pt x="23" y="71"/>
                    <a:pt x="23" y="71"/>
                  </a:cubicBezTo>
                  <a:cubicBezTo>
                    <a:pt x="23" y="72"/>
                    <a:pt x="24" y="72"/>
                    <a:pt x="24" y="73"/>
                  </a:cubicBezTo>
                  <a:cubicBezTo>
                    <a:pt x="24" y="73"/>
                    <a:pt x="24" y="73"/>
                    <a:pt x="24" y="74"/>
                  </a:cubicBezTo>
                  <a:cubicBezTo>
                    <a:pt x="24" y="74"/>
                    <a:pt x="25" y="75"/>
                    <a:pt x="25" y="76"/>
                  </a:cubicBezTo>
                  <a:cubicBezTo>
                    <a:pt x="25" y="76"/>
                    <a:pt x="26" y="77"/>
                    <a:pt x="26" y="77"/>
                  </a:cubicBezTo>
                  <a:cubicBezTo>
                    <a:pt x="27" y="77"/>
                    <a:pt x="28" y="77"/>
                    <a:pt x="28" y="77"/>
                  </a:cubicBezTo>
                  <a:cubicBezTo>
                    <a:pt x="29" y="77"/>
                    <a:pt x="30" y="77"/>
                    <a:pt x="30" y="76"/>
                  </a:cubicBezTo>
                  <a:cubicBezTo>
                    <a:pt x="32" y="76"/>
                    <a:pt x="34" y="76"/>
                    <a:pt x="35" y="75"/>
                  </a:cubicBezTo>
                  <a:cubicBezTo>
                    <a:pt x="37" y="74"/>
                    <a:pt x="39" y="73"/>
                    <a:pt x="41" y="72"/>
                  </a:cubicBezTo>
                  <a:cubicBezTo>
                    <a:pt x="41" y="71"/>
                    <a:pt x="41" y="71"/>
                    <a:pt x="41" y="71"/>
                  </a:cubicBezTo>
                  <a:cubicBezTo>
                    <a:pt x="40" y="71"/>
                    <a:pt x="40" y="71"/>
                    <a:pt x="40" y="71"/>
                  </a:cubicBezTo>
                  <a:cubicBezTo>
                    <a:pt x="39" y="71"/>
                    <a:pt x="39" y="71"/>
                    <a:pt x="39" y="71"/>
                  </a:cubicBezTo>
                  <a:cubicBezTo>
                    <a:pt x="38" y="71"/>
                    <a:pt x="37" y="72"/>
                    <a:pt x="35" y="73"/>
                  </a:cubicBezTo>
                  <a:cubicBezTo>
                    <a:pt x="33" y="73"/>
                    <a:pt x="31" y="74"/>
                    <a:pt x="29" y="75"/>
                  </a:cubicBezTo>
                  <a:cubicBezTo>
                    <a:pt x="29" y="75"/>
                    <a:pt x="29" y="75"/>
                    <a:pt x="29" y="75"/>
                  </a:cubicBezTo>
                  <a:cubicBezTo>
                    <a:pt x="29" y="75"/>
                    <a:pt x="29" y="75"/>
                    <a:pt x="29" y="75"/>
                  </a:cubicBezTo>
                  <a:cubicBezTo>
                    <a:pt x="29" y="75"/>
                    <a:pt x="29" y="75"/>
                    <a:pt x="29" y="75"/>
                  </a:cubicBezTo>
                  <a:cubicBezTo>
                    <a:pt x="28" y="76"/>
                    <a:pt x="28" y="76"/>
                    <a:pt x="29" y="76"/>
                  </a:cubicBezTo>
                  <a:cubicBezTo>
                    <a:pt x="29" y="76"/>
                    <a:pt x="29" y="76"/>
                    <a:pt x="29" y="76"/>
                  </a:cubicBezTo>
                  <a:cubicBezTo>
                    <a:pt x="28" y="76"/>
                    <a:pt x="27" y="77"/>
                    <a:pt x="27" y="76"/>
                  </a:cubicBezTo>
                  <a:cubicBezTo>
                    <a:pt x="26" y="76"/>
                    <a:pt x="26" y="76"/>
                    <a:pt x="26" y="75"/>
                  </a:cubicBezTo>
                  <a:cubicBezTo>
                    <a:pt x="25" y="75"/>
                    <a:pt x="25" y="75"/>
                    <a:pt x="25" y="75"/>
                  </a:cubicBezTo>
                  <a:cubicBezTo>
                    <a:pt x="25" y="74"/>
                    <a:pt x="26" y="74"/>
                    <a:pt x="26" y="74"/>
                  </a:cubicBezTo>
                  <a:cubicBezTo>
                    <a:pt x="25" y="71"/>
                    <a:pt x="24" y="69"/>
                    <a:pt x="23" y="66"/>
                  </a:cubicBezTo>
                  <a:cubicBezTo>
                    <a:pt x="22" y="63"/>
                    <a:pt x="21" y="61"/>
                    <a:pt x="20" y="58"/>
                  </a:cubicBezTo>
                  <a:cubicBezTo>
                    <a:pt x="19" y="53"/>
                    <a:pt x="17" y="47"/>
                    <a:pt x="15" y="42"/>
                  </a:cubicBezTo>
                  <a:cubicBezTo>
                    <a:pt x="14" y="41"/>
                    <a:pt x="14" y="40"/>
                    <a:pt x="14" y="40"/>
                  </a:cubicBezTo>
                  <a:cubicBezTo>
                    <a:pt x="13" y="37"/>
                    <a:pt x="12" y="34"/>
                    <a:pt x="11" y="31"/>
                  </a:cubicBezTo>
                  <a:cubicBezTo>
                    <a:pt x="10" y="29"/>
                    <a:pt x="9" y="26"/>
                    <a:pt x="8" y="23"/>
                  </a:cubicBezTo>
                  <a:cubicBezTo>
                    <a:pt x="6" y="21"/>
                    <a:pt x="5" y="18"/>
                    <a:pt x="4" y="16"/>
                  </a:cubicBezTo>
                  <a:cubicBezTo>
                    <a:pt x="4" y="14"/>
                    <a:pt x="3" y="13"/>
                    <a:pt x="2" y="12"/>
                  </a:cubicBezTo>
                  <a:cubicBezTo>
                    <a:pt x="2" y="11"/>
                    <a:pt x="1" y="10"/>
                    <a:pt x="1" y="10"/>
                  </a:cubicBezTo>
                  <a:cubicBezTo>
                    <a:pt x="1" y="9"/>
                    <a:pt x="1" y="9"/>
                    <a:pt x="1" y="9"/>
                  </a:cubicBezTo>
                  <a:cubicBezTo>
                    <a:pt x="2" y="8"/>
                    <a:pt x="4" y="8"/>
                    <a:pt x="5" y="7"/>
                  </a:cubicBezTo>
                  <a:cubicBezTo>
                    <a:pt x="6" y="7"/>
                    <a:pt x="7" y="6"/>
                    <a:pt x="9" y="6"/>
                  </a:cubicBezTo>
                  <a:cubicBezTo>
                    <a:pt x="10" y="5"/>
                    <a:pt x="11" y="5"/>
                    <a:pt x="12" y="4"/>
                  </a:cubicBezTo>
                  <a:cubicBezTo>
                    <a:pt x="13" y="4"/>
                    <a:pt x="14" y="3"/>
                    <a:pt x="15" y="3"/>
                  </a:cubicBezTo>
                  <a:cubicBezTo>
                    <a:pt x="15" y="3"/>
                    <a:pt x="16" y="3"/>
                    <a:pt x="17" y="3"/>
                  </a:cubicBezTo>
                  <a:cubicBezTo>
                    <a:pt x="17" y="3"/>
                    <a:pt x="18" y="4"/>
                    <a:pt x="18" y="4"/>
                  </a:cubicBezTo>
                  <a:cubicBezTo>
                    <a:pt x="18" y="5"/>
                    <a:pt x="18" y="6"/>
                    <a:pt x="19" y="6"/>
                  </a:cubicBezTo>
                  <a:cubicBezTo>
                    <a:pt x="19" y="7"/>
                    <a:pt x="19" y="7"/>
                    <a:pt x="20" y="8"/>
                  </a:cubicBezTo>
                  <a:cubicBezTo>
                    <a:pt x="24" y="18"/>
                    <a:pt x="27" y="28"/>
                    <a:pt x="31" y="38"/>
                  </a:cubicBezTo>
                  <a:cubicBezTo>
                    <a:pt x="32" y="42"/>
                    <a:pt x="33" y="45"/>
                    <a:pt x="34" y="48"/>
                  </a:cubicBezTo>
                  <a:cubicBezTo>
                    <a:pt x="35" y="51"/>
                    <a:pt x="36" y="54"/>
                    <a:pt x="37" y="56"/>
                  </a:cubicBezTo>
                  <a:cubicBezTo>
                    <a:pt x="38" y="58"/>
                    <a:pt x="38" y="59"/>
                    <a:pt x="39" y="60"/>
                  </a:cubicBezTo>
                  <a:cubicBezTo>
                    <a:pt x="39" y="62"/>
                    <a:pt x="40" y="63"/>
                    <a:pt x="40" y="64"/>
                  </a:cubicBezTo>
                  <a:cubicBezTo>
                    <a:pt x="40" y="65"/>
                    <a:pt x="41" y="65"/>
                    <a:pt x="41" y="66"/>
                  </a:cubicBezTo>
                  <a:cubicBezTo>
                    <a:pt x="41" y="67"/>
                    <a:pt x="41" y="68"/>
                    <a:pt x="42" y="69"/>
                  </a:cubicBezTo>
                  <a:cubicBezTo>
                    <a:pt x="42" y="70"/>
                    <a:pt x="43" y="69"/>
                    <a:pt x="43" y="69"/>
                  </a:cubicBezTo>
                  <a:cubicBezTo>
                    <a:pt x="42" y="68"/>
                    <a:pt x="42" y="67"/>
                    <a:pt x="42" y="66"/>
                  </a:cubicBezTo>
                  <a:cubicBezTo>
                    <a:pt x="39" y="56"/>
                    <a:pt x="35" y="47"/>
                    <a:pt x="32" y="38"/>
                  </a:cubicBezTo>
                  <a:cubicBezTo>
                    <a:pt x="32" y="37"/>
                    <a:pt x="32" y="37"/>
                    <a:pt x="31" y="36"/>
                  </a:cubicBezTo>
                  <a:cubicBezTo>
                    <a:pt x="30" y="31"/>
                    <a:pt x="28" y="25"/>
                    <a:pt x="26" y="20"/>
                  </a:cubicBezTo>
                  <a:cubicBezTo>
                    <a:pt x="26" y="17"/>
                    <a:pt x="25" y="14"/>
                    <a:pt x="23" y="12"/>
                  </a:cubicBezTo>
                  <a:close/>
                  <a:moveTo>
                    <a:pt x="34" y="74"/>
                  </a:moveTo>
                  <a:cubicBezTo>
                    <a:pt x="35" y="74"/>
                    <a:pt x="36" y="73"/>
                    <a:pt x="37" y="73"/>
                  </a:cubicBezTo>
                  <a:cubicBezTo>
                    <a:pt x="37" y="73"/>
                    <a:pt x="37" y="73"/>
                    <a:pt x="37" y="73"/>
                  </a:cubicBezTo>
                  <a:cubicBezTo>
                    <a:pt x="36" y="73"/>
                    <a:pt x="36" y="74"/>
                    <a:pt x="35" y="74"/>
                  </a:cubicBezTo>
                  <a:cubicBezTo>
                    <a:pt x="35" y="74"/>
                    <a:pt x="35" y="74"/>
                    <a:pt x="34" y="74"/>
                  </a:cubicBezTo>
                  <a:close/>
                  <a:moveTo>
                    <a:pt x="1" y="11"/>
                  </a:moveTo>
                  <a:cubicBezTo>
                    <a:pt x="1" y="11"/>
                    <a:pt x="1" y="11"/>
                    <a:pt x="1" y="11"/>
                  </a:cubicBezTo>
                  <a:cubicBezTo>
                    <a:pt x="1" y="11"/>
                    <a:pt x="1" y="11"/>
                    <a:pt x="1" y="11"/>
                  </a:cubicBezTo>
                  <a:cubicBezTo>
                    <a:pt x="1" y="11"/>
                    <a:pt x="1" y="11"/>
                    <a:pt x="1" y="11"/>
                  </a:cubicBezTo>
                  <a:cubicBezTo>
                    <a:pt x="1" y="11"/>
                    <a:pt x="1" y="11"/>
                    <a:pt x="1" y="11"/>
                  </a:cubicBezTo>
                  <a:close/>
                  <a:moveTo>
                    <a:pt x="10" y="31"/>
                  </a:moveTo>
                  <a:cubicBezTo>
                    <a:pt x="10" y="32"/>
                    <a:pt x="11" y="33"/>
                    <a:pt x="11" y="33"/>
                  </a:cubicBezTo>
                  <a:cubicBezTo>
                    <a:pt x="9" y="30"/>
                    <a:pt x="8" y="26"/>
                    <a:pt x="6" y="23"/>
                  </a:cubicBezTo>
                  <a:cubicBezTo>
                    <a:pt x="6" y="23"/>
                    <a:pt x="6" y="23"/>
                    <a:pt x="7" y="23"/>
                  </a:cubicBezTo>
                  <a:cubicBezTo>
                    <a:pt x="8" y="26"/>
                    <a:pt x="9" y="28"/>
                    <a:pt x="10" y="31"/>
                  </a:cubicBezTo>
                  <a:close/>
                  <a:moveTo>
                    <a:pt x="28" y="26"/>
                  </a:moveTo>
                  <a:cubicBezTo>
                    <a:pt x="27" y="24"/>
                    <a:pt x="26" y="22"/>
                    <a:pt x="25" y="20"/>
                  </a:cubicBezTo>
                  <a:cubicBezTo>
                    <a:pt x="24" y="17"/>
                    <a:pt x="23" y="14"/>
                    <a:pt x="22" y="12"/>
                  </a:cubicBezTo>
                  <a:cubicBezTo>
                    <a:pt x="21" y="10"/>
                    <a:pt x="21" y="9"/>
                    <a:pt x="20" y="8"/>
                  </a:cubicBezTo>
                  <a:cubicBezTo>
                    <a:pt x="20" y="6"/>
                    <a:pt x="19" y="5"/>
                    <a:pt x="19" y="4"/>
                  </a:cubicBezTo>
                  <a:cubicBezTo>
                    <a:pt x="18" y="3"/>
                    <a:pt x="17" y="2"/>
                    <a:pt x="15" y="2"/>
                  </a:cubicBezTo>
                  <a:cubicBezTo>
                    <a:pt x="15" y="2"/>
                    <a:pt x="15" y="2"/>
                    <a:pt x="15" y="2"/>
                  </a:cubicBezTo>
                  <a:cubicBezTo>
                    <a:pt x="15" y="2"/>
                    <a:pt x="16" y="2"/>
                    <a:pt x="16" y="2"/>
                  </a:cubicBezTo>
                  <a:cubicBezTo>
                    <a:pt x="16" y="1"/>
                    <a:pt x="17" y="1"/>
                    <a:pt x="18" y="1"/>
                  </a:cubicBezTo>
                  <a:cubicBezTo>
                    <a:pt x="18" y="1"/>
                    <a:pt x="18" y="2"/>
                    <a:pt x="19" y="3"/>
                  </a:cubicBezTo>
                  <a:cubicBezTo>
                    <a:pt x="19" y="3"/>
                    <a:pt x="19" y="4"/>
                    <a:pt x="19" y="5"/>
                  </a:cubicBezTo>
                  <a:cubicBezTo>
                    <a:pt x="20" y="6"/>
                    <a:pt x="20" y="6"/>
                    <a:pt x="20" y="7"/>
                  </a:cubicBezTo>
                  <a:cubicBezTo>
                    <a:pt x="22" y="10"/>
                    <a:pt x="23" y="12"/>
                    <a:pt x="24" y="15"/>
                  </a:cubicBezTo>
                  <a:cubicBezTo>
                    <a:pt x="25" y="19"/>
                    <a:pt x="27" y="22"/>
                    <a:pt x="28" y="26"/>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6" name="Freeform 13"/>
            <p:cNvSpPr>
              <a:spLocks noEditPoints="1"/>
            </p:cNvSpPr>
            <p:nvPr/>
          </p:nvSpPr>
          <p:spPr bwMode="auto">
            <a:xfrm rot="1164309">
              <a:off x="1796873" y="2283107"/>
              <a:ext cx="230188" cy="114300"/>
            </a:xfrm>
            <a:custGeom>
              <a:avLst/>
              <a:gdLst>
                <a:gd name="T0" fmla="*/ 13 w 14"/>
                <a:gd name="T1" fmla="*/ 0 h 7"/>
                <a:gd name="T2" fmla="*/ 9 w 14"/>
                <a:gd name="T3" fmla="*/ 1 h 7"/>
                <a:gd name="T4" fmla="*/ 8 w 14"/>
                <a:gd name="T5" fmla="*/ 2 h 7"/>
                <a:gd name="T6" fmla="*/ 4 w 14"/>
                <a:gd name="T7" fmla="*/ 3 h 7"/>
                <a:gd name="T8" fmla="*/ 4 w 14"/>
                <a:gd name="T9" fmla="*/ 3 h 7"/>
                <a:gd name="T10" fmla="*/ 0 w 14"/>
                <a:gd name="T11" fmla="*/ 5 h 7"/>
                <a:gd name="T12" fmla="*/ 1 w 14"/>
                <a:gd name="T13" fmla="*/ 6 h 7"/>
                <a:gd name="T14" fmla="*/ 1 w 14"/>
                <a:gd name="T15" fmla="*/ 6 h 7"/>
                <a:gd name="T16" fmla="*/ 1 w 14"/>
                <a:gd name="T17" fmla="*/ 7 h 7"/>
                <a:gd name="T18" fmla="*/ 6 w 14"/>
                <a:gd name="T19" fmla="*/ 5 h 7"/>
                <a:gd name="T20" fmla="*/ 10 w 14"/>
                <a:gd name="T21" fmla="*/ 3 h 7"/>
                <a:gd name="T22" fmla="*/ 10 w 14"/>
                <a:gd name="T23" fmla="*/ 2 h 7"/>
                <a:gd name="T24" fmla="*/ 13 w 14"/>
                <a:gd name="T25" fmla="*/ 2 h 7"/>
                <a:gd name="T26" fmla="*/ 13 w 14"/>
                <a:gd name="T27" fmla="*/ 1 h 7"/>
                <a:gd name="T28" fmla="*/ 14 w 14"/>
                <a:gd name="T29" fmla="*/ 1 h 7"/>
                <a:gd name="T30" fmla="*/ 13 w 14"/>
                <a:gd name="T31" fmla="*/ 0 h 7"/>
                <a:gd name="T32" fmla="*/ 4 w 14"/>
                <a:gd name="T33" fmla="*/ 4 h 7"/>
                <a:gd name="T34" fmla="*/ 5 w 14"/>
                <a:gd name="T35" fmla="*/ 4 h 7"/>
                <a:gd name="T36" fmla="*/ 3 w 14"/>
                <a:gd name="T37" fmla="*/ 5 h 7"/>
                <a:gd name="T38" fmla="*/ 3 w 14"/>
                <a:gd name="T39" fmla="*/ 5 h 7"/>
                <a:gd name="T40" fmla="*/ 4 w 14"/>
                <a:gd name="T41" fmla="*/ 4 h 7"/>
                <a:gd name="T42" fmla="*/ 4 w 14"/>
                <a:gd name="T43" fmla="*/ 4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 h="7">
                  <a:moveTo>
                    <a:pt x="13" y="0"/>
                  </a:moveTo>
                  <a:cubicBezTo>
                    <a:pt x="12" y="0"/>
                    <a:pt x="11" y="1"/>
                    <a:pt x="9" y="1"/>
                  </a:cubicBezTo>
                  <a:cubicBezTo>
                    <a:pt x="9" y="1"/>
                    <a:pt x="8" y="2"/>
                    <a:pt x="8" y="2"/>
                  </a:cubicBezTo>
                  <a:cubicBezTo>
                    <a:pt x="7" y="2"/>
                    <a:pt x="5" y="2"/>
                    <a:pt x="4" y="3"/>
                  </a:cubicBezTo>
                  <a:cubicBezTo>
                    <a:pt x="4" y="3"/>
                    <a:pt x="4" y="3"/>
                    <a:pt x="4" y="3"/>
                  </a:cubicBezTo>
                  <a:cubicBezTo>
                    <a:pt x="2" y="4"/>
                    <a:pt x="1" y="4"/>
                    <a:pt x="0" y="5"/>
                  </a:cubicBezTo>
                  <a:cubicBezTo>
                    <a:pt x="0" y="6"/>
                    <a:pt x="0" y="6"/>
                    <a:pt x="1" y="6"/>
                  </a:cubicBezTo>
                  <a:cubicBezTo>
                    <a:pt x="1" y="6"/>
                    <a:pt x="1" y="6"/>
                    <a:pt x="1" y="6"/>
                  </a:cubicBezTo>
                  <a:cubicBezTo>
                    <a:pt x="0" y="6"/>
                    <a:pt x="1" y="7"/>
                    <a:pt x="1" y="7"/>
                  </a:cubicBezTo>
                  <a:cubicBezTo>
                    <a:pt x="3" y="6"/>
                    <a:pt x="4" y="6"/>
                    <a:pt x="6" y="5"/>
                  </a:cubicBezTo>
                  <a:cubicBezTo>
                    <a:pt x="7" y="5"/>
                    <a:pt x="9" y="4"/>
                    <a:pt x="10" y="3"/>
                  </a:cubicBezTo>
                  <a:cubicBezTo>
                    <a:pt x="10" y="3"/>
                    <a:pt x="10" y="2"/>
                    <a:pt x="10" y="2"/>
                  </a:cubicBezTo>
                  <a:cubicBezTo>
                    <a:pt x="11" y="2"/>
                    <a:pt x="12" y="2"/>
                    <a:pt x="13" y="2"/>
                  </a:cubicBezTo>
                  <a:cubicBezTo>
                    <a:pt x="13" y="2"/>
                    <a:pt x="13" y="1"/>
                    <a:pt x="13" y="1"/>
                  </a:cubicBezTo>
                  <a:cubicBezTo>
                    <a:pt x="13" y="1"/>
                    <a:pt x="13" y="1"/>
                    <a:pt x="14" y="1"/>
                  </a:cubicBezTo>
                  <a:cubicBezTo>
                    <a:pt x="14" y="1"/>
                    <a:pt x="14" y="0"/>
                    <a:pt x="13" y="0"/>
                  </a:cubicBezTo>
                  <a:close/>
                  <a:moveTo>
                    <a:pt x="4" y="4"/>
                  </a:moveTo>
                  <a:cubicBezTo>
                    <a:pt x="4" y="4"/>
                    <a:pt x="4" y="4"/>
                    <a:pt x="5" y="4"/>
                  </a:cubicBezTo>
                  <a:cubicBezTo>
                    <a:pt x="4" y="5"/>
                    <a:pt x="3" y="5"/>
                    <a:pt x="3" y="5"/>
                  </a:cubicBezTo>
                  <a:cubicBezTo>
                    <a:pt x="3" y="5"/>
                    <a:pt x="3" y="5"/>
                    <a:pt x="3" y="5"/>
                  </a:cubicBezTo>
                  <a:cubicBezTo>
                    <a:pt x="3" y="5"/>
                    <a:pt x="3" y="5"/>
                    <a:pt x="4" y="4"/>
                  </a:cubicBezTo>
                  <a:cubicBezTo>
                    <a:pt x="4" y="4"/>
                    <a:pt x="4" y="4"/>
                    <a:pt x="4" y="4"/>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7" name="Freeform 14"/>
            <p:cNvSpPr/>
            <p:nvPr/>
          </p:nvSpPr>
          <p:spPr bwMode="auto">
            <a:xfrm rot="1164309">
              <a:off x="1196922" y="2309471"/>
              <a:ext cx="196850" cy="98425"/>
            </a:xfrm>
            <a:custGeom>
              <a:avLst/>
              <a:gdLst>
                <a:gd name="T0" fmla="*/ 12 w 12"/>
                <a:gd name="T1" fmla="*/ 0 h 6"/>
                <a:gd name="T2" fmla="*/ 6 w 12"/>
                <a:gd name="T3" fmla="*/ 2 h 6"/>
                <a:gd name="T4" fmla="*/ 4 w 12"/>
                <a:gd name="T5" fmla="*/ 3 h 6"/>
                <a:gd name="T6" fmla="*/ 4 w 12"/>
                <a:gd name="T7" fmla="*/ 3 h 6"/>
                <a:gd name="T8" fmla="*/ 0 w 12"/>
                <a:gd name="T9" fmla="*/ 4 h 6"/>
                <a:gd name="T10" fmla="*/ 0 w 12"/>
                <a:gd name="T11" fmla="*/ 5 h 6"/>
                <a:gd name="T12" fmla="*/ 0 w 12"/>
                <a:gd name="T13" fmla="*/ 5 h 6"/>
                <a:gd name="T14" fmla="*/ 0 w 12"/>
                <a:gd name="T15" fmla="*/ 5 h 6"/>
                <a:gd name="T16" fmla="*/ 1 w 12"/>
                <a:gd name="T17" fmla="*/ 6 h 6"/>
                <a:gd name="T18" fmla="*/ 3 w 12"/>
                <a:gd name="T19" fmla="*/ 5 h 6"/>
                <a:gd name="T20" fmla="*/ 4 w 12"/>
                <a:gd name="T21" fmla="*/ 4 h 6"/>
                <a:gd name="T22" fmla="*/ 3 w 12"/>
                <a:gd name="T23" fmla="*/ 5 h 6"/>
                <a:gd name="T24" fmla="*/ 3 w 12"/>
                <a:gd name="T25" fmla="*/ 6 h 6"/>
                <a:gd name="T26" fmla="*/ 10 w 12"/>
                <a:gd name="T27" fmla="*/ 3 h 6"/>
                <a:gd name="T28" fmla="*/ 10 w 12"/>
                <a:gd name="T29" fmla="*/ 2 h 6"/>
                <a:gd name="T30" fmla="*/ 12 w 12"/>
                <a:gd name="T31" fmla="*/ 1 h 6"/>
                <a:gd name="T32" fmla="*/ 12 w 12"/>
                <a:gd name="T33"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6">
                  <a:moveTo>
                    <a:pt x="12" y="0"/>
                  </a:moveTo>
                  <a:cubicBezTo>
                    <a:pt x="10" y="0"/>
                    <a:pt x="8" y="1"/>
                    <a:pt x="6" y="2"/>
                  </a:cubicBezTo>
                  <a:cubicBezTo>
                    <a:pt x="5" y="2"/>
                    <a:pt x="5" y="2"/>
                    <a:pt x="4" y="3"/>
                  </a:cubicBezTo>
                  <a:cubicBezTo>
                    <a:pt x="4" y="3"/>
                    <a:pt x="4" y="3"/>
                    <a:pt x="4" y="3"/>
                  </a:cubicBezTo>
                  <a:cubicBezTo>
                    <a:pt x="2" y="3"/>
                    <a:pt x="1" y="3"/>
                    <a:pt x="0" y="4"/>
                  </a:cubicBezTo>
                  <a:cubicBezTo>
                    <a:pt x="0" y="4"/>
                    <a:pt x="0" y="5"/>
                    <a:pt x="0" y="5"/>
                  </a:cubicBezTo>
                  <a:cubicBezTo>
                    <a:pt x="0" y="5"/>
                    <a:pt x="0" y="5"/>
                    <a:pt x="0" y="5"/>
                  </a:cubicBezTo>
                  <a:cubicBezTo>
                    <a:pt x="0" y="5"/>
                    <a:pt x="0" y="5"/>
                    <a:pt x="0" y="5"/>
                  </a:cubicBezTo>
                  <a:cubicBezTo>
                    <a:pt x="0" y="5"/>
                    <a:pt x="0" y="6"/>
                    <a:pt x="1" y="6"/>
                  </a:cubicBezTo>
                  <a:cubicBezTo>
                    <a:pt x="2" y="6"/>
                    <a:pt x="3" y="5"/>
                    <a:pt x="3" y="5"/>
                  </a:cubicBezTo>
                  <a:cubicBezTo>
                    <a:pt x="4" y="5"/>
                    <a:pt x="4" y="5"/>
                    <a:pt x="4" y="4"/>
                  </a:cubicBezTo>
                  <a:cubicBezTo>
                    <a:pt x="4" y="5"/>
                    <a:pt x="3" y="5"/>
                    <a:pt x="3" y="5"/>
                  </a:cubicBezTo>
                  <a:cubicBezTo>
                    <a:pt x="2" y="6"/>
                    <a:pt x="3" y="6"/>
                    <a:pt x="3" y="6"/>
                  </a:cubicBezTo>
                  <a:cubicBezTo>
                    <a:pt x="6" y="5"/>
                    <a:pt x="8" y="4"/>
                    <a:pt x="10" y="3"/>
                  </a:cubicBezTo>
                  <a:cubicBezTo>
                    <a:pt x="10" y="2"/>
                    <a:pt x="10" y="2"/>
                    <a:pt x="10" y="2"/>
                  </a:cubicBezTo>
                  <a:cubicBezTo>
                    <a:pt x="11" y="2"/>
                    <a:pt x="12" y="1"/>
                    <a:pt x="12" y="1"/>
                  </a:cubicBezTo>
                  <a:cubicBezTo>
                    <a:pt x="12" y="1"/>
                    <a:pt x="12" y="0"/>
                    <a:pt x="12" y="0"/>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4" name="任意多边形: 形状 63"/>
            <p:cNvSpPr/>
            <p:nvPr/>
          </p:nvSpPr>
          <p:spPr>
            <a:xfrm flipH="1" flipV="1">
              <a:off x="-303773" y="2409751"/>
              <a:ext cx="2902479" cy="45719"/>
            </a:xfrm>
            <a:custGeom>
              <a:avLst/>
              <a:gdLst>
                <a:gd name="connsiteX0" fmla="*/ 0 w 4076700"/>
                <a:gd name="connsiteY0" fmla="*/ 95250 h 133350"/>
                <a:gd name="connsiteX1" fmla="*/ 476250 w 4076700"/>
                <a:gd name="connsiteY1" fmla="*/ 76200 h 133350"/>
                <a:gd name="connsiteX2" fmla="*/ 552450 w 4076700"/>
                <a:gd name="connsiteY2" fmla="*/ 57150 h 133350"/>
                <a:gd name="connsiteX3" fmla="*/ 742950 w 4076700"/>
                <a:gd name="connsiteY3" fmla="*/ 38100 h 133350"/>
                <a:gd name="connsiteX4" fmla="*/ 876300 w 4076700"/>
                <a:gd name="connsiteY4" fmla="*/ 19050 h 133350"/>
                <a:gd name="connsiteX5" fmla="*/ 1066800 w 4076700"/>
                <a:gd name="connsiteY5" fmla="*/ 38100 h 133350"/>
                <a:gd name="connsiteX6" fmla="*/ 1143000 w 4076700"/>
                <a:gd name="connsiteY6" fmla="*/ 57150 h 133350"/>
                <a:gd name="connsiteX7" fmla="*/ 1276350 w 4076700"/>
                <a:gd name="connsiteY7" fmla="*/ 95250 h 133350"/>
                <a:gd name="connsiteX8" fmla="*/ 1485900 w 4076700"/>
                <a:gd name="connsiteY8" fmla="*/ 114300 h 133350"/>
                <a:gd name="connsiteX9" fmla="*/ 1600200 w 4076700"/>
                <a:gd name="connsiteY9" fmla="*/ 133350 h 133350"/>
                <a:gd name="connsiteX10" fmla="*/ 2628900 w 4076700"/>
                <a:gd name="connsiteY10" fmla="*/ 114300 h 133350"/>
                <a:gd name="connsiteX11" fmla="*/ 2781300 w 4076700"/>
                <a:gd name="connsiteY11" fmla="*/ 76200 h 133350"/>
                <a:gd name="connsiteX12" fmla="*/ 2990850 w 4076700"/>
                <a:gd name="connsiteY12" fmla="*/ 38100 h 133350"/>
                <a:gd name="connsiteX13" fmla="*/ 3219450 w 4076700"/>
                <a:gd name="connsiteY13" fmla="*/ 19050 h 133350"/>
                <a:gd name="connsiteX14" fmla="*/ 4076700 w 4076700"/>
                <a:gd name="connsiteY14" fmla="*/ 0 h 133350"/>
                <a:gd name="connsiteX0-1" fmla="*/ 0 w 4076700"/>
                <a:gd name="connsiteY0-2" fmla="*/ 95250 h 133372"/>
                <a:gd name="connsiteX1-3" fmla="*/ 476250 w 4076700"/>
                <a:gd name="connsiteY1-4" fmla="*/ 76200 h 133372"/>
                <a:gd name="connsiteX2-5" fmla="*/ 552450 w 4076700"/>
                <a:gd name="connsiteY2-6" fmla="*/ 57150 h 133372"/>
                <a:gd name="connsiteX3-7" fmla="*/ 742950 w 4076700"/>
                <a:gd name="connsiteY3-8" fmla="*/ 38100 h 133372"/>
                <a:gd name="connsiteX4-9" fmla="*/ 876300 w 4076700"/>
                <a:gd name="connsiteY4-10" fmla="*/ 19050 h 133372"/>
                <a:gd name="connsiteX5-11" fmla="*/ 1066800 w 4076700"/>
                <a:gd name="connsiteY5-12" fmla="*/ 38100 h 133372"/>
                <a:gd name="connsiteX6-13" fmla="*/ 1143000 w 4076700"/>
                <a:gd name="connsiteY6-14" fmla="*/ 57150 h 133372"/>
                <a:gd name="connsiteX7-15" fmla="*/ 1276350 w 4076700"/>
                <a:gd name="connsiteY7-16" fmla="*/ 95250 h 133372"/>
                <a:gd name="connsiteX8-17" fmla="*/ 1485900 w 4076700"/>
                <a:gd name="connsiteY8-18" fmla="*/ 114300 h 133372"/>
                <a:gd name="connsiteX9-19" fmla="*/ 1600200 w 4076700"/>
                <a:gd name="connsiteY9-20" fmla="*/ 133350 h 133372"/>
                <a:gd name="connsiteX10-21" fmla="*/ 2106930 w 4076700"/>
                <a:gd name="connsiteY10-22" fmla="*/ 118110 h 133372"/>
                <a:gd name="connsiteX11-23" fmla="*/ 2628900 w 4076700"/>
                <a:gd name="connsiteY11-24" fmla="*/ 114300 h 133372"/>
                <a:gd name="connsiteX12-25" fmla="*/ 2781300 w 4076700"/>
                <a:gd name="connsiteY12-26" fmla="*/ 76200 h 133372"/>
                <a:gd name="connsiteX13-27" fmla="*/ 2990850 w 4076700"/>
                <a:gd name="connsiteY13-28" fmla="*/ 38100 h 133372"/>
                <a:gd name="connsiteX14-29" fmla="*/ 3219450 w 4076700"/>
                <a:gd name="connsiteY14-30" fmla="*/ 19050 h 133372"/>
                <a:gd name="connsiteX15" fmla="*/ 4076700 w 4076700"/>
                <a:gd name="connsiteY15" fmla="*/ 0 h 133372"/>
                <a:gd name="connsiteX0-31" fmla="*/ 0 w 4076700"/>
                <a:gd name="connsiteY0-32" fmla="*/ 95250 h 133372"/>
                <a:gd name="connsiteX1-33" fmla="*/ 476250 w 4076700"/>
                <a:gd name="connsiteY1-34" fmla="*/ 76200 h 133372"/>
                <a:gd name="connsiteX2-35" fmla="*/ 552450 w 4076700"/>
                <a:gd name="connsiteY2-36" fmla="*/ 57150 h 133372"/>
                <a:gd name="connsiteX3-37" fmla="*/ 742950 w 4076700"/>
                <a:gd name="connsiteY3-38" fmla="*/ 38100 h 133372"/>
                <a:gd name="connsiteX4-39" fmla="*/ 876300 w 4076700"/>
                <a:gd name="connsiteY4-40" fmla="*/ 19050 h 133372"/>
                <a:gd name="connsiteX5-41" fmla="*/ 1066800 w 4076700"/>
                <a:gd name="connsiteY5-42" fmla="*/ 38100 h 133372"/>
                <a:gd name="connsiteX6-43" fmla="*/ 1143000 w 4076700"/>
                <a:gd name="connsiteY6-44" fmla="*/ 57150 h 133372"/>
                <a:gd name="connsiteX7-45" fmla="*/ 1276350 w 4076700"/>
                <a:gd name="connsiteY7-46" fmla="*/ 95250 h 133372"/>
                <a:gd name="connsiteX8-47" fmla="*/ 1485900 w 4076700"/>
                <a:gd name="connsiteY8-48" fmla="*/ 114300 h 133372"/>
                <a:gd name="connsiteX9-49" fmla="*/ 1600200 w 4076700"/>
                <a:gd name="connsiteY9-50" fmla="*/ 133350 h 133372"/>
                <a:gd name="connsiteX10-51" fmla="*/ 2106930 w 4076700"/>
                <a:gd name="connsiteY10-52" fmla="*/ 118110 h 133372"/>
                <a:gd name="connsiteX11-53" fmla="*/ 2628900 w 4076700"/>
                <a:gd name="connsiteY11-54" fmla="*/ 114300 h 133372"/>
                <a:gd name="connsiteX12-55" fmla="*/ 2781300 w 4076700"/>
                <a:gd name="connsiteY12-56" fmla="*/ 76200 h 133372"/>
                <a:gd name="connsiteX13-57" fmla="*/ 2990850 w 4076700"/>
                <a:gd name="connsiteY13-58" fmla="*/ 38100 h 133372"/>
                <a:gd name="connsiteX14-59" fmla="*/ 3219450 w 4076700"/>
                <a:gd name="connsiteY14-60" fmla="*/ 19050 h 133372"/>
                <a:gd name="connsiteX15-61" fmla="*/ 4076700 w 4076700"/>
                <a:gd name="connsiteY15-62" fmla="*/ 0 h 133372"/>
                <a:gd name="connsiteX0-63" fmla="*/ 0 w 4076700"/>
                <a:gd name="connsiteY0-64" fmla="*/ 95250 h 133372"/>
                <a:gd name="connsiteX1-65" fmla="*/ 476250 w 4076700"/>
                <a:gd name="connsiteY1-66" fmla="*/ 76200 h 133372"/>
                <a:gd name="connsiteX2-67" fmla="*/ 552450 w 4076700"/>
                <a:gd name="connsiteY2-68" fmla="*/ 57150 h 133372"/>
                <a:gd name="connsiteX3-69" fmla="*/ 742950 w 4076700"/>
                <a:gd name="connsiteY3-70" fmla="*/ 38100 h 133372"/>
                <a:gd name="connsiteX4-71" fmla="*/ 876300 w 4076700"/>
                <a:gd name="connsiteY4-72" fmla="*/ 19050 h 133372"/>
                <a:gd name="connsiteX5-73" fmla="*/ 1066800 w 4076700"/>
                <a:gd name="connsiteY5-74" fmla="*/ 38100 h 133372"/>
                <a:gd name="connsiteX6-75" fmla="*/ 1143000 w 4076700"/>
                <a:gd name="connsiteY6-76" fmla="*/ 57150 h 133372"/>
                <a:gd name="connsiteX7-77" fmla="*/ 1276350 w 4076700"/>
                <a:gd name="connsiteY7-78" fmla="*/ 95250 h 133372"/>
                <a:gd name="connsiteX8-79" fmla="*/ 1485900 w 4076700"/>
                <a:gd name="connsiteY8-80" fmla="*/ 114300 h 133372"/>
                <a:gd name="connsiteX9-81" fmla="*/ 1600200 w 4076700"/>
                <a:gd name="connsiteY9-82" fmla="*/ 133350 h 133372"/>
                <a:gd name="connsiteX10-83" fmla="*/ 2106930 w 4076700"/>
                <a:gd name="connsiteY10-84" fmla="*/ 118110 h 133372"/>
                <a:gd name="connsiteX11-85" fmla="*/ 2628900 w 4076700"/>
                <a:gd name="connsiteY11-86" fmla="*/ 114300 h 133372"/>
                <a:gd name="connsiteX12-87" fmla="*/ 2781300 w 4076700"/>
                <a:gd name="connsiteY12-88" fmla="*/ 76200 h 133372"/>
                <a:gd name="connsiteX13-89" fmla="*/ 2990850 w 4076700"/>
                <a:gd name="connsiteY13-90" fmla="*/ 38100 h 133372"/>
                <a:gd name="connsiteX14-91" fmla="*/ 3219450 w 4076700"/>
                <a:gd name="connsiteY14-92" fmla="*/ 19050 h 133372"/>
                <a:gd name="connsiteX15-93" fmla="*/ 4076700 w 4076700"/>
                <a:gd name="connsiteY15-94" fmla="*/ 0 h 133372"/>
                <a:gd name="connsiteX0-95" fmla="*/ 0 w 4076700"/>
                <a:gd name="connsiteY0-96" fmla="*/ 95250 h 133372"/>
                <a:gd name="connsiteX1-97" fmla="*/ 476250 w 4076700"/>
                <a:gd name="connsiteY1-98" fmla="*/ 76200 h 133372"/>
                <a:gd name="connsiteX2-99" fmla="*/ 552450 w 4076700"/>
                <a:gd name="connsiteY2-100" fmla="*/ 57150 h 133372"/>
                <a:gd name="connsiteX3-101" fmla="*/ 742950 w 4076700"/>
                <a:gd name="connsiteY3-102" fmla="*/ 38100 h 133372"/>
                <a:gd name="connsiteX4-103" fmla="*/ 876300 w 4076700"/>
                <a:gd name="connsiteY4-104" fmla="*/ 19050 h 133372"/>
                <a:gd name="connsiteX5-105" fmla="*/ 1066800 w 4076700"/>
                <a:gd name="connsiteY5-106" fmla="*/ 38100 h 133372"/>
                <a:gd name="connsiteX6-107" fmla="*/ 1143000 w 4076700"/>
                <a:gd name="connsiteY6-108" fmla="*/ 57150 h 133372"/>
                <a:gd name="connsiteX7-109" fmla="*/ 1276350 w 4076700"/>
                <a:gd name="connsiteY7-110" fmla="*/ 95250 h 133372"/>
                <a:gd name="connsiteX8-111" fmla="*/ 1485900 w 4076700"/>
                <a:gd name="connsiteY8-112" fmla="*/ 114300 h 133372"/>
                <a:gd name="connsiteX9-113" fmla="*/ 1600200 w 4076700"/>
                <a:gd name="connsiteY9-114" fmla="*/ 133350 h 133372"/>
                <a:gd name="connsiteX10-115" fmla="*/ 2106930 w 4076700"/>
                <a:gd name="connsiteY10-116" fmla="*/ 118110 h 133372"/>
                <a:gd name="connsiteX11-117" fmla="*/ 2628900 w 4076700"/>
                <a:gd name="connsiteY11-118" fmla="*/ 114300 h 133372"/>
                <a:gd name="connsiteX12-119" fmla="*/ 2781300 w 4076700"/>
                <a:gd name="connsiteY12-120" fmla="*/ 76200 h 133372"/>
                <a:gd name="connsiteX13-121" fmla="*/ 2990850 w 4076700"/>
                <a:gd name="connsiteY13-122" fmla="*/ 38100 h 133372"/>
                <a:gd name="connsiteX14-123" fmla="*/ 3219450 w 4076700"/>
                <a:gd name="connsiteY14-124" fmla="*/ 19050 h 133372"/>
                <a:gd name="connsiteX15-125" fmla="*/ 4076700 w 4076700"/>
                <a:gd name="connsiteY15-126" fmla="*/ 0 h 133372"/>
                <a:gd name="connsiteX0-127" fmla="*/ 0 w 4076700"/>
                <a:gd name="connsiteY0-128" fmla="*/ 95250 h 133372"/>
                <a:gd name="connsiteX1-129" fmla="*/ 476250 w 4076700"/>
                <a:gd name="connsiteY1-130" fmla="*/ 76200 h 133372"/>
                <a:gd name="connsiteX2-131" fmla="*/ 552450 w 4076700"/>
                <a:gd name="connsiteY2-132" fmla="*/ 57150 h 133372"/>
                <a:gd name="connsiteX3-133" fmla="*/ 742950 w 4076700"/>
                <a:gd name="connsiteY3-134" fmla="*/ 38100 h 133372"/>
                <a:gd name="connsiteX4-135" fmla="*/ 876300 w 4076700"/>
                <a:gd name="connsiteY4-136" fmla="*/ 19050 h 133372"/>
                <a:gd name="connsiteX5-137" fmla="*/ 1066800 w 4076700"/>
                <a:gd name="connsiteY5-138" fmla="*/ 38100 h 133372"/>
                <a:gd name="connsiteX6-139" fmla="*/ 1143000 w 4076700"/>
                <a:gd name="connsiteY6-140" fmla="*/ 57150 h 133372"/>
                <a:gd name="connsiteX7-141" fmla="*/ 1276350 w 4076700"/>
                <a:gd name="connsiteY7-142" fmla="*/ 95250 h 133372"/>
                <a:gd name="connsiteX8-143" fmla="*/ 1485900 w 4076700"/>
                <a:gd name="connsiteY8-144" fmla="*/ 114300 h 133372"/>
                <a:gd name="connsiteX9-145" fmla="*/ 1600200 w 4076700"/>
                <a:gd name="connsiteY9-146" fmla="*/ 133350 h 133372"/>
                <a:gd name="connsiteX10-147" fmla="*/ 2106930 w 4076700"/>
                <a:gd name="connsiteY10-148" fmla="*/ 118110 h 133372"/>
                <a:gd name="connsiteX11-149" fmla="*/ 2327910 w 4076700"/>
                <a:gd name="connsiteY11-150" fmla="*/ 118110 h 133372"/>
                <a:gd name="connsiteX12-151" fmla="*/ 2628900 w 4076700"/>
                <a:gd name="connsiteY12-152" fmla="*/ 114300 h 133372"/>
                <a:gd name="connsiteX13-153" fmla="*/ 2781300 w 4076700"/>
                <a:gd name="connsiteY13-154" fmla="*/ 76200 h 133372"/>
                <a:gd name="connsiteX14-155" fmla="*/ 2990850 w 4076700"/>
                <a:gd name="connsiteY14-156" fmla="*/ 38100 h 133372"/>
                <a:gd name="connsiteX15-157" fmla="*/ 3219450 w 4076700"/>
                <a:gd name="connsiteY15-158" fmla="*/ 19050 h 133372"/>
                <a:gd name="connsiteX16" fmla="*/ 4076700 w 4076700"/>
                <a:gd name="connsiteY16" fmla="*/ 0 h 133372"/>
                <a:gd name="connsiteX0-159" fmla="*/ 0 w 4076700"/>
                <a:gd name="connsiteY0-160" fmla="*/ 95250 h 135499"/>
                <a:gd name="connsiteX1-161" fmla="*/ 476250 w 4076700"/>
                <a:gd name="connsiteY1-162" fmla="*/ 76200 h 135499"/>
                <a:gd name="connsiteX2-163" fmla="*/ 552450 w 4076700"/>
                <a:gd name="connsiteY2-164" fmla="*/ 57150 h 135499"/>
                <a:gd name="connsiteX3-165" fmla="*/ 742950 w 4076700"/>
                <a:gd name="connsiteY3-166" fmla="*/ 38100 h 135499"/>
                <a:gd name="connsiteX4-167" fmla="*/ 876300 w 4076700"/>
                <a:gd name="connsiteY4-168" fmla="*/ 19050 h 135499"/>
                <a:gd name="connsiteX5-169" fmla="*/ 1066800 w 4076700"/>
                <a:gd name="connsiteY5-170" fmla="*/ 38100 h 135499"/>
                <a:gd name="connsiteX6-171" fmla="*/ 1143000 w 4076700"/>
                <a:gd name="connsiteY6-172" fmla="*/ 57150 h 135499"/>
                <a:gd name="connsiteX7-173" fmla="*/ 1276350 w 4076700"/>
                <a:gd name="connsiteY7-174" fmla="*/ 95250 h 135499"/>
                <a:gd name="connsiteX8-175" fmla="*/ 1485900 w 4076700"/>
                <a:gd name="connsiteY8-176" fmla="*/ 114300 h 135499"/>
                <a:gd name="connsiteX9-177" fmla="*/ 1600200 w 4076700"/>
                <a:gd name="connsiteY9-178" fmla="*/ 133350 h 135499"/>
                <a:gd name="connsiteX10-179" fmla="*/ 1863090 w 4076700"/>
                <a:gd name="connsiteY10-180" fmla="*/ 133350 h 135499"/>
                <a:gd name="connsiteX11-181" fmla="*/ 2106930 w 4076700"/>
                <a:gd name="connsiteY11-182" fmla="*/ 118110 h 135499"/>
                <a:gd name="connsiteX12-183" fmla="*/ 2327910 w 4076700"/>
                <a:gd name="connsiteY12-184" fmla="*/ 118110 h 135499"/>
                <a:gd name="connsiteX13-185" fmla="*/ 2628900 w 4076700"/>
                <a:gd name="connsiteY13-186" fmla="*/ 114300 h 135499"/>
                <a:gd name="connsiteX14-187" fmla="*/ 2781300 w 4076700"/>
                <a:gd name="connsiteY14-188" fmla="*/ 76200 h 135499"/>
                <a:gd name="connsiteX15-189" fmla="*/ 2990850 w 4076700"/>
                <a:gd name="connsiteY15-190" fmla="*/ 38100 h 135499"/>
                <a:gd name="connsiteX16-191" fmla="*/ 3219450 w 4076700"/>
                <a:gd name="connsiteY16-192" fmla="*/ 19050 h 135499"/>
                <a:gd name="connsiteX17" fmla="*/ 4076700 w 4076700"/>
                <a:gd name="connsiteY17" fmla="*/ 0 h 135499"/>
                <a:gd name="connsiteX0-193" fmla="*/ 0 w 4076700"/>
                <a:gd name="connsiteY0-194" fmla="*/ 95250 h 135499"/>
                <a:gd name="connsiteX1-195" fmla="*/ 476250 w 4076700"/>
                <a:gd name="connsiteY1-196" fmla="*/ 76200 h 135499"/>
                <a:gd name="connsiteX2-197" fmla="*/ 552450 w 4076700"/>
                <a:gd name="connsiteY2-198" fmla="*/ 57150 h 135499"/>
                <a:gd name="connsiteX3-199" fmla="*/ 742950 w 4076700"/>
                <a:gd name="connsiteY3-200" fmla="*/ 38100 h 135499"/>
                <a:gd name="connsiteX4-201" fmla="*/ 876300 w 4076700"/>
                <a:gd name="connsiteY4-202" fmla="*/ 19050 h 135499"/>
                <a:gd name="connsiteX5-203" fmla="*/ 1066800 w 4076700"/>
                <a:gd name="connsiteY5-204" fmla="*/ 38100 h 135499"/>
                <a:gd name="connsiteX6-205" fmla="*/ 1143000 w 4076700"/>
                <a:gd name="connsiteY6-206" fmla="*/ 57150 h 135499"/>
                <a:gd name="connsiteX7-207" fmla="*/ 1276350 w 4076700"/>
                <a:gd name="connsiteY7-208" fmla="*/ 95250 h 135499"/>
                <a:gd name="connsiteX8-209" fmla="*/ 1485900 w 4076700"/>
                <a:gd name="connsiteY8-210" fmla="*/ 114300 h 135499"/>
                <a:gd name="connsiteX9-211" fmla="*/ 1600200 w 4076700"/>
                <a:gd name="connsiteY9-212" fmla="*/ 133350 h 135499"/>
                <a:gd name="connsiteX10-213" fmla="*/ 1863090 w 4076700"/>
                <a:gd name="connsiteY10-214" fmla="*/ 133350 h 135499"/>
                <a:gd name="connsiteX11-215" fmla="*/ 2106930 w 4076700"/>
                <a:gd name="connsiteY11-216" fmla="*/ 102870 h 135499"/>
                <a:gd name="connsiteX12-217" fmla="*/ 2327910 w 4076700"/>
                <a:gd name="connsiteY12-218" fmla="*/ 118110 h 135499"/>
                <a:gd name="connsiteX13-219" fmla="*/ 2628900 w 4076700"/>
                <a:gd name="connsiteY13-220" fmla="*/ 114300 h 135499"/>
                <a:gd name="connsiteX14-221" fmla="*/ 2781300 w 4076700"/>
                <a:gd name="connsiteY14-222" fmla="*/ 76200 h 135499"/>
                <a:gd name="connsiteX15-223" fmla="*/ 2990850 w 4076700"/>
                <a:gd name="connsiteY15-224" fmla="*/ 38100 h 135499"/>
                <a:gd name="connsiteX16-225" fmla="*/ 3219450 w 4076700"/>
                <a:gd name="connsiteY16-226" fmla="*/ 19050 h 135499"/>
                <a:gd name="connsiteX17-227" fmla="*/ 4076700 w 4076700"/>
                <a:gd name="connsiteY17-228" fmla="*/ 0 h 135499"/>
                <a:gd name="connsiteX0-229" fmla="*/ 0 w 4076700"/>
                <a:gd name="connsiteY0-230" fmla="*/ 95250 h 133644"/>
                <a:gd name="connsiteX1-231" fmla="*/ 476250 w 4076700"/>
                <a:gd name="connsiteY1-232" fmla="*/ 76200 h 133644"/>
                <a:gd name="connsiteX2-233" fmla="*/ 552450 w 4076700"/>
                <a:gd name="connsiteY2-234" fmla="*/ 57150 h 133644"/>
                <a:gd name="connsiteX3-235" fmla="*/ 742950 w 4076700"/>
                <a:gd name="connsiteY3-236" fmla="*/ 38100 h 133644"/>
                <a:gd name="connsiteX4-237" fmla="*/ 876300 w 4076700"/>
                <a:gd name="connsiteY4-238" fmla="*/ 19050 h 133644"/>
                <a:gd name="connsiteX5-239" fmla="*/ 1066800 w 4076700"/>
                <a:gd name="connsiteY5-240" fmla="*/ 38100 h 133644"/>
                <a:gd name="connsiteX6-241" fmla="*/ 1143000 w 4076700"/>
                <a:gd name="connsiteY6-242" fmla="*/ 57150 h 133644"/>
                <a:gd name="connsiteX7-243" fmla="*/ 1276350 w 4076700"/>
                <a:gd name="connsiteY7-244" fmla="*/ 95250 h 133644"/>
                <a:gd name="connsiteX8-245" fmla="*/ 1485900 w 4076700"/>
                <a:gd name="connsiteY8-246" fmla="*/ 114300 h 133644"/>
                <a:gd name="connsiteX9-247" fmla="*/ 1600200 w 4076700"/>
                <a:gd name="connsiteY9-248" fmla="*/ 133350 h 133644"/>
                <a:gd name="connsiteX10-249" fmla="*/ 1855470 w 4076700"/>
                <a:gd name="connsiteY10-250" fmla="*/ 110490 h 133644"/>
                <a:gd name="connsiteX11-251" fmla="*/ 2106930 w 4076700"/>
                <a:gd name="connsiteY11-252" fmla="*/ 102870 h 133644"/>
                <a:gd name="connsiteX12-253" fmla="*/ 2327910 w 4076700"/>
                <a:gd name="connsiteY12-254" fmla="*/ 118110 h 133644"/>
                <a:gd name="connsiteX13-255" fmla="*/ 2628900 w 4076700"/>
                <a:gd name="connsiteY13-256" fmla="*/ 114300 h 133644"/>
                <a:gd name="connsiteX14-257" fmla="*/ 2781300 w 4076700"/>
                <a:gd name="connsiteY14-258" fmla="*/ 76200 h 133644"/>
                <a:gd name="connsiteX15-259" fmla="*/ 2990850 w 4076700"/>
                <a:gd name="connsiteY15-260" fmla="*/ 38100 h 133644"/>
                <a:gd name="connsiteX16-261" fmla="*/ 3219450 w 4076700"/>
                <a:gd name="connsiteY16-262" fmla="*/ 19050 h 133644"/>
                <a:gd name="connsiteX17-263" fmla="*/ 4076700 w 4076700"/>
                <a:gd name="connsiteY17-264" fmla="*/ 0 h 133644"/>
                <a:gd name="connsiteX0-265" fmla="*/ 0 w 4076700"/>
                <a:gd name="connsiteY0-266" fmla="*/ 95250 h 133644"/>
                <a:gd name="connsiteX1-267" fmla="*/ 476250 w 4076700"/>
                <a:gd name="connsiteY1-268" fmla="*/ 76200 h 133644"/>
                <a:gd name="connsiteX2-269" fmla="*/ 552450 w 4076700"/>
                <a:gd name="connsiteY2-270" fmla="*/ 57150 h 133644"/>
                <a:gd name="connsiteX3-271" fmla="*/ 742950 w 4076700"/>
                <a:gd name="connsiteY3-272" fmla="*/ 38100 h 133644"/>
                <a:gd name="connsiteX4-273" fmla="*/ 876300 w 4076700"/>
                <a:gd name="connsiteY4-274" fmla="*/ 19050 h 133644"/>
                <a:gd name="connsiteX5-275" fmla="*/ 1066800 w 4076700"/>
                <a:gd name="connsiteY5-276" fmla="*/ 38100 h 133644"/>
                <a:gd name="connsiteX6-277" fmla="*/ 1143000 w 4076700"/>
                <a:gd name="connsiteY6-278" fmla="*/ 57150 h 133644"/>
                <a:gd name="connsiteX7-279" fmla="*/ 1276350 w 4076700"/>
                <a:gd name="connsiteY7-280" fmla="*/ 95250 h 133644"/>
                <a:gd name="connsiteX8-281" fmla="*/ 1485900 w 4076700"/>
                <a:gd name="connsiteY8-282" fmla="*/ 114300 h 133644"/>
                <a:gd name="connsiteX9-283" fmla="*/ 1600200 w 4076700"/>
                <a:gd name="connsiteY9-284" fmla="*/ 133350 h 133644"/>
                <a:gd name="connsiteX10-285" fmla="*/ 1855470 w 4076700"/>
                <a:gd name="connsiteY10-286" fmla="*/ 110490 h 133644"/>
                <a:gd name="connsiteX11-287" fmla="*/ 2106930 w 4076700"/>
                <a:gd name="connsiteY11-288" fmla="*/ 102870 h 133644"/>
                <a:gd name="connsiteX12-289" fmla="*/ 2327910 w 4076700"/>
                <a:gd name="connsiteY12-290" fmla="*/ 87630 h 133644"/>
                <a:gd name="connsiteX13-291" fmla="*/ 2628900 w 4076700"/>
                <a:gd name="connsiteY13-292" fmla="*/ 114300 h 133644"/>
                <a:gd name="connsiteX14-293" fmla="*/ 2781300 w 4076700"/>
                <a:gd name="connsiteY14-294" fmla="*/ 76200 h 133644"/>
                <a:gd name="connsiteX15-295" fmla="*/ 2990850 w 4076700"/>
                <a:gd name="connsiteY15-296" fmla="*/ 38100 h 133644"/>
                <a:gd name="connsiteX16-297" fmla="*/ 3219450 w 4076700"/>
                <a:gd name="connsiteY16-298" fmla="*/ 19050 h 133644"/>
                <a:gd name="connsiteX17-299" fmla="*/ 4076700 w 4076700"/>
                <a:gd name="connsiteY17-300" fmla="*/ 0 h 133644"/>
                <a:gd name="connsiteX0-301" fmla="*/ 0 w 4008120"/>
                <a:gd name="connsiteY0-302" fmla="*/ 179070 h 217464"/>
                <a:gd name="connsiteX1-303" fmla="*/ 476250 w 4008120"/>
                <a:gd name="connsiteY1-304" fmla="*/ 160020 h 217464"/>
                <a:gd name="connsiteX2-305" fmla="*/ 552450 w 4008120"/>
                <a:gd name="connsiteY2-306" fmla="*/ 140970 h 217464"/>
                <a:gd name="connsiteX3-307" fmla="*/ 742950 w 4008120"/>
                <a:gd name="connsiteY3-308" fmla="*/ 121920 h 217464"/>
                <a:gd name="connsiteX4-309" fmla="*/ 876300 w 4008120"/>
                <a:gd name="connsiteY4-310" fmla="*/ 102870 h 217464"/>
                <a:gd name="connsiteX5-311" fmla="*/ 1066800 w 4008120"/>
                <a:gd name="connsiteY5-312" fmla="*/ 121920 h 217464"/>
                <a:gd name="connsiteX6-313" fmla="*/ 1143000 w 4008120"/>
                <a:gd name="connsiteY6-314" fmla="*/ 140970 h 217464"/>
                <a:gd name="connsiteX7-315" fmla="*/ 1276350 w 4008120"/>
                <a:gd name="connsiteY7-316" fmla="*/ 179070 h 217464"/>
                <a:gd name="connsiteX8-317" fmla="*/ 1485900 w 4008120"/>
                <a:gd name="connsiteY8-318" fmla="*/ 198120 h 217464"/>
                <a:gd name="connsiteX9-319" fmla="*/ 1600200 w 4008120"/>
                <a:gd name="connsiteY9-320" fmla="*/ 217170 h 217464"/>
                <a:gd name="connsiteX10-321" fmla="*/ 1855470 w 4008120"/>
                <a:gd name="connsiteY10-322" fmla="*/ 194310 h 217464"/>
                <a:gd name="connsiteX11-323" fmla="*/ 2106930 w 4008120"/>
                <a:gd name="connsiteY11-324" fmla="*/ 186690 h 217464"/>
                <a:gd name="connsiteX12-325" fmla="*/ 2327910 w 4008120"/>
                <a:gd name="connsiteY12-326" fmla="*/ 171450 h 217464"/>
                <a:gd name="connsiteX13-327" fmla="*/ 2628900 w 4008120"/>
                <a:gd name="connsiteY13-328" fmla="*/ 198120 h 217464"/>
                <a:gd name="connsiteX14-329" fmla="*/ 2781300 w 4008120"/>
                <a:gd name="connsiteY14-330" fmla="*/ 160020 h 217464"/>
                <a:gd name="connsiteX15-331" fmla="*/ 2990850 w 4008120"/>
                <a:gd name="connsiteY15-332" fmla="*/ 121920 h 217464"/>
                <a:gd name="connsiteX16-333" fmla="*/ 3219450 w 4008120"/>
                <a:gd name="connsiteY16-334" fmla="*/ 102870 h 217464"/>
                <a:gd name="connsiteX17-335" fmla="*/ 4008120 w 4008120"/>
                <a:gd name="connsiteY17-336" fmla="*/ 0 h 217464"/>
                <a:gd name="connsiteX0-337" fmla="*/ 0 w 4008120"/>
                <a:gd name="connsiteY0-338" fmla="*/ 179070 h 217464"/>
                <a:gd name="connsiteX1-339" fmla="*/ 476250 w 4008120"/>
                <a:gd name="connsiteY1-340" fmla="*/ 160020 h 217464"/>
                <a:gd name="connsiteX2-341" fmla="*/ 552450 w 4008120"/>
                <a:gd name="connsiteY2-342" fmla="*/ 140970 h 217464"/>
                <a:gd name="connsiteX3-343" fmla="*/ 742950 w 4008120"/>
                <a:gd name="connsiteY3-344" fmla="*/ 121920 h 217464"/>
                <a:gd name="connsiteX4-345" fmla="*/ 876300 w 4008120"/>
                <a:gd name="connsiteY4-346" fmla="*/ 102870 h 217464"/>
                <a:gd name="connsiteX5-347" fmla="*/ 1066800 w 4008120"/>
                <a:gd name="connsiteY5-348" fmla="*/ 121920 h 217464"/>
                <a:gd name="connsiteX6-349" fmla="*/ 1143000 w 4008120"/>
                <a:gd name="connsiteY6-350" fmla="*/ 140970 h 217464"/>
                <a:gd name="connsiteX7-351" fmla="*/ 1276350 w 4008120"/>
                <a:gd name="connsiteY7-352" fmla="*/ 179070 h 217464"/>
                <a:gd name="connsiteX8-353" fmla="*/ 1485900 w 4008120"/>
                <a:gd name="connsiteY8-354" fmla="*/ 198120 h 217464"/>
                <a:gd name="connsiteX9-355" fmla="*/ 1600200 w 4008120"/>
                <a:gd name="connsiteY9-356" fmla="*/ 217170 h 217464"/>
                <a:gd name="connsiteX10-357" fmla="*/ 1855470 w 4008120"/>
                <a:gd name="connsiteY10-358" fmla="*/ 194310 h 217464"/>
                <a:gd name="connsiteX11-359" fmla="*/ 2106930 w 4008120"/>
                <a:gd name="connsiteY11-360" fmla="*/ 186690 h 217464"/>
                <a:gd name="connsiteX12-361" fmla="*/ 2327910 w 4008120"/>
                <a:gd name="connsiteY12-362" fmla="*/ 171450 h 217464"/>
                <a:gd name="connsiteX13-363" fmla="*/ 2628900 w 4008120"/>
                <a:gd name="connsiteY13-364" fmla="*/ 198120 h 217464"/>
                <a:gd name="connsiteX14-365" fmla="*/ 2781300 w 4008120"/>
                <a:gd name="connsiteY14-366" fmla="*/ 160020 h 217464"/>
                <a:gd name="connsiteX15-367" fmla="*/ 2990850 w 4008120"/>
                <a:gd name="connsiteY15-368" fmla="*/ 121920 h 217464"/>
                <a:gd name="connsiteX16-369" fmla="*/ 3219450 w 4008120"/>
                <a:gd name="connsiteY16-370" fmla="*/ 102870 h 217464"/>
                <a:gd name="connsiteX17-371" fmla="*/ 4008120 w 4008120"/>
                <a:gd name="connsiteY17-372" fmla="*/ 0 h 217464"/>
                <a:gd name="connsiteX0-373" fmla="*/ 0 w 4008120"/>
                <a:gd name="connsiteY0-374" fmla="*/ 179070 h 217464"/>
                <a:gd name="connsiteX1-375" fmla="*/ 476250 w 4008120"/>
                <a:gd name="connsiteY1-376" fmla="*/ 160020 h 217464"/>
                <a:gd name="connsiteX2-377" fmla="*/ 552450 w 4008120"/>
                <a:gd name="connsiteY2-378" fmla="*/ 140970 h 217464"/>
                <a:gd name="connsiteX3-379" fmla="*/ 742950 w 4008120"/>
                <a:gd name="connsiteY3-380" fmla="*/ 121920 h 217464"/>
                <a:gd name="connsiteX4-381" fmla="*/ 876300 w 4008120"/>
                <a:gd name="connsiteY4-382" fmla="*/ 102870 h 217464"/>
                <a:gd name="connsiteX5-383" fmla="*/ 1066800 w 4008120"/>
                <a:gd name="connsiteY5-384" fmla="*/ 121920 h 217464"/>
                <a:gd name="connsiteX6-385" fmla="*/ 1143000 w 4008120"/>
                <a:gd name="connsiteY6-386" fmla="*/ 140970 h 217464"/>
                <a:gd name="connsiteX7-387" fmla="*/ 1276350 w 4008120"/>
                <a:gd name="connsiteY7-388" fmla="*/ 179070 h 217464"/>
                <a:gd name="connsiteX8-389" fmla="*/ 1485900 w 4008120"/>
                <a:gd name="connsiteY8-390" fmla="*/ 198120 h 217464"/>
                <a:gd name="connsiteX9-391" fmla="*/ 1600200 w 4008120"/>
                <a:gd name="connsiteY9-392" fmla="*/ 217170 h 217464"/>
                <a:gd name="connsiteX10-393" fmla="*/ 1855470 w 4008120"/>
                <a:gd name="connsiteY10-394" fmla="*/ 194310 h 217464"/>
                <a:gd name="connsiteX11-395" fmla="*/ 2106930 w 4008120"/>
                <a:gd name="connsiteY11-396" fmla="*/ 186690 h 217464"/>
                <a:gd name="connsiteX12-397" fmla="*/ 2327910 w 4008120"/>
                <a:gd name="connsiteY12-398" fmla="*/ 171450 h 217464"/>
                <a:gd name="connsiteX13-399" fmla="*/ 2628900 w 4008120"/>
                <a:gd name="connsiteY13-400" fmla="*/ 198120 h 217464"/>
                <a:gd name="connsiteX14-401" fmla="*/ 2781300 w 4008120"/>
                <a:gd name="connsiteY14-402" fmla="*/ 160020 h 217464"/>
                <a:gd name="connsiteX15-403" fmla="*/ 2990850 w 4008120"/>
                <a:gd name="connsiteY15-404" fmla="*/ 121920 h 217464"/>
                <a:gd name="connsiteX16-405" fmla="*/ 3219450 w 4008120"/>
                <a:gd name="connsiteY16-406" fmla="*/ 102870 h 217464"/>
                <a:gd name="connsiteX17-407" fmla="*/ 3470910 w 4008120"/>
                <a:gd name="connsiteY17-408" fmla="*/ 80010 h 217464"/>
                <a:gd name="connsiteX18" fmla="*/ 4008120 w 4008120"/>
                <a:gd name="connsiteY18" fmla="*/ 0 h 217464"/>
                <a:gd name="connsiteX0-409" fmla="*/ 0 w 4008120"/>
                <a:gd name="connsiteY0-410" fmla="*/ 179070 h 217464"/>
                <a:gd name="connsiteX1-411" fmla="*/ 476250 w 4008120"/>
                <a:gd name="connsiteY1-412" fmla="*/ 160020 h 217464"/>
                <a:gd name="connsiteX2-413" fmla="*/ 552450 w 4008120"/>
                <a:gd name="connsiteY2-414" fmla="*/ 140970 h 217464"/>
                <a:gd name="connsiteX3-415" fmla="*/ 742950 w 4008120"/>
                <a:gd name="connsiteY3-416" fmla="*/ 121920 h 217464"/>
                <a:gd name="connsiteX4-417" fmla="*/ 876300 w 4008120"/>
                <a:gd name="connsiteY4-418" fmla="*/ 102870 h 217464"/>
                <a:gd name="connsiteX5-419" fmla="*/ 1066800 w 4008120"/>
                <a:gd name="connsiteY5-420" fmla="*/ 121920 h 217464"/>
                <a:gd name="connsiteX6-421" fmla="*/ 1143000 w 4008120"/>
                <a:gd name="connsiteY6-422" fmla="*/ 140970 h 217464"/>
                <a:gd name="connsiteX7-423" fmla="*/ 1276350 w 4008120"/>
                <a:gd name="connsiteY7-424" fmla="*/ 179070 h 217464"/>
                <a:gd name="connsiteX8-425" fmla="*/ 1485900 w 4008120"/>
                <a:gd name="connsiteY8-426" fmla="*/ 198120 h 217464"/>
                <a:gd name="connsiteX9-427" fmla="*/ 1600200 w 4008120"/>
                <a:gd name="connsiteY9-428" fmla="*/ 217170 h 217464"/>
                <a:gd name="connsiteX10-429" fmla="*/ 1855470 w 4008120"/>
                <a:gd name="connsiteY10-430" fmla="*/ 194310 h 217464"/>
                <a:gd name="connsiteX11-431" fmla="*/ 2106930 w 4008120"/>
                <a:gd name="connsiteY11-432" fmla="*/ 186690 h 217464"/>
                <a:gd name="connsiteX12-433" fmla="*/ 2327910 w 4008120"/>
                <a:gd name="connsiteY12-434" fmla="*/ 171450 h 217464"/>
                <a:gd name="connsiteX13-435" fmla="*/ 2628900 w 4008120"/>
                <a:gd name="connsiteY13-436" fmla="*/ 198120 h 217464"/>
                <a:gd name="connsiteX14-437" fmla="*/ 2781300 w 4008120"/>
                <a:gd name="connsiteY14-438" fmla="*/ 160020 h 217464"/>
                <a:gd name="connsiteX15-439" fmla="*/ 2990850 w 4008120"/>
                <a:gd name="connsiteY15-440" fmla="*/ 121920 h 217464"/>
                <a:gd name="connsiteX16-441" fmla="*/ 3219450 w 4008120"/>
                <a:gd name="connsiteY16-442" fmla="*/ 102870 h 217464"/>
                <a:gd name="connsiteX17-443" fmla="*/ 3478530 w 4008120"/>
                <a:gd name="connsiteY17-444" fmla="*/ 133350 h 217464"/>
                <a:gd name="connsiteX18-445" fmla="*/ 4008120 w 4008120"/>
                <a:gd name="connsiteY18-446" fmla="*/ 0 h 21746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61" y="connsiteY15-62"/>
                </a:cxn>
                <a:cxn ang="0">
                  <a:pos x="connsiteX16-191" y="connsiteY16-192"/>
                </a:cxn>
                <a:cxn ang="0">
                  <a:pos x="connsiteX17-227" y="connsiteY17-228"/>
                </a:cxn>
                <a:cxn ang="0">
                  <a:pos x="connsiteX18-445" y="connsiteY18-446"/>
                </a:cxn>
              </a:cxnLst>
              <a:rect l="l" t="t" r="r" b="b"/>
              <a:pathLst>
                <a:path w="4008120" h="217464">
                  <a:moveTo>
                    <a:pt x="0" y="179070"/>
                  </a:moveTo>
                  <a:cubicBezTo>
                    <a:pt x="158750" y="172720"/>
                    <a:pt x="317750" y="170951"/>
                    <a:pt x="476250" y="160020"/>
                  </a:cubicBezTo>
                  <a:cubicBezTo>
                    <a:pt x="502370" y="158219"/>
                    <a:pt x="526531" y="144673"/>
                    <a:pt x="552450" y="140970"/>
                  </a:cubicBezTo>
                  <a:cubicBezTo>
                    <a:pt x="615625" y="131945"/>
                    <a:pt x="679570" y="129376"/>
                    <a:pt x="742950" y="121920"/>
                  </a:cubicBezTo>
                  <a:cubicBezTo>
                    <a:pt x="787544" y="116674"/>
                    <a:pt x="831850" y="109220"/>
                    <a:pt x="876300" y="102870"/>
                  </a:cubicBezTo>
                  <a:lnTo>
                    <a:pt x="1066800" y="121920"/>
                  </a:lnTo>
                  <a:cubicBezTo>
                    <a:pt x="1092719" y="125623"/>
                    <a:pt x="1117741" y="134081"/>
                    <a:pt x="1143000" y="140970"/>
                  </a:cubicBezTo>
                  <a:cubicBezTo>
                    <a:pt x="1187600" y="153134"/>
                    <a:pt x="1230750" y="171470"/>
                    <a:pt x="1276350" y="179070"/>
                  </a:cubicBezTo>
                  <a:cubicBezTo>
                    <a:pt x="1345534" y="190601"/>
                    <a:pt x="1447539" y="193607"/>
                    <a:pt x="1485900" y="198120"/>
                  </a:cubicBezTo>
                  <a:cubicBezTo>
                    <a:pt x="1524261" y="202633"/>
                    <a:pt x="1537335" y="213995"/>
                    <a:pt x="1600200" y="217170"/>
                  </a:cubicBezTo>
                  <a:cubicBezTo>
                    <a:pt x="1663065" y="220345"/>
                    <a:pt x="1771015" y="196850"/>
                    <a:pt x="1855470" y="194310"/>
                  </a:cubicBezTo>
                  <a:lnTo>
                    <a:pt x="2106930" y="186690"/>
                  </a:lnTo>
                  <a:cubicBezTo>
                    <a:pt x="2185670" y="182880"/>
                    <a:pt x="2240915" y="172085"/>
                    <a:pt x="2327910" y="171450"/>
                  </a:cubicBezTo>
                  <a:cubicBezTo>
                    <a:pt x="2428240" y="180340"/>
                    <a:pt x="2553335" y="200025"/>
                    <a:pt x="2628900" y="198120"/>
                  </a:cubicBezTo>
                  <a:cubicBezTo>
                    <a:pt x="2704465" y="196215"/>
                    <a:pt x="2729781" y="169387"/>
                    <a:pt x="2781300" y="160020"/>
                  </a:cubicBezTo>
                  <a:cubicBezTo>
                    <a:pt x="2851150" y="147320"/>
                    <a:pt x="2920451" y="131102"/>
                    <a:pt x="2990850" y="121920"/>
                  </a:cubicBezTo>
                  <a:cubicBezTo>
                    <a:pt x="3066672" y="112030"/>
                    <a:pt x="3138170" y="100965"/>
                    <a:pt x="3219450" y="102870"/>
                  </a:cubicBezTo>
                  <a:cubicBezTo>
                    <a:pt x="3300730" y="104775"/>
                    <a:pt x="3347085" y="150495"/>
                    <a:pt x="3478530" y="133350"/>
                  </a:cubicBezTo>
                  <a:cubicBezTo>
                    <a:pt x="3609975" y="116205"/>
                    <a:pt x="3918585" y="13335"/>
                    <a:pt x="4008120" y="0"/>
                  </a:cubicBezTo>
                </a:path>
              </a:pathLst>
            </a:custGeom>
            <a:solidFill>
              <a:schemeClr val="tx1"/>
            </a:solid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cs typeface="+mn-ea"/>
                <a:sym typeface="+mn-lt"/>
              </a:endParaRPr>
            </a:p>
          </p:txBody>
        </p:sp>
      </p:grpSp>
      <p:pic>
        <p:nvPicPr>
          <p:cNvPr id="67" name="图片 66"/>
          <p:cNvPicPr>
            <a:picLocks noChangeAspect="1"/>
          </p:cNvPicPr>
          <p:nvPr/>
        </p:nvPicPr>
        <p:blipFill>
          <a:blip r:embed="rId2"/>
          <a:stretch>
            <a:fillRect/>
          </a:stretch>
        </p:blipFill>
        <p:spPr>
          <a:xfrm flipH="1">
            <a:off x="3112178" y="4046974"/>
            <a:ext cx="45719" cy="2164268"/>
          </a:xfrm>
          <a:prstGeom prst="rect">
            <a:avLst/>
          </a:prstGeom>
        </p:spPr>
      </p:pic>
      <p:pic>
        <p:nvPicPr>
          <p:cNvPr id="68" name="图片 67"/>
          <p:cNvPicPr>
            <a:picLocks noChangeAspect="1"/>
          </p:cNvPicPr>
          <p:nvPr/>
        </p:nvPicPr>
        <p:blipFill>
          <a:blip r:embed="rId2"/>
          <a:stretch>
            <a:fillRect/>
          </a:stretch>
        </p:blipFill>
        <p:spPr>
          <a:xfrm flipH="1">
            <a:off x="5113005" y="4046974"/>
            <a:ext cx="45719" cy="2164268"/>
          </a:xfrm>
          <a:prstGeom prst="rect">
            <a:avLst/>
          </a:prstGeom>
        </p:spPr>
      </p:pic>
      <p:pic>
        <p:nvPicPr>
          <p:cNvPr id="69" name="图片 68"/>
          <p:cNvPicPr>
            <a:picLocks noChangeAspect="1"/>
          </p:cNvPicPr>
          <p:nvPr/>
        </p:nvPicPr>
        <p:blipFill>
          <a:blip r:embed="rId2"/>
          <a:stretch>
            <a:fillRect/>
          </a:stretch>
        </p:blipFill>
        <p:spPr>
          <a:xfrm flipH="1">
            <a:off x="7113832" y="4046974"/>
            <a:ext cx="45719" cy="2164268"/>
          </a:xfrm>
          <a:prstGeom prst="rect">
            <a:avLst/>
          </a:prstGeom>
        </p:spPr>
      </p:pic>
      <p:pic>
        <p:nvPicPr>
          <p:cNvPr id="70" name="图片 69"/>
          <p:cNvPicPr>
            <a:picLocks noChangeAspect="1"/>
          </p:cNvPicPr>
          <p:nvPr/>
        </p:nvPicPr>
        <p:blipFill>
          <a:blip r:embed="rId2"/>
          <a:stretch>
            <a:fillRect/>
          </a:stretch>
        </p:blipFill>
        <p:spPr>
          <a:xfrm flipH="1">
            <a:off x="9114660" y="4046974"/>
            <a:ext cx="45719" cy="2164268"/>
          </a:xfrm>
          <a:prstGeom prst="rect">
            <a:avLst/>
          </a:prstGeom>
        </p:spPr>
      </p:pic>
      <p:sp>
        <p:nvSpPr>
          <p:cNvPr id="71" name="椭圆 31"/>
          <p:cNvSpPr/>
          <p:nvPr/>
        </p:nvSpPr>
        <p:spPr>
          <a:xfrm>
            <a:off x="1491490" y="5935163"/>
            <a:ext cx="1315802" cy="71972"/>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solidFill>
            <a:schemeClr val="tx1"/>
          </a:solidFill>
          <a:ln w="222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spc="-300" dirty="0">
              <a:solidFill>
                <a:schemeClr val="tx1"/>
              </a:solidFill>
              <a:cs typeface="+mn-ea"/>
              <a:sym typeface="+mn-lt"/>
            </a:endParaRPr>
          </a:p>
        </p:txBody>
      </p:sp>
      <p:sp>
        <p:nvSpPr>
          <p:cNvPr id="72" name="椭圆 31"/>
          <p:cNvSpPr/>
          <p:nvPr/>
        </p:nvSpPr>
        <p:spPr>
          <a:xfrm>
            <a:off x="3487672" y="5935163"/>
            <a:ext cx="1315802" cy="71972"/>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solidFill>
            <a:schemeClr val="tx1">
              <a:lumMod val="50000"/>
              <a:lumOff val="50000"/>
            </a:schemeClr>
          </a:solidFill>
          <a:ln w="222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spc="-300" dirty="0">
              <a:solidFill>
                <a:schemeClr val="tx1"/>
              </a:solidFill>
              <a:cs typeface="+mn-ea"/>
              <a:sym typeface="+mn-lt"/>
            </a:endParaRPr>
          </a:p>
        </p:txBody>
      </p:sp>
      <p:sp>
        <p:nvSpPr>
          <p:cNvPr id="73" name="椭圆 31"/>
          <p:cNvSpPr/>
          <p:nvPr/>
        </p:nvSpPr>
        <p:spPr>
          <a:xfrm>
            <a:off x="5483854" y="5935163"/>
            <a:ext cx="1315802" cy="71972"/>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solidFill>
            <a:schemeClr val="tx1"/>
          </a:solidFill>
          <a:ln w="222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spc="-300" dirty="0">
              <a:solidFill>
                <a:schemeClr val="tx1"/>
              </a:solidFill>
              <a:cs typeface="+mn-ea"/>
              <a:sym typeface="+mn-lt"/>
            </a:endParaRPr>
          </a:p>
        </p:txBody>
      </p:sp>
      <p:sp>
        <p:nvSpPr>
          <p:cNvPr id="74" name="椭圆 31"/>
          <p:cNvSpPr/>
          <p:nvPr/>
        </p:nvSpPr>
        <p:spPr>
          <a:xfrm>
            <a:off x="7480036" y="5935163"/>
            <a:ext cx="1315802" cy="71972"/>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solidFill>
            <a:schemeClr val="tx1">
              <a:lumMod val="50000"/>
              <a:lumOff val="50000"/>
            </a:schemeClr>
          </a:solidFill>
          <a:ln w="222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spc="-300" dirty="0">
              <a:solidFill>
                <a:schemeClr val="tx1"/>
              </a:solidFill>
              <a:cs typeface="+mn-ea"/>
              <a:sym typeface="+mn-lt"/>
            </a:endParaRPr>
          </a:p>
        </p:txBody>
      </p:sp>
      <p:sp>
        <p:nvSpPr>
          <p:cNvPr id="75" name="椭圆 31"/>
          <p:cNvSpPr/>
          <p:nvPr/>
        </p:nvSpPr>
        <p:spPr>
          <a:xfrm>
            <a:off x="9476220" y="5935163"/>
            <a:ext cx="1315802" cy="71972"/>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solidFill>
            <a:schemeClr val="tx1"/>
          </a:solidFill>
          <a:ln w="222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spc="-300" dirty="0">
              <a:solidFill>
                <a:schemeClr val="tx1"/>
              </a:solidFill>
              <a:cs typeface="+mn-ea"/>
              <a:sym typeface="+mn-lt"/>
            </a:endParaRPr>
          </a:p>
        </p:txBody>
      </p:sp>
      <p:sp>
        <p:nvSpPr>
          <p:cNvPr id="76" name="Freeform 7"/>
          <p:cNvSpPr>
            <a:spLocks noEditPoints="1"/>
          </p:cNvSpPr>
          <p:nvPr/>
        </p:nvSpPr>
        <p:spPr bwMode="auto">
          <a:xfrm>
            <a:off x="1866032" y="4536192"/>
            <a:ext cx="532332" cy="516509"/>
          </a:xfrm>
          <a:custGeom>
            <a:avLst/>
            <a:gdLst>
              <a:gd name="T0" fmla="*/ 1642 w 1885"/>
              <a:gd name="T1" fmla="*/ 1317 h 1828"/>
              <a:gd name="T2" fmla="*/ 1773 w 1885"/>
              <a:gd name="T3" fmla="*/ 1061 h 1828"/>
              <a:gd name="T4" fmla="*/ 1594 w 1885"/>
              <a:gd name="T5" fmla="*/ 1478 h 1828"/>
              <a:gd name="T6" fmla="*/ 499 w 1885"/>
              <a:gd name="T7" fmla="*/ 1382 h 1828"/>
              <a:gd name="T8" fmla="*/ 625 w 1885"/>
              <a:gd name="T9" fmla="*/ 1668 h 1828"/>
              <a:gd name="T10" fmla="*/ 237 w 1885"/>
              <a:gd name="T11" fmla="*/ 1382 h 1828"/>
              <a:gd name="T12" fmla="*/ 125 w 1885"/>
              <a:gd name="T13" fmla="*/ 869 h 1828"/>
              <a:gd name="T14" fmla="*/ 330 w 1885"/>
              <a:gd name="T15" fmla="*/ 987 h 1828"/>
              <a:gd name="T16" fmla="*/ 589 w 1885"/>
              <a:gd name="T17" fmla="*/ 906 h 1828"/>
              <a:gd name="T18" fmla="*/ 845 w 1885"/>
              <a:gd name="T19" fmla="*/ 1215 h 1828"/>
              <a:gd name="T20" fmla="*/ 663 w 1885"/>
              <a:gd name="T21" fmla="*/ 1537 h 1828"/>
              <a:gd name="T22" fmla="*/ 404 w 1885"/>
              <a:gd name="T23" fmla="*/ 1055 h 1828"/>
              <a:gd name="T24" fmla="*/ 429 w 1885"/>
              <a:gd name="T25" fmla="*/ 896 h 1828"/>
              <a:gd name="T26" fmla="*/ 1394 w 1885"/>
              <a:gd name="T27" fmla="*/ 711 h 1828"/>
              <a:gd name="T28" fmla="*/ 1643 w 1885"/>
              <a:gd name="T29" fmla="*/ 888 h 1828"/>
              <a:gd name="T30" fmla="*/ 1608 w 1885"/>
              <a:gd name="T31" fmla="*/ 1069 h 1828"/>
              <a:gd name="T32" fmla="*/ 1460 w 1885"/>
              <a:gd name="T33" fmla="*/ 1469 h 1828"/>
              <a:gd name="T34" fmla="*/ 1388 w 1885"/>
              <a:gd name="T35" fmla="*/ 1075 h 1828"/>
              <a:gd name="T36" fmla="*/ 1181 w 1885"/>
              <a:gd name="T37" fmla="*/ 932 h 1828"/>
              <a:gd name="T38" fmla="*/ 1701 w 1885"/>
              <a:gd name="T39" fmla="*/ 792 h 1828"/>
              <a:gd name="T40" fmla="*/ 1644 w 1885"/>
              <a:gd name="T41" fmla="*/ 773 h 1828"/>
              <a:gd name="T42" fmla="*/ 1331 w 1885"/>
              <a:gd name="T43" fmla="*/ 646 h 1828"/>
              <a:gd name="T44" fmla="*/ 1406 w 1885"/>
              <a:gd name="T45" fmla="*/ 597 h 1828"/>
              <a:gd name="T46" fmla="*/ 1190 w 1885"/>
              <a:gd name="T47" fmla="*/ 584 h 1828"/>
              <a:gd name="T48" fmla="*/ 611 w 1885"/>
              <a:gd name="T49" fmla="*/ 379 h 1828"/>
              <a:gd name="T50" fmla="*/ 477 w 1885"/>
              <a:gd name="T51" fmla="*/ 572 h 1828"/>
              <a:gd name="T52" fmla="*/ 221 w 1885"/>
              <a:gd name="T53" fmla="*/ 688 h 1828"/>
              <a:gd name="T54" fmla="*/ 334 w 1885"/>
              <a:gd name="T55" fmla="*/ 799 h 1828"/>
              <a:gd name="T56" fmla="*/ 123 w 1885"/>
              <a:gd name="T57" fmla="*/ 770 h 1828"/>
              <a:gd name="T58" fmla="*/ 207 w 1885"/>
              <a:gd name="T59" fmla="*/ 442 h 1828"/>
              <a:gd name="T60" fmla="*/ 563 w 1885"/>
              <a:gd name="T61" fmla="*/ 150 h 1828"/>
              <a:gd name="T62" fmla="*/ 605 w 1885"/>
              <a:gd name="T63" fmla="*/ 274 h 1828"/>
              <a:gd name="T64" fmla="*/ 810 w 1885"/>
              <a:gd name="T65" fmla="*/ 115 h 1828"/>
              <a:gd name="T66" fmla="*/ 938 w 1885"/>
              <a:gd name="T67" fmla="*/ 202 h 1828"/>
              <a:gd name="T68" fmla="*/ 962 w 1885"/>
              <a:gd name="T69" fmla="*/ 344 h 1828"/>
              <a:gd name="T70" fmla="*/ 1206 w 1885"/>
              <a:gd name="T71" fmla="*/ 285 h 1828"/>
              <a:gd name="T72" fmla="*/ 1228 w 1885"/>
              <a:gd name="T73" fmla="*/ 407 h 1828"/>
              <a:gd name="T74" fmla="*/ 1105 w 1885"/>
              <a:gd name="T75" fmla="*/ 506 h 1828"/>
              <a:gd name="T76" fmla="*/ 1100 w 1885"/>
              <a:gd name="T77" fmla="*/ 671 h 1828"/>
              <a:gd name="T78" fmla="*/ 1058 w 1885"/>
              <a:gd name="T79" fmla="*/ 937 h 1828"/>
              <a:gd name="T80" fmla="*/ 1273 w 1885"/>
              <a:gd name="T81" fmla="*/ 1046 h 1828"/>
              <a:gd name="T82" fmla="*/ 1316 w 1885"/>
              <a:gd name="T83" fmla="*/ 1433 h 1828"/>
              <a:gd name="T84" fmla="*/ 1461 w 1885"/>
              <a:gd name="T85" fmla="*/ 1579 h 1828"/>
              <a:gd name="T86" fmla="*/ 979 w 1885"/>
              <a:gd name="T87" fmla="*/ 1740 h 1828"/>
              <a:gd name="T88" fmla="*/ 770 w 1885"/>
              <a:gd name="T89" fmla="*/ 1506 h 1828"/>
              <a:gd name="T90" fmla="*/ 917 w 1885"/>
              <a:gd name="T91" fmla="*/ 1266 h 1828"/>
              <a:gd name="T92" fmla="*/ 785 w 1885"/>
              <a:gd name="T93" fmla="*/ 1038 h 1828"/>
              <a:gd name="T94" fmla="*/ 562 w 1885"/>
              <a:gd name="T95" fmla="*/ 793 h 1828"/>
              <a:gd name="T96" fmla="*/ 344 w 1885"/>
              <a:gd name="T97" fmla="*/ 703 h 1828"/>
              <a:gd name="T98" fmla="*/ 524 w 1885"/>
              <a:gd name="T99" fmla="*/ 654 h 1828"/>
              <a:gd name="T100" fmla="*/ 835 w 1885"/>
              <a:gd name="T101" fmla="*/ 351 h 1828"/>
              <a:gd name="T102" fmla="*/ 732 w 1885"/>
              <a:gd name="T103" fmla="*/ 279 h 1828"/>
              <a:gd name="T104" fmla="*/ 1222 w 1885"/>
              <a:gd name="T105" fmla="*/ 130 h 1828"/>
              <a:gd name="T106" fmla="*/ 1690 w 1885"/>
              <a:gd name="T107" fmla="*/ 486 h 1828"/>
              <a:gd name="T108" fmla="*/ 1396 w 1885"/>
              <a:gd name="T109" fmla="*/ 448 h 1828"/>
              <a:gd name="T110" fmla="*/ 1270 w 1885"/>
              <a:gd name="T111" fmla="*/ 223 h 1828"/>
              <a:gd name="T112" fmla="*/ 0 w 1885"/>
              <a:gd name="T113" fmla="*/ 835 h 1828"/>
              <a:gd name="T114" fmla="*/ 112 w 1885"/>
              <a:gd name="T115" fmla="*/ 1365 h 1828"/>
              <a:gd name="T116" fmla="*/ 829 w 1885"/>
              <a:gd name="T117" fmla="*/ 1819 h 1828"/>
              <a:gd name="T118" fmla="*/ 1797 w 1885"/>
              <a:gd name="T119" fmla="*/ 1338 h 1828"/>
              <a:gd name="T120" fmla="*/ 1471 w 1885"/>
              <a:gd name="T121" fmla="*/ 142 h 1828"/>
              <a:gd name="T122" fmla="*/ 350 w 1885"/>
              <a:gd name="T123" fmla="*/ 161 h 1828"/>
              <a:gd name="T124" fmla="*/ 12 w 1885"/>
              <a:gd name="T125" fmla="*/ 704 h 1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85" h="1828">
                <a:moveTo>
                  <a:pt x="1494" y="1557"/>
                </a:moveTo>
                <a:lnTo>
                  <a:pt x="1494" y="1557"/>
                </a:lnTo>
                <a:lnTo>
                  <a:pt x="1494" y="1557"/>
                </a:lnTo>
                <a:close/>
                <a:moveTo>
                  <a:pt x="1494" y="1557"/>
                </a:moveTo>
                <a:lnTo>
                  <a:pt x="1494" y="1557"/>
                </a:lnTo>
                <a:lnTo>
                  <a:pt x="1494" y="1557"/>
                </a:lnTo>
                <a:close/>
                <a:moveTo>
                  <a:pt x="1530" y="1533"/>
                </a:moveTo>
                <a:lnTo>
                  <a:pt x="1535" y="1518"/>
                </a:lnTo>
                <a:lnTo>
                  <a:pt x="1542" y="1505"/>
                </a:lnTo>
                <a:lnTo>
                  <a:pt x="1551" y="1491"/>
                </a:lnTo>
                <a:lnTo>
                  <a:pt x="1561" y="1478"/>
                </a:lnTo>
                <a:lnTo>
                  <a:pt x="1571" y="1464"/>
                </a:lnTo>
                <a:lnTo>
                  <a:pt x="1580" y="1450"/>
                </a:lnTo>
                <a:lnTo>
                  <a:pt x="1590" y="1435"/>
                </a:lnTo>
                <a:lnTo>
                  <a:pt x="1600" y="1419"/>
                </a:lnTo>
                <a:lnTo>
                  <a:pt x="1615" y="1385"/>
                </a:lnTo>
                <a:lnTo>
                  <a:pt x="1629" y="1352"/>
                </a:lnTo>
                <a:lnTo>
                  <a:pt x="1642" y="1317"/>
                </a:lnTo>
                <a:lnTo>
                  <a:pt x="1653" y="1281"/>
                </a:lnTo>
                <a:lnTo>
                  <a:pt x="1663" y="1245"/>
                </a:lnTo>
                <a:lnTo>
                  <a:pt x="1672" y="1210"/>
                </a:lnTo>
                <a:lnTo>
                  <a:pt x="1680" y="1174"/>
                </a:lnTo>
                <a:lnTo>
                  <a:pt x="1687" y="1138"/>
                </a:lnTo>
                <a:lnTo>
                  <a:pt x="1689" y="1124"/>
                </a:lnTo>
                <a:lnTo>
                  <a:pt x="1692" y="1111"/>
                </a:lnTo>
                <a:lnTo>
                  <a:pt x="1694" y="1101"/>
                </a:lnTo>
                <a:lnTo>
                  <a:pt x="1697" y="1093"/>
                </a:lnTo>
                <a:lnTo>
                  <a:pt x="1701" y="1088"/>
                </a:lnTo>
                <a:lnTo>
                  <a:pt x="1705" y="1084"/>
                </a:lnTo>
                <a:lnTo>
                  <a:pt x="1709" y="1080"/>
                </a:lnTo>
                <a:lnTo>
                  <a:pt x="1714" y="1077"/>
                </a:lnTo>
                <a:lnTo>
                  <a:pt x="1727" y="1074"/>
                </a:lnTo>
                <a:lnTo>
                  <a:pt x="1742" y="1071"/>
                </a:lnTo>
                <a:lnTo>
                  <a:pt x="1752" y="1069"/>
                </a:lnTo>
                <a:lnTo>
                  <a:pt x="1761" y="1065"/>
                </a:lnTo>
                <a:lnTo>
                  <a:pt x="1773" y="1061"/>
                </a:lnTo>
                <a:lnTo>
                  <a:pt x="1786" y="1055"/>
                </a:lnTo>
                <a:lnTo>
                  <a:pt x="1786" y="1073"/>
                </a:lnTo>
                <a:lnTo>
                  <a:pt x="1785" y="1091"/>
                </a:lnTo>
                <a:lnTo>
                  <a:pt x="1783" y="1109"/>
                </a:lnTo>
                <a:lnTo>
                  <a:pt x="1780" y="1126"/>
                </a:lnTo>
                <a:lnTo>
                  <a:pt x="1777" y="1145"/>
                </a:lnTo>
                <a:lnTo>
                  <a:pt x="1772" y="1163"/>
                </a:lnTo>
                <a:lnTo>
                  <a:pt x="1768" y="1180"/>
                </a:lnTo>
                <a:lnTo>
                  <a:pt x="1762" y="1199"/>
                </a:lnTo>
                <a:lnTo>
                  <a:pt x="1749" y="1235"/>
                </a:lnTo>
                <a:lnTo>
                  <a:pt x="1734" y="1269"/>
                </a:lnTo>
                <a:lnTo>
                  <a:pt x="1718" y="1303"/>
                </a:lnTo>
                <a:lnTo>
                  <a:pt x="1700" y="1337"/>
                </a:lnTo>
                <a:lnTo>
                  <a:pt x="1680" y="1368"/>
                </a:lnTo>
                <a:lnTo>
                  <a:pt x="1659" y="1399"/>
                </a:lnTo>
                <a:lnTo>
                  <a:pt x="1639" y="1427"/>
                </a:lnTo>
                <a:lnTo>
                  <a:pt x="1617" y="1454"/>
                </a:lnTo>
                <a:lnTo>
                  <a:pt x="1594" y="1478"/>
                </a:lnTo>
                <a:lnTo>
                  <a:pt x="1573" y="1498"/>
                </a:lnTo>
                <a:lnTo>
                  <a:pt x="1551" y="1518"/>
                </a:lnTo>
                <a:lnTo>
                  <a:pt x="1530" y="1533"/>
                </a:lnTo>
                <a:close/>
                <a:moveTo>
                  <a:pt x="318" y="1044"/>
                </a:moveTo>
                <a:lnTo>
                  <a:pt x="319" y="1054"/>
                </a:lnTo>
                <a:lnTo>
                  <a:pt x="320" y="1065"/>
                </a:lnTo>
                <a:lnTo>
                  <a:pt x="323" y="1077"/>
                </a:lnTo>
                <a:lnTo>
                  <a:pt x="327" y="1089"/>
                </a:lnTo>
                <a:lnTo>
                  <a:pt x="331" y="1102"/>
                </a:lnTo>
                <a:lnTo>
                  <a:pt x="336" y="1115"/>
                </a:lnTo>
                <a:lnTo>
                  <a:pt x="342" y="1128"/>
                </a:lnTo>
                <a:lnTo>
                  <a:pt x="348" y="1141"/>
                </a:lnTo>
                <a:lnTo>
                  <a:pt x="363" y="1169"/>
                </a:lnTo>
                <a:lnTo>
                  <a:pt x="381" y="1199"/>
                </a:lnTo>
                <a:lnTo>
                  <a:pt x="399" y="1228"/>
                </a:lnTo>
                <a:lnTo>
                  <a:pt x="419" y="1258"/>
                </a:lnTo>
                <a:lnTo>
                  <a:pt x="460" y="1320"/>
                </a:lnTo>
                <a:lnTo>
                  <a:pt x="499" y="1382"/>
                </a:lnTo>
                <a:lnTo>
                  <a:pt x="516" y="1414"/>
                </a:lnTo>
                <a:lnTo>
                  <a:pt x="533" y="1444"/>
                </a:lnTo>
                <a:lnTo>
                  <a:pt x="540" y="1458"/>
                </a:lnTo>
                <a:lnTo>
                  <a:pt x="547" y="1473"/>
                </a:lnTo>
                <a:lnTo>
                  <a:pt x="552" y="1488"/>
                </a:lnTo>
                <a:lnTo>
                  <a:pt x="558" y="1502"/>
                </a:lnTo>
                <a:lnTo>
                  <a:pt x="565" y="1527"/>
                </a:lnTo>
                <a:lnTo>
                  <a:pt x="570" y="1545"/>
                </a:lnTo>
                <a:lnTo>
                  <a:pt x="573" y="1554"/>
                </a:lnTo>
                <a:lnTo>
                  <a:pt x="576" y="1562"/>
                </a:lnTo>
                <a:lnTo>
                  <a:pt x="580" y="1572"/>
                </a:lnTo>
                <a:lnTo>
                  <a:pt x="586" y="1584"/>
                </a:lnTo>
                <a:lnTo>
                  <a:pt x="598" y="1606"/>
                </a:lnTo>
                <a:lnTo>
                  <a:pt x="607" y="1622"/>
                </a:lnTo>
                <a:lnTo>
                  <a:pt x="612" y="1631"/>
                </a:lnTo>
                <a:lnTo>
                  <a:pt x="616" y="1641"/>
                </a:lnTo>
                <a:lnTo>
                  <a:pt x="620" y="1653"/>
                </a:lnTo>
                <a:lnTo>
                  <a:pt x="625" y="1668"/>
                </a:lnTo>
                <a:lnTo>
                  <a:pt x="612" y="1664"/>
                </a:lnTo>
                <a:lnTo>
                  <a:pt x="599" y="1660"/>
                </a:lnTo>
                <a:lnTo>
                  <a:pt x="586" y="1656"/>
                </a:lnTo>
                <a:lnTo>
                  <a:pt x="573" y="1650"/>
                </a:lnTo>
                <a:lnTo>
                  <a:pt x="546" y="1638"/>
                </a:lnTo>
                <a:lnTo>
                  <a:pt x="519" y="1624"/>
                </a:lnTo>
                <a:lnTo>
                  <a:pt x="490" y="1608"/>
                </a:lnTo>
                <a:lnTo>
                  <a:pt x="463" y="1591"/>
                </a:lnTo>
                <a:lnTo>
                  <a:pt x="435" y="1571"/>
                </a:lnTo>
                <a:lnTo>
                  <a:pt x="408" y="1552"/>
                </a:lnTo>
                <a:lnTo>
                  <a:pt x="382" y="1530"/>
                </a:lnTo>
                <a:lnTo>
                  <a:pt x="357" y="1509"/>
                </a:lnTo>
                <a:lnTo>
                  <a:pt x="332" y="1488"/>
                </a:lnTo>
                <a:lnTo>
                  <a:pt x="309" y="1465"/>
                </a:lnTo>
                <a:lnTo>
                  <a:pt x="289" y="1444"/>
                </a:lnTo>
                <a:lnTo>
                  <a:pt x="269" y="1422"/>
                </a:lnTo>
                <a:lnTo>
                  <a:pt x="252" y="1402"/>
                </a:lnTo>
                <a:lnTo>
                  <a:pt x="237" y="1382"/>
                </a:lnTo>
                <a:lnTo>
                  <a:pt x="215" y="1354"/>
                </a:lnTo>
                <a:lnTo>
                  <a:pt x="196" y="1327"/>
                </a:lnTo>
                <a:lnTo>
                  <a:pt x="179" y="1300"/>
                </a:lnTo>
                <a:lnTo>
                  <a:pt x="164" y="1273"/>
                </a:lnTo>
                <a:lnTo>
                  <a:pt x="150" y="1245"/>
                </a:lnTo>
                <a:lnTo>
                  <a:pt x="138" y="1218"/>
                </a:lnTo>
                <a:lnTo>
                  <a:pt x="127" y="1190"/>
                </a:lnTo>
                <a:lnTo>
                  <a:pt x="117" y="1162"/>
                </a:lnTo>
                <a:lnTo>
                  <a:pt x="110" y="1131"/>
                </a:lnTo>
                <a:lnTo>
                  <a:pt x="103" y="1100"/>
                </a:lnTo>
                <a:lnTo>
                  <a:pt x="98" y="1066"/>
                </a:lnTo>
                <a:lnTo>
                  <a:pt x="93" y="1031"/>
                </a:lnTo>
                <a:lnTo>
                  <a:pt x="90" y="993"/>
                </a:lnTo>
                <a:lnTo>
                  <a:pt x="88" y="951"/>
                </a:lnTo>
                <a:lnTo>
                  <a:pt x="86" y="907"/>
                </a:lnTo>
                <a:lnTo>
                  <a:pt x="86" y="859"/>
                </a:lnTo>
                <a:lnTo>
                  <a:pt x="109" y="864"/>
                </a:lnTo>
                <a:lnTo>
                  <a:pt x="125" y="869"/>
                </a:lnTo>
                <a:lnTo>
                  <a:pt x="139" y="873"/>
                </a:lnTo>
                <a:lnTo>
                  <a:pt x="151" y="875"/>
                </a:lnTo>
                <a:lnTo>
                  <a:pt x="164" y="879"/>
                </a:lnTo>
                <a:lnTo>
                  <a:pt x="181" y="880"/>
                </a:lnTo>
                <a:lnTo>
                  <a:pt x="203" y="882"/>
                </a:lnTo>
                <a:lnTo>
                  <a:pt x="232" y="884"/>
                </a:lnTo>
                <a:lnTo>
                  <a:pt x="246" y="886"/>
                </a:lnTo>
                <a:lnTo>
                  <a:pt x="259" y="887"/>
                </a:lnTo>
                <a:lnTo>
                  <a:pt x="270" y="889"/>
                </a:lnTo>
                <a:lnTo>
                  <a:pt x="279" y="892"/>
                </a:lnTo>
                <a:lnTo>
                  <a:pt x="288" y="895"/>
                </a:lnTo>
                <a:lnTo>
                  <a:pt x="294" y="897"/>
                </a:lnTo>
                <a:lnTo>
                  <a:pt x="301" y="901"/>
                </a:lnTo>
                <a:lnTo>
                  <a:pt x="306" y="905"/>
                </a:lnTo>
                <a:lnTo>
                  <a:pt x="327" y="923"/>
                </a:lnTo>
                <a:lnTo>
                  <a:pt x="355" y="945"/>
                </a:lnTo>
                <a:lnTo>
                  <a:pt x="342" y="965"/>
                </a:lnTo>
                <a:lnTo>
                  <a:pt x="330" y="987"/>
                </a:lnTo>
                <a:lnTo>
                  <a:pt x="326" y="999"/>
                </a:lnTo>
                <a:lnTo>
                  <a:pt x="321" y="1012"/>
                </a:lnTo>
                <a:lnTo>
                  <a:pt x="319" y="1027"/>
                </a:lnTo>
                <a:lnTo>
                  <a:pt x="318" y="1044"/>
                </a:lnTo>
                <a:close/>
                <a:moveTo>
                  <a:pt x="429" y="896"/>
                </a:moveTo>
                <a:lnTo>
                  <a:pt x="446" y="888"/>
                </a:lnTo>
                <a:lnTo>
                  <a:pt x="462" y="883"/>
                </a:lnTo>
                <a:lnTo>
                  <a:pt x="476" y="879"/>
                </a:lnTo>
                <a:lnTo>
                  <a:pt x="491" y="875"/>
                </a:lnTo>
                <a:lnTo>
                  <a:pt x="504" y="874"/>
                </a:lnTo>
                <a:lnTo>
                  <a:pt x="517" y="874"/>
                </a:lnTo>
                <a:lnTo>
                  <a:pt x="529" y="875"/>
                </a:lnTo>
                <a:lnTo>
                  <a:pt x="540" y="877"/>
                </a:lnTo>
                <a:lnTo>
                  <a:pt x="551" y="882"/>
                </a:lnTo>
                <a:lnTo>
                  <a:pt x="561" y="886"/>
                </a:lnTo>
                <a:lnTo>
                  <a:pt x="571" y="892"/>
                </a:lnTo>
                <a:lnTo>
                  <a:pt x="580" y="898"/>
                </a:lnTo>
                <a:lnTo>
                  <a:pt x="589" y="906"/>
                </a:lnTo>
                <a:lnTo>
                  <a:pt x="597" y="914"/>
                </a:lnTo>
                <a:lnTo>
                  <a:pt x="605" y="923"/>
                </a:lnTo>
                <a:lnTo>
                  <a:pt x="613" y="933"/>
                </a:lnTo>
                <a:lnTo>
                  <a:pt x="628" y="955"/>
                </a:lnTo>
                <a:lnTo>
                  <a:pt x="642" y="977"/>
                </a:lnTo>
                <a:lnTo>
                  <a:pt x="656" y="1001"/>
                </a:lnTo>
                <a:lnTo>
                  <a:pt x="671" y="1026"/>
                </a:lnTo>
                <a:lnTo>
                  <a:pt x="688" y="1051"/>
                </a:lnTo>
                <a:lnTo>
                  <a:pt x="704" y="1075"/>
                </a:lnTo>
                <a:lnTo>
                  <a:pt x="714" y="1087"/>
                </a:lnTo>
                <a:lnTo>
                  <a:pt x="722" y="1099"/>
                </a:lnTo>
                <a:lnTo>
                  <a:pt x="732" y="1110"/>
                </a:lnTo>
                <a:lnTo>
                  <a:pt x="743" y="1121"/>
                </a:lnTo>
                <a:lnTo>
                  <a:pt x="759" y="1135"/>
                </a:lnTo>
                <a:lnTo>
                  <a:pt x="770" y="1143"/>
                </a:lnTo>
                <a:lnTo>
                  <a:pt x="782" y="1151"/>
                </a:lnTo>
                <a:lnTo>
                  <a:pt x="798" y="1163"/>
                </a:lnTo>
                <a:lnTo>
                  <a:pt x="845" y="1215"/>
                </a:lnTo>
                <a:lnTo>
                  <a:pt x="825" y="1250"/>
                </a:lnTo>
                <a:lnTo>
                  <a:pt x="807" y="1279"/>
                </a:lnTo>
                <a:lnTo>
                  <a:pt x="790" y="1305"/>
                </a:lnTo>
                <a:lnTo>
                  <a:pt x="774" y="1327"/>
                </a:lnTo>
                <a:lnTo>
                  <a:pt x="747" y="1362"/>
                </a:lnTo>
                <a:lnTo>
                  <a:pt x="725" y="1390"/>
                </a:lnTo>
                <a:lnTo>
                  <a:pt x="716" y="1405"/>
                </a:lnTo>
                <a:lnTo>
                  <a:pt x="707" y="1419"/>
                </a:lnTo>
                <a:lnTo>
                  <a:pt x="701" y="1437"/>
                </a:lnTo>
                <a:lnTo>
                  <a:pt x="695" y="1455"/>
                </a:lnTo>
                <a:lnTo>
                  <a:pt x="691" y="1478"/>
                </a:lnTo>
                <a:lnTo>
                  <a:pt x="688" y="1503"/>
                </a:lnTo>
                <a:lnTo>
                  <a:pt x="687" y="1534"/>
                </a:lnTo>
                <a:lnTo>
                  <a:pt x="686" y="1570"/>
                </a:lnTo>
                <a:lnTo>
                  <a:pt x="679" y="1565"/>
                </a:lnTo>
                <a:lnTo>
                  <a:pt x="674" y="1557"/>
                </a:lnTo>
                <a:lnTo>
                  <a:pt x="668" y="1548"/>
                </a:lnTo>
                <a:lnTo>
                  <a:pt x="663" y="1537"/>
                </a:lnTo>
                <a:lnTo>
                  <a:pt x="650" y="1511"/>
                </a:lnTo>
                <a:lnTo>
                  <a:pt x="637" y="1479"/>
                </a:lnTo>
                <a:lnTo>
                  <a:pt x="622" y="1442"/>
                </a:lnTo>
                <a:lnTo>
                  <a:pt x="603" y="1401"/>
                </a:lnTo>
                <a:lnTo>
                  <a:pt x="593" y="1379"/>
                </a:lnTo>
                <a:lnTo>
                  <a:pt x="581" y="1356"/>
                </a:lnTo>
                <a:lnTo>
                  <a:pt x="568" y="1332"/>
                </a:lnTo>
                <a:lnTo>
                  <a:pt x="555" y="1308"/>
                </a:lnTo>
                <a:lnTo>
                  <a:pt x="541" y="1287"/>
                </a:lnTo>
                <a:lnTo>
                  <a:pt x="521" y="1255"/>
                </a:lnTo>
                <a:lnTo>
                  <a:pt x="496" y="1218"/>
                </a:lnTo>
                <a:lnTo>
                  <a:pt x="470" y="1179"/>
                </a:lnTo>
                <a:lnTo>
                  <a:pt x="445" y="1139"/>
                </a:lnTo>
                <a:lnTo>
                  <a:pt x="424" y="1103"/>
                </a:lnTo>
                <a:lnTo>
                  <a:pt x="416" y="1088"/>
                </a:lnTo>
                <a:lnTo>
                  <a:pt x="409" y="1074"/>
                </a:lnTo>
                <a:lnTo>
                  <a:pt x="406" y="1063"/>
                </a:lnTo>
                <a:lnTo>
                  <a:pt x="404" y="1055"/>
                </a:lnTo>
                <a:lnTo>
                  <a:pt x="405" y="1050"/>
                </a:lnTo>
                <a:lnTo>
                  <a:pt x="405" y="1045"/>
                </a:lnTo>
                <a:lnTo>
                  <a:pt x="407" y="1040"/>
                </a:lnTo>
                <a:lnTo>
                  <a:pt x="408" y="1036"/>
                </a:lnTo>
                <a:lnTo>
                  <a:pt x="412" y="1031"/>
                </a:lnTo>
                <a:lnTo>
                  <a:pt x="418" y="1025"/>
                </a:lnTo>
                <a:lnTo>
                  <a:pt x="430" y="1018"/>
                </a:lnTo>
                <a:lnTo>
                  <a:pt x="443" y="1010"/>
                </a:lnTo>
                <a:lnTo>
                  <a:pt x="447" y="1004"/>
                </a:lnTo>
                <a:lnTo>
                  <a:pt x="451" y="998"/>
                </a:lnTo>
                <a:lnTo>
                  <a:pt x="452" y="994"/>
                </a:lnTo>
                <a:lnTo>
                  <a:pt x="453" y="989"/>
                </a:lnTo>
                <a:lnTo>
                  <a:pt x="455" y="984"/>
                </a:lnTo>
                <a:lnTo>
                  <a:pt x="453" y="977"/>
                </a:lnTo>
                <a:lnTo>
                  <a:pt x="452" y="963"/>
                </a:lnTo>
                <a:lnTo>
                  <a:pt x="447" y="945"/>
                </a:lnTo>
                <a:lnTo>
                  <a:pt x="439" y="923"/>
                </a:lnTo>
                <a:lnTo>
                  <a:pt x="429" y="896"/>
                </a:lnTo>
                <a:close/>
                <a:moveTo>
                  <a:pt x="1126" y="847"/>
                </a:moveTo>
                <a:lnTo>
                  <a:pt x="1127" y="822"/>
                </a:lnTo>
                <a:lnTo>
                  <a:pt x="1127" y="804"/>
                </a:lnTo>
                <a:lnTo>
                  <a:pt x="1129" y="791"/>
                </a:lnTo>
                <a:lnTo>
                  <a:pt x="1130" y="781"/>
                </a:lnTo>
                <a:lnTo>
                  <a:pt x="1135" y="764"/>
                </a:lnTo>
                <a:lnTo>
                  <a:pt x="1138" y="737"/>
                </a:lnTo>
                <a:lnTo>
                  <a:pt x="1169" y="737"/>
                </a:lnTo>
                <a:lnTo>
                  <a:pt x="1197" y="739"/>
                </a:lnTo>
                <a:lnTo>
                  <a:pt x="1225" y="740"/>
                </a:lnTo>
                <a:lnTo>
                  <a:pt x="1249" y="741"/>
                </a:lnTo>
                <a:lnTo>
                  <a:pt x="1273" y="743"/>
                </a:lnTo>
                <a:lnTo>
                  <a:pt x="1297" y="745"/>
                </a:lnTo>
                <a:lnTo>
                  <a:pt x="1321" y="747"/>
                </a:lnTo>
                <a:lnTo>
                  <a:pt x="1346" y="749"/>
                </a:lnTo>
                <a:lnTo>
                  <a:pt x="1369" y="732"/>
                </a:lnTo>
                <a:lnTo>
                  <a:pt x="1385" y="719"/>
                </a:lnTo>
                <a:lnTo>
                  <a:pt x="1394" y="711"/>
                </a:lnTo>
                <a:lnTo>
                  <a:pt x="1403" y="705"/>
                </a:lnTo>
                <a:lnTo>
                  <a:pt x="1415" y="697"/>
                </a:lnTo>
                <a:lnTo>
                  <a:pt x="1432" y="688"/>
                </a:lnTo>
                <a:lnTo>
                  <a:pt x="1438" y="688"/>
                </a:lnTo>
                <a:lnTo>
                  <a:pt x="1444" y="689"/>
                </a:lnTo>
                <a:lnTo>
                  <a:pt x="1450" y="691"/>
                </a:lnTo>
                <a:lnTo>
                  <a:pt x="1457" y="693"/>
                </a:lnTo>
                <a:lnTo>
                  <a:pt x="1469" y="701"/>
                </a:lnTo>
                <a:lnTo>
                  <a:pt x="1482" y="710"/>
                </a:lnTo>
                <a:lnTo>
                  <a:pt x="1495" y="723"/>
                </a:lnTo>
                <a:lnTo>
                  <a:pt x="1509" y="737"/>
                </a:lnTo>
                <a:lnTo>
                  <a:pt x="1522" y="754"/>
                </a:lnTo>
                <a:lnTo>
                  <a:pt x="1536" y="771"/>
                </a:lnTo>
                <a:lnTo>
                  <a:pt x="1565" y="807"/>
                </a:lnTo>
                <a:lnTo>
                  <a:pt x="1595" y="843"/>
                </a:lnTo>
                <a:lnTo>
                  <a:pt x="1611" y="859"/>
                </a:lnTo>
                <a:lnTo>
                  <a:pt x="1627" y="875"/>
                </a:lnTo>
                <a:lnTo>
                  <a:pt x="1643" y="888"/>
                </a:lnTo>
                <a:lnTo>
                  <a:pt x="1661" y="900"/>
                </a:lnTo>
                <a:lnTo>
                  <a:pt x="1679" y="911"/>
                </a:lnTo>
                <a:lnTo>
                  <a:pt x="1692" y="919"/>
                </a:lnTo>
                <a:lnTo>
                  <a:pt x="1702" y="926"/>
                </a:lnTo>
                <a:lnTo>
                  <a:pt x="1709" y="933"/>
                </a:lnTo>
                <a:lnTo>
                  <a:pt x="1716" y="940"/>
                </a:lnTo>
                <a:lnTo>
                  <a:pt x="1721" y="950"/>
                </a:lnTo>
                <a:lnTo>
                  <a:pt x="1729" y="964"/>
                </a:lnTo>
                <a:lnTo>
                  <a:pt x="1738" y="982"/>
                </a:lnTo>
                <a:lnTo>
                  <a:pt x="1676" y="1010"/>
                </a:lnTo>
                <a:lnTo>
                  <a:pt x="1639" y="1027"/>
                </a:lnTo>
                <a:lnTo>
                  <a:pt x="1627" y="1033"/>
                </a:lnTo>
                <a:lnTo>
                  <a:pt x="1618" y="1038"/>
                </a:lnTo>
                <a:lnTo>
                  <a:pt x="1616" y="1041"/>
                </a:lnTo>
                <a:lnTo>
                  <a:pt x="1614" y="1044"/>
                </a:lnTo>
                <a:lnTo>
                  <a:pt x="1612" y="1047"/>
                </a:lnTo>
                <a:lnTo>
                  <a:pt x="1611" y="1050"/>
                </a:lnTo>
                <a:lnTo>
                  <a:pt x="1608" y="1069"/>
                </a:lnTo>
                <a:lnTo>
                  <a:pt x="1607" y="1101"/>
                </a:lnTo>
                <a:lnTo>
                  <a:pt x="1604" y="1124"/>
                </a:lnTo>
                <a:lnTo>
                  <a:pt x="1600" y="1152"/>
                </a:lnTo>
                <a:lnTo>
                  <a:pt x="1592" y="1187"/>
                </a:lnTo>
                <a:lnTo>
                  <a:pt x="1580" y="1229"/>
                </a:lnTo>
                <a:lnTo>
                  <a:pt x="1572" y="1261"/>
                </a:lnTo>
                <a:lnTo>
                  <a:pt x="1560" y="1299"/>
                </a:lnTo>
                <a:lnTo>
                  <a:pt x="1552" y="1319"/>
                </a:lnTo>
                <a:lnTo>
                  <a:pt x="1544" y="1340"/>
                </a:lnTo>
                <a:lnTo>
                  <a:pt x="1537" y="1361"/>
                </a:lnTo>
                <a:lnTo>
                  <a:pt x="1527" y="1381"/>
                </a:lnTo>
                <a:lnTo>
                  <a:pt x="1517" y="1401"/>
                </a:lnTo>
                <a:lnTo>
                  <a:pt x="1507" y="1419"/>
                </a:lnTo>
                <a:lnTo>
                  <a:pt x="1495" y="1437"/>
                </a:lnTo>
                <a:lnTo>
                  <a:pt x="1482" y="1452"/>
                </a:lnTo>
                <a:lnTo>
                  <a:pt x="1474" y="1458"/>
                </a:lnTo>
                <a:lnTo>
                  <a:pt x="1467" y="1464"/>
                </a:lnTo>
                <a:lnTo>
                  <a:pt x="1460" y="1469"/>
                </a:lnTo>
                <a:lnTo>
                  <a:pt x="1452" y="1473"/>
                </a:lnTo>
                <a:lnTo>
                  <a:pt x="1445" y="1478"/>
                </a:lnTo>
                <a:lnTo>
                  <a:pt x="1437" y="1481"/>
                </a:lnTo>
                <a:lnTo>
                  <a:pt x="1428" y="1483"/>
                </a:lnTo>
                <a:lnTo>
                  <a:pt x="1420" y="1484"/>
                </a:lnTo>
                <a:lnTo>
                  <a:pt x="1411" y="1445"/>
                </a:lnTo>
                <a:lnTo>
                  <a:pt x="1406" y="1409"/>
                </a:lnTo>
                <a:lnTo>
                  <a:pt x="1401" y="1375"/>
                </a:lnTo>
                <a:lnTo>
                  <a:pt x="1398" y="1342"/>
                </a:lnTo>
                <a:lnTo>
                  <a:pt x="1396" y="1311"/>
                </a:lnTo>
                <a:lnTo>
                  <a:pt x="1395" y="1281"/>
                </a:lnTo>
                <a:lnTo>
                  <a:pt x="1395" y="1254"/>
                </a:lnTo>
                <a:lnTo>
                  <a:pt x="1396" y="1228"/>
                </a:lnTo>
                <a:lnTo>
                  <a:pt x="1396" y="1179"/>
                </a:lnTo>
                <a:lnTo>
                  <a:pt x="1396" y="1135"/>
                </a:lnTo>
                <a:lnTo>
                  <a:pt x="1395" y="1114"/>
                </a:lnTo>
                <a:lnTo>
                  <a:pt x="1392" y="1095"/>
                </a:lnTo>
                <a:lnTo>
                  <a:pt x="1388" y="1075"/>
                </a:lnTo>
                <a:lnTo>
                  <a:pt x="1382" y="1057"/>
                </a:lnTo>
                <a:lnTo>
                  <a:pt x="1376" y="1040"/>
                </a:lnTo>
                <a:lnTo>
                  <a:pt x="1369" y="1026"/>
                </a:lnTo>
                <a:lnTo>
                  <a:pt x="1361" y="1013"/>
                </a:lnTo>
                <a:lnTo>
                  <a:pt x="1353" y="1001"/>
                </a:lnTo>
                <a:lnTo>
                  <a:pt x="1344" y="991"/>
                </a:lnTo>
                <a:lnTo>
                  <a:pt x="1335" y="983"/>
                </a:lnTo>
                <a:lnTo>
                  <a:pt x="1325" y="975"/>
                </a:lnTo>
                <a:lnTo>
                  <a:pt x="1316" y="969"/>
                </a:lnTo>
                <a:lnTo>
                  <a:pt x="1305" y="963"/>
                </a:lnTo>
                <a:lnTo>
                  <a:pt x="1295" y="959"/>
                </a:lnTo>
                <a:lnTo>
                  <a:pt x="1284" y="955"/>
                </a:lnTo>
                <a:lnTo>
                  <a:pt x="1273" y="951"/>
                </a:lnTo>
                <a:lnTo>
                  <a:pt x="1252" y="947"/>
                </a:lnTo>
                <a:lnTo>
                  <a:pt x="1230" y="943"/>
                </a:lnTo>
                <a:lnTo>
                  <a:pt x="1209" y="939"/>
                </a:lnTo>
                <a:lnTo>
                  <a:pt x="1190" y="935"/>
                </a:lnTo>
                <a:lnTo>
                  <a:pt x="1181" y="932"/>
                </a:lnTo>
                <a:lnTo>
                  <a:pt x="1172" y="928"/>
                </a:lnTo>
                <a:lnTo>
                  <a:pt x="1165" y="925"/>
                </a:lnTo>
                <a:lnTo>
                  <a:pt x="1157" y="921"/>
                </a:lnTo>
                <a:lnTo>
                  <a:pt x="1151" y="915"/>
                </a:lnTo>
                <a:lnTo>
                  <a:pt x="1144" y="909"/>
                </a:lnTo>
                <a:lnTo>
                  <a:pt x="1139" y="902"/>
                </a:lnTo>
                <a:lnTo>
                  <a:pt x="1135" y="894"/>
                </a:lnTo>
                <a:lnTo>
                  <a:pt x="1131" y="884"/>
                </a:lnTo>
                <a:lnTo>
                  <a:pt x="1128" y="873"/>
                </a:lnTo>
                <a:lnTo>
                  <a:pt x="1127" y="861"/>
                </a:lnTo>
                <a:lnTo>
                  <a:pt x="1126" y="847"/>
                </a:lnTo>
                <a:close/>
                <a:moveTo>
                  <a:pt x="1591" y="688"/>
                </a:moveTo>
                <a:lnTo>
                  <a:pt x="1615" y="705"/>
                </a:lnTo>
                <a:lnTo>
                  <a:pt x="1634" y="720"/>
                </a:lnTo>
                <a:lnTo>
                  <a:pt x="1651" y="735"/>
                </a:lnTo>
                <a:lnTo>
                  <a:pt x="1665" y="748"/>
                </a:lnTo>
                <a:lnTo>
                  <a:pt x="1685" y="772"/>
                </a:lnTo>
                <a:lnTo>
                  <a:pt x="1701" y="792"/>
                </a:lnTo>
                <a:lnTo>
                  <a:pt x="1708" y="799"/>
                </a:lnTo>
                <a:lnTo>
                  <a:pt x="1715" y="806"/>
                </a:lnTo>
                <a:lnTo>
                  <a:pt x="1722" y="810"/>
                </a:lnTo>
                <a:lnTo>
                  <a:pt x="1731" y="813"/>
                </a:lnTo>
                <a:lnTo>
                  <a:pt x="1742" y="816"/>
                </a:lnTo>
                <a:lnTo>
                  <a:pt x="1754" y="816"/>
                </a:lnTo>
                <a:lnTo>
                  <a:pt x="1769" y="813"/>
                </a:lnTo>
                <a:lnTo>
                  <a:pt x="1786" y="810"/>
                </a:lnTo>
                <a:lnTo>
                  <a:pt x="1786" y="884"/>
                </a:lnTo>
                <a:lnTo>
                  <a:pt x="1771" y="872"/>
                </a:lnTo>
                <a:lnTo>
                  <a:pt x="1760" y="862"/>
                </a:lnTo>
                <a:lnTo>
                  <a:pt x="1748" y="853"/>
                </a:lnTo>
                <a:lnTo>
                  <a:pt x="1732" y="841"/>
                </a:lnTo>
                <a:lnTo>
                  <a:pt x="1705" y="822"/>
                </a:lnTo>
                <a:lnTo>
                  <a:pt x="1683" y="807"/>
                </a:lnTo>
                <a:lnTo>
                  <a:pt x="1666" y="794"/>
                </a:lnTo>
                <a:lnTo>
                  <a:pt x="1651" y="780"/>
                </a:lnTo>
                <a:lnTo>
                  <a:pt x="1644" y="773"/>
                </a:lnTo>
                <a:lnTo>
                  <a:pt x="1637" y="765"/>
                </a:lnTo>
                <a:lnTo>
                  <a:pt x="1630" y="756"/>
                </a:lnTo>
                <a:lnTo>
                  <a:pt x="1624" y="745"/>
                </a:lnTo>
                <a:lnTo>
                  <a:pt x="1608" y="720"/>
                </a:lnTo>
                <a:lnTo>
                  <a:pt x="1591" y="688"/>
                </a:lnTo>
                <a:close/>
                <a:moveTo>
                  <a:pt x="1260" y="652"/>
                </a:moveTo>
                <a:lnTo>
                  <a:pt x="1268" y="635"/>
                </a:lnTo>
                <a:lnTo>
                  <a:pt x="1273" y="620"/>
                </a:lnTo>
                <a:lnTo>
                  <a:pt x="1279" y="606"/>
                </a:lnTo>
                <a:lnTo>
                  <a:pt x="1285" y="590"/>
                </a:lnTo>
                <a:lnTo>
                  <a:pt x="1304" y="604"/>
                </a:lnTo>
                <a:lnTo>
                  <a:pt x="1312" y="613"/>
                </a:lnTo>
                <a:lnTo>
                  <a:pt x="1317" y="616"/>
                </a:lnTo>
                <a:lnTo>
                  <a:pt x="1323" y="619"/>
                </a:lnTo>
                <a:lnTo>
                  <a:pt x="1332" y="622"/>
                </a:lnTo>
                <a:lnTo>
                  <a:pt x="1346" y="627"/>
                </a:lnTo>
                <a:lnTo>
                  <a:pt x="1337" y="639"/>
                </a:lnTo>
                <a:lnTo>
                  <a:pt x="1331" y="646"/>
                </a:lnTo>
                <a:lnTo>
                  <a:pt x="1328" y="648"/>
                </a:lnTo>
                <a:lnTo>
                  <a:pt x="1324" y="651"/>
                </a:lnTo>
                <a:lnTo>
                  <a:pt x="1321" y="652"/>
                </a:lnTo>
                <a:lnTo>
                  <a:pt x="1318" y="653"/>
                </a:lnTo>
                <a:lnTo>
                  <a:pt x="1297" y="653"/>
                </a:lnTo>
                <a:lnTo>
                  <a:pt x="1260" y="652"/>
                </a:lnTo>
                <a:close/>
                <a:moveTo>
                  <a:pt x="1505" y="615"/>
                </a:moveTo>
                <a:lnTo>
                  <a:pt x="1509" y="618"/>
                </a:lnTo>
                <a:lnTo>
                  <a:pt x="1507" y="617"/>
                </a:lnTo>
                <a:lnTo>
                  <a:pt x="1505" y="615"/>
                </a:lnTo>
                <a:close/>
                <a:moveTo>
                  <a:pt x="1408" y="578"/>
                </a:moveTo>
                <a:lnTo>
                  <a:pt x="1420" y="584"/>
                </a:lnTo>
                <a:lnTo>
                  <a:pt x="1427" y="589"/>
                </a:lnTo>
                <a:lnTo>
                  <a:pt x="1435" y="594"/>
                </a:lnTo>
                <a:lnTo>
                  <a:pt x="1445" y="602"/>
                </a:lnTo>
                <a:lnTo>
                  <a:pt x="1422" y="601"/>
                </a:lnTo>
                <a:lnTo>
                  <a:pt x="1409" y="599"/>
                </a:lnTo>
                <a:lnTo>
                  <a:pt x="1406" y="597"/>
                </a:lnTo>
                <a:lnTo>
                  <a:pt x="1403" y="596"/>
                </a:lnTo>
                <a:lnTo>
                  <a:pt x="1403" y="596"/>
                </a:lnTo>
                <a:lnTo>
                  <a:pt x="1403" y="595"/>
                </a:lnTo>
                <a:lnTo>
                  <a:pt x="1407" y="592"/>
                </a:lnTo>
                <a:lnTo>
                  <a:pt x="1410" y="589"/>
                </a:lnTo>
                <a:lnTo>
                  <a:pt x="1411" y="587"/>
                </a:lnTo>
                <a:lnTo>
                  <a:pt x="1411" y="584"/>
                </a:lnTo>
                <a:lnTo>
                  <a:pt x="1410" y="581"/>
                </a:lnTo>
                <a:lnTo>
                  <a:pt x="1408" y="578"/>
                </a:lnTo>
                <a:close/>
                <a:moveTo>
                  <a:pt x="1163" y="578"/>
                </a:moveTo>
                <a:lnTo>
                  <a:pt x="1165" y="576"/>
                </a:lnTo>
                <a:lnTo>
                  <a:pt x="1168" y="575"/>
                </a:lnTo>
                <a:lnTo>
                  <a:pt x="1171" y="575"/>
                </a:lnTo>
                <a:lnTo>
                  <a:pt x="1175" y="575"/>
                </a:lnTo>
                <a:lnTo>
                  <a:pt x="1181" y="578"/>
                </a:lnTo>
                <a:lnTo>
                  <a:pt x="1187" y="581"/>
                </a:lnTo>
                <a:lnTo>
                  <a:pt x="1189" y="583"/>
                </a:lnTo>
                <a:lnTo>
                  <a:pt x="1190" y="584"/>
                </a:lnTo>
                <a:lnTo>
                  <a:pt x="1190" y="585"/>
                </a:lnTo>
                <a:lnTo>
                  <a:pt x="1190" y="587"/>
                </a:lnTo>
                <a:lnTo>
                  <a:pt x="1186" y="588"/>
                </a:lnTo>
                <a:lnTo>
                  <a:pt x="1177" y="584"/>
                </a:lnTo>
                <a:lnTo>
                  <a:pt x="1171" y="585"/>
                </a:lnTo>
                <a:lnTo>
                  <a:pt x="1162" y="589"/>
                </a:lnTo>
                <a:lnTo>
                  <a:pt x="1158" y="589"/>
                </a:lnTo>
                <a:lnTo>
                  <a:pt x="1156" y="588"/>
                </a:lnTo>
                <a:lnTo>
                  <a:pt x="1157" y="584"/>
                </a:lnTo>
                <a:lnTo>
                  <a:pt x="1163" y="578"/>
                </a:lnTo>
                <a:close/>
                <a:moveTo>
                  <a:pt x="575" y="333"/>
                </a:moveTo>
                <a:lnTo>
                  <a:pt x="576" y="343"/>
                </a:lnTo>
                <a:lnTo>
                  <a:pt x="578" y="353"/>
                </a:lnTo>
                <a:lnTo>
                  <a:pt x="583" y="361"/>
                </a:lnTo>
                <a:lnTo>
                  <a:pt x="588" y="367"/>
                </a:lnTo>
                <a:lnTo>
                  <a:pt x="594" y="372"/>
                </a:lnTo>
                <a:lnTo>
                  <a:pt x="602" y="376"/>
                </a:lnTo>
                <a:lnTo>
                  <a:pt x="611" y="379"/>
                </a:lnTo>
                <a:lnTo>
                  <a:pt x="619" y="381"/>
                </a:lnTo>
                <a:lnTo>
                  <a:pt x="640" y="382"/>
                </a:lnTo>
                <a:lnTo>
                  <a:pt x="663" y="384"/>
                </a:lnTo>
                <a:lnTo>
                  <a:pt x="687" y="382"/>
                </a:lnTo>
                <a:lnTo>
                  <a:pt x="711" y="381"/>
                </a:lnTo>
                <a:lnTo>
                  <a:pt x="694" y="403"/>
                </a:lnTo>
                <a:lnTo>
                  <a:pt x="671" y="429"/>
                </a:lnTo>
                <a:lnTo>
                  <a:pt x="644" y="458"/>
                </a:lnTo>
                <a:lnTo>
                  <a:pt x="614" y="488"/>
                </a:lnTo>
                <a:lnTo>
                  <a:pt x="598" y="502"/>
                </a:lnTo>
                <a:lnTo>
                  <a:pt x="583" y="516"/>
                </a:lnTo>
                <a:lnTo>
                  <a:pt x="566" y="529"/>
                </a:lnTo>
                <a:lnTo>
                  <a:pt x="551" y="540"/>
                </a:lnTo>
                <a:lnTo>
                  <a:pt x="536" y="551"/>
                </a:lnTo>
                <a:lnTo>
                  <a:pt x="521" y="559"/>
                </a:lnTo>
                <a:lnTo>
                  <a:pt x="508" y="566"/>
                </a:lnTo>
                <a:lnTo>
                  <a:pt x="495" y="571"/>
                </a:lnTo>
                <a:lnTo>
                  <a:pt x="477" y="572"/>
                </a:lnTo>
                <a:lnTo>
                  <a:pt x="443" y="574"/>
                </a:lnTo>
                <a:lnTo>
                  <a:pt x="421" y="576"/>
                </a:lnTo>
                <a:lnTo>
                  <a:pt x="398" y="578"/>
                </a:lnTo>
                <a:lnTo>
                  <a:pt x="374" y="581"/>
                </a:lnTo>
                <a:lnTo>
                  <a:pt x="349" y="585"/>
                </a:lnTo>
                <a:lnTo>
                  <a:pt x="324" y="591"/>
                </a:lnTo>
                <a:lnTo>
                  <a:pt x="302" y="600"/>
                </a:lnTo>
                <a:lnTo>
                  <a:pt x="291" y="604"/>
                </a:lnTo>
                <a:lnTo>
                  <a:pt x="280" y="609"/>
                </a:lnTo>
                <a:lnTo>
                  <a:pt x="269" y="615"/>
                </a:lnTo>
                <a:lnTo>
                  <a:pt x="260" y="621"/>
                </a:lnTo>
                <a:lnTo>
                  <a:pt x="252" y="629"/>
                </a:lnTo>
                <a:lnTo>
                  <a:pt x="244" y="636"/>
                </a:lnTo>
                <a:lnTo>
                  <a:pt x="238" y="645"/>
                </a:lnTo>
                <a:lnTo>
                  <a:pt x="231" y="655"/>
                </a:lnTo>
                <a:lnTo>
                  <a:pt x="227" y="665"/>
                </a:lnTo>
                <a:lnTo>
                  <a:pt x="224" y="676"/>
                </a:lnTo>
                <a:lnTo>
                  <a:pt x="221" y="688"/>
                </a:lnTo>
                <a:lnTo>
                  <a:pt x="220" y="701"/>
                </a:lnTo>
                <a:lnTo>
                  <a:pt x="221" y="710"/>
                </a:lnTo>
                <a:lnTo>
                  <a:pt x="224" y="720"/>
                </a:lnTo>
                <a:lnTo>
                  <a:pt x="227" y="730"/>
                </a:lnTo>
                <a:lnTo>
                  <a:pt x="231" y="737"/>
                </a:lnTo>
                <a:lnTo>
                  <a:pt x="237" y="745"/>
                </a:lnTo>
                <a:lnTo>
                  <a:pt x="243" y="753"/>
                </a:lnTo>
                <a:lnTo>
                  <a:pt x="251" y="759"/>
                </a:lnTo>
                <a:lnTo>
                  <a:pt x="259" y="765"/>
                </a:lnTo>
                <a:lnTo>
                  <a:pt x="268" y="769"/>
                </a:lnTo>
                <a:lnTo>
                  <a:pt x="278" y="773"/>
                </a:lnTo>
                <a:lnTo>
                  <a:pt x="288" y="778"/>
                </a:lnTo>
                <a:lnTo>
                  <a:pt x="298" y="780"/>
                </a:lnTo>
                <a:lnTo>
                  <a:pt x="309" y="783"/>
                </a:lnTo>
                <a:lnTo>
                  <a:pt x="320" y="784"/>
                </a:lnTo>
                <a:lnTo>
                  <a:pt x="332" y="785"/>
                </a:lnTo>
                <a:lnTo>
                  <a:pt x="343" y="786"/>
                </a:lnTo>
                <a:lnTo>
                  <a:pt x="334" y="799"/>
                </a:lnTo>
                <a:lnTo>
                  <a:pt x="331" y="807"/>
                </a:lnTo>
                <a:lnTo>
                  <a:pt x="330" y="809"/>
                </a:lnTo>
                <a:lnTo>
                  <a:pt x="328" y="810"/>
                </a:lnTo>
                <a:lnTo>
                  <a:pt x="326" y="811"/>
                </a:lnTo>
                <a:lnTo>
                  <a:pt x="323" y="811"/>
                </a:lnTo>
                <a:lnTo>
                  <a:pt x="311" y="809"/>
                </a:lnTo>
                <a:lnTo>
                  <a:pt x="291" y="806"/>
                </a:lnTo>
                <a:lnTo>
                  <a:pt x="258" y="801"/>
                </a:lnTo>
                <a:lnTo>
                  <a:pt x="208" y="798"/>
                </a:lnTo>
                <a:lnTo>
                  <a:pt x="188" y="797"/>
                </a:lnTo>
                <a:lnTo>
                  <a:pt x="169" y="794"/>
                </a:lnTo>
                <a:lnTo>
                  <a:pt x="162" y="793"/>
                </a:lnTo>
                <a:lnTo>
                  <a:pt x="153" y="791"/>
                </a:lnTo>
                <a:lnTo>
                  <a:pt x="147" y="787"/>
                </a:lnTo>
                <a:lnTo>
                  <a:pt x="139" y="784"/>
                </a:lnTo>
                <a:lnTo>
                  <a:pt x="134" y="780"/>
                </a:lnTo>
                <a:lnTo>
                  <a:pt x="128" y="775"/>
                </a:lnTo>
                <a:lnTo>
                  <a:pt x="123" y="770"/>
                </a:lnTo>
                <a:lnTo>
                  <a:pt x="118" y="765"/>
                </a:lnTo>
                <a:lnTo>
                  <a:pt x="114" y="757"/>
                </a:lnTo>
                <a:lnTo>
                  <a:pt x="111" y="749"/>
                </a:lnTo>
                <a:lnTo>
                  <a:pt x="109" y="742"/>
                </a:lnTo>
                <a:lnTo>
                  <a:pt x="106" y="732"/>
                </a:lnTo>
                <a:lnTo>
                  <a:pt x="105" y="721"/>
                </a:lnTo>
                <a:lnTo>
                  <a:pt x="105" y="707"/>
                </a:lnTo>
                <a:lnTo>
                  <a:pt x="108" y="692"/>
                </a:lnTo>
                <a:lnTo>
                  <a:pt x="111" y="676"/>
                </a:lnTo>
                <a:lnTo>
                  <a:pt x="115" y="658"/>
                </a:lnTo>
                <a:lnTo>
                  <a:pt x="121" y="639"/>
                </a:lnTo>
                <a:lnTo>
                  <a:pt x="127" y="619"/>
                </a:lnTo>
                <a:lnTo>
                  <a:pt x="134" y="600"/>
                </a:lnTo>
                <a:lnTo>
                  <a:pt x="148" y="562"/>
                </a:lnTo>
                <a:lnTo>
                  <a:pt x="163" y="526"/>
                </a:lnTo>
                <a:lnTo>
                  <a:pt x="177" y="495"/>
                </a:lnTo>
                <a:lnTo>
                  <a:pt x="189" y="473"/>
                </a:lnTo>
                <a:lnTo>
                  <a:pt x="207" y="442"/>
                </a:lnTo>
                <a:lnTo>
                  <a:pt x="225" y="415"/>
                </a:lnTo>
                <a:lnTo>
                  <a:pt x="242" y="389"/>
                </a:lnTo>
                <a:lnTo>
                  <a:pt x="260" y="366"/>
                </a:lnTo>
                <a:lnTo>
                  <a:pt x="279" y="343"/>
                </a:lnTo>
                <a:lnTo>
                  <a:pt x="299" y="321"/>
                </a:lnTo>
                <a:lnTo>
                  <a:pt x="321" y="298"/>
                </a:lnTo>
                <a:lnTo>
                  <a:pt x="346" y="275"/>
                </a:lnTo>
                <a:lnTo>
                  <a:pt x="365" y="259"/>
                </a:lnTo>
                <a:lnTo>
                  <a:pt x="389" y="239"/>
                </a:lnTo>
                <a:lnTo>
                  <a:pt x="419" y="219"/>
                </a:lnTo>
                <a:lnTo>
                  <a:pt x="451" y="198"/>
                </a:lnTo>
                <a:lnTo>
                  <a:pt x="468" y="188"/>
                </a:lnTo>
                <a:lnTo>
                  <a:pt x="485" y="180"/>
                </a:lnTo>
                <a:lnTo>
                  <a:pt x="501" y="171"/>
                </a:lnTo>
                <a:lnTo>
                  <a:pt x="517" y="163"/>
                </a:lnTo>
                <a:lnTo>
                  <a:pt x="534" y="158"/>
                </a:lnTo>
                <a:lnTo>
                  <a:pt x="549" y="153"/>
                </a:lnTo>
                <a:lnTo>
                  <a:pt x="563" y="150"/>
                </a:lnTo>
                <a:lnTo>
                  <a:pt x="575" y="149"/>
                </a:lnTo>
                <a:lnTo>
                  <a:pt x="589" y="149"/>
                </a:lnTo>
                <a:lnTo>
                  <a:pt x="598" y="150"/>
                </a:lnTo>
                <a:lnTo>
                  <a:pt x="602" y="151"/>
                </a:lnTo>
                <a:lnTo>
                  <a:pt x="604" y="153"/>
                </a:lnTo>
                <a:lnTo>
                  <a:pt x="605" y="157"/>
                </a:lnTo>
                <a:lnTo>
                  <a:pt x="605" y="161"/>
                </a:lnTo>
                <a:lnTo>
                  <a:pt x="606" y="168"/>
                </a:lnTo>
                <a:lnTo>
                  <a:pt x="611" y="176"/>
                </a:lnTo>
                <a:lnTo>
                  <a:pt x="613" y="186"/>
                </a:lnTo>
                <a:lnTo>
                  <a:pt x="617" y="206"/>
                </a:lnTo>
                <a:lnTo>
                  <a:pt x="620" y="225"/>
                </a:lnTo>
                <a:lnTo>
                  <a:pt x="623" y="235"/>
                </a:lnTo>
                <a:lnTo>
                  <a:pt x="620" y="244"/>
                </a:lnTo>
                <a:lnTo>
                  <a:pt x="618" y="251"/>
                </a:lnTo>
                <a:lnTo>
                  <a:pt x="616" y="259"/>
                </a:lnTo>
                <a:lnTo>
                  <a:pt x="613" y="264"/>
                </a:lnTo>
                <a:lnTo>
                  <a:pt x="605" y="274"/>
                </a:lnTo>
                <a:lnTo>
                  <a:pt x="597" y="283"/>
                </a:lnTo>
                <a:lnTo>
                  <a:pt x="589" y="291"/>
                </a:lnTo>
                <a:lnTo>
                  <a:pt x="583" y="302"/>
                </a:lnTo>
                <a:lnTo>
                  <a:pt x="579" y="308"/>
                </a:lnTo>
                <a:lnTo>
                  <a:pt x="577" y="315"/>
                </a:lnTo>
                <a:lnTo>
                  <a:pt x="576" y="323"/>
                </a:lnTo>
                <a:lnTo>
                  <a:pt x="575" y="333"/>
                </a:lnTo>
                <a:close/>
                <a:moveTo>
                  <a:pt x="1052" y="210"/>
                </a:moveTo>
                <a:lnTo>
                  <a:pt x="1052" y="210"/>
                </a:lnTo>
                <a:lnTo>
                  <a:pt x="1052" y="210"/>
                </a:lnTo>
                <a:close/>
                <a:moveTo>
                  <a:pt x="674" y="112"/>
                </a:moveTo>
                <a:lnTo>
                  <a:pt x="706" y="109"/>
                </a:lnTo>
                <a:lnTo>
                  <a:pt x="734" y="105"/>
                </a:lnTo>
                <a:lnTo>
                  <a:pt x="748" y="102"/>
                </a:lnTo>
                <a:lnTo>
                  <a:pt x="765" y="101"/>
                </a:lnTo>
                <a:lnTo>
                  <a:pt x="784" y="100"/>
                </a:lnTo>
                <a:lnTo>
                  <a:pt x="808" y="100"/>
                </a:lnTo>
                <a:lnTo>
                  <a:pt x="810" y="115"/>
                </a:lnTo>
                <a:lnTo>
                  <a:pt x="814" y="130"/>
                </a:lnTo>
                <a:lnTo>
                  <a:pt x="819" y="142"/>
                </a:lnTo>
                <a:lnTo>
                  <a:pt x="825" y="151"/>
                </a:lnTo>
                <a:lnTo>
                  <a:pt x="832" y="160"/>
                </a:lnTo>
                <a:lnTo>
                  <a:pt x="841" y="166"/>
                </a:lnTo>
                <a:lnTo>
                  <a:pt x="850" y="172"/>
                </a:lnTo>
                <a:lnTo>
                  <a:pt x="860" y="176"/>
                </a:lnTo>
                <a:lnTo>
                  <a:pt x="871" y="178"/>
                </a:lnTo>
                <a:lnTo>
                  <a:pt x="882" y="181"/>
                </a:lnTo>
                <a:lnTo>
                  <a:pt x="894" y="182"/>
                </a:lnTo>
                <a:lnTo>
                  <a:pt x="906" y="181"/>
                </a:lnTo>
                <a:lnTo>
                  <a:pt x="918" y="180"/>
                </a:lnTo>
                <a:lnTo>
                  <a:pt x="931" y="178"/>
                </a:lnTo>
                <a:lnTo>
                  <a:pt x="943" y="176"/>
                </a:lnTo>
                <a:lnTo>
                  <a:pt x="955" y="174"/>
                </a:lnTo>
                <a:lnTo>
                  <a:pt x="949" y="184"/>
                </a:lnTo>
                <a:lnTo>
                  <a:pt x="944" y="194"/>
                </a:lnTo>
                <a:lnTo>
                  <a:pt x="938" y="202"/>
                </a:lnTo>
                <a:lnTo>
                  <a:pt x="932" y="212"/>
                </a:lnTo>
                <a:lnTo>
                  <a:pt x="919" y="227"/>
                </a:lnTo>
                <a:lnTo>
                  <a:pt x="911" y="235"/>
                </a:lnTo>
                <a:lnTo>
                  <a:pt x="909" y="240"/>
                </a:lnTo>
                <a:lnTo>
                  <a:pt x="907" y="249"/>
                </a:lnTo>
                <a:lnTo>
                  <a:pt x="906" y="263"/>
                </a:lnTo>
                <a:lnTo>
                  <a:pt x="906" y="284"/>
                </a:lnTo>
                <a:lnTo>
                  <a:pt x="906" y="289"/>
                </a:lnTo>
                <a:lnTo>
                  <a:pt x="907" y="295"/>
                </a:lnTo>
                <a:lnTo>
                  <a:pt x="909" y="300"/>
                </a:lnTo>
                <a:lnTo>
                  <a:pt x="911" y="305"/>
                </a:lnTo>
                <a:lnTo>
                  <a:pt x="918" y="316"/>
                </a:lnTo>
                <a:lnTo>
                  <a:pt x="925" y="325"/>
                </a:lnTo>
                <a:lnTo>
                  <a:pt x="935" y="334"/>
                </a:lnTo>
                <a:lnTo>
                  <a:pt x="946" y="339"/>
                </a:lnTo>
                <a:lnTo>
                  <a:pt x="951" y="342"/>
                </a:lnTo>
                <a:lnTo>
                  <a:pt x="957" y="343"/>
                </a:lnTo>
                <a:lnTo>
                  <a:pt x="962" y="344"/>
                </a:lnTo>
                <a:lnTo>
                  <a:pt x="968" y="346"/>
                </a:lnTo>
                <a:lnTo>
                  <a:pt x="978" y="344"/>
                </a:lnTo>
                <a:lnTo>
                  <a:pt x="991" y="341"/>
                </a:lnTo>
                <a:lnTo>
                  <a:pt x="1004" y="337"/>
                </a:lnTo>
                <a:lnTo>
                  <a:pt x="1018" y="331"/>
                </a:lnTo>
                <a:lnTo>
                  <a:pt x="1033" y="325"/>
                </a:lnTo>
                <a:lnTo>
                  <a:pt x="1048" y="317"/>
                </a:lnTo>
                <a:lnTo>
                  <a:pt x="1062" y="310"/>
                </a:lnTo>
                <a:lnTo>
                  <a:pt x="1077" y="300"/>
                </a:lnTo>
                <a:lnTo>
                  <a:pt x="1106" y="282"/>
                </a:lnTo>
                <a:lnTo>
                  <a:pt x="1133" y="264"/>
                </a:lnTo>
                <a:lnTo>
                  <a:pt x="1156" y="248"/>
                </a:lnTo>
                <a:lnTo>
                  <a:pt x="1175" y="235"/>
                </a:lnTo>
                <a:lnTo>
                  <a:pt x="1180" y="249"/>
                </a:lnTo>
                <a:lnTo>
                  <a:pt x="1186" y="261"/>
                </a:lnTo>
                <a:lnTo>
                  <a:pt x="1191" y="271"/>
                </a:lnTo>
                <a:lnTo>
                  <a:pt x="1199" y="278"/>
                </a:lnTo>
                <a:lnTo>
                  <a:pt x="1206" y="285"/>
                </a:lnTo>
                <a:lnTo>
                  <a:pt x="1214" y="290"/>
                </a:lnTo>
                <a:lnTo>
                  <a:pt x="1223" y="296"/>
                </a:lnTo>
                <a:lnTo>
                  <a:pt x="1232" y="301"/>
                </a:lnTo>
                <a:lnTo>
                  <a:pt x="1243" y="307"/>
                </a:lnTo>
                <a:lnTo>
                  <a:pt x="1254" y="313"/>
                </a:lnTo>
                <a:lnTo>
                  <a:pt x="1266" y="321"/>
                </a:lnTo>
                <a:lnTo>
                  <a:pt x="1279" y="330"/>
                </a:lnTo>
                <a:lnTo>
                  <a:pt x="1292" y="341"/>
                </a:lnTo>
                <a:lnTo>
                  <a:pt x="1305" y="356"/>
                </a:lnTo>
                <a:lnTo>
                  <a:pt x="1319" y="374"/>
                </a:lnTo>
                <a:lnTo>
                  <a:pt x="1334" y="394"/>
                </a:lnTo>
                <a:lnTo>
                  <a:pt x="1317" y="398"/>
                </a:lnTo>
                <a:lnTo>
                  <a:pt x="1299" y="400"/>
                </a:lnTo>
                <a:lnTo>
                  <a:pt x="1284" y="402"/>
                </a:lnTo>
                <a:lnTo>
                  <a:pt x="1269" y="403"/>
                </a:lnTo>
                <a:lnTo>
                  <a:pt x="1254" y="404"/>
                </a:lnTo>
                <a:lnTo>
                  <a:pt x="1241" y="406"/>
                </a:lnTo>
                <a:lnTo>
                  <a:pt x="1228" y="407"/>
                </a:lnTo>
                <a:lnTo>
                  <a:pt x="1216" y="411"/>
                </a:lnTo>
                <a:lnTo>
                  <a:pt x="1205" y="414"/>
                </a:lnTo>
                <a:lnTo>
                  <a:pt x="1196" y="418"/>
                </a:lnTo>
                <a:lnTo>
                  <a:pt x="1188" y="425"/>
                </a:lnTo>
                <a:lnTo>
                  <a:pt x="1180" y="434"/>
                </a:lnTo>
                <a:lnTo>
                  <a:pt x="1177" y="439"/>
                </a:lnTo>
                <a:lnTo>
                  <a:pt x="1174" y="444"/>
                </a:lnTo>
                <a:lnTo>
                  <a:pt x="1171" y="451"/>
                </a:lnTo>
                <a:lnTo>
                  <a:pt x="1169" y="457"/>
                </a:lnTo>
                <a:lnTo>
                  <a:pt x="1165" y="474"/>
                </a:lnTo>
                <a:lnTo>
                  <a:pt x="1163" y="492"/>
                </a:lnTo>
                <a:lnTo>
                  <a:pt x="1152" y="492"/>
                </a:lnTo>
                <a:lnTo>
                  <a:pt x="1143" y="493"/>
                </a:lnTo>
                <a:lnTo>
                  <a:pt x="1133" y="495"/>
                </a:lnTo>
                <a:lnTo>
                  <a:pt x="1126" y="498"/>
                </a:lnTo>
                <a:lnTo>
                  <a:pt x="1118" y="500"/>
                </a:lnTo>
                <a:lnTo>
                  <a:pt x="1112" y="503"/>
                </a:lnTo>
                <a:lnTo>
                  <a:pt x="1105" y="506"/>
                </a:lnTo>
                <a:lnTo>
                  <a:pt x="1100" y="509"/>
                </a:lnTo>
                <a:lnTo>
                  <a:pt x="1095" y="514"/>
                </a:lnTo>
                <a:lnTo>
                  <a:pt x="1091" y="518"/>
                </a:lnTo>
                <a:lnTo>
                  <a:pt x="1087" y="524"/>
                </a:lnTo>
                <a:lnTo>
                  <a:pt x="1085" y="528"/>
                </a:lnTo>
                <a:lnTo>
                  <a:pt x="1081" y="533"/>
                </a:lnTo>
                <a:lnTo>
                  <a:pt x="1079" y="540"/>
                </a:lnTo>
                <a:lnTo>
                  <a:pt x="1078" y="545"/>
                </a:lnTo>
                <a:lnTo>
                  <a:pt x="1077" y="552"/>
                </a:lnTo>
                <a:lnTo>
                  <a:pt x="1077" y="565"/>
                </a:lnTo>
                <a:lnTo>
                  <a:pt x="1078" y="578"/>
                </a:lnTo>
                <a:lnTo>
                  <a:pt x="1080" y="592"/>
                </a:lnTo>
                <a:lnTo>
                  <a:pt x="1085" y="606"/>
                </a:lnTo>
                <a:lnTo>
                  <a:pt x="1090" y="621"/>
                </a:lnTo>
                <a:lnTo>
                  <a:pt x="1098" y="635"/>
                </a:lnTo>
                <a:lnTo>
                  <a:pt x="1105" y="650"/>
                </a:lnTo>
                <a:lnTo>
                  <a:pt x="1114" y="664"/>
                </a:lnTo>
                <a:lnTo>
                  <a:pt x="1100" y="671"/>
                </a:lnTo>
                <a:lnTo>
                  <a:pt x="1089" y="679"/>
                </a:lnTo>
                <a:lnTo>
                  <a:pt x="1078" y="688"/>
                </a:lnTo>
                <a:lnTo>
                  <a:pt x="1071" y="696"/>
                </a:lnTo>
                <a:lnTo>
                  <a:pt x="1063" y="706"/>
                </a:lnTo>
                <a:lnTo>
                  <a:pt x="1056" y="716"/>
                </a:lnTo>
                <a:lnTo>
                  <a:pt x="1052" y="727"/>
                </a:lnTo>
                <a:lnTo>
                  <a:pt x="1049" y="737"/>
                </a:lnTo>
                <a:lnTo>
                  <a:pt x="1046" y="750"/>
                </a:lnTo>
                <a:lnTo>
                  <a:pt x="1043" y="764"/>
                </a:lnTo>
                <a:lnTo>
                  <a:pt x="1042" y="779"/>
                </a:lnTo>
                <a:lnTo>
                  <a:pt x="1041" y="794"/>
                </a:lnTo>
                <a:lnTo>
                  <a:pt x="1040" y="830"/>
                </a:lnTo>
                <a:lnTo>
                  <a:pt x="1040" y="872"/>
                </a:lnTo>
                <a:lnTo>
                  <a:pt x="1041" y="886"/>
                </a:lnTo>
                <a:lnTo>
                  <a:pt x="1043" y="900"/>
                </a:lnTo>
                <a:lnTo>
                  <a:pt x="1047" y="913"/>
                </a:lnTo>
                <a:lnTo>
                  <a:pt x="1052" y="925"/>
                </a:lnTo>
                <a:lnTo>
                  <a:pt x="1058" y="937"/>
                </a:lnTo>
                <a:lnTo>
                  <a:pt x="1065" y="948"/>
                </a:lnTo>
                <a:lnTo>
                  <a:pt x="1074" y="959"/>
                </a:lnTo>
                <a:lnTo>
                  <a:pt x="1082" y="969"/>
                </a:lnTo>
                <a:lnTo>
                  <a:pt x="1092" y="977"/>
                </a:lnTo>
                <a:lnTo>
                  <a:pt x="1102" y="986"/>
                </a:lnTo>
                <a:lnTo>
                  <a:pt x="1114" y="994"/>
                </a:lnTo>
                <a:lnTo>
                  <a:pt x="1125" y="1000"/>
                </a:lnTo>
                <a:lnTo>
                  <a:pt x="1137" y="1007"/>
                </a:lnTo>
                <a:lnTo>
                  <a:pt x="1149" y="1012"/>
                </a:lnTo>
                <a:lnTo>
                  <a:pt x="1161" y="1016"/>
                </a:lnTo>
                <a:lnTo>
                  <a:pt x="1174" y="1021"/>
                </a:lnTo>
                <a:lnTo>
                  <a:pt x="1200" y="1026"/>
                </a:lnTo>
                <a:lnTo>
                  <a:pt x="1226" y="1029"/>
                </a:lnTo>
                <a:lnTo>
                  <a:pt x="1238" y="1032"/>
                </a:lnTo>
                <a:lnTo>
                  <a:pt x="1248" y="1034"/>
                </a:lnTo>
                <a:lnTo>
                  <a:pt x="1259" y="1038"/>
                </a:lnTo>
                <a:lnTo>
                  <a:pt x="1269" y="1042"/>
                </a:lnTo>
                <a:lnTo>
                  <a:pt x="1273" y="1046"/>
                </a:lnTo>
                <a:lnTo>
                  <a:pt x="1278" y="1049"/>
                </a:lnTo>
                <a:lnTo>
                  <a:pt x="1282" y="1053"/>
                </a:lnTo>
                <a:lnTo>
                  <a:pt x="1286" y="1058"/>
                </a:lnTo>
                <a:lnTo>
                  <a:pt x="1290" y="1063"/>
                </a:lnTo>
                <a:lnTo>
                  <a:pt x="1293" y="1070"/>
                </a:lnTo>
                <a:lnTo>
                  <a:pt x="1296" y="1076"/>
                </a:lnTo>
                <a:lnTo>
                  <a:pt x="1299" y="1084"/>
                </a:lnTo>
                <a:lnTo>
                  <a:pt x="1304" y="1101"/>
                </a:lnTo>
                <a:lnTo>
                  <a:pt x="1308" y="1122"/>
                </a:lnTo>
                <a:lnTo>
                  <a:pt x="1309" y="1148"/>
                </a:lnTo>
                <a:lnTo>
                  <a:pt x="1310" y="1177"/>
                </a:lnTo>
                <a:lnTo>
                  <a:pt x="1309" y="1219"/>
                </a:lnTo>
                <a:lnTo>
                  <a:pt x="1308" y="1265"/>
                </a:lnTo>
                <a:lnTo>
                  <a:pt x="1307" y="1314"/>
                </a:lnTo>
                <a:lnTo>
                  <a:pt x="1308" y="1362"/>
                </a:lnTo>
                <a:lnTo>
                  <a:pt x="1309" y="1387"/>
                </a:lnTo>
                <a:lnTo>
                  <a:pt x="1312" y="1409"/>
                </a:lnTo>
                <a:lnTo>
                  <a:pt x="1316" y="1433"/>
                </a:lnTo>
                <a:lnTo>
                  <a:pt x="1321" y="1455"/>
                </a:lnTo>
                <a:lnTo>
                  <a:pt x="1328" y="1477"/>
                </a:lnTo>
                <a:lnTo>
                  <a:pt x="1335" y="1497"/>
                </a:lnTo>
                <a:lnTo>
                  <a:pt x="1341" y="1507"/>
                </a:lnTo>
                <a:lnTo>
                  <a:pt x="1346" y="1517"/>
                </a:lnTo>
                <a:lnTo>
                  <a:pt x="1351" y="1526"/>
                </a:lnTo>
                <a:lnTo>
                  <a:pt x="1358" y="1534"/>
                </a:lnTo>
                <a:lnTo>
                  <a:pt x="1368" y="1546"/>
                </a:lnTo>
                <a:lnTo>
                  <a:pt x="1377" y="1555"/>
                </a:lnTo>
                <a:lnTo>
                  <a:pt x="1383" y="1558"/>
                </a:lnTo>
                <a:lnTo>
                  <a:pt x="1388" y="1561"/>
                </a:lnTo>
                <a:lnTo>
                  <a:pt x="1395" y="1564"/>
                </a:lnTo>
                <a:lnTo>
                  <a:pt x="1400" y="1566"/>
                </a:lnTo>
                <a:lnTo>
                  <a:pt x="1413" y="1568"/>
                </a:lnTo>
                <a:lnTo>
                  <a:pt x="1430" y="1569"/>
                </a:lnTo>
                <a:lnTo>
                  <a:pt x="1447" y="1570"/>
                </a:lnTo>
                <a:lnTo>
                  <a:pt x="1469" y="1570"/>
                </a:lnTo>
                <a:lnTo>
                  <a:pt x="1461" y="1579"/>
                </a:lnTo>
                <a:lnTo>
                  <a:pt x="1453" y="1587"/>
                </a:lnTo>
                <a:lnTo>
                  <a:pt x="1444" y="1597"/>
                </a:lnTo>
                <a:lnTo>
                  <a:pt x="1434" y="1605"/>
                </a:lnTo>
                <a:lnTo>
                  <a:pt x="1422" y="1613"/>
                </a:lnTo>
                <a:lnTo>
                  <a:pt x="1410" y="1622"/>
                </a:lnTo>
                <a:lnTo>
                  <a:pt x="1397" y="1630"/>
                </a:lnTo>
                <a:lnTo>
                  <a:pt x="1383" y="1637"/>
                </a:lnTo>
                <a:lnTo>
                  <a:pt x="1354" y="1653"/>
                </a:lnTo>
                <a:lnTo>
                  <a:pt x="1321" y="1667"/>
                </a:lnTo>
                <a:lnTo>
                  <a:pt x="1286" y="1680"/>
                </a:lnTo>
                <a:lnTo>
                  <a:pt x="1251" y="1693"/>
                </a:lnTo>
                <a:lnTo>
                  <a:pt x="1213" y="1704"/>
                </a:lnTo>
                <a:lnTo>
                  <a:pt x="1175" y="1713"/>
                </a:lnTo>
                <a:lnTo>
                  <a:pt x="1136" y="1721"/>
                </a:lnTo>
                <a:lnTo>
                  <a:pt x="1095" y="1729"/>
                </a:lnTo>
                <a:lnTo>
                  <a:pt x="1056" y="1734"/>
                </a:lnTo>
                <a:lnTo>
                  <a:pt x="1017" y="1738"/>
                </a:lnTo>
                <a:lnTo>
                  <a:pt x="979" y="1740"/>
                </a:lnTo>
                <a:lnTo>
                  <a:pt x="943" y="1742"/>
                </a:lnTo>
                <a:lnTo>
                  <a:pt x="917" y="1740"/>
                </a:lnTo>
                <a:lnTo>
                  <a:pt x="892" y="1739"/>
                </a:lnTo>
                <a:lnTo>
                  <a:pt x="868" y="1737"/>
                </a:lnTo>
                <a:lnTo>
                  <a:pt x="845" y="1734"/>
                </a:lnTo>
                <a:lnTo>
                  <a:pt x="823" y="1731"/>
                </a:lnTo>
                <a:lnTo>
                  <a:pt x="802" y="1726"/>
                </a:lnTo>
                <a:lnTo>
                  <a:pt x="781" y="1722"/>
                </a:lnTo>
                <a:lnTo>
                  <a:pt x="759" y="1717"/>
                </a:lnTo>
                <a:lnTo>
                  <a:pt x="761" y="1695"/>
                </a:lnTo>
                <a:lnTo>
                  <a:pt x="763" y="1675"/>
                </a:lnTo>
                <a:lnTo>
                  <a:pt x="765" y="1657"/>
                </a:lnTo>
                <a:lnTo>
                  <a:pt x="767" y="1638"/>
                </a:lnTo>
                <a:lnTo>
                  <a:pt x="769" y="1618"/>
                </a:lnTo>
                <a:lnTo>
                  <a:pt x="770" y="1597"/>
                </a:lnTo>
                <a:lnTo>
                  <a:pt x="770" y="1572"/>
                </a:lnTo>
                <a:lnTo>
                  <a:pt x="770" y="1545"/>
                </a:lnTo>
                <a:lnTo>
                  <a:pt x="770" y="1506"/>
                </a:lnTo>
                <a:lnTo>
                  <a:pt x="770" y="1482"/>
                </a:lnTo>
                <a:lnTo>
                  <a:pt x="771" y="1473"/>
                </a:lnTo>
                <a:lnTo>
                  <a:pt x="773" y="1468"/>
                </a:lnTo>
                <a:lnTo>
                  <a:pt x="776" y="1464"/>
                </a:lnTo>
                <a:lnTo>
                  <a:pt x="779" y="1459"/>
                </a:lnTo>
                <a:lnTo>
                  <a:pt x="789" y="1448"/>
                </a:lnTo>
                <a:lnTo>
                  <a:pt x="804" y="1432"/>
                </a:lnTo>
                <a:lnTo>
                  <a:pt x="814" y="1419"/>
                </a:lnTo>
                <a:lnTo>
                  <a:pt x="824" y="1404"/>
                </a:lnTo>
                <a:lnTo>
                  <a:pt x="837" y="1383"/>
                </a:lnTo>
                <a:lnTo>
                  <a:pt x="853" y="1357"/>
                </a:lnTo>
                <a:lnTo>
                  <a:pt x="866" y="1339"/>
                </a:lnTo>
                <a:lnTo>
                  <a:pt x="881" y="1319"/>
                </a:lnTo>
                <a:lnTo>
                  <a:pt x="889" y="1310"/>
                </a:lnTo>
                <a:lnTo>
                  <a:pt x="897" y="1299"/>
                </a:lnTo>
                <a:lnTo>
                  <a:pt x="905" y="1289"/>
                </a:lnTo>
                <a:lnTo>
                  <a:pt x="911" y="1277"/>
                </a:lnTo>
                <a:lnTo>
                  <a:pt x="917" y="1266"/>
                </a:lnTo>
                <a:lnTo>
                  <a:pt x="922" y="1253"/>
                </a:lnTo>
                <a:lnTo>
                  <a:pt x="925" y="1240"/>
                </a:lnTo>
                <a:lnTo>
                  <a:pt x="927" y="1226"/>
                </a:lnTo>
                <a:lnTo>
                  <a:pt x="927" y="1211"/>
                </a:lnTo>
                <a:lnTo>
                  <a:pt x="924" y="1196"/>
                </a:lnTo>
                <a:lnTo>
                  <a:pt x="920" y="1178"/>
                </a:lnTo>
                <a:lnTo>
                  <a:pt x="912" y="1160"/>
                </a:lnTo>
                <a:lnTo>
                  <a:pt x="906" y="1146"/>
                </a:lnTo>
                <a:lnTo>
                  <a:pt x="898" y="1135"/>
                </a:lnTo>
                <a:lnTo>
                  <a:pt x="891" y="1125"/>
                </a:lnTo>
                <a:lnTo>
                  <a:pt x="883" y="1117"/>
                </a:lnTo>
                <a:lnTo>
                  <a:pt x="866" y="1105"/>
                </a:lnTo>
                <a:lnTo>
                  <a:pt x="847" y="1093"/>
                </a:lnTo>
                <a:lnTo>
                  <a:pt x="836" y="1086"/>
                </a:lnTo>
                <a:lnTo>
                  <a:pt x="824" y="1078"/>
                </a:lnTo>
                <a:lnTo>
                  <a:pt x="812" y="1067"/>
                </a:lnTo>
                <a:lnTo>
                  <a:pt x="799" y="1054"/>
                </a:lnTo>
                <a:lnTo>
                  <a:pt x="785" y="1038"/>
                </a:lnTo>
                <a:lnTo>
                  <a:pt x="770" y="1019"/>
                </a:lnTo>
                <a:lnTo>
                  <a:pt x="754" y="996"/>
                </a:lnTo>
                <a:lnTo>
                  <a:pt x="737" y="968"/>
                </a:lnTo>
                <a:lnTo>
                  <a:pt x="718" y="936"/>
                </a:lnTo>
                <a:lnTo>
                  <a:pt x="701" y="909"/>
                </a:lnTo>
                <a:lnTo>
                  <a:pt x="684" y="885"/>
                </a:lnTo>
                <a:lnTo>
                  <a:pt x="669" y="863"/>
                </a:lnTo>
                <a:lnTo>
                  <a:pt x="655" y="846"/>
                </a:lnTo>
                <a:lnTo>
                  <a:pt x="641" y="831"/>
                </a:lnTo>
                <a:lnTo>
                  <a:pt x="634" y="824"/>
                </a:lnTo>
                <a:lnTo>
                  <a:pt x="627" y="819"/>
                </a:lnTo>
                <a:lnTo>
                  <a:pt x="619" y="813"/>
                </a:lnTo>
                <a:lnTo>
                  <a:pt x="612" y="809"/>
                </a:lnTo>
                <a:lnTo>
                  <a:pt x="604" y="805"/>
                </a:lnTo>
                <a:lnTo>
                  <a:pt x="597" y="801"/>
                </a:lnTo>
                <a:lnTo>
                  <a:pt x="588" y="798"/>
                </a:lnTo>
                <a:lnTo>
                  <a:pt x="579" y="796"/>
                </a:lnTo>
                <a:lnTo>
                  <a:pt x="562" y="793"/>
                </a:lnTo>
                <a:lnTo>
                  <a:pt x="542" y="792"/>
                </a:lnTo>
                <a:lnTo>
                  <a:pt x="521" y="792"/>
                </a:lnTo>
                <a:lnTo>
                  <a:pt x="497" y="793"/>
                </a:lnTo>
                <a:lnTo>
                  <a:pt x="471" y="796"/>
                </a:lnTo>
                <a:lnTo>
                  <a:pt x="442" y="800"/>
                </a:lnTo>
                <a:lnTo>
                  <a:pt x="439" y="786"/>
                </a:lnTo>
                <a:lnTo>
                  <a:pt x="437" y="774"/>
                </a:lnTo>
                <a:lnTo>
                  <a:pt x="434" y="764"/>
                </a:lnTo>
                <a:lnTo>
                  <a:pt x="430" y="753"/>
                </a:lnTo>
                <a:lnTo>
                  <a:pt x="424" y="744"/>
                </a:lnTo>
                <a:lnTo>
                  <a:pt x="419" y="736"/>
                </a:lnTo>
                <a:lnTo>
                  <a:pt x="412" y="730"/>
                </a:lnTo>
                <a:lnTo>
                  <a:pt x="405" y="723"/>
                </a:lnTo>
                <a:lnTo>
                  <a:pt x="396" y="719"/>
                </a:lnTo>
                <a:lnTo>
                  <a:pt x="387" y="715"/>
                </a:lnTo>
                <a:lnTo>
                  <a:pt x="378" y="710"/>
                </a:lnTo>
                <a:lnTo>
                  <a:pt x="367" y="708"/>
                </a:lnTo>
                <a:lnTo>
                  <a:pt x="344" y="703"/>
                </a:lnTo>
                <a:lnTo>
                  <a:pt x="318" y="701"/>
                </a:lnTo>
                <a:lnTo>
                  <a:pt x="326" y="691"/>
                </a:lnTo>
                <a:lnTo>
                  <a:pt x="333" y="683"/>
                </a:lnTo>
                <a:lnTo>
                  <a:pt x="340" y="678"/>
                </a:lnTo>
                <a:lnTo>
                  <a:pt x="347" y="672"/>
                </a:lnTo>
                <a:lnTo>
                  <a:pt x="355" y="668"/>
                </a:lnTo>
                <a:lnTo>
                  <a:pt x="361" y="666"/>
                </a:lnTo>
                <a:lnTo>
                  <a:pt x="369" y="664"/>
                </a:lnTo>
                <a:lnTo>
                  <a:pt x="376" y="663"/>
                </a:lnTo>
                <a:lnTo>
                  <a:pt x="392" y="661"/>
                </a:lnTo>
                <a:lnTo>
                  <a:pt x="408" y="663"/>
                </a:lnTo>
                <a:lnTo>
                  <a:pt x="426" y="664"/>
                </a:lnTo>
                <a:lnTo>
                  <a:pt x="445" y="666"/>
                </a:lnTo>
                <a:lnTo>
                  <a:pt x="465" y="666"/>
                </a:lnTo>
                <a:lnTo>
                  <a:pt x="487" y="664"/>
                </a:lnTo>
                <a:lnTo>
                  <a:pt x="499" y="661"/>
                </a:lnTo>
                <a:lnTo>
                  <a:pt x="511" y="658"/>
                </a:lnTo>
                <a:lnTo>
                  <a:pt x="524" y="654"/>
                </a:lnTo>
                <a:lnTo>
                  <a:pt x="538" y="648"/>
                </a:lnTo>
                <a:lnTo>
                  <a:pt x="552" y="642"/>
                </a:lnTo>
                <a:lnTo>
                  <a:pt x="566" y="634"/>
                </a:lnTo>
                <a:lnTo>
                  <a:pt x="581" y="625"/>
                </a:lnTo>
                <a:lnTo>
                  <a:pt x="598" y="614"/>
                </a:lnTo>
                <a:lnTo>
                  <a:pt x="615" y="601"/>
                </a:lnTo>
                <a:lnTo>
                  <a:pt x="632" y="585"/>
                </a:lnTo>
                <a:lnTo>
                  <a:pt x="651" y="569"/>
                </a:lnTo>
                <a:lnTo>
                  <a:pt x="670" y="551"/>
                </a:lnTo>
                <a:lnTo>
                  <a:pt x="704" y="516"/>
                </a:lnTo>
                <a:lnTo>
                  <a:pt x="733" y="485"/>
                </a:lnTo>
                <a:lnTo>
                  <a:pt x="761" y="453"/>
                </a:lnTo>
                <a:lnTo>
                  <a:pt x="793" y="416"/>
                </a:lnTo>
                <a:lnTo>
                  <a:pt x="809" y="396"/>
                </a:lnTo>
                <a:lnTo>
                  <a:pt x="822" y="376"/>
                </a:lnTo>
                <a:lnTo>
                  <a:pt x="828" y="367"/>
                </a:lnTo>
                <a:lnTo>
                  <a:pt x="832" y="359"/>
                </a:lnTo>
                <a:lnTo>
                  <a:pt x="835" y="351"/>
                </a:lnTo>
                <a:lnTo>
                  <a:pt x="837" y="342"/>
                </a:lnTo>
                <a:lnTo>
                  <a:pt x="840" y="336"/>
                </a:lnTo>
                <a:lnTo>
                  <a:pt x="841" y="328"/>
                </a:lnTo>
                <a:lnTo>
                  <a:pt x="842" y="323"/>
                </a:lnTo>
                <a:lnTo>
                  <a:pt x="841" y="316"/>
                </a:lnTo>
                <a:lnTo>
                  <a:pt x="840" y="311"/>
                </a:lnTo>
                <a:lnTo>
                  <a:pt x="838" y="305"/>
                </a:lnTo>
                <a:lnTo>
                  <a:pt x="836" y="301"/>
                </a:lnTo>
                <a:lnTo>
                  <a:pt x="833" y="297"/>
                </a:lnTo>
                <a:lnTo>
                  <a:pt x="830" y="292"/>
                </a:lnTo>
                <a:lnTo>
                  <a:pt x="825" y="289"/>
                </a:lnTo>
                <a:lnTo>
                  <a:pt x="820" y="286"/>
                </a:lnTo>
                <a:lnTo>
                  <a:pt x="815" y="283"/>
                </a:lnTo>
                <a:lnTo>
                  <a:pt x="803" y="279"/>
                </a:lnTo>
                <a:lnTo>
                  <a:pt x="788" y="276"/>
                </a:lnTo>
                <a:lnTo>
                  <a:pt x="771" y="276"/>
                </a:lnTo>
                <a:lnTo>
                  <a:pt x="752" y="277"/>
                </a:lnTo>
                <a:lnTo>
                  <a:pt x="732" y="279"/>
                </a:lnTo>
                <a:lnTo>
                  <a:pt x="711" y="284"/>
                </a:lnTo>
                <a:lnTo>
                  <a:pt x="709" y="252"/>
                </a:lnTo>
                <a:lnTo>
                  <a:pt x="709" y="226"/>
                </a:lnTo>
                <a:lnTo>
                  <a:pt x="707" y="204"/>
                </a:lnTo>
                <a:lnTo>
                  <a:pt x="704" y="186"/>
                </a:lnTo>
                <a:lnTo>
                  <a:pt x="700" y="169"/>
                </a:lnTo>
                <a:lnTo>
                  <a:pt x="693" y="152"/>
                </a:lnTo>
                <a:lnTo>
                  <a:pt x="684" y="134"/>
                </a:lnTo>
                <a:lnTo>
                  <a:pt x="674" y="112"/>
                </a:lnTo>
                <a:close/>
                <a:moveTo>
                  <a:pt x="1052" y="210"/>
                </a:moveTo>
                <a:lnTo>
                  <a:pt x="1052" y="137"/>
                </a:lnTo>
                <a:lnTo>
                  <a:pt x="1003" y="100"/>
                </a:lnTo>
                <a:lnTo>
                  <a:pt x="1041" y="101"/>
                </a:lnTo>
                <a:lnTo>
                  <a:pt x="1078" y="104"/>
                </a:lnTo>
                <a:lnTo>
                  <a:pt x="1115" y="108"/>
                </a:lnTo>
                <a:lnTo>
                  <a:pt x="1151" y="113"/>
                </a:lnTo>
                <a:lnTo>
                  <a:pt x="1187" y="121"/>
                </a:lnTo>
                <a:lnTo>
                  <a:pt x="1222" y="130"/>
                </a:lnTo>
                <a:lnTo>
                  <a:pt x="1256" y="140"/>
                </a:lnTo>
                <a:lnTo>
                  <a:pt x="1290" y="152"/>
                </a:lnTo>
                <a:lnTo>
                  <a:pt x="1323" y="165"/>
                </a:lnTo>
                <a:lnTo>
                  <a:pt x="1355" y="180"/>
                </a:lnTo>
                <a:lnTo>
                  <a:pt x="1386" y="195"/>
                </a:lnTo>
                <a:lnTo>
                  <a:pt x="1417" y="212"/>
                </a:lnTo>
                <a:lnTo>
                  <a:pt x="1446" y="229"/>
                </a:lnTo>
                <a:lnTo>
                  <a:pt x="1474" y="249"/>
                </a:lnTo>
                <a:lnTo>
                  <a:pt x="1501" y="269"/>
                </a:lnTo>
                <a:lnTo>
                  <a:pt x="1528" y="289"/>
                </a:lnTo>
                <a:lnTo>
                  <a:pt x="1553" y="311"/>
                </a:lnTo>
                <a:lnTo>
                  <a:pt x="1576" y="334"/>
                </a:lnTo>
                <a:lnTo>
                  <a:pt x="1599" y="358"/>
                </a:lnTo>
                <a:lnTo>
                  <a:pt x="1620" y="381"/>
                </a:lnTo>
                <a:lnTo>
                  <a:pt x="1640" y="406"/>
                </a:lnTo>
                <a:lnTo>
                  <a:pt x="1658" y="432"/>
                </a:lnTo>
                <a:lnTo>
                  <a:pt x="1675" y="458"/>
                </a:lnTo>
                <a:lnTo>
                  <a:pt x="1690" y="486"/>
                </a:lnTo>
                <a:lnTo>
                  <a:pt x="1704" y="513"/>
                </a:lnTo>
                <a:lnTo>
                  <a:pt x="1716" y="540"/>
                </a:lnTo>
                <a:lnTo>
                  <a:pt x="1726" y="568"/>
                </a:lnTo>
                <a:lnTo>
                  <a:pt x="1734" y="596"/>
                </a:lnTo>
                <a:lnTo>
                  <a:pt x="1741" y="626"/>
                </a:lnTo>
                <a:lnTo>
                  <a:pt x="1746" y="654"/>
                </a:lnTo>
                <a:lnTo>
                  <a:pt x="1749" y="683"/>
                </a:lnTo>
                <a:lnTo>
                  <a:pt x="1751" y="712"/>
                </a:lnTo>
                <a:lnTo>
                  <a:pt x="1732" y="693"/>
                </a:lnTo>
                <a:lnTo>
                  <a:pt x="1715" y="676"/>
                </a:lnTo>
                <a:lnTo>
                  <a:pt x="1695" y="659"/>
                </a:lnTo>
                <a:lnTo>
                  <a:pt x="1674" y="643"/>
                </a:lnTo>
                <a:lnTo>
                  <a:pt x="1648" y="622"/>
                </a:lnTo>
                <a:lnTo>
                  <a:pt x="1628" y="605"/>
                </a:lnTo>
                <a:lnTo>
                  <a:pt x="1611" y="589"/>
                </a:lnTo>
                <a:lnTo>
                  <a:pt x="1588" y="569"/>
                </a:lnTo>
                <a:lnTo>
                  <a:pt x="1383" y="467"/>
                </a:lnTo>
                <a:lnTo>
                  <a:pt x="1396" y="448"/>
                </a:lnTo>
                <a:lnTo>
                  <a:pt x="1406" y="430"/>
                </a:lnTo>
                <a:lnTo>
                  <a:pt x="1413" y="414"/>
                </a:lnTo>
                <a:lnTo>
                  <a:pt x="1419" y="399"/>
                </a:lnTo>
                <a:lnTo>
                  <a:pt x="1420" y="392"/>
                </a:lnTo>
                <a:lnTo>
                  <a:pt x="1421" y="386"/>
                </a:lnTo>
                <a:lnTo>
                  <a:pt x="1422" y="379"/>
                </a:lnTo>
                <a:lnTo>
                  <a:pt x="1422" y="373"/>
                </a:lnTo>
                <a:lnTo>
                  <a:pt x="1421" y="366"/>
                </a:lnTo>
                <a:lnTo>
                  <a:pt x="1419" y="361"/>
                </a:lnTo>
                <a:lnTo>
                  <a:pt x="1418" y="354"/>
                </a:lnTo>
                <a:lnTo>
                  <a:pt x="1414" y="349"/>
                </a:lnTo>
                <a:lnTo>
                  <a:pt x="1408" y="337"/>
                </a:lnTo>
                <a:lnTo>
                  <a:pt x="1398" y="326"/>
                </a:lnTo>
                <a:lnTo>
                  <a:pt x="1386" y="314"/>
                </a:lnTo>
                <a:lnTo>
                  <a:pt x="1372" y="301"/>
                </a:lnTo>
                <a:lnTo>
                  <a:pt x="1336" y="274"/>
                </a:lnTo>
                <a:lnTo>
                  <a:pt x="1292" y="240"/>
                </a:lnTo>
                <a:lnTo>
                  <a:pt x="1270" y="223"/>
                </a:lnTo>
                <a:lnTo>
                  <a:pt x="1252" y="208"/>
                </a:lnTo>
                <a:lnTo>
                  <a:pt x="1235" y="194"/>
                </a:lnTo>
                <a:lnTo>
                  <a:pt x="1222" y="181"/>
                </a:lnTo>
                <a:lnTo>
                  <a:pt x="1212" y="170"/>
                </a:lnTo>
                <a:lnTo>
                  <a:pt x="1201" y="161"/>
                </a:lnTo>
                <a:lnTo>
                  <a:pt x="1192" y="155"/>
                </a:lnTo>
                <a:lnTo>
                  <a:pt x="1182" y="150"/>
                </a:lnTo>
                <a:lnTo>
                  <a:pt x="1178" y="149"/>
                </a:lnTo>
                <a:lnTo>
                  <a:pt x="1174" y="148"/>
                </a:lnTo>
                <a:lnTo>
                  <a:pt x="1168" y="148"/>
                </a:lnTo>
                <a:lnTo>
                  <a:pt x="1163" y="149"/>
                </a:lnTo>
                <a:lnTo>
                  <a:pt x="1151" y="152"/>
                </a:lnTo>
                <a:lnTo>
                  <a:pt x="1138" y="158"/>
                </a:lnTo>
                <a:lnTo>
                  <a:pt x="1122" y="166"/>
                </a:lnTo>
                <a:lnTo>
                  <a:pt x="1102" y="177"/>
                </a:lnTo>
                <a:lnTo>
                  <a:pt x="1079" y="193"/>
                </a:lnTo>
                <a:lnTo>
                  <a:pt x="1052" y="210"/>
                </a:lnTo>
                <a:close/>
                <a:moveTo>
                  <a:pt x="0" y="835"/>
                </a:moveTo>
                <a:lnTo>
                  <a:pt x="1" y="889"/>
                </a:lnTo>
                <a:lnTo>
                  <a:pt x="2" y="942"/>
                </a:lnTo>
                <a:lnTo>
                  <a:pt x="6" y="993"/>
                </a:lnTo>
                <a:lnTo>
                  <a:pt x="11" y="1044"/>
                </a:lnTo>
                <a:lnTo>
                  <a:pt x="14" y="1069"/>
                </a:lnTo>
                <a:lnTo>
                  <a:pt x="18" y="1092"/>
                </a:lnTo>
                <a:lnTo>
                  <a:pt x="22" y="1116"/>
                </a:lnTo>
                <a:lnTo>
                  <a:pt x="27" y="1140"/>
                </a:lnTo>
                <a:lnTo>
                  <a:pt x="33" y="1164"/>
                </a:lnTo>
                <a:lnTo>
                  <a:pt x="38" y="1187"/>
                </a:lnTo>
                <a:lnTo>
                  <a:pt x="45" y="1211"/>
                </a:lnTo>
                <a:lnTo>
                  <a:pt x="52" y="1234"/>
                </a:lnTo>
                <a:lnTo>
                  <a:pt x="60" y="1255"/>
                </a:lnTo>
                <a:lnTo>
                  <a:pt x="70" y="1278"/>
                </a:lnTo>
                <a:lnTo>
                  <a:pt x="78" y="1300"/>
                </a:lnTo>
                <a:lnTo>
                  <a:pt x="89" y="1321"/>
                </a:lnTo>
                <a:lnTo>
                  <a:pt x="100" y="1343"/>
                </a:lnTo>
                <a:lnTo>
                  <a:pt x="112" y="1365"/>
                </a:lnTo>
                <a:lnTo>
                  <a:pt x="125" y="1385"/>
                </a:lnTo>
                <a:lnTo>
                  <a:pt x="139" y="1407"/>
                </a:lnTo>
                <a:lnTo>
                  <a:pt x="154" y="1428"/>
                </a:lnTo>
                <a:lnTo>
                  <a:pt x="169" y="1447"/>
                </a:lnTo>
                <a:lnTo>
                  <a:pt x="186" y="1468"/>
                </a:lnTo>
                <a:lnTo>
                  <a:pt x="204" y="1489"/>
                </a:lnTo>
                <a:lnTo>
                  <a:pt x="222" y="1508"/>
                </a:lnTo>
                <a:lnTo>
                  <a:pt x="242" y="1528"/>
                </a:lnTo>
                <a:lnTo>
                  <a:pt x="264" y="1547"/>
                </a:lnTo>
                <a:lnTo>
                  <a:pt x="285" y="1566"/>
                </a:lnTo>
                <a:lnTo>
                  <a:pt x="352" y="1619"/>
                </a:lnTo>
                <a:lnTo>
                  <a:pt x="418" y="1664"/>
                </a:lnTo>
                <a:lnTo>
                  <a:pt x="486" y="1705"/>
                </a:lnTo>
                <a:lnTo>
                  <a:pt x="554" y="1738"/>
                </a:lnTo>
                <a:lnTo>
                  <a:pt x="623" y="1766"/>
                </a:lnTo>
                <a:lnTo>
                  <a:pt x="692" y="1789"/>
                </a:lnTo>
                <a:lnTo>
                  <a:pt x="760" y="1807"/>
                </a:lnTo>
                <a:lnTo>
                  <a:pt x="829" y="1819"/>
                </a:lnTo>
                <a:lnTo>
                  <a:pt x="897" y="1826"/>
                </a:lnTo>
                <a:lnTo>
                  <a:pt x="965" y="1828"/>
                </a:lnTo>
                <a:lnTo>
                  <a:pt x="1032" y="1826"/>
                </a:lnTo>
                <a:lnTo>
                  <a:pt x="1098" y="1819"/>
                </a:lnTo>
                <a:lnTo>
                  <a:pt x="1162" y="1808"/>
                </a:lnTo>
                <a:lnTo>
                  <a:pt x="1226" y="1793"/>
                </a:lnTo>
                <a:lnTo>
                  <a:pt x="1286" y="1773"/>
                </a:lnTo>
                <a:lnTo>
                  <a:pt x="1346" y="1749"/>
                </a:lnTo>
                <a:lnTo>
                  <a:pt x="1403" y="1722"/>
                </a:lnTo>
                <a:lnTo>
                  <a:pt x="1459" y="1692"/>
                </a:lnTo>
                <a:lnTo>
                  <a:pt x="1512" y="1657"/>
                </a:lnTo>
                <a:lnTo>
                  <a:pt x="1563" y="1620"/>
                </a:lnTo>
                <a:lnTo>
                  <a:pt x="1610" y="1580"/>
                </a:lnTo>
                <a:lnTo>
                  <a:pt x="1654" y="1536"/>
                </a:lnTo>
                <a:lnTo>
                  <a:pt x="1695" y="1491"/>
                </a:lnTo>
                <a:lnTo>
                  <a:pt x="1733" y="1442"/>
                </a:lnTo>
                <a:lnTo>
                  <a:pt x="1767" y="1391"/>
                </a:lnTo>
                <a:lnTo>
                  <a:pt x="1797" y="1338"/>
                </a:lnTo>
                <a:lnTo>
                  <a:pt x="1823" y="1282"/>
                </a:lnTo>
                <a:lnTo>
                  <a:pt x="1845" y="1226"/>
                </a:lnTo>
                <a:lnTo>
                  <a:pt x="1862" y="1167"/>
                </a:lnTo>
                <a:lnTo>
                  <a:pt x="1874" y="1107"/>
                </a:lnTo>
                <a:lnTo>
                  <a:pt x="1882" y="1045"/>
                </a:lnTo>
                <a:lnTo>
                  <a:pt x="1885" y="982"/>
                </a:lnTo>
                <a:lnTo>
                  <a:pt x="1881" y="877"/>
                </a:lnTo>
                <a:lnTo>
                  <a:pt x="1871" y="781"/>
                </a:lnTo>
                <a:lnTo>
                  <a:pt x="1854" y="690"/>
                </a:lnTo>
                <a:lnTo>
                  <a:pt x="1831" y="605"/>
                </a:lnTo>
                <a:lnTo>
                  <a:pt x="1802" y="527"/>
                </a:lnTo>
                <a:lnTo>
                  <a:pt x="1767" y="455"/>
                </a:lnTo>
                <a:lnTo>
                  <a:pt x="1728" y="389"/>
                </a:lnTo>
                <a:lnTo>
                  <a:pt x="1684" y="328"/>
                </a:lnTo>
                <a:lnTo>
                  <a:pt x="1637" y="273"/>
                </a:lnTo>
                <a:lnTo>
                  <a:pt x="1585" y="224"/>
                </a:lnTo>
                <a:lnTo>
                  <a:pt x="1529" y="181"/>
                </a:lnTo>
                <a:lnTo>
                  <a:pt x="1471" y="142"/>
                </a:lnTo>
                <a:lnTo>
                  <a:pt x="1410" y="108"/>
                </a:lnTo>
                <a:lnTo>
                  <a:pt x="1347" y="79"/>
                </a:lnTo>
                <a:lnTo>
                  <a:pt x="1282" y="55"/>
                </a:lnTo>
                <a:lnTo>
                  <a:pt x="1216" y="35"/>
                </a:lnTo>
                <a:lnTo>
                  <a:pt x="1149" y="20"/>
                </a:lnTo>
                <a:lnTo>
                  <a:pt x="1080" y="9"/>
                </a:lnTo>
                <a:lnTo>
                  <a:pt x="1012" y="3"/>
                </a:lnTo>
                <a:lnTo>
                  <a:pt x="944" y="0"/>
                </a:lnTo>
                <a:lnTo>
                  <a:pt x="875" y="1"/>
                </a:lnTo>
                <a:lnTo>
                  <a:pt x="808" y="6"/>
                </a:lnTo>
                <a:lnTo>
                  <a:pt x="743" y="15"/>
                </a:lnTo>
                <a:lnTo>
                  <a:pt x="679" y="26"/>
                </a:lnTo>
                <a:lnTo>
                  <a:pt x="616" y="42"/>
                </a:lnTo>
                <a:lnTo>
                  <a:pt x="557" y="60"/>
                </a:lnTo>
                <a:lnTo>
                  <a:pt x="500" y="81"/>
                </a:lnTo>
                <a:lnTo>
                  <a:pt x="447" y="105"/>
                </a:lnTo>
                <a:lnTo>
                  <a:pt x="397" y="132"/>
                </a:lnTo>
                <a:lnTo>
                  <a:pt x="350" y="161"/>
                </a:lnTo>
                <a:lnTo>
                  <a:pt x="309" y="193"/>
                </a:lnTo>
                <a:lnTo>
                  <a:pt x="272" y="225"/>
                </a:lnTo>
                <a:lnTo>
                  <a:pt x="244" y="255"/>
                </a:lnTo>
                <a:lnTo>
                  <a:pt x="216" y="287"/>
                </a:lnTo>
                <a:lnTo>
                  <a:pt x="190" y="320"/>
                </a:lnTo>
                <a:lnTo>
                  <a:pt x="164" y="353"/>
                </a:lnTo>
                <a:lnTo>
                  <a:pt x="140" y="388"/>
                </a:lnTo>
                <a:lnTo>
                  <a:pt x="118" y="424"/>
                </a:lnTo>
                <a:lnTo>
                  <a:pt x="98" y="462"/>
                </a:lnTo>
                <a:lnTo>
                  <a:pt x="78" y="500"/>
                </a:lnTo>
                <a:lnTo>
                  <a:pt x="61" y="539"/>
                </a:lnTo>
                <a:lnTo>
                  <a:pt x="46" y="579"/>
                </a:lnTo>
                <a:lnTo>
                  <a:pt x="38" y="599"/>
                </a:lnTo>
                <a:lnTo>
                  <a:pt x="33" y="619"/>
                </a:lnTo>
                <a:lnTo>
                  <a:pt x="26" y="640"/>
                </a:lnTo>
                <a:lnTo>
                  <a:pt x="21" y="661"/>
                </a:lnTo>
                <a:lnTo>
                  <a:pt x="16" y="682"/>
                </a:lnTo>
                <a:lnTo>
                  <a:pt x="12" y="704"/>
                </a:lnTo>
                <a:lnTo>
                  <a:pt x="9" y="724"/>
                </a:lnTo>
                <a:lnTo>
                  <a:pt x="6" y="746"/>
                </a:lnTo>
                <a:lnTo>
                  <a:pt x="3" y="769"/>
                </a:lnTo>
                <a:lnTo>
                  <a:pt x="1" y="791"/>
                </a:lnTo>
                <a:lnTo>
                  <a:pt x="0" y="812"/>
                </a:lnTo>
                <a:lnTo>
                  <a:pt x="0" y="835"/>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cs typeface="+mn-ea"/>
              <a:sym typeface="+mn-lt"/>
            </a:endParaRPr>
          </a:p>
        </p:txBody>
      </p:sp>
      <p:sp>
        <p:nvSpPr>
          <p:cNvPr id="77" name="Freeform 9"/>
          <p:cNvSpPr>
            <a:spLocks noEditPoints="1"/>
          </p:cNvSpPr>
          <p:nvPr/>
        </p:nvSpPr>
        <p:spPr bwMode="auto">
          <a:xfrm>
            <a:off x="9885743" y="4530540"/>
            <a:ext cx="567370" cy="527812"/>
          </a:xfrm>
          <a:custGeom>
            <a:avLst/>
            <a:gdLst>
              <a:gd name="T0" fmla="*/ 1328 w 2009"/>
              <a:gd name="T1" fmla="*/ 1686 h 1866"/>
              <a:gd name="T2" fmla="*/ 879 w 2009"/>
              <a:gd name="T3" fmla="*/ 1776 h 1866"/>
              <a:gd name="T4" fmla="*/ 734 w 2009"/>
              <a:gd name="T5" fmla="*/ 1669 h 1866"/>
              <a:gd name="T6" fmla="*/ 391 w 2009"/>
              <a:gd name="T7" fmla="*/ 237 h 1866"/>
              <a:gd name="T8" fmla="*/ 923 w 2009"/>
              <a:gd name="T9" fmla="*/ 240 h 1866"/>
              <a:gd name="T10" fmla="*/ 1726 w 2009"/>
              <a:gd name="T11" fmla="*/ 224 h 1866"/>
              <a:gd name="T12" fmla="*/ 1804 w 2009"/>
              <a:gd name="T13" fmla="*/ 241 h 1866"/>
              <a:gd name="T14" fmla="*/ 1795 w 2009"/>
              <a:gd name="T15" fmla="*/ 980 h 1866"/>
              <a:gd name="T16" fmla="*/ 1778 w 2009"/>
              <a:gd name="T17" fmla="*/ 1165 h 1866"/>
              <a:gd name="T18" fmla="*/ 1603 w 2009"/>
              <a:gd name="T19" fmla="*/ 1179 h 1866"/>
              <a:gd name="T20" fmla="*/ 666 w 2009"/>
              <a:gd name="T21" fmla="*/ 1155 h 1866"/>
              <a:gd name="T22" fmla="*/ 405 w 2009"/>
              <a:gd name="T23" fmla="*/ 1146 h 1866"/>
              <a:gd name="T24" fmla="*/ 285 w 2009"/>
              <a:gd name="T25" fmla="*/ 1142 h 1866"/>
              <a:gd name="T26" fmla="*/ 269 w 2009"/>
              <a:gd name="T27" fmla="*/ 726 h 1866"/>
              <a:gd name="T28" fmla="*/ 257 w 2009"/>
              <a:gd name="T29" fmla="*/ 278 h 1866"/>
              <a:gd name="T30" fmla="*/ 295 w 2009"/>
              <a:gd name="T31" fmla="*/ 226 h 1866"/>
              <a:gd name="T32" fmla="*/ 1908 w 2009"/>
              <a:gd name="T33" fmla="*/ 689 h 1866"/>
              <a:gd name="T34" fmla="*/ 1925 w 2009"/>
              <a:gd name="T35" fmla="*/ 1025 h 1866"/>
              <a:gd name="T36" fmla="*/ 1559 w 2009"/>
              <a:gd name="T37" fmla="*/ 1440 h 1866"/>
              <a:gd name="T38" fmla="*/ 560 w 2009"/>
              <a:gd name="T39" fmla="*/ 1484 h 1866"/>
              <a:gd name="T40" fmla="*/ 131 w 2009"/>
              <a:gd name="T41" fmla="*/ 1470 h 1866"/>
              <a:gd name="T42" fmla="*/ 117 w 2009"/>
              <a:gd name="T43" fmla="*/ 1413 h 1866"/>
              <a:gd name="T44" fmla="*/ 237 w 2009"/>
              <a:gd name="T45" fmla="*/ 98 h 1866"/>
              <a:gd name="T46" fmla="*/ 1847 w 2009"/>
              <a:gd name="T47" fmla="*/ 98 h 1866"/>
              <a:gd name="T48" fmla="*/ 1885 w 2009"/>
              <a:gd name="T49" fmla="*/ 211 h 1866"/>
              <a:gd name="T50" fmla="*/ 1836 w 2009"/>
              <a:gd name="T51" fmla="*/ 150 h 1866"/>
              <a:gd name="T52" fmla="*/ 1446 w 2009"/>
              <a:gd name="T53" fmla="*/ 136 h 1866"/>
              <a:gd name="T54" fmla="*/ 1100 w 2009"/>
              <a:gd name="T55" fmla="*/ 149 h 1866"/>
              <a:gd name="T56" fmla="*/ 259 w 2009"/>
              <a:gd name="T57" fmla="*/ 143 h 1866"/>
              <a:gd name="T58" fmla="*/ 194 w 2009"/>
              <a:gd name="T59" fmla="*/ 181 h 1866"/>
              <a:gd name="T60" fmla="*/ 170 w 2009"/>
              <a:gd name="T61" fmla="*/ 371 h 1866"/>
              <a:gd name="T62" fmla="*/ 181 w 2009"/>
              <a:gd name="T63" fmla="*/ 939 h 1866"/>
              <a:gd name="T64" fmla="*/ 200 w 2009"/>
              <a:gd name="T65" fmla="*/ 1169 h 1866"/>
              <a:gd name="T66" fmla="*/ 275 w 2009"/>
              <a:gd name="T67" fmla="*/ 1235 h 1866"/>
              <a:gd name="T68" fmla="*/ 393 w 2009"/>
              <a:gd name="T69" fmla="*/ 1231 h 1866"/>
              <a:gd name="T70" fmla="*/ 1167 w 2009"/>
              <a:gd name="T71" fmla="*/ 1252 h 1866"/>
              <a:gd name="T72" fmla="*/ 1755 w 2009"/>
              <a:gd name="T73" fmla="*/ 1262 h 1866"/>
              <a:gd name="T74" fmla="*/ 1853 w 2009"/>
              <a:gd name="T75" fmla="*/ 1218 h 1866"/>
              <a:gd name="T76" fmla="*/ 1873 w 2009"/>
              <a:gd name="T77" fmla="*/ 1053 h 1866"/>
              <a:gd name="T78" fmla="*/ 1886 w 2009"/>
              <a:gd name="T79" fmla="*/ 772 h 1866"/>
              <a:gd name="T80" fmla="*/ 1896 w 2009"/>
              <a:gd name="T81" fmla="*/ 495 h 1866"/>
              <a:gd name="T82" fmla="*/ 137 w 2009"/>
              <a:gd name="T83" fmla="*/ 1559 h 1866"/>
              <a:gd name="T84" fmla="*/ 476 w 2009"/>
              <a:gd name="T85" fmla="*/ 1572 h 1866"/>
              <a:gd name="T86" fmla="*/ 647 w 2009"/>
              <a:gd name="T87" fmla="*/ 1691 h 1866"/>
              <a:gd name="T88" fmla="*/ 599 w 2009"/>
              <a:gd name="T89" fmla="*/ 1816 h 1866"/>
              <a:gd name="T90" fmla="*/ 823 w 2009"/>
              <a:gd name="T91" fmla="*/ 1862 h 1866"/>
              <a:gd name="T92" fmla="*/ 1335 w 2009"/>
              <a:gd name="T93" fmla="*/ 1859 h 1866"/>
              <a:gd name="T94" fmla="*/ 1447 w 2009"/>
              <a:gd name="T95" fmla="*/ 1826 h 1866"/>
              <a:gd name="T96" fmla="*/ 1414 w 2009"/>
              <a:gd name="T97" fmla="*/ 1687 h 1866"/>
              <a:gd name="T98" fmla="*/ 1824 w 2009"/>
              <a:gd name="T99" fmla="*/ 1526 h 1866"/>
              <a:gd name="T100" fmla="*/ 1988 w 2009"/>
              <a:gd name="T101" fmla="*/ 1508 h 1866"/>
              <a:gd name="T102" fmla="*/ 2007 w 2009"/>
              <a:gd name="T103" fmla="*/ 1057 h 1866"/>
              <a:gd name="T104" fmla="*/ 1989 w 2009"/>
              <a:gd name="T105" fmla="*/ 284 h 1866"/>
              <a:gd name="T106" fmla="*/ 1950 w 2009"/>
              <a:gd name="T107" fmla="*/ 23 h 1866"/>
              <a:gd name="T108" fmla="*/ 1573 w 2009"/>
              <a:gd name="T109" fmla="*/ 3 h 1866"/>
              <a:gd name="T110" fmla="*/ 324 w 2009"/>
              <a:gd name="T111" fmla="*/ 3 h 1866"/>
              <a:gd name="T112" fmla="*/ 31 w 2009"/>
              <a:gd name="T113" fmla="*/ 23 h 1866"/>
              <a:gd name="T114" fmla="*/ 3 w 2009"/>
              <a:gd name="T115" fmla="*/ 290 h 1866"/>
              <a:gd name="T116" fmla="*/ 25 w 2009"/>
              <a:gd name="T117" fmla="*/ 1480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09" h="1866">
                <a:moveTo>
                  <a:pt x="721" y="1572"/>
                </a:moveTo>
                <a:lnTo>
                  <a:pt x="1296" y="1535"/>
                </a:lnTo>
                <a:lnTo>
                  <a:pt x="1297" y="1551"/>
                </a:lnTo>
                <a:lnTo>
                  <a:pt x="1299" y="1567"/>
                </a:lnTo>
                <a:lnTo>
                  <a:pt x="1302" y="1583"/>
                </a:lnTo>
                <a:lnTo>
                  <a:pt x="1304" y="1599"/>
                </a:lnTo>
                <a:lnTo>
                  <a:pt x="1311" y="1628"/>
                </a:lnTo>
                <a:lnTo>
                  <a:pt x="1320" y="1658"/>
                </a:lnTo>
                <a:lnTo>
                  <a:pt x="1328" y="1686"/>
                </a:lnTo>
                <a:lnTo>
                  <a:pt x="1335" y="1713"/>
                </a:lnTo>
                <a:lnTo>
                  <a:pt x="1338" y="1727"/>
                </a:lnTo>
                <a:lnTo>
                  <a:pt x="1342" y="1740"/>
                </a:lnTo>
                <a:lnTo>
                  <a:pt x="1344" y="1754"/>
                </a:lnTo>
                <a:lnTo>
                  <a:pt x="1346" y="1767"/>
                </a:lnTo>
                <a:lnTo>
                  <a:pt x="978" y="1780"/>
                </a:lnTo>
                <a:lnTo>
                  <a:pt x="942" y="1779"/>
                </a:lnTo>
                <a:lnTo>
                  <a:pt x="909" y="1778"/>
                </a:lnTo>
                <a:lnTo>
                  <a:pt x="879" y="1776"/>
                </a:lnTo>
                <a:lnTo>
                  <a:pt x="849" y="1774"/>
                </a:lnTo>
                <a:lnTo>
                  <a:pt x="820" y="1772"/>
                </a:lnTo>
                <a:lnTo>
                  <a:pt x="790" y="1769"/>
                </a:lnTo>
                <a:lnTo>
                  <a:pt x="757" y="1768"/>
                </a:lnTo>
                <a:lnTo>
                  <a:pt x="721" y="1767"/>
                </a:lnTo>
                <a:lnTo>
                  <a:pt x="724" y="1743"/>
                </a:lnTo>
                <a:lnTo>
                  <a:pt x="727" y="1719"/>
                </a:lnTo>
                <a:lnTo>
                  <a:pt x="730" y="1694"/>
                </a:lnTo>
                <a:lnTo>
                  <a:pt x="734" y="1669"/>
                </a:lnTo>
                <a:lnTo>
                  <a:pt x="736" y="1658"/>
                </a:lnTo>
                <a:lnTo>
                  <a:pt x="736" y="1646"/>
                </a:lnTo>
                <a:lnTo>
                  <a:pt x="736" y="1633"/>
                </a:lnTo>
                <a:lnTo>
                  <a:pt x="736" y="1621"/>
                </a:lnTo>
                <a:lnTo>
                  <a:pt x="733" y="1609"/>
                </a:lnTo>
                <a:lnTo>
                  <a:pt x="731" y="1596"/>
                </a:lnTo>
                <a:lnTo>
                  <a:pt x="727" y="1584"/>
                </a:lnTo>
                <a:lnTo>
                  <a:pt x="721" y="1572"/>
                </a:lnTo>
                <a:close/>
                <a:moveTo>
                  <a:pt x="391" y="237"/>
                </a:moveTo>
                <a:lnTo>
                  <a:pt x="434" y="237"/>
                </a:lnTo>
                <a:lnTo>
                  <a:pt x="484" y="237"/>
                </a:lnTo>
                <a:lnTo>
                  <a:pt x="539" y="238"/>
                </a:lnTo>
                <a:lnTo>
                  <a:pt x="598" y="238"/>
                </a:lnTo>
                <a:lnTo>
                  <a:pt x="661" y="239"/>
                </a:lnTo>
                <a:lnTo>
                  <a:pt x="726" y="239"/>
                </a:lnTo>
                <a:lnTo>
                  <a:pt x="792" y="240"/>
                </a:lnTo>
                <a:lnTo>
                  <a:pt x="858" y="240"/>
                </a:lnTo>
                <a:lnTo>
                  <a:pt x="923" y="240"/>
                </a:lnTo>
                <a:lnTo>
                  <a:pt x="987" y="239"/>
                </a:lnTo>
                <a:lnTo>
                  <a:pt x="1049" y="239"/>
                </a:lnTo>
                <a:lnTo>
                  <a:pt x="1105" y="238"/>
                </a:lnTo>
                <a:lnTo>
                  <a:pt x="1158" y="236"/>
                </a:lnTo>
                <a:lnTo>
                  <a:pt x="1204" y="233"/>
                </a:lnTo>
                <a:lnTo>
                  <a:pt x="1244" y="231"/>
                </a:lnTo>
                <a:lnTo>
                  <a:pt x="1276" y="228"/>
                </a:lnTo>
                <a:lnTo>
                  <a:pt x="1701" y="224"/>
                </a:lnTo>
                <a:lnTo>
                  <a:pt x="1726" y="224"/>
                </a:lnTo>
                <a:lnTo>
                  <a:pt x="1746" y="223"/>
                </a:lnTo>
                <a:lnTo>
                  <a:pt x="1763" y="223"/>
                </a:lnTo>
                <a:lnTo>
                  <a:pt x="1777" y="224"/>
                </a:lnTo>
                <a:lnTo>
                  <a:pt x="1783" y="226"/>
                </a:lnTo>
                <a:lnTo>
                  <a:pt x="1789" y="227"/>
                </a:lnTo>
                <a:lnTo>
                  <a:pt x="1793" y="230"/>
                </a:lnTo>
                <a:lnTo>
                  <a:pt x="1797" y="232"/>
                </a:lnTo>
                <a:lnTo>
                  <a:pt x="1800" y="237"/>
                </a:lnTo>
                <a:lnTo>
                  <a:pt x="1804" y="241"/>
                </a:lnTo>
                <a:lnTo>
                  <a:pt x="1806" y="247"/>
                </a:lnTo>
                <a:lnTo>
                  <a:pt x="1808" y="254"/>
                </a:lnTo>
                <a:lnTo>
                  <a:pt x="1810" y="270"/>
                </a:lnTo>
                <a:lnTo>
                  <a:pt x="1812" y="292"/>
                </a:lnTo>
                <a:lnTo>
                  <a:pt x="1812" y="318"/>
                </a:lnTo>
                <a:lnTo>
                  <a:pt x="1812" y="351"/>
                </a:lnTo>
                <a:lnTo>
                  <a:pt x="1811" y="437"/>
                </a:lnTo>
                <a:lnTo>
                  <a:pt x="1810" y="555"/>
                </a:lnTo>
                <a:lnTo>
                  <a:pt x="1795" y="980"/>
                </a:lnTo>
                <a:lnTo>
                  <a:pt x="1792" y="1008"/>
                </a:lnTo>
                <a:lnTo>
                  <a:pt x="1790" y="1033"/>
                </a:lnTo>
                <a:lnTo>
                  <a:pt x="1789" y="1056"/>
                </a:lnTo>
                <a:lnTo>
                  <a:pt x="1789" y="1077"/>
                </a:lnTo>
                <a:lnTo>
                  <a:pt x="1789" y="1112"/>
                </a:lnTo>
                <a:lnTo>
                  <a:pt x="1787" y="1138"/>
                </a:lnTo>
                <a:lnTo>
                  <a:pt x="1786" y="1148"/>
                </a:lnTo>
                <a:lnTo>
                  <a:pt x="1783" y="1157"/>
                </a:lnTo>
                <a:lnTo>
                  <a:pt x="1778" y="1165"/>
                </a:lnTo>
                <a:lnTo>
                  <a:pt x="1771" y="1170"/>
                </a:lnTo>
                <a:lnTo>
                  <a:pt x="1761" y="1174"/>
                </a:lnTo>
                <a:lnTo>
                  <a:pt x="1750" y="1178"/>
                </a:lnTo>
                <a:lnTo>
                  <a:pt x="1734" y="1180"/>
                </a:lnTo>
                <a:lnTo>
                  <a:pt x="1716" y="1182"/>
                </a:lnTo>
                <a:lnTo>
                  <a:pt x="1694" y="1182"/>
                </a:lnTo>
                <a:lnTo>
                  <a:pt x="1668" y="1181"/>
                </a:lnTo>
                <a:lnTo>
                  <a:pt x="1638" y="1180"/>
                </a:lnTo>
                <a:lnTo>
                  <a:pt x="1603" y="1179"/>
                </a:lnTo>
                <a:lnTo>
                  <a:pt x="1517" y="1174"/>
                </a:lnTo>
                <a:lnTo>
                  <a:pt x="1409" y="1169"/>
                </a:lnTo>
                <a:lnTo>
                  <a:pt x="1276" y="1163"/>
                </a:lnTo>
                <a:lnTo>
                  <a:pt x="1115" y="1158"/>
                </a:lnTo>
                <a:lnTo>
                  <a:pt x="1023" y="1157"/>
                </a:lnTo>
                <a:lnTo>
                  <a:pt x="922" y="1156"/>
                </a:lnTo>
                <a:lnTo>
                  <a:pt x="814" y="1155"/>
                </a:lnTo>
                <a:lnTo>
                  <a:pt x="696" y="1155"/>
                </a:lnTo>
                <a:lnTo>
                  <a:pt x="666" y="1155"/>
                </a:lnTo>
                <a:lnTo>
                  <a:pt x="639" y="1154"/>
                </a:lnTo>
                <a:lnTo>
                  <a:pt x="615" y="1152"/>
                </a:lnTo>
                <a:lnTo>
                  <a:pt x="592" y="1150"/>
                </a:lnTo>
                <a:lnTo>
                  <a:pt x="570" y="1146"/>
                </a:lnTo>
                <a:lnTo>
                  <a:pt x="546" y="1144"/>
                </a:lnTo>
                <a:lnTo>
                  <a:pt x="519" y="1143"/>
                </a:lnTo>
                <a:lnTo>
                  <a:pt x="489" y="1143"/>
                </a:lnTo>
                <a:lnTo>
                  <a:pt x="444" y="1144"/>
                </a:lnTo>
                <a:lnTo>
                  <a:pt x="405" y="1146"/>
                </a:lnTo>
                <a:lnTo>
                  <a:pt x="372" y="1151"/>
                </a:lnTo>
                <a:lnTo>
                  <a:pt x="345" y="1153"/>
                </a:lnTo>
                <a:lnTo>
                  <a:pt x="333" y="1154"/>
                </a:lnTo>
                <a:lnTo>
                  <a:pt x="322" y="1154"/>
                </a:lnTo>
                <a:lnTo>
                  <a:pt x="314" y="1154"/>
                </a:lnTo>
                <a:lnTo>
                  <a:pt x="305" y="1153"/>
                </a:lnTo>
                <a:lnTo>
                  <a:pt x="297" y="1151"/>
                </a:lnTo>
                <a:lnTo>
                  <a:pt x="291" y="1146"/>
                </a:lnTo>
                <a:lnTo>
                  <a:pt x="285" y="1142"/>
                </a:lnTo>
                <a:lnTo>
                  <a:pt x="281" y="1135"/>
                </a:lnTo>
                <a:lnTo>
                  <a:pt x="277" y="1128"/>
                </a:lnTo>
                <a:lnTo>
                  <a:pt x="274" y="1119"/>
                </a:lnTo>
                <a:lnTo>
                  <a:pt x="271" y="1107"/>
                </a:lnTo>
                <a:lnTo>
                  <a:pt x="269" y="1094"/>
                </a:lnTo>
                <a:lnTo>
                  <a:pt x="267" y="1061"/>
                </a:lnTo>
                <a:lnTo>
                  <a:pt x="266" y="1018"/>
                </a:lnTo>
                <a:lnTo>
                  <a:pt x="267" y="899"/>
                </a:lnTo>
                <a:lnTo>
                  <a:pt x="269" y="726"/>
                </a:lnTo>
                <a:lnTo>
                  <a:pt x="268" y="682"/>
                </a:lnTo>
                <a:lnTo>
                  <a:pt x="266" y="635"/>
                </a:lnTo>
                <a:lnTo>
                  <a:pt x="263" y="585"/>
                </a:lnTo>
                <a:lnTo>
                  <a:pt x="259" y="533"/>
                </a:lnTo>
                <a:lnTo>
                  <a:pt x="256" y="478"/>
                </a:lnTo>
                <a:lnTo>
                  <a:pt x="254" y="420"/>
                </a:lnTo>
                <a:lnTo>
                  <a:pt x="254" y="360"/>
                </a:lnTo>
                <a:lnTo>
                  <a:pt x="255" y="296"/>
                </a:lnTo>
                <a:lnTo>
                  <a:pt x="257" y="278"/>
                </a:lnTo>
                <a:lnTo>
                  <a:pt x="259" y="263"/>
                </a:lnTo>
                <a:lnTo>
                  <a:pt x="263" y="251"/>
                </a:lnTo>
                <a:lnTo>
                  <a:pt x="267" y="242"/>
                </a:lnTo>
                <a:lnTo>
                  <a:pt x="270" y="238"/>
                </a:lnTo>
                <a:lnTo>
                  <a:pt x="272" y="234"/>
                </a:lnTo>
                <a:lnTo>
                  <a:pt x="276" y="232"/>
                </a:lnTo>
                <a:lnTo>
                  <a:pt x="279" y="230"/>
                </a:lnTo>
                <a:lnTo>
                  <a:pt x="287" y="228"/>
                </a:lnTo>
                <a:lnTo>
                  <a:pt x="295" y="226"/>
                </a:lnTo>
                <a:lnTo>
                  <a:pt x="336" y="231"/>
                </a:lnTo>
                <a:lnTo>
                  <a:pt x="391" y="237"/>
                </a:lnTo>
                <a:close/>
                <a:moveTo>
                  <a:pt x="1896" y="334"/>
                </a:moveTo>
                <a:lnTo>
                  <a:pt x="1909" y="334"/>
                </a:lnTo>
                <a:lnTo>
                  <a:pt x="1908" y="404"/>
                </a:lnTo>
                <a:lnTo>
                  <a:pt x="1908" y="474"/>
                </a:lnTo>
                <a:lnTo>
                  <a:pt x="1907" y="547"/>
                </a:lnTo>
                <a:lnTo>
                  <a:pt x="1907" y="619"/>
                </a:lnTo>
                <a:lnTo>
                  <a:pt x="1908" y="689"/>
                </a:lnTo>
                <a:lnTo>
                  <a:pt x="1910" y="759"/>
                </a:lnTo>
                <a:lnTo>
                  <a:pt x="1911" y="792"/>
                </a:lnTo>
                <a:lnTo>
                  <a:pt x="1913" y="825"/>
                </a:lnTo>
                <a:lnTo>
                  <a:pt x="1915" y="856"/>
                </a:lnTo>
                <a:lnTo>
                  <a:pt x="1919" y="888"/>
                </a:lnTo>
                <a:lnTo>
                  <a:pt x="1922" y="920"/>
                </a:lnTo>
                <a:lnTo>
                  <a:pt x="1924" y="955"/>
                </a:lnTo>
                <a:lnTo>
                  <a:pt x="1925" y="990"/>
                </a:lnTo>
                <a:lnTo>
                  <a:pt x="1925" y="1025"/>
                </a:lnTo>
                <a:lnTo>
                  <a:pt x="1924" y="1096"/>
                </a:lnTo>
                <a:lnTo>
                  <a:pt x="1921" y="1168"/>
                </a:lnTo>
                <a:lnTo>
                  <a:pt x="1917" y="1240"/>
                </a:lnTo>
                <a:lnTo>
                  <a:pt x="1913" y="1311"/>
                </a:lnTo>
                <a:lnTo>
                  <a:pt x="1910" y="1381"/>
                </a:lnTo>
                <a:lnTo>
                  <a:pt x="1909" y="1449"/>
                </a:lnTo>
                <a:lnTo>
                  <a:pt x="1701" y="1437"/>
                </a:lnTo>
                <a:lnTo>
                  <a:pt x="1637" y="1437"/>
                </a:lnTo>
                <a:lnTo>
                  <a:pt x="1559" y="1440"/>
                </a:lnTo>
                <a:lnTo>
                  <a:pt x="1468" y="1444"/>
                </a:lnTo>
                <a:lnTo>
                  <a:pt x="1367" y="1448"/>
                </a:lnTo>
                <a:lnTo>
                  <a:pt x="1258" y="1453"/>
                </a:lnTo>
                <a:lnTo>
                  <a:pt x="1144" y="1460"/>
                </a:lnTo>
                <a:lnTo>
                  <a:pt x="1026" y="1465"/>
                </a:lnTo>
                <a:lnTo>
                  <a:pt x="906" y="1471"/>
                </a:lnTo>
                <a:lnTo>
                  <a:pt x="786" y="1476"/>
                </a:lnTo>
                <a:lnTo>
                  <a:pt x="670" y="1481"/>
                </a:lnTo>
                <a:lnTo>
                  <a:pt x="560" y="1484"/>
                </a:lnTo>
                <a:lnTo>
                  <a:pt x="456" y="1486"/>
                </a:lnTo>
                <a:lnTo>
                  <a:pt x="361" y="1486"/>
                </a:lnTo>
                <a:lnTo>
                  <a:pt x="279" y="1485"/>
                </a:lnTo>
                <a:lnTo>
                  <a:pt x="243" y="1483"/>
                </a:lnTo>
                <a:lnTo>
                  <a:pt x="211" y="1481"/>
                </a:lnTo>
                <a:lnTo>
                  <a:pt x="181" y="1478"/>
                </a:lnTo>
                <a:lnTo>
                  <a:pt x="157" y="1474"/>
                </a:lnTo>
                <a:lnTo>
                  <a:pt x="143" y="1472"/>
                </a:lnTo>
                <a:lnTo>
                  <a:pt x="131" y="1470"/>
                </a:lnTo>
                <a:lnTo>
                  <a:pt x="123" y="1466"/>
                </a:lnTo>
                <a:lnTo>
                  <a:pt x="116" y="1464"/>
                </a:lnTo>
                <a:lnTo>
                  <a:pt x="112" y="1461"/>
                </a:lnTo>
                <a:lnTo>
                  <a:pt x="110" y="1458"/>
                </a:lnTo>
                <a:lnTo>
                  <a:pt x="109" y="1453"/>
                </a:lnTo>
                <a:lnTo>
                  <a:pt x="109" y="1449"/>
                </a:lnTo>
                <a:lnTo>
                  <a:pt x="111" y="1438"/>
                </a:lnTo>
                <a:lnTo>
                  <a:pt x="115" y="1423"/>
                </a:lnTo>
                <a:lnTo>
                  <a:pt x="117" y="1413"/>
                </a:lnTo>
                <a:lnTo>
                  <a:pt x="118" y="1404"/>
                </a:lnTo>
                <a:lnTo>
                  <a:pt x="120" y="1392"/>
                </a:lnTo>
                <a:lnTo>
                  <a:pt x="120" y="1377"/>
                </a:lnTo>
                <a:lnTo>
                  <a:pt x="98" y="90"/>
                </a:lnTo>
                <a:lnTo>
                  <a:pt x="127" y="90"/>
                </a:lnTo>
                <a:lnTo>
                  <a:pt x="155" y="91"/>
                </a:lnTo>
                <a:lnTo>
                  <a:pt x="182" y="93"/>
                </a:lnTo>
                <a:lnTo>
                  <a:pt x="208" y="96"/>
                </a:lnTo>
                <a:lnTo>
                  <a:pt x="237" y="98"/>
                </a:lnTo>
                <a:lnTo>
                  <a:pt x="265" y="100"/>
                </a:lnTo>
                <a:lnTo>
                  <a:pt x="296" y="101"/>
                </a:lnTo>
                <a:lnTo>
                  <a:pt x="330" y="102"/>
                </a:lnTo>
                <a:lnTo>
                  <a:pt x="1750" y="90"/>
                </a:lnTo>
                <a:lnTo>
                  <a:pt x="1774" y="90"/>
                </a:lnTo>
                <a:lnTo>
                  <a:pt x="1796" y="91"/>
                </a:lnTo>
                <a:lnTo>
                  <a:pt x="1815" y="93"/>
                </a:lnTo>
                <a:lnTo>
                  <a:pt x="1831" y="96"/>
                </a:lnTo>
                <a:lnTo>
                  <a:pt x="1847" y="98"/>
                </a:lnTo>
                <a:lnTo>
                  <a:pt x="1864" y="100"/>
                </a:lnTo>
                <a:lnTo>
                  <a:pt x="1885" y="101"/>
                </a:lnTo>
                <a:lnTo>
                  <a:pt x="1909" y="102"/>
                </a:lnTo>
                <a:lnTo>
                  <a:pt x="1896" y="285"/>
                </a:lnTo>
                <a:lnTo>
                  <a:pt x="1895" y="263"/>
                </a:lnTo>
                <a:lnTo>
                  <a:pt x="1893" y="241"/>
                </a:lnTo>
                <a:lnTo>
                  <a:pt x="1891" y="230"/>
                </a:lnTo>
                <a:lnTo>
                  <a:pt x="1888" y="220"/>
                </a:lnTo>
                <a:lnTo>
                  <a:pt x="1885" y="211"/>
                </a:lnTo>
                <a:lnTo>
                  <a:pt x="1881" y="202"/>
                </a:lnTo>
                <a:lnTo>
                  <a:pt x="1877" y="193"/>
                </a:lnTo>
                <a:lnTo>
                  <a:pt x="1873" y="186"/>
                </a:lnTo>
                <a:lnTo>
                  <a:pt x="1868" y="178"/>
                </a:lnTo>
                <a:lnTo>
                  <a:pt x="1862" y="171"/>
                </a:lnTo>
                <a:lnTo>
                  <a:pt x="1857" y="165"/>
                </a:lnTo>
                <a:lnTo>
                  <a:pt x="1850" y="160"/>
                </a:lnTo>
                <a:lnTo>
                  <a:pt x="1843" y="154"/>
                </a:lnTo>
                <a:lnTo>
                  <a:pt x="1836" y="150"/>
                </a:lnTo>
                <a:lnTo>
                  <a:pt x="1830" y="148"/>
                </a:lnTo>
                <a:lnTo>
                  <a:pt x="1822" y="147"/>
                </a:lnTo>
                <a:lnTo>
                  <a:pt x="1812" y="144"/>
                </a:lnTo>
                <a:lnTo>
                  <a:pt x="1799" y="142"/>
                </a:lnTo>
                <a:lnTo>
                  <a:pt x="1769" y="140"/>
                </a:lnTo>
                <a:lnTo>
                  <a:pt x="1733" y="138"/>
                </a:lnTo>
                <a:lnTo>
                  <a:pt x="1645" y="136"/>
                </a:lnTo>
                <a:lnTo>
                  <a:pt x="1547" y="136"/>
                </a:lnTo>
                <a:lnTo>
                  <a:pt x="1446" y="136"/>
                </a:lnTo>
                <a:lnTo>
                  <a:pt x="1355" y="137"/>
                </a:lnTo>
                <a:lnTo>
                  <a:pt x="1281" y="138"/>
                </a:lnTo>
                <a:lnTo>
                  <a:pt x="1235" y="139"/>
                </a:lnTo>
                <a:lnTo>
                  <a:pt x="1207" y="139"/>
                </a:lnTo>
                <a:lnTo>
                  <a:pt x="1182" y="140"/>
                </a:lnTo>
                <a:lnTo>
                  <a:pt x="1161" y="142"/>
                </a:lnTo>
                <a:lnTo>
                  <a:pt x="1140" y="144"/>
                </a:lnTo>
                <a:lnTo>
                  <a:pt x="1121" y="147"/>
                </a:lnTo>
                <a:lnTo>
                  <a:pt x="1100" y="149"/>
                </a:lnTo>
                <a:lnTo>
                  <a:pt x="1077" y="151"/>
                </a:lnTo>
                <a:lnTo>
                  <a:pt x="1052" y="151"/>
                </a:lnTo>
                <a:lnTo>
                  <a:pt x="428" y="151"/>
                </a:lnTo>
                <a:lnTo>
                  <a:pt x="393" y="150"/>
                </a:lnTo>
                <a:lnTo>
                  <a:pt x="360" y="149"/>
                </a:lnTo>
                <a:lnTo>
                  <a:pt x="331" y="147"/>
                </a:lnTo>
                <a:lnTo>
                  <a:pt x="304" y="144"/>
                </a:lnTo>
                <a:lnTo>
                  <a:pt x="280" y="143"/>
                </a:lnTo>
                <a:lnTo>
                  <a:pt x="259" y="143"/>
                </a:lnTo>
                <a:lnTo>
                  <a:pt x="250" y="144"/>
                </a:lnTo>
                <a:lnTo>
                  <a:pt x="241" y="145"/>
                </a:lnTo>
                <a:lnTo>
                  <a:pt x="232" y="148"/>
                </a:lnTo>
                <a:lnTo>
                  <a:pt x="225" y="151"/>
                </a:lnTo>
                <a:lnTo>
                  <a:pt x="218" y="155"/>
                </a:lnTo>
                <a:lnTo>
                  <a:pt x="212" y="160"/>
                </a:lnTo>
                <a:lnTo>
                  <a:pt x="205" y="166"/>
                </a:lnTo>
                <a:lnTo>
                  <a:pt x="200" y="173"/>
                </a:lnTo>
                <a:lnTo>
                  <a:pt x="194" y="181"/>
                </a:lnTo>
                <a:lnTo>
                  <a:pt x="190" y="190"/>
                </a:lnTo>
                <a:lnTo>
                  <a:pt x="187" y="201"/>
                </a:lnTo>
                <a:lnTo>
                  <a:pt x="182" y="213"/>
                </a:lnTo>
                <a:lnTo>
                  <a:pt x="180" y="227"/>
                </a:lnTo>
                <a:lnTo>
                  <a:pt x="177" y="242"/>
                </a:lnTo>
                <a:lnTo>
                  <a:pt x="175" y="259"/>
                </a:lnTo>
                <a:lnTo>
                  <a:pt x="174" y="278"/>
                </a:lnTo>
                <a:lnTo>
                  <a:pt x="172" y="320"/>
                </a:lnTo>
                <a:lnTo>
                  <a:pt x="170" y="371"/>
                </a:lnTo>
                <a:lnTo>
                  <a:pt x="172" y="439"/>
                </a:lnTo>
                <a:lnTo>
                  <a:pt x="173" y="503"/>
                </a:lnTo>
                <a:lnTo>
                  <a:pt x="175" y="564"/>
                </a:lnTo>
                <a:lnTo>
                  <a:pt x="177" y="625"/>
                </a:lnTo>
                <a:lnTo>
                  <a:pt x="179" y="686"/>
                </a:lnTo>
                <a:lnTo>
                  <a:pt x="181" y="747"/>
                </a:lnTo>
                <a:lnTo>
                  <a:pt x="182" y="810"/>
                </a:lnTo>
                <a:lnTo>
                  <a:pt x="184" y="874"/>
                </a:lnTo>
                <a:lnTo>
                  <a:pt x="181" y="939"/>
                </a:lnTo>
                <a:lnTo>
                  <a:pt x="180" y="1003"/>
                </a:lnTo>
                <a:lnTo>
                  <a:pt x="180" y="1034"/>
                </a:lnTo>
                <a:lnTo>
                  <a:pt x="180" y="1065"/>
                </a:lnTo>
                <a:lnTo>
                  <a:pt x="182" y="1094"/>
                </a:lnTo>
                <a:lnTo>
                  <a:pt x="186" y="1121"/>
                </a:lnTo>
                <a:lnTo>
                  <a:pt x="189" y="1133"/>
                </a:lnTo>
                <a:lnTo>
                  <a:pt x="192" y="1146"/>
                </a:lnTo>
                <a:lnTo>
                  <a:pt x="195" y="1158"/>
                </a:lnTo>
                <a:lnTo>
                  <a:pt x="200" y="1169"/>
                </a:lnTo>
                <a:lnTo>
                  <a:pt x="205" y="1179"/>
                </a:lnTo>
                <a:lnTo>
                  <a:pt x="211" y="1189"/>
                </a:lnTo>
                <a:lnTo>
                  <a:pt x="217" y="1198"/>
                </a:lnTo>
                <a:lnTo>
                  <a:pt x="225" y="1206"/>
                </a:lnTo>
                <a:lnTo>
                  <a:pt x="232" y="1214"/>
                </a:lnTo>
                <a:lnTo>
                  <a:pt x="242" y="1221"/>
                </a:lnTo>
                <a:lnTo>
                  <a:pt x="252" y="1227"/>
                </a:lnTo>
                <a:lnTo>
                  <a:pt x="263" y="1231"/>
                </a:lnTo>
                <a:lnTo>
                  <a:pt x="275" y="1235"/>
                </a:lnTo>
                <a:lnTo>
                  <a:pt x="288" y="1239"/>
                </a:lnTo>
                <a:lnTo>
                  <a:pt x="303" y="1240"/>
                </a:lnTo>
                <a:lnTo>
                  <a:pt x="318" y="1241"/>
                </a:lnTo>
                <a:lnTo>
                  <a:pt x="334" y="1241"/>
                </a:lnTo>
                <a:lnTo>
                  <a:pt x="347" y="1240"/>
                </a:lnTo>
                <a:lnTo>
                  <a:pt x="358" y="1237"/>
                </a:lnTo>
                <a:lnTo>
                  <a:pt x="369" y="1235"/>
                </a:lnTo>
                <a:lnTo>
                  <a:pt x="380" y="1233"/>
                </a:lnTo>
                <a:lnTo>
                  <a:pt x="393" y="1231"/>
                </a:lnTo>
                <a:lnTo>
                  <a:pt x="408" y="1230"/>
                </a:lnTo>
                <a:lnTo>
                  <a:pt x="428" y="1228"/>
                </a:lnTo>
                <a:lnTo>
                  <a:pt x="807" y="1241"/>
                </a:lnTo>
                <a:lnTo>
                  <a:pt x="843" y="1242"/>
                </a:lnTo>
                <a:lnTo>
                  <a:pt x="891" y="1243"/>
                </a:lnTo>
                <a:lnTo>
                  <a:pt x="948" y="1244"/>
                </a:lnTo>
                <a:lnTo>
                  <a:pt x="1015" y="1246"/>
                </a:lnTo>
                <a:lnTo>
                  <a:pt x="1089" y="1249"/>
                </a:lnTo>
                <a:lnTo>
                  <a:pt x="1167" y="1252"/>
                </a:lnTo>
                <a:lnTo>
                  <a:pt x="1248" y="1255"/>
                </a:lnTo>
                <a:lnTo>
                  <a:pt x="1330" y="1257"/>
                </a:lnTo>
                <a:lnTo>
                  <a:pt x="1411" y="1260"/>
                </a:lnTo>
                <a:lnTo>
                  <a:pt x="1489" y="1261"/>
                </a:lnTo>
                <a:lnTo>
                  <a:pt x="1563" y="1263"/>
                </a:lnTo>
                <a:lnTo>
                  <a:pt x="1630" y="1265"/>
                </a:lnTo>
                <a:lnTo>
                  <a:pt x="1688" y="1265"/>
                </a:lnTo>
                <a:lnTo>
                  <a:pt x="1735" y="1263"/>
                </a:lnTo>
                <a:lnTo>
                  <a:pt x="1755" y="1262"/>
                </a:lnTo>
                <a:lnTo>
                  <a:pt x="1771" y="1261"/>
                </a:lnTo>
                <a:lnTo>
                  <a:pt x="1783" y="1260"/>
                </a:lnTo>
                <a:lnTo>
                  <a:pt x="1792" y="1259"/>
                </a:lnTo>
                <a:lnTo>
                  <a:pt x="1806" y="1254"/>
                </a:lnTo>
                <a:lnTo>
                  <a:pt x="1819" y="1248"/>
                </a:lnTo>
                <a:lnTo>
                  <a:pt x="1830" y="1242"/>
                </a:lnTo>
                <a:lnTo>
                  <a:pt x="1838" y="1234"/>
                </a:lnTo>
                <a:lnTo>
                  <a:pt x="1846" y="1227"/>
                </a:lnTo>
                <a:lnTo>
                  <a:pt x="1853" y="1218"/>
                </a:lnTo>
                <a:lnTo>
                  <a:pt x="1857" y="1208"/>
                </a:lnTo>
                <a:lnTo>
                  <a:pt x="1861" y="1197"/>
                </a:lnTo>
                <a:lnTo>
                  <a:pt x="1864" y="1185"/>
                </a:lnTo>
                <a:lnTo>
                  <a:pt x="1867" y="1173"/>
                </a:lnTo>
                <a:lnTo>
                  <a:pt x="1868" y="1160"/>
                </a:lnTo>
                <a:lnTo>
                  <a:pt x="1869" y="1146"/>
                </a:lnTo>
                <a:lnTo>
                  <a:pt x="1871" y="1116"/>
                </a:lnTo>
                <a:lnTo>
                  <a:pt x="1872" y="1082"/>
                </a:lnTo>
                <a:lnTo>
                  <a:pt x="1873" y="1053"/>
                </a:lnTo>
                <a:lnTo>
                  <a:pt x="1875" y="1025"/>
                </a:lnTo>
                <a:lnTo>
                  <a:pt x="1877" y="995"/>
                </a:lnTo>
                <a:lnTo>
                  <a:pt x="1880" y="966"/>
                </a:lnTo>
                <a:lnTo>
                  <a:pt x="1882" y="937"/>
                </a:lnTo>
                <a:lnTo>
                  <a:pt x="1883" y="905"/>
                </a:lnTo>
                <a:lnTo>
                  <a:pt x="1884" y="872"/>
                </a:lnTo>
                <a:lnTo>
                  <a:pt x="1884" y="837"/>
                </a:lnTo>
                <a:lnTo>
                  <a:pt x="1884" y="803"/>
                </a:lnTo>
                <a:lnTo>
                  <a:pt x="1886" y="772"/>
                </a:lnTo>
                <a:lnTo>
                  <a:pt x="1887" y="744"/>
                </a:lnTo>
                <a:lnTo>
                  <a:pt x="1891" y="716"/>
                </a:lnTo>
                <a:lnTo>
                  <a:pt x="1893" y="688"/>
                </a:lnTo>
                <a:lnTo>
                  <a:pt x="1895" y="659"/>
                </a:lnTo>
                <a:lnTo>
                  <a:pt x="1896" y="627"/>
                </a:lnTo>
                <a:lnTo>
                  <a:pt x="1896" y="592"/>
                </a:lnTo>
                <a:lnTo>
                  <a:pt x="1896" y="560"/>
                </a:lnTo>
                <a:lnTo>
                  <a:pt x="1896" y="528"/>
                </a:lnTo>
                <a:lnTo>
                  <a:pt x="1896" y="495"/>
                </a:lnTo>
                <a:lnTo>
                  <a:pt x="1896" y="463"/>
                </a:lnTo>
                <a:lnTo>
                  <a:pt x="1896" y="431"/>
                </a:lnTo>
                <a:lnTo>
                  <a:pt x="1896" y="398"/>
                </a:lnTo>
                <a:lnTo>
                  <a:pt x="1896" y="367"/>
                </a:lnTo>
                <a:lnTo>
                  <a:pt x="1896" y="334"/>
                </a:lnTo>
                <a:close/>
                <a:moveTo>
                  <a:pt x="36" y="1547"/>
                </a:moveTo>
                <a:lnTo>
                  <a:pt x="72" y="1550"/>
                </a:lnTo>
                <a:lnTo>
                  <a:pt x="104" y="1554"/>
                </a:lnTo>
                <a:lnTo>
                  <a:pt x="137" y="1559"/>
                </a:lnTo>
                <a:lnTo>
                  <a:pt x="169" y="1562"/>
                </a:lnTo>
                <a:lnTo>
                  <a:pt x="203" y="1566"/>
                </a:lnTo>
                <a:lnTo>
                  <a:pt x="239" y="1569"/>
                </a:lnTo>
                <a:lnTo>
                  <a:pt x="277" y="1571"/>
                </a:lnTo>
                <a:lnTo>
                  <a:pt x="318" y="1572"/>
                </a:lnTo>
                <a:lnTo>
                  <a:pt x="357" y="1572"/>
                </a:lnTo>
                <a:lnTo>
                  <a:pt x="397" y="1572"/>
                </a:lnTo>
                <a:lnTo>
                  <a:pt x="437" y="1572"/>
                </a:lnTo>
                <a:lnTo>
                  <a:pt x="476" y="1572"/>
                </a:lnTo>
                <a:lnTo>
                  <a:pt x="516" y="1572"/>
                </a:lnTo>
                <a:lnTo>
                  <a:pt x="557" y="1572"/>
                </a:lnTo>
                <a:lnTo>
                  <a:pt x="596" y="1572"/>
                </a:lnTo>
                <a:lnTo>
                  <a:pt x="636" y="1572"/>
                </a:lnTo>
                <a:lnTo>
                  <a:pt x="642" y="1603"/>
                </a:lnTo>
                <a:lnTo>
                  <a:pt x="647" y="1630"/>
                </a:lnTo>
                <a:lnTo>
                  <a:pt x="649" y="1653"/>
                </a:lnTo>
                <a:lnTo>
                  <a:pt x="649" y="1674"/>
                </a:lnTo>
                <a:lnTo>
                  <a:pt x="647" y="1691"/>
                </a:lnTo>
                <a:lnTo>
                  <a:pt x="644" y="1706"/>
                </a:lnTo>
                <a:lnTo>
                  <a:pt x="640" y="1720"/>
                </a:lnTo>
                <a:lnTo>
                  <a:pt x="636" y="1731"/>
                </a:lnTo>
                <a:lnTo>
                  <a:pt x="625" y="1752"/>
                </a:lnTo>
                <a:lnTo>
                  <a:pt x="613" y="1770"/>
                </a:lnTo>
                <a:lnTo>
                  <a:pt x="609" y="1780"/>
                </a:lnTo>
                <a:lnTo>
                  <a:pt x="604" y="1791"/>
                </a:lnTo>
                <a:lnTo>
                  <a:pt x="601" y="1803"/>
                </a:lnTo>
                <a:lnTo>
                  <a:pt x="599" y="1816"/>
                </a:lnTo>
                <a:lnTo>
                  <a:pt x="609" y="1821"/>
                </a:lnTo>
                <a:lnTo>
                  <a:pt x="618" y="1827"/>
                </a:lnTo>
                <a:lnTo>
                  <a:pt x="630" y="1831"/>
                </a:lnTo>
                <a:lnTo>
                  <a:pt x="643" y="1836"/>
                </a:lnTo>
                <a:lnTo>
                  <a:pt x="674" y="1843"/>
                </a:lnTo>
                <a:lnTo>
                  <a:pt x="706" y="1850"/>
                </a:lnTo>
                <a:lnTo>
                  <a:pt x="743" y="1854"/>
                </a:lnTo>
                <a:lnTo>
                  <a:pt x="782" y="1858"/>
                </a:lnTo>
                <a:lnTo>
                  <a:pt x="823" y="1862"/>
                </a:lnTo>
                <a:lnTo>
                  <a:pt x="865" y="1864"/>
                </a:lnTo>
                <a:lnTo>
                  <a:pt x="950" y="1866"/>
                </a:lnTo>
                <a:lnTo>
                  <a:pt x="1032" y="1866"/>
                </a:lnTo>
                <a:lnTo>
                  <a:pt x="1104" y="1866"/>
                </a:lnTo>
                <a:lnTo>
                  <a:pt x="1162" y="1866"/>
                </a:lnTo>
                <a:lnTo>
                  <a:pt x="1230" y="1865"/>
                </a:lnTo>
                <a:lnTo>
                  <a:pt x="1289" y="1863"/>
                </a:lnTo>
                <a:lnTo>
                  <a:pt x="1314" y="1861"/>
                </a:lnTo>
                <a:lnTo>
                  <a:pt x="1335" y="1859"/>
                </a:lnTo>
                <a:lnTo>
                  <a:pt x="1356" y="1857"/>
                </a:lnTo>
                <a:lnTo>
                  <a:pt x="1374" y="1854"/>
                </a:lnTo>
                <a:lnTo>
                  <a:pt x="1389" y="1851"/>
                </a:lnTo>
                <a:lnTo>
                  <a:pt x="1404" y="1847"/>
                </a:lnTo>
                <a:lnTo>
                  <a:pt x="1415" y="1844"/>
                </a:lnTo>
                <a:lnTo>
                  <a:pt x="1426" y="1840"/>
                </a:lnTo>
                <a:lnTo>
                  <a:pt x="1434" y="1836"/>
                </a:lnTo>
                <a:lnTo>
                  <a:pt x="1442" y="1831"/>
                </a:lnTo>
                <a:lnTo>
                  <a:pt x="1447" y="1826"/>
                </a:lnTo>
                <a:lnTo>
                  <a:pt x="1451" y="1820"/>
                </a:lnTo>
                <a:lnTo>
                  <a:pt x="1453" y="1815"/>
                </a:lnTo>
                <a:lnTo>
                  <a:pt x="1456" y="1808"/>
                </a:lnTo>
                <a:lnTo>
                  <a:pt x="1456" y="1802"/>
                </a:lnTo>
                <a:lnTo>
                  <a:pt x="1456" y="1795"/>
                </a:lnTo>
                <a:lnTo>
                  <a:pt x="1452" y="1780"/>
                </a:lnTo>
                <a:lnTo>
                  <a:pt x="1447" y="1765"/>
                </a:lnTo>
                <a:lnTo>
                  <a:pt x="1431" y="1728"/>
                </a:lnTo>
                <a:lnTo>
                  <a:pt x="1414" y="1687"/>
                </a:lnTo>
                <a:lnTo>
                  <a:pt x="1409" y="1667"/>
                </a:lnTo>
                <a:lnTo>
                  <a:pt x="1405" y="1648"/>
                </a:lnTo>
                <a:lnTo>
                  <a:pt x="1400" y="1629"/>
                </a:lnTo>
                <a:lnTo>
                  <a:pt x="1397" y="1610"/>
                </a:lnTo>
                <a:lnTo>
                  <a:pt x="1389" y="1573"/>
                </a:lnTo>
                <a:lnTo>
                  <a:pt x="1382" y="1535"/>
                </a:lnTo>
                <a:lnTo>
                  <a:pt x="1761" y="1523"/>
                </a:lnTo>
                <a:lnTo>
                  <a:pt x="1794" y="1524"/>
                </a:lnTo>
                <a:lnTo>
                  <a:pt x="1824" y="1526"/>
                </a:lnTo>
                <a:lnTo>
                  <a:pt x="1854" y="1529"/>
                </a:lnTo>
                <a:lnTo>
                  <a:pt x="1883" y="1533"/>
                </a:lnTo>
                <a:lnTo>
                  <a:pt x="1910" y="1536"/>
                </a:lnTo>
                <a:lnTo>
                  <a:pt x="1935" y="1538"/>
                </a:lnTo>
                <a:lnTo>
                  <a:pt x="1948" y="1538"/>
                </a:lnTo>
                <a:lnTo>
                  <a:pt x="1960" y="1538"/>
                </a:lnTo>
                <a:lnTo>
                  <a:pt x="1971" y="1537"/>
                </a:lnTo>
                <a:lnTo>
                  <a:pt x="1982" y="1535"/>
                </a:lnTo>
                <a:lnTo>
                  <a:pt x="1988" y="1508"/>
                </a:lnTo>
                <a:lnTo>
                  <a:pt x="1992" y="1477"/>
                </a:lnTo>
                <a:lnTo>
                  <a:pt x="1997" y="1444"/>
                </a:lnTo>
                <a:lnTo>
                  <a:pt x="2000" y="1408"/>
                </a:lnTo>
                <a:lnTo>
                  <a:pt x="2002" y="1370"/>
                </a:lnTo>
                <a:lnTo>
                  <a:pt x="2004" y="1331"/>
                </a:lnTo>
                <a:lnTo>
                  <a:pt x="2007" y="1288"/>
                </a:lnTo>
                <a:lnTo>
                  <a:pt x="2008" y="1245"/>
                </a:lnTo>
                <a:lnTo>
                  <a:pt x="2008" y="1153"/>
                </a:lnTo>
                <a:lnTo>
                  <a:pt x="2007" y="1057"/>
                </a:lnTo>
                <a:lnTo>
                  <a:pt x="2004" y="958"/>
                </a:lnTo>
                <a:lnTo>
                  <a:pt x="2002" y="859"/>
                </a:lnTo>
                <a:lnTo>
                  <a:pt x="1999" y="759"/>
                </a:lnTo>
                <a:lnTo>
                  <a:pt x="1996" y="660"/>
                </a:lnTo>
                <a:lnTo>
                  <a:pt x="1992" y="566"/>
                </a:lnTo>
                <a:lnTo>
                  <a:pt x="1990" y="477"/>
                </a:lnTo>
                <a:lnTo>
                  <a:pt x="1988" y="393"/>
                </a:lnTo>
                <a:lnTo>
                  <a:pt x="1988" y="318"/>
                </a:lnTo>
                <a:lnTo>
                  <a:pt x="1989" y="284"/>
                </a:lnTo>
                <a:lnTo>
                  <a:pt x="1990" y="254"/>
                </a:lnTo>
                <a:lnTo>
                  <a:pt x="1992" y="225"/>
                </a:lnTo>
                <a:lnTo>
                  <a:pt x="1995" y="200"/>
                </a:lnTo>
                <a:lnTo>
                  <a:pt x="2009" y="53"/>
                </a:lnTo>
                <a:lnTo>
                  <a:pt x="1994" y="43"/>
                </a:lnTo>
                <a:lnTo>
                  <a:pt x="1981" y="36"/>
                </a:lnTo>
                <a:lnTo>
                  <a:pt x="1971" y="30"/>
                </a:lnTo>
                <a:lnTo>
                  <a:pt x="1961" y="26"/>
                </a:lnTo>
                <a:lnTo>
                  <a:pt x="1950" y="23"/>
                </a:lnTo>
                <a:lnTo>
                  <a:pt x="1936" y="21"/>
                </a:lnTo>
                <a:lnTo>
                  <a:pt x="1920" y="18"/>
                </a:lnTo>
                <a:lnTo>
                  <a:pt x="1897" y="15"/>
                </a:lnTo>
                <a:lnTo>
                  <a:pt x="1876" y="13"/>
                </a:lnTo>
                <a:lnTo>
                  <a:pt x="1849" y="11"/>
                </a:lnTo>
                <a:lnTo>
                  <a:pt x="1816" y="9"/>
                </a:lnTo>
                <a:lnTo>
                  <a:pt x="1777" y="8"/>
                </a:lnTo>
                <a:lnTo>
                  <a:pt x="1683" y="4"/>
                </a:lnTo>
                <a:lnTo>
                  <a:pt x="1573" y="3"/>
                </a:lnTo>
                <a:lnTo>
                  <a:pt x="1448" y="1"/>
                </a:lnTo>
                <a:lnTo>
                  <a:pt x="1311" y="1"/>
                </a:lnTo>
                <a:lnTo>
                  <a:pt x="1168" y="0"/>
                </a:lnTo>
                <a:lnTo>
                  <a:pt x="1020" y="0"/>
                </a:lnTo>
                <a:lnTo>
                  <a:pt x="871" y="0"/>
                </a:lnTo>
                <a:lnTo>
                  <a:pt x="724" y="1"/>
                </a:lnTo>
                <a:lnTo>
                  <a:pt x="580" y="1"/>
                </a:lnTo>
                <a:lnTo>
                  <a:pt x="447" y="2"/>
                </a:lnTo>
                <a:lnTo>
                  <a:pt x="324" y="3"/>
                </a:lnTo>
                <a:lnTo>
                  <a:pt x="217" y="3"/>
                </a:lnTo>
                <a:lnTo>
                  <a:pt x="128" y="4"/>
                </a:lnTo>
                <a:lnTo>
                  <a:pt x="61" y="4"/>
                </a:lnTo>
                <a:lnTo>
                  <a:pt x="54" y="4"/>
                </a:lnTo>
                <a:lnTo>
                  <a:pt x="49" y="6"/>
                </a:lnTo>
                <a:lnTo>
                  <a:pt x="44" y="9"/>
                </a:lnTo>
                <a:lnTo>
                  <a:pt x="38" y="13"/>
                </a:lnTo>
                <a:lnTo>
                  <a:pt x="34" y="17"/>
                </a:lnTo>
                <a:lnTo>
                  <a:pt x="31" y="23"/>
                </a:lnTo>
                <a:lnTo>
                  <a:pt x="26" y="29"/>
                </a:lnTo>
                <a:lnTo>
                  <a:pt x="23" y="37"/>
                </a:lnTo>
                <a:lnTo>
                  <a:pt x="18" y="53"/>
                </a:lnTo>
                <a:lnTo>
                  <a:pt x="14" y="74"/>
                </a:lnTo>
                <a:lnTo>
                  <a:pt x="11" y="96"/>
                </a:lnTo>
                <a:lnTo>
                  <a:pt x="9" y="119"/>
                </a:lnTo>
                <a:lnTo>
                  <a:pt x="7" y="174"/>
                </a:lnTo>
                <a:lnTo>
                  <a:pt x="5" y="231"/>
                </a:lnTo>
                <a:lnTo>
                  <a:pt x="3" y="290"/>
                </a:lnTo>
                <a:lnTo>
                  <a:pt x="0" y="347"/>
                </a:lnTo>
                <a:lnTo>
                  <a:pt x="24" y="1143"/>
                </a:lnTo>
                <a:lnTo>
                  <a:pt x="23" y="1193"/>
                </a:lnTo>
                <a:lnTo>
                  <a:pt x="22" y="1246"/>
                </a:lnTo>
                <a:lnTo>
                  <a:pt x="21" y="1299"/>
                </a:lnTo>
                <a:lnTo>
                  <a:pt x="21" y="1353"/>
                </a:lnTo>
                <a:lnTo>
                  <a:pt x="21" y="1405"/>
                </a:lnTo>
                <a:lnTo>
                  <a:pt x="23" y="1456"/>
                </a:lnTo>
                <a:lnTo>
                  <a:pt x="25" y="1480"/>
                </a:lnTo>
                <a:lnTo>
                  <a:pt x="28" y="1503"/>
                </a:lnTo>
                <a:lnTo>
                  <a:pt x="32" y="1526"/>
                </a:lnTo>
                <a:lnTo>
                  <a:pt x="36" y="1547"/>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cs typeface="+mn-ea"/>
              <a:sym typeface="+mn-lt"/>
            </a:endParaRPr>
          </a:p>
        </p:txBody>
      </p:sp>
      <p:grpSp>
        <p:nvGrpSpPr>
          <p:cNvPr id="78" name="Group 157"/>
          <p:cNvGrpSpPr/>
          <p:nvPr/>
        </p:nvGrpSpPr>
        <p:grpSpPr>
          <a:xfrm>
            <a:off x="3905424" y="4552014"/>
            <a:ext cx="550416" cy="484864"/>
            <a:chOff x="7753351" y="1092200"/>
            <a:chExt cx="773113" cy="681038"/>
          </a:xfrm>
        </p:grpSpPr>
        <p:sp>
          <p:nvSpPr>
            <p:cNvPr id="81" name="Freeform 15"/>
            <p:cNvSpPr>
              <a:spLocks noEditPoints="1"/>
            </p:cNvSpPr>
            <p:nvPr/>
          </p:nvSpPr>
          <p:spPr bwMode="auto">
            <a:xfrm>
              <a:off x="7753351" y="1092200"/>
              <a:ext cx="773113" cy="681038"/>
            </a:xfrm>
            <a:custGeom>
              <a:avLst/>
              <a:gdLst>
                <a:gd name="T0" fmla="*/ 1333 w 1947"/>
                <a:gd name="T1" fmla="*/ 1595 h 1716"/>
                <a:gd name="T2" fmla="*/ 851 w 1947"/>
                <a:gd name="T3" fmla="*/ 1598 h 1716"/>
                <a:gd name="T4" fmla="*/ 377 w 1947"/>
                <a:gd name="T5" fmla="*/ 800 h 1716"/>
                <a:gd name="T6" fmla="*/ 382 w 1947"/>
                <a:gd name="T7" fmla="*/ 941 h 1716"/>
                <a:gd name="T8" fmla="*/ 422 w 1947"/>
                <a:gd name="T9" fmla="*/ 970 h 1716"/>
                <a:gd name="T10" fmla="*/ 783 w 1947"/>
                <a:gd name="T11" fmla="*/ 1003 h 1716"/>
                <a:gd name="T12" fmla="*/ 1259 w 1947"/>
                <a:gd name="T13" fmla="*/ 1010 h 1716"/>
                <a:gd name="T14" fmla="*/ 1514 w 1947"/>
                <a:gd name="T15" fmla="*/ 986 h 1716"/>
                <a:gd name="T16" fmla="*/ 1590 w 1947"/>
                <a:gd name="T17" fmla="*/ 788 h 1716"/>
                <a:gd name="T18" fmla="*/ 1689 w 1947"/>
                <a:gd name="T19" fmla="*/ 598 h 1716"/>
                <a:gd name="T20" fmla="*/ 1841 w 1947"/>
                <a:gd name="T21" fmla="*/ 652 h 1716"/>
                <a:gd name="T22" fmla="*/ 1855 w 1947"/>
                <a:gd name="T23" fmla="*/ 956 h 1716"/>
                <a:gd name="T24" fmla="*/ 1847 w 1947"/>
                <a:gd name="T25" fmla="*/ 1371 h 1716"/>
                <a:gd name="T26" fmla="*/ 1854 w 1947"/>
                <a:gd name="T27" fmla="*/ 1556 h 1716"/>
                <a:gd name="T28" fmla="*/ 1624 w 1947"/>
                <a:gd name="T29" fmla="*/ 1498 h 1716"/>
                <a:gd name="T30" fmla="*/ 1599 w 1947"/>
                <a:gd name="T31" fmla="*/ 1338 h 1716"/>
                <a:gd name="T32" fmla="*/ 1562 w 1947"/>
                <a:gd name="T33" fmla="*/ 1284 h 1716"/>
                <a:gd name="T34" fmla="*/ 1073 w 1947"/>
                <a:gd name="T35" fmla="*/ 1281 h 1716"/>
                <a:gd name="T36" fmla="*/ 707 w 1947"/>
                <a:gd name="T37" fmla="*/ 1302 h 1716"/>
                <a:gd name="T38" fmla="*/ 382 w 1947"/>
                <a:gd name="T39" fmla="*/ 1348 h 1716"/>
                <a:gd name="T40" fmla="*/ 365 w 1947"/>
                <a:gd name="T41" fmla="*/ 1607 h 1716"/>
                <a:gd name="T42" fmla="*/ 123 w 1947"/>
                <a:gd name="T43" fmla="*/ 1306 h 1716"/>
                <a:gd name="T44" fmla="*/ 99 w 1947"/>
                <a:gd name="T45" fmla="*/ 841 h 1716"/>
                <a:gd name="T46" fmla="*/ 87 w 1947"/>
                <a:gd name="T47" fmla="*/ 663 h 1716"/>
                <a:gd name="T48" fmla="*/ 190 w 1947"/>
                <a:gd name="T49" fmla="*/ 608 h 1716"/>
                <a:gd name="T50" fmla="*/ 387 w 1947"/>
                <a:gd name="T51" fmla="*/ 648 h 1716"/>
                <a:gd name="T52" fmla="*/ 462 w 1947"/>
                <a:gd name="T53" fmla="*/ 85 h 1716"/>
                <a:gd name="T54" fmla="*/ 1528 w 1947"/>
                <a:gd name="T55" fmla="*/ 393 h 1716"/>
                <a:gd name="T56" fmla="*/ 1506 w 1947"/>
                <a:gd name="T57" fmla="*/ 815 h 1716"/>
                <a:gd name="T58" fmla="*/ 1441 w 1947"/>
                <a:gd name="T59" fmla="*/ 922 h 1716"/>
                <a:gd name="T60" fmla="*/ 1056 w 1947"/>
                <a:gd name="T61" fmla="*/ 935 h 1716"/>
                <a:gd name="T62" fmla="*/ 570 w 1947"/>
                <a:gd name="T63" fmla="*/ 913 h 1716"/>
                <a:gd name="T64" fmla="*/ 459 w 1947"/>
                <a:gd name="T65" fmla="*/ 766 h 1716"/>
                <a:gd name="T66" fmla="*/ 466 w 1947"/>
                <a:gd name="T67" fmla="*/ 400 h 1716"/>
                <a:gd name="T68" fmla="*/ 459 w 1947"/>
                <a:gd name="T69" fmla="*/ 97 h 1716"/>
                <a:gd name="T70" fmla="*/ 386 w 1947"/>
                <a:gd name="T71" fmla="*/ 487 h 1716"/>
                <a:gd name="T72" fmla="*/ 359 w 1947"/>
                <a:gd name="T73" fmla="*/ 504 h 1716"/>
                <a:gd name="T74" fmla="*/ 69 w 1947"/>
                <a:gd name="T75" fmla="*/ 532 h 1716"/>
                <a:gd name="T76" fmla="*/ 18 w 1947"/>
                <a:gd name="T77" fmla="*/ 553 h 1716"/>
                <a:gd name="T78" fmla="*/ 1 w 1947"/>
                <a:gd name="T79" fmla="*/ 711 h 1716"/>
                <a:gd name="T80" fmla="*/ 29 w 1947"/>
                <a:gd name="T81" fmla="*/ 1135 h 1716"/>
                <a:gd name="T82" fmla="*/ 47 w 1947"/>
                <a:gd name="T83" fmla="*/ 1607 h 1716"/>
                <a:gd name="T84" fmla="*/ 50 w 1947"/>
                <a:gd name="T85" fmla="*/ 1705 h 1716"/>
                <a:gd name="T86" fmla="*/ 1582 w 1947"/>
                <a:gd name="T87" fmla="*/ 1692 h 1716"/>
                <a:gd name="T88" fmla="*/ 1914 w 1947"/>
                <a:gd name="T89" fmla="*/ 1701 h 1716"/>
                <a:gd name="T90" fmla="*/ 1947 w 1947"/>
                <a:gd name="T91" fmla="*/ 1666 h 1716"/>
                <a:gd name="T92" fmla="*/ 1931 w 1947"/>
                <a:gd name="T93" fmla="*/ 1350 h 1716"/>
                <a:gd name="T94" fmla="*/ 1931 w 1947"/>
                <a:gd name="T95" fmla="*/ 1168 h 1716"/>
                <a:gd name="T96" fmla="*/ 1942 w 1947"/>
                <a:gd name="T97" fmla="*/ 992 h 1716"/>
                <a:gd name="T98" fmla="*/ 1910 w 1947"/>
                <a:gd name="T99" fmla="*/ 566 h 1716"/>
                <a:gd name="T100" fmla="*/ 1721 w 1947"/>
                <a:gd name="T101" fmla="*/ 512 h 1716"/>
                <a:gd name="T102" fmla="*/ 1610 w 1947"/>
                <a:gd name="T103" fmla="*/ 387 h 1716"/>
                <a:gd name="T104" fmla="*/ 1604 w 1947"/>
                <a:gd name="T105" fmla="*/ 232 h 1716"/>
                <a:gd name="T106" fmla="*/ 1590 w 1947"/>
                <a:gd name="T107" fmla="*/ 82 h 1716"/>
                <a:gd name="T108" fmla="*/ 1435 w 1947"/>
                <a:gd name="T109" fmla="*/ 13 h 1716"/>
                <a:gd name="T110" fmla="*/ 537 w 1947"/>
                <a:gd name="T111" fmla="*/ 3 h 1716"/>
                <a:gd name="T112" fmla="*/ 406 w 1947"/>
                <a:gd name="T113" fmla="*/ 5 h 1716"/>
                <a:gd name="T114" fmla="*/ 371 w 1947"/>
                <a:gd name="T115" fmla="*/ 61 h 1716"/>
                <a:gd name="T116" fmla="*/ 390 w 1947"/>
                <a:gd name="T117" fmla="*/ 408 h 1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47" h="1716">
                  <a:moveTo>
                    <a:pt x="450" y="1607"/>
                  </a:moveTo>
                  <a:lnTo>
                    <a:pt x="462" y="1400"/>
                  </a:lnTo>
                  <a:lnTo>
                    <a:pt x="1527" y="1363"/>
                  </a:lnTo>
                  <a:lnTo>
                    <a:pt x="1539" y="1595"/>
                  </a:lnTo>
                  <a:lnTo>
                    <a:pt x="1471" y="1595"/>
                  </a:lnTo>
                  <a:lnTo>
                    <a:pt x="1401" y="1595"/>
                  </a:lnTo>
                  <a:lnTo>
                    <a:pt x="1333" y="1595"/>
                  </a:lnTo>
                  <a:lnTo>
                    <a:pt x="1265" y="1595"/>
                  </a:lnTo>
                  <a:lnTo>
                    <a:pt x="1195" y="1595"/>
                  </a:lnTo>
                  <a:lnTo>
                    <a:pt x="1127" y="1595"/>
                  </a:lnTo>
                  <a:lnTo>
                    <a:pt x="1058" y="1595"/>
                  </a:lnTo>
                  <a:lnTo>
                    <a:pt x="989" y="1595"/>
                  </a:lnTo>
                  <a:lnTo>
                    <a:pt x="919" y="1596"/>
                  </a:lnTo>
                  <a:lnTo>
                    <a:pt x="851" y="1598"/>
                  </a:lnTo>
                  <a:lnTo>
                    <a:pt x="786" y="1600"/>
                  </a:lnTo>
                  <a:lnTo>
                    <a:pt x="720" y="1602"/>
                  </a:lnTo>
                  <a:lnTo>
                    <a:pt x="655" y="1604"/>
                  </a:lnTo>
                  <a:lnTo>
                    <a:pt x="590" y="1606"/>
                  </a:lnTo>
                  <a:lnTo>
                    <a:pt x="522" y="1607"/>
                  </a:lnTo>
                  <a:lnTo>
                    <a:pt x="450" y="1607"/>
                  </a:lnTo>
                  <a:close/>
                  <a:moveTo>
                    <a:pt x="377" y="800"/>
                  </a:moveTo>
                  <a:lnTo>
                    <a:pt x="376" y="859"/>
                  </a:lnTo>
                  <a:lnTo>
                    <a:pt x="374" y="904"/>
                  </a:lnTo>
                  <a:lnTo>
                    <a:pt x="376" y="913"/>
                  </a:lnTo>
                  <a:lnTo>
                    <a:pt x="376" y="921"/>
                  </a:lnTo>
                  <a:lnTo>
                    <a:pt x="378" y="928"/>
                  </a:lnTo>
                  <a:lnTo>
                    <a:pt x="379" y="935"/>
                  </a:lnTo>
                  <a:lnTo>
                    <a:pt x="382" y="941"/>
                  </a:lnTo>
                  <a:lnTo>
                    <a:pt x="384" y="947"/>
                  </a:lnTo>
                  <a:lnTo>
                    <a:pt x="389" y="952"/>
                  </a:lnTo>
                  <a:lnTo>
                    <a:pt x="393" y="956"/>
                  </a:lnTo>
                  <a:lnTo>
                    <a:pt x="399" y="960"/>
                  </a:lnTo>
                  <a:lnTo>
                    <a:pt x="406" y="964"/>
                  </a:lnTo>
                  <a:lnTo>
                    <a:pt x="414" y="967"/>
                  </a:lnTo>
                  <a:lnTo>
                    <a:pt x="422" y="970"/>
                  </a:lnTo>
                  <a:lnTo>
                    <a:pt x="444" y="976"/>
                  </a:lnTo>
                  <a:lnTo>
                    <a:pt x="471" y="980"/>
                  </a:lnTo>
                  <a:lnTo>
                    <a:pt x="545" y="986"/>
                  </a:lnTo>
                  <a:lnTo>
                    <a:pt x="647" y="995"/>
                  </a:lnTo>
                  <a:lnTo>
                    <a:pt x="684" y="997"/>
                  </a:lnTo>
                  <a:lnTo>
                    <a:pt x="729" y="1001"/>
                  </a:lnTo>
                  <a:lnTo>
                    <a:pt x="783" y="1003"/>
                  </a:lnTo>
                  <a:lnTo>
                    <a:pt x="843" y="1006"/>
                  </a:lnTo>
                  <a:lnTo>
                    <a:pt x="908" y="1008"/>
                  </a:lnTo>
                  <a:lnTo>
                    <a:pt x="976" y="1010"/>
                  </a:lnTo>
                  <a:lnTo>
                    <a:pt x="1047" y="1011"/>
                  </a:lnTo>
                  <a:lnTo>
                    <a:pt x="1118" y="1012"/>
                  </a:lnTo>
                  <a:lnTo>
                    <a:pt x="1190" y="1011"/>
                  </a:lnTo>
                  <a:lnTo>
                    <a:pt x="1259" y="1010"/>
                  </a:lnTo>
                  <a:lnTo>
                    <a:pt x="1327" y="1008"/>
                  </a:lnTo>
                  <a:lnTo>
                    <a:pt x="1388" y="1004"/>
                  </a:lnTo>
                  <a:lnTo>
                    <a:pt x="1417" y="1002"/>
                  </a:lnTo>
                  <a:lnTo>
                    <a:pt x="1444" y="998"/>
                  </a:lnTo>
                  <a:lnTo>
                    <a:pt x="1470" y="995"/>
                  </a:lnTo>
                  <a:lnTo>
                    <a:pt x="1494" y="991"/>
                  </a:lnTo>
                  <a:lnTo>
                    <a:pt x="1514" y="986"/>
                  </a:lnTo>
                  <a:lnTo>
                    <a:pt x="1534" y="982"/>
                  </a:lnTo>
                  <a:lnTo>
                    <a:pt x="1550" y="977"/>
                  </a:lnTo>
                  <a:lnTo>
                    <a:pt x="1564" y="971"/>
                  </a:lnTo>
                  <a:lnTo>
                    <a:pt x="1572" y="933"/>
                  </a:lnTo>
                  <a:lnTo>
                    <a:pt x="1578" y="889"/>
                  </a:lnTo>
                  <a:lnTo>
                    <a:pt x="1585" y="840"/>
                  </a:lnTo>
                  <a:lnTo>
                    <a:pt x="1590" y="788"/>
                  </a:lnTo>
                  <a:lnTo>
                    <a:pt x="1595" y="736"/>
                  </a:lnTo>
                  <a:lnTo>
                    <a:pt x="1598" y="684"/>
                  </a:lnTo>
                  <a:lnTo>
                    <a:pt x="1600" y="635"/>
                  </a:lnTo>
                  <a:lnTo>
                    <a:pt x="1601" y="591"/>
                  </a:lnTo>
                  <a:lnTo>
                    <a:pt x="1629" y="592"/>
                  </a:lnTo>
                  <a:lnTo>
                    <a:pt x="1659" y="595"/>
                  </a:lnTo>
                  <a:lnTo>
                    <a:pt x="1689" y="598"/>
                  </a:lnTo>
                  <a:lnTo>
                    <a:pt x="1719" y="601"/>
                  </a:lnTo>
                  <a:lnTo>
                    <a:pt x="1750" y="605"/>
                  </a:lnTo>
                  <a:lnTo>
                    <a:pt x="1779" y="610"/>
                  </a:lnTo>
                  <a:lnTo>
                    <a:pt x="1807" y="613"/>
                  </a:lnTo>
                  <a:lnTo>
                    <a:pt x="1833" y="616"/>
                  </a:lnTo>
                  <a:lnTo>
                    <a:pt x="1837" y="633"/>
                  </a:lnTo>
                  <a:lnTo>
                    <a:pt x="1841" y="652"/>
                  </a:lnTo>
                  <a:lnTo>
                    <a:pt x="1843" y="672"/>
                  </a:lnTo>
                  <a:lnTo>
                    <a:pt x="1846" y="692"/>
                  </a:lnTo>
                  <a:lnTo>
                    <a:pt x="1849" y="739"/>
                  </a:lnTo>
                  <a:lnTo>
                    <a:pt x="1853" y="789"/>
                  </a:lnTo>
                  <a:lnTo>
                    <a:pt x="1855" y="842"/>
                  </a:lnTo>
                  <a:lnTo>
                    <a:pt x="1855" y="897"/>
                  </a:lnTo>
                  <a:lnTo>
                    <a:pt x="1855" y="956"/>
                  </a:lnTo>
                  <a:lnTo>
                    <a:pt x="1855" y="1016"/>
                  </a:lnTo>
                  <a:lnTo>
                    <a:pt x="1854" y="1077"/>
                  </a:lnTo>
                  <a:lnTo>
                    <a:pt x="1853" y="1137"/>
                  </a:lnTo>
                  <a:lnTo>
                    <a:pt x="1850" y="1198"/>
                  </a:lnTo>
                  <a:lnTo>
                    <a:pt x="1849" y="1258"/>
                  </a:lnTo>
                  <a:lnTo>
                    <a:pt x="1848" y="1315"/>
                  </a:lnTo>
                  <a:lnTo>
                    <a:pt x="1847" y="1371"/>
                  </a:lnTo>
                  <a:lnTo>
                    <a:pt x="1846" y="1424"/>
                  </a:lnTo>
                  <a:lnTo>
                    <a:pt x="1845" y="1473"/>
                  </a:lnTo>
                  <a:lnTo>
                    <a:pt x="1846" y="1496"/>
                  </a:lnTo>
                  <a:lnTo>
                    <a:pt x="1847" y="1514"/>
                  </a:lnTo>
                  <a:lnTo>
                    <a:pt x="1849" y="1529"/>
                  </a:lnTo>
                  <a:lnTo>
                    <a:pt x="1852" y="1542"/>
                  </a:lnTo>
                  <a:lnTo>
                    <a:pt x="1854" y="1556"/>
                  </a:lnTo>
                  <a:lnTo>
                    <a:pt x="1856" y="1570"/>
                  </a:lnTo>
                  <a:lnTo>
                    <a:pt x="1857" y="1587"/>
                  </a:lnTo>
                  <a:lnTo>
                    <a:pt x="1858" y="1607"/>
                  </a:lnTo>
                  <a:lnTo>
                    <a:pt x="1625" y="1607"/>
                  </a:lnTo>
                  <a:lnTo>
                    <a:pt x="1625" y="1572"/>
                  </a:lnTo>
                  <a:lnTo>
                    <a:pt x="1625" y="1524"/>
                  </a:lnTo>
                  <a:lnTo>
                    <a:pt x="1624" y="1498"/>
                  </a:lnTo>
                  <a:lnTo>
                    <a:pt x="1622" y="1469"/>
                  </a:lnTo>
                  <a:lnTo>
                    <a:pt x="1619" y="1441"/>
                  </a:lnTo>
                  <a:lnTo>
                    <a:pt x="1616" y="1414"/>
                  </a:lnTo>
                  <a:lnTo>
                    <a:pt x="1612" y="1387"/>
                  </a:lnTo>
                  <a:lnTo>
                    <a:pt x="1605" y="1362"/>
                  </a:lnTo>
                  <a:lnTo>
                    <a:pt x="1602" y="1350"/>
                  </a:lnTo>
                  <a:lnTo>
                    <a:pt x="1599" y="1338"/>
                  </a:lnTo>
                  <a:lnTo>
                    <a:pt x="1595" y="1328"/>
                  </a:lnTo>
                  <a:lnTo>
                    <a:pt x="1590" y="1319"/>
                  </a:lnTo>
                  <a:lnTo>
                    <a:pt x="1586" y="1309"/>
                  </a:lnTo>
                  <a:lnTo>
                    <a:pt x="1580" y="1301"/>
                  </a:lnTo>
                  <a:lnTo>
                    <a:pt x="1575" y="1294"/>
                  </a:lnTo>
                  <a:lnTo>
                    <a:pt x="1569" y="1288"/>
                  </a:lnTo>
                  <a:lnTo>
                    <a:pt x="1562" y="1284"/>
                  </a:lnTo>
                  <a:lnTo>
                    <a:pt x="1555" y="1280"/>
                  </a:lnTo>
                  <a:lnTo>
                    <a:pt x="1548" y="1277"/>
                  </a:lnTo>
                  <a:lnTo>
                    <a:pt x="1539" y="1277"/>
                  </a:lnTo>
                  <a:lnTo>
                    <a:pt x="1233" y="1277"/>
                  </a:lnTo>
                  <a:lnTo>
                    <a:pt x="1179" y="1277"/>
                  </a:lnTo>
                  <a:lnTo>
                    <a:pt x="1126" y="1278"/>
                  </a:lnTo>
                  <a:lnTo>
                    <a:pt x="1073" y="1281"/>
                  </a:lnTo>
                  <a:lnTo>
                    <a:pt x="1020" y="1283"/>
                  </a:lnTo>
                  <a:lnTo>
                    <a:pt x="968" y="1286"/>
                  </a:lnTo>
                  <a:lnTo>
                    <a:pt x="916" y="1289"/>
                  </a:lnTo>
                  <a:lnTo>
                    <a:pt x="864" y="1293"/>
                  </a:lnTo>
                  <a:lnTo>
                    <a:pt x="812" y="1296"/>
                  </a:lnTo>
                  <a:lnTo>
                    <a:pt x="759" y="1299"/>
                  </a:lnTo>
                  <a:lnTo>
                    <a:pt x="707" y="1302"/>
                  </a:lnTo>
                  <a:lnTo>
                    <a:pt x="655" y="1306"/>
                  </a:lnTo>
                  <a:lnTo>
                    <a:pt x="603" y="1308"/>
                  </a:lnTo>
                  <a:lnTo>
                    <a:pt x="550" y="1311"/>
                  </a:lnTo>
                  <a:lnTo>
                    <a:pt x="497" y="1312"/>
                  </a:lnTo>
                  <a:lnTo>
                    <a:pt x="444" y="1313"/>
                  </a:lnTo>
                  <a:lnTo>
                    <a:pt x="390" y="1314"/>
                  </a:lnTo>
                  <a:lnTo>
                    <a:pt x="382" y="1348"/>
                  </a:lnTo>
                  <a:lnTo>
                    <a:pt x="377" y="1384"/>
                  </a:lnTo>
                  <a:lnTo>
                    <a:pt x="372" y="1420"/>
                  </a:lnTo>
                  <a:lnTo>
                    <a:pt x="369" y="1455"/>
                  </a:lnTo>
                  <a:lnTo>
                    <a:pt x="367" y="1493"/>
                  </a:lnTo>
                  <a:lnTo>
                    <a:pt x="366" y="1530"/>
                  </a:lnTo>
                  <a:lnTo>
                    <a:pt x="365" y="1569"/>
                  </a:lnTo>
                  <a:lnTo>
                    <a:pt x="365" y="1607"/>
                  </a:lnTo>
                  <a:lnTo>
                    <a:pt x="133" y="1620"/>
                  </a:lnTo>
                  <a:lnTo>
                    <a:pt x="133" y="1587"/>
                  </a:lnTo>
                  <a:lnTo>
                    <a:pt x="132" y="1544"/>
                  </a:lnTo>
                  <a:lnTo>
                    <a:pt x="130" y="1493"/>
                  </a:lnTo>
                  <a:lnTo>
                    <a:pt x="128" y="1436"/>
                  </a:lnTo>
                  <a:lnTo>
                    <a:pt x="126" y="1373"/>
                  </a:lnTo>
                  <a:lnTo>
                    <a:pt x="123" y="1306"/>
                  </a:lnTo>
                  <a:lnTo>
                    <a:pt x="121" y="1236"/>
                  </a:lnTo>
                  <a:lnTo>
                    <a:pt x="117" y="1166"/>
                  </a:lnTo>
                  <a:lnTo>
                    <a:pt x="114" y="1094"/>
                  </a:lnTo>
                  <a:lnTo>
                    <a:pt x="111" y="1026"/>
                  </a:lnTo>
                  <a:lnTo>
                    <a:pt x="107" y="959"/>
                  </a:lnTo>
                  <a:lnTo>
                    <a:pt x="103" y="897"/>
                  </a:lnTo>
                  <a:lnTo>
                    <a:pt x="99" y="841"/>
                  </a:lnTo>
                  <a:lnTo>
                    <a:pt x="96" y="792"/>
                  </a:lnTo>
                  <a:lnTo>
                    <a:pt x="91" y="751"/>
                  </a:lnTo>
                  <a:lnTo>
                    <a:pt x="88" y="720"/>
                  </a:lnTo>
                  <a:lnTo>
                    <a:pt x="86" y="699"/>
                  </a:lnTo>
                  <a:lnTo>
                    <a:pt x="85" y="684"/>
                  </a:lnTo>
                  <a:lnTo>
                    <a:pt x="85" y="673"/>
                  </a:lnTo>
                  <a:lnTo>
                    <a:pt x="87" y="663"/>
                  </a:lnTo>
                  <a:lnTo>
                    <a:pt x="89" y="655"/>
                  </a:lnTo>
                  <a:lnTo>
                    <a:pt x="91" y="646"/>
                  </a:lnTo>
                  <a:lnTo>
                    <a:pt x="94" y="634"/>
                  </a:lnTo>
                  <a:lnTo>
                    <a:pt x="96" y="616"/>
                  </a:lnTo>
                  <a:lnTo>
                    <a:pt x="128" y="614"/>
                  </a:lnTo>
                  <a:lnTo>
                    <a:pt x="160" y="611"/>
                  </a:lnTo>
                  <a:lnTo>
                    <a:pt x="190" y="608"/>
                  </a:lnTo>
                  <a:lnTo>
                    <a:pt x="223" y="603"/>
                  </a:lnTo>
                  <a:lnTo>
                    <a:pt x="257" y="599"/>
                  </a:lnTo>
                  <a:lnTo>
                    <a:pt x="296" y="595"/>
                  </a:lnTo>
                  <a:lnTo>
                    <a:pt x="340" y="592"/>
                  </a:lnTo>
                  <a:lnTo>
                    <a:pt x="390" y="591"/>
                  </a:lnTo>
                  <a:lnTo>
                    <a:pt x="389" y="622"/>
                  </a:lnTo>
                  <a:lnTo>
                    <a:pt x="387" y="648"/>
                  </a:lnTo>
                  <a:lnTo>
                    <a:pt x="385" y="672"/>
                  </a:lnTo>
                  <a:lnTo>
                    <a:pt x="383" y="694"/>
                  </a:lnTo>
                  <a:lnTo>
                    <a:pt x="381" y="717"/>
                  </a:lnTo>
                  <a:lnTo>
                    <a:pt x="379" y="741"/>
                  </a:lnTo>
                  <a:lnTo>
                    <a:pt x="378" y="768"/>
                  </a:lnTo>
                  <a:lnTo>
                    <a:pt x="377" y="800"/>
                  </a:lnTo>
                  <a:close/>
                  <a:moveTo>
                    <a:pt x="462" y="85"/>
                  </a:moveTo>
                  <a:lnTo>
                    <a:pt x="1525" y="103"/>
                  </a:lnTo>
                  <a:lnTo>
                    <a:pt x="1527" y="132"/>
                  </a:lnTo>
                  <a:lnTo>
                    <a:pt x="1528" y="171"/>
                  </a:lnTo>
                  <a:lnTo>
                    <a:pt x="1529" y="219"/>
                  </a:lnTo>
                  <a:lnTo>
                    <a:pt x="1529" y="272"/>
                  </a:lnTo>
                  <a:lnTo>
                    <a:pt x="1529" y="331"/>
                  </a:lnTo>
                  <a:lnTo>
                    <a:pt x="1528" y="393"/>
                  </a:lnTo>
                  <a:lnTo>
                    <a:pt x="1527" y="457"/>
                  </a:lnTo>
                  <a:lnTo>
                    <a:pt x="1525" y="522"/>
                  </a:lnTo>
                  <a:lnTo>
                    <a:pt x="1523" y="587"/>
                  </a:lnTo>
                  <a:lnTo>
                    <a:pt x="1520" y="650"/>
                  </a:lnTo>
                  <a:lnTo>
                    <a:pt x="1515" y="710"/>
                  </a:lnTo>
                  <a:lnTo>
                    <a:pt x="1511" y="765"/>
                  </a:lnTo>
                  <a:lnTo>
                    <a:pt x="1506" y="815"/>
                  </a:lnTo>
                  <a:lnTo>
                    <a:pt x="1499" y="857"/>
                  </a:lnTo>
                  <a:lnTo>
                    <a:pt x="1496" y="876"/>
                  </a:lnTo>
                  <a:lnTo>
                    <a:pt x="1493" y="892"/>
                  </a:lnTo>
                  <a:lnTo>
                    <a:pt x="1488" y="905"/>
                  </a:lnTo>
                  <a:lnTo>
                    <a:pt x="1485" y="916"/>
                  </a:lnTo>
                  <a:lnTo>
                    <a:pt x="1463" y="919"/>
                  </a:lnTo>
                  <a:lnTo>
                    <a:pt x="1441" y="922"/>
                  </a:lnTo>
                  <a:lnTo>
                    <a:pt x="1416" y="925"/>
                  </a:lnTo>
                  <a:lnTo>
                    <a:pt x="1390" y="927"/>
                  </a:lnTo>
                  <a:lnTo>
                    <a:pt x="1331" y="931"/>
                  </a:lnTo>
                  <a:lnTo>
                    <a:pt x="1268" y="933"/>
                  </a:lnTo>
                  <a:lnTo>
                    <a:pt x="1200" y="935"/>
                  </a:lnTo>
                  <a:lnTo>
                    <a:pt x="1129" y="935"/>
                  </a:lnTo>
                  <a:lnTo>
                    <a:pt x="1056" y="935"/>
                  </a:lnTo>
                  <a:lnTo>
                    <a:pt x="982" y="934"/>
                  </a:lnTo>
                  <a:lnTo>
                    <a:pt x="907" y="932"/>
                  </a:lnTo>
                  <a:lnTo>
                    <a:pt x="833" y="929"/>
                  </a:lnTo>
                  <a:lnTo>
                    <a:pt x="762" y="926"/>
                  </a:lnTo>
                  <a:lnTo>
                    <a:pt x="693" y="922"/>
                  </a:lnTo>
                  <a:lnTo>
                    <a:pt x="628" y="917"/>
                  </a:lnTo>
                  <a:lnTo>
                    <a:pt x="570" y="913"/>
                  </a:lnTo>
                  <a:lnTo>
                    <a:pt x="517" y="907"/>
                  </a:lnTo>
                  <a:lnTo>
                    <a:pt x="471" y="902"/>
                  </a:lnTo>
                  <a:lnTo>
                    <a:pt x="467" y="887"/>
                  </a:lnTo>
                  <a:lnTo>
                    <a:pt x="463" y="868"/>
                  </a:lnTo>
                  <a:lnTo>
                    <a:pt x="461" y="846"/>
                  </a:lnTo>
                  <a:lnTo>
                    <a:pt x="460" y="821"/>
                  </a:lnTo>
                  <a:lnTo>
                    <a:pt x="459" y="766"/>
                  </a:lnTo>
                  <a:lnTo>
                    <a:pt x="460" y="705"/>
                  </a:lnTo>
                  <a:lnTo>
                    <a:pt x="463" y="645"/>
                  </a:lnTo>
                  <a:lnTo>
                    <a:pt x="466" y="586"/>
                  </a:lnTo>
                  <a:lnTo>
                    <a:pt x="468" y="534"/>
                  </a:lnTo>
                  <a:lnTo>
                    <a:pt x="470" y="494"/>
                  </a:lnTo>
                  <a:lnTo>
                    <a:pt x="469" y="452"/>
                  </a:lnTo>
                  <a:lnTo>
                    <a:pt x="466" y="400"/>
                  </a:lnTo>
                  <a:lnTo>
                    <a:pt x="462" y="339"/>
                  </a:lnTo>
                  <a:lnTo>
                    <a:pt x="458" y="277"/>
                  </a:lnTo>
                  <a:lnTo>
                    <a:pt x="456" y="215"/>
                  </a:lnTo>
                  <a:lnTo>
                    <a:pt x="455" y="159"/>
                  </a:lnTo>
                  <a:lnTo>
                    <a:pt x="456" y="135"/>
                  </a:lnTo>
                  <a:lnTo>
                    <a:pt x="457" y="115"/>
                  </a:lnTo>
                  <a:lnTo>
                    <a:pt x="459" y="97"/>
                  </a:lnTo>
                  <a:lnTo>
                    <a:pt x="462" y="85"/>
                  </a:lnTo>
                  <a:close/>
                  <a:moveTo>
                    <a:pt x="390" y="408"/>
                  </a:moveTo>
                  <a:lnTo>
                    <a:pt x="390" y="433"/>
                  </a:lnTo>
                  <a:lnTo>
                    <a:pt x="390" y="453"/>
                  </a:lnTo>
                  <a:lnTo>
                    <a:pt x="389" y="469"/>
                  </a:lnTo>
                  <a:lnTo>
                    <a:pt x="387" y="482"/>
                  </a:lnTo>
                  <a:lnTo>
                    <a:pt x="386" y="487"/>
                  </a:lnTo>
                  <a:lnTo>
                    <a:pt x="384" y="490"/>
                  </a:lnTo>
                  <a:lnTo>
                    <a:pt x="382" y="495"/>
                  </a:lnTo>
                  <a:lnTo>
                    <a:pt x="379" y="498"/>
                  </a:lnTo>
                  <a:lnTo>
                    <a:pt x="376" y="500"/>
                  </a:lnTo>
                  <a:lnTo>
                    <a:pt x="371" y="502"/>
                  </a:lnTo>
                  <a:lnTo>
                    <a:pt x="366" y="503"/>
                  </a:lnTo>
                  <a:lnTo>
                    <a:pt x="359" y="504"/>
                  </a:lnTo>
                  <a:lnTo>
                    <a:pt x="326" y="507"/>
                  </a:lnTo>
                  <a:lnTo>
                    <a:pt x="273" y="509"/>
                  </a:lnTo>
                  <a:lnTo>
                    <a:pt x="238" y="511"/>
                  </a:lnTo>
                  <a:lnTo>
                    <a:pt x="197" y="514"/>
                  </a:lnTo>
                  <a:lnTo>
                    <a:pt x="149" y="520"/>
                  </a:lnTo>
                  <a:lnTo>
                    <a:pt x="94" y="527"/>
                  </a:lnTo>
                  <a:lnTo>
                    <a:pt x="69" y="532"/>
                  </a:lnTo>
                  <a:lnTo>
                    <a:pt x="50" y="535"/>
                  </a:lnTo>
                  <a:lnTo>
                    <a:pt x="43" y="537"/>
                  </a:lnTo>
                  <a:lnTo>
                    <a:pt x="36" y="539"/>
                  </a:lnTo>
                  <a:lnTo>
                    <a:pt x="30" y="541"/>
                  </a:lnTo>
                  <a:lnTo>
                    <a:pt x="25" y="545"/>
                  </a:lnTo>
                  <a:lnTo>
                    <a:pt x="21" y="549"/>
                  </a:lnTo>
                  <a:lnTo>
                    <a:pt x="18" y="553"/>
                  </a:lnTo>
                  <a:lnTo>
                    <a:pt x="16" y="560"/>
                  </a:lnTo>
                  <a:lnTo>
                    <a:pt x="12" y="566"/>
                  </a:lnTo>
                  <a:lnTo>
                    <a:pt x="8" y="585"/>
                  </a:lnTo>
                  <a:lnTo>
                    <a:pt x="4" y="610"/>
                  </a:lnTo>
                  <a:lnTo>
                    <a:pt x="1" y="635"/>
                  </a:lnTo>
                  <a:lnTo>
                    <a:pt x="0" y="668"/>
                  </a:lnTo>
                  <a:lnTo>
                    <a:pt x="1" y="711"/>
                  </a:lnTo>
                  <a:lnTo>
                    <a:pt x="2" y="760"/>
                  </a:lnTo>
                  <a:lnTo>
                    <a:pt x="6" y="815"/>
                  </a:lnTo>
                  <a:lnTo>
                    <a:pt x="9" y="875"/>
                  </a:lnTo>
                  <a:lnTo>
                    <a:pt x="13" y="938"/>
                  </a:lnTo>
                  <a:lnTo>
                    <a:pt x="19" y="1003"/>
                  </a:lnTo>
                  <a:lnTo>
                    <a:pt x="23" y="1069"/>
                  </a:lnTo>
                  <a:lnTo>
                    <a:pt x="29" y="1135"/>
                  </a:lnTo>
                  <a:lnTo>
                    <a:pt x="33" y="1199"/>
                  </a:lnTo>
                  <a:lnTo>
                    <a:pt x="37" y="1261"/>
                  </a:lnTo>
                  <a:lnTo>
                    <a:pt x="42" y="1320"/>
                  </a:lnTo>
                  <a:lnTo>
                    <a:pt x="44" y="1373"/>
                  </a:lnTo>
                  <a:lnTo>
                    <a:pt x="46" y="1421"/>
                  </a:lnTo>
                  <a:lnTo>
                    <a:pt x="47" y="1461"/>
                  </a:lnTo>
                  <a:lnTo>
                    <a:pt x="47" y="1607"/>
                  </a:lnTo>
                  <a:lnTo>
                    <a:pt x="43" y="1646"/>
                  </a:lnTo>
                  <a:lnTo>
                    <a:pt x="38" y="1678"/>
                  </a:lnTo>
                  <a:lnTo>
                    <a:pt x="39" y="1684"/>
                  </a:lnTo>
                  <a:lnTo>
                    <a:pt x="40" y="1690"/>
                  </a:lnTo>
                  <a:lnTo>
                    <a:pt x="42" y="1695"/>
                  </a:lnTo>
                  <a:lnTo>
                    <a:pt x="45" y="1701"/>
                  </a:lnTo>
                  <a:lnTo>
                    <a:pt x="50" y="1705"/>
                  </a:lnTo>
                  <a:lnTo>
                    <a:pt x="56" y="1709"/>
                  </a:lnTo>
                  <a:lnTo>
                    <a:pt x="63" y="1713"/>
                  </a:lnTo>
                  <a:lnTo>
                    <a:pt x="73" y="1716"/>
                  </a:lnTo>
                  <a:lnTo>
                    <a:pt x="1381" y="1681"/>
                  </a:lnTo>
                  <a:lnTo>
                    <a:pt x="1424" y="1682"/>
                  </a:lnTo>
                  <a:lnTo>
                    <a:pt x="1494" y="1687"/>
                  </a:lnTo>
                  <a:lnTo>
                    <a:pt x="1582" y="1692"/>
                  </a:lnTo>
                  <a:lnTo>
                    <a:pt x="1678" y="1697"/>
                  </a:lnTo>
                  <a:lnTo>
                    <a:pt x="1726" y="1700"/>
                  </a:lnTo>
                  <a:lnTo>
                    <a:pt x="1771" y="1702"/>
                  </a:lnTo>
                  <a:lnTo>
                    <a:pt x="1815" y="1703"/>
                  </a:lnTo>
                  <a:lnTo>
                    <a:pt x="1854" y="1703"/>
                  </a:lnTo>
                  <a:lnTo>
                    <a:pt x="1887" y="1703"/>
                  </a:lnTo>
                  <a:lnTo>
                    <a:pt x="1914" y="1701"/>
                  </a:lnTo>
                  <a:lnTo>
                    <a:pt x="1925" y="1700"/>
                  </a:lnTo>
                  <a:lnTo>
                    <a:pt x="1933" y="1697"/>
                  </a:lnTo>
                  <a:lnTo>
                    <a:pt x="1939" y="1696"/>
                  </a:lnTo>
                  <a:lnTo>
                    <a:pt x="1944" y="1693"/>
                  </a:lnTo>
                  <a:lnTo>
                    <a:pt x="1945" y="1689"/>
                  </a:lnTo>
                  <a:lnTo>
                    <a:pt x="1946" y="1679"/>
                  </a:lnTo>
                  <a:lnTo>
                    <a:pt x="1947" y="1666"/>
                  </a:lnTo>
                  <a:lnTo>
                    <a:pt x="1947" y="1649"/>
                  </a:lnTo>
                  <a:lnTo>
                    <a:pt x="1945" y="1606"/>
                  </a:lnTo>
                  <a:lnTo>
                    <a:pt x="1942" y="1554"/>
                  </a:lnTo>
                  <a:lnTo>
                    <a:pt x="1938" y="1499"/>
                  </a:lnTo>
                  <a:lnTo>
                    <a:pt x="1935" y="1443"/>
                  </a:lnTo>
                  <a:lnTo>
                    <a:pt x="1932" y="1394"/>
                  </a:lnTo>
                  <a:lnTo>
                    <a:pt x="1931" y="1350"/>
                  </a:lnTo>
                  <a:lnTo>
                    <a:pt x="1931" y="1324"/>
                  </a:lnTo>
                  <a:lnTo>
                    <a:pt x="1931" y="1298"/>
                  </a:lnTo>
                  <a:lnTo>
                    <a:pt x="1931" y="1272"/>
                  </a:lnTo>
                  <a:lnTo>
                    <a:pt x="1931" y="1246"/>
                  </a:lnTo>
                  <a:lnTo>
                    <a:pt x="1931" y="1220"/>
                  </a:lnTo>
                  <a:lnTo>
                    <a:pt x="1931" y="1194"/>
                  </a:lnTo>
                  <a:lnTo>
                    <a:pt x="1931" y="1168"/>
                  </a:lnTo>
                  <a:lnTo>
                    <a:pt x="1931" y="1142"/>
                  </a:lnTo>
                  <a:lnTo>
                    <a:pt x="1932" y="1112"/>
                  </a:lnTo>
                  <a:lnTo>
                    <a:pt x="1933" y="1086"/>
                  </a:lnTo>
                  <a:lnTo>
                    <a:pt x="1935" y="1062"/>
                  </a:lnTo>
                  <a:lnTo>
                    <a:pt x="1937" y="1040"/>
                  </a:lnTo>
                  <a:lnTo>
                    <a:pt x="1939" y="1017"/>
                  </a:lnTo>
                  <a:lnTo>
                    <a:pt x="1942" y="992"/>
                  </a:lnTo>
                  <a:lnTo>
                    <a:pt x="1944" y="966"/>
                  </a:lnTo>
                  <a:lnTo>
                    <a:pt x="1944" y="934"/>
                  </a:lnTo>
                  <a:lnTo>
                    <a:pt x="1926" y="633"/>
                  </a:lnTo>
                  <a:lnTo>
                    <a:pt x="1921" y="609"/>
                  </a:lnTo>
                  <a:lnTo>
                    <a:pt x="1916" y="588"/>
                  </a:lnTo>
                  <a:lnTo>
                    <a:pt x="1912" y="577"/>
                  </a:lnTo>
                  <a:lnTo>
                    <a:pt x="1910" y="566"/>
                  </a:lnTo>
                  <a:lnTo>
                    <a:pt x="1908" y="556"/>
                  </a:lnTo>
                  <a:lnTo>
                    <a:pt x="1907" y="542"/>
                  </a:lnTo>
                  <a:lnTo>
                    <a:pt x="1873" y="535"/>
                  </a:lnTo>
                  <a:lnTo>
                    <a:pt x="1837" y="528"/>
                  </a:lnTo>
                  <a:lnTo>
                    <a:pt x="1800" y="522"/>
                  </a:lnTo>
                  <a:lnTo>
                    <a:pt x="1762" y="516"/>
                  </a:lnTo>
                  <a:lnTo>
                    <a:pt x="1721" y="512"/>
                  </a:lnTo>
                  <a:lnTo>
                    <a:pt x="1681" y="509"/>
                  </a:lnTo>
                  <a:lnTo>
                    <a:pt x="1640" y="507"/>
                  </a:lnTo>
                  <a:lnTo>
                    <a:pt x="1601" y="506"/>
                  </a:lnTo>
                  <a:lnTo>
                    <a:pt x="1602" y="474"/>
                  </a:lnTo>
                  <a:lnTo>
                    <a:pt x="1604" y="444"/>
                  </a:lnTo>
                  <a:lnTo>
                    <a:pt x="1606" y="415"/>
                  </a:lnTo>
                  <a:lnTo>
                    <a:pt x="1610" y="387"/>
                  </a:lnTo>
                  <a:lnTo>
                    <a:pt x="1612" y="358"/>
                  </a:lnTo>
                  <a:lnTo>
                    <a:pt x="1613" y="330"/>
                  </a:lnTo>
                  <a:lnTo>
                    <a:pt x="1612" y="315"/>
                  </a:lnTo>
                  <a:lnTo>
                    <a:pt x="1612" y="298"/>
                  </a:lnTo>
                  <a:lnTo>
                    <a:pt x="1610" y="283"/>
                  </a:lnTo>
                  <a:lnTo>
                    <a:pt x="1608" y="266"/>
                  </a:lnTo>
                  <a:lnTo>
                    <a:pt x="1604" y="232"/>
                  </a:lnTo>
                  <a:lnTo>
                    <a:pt x="1602" y="203"/>
                  </a:lnTo>
                  <a:lnTo>
                    <a:pt x="1602" y="172"/>
                  </a:lnTo>
                  <a:lnTo>
                    <a:pt x="1600" y="139"/>
                  </a:lnTo>
                  <a:lnTo>
                    <a:pt x="1599" y="123"/>
                  </a:lnTo>
                  <a:lnTo>
                    <a:pt x="1597" y="109"/>
                  </a:lnTo>
                  <a:lnTo>
                    <a:pt x="1593" y="95"/>
                  </a:lnTo>
                  <a:lnTo>
                    <a:pt x="1590" y="82"/>
                  </a:lnTo>
                  <a:lnTo>
                    <a:pt x="1584" y="55"/>
                  </a:lnTo>
                  <a:lnTo>
                    <a:pt x="1576" y="28"/>
                  </a:lnTo>
                  <a:lnTo>
                    <a:pt x="1555" y="24"/>
                  </a:lnTo>
                  <a:lnTo>
                    <a:pt x="1533" y="20"/>
                  </a:lnTo>
                  <a:lnTo>
                    <a:pt x="1509" y="17"/>
                  </a:lnTo>
                  <a:lnTo>
                    <a:pt x="1485" y="15"/>
                  </a:lnTo>
                  <a:lnTo>
                    <a:pt x="1435" y="13"/>
                  </a:lnTo>
                  <a:lnTo>
                    <a:pt x="1382" y="13"/>
                  </a:lnTo>
                  <a:lnTo>
                    <a:pt x="1329" y="13"/>
                  </a:lnTo>
                  <a:lnTo>
                    <a:pt x="1276" y="14"/>
                  </a:lnTo>
                  <a:lnTo>
                    <a:pt x="1223" y="15"/>
                  </a:lnTo>
                  <a:lnTo>
                    <a:pt x="1173" y="16"/>
                  </a:lnTo>
                  <a:lnTo>
                    <a:pt x="561" y="3"/>
                  </a:lnTo>
                  <a:lnTo>
                    <a:pt x="537" y="3"/>
                  </a:lnTo>
                  <a:lnTo>
                    <a:pt x="511" y="2"/>
                  </a:lnTo>
                  <a:lnTo>
                    <a:pt x="483" y="0"/>
                  </a:lnTo>
                  <a:lnTo>
                    <a:pt x="456" y="0"/>
                  </a:lnTo>
                  <a:lnTo>
                    <a:pt x="442" y="1"/>
                  </a:lnTo>
                  <a:lnTo>
                    <a:pt x="429" y="2"/>
                  </a:lnTo>
                  <a:lnTo>
                    <a:pt x="417" y="3"/>
                  </a:lnTo>
                  <a:lnTo>
                    <a:pt x="406" y="5"/>
                  </a:lnTo>
                  <a:lnTo>
                    <a:pt x="395" y="10"/>
                  </a:lnTo>
                  <a:lnTo>
                    <a:pt x="386" y="14"/>
                  </a:lnTo>
                  <a:lnTo>
                    <a:pt x="379" y="18"/>
                  </a:lnTo>
                  <a:lnTo>
                    <a:pt x="373" y="26"/>
                  </a:lnTo>
                  <a:lnTo>
                    <a:pt x="372" y="31"/>
                  </a:lnTo>
                  <a:lnTo>
                    <a:pt x="371" y="43"/>
                  </a:lnTo>
                  <a:lnTo>
                    <a:pt x="371" y="61"/>
                  </a:lnTo>
                  <a:lnTo>
                    <a:pt x="371" y="82"/>
                  </a:lnTo>
                  <a:lnTo>
                    <a:pt x="374" y="135"/>
                  </a:lnTo>
                  <a:lnTo>
                    <a:pt x="378" y="196"/>
                  </a:lnTo>
                  <a:lnTo>
                    <a:pt x="382" y="260"/>
                  </a:lnTo>
                  <a:lnTo>
                    <a:pt x="385" y="321"/>
                  </a:lnTo>
                  <a:lnTo>
                    <a:pt x="389" y="372"/>
                  </a:lnTo>
                  <a:lnTo>
                    <a:pt x="390" y="408"/>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cs typeface="+mn-ea"/>
                <a:sym typeface="+mn-lt"/>
              </a:endParaRPr>
            </a:p>
          </p:txBody>
        </p:sp>
        <p:sp>
          <p:nvSpPr>
            <p:cNvPr id="82" name="Freeform 114"/>
            <p:cNvSpPr/>
            <p:nvPr/>
          </p:nvSpPr>
          <p:spPr bwMode="auto">
            <a:xfrm>
              <a:off x="7996238" y="1273175"/>
              <a:ext cx="319088" cy="36513"/>
            </a:xfrm>
            <a:custGeom>
              <a:avLst/>
              <a:gdLst>
                <a:gd name="T0" fmla="*/ 383 w 804"/>
                <a:gd name="T1" fmla="*/ 10 h 93"/>
                <a:gd name="T2" fmla="*/ 325 w 804"/>
                <a:gd name="T3" fmla="*/ 9 h 93"/>
                <a:gd name="T4" fmla="*/ 268 w 804"/>
                <a:gd name="T5" fmla="*/ 7 h 93"/>
                <a:gd name="T6" fmla="*/ 210 w 804"/>
                <a:gd name="T7" fmla="*/ 6 h 93"/>
                <a:gd name="T8" fmla="*/ 153 w 804"/>
                <a:gd name="T9" fmla="*/ 4 h 93"/>
                <a:gd name="T10" fmla="*/ 99 w 804"/>
                <a:gd name="T11" fmla="*/ 0 h 93"/>
                <a:gd name="T12" fmla="*/ 63 w 804"/>
                <a:gd name="T13" fmla="*/ 1 h 93"/>
                <a:gd name="T14" fmla="*/ 42 w 804"/>
                <a:gd name="T15" fmla="*/ 5 h 93"/>
                <a:gd name="T16" fmla="*/ 23 w 804"/>
                <a:gd name="T17" fmla="*/ 14 h 93"/>
                <a:gd name="T18" fmla="*/ 6 w 804"/>
                <a:gd name="T19" fmla="*/ 28 h 93"/>
                <a:gd name="T20" fmla="*/ 9 w 804"/>
                <a:gd name="T21" fmla="*/ 54 h 93"/>
                <a:gd name="T22" fmla="*/ 17 w 804"/>
                <a:gd name="T23" fmla="*/ 69 h 93"/>
                <a:gd name="T24" fmla="*/ 24 w 804"/>
                <a:gd name="T25" fmla="*/ 75 h 93"/>
                <a:gd name="T26" fmla="*/ 47 w 804"/>
                <a:gd name="T27" fmla="*/ 78 h 93"/>
                <a:gd name="T28" fmla="*/ 118 w 804"/>
                <a:gd name="T29" fmla="*/ 78 h 93"/>
                <a:gd name="T30" fmla="*/ 634 w 804"/>
                <a:gd name="T31" fmla="*/ 90 h 93"/>
                <a:gd name="T32" fmla="*/ 683 w 804"/>
                <a:gd name="T33" fmla="*/ 92 h 93"/>
                <a:gd name="T34" fmla="*/ 744 w 804"/>
                <a:gd name="T35" fmla="*/ 92 h 93"/>
                <a:gd name="T36" fmla="*/ 771 w 804"/>
                <a:gd name="T37" fmla="*/ 88 h 93"/>
                <a:gd name="T38" fmla="*/ 792 w 804"/>
                <a:gd name="T39" fmla="*/ 79 h 93"/>
                <a:gd name="T40" fmla="*/ 798 w 804"/>
                <a:gd name="T41" fmla="*/ 72 h 93"/>
                <a:gd name="T42" fmla="*/ 803 w 804"/>
                <a:gd name="T43" fmla="*/ 65 h 93"/>
                <a:gd name="T44" fmla="*/ 804 w 804"/>
                <a:gd name="T45" fmla="*/ 55 h 93"/>
                <a:gd name="T46" fmla="*/ 800 w 804"/>
                <a:gd name="T47" fmla="*/ 43 h 93"/>
                <a:gd name="T48" fmla="*/ 797 w 804"/>
                <a:gd name="T49" fmla="*/ 37 h 93"/>
                <a:gd name="T50" fmla="*/ 792 w 804"/>
                <a:gd name="T51" fmla="*/ 32 h 93"/>
                <a:gd name="T52" fmla="*/ 774 w 804"/>
                <a:gd name="T53" fmla="*/ 26 h 93"/>
                <a:gd name="T54" fmla="*/ 750 w 804"/>
                <a:gd name="T55" fmla="*/ 21 h 93"/>
                <a:gd name="T56" fmla="*/ 722 w 804"/>
                <a:gd name="T57" fmla="*/ 20 h 93"/>
                <a:gd name="T58" fmla="*/ 663 w 804"/>
                <a:gd name="T59" fmla="*/ 21 h 93"/>
                <a:gd name="T60" fmla="*/ 613 w 804"/>
                <a:gd name="T61" fmla="*/ 21 h 93"/>
                <a:gd name="T62" fmla="*/ 563 w 804"/>
                <a:gd name="T63" fmla="*/ 18 h 93"/>
                <a:gd name="T64" fmla="*/ 512 w 804"/>
                <a:gd name="T65" fmla="*/ 16 h 93"/>
                <a:gd name="T66" fmla="*/ 462 w 804"/>
                <a:gd name="T67" fmla="*/ 14 h 93"/>
                <a:gd name="T68" fmla="*/ 412 w 804"/>
                <a:gd name="T69" fmla="*/ 1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4" h="93">
                  <a:moveTo>
                    <a:pt x="412" y="12"/>
                  </a:moveTo>
                  <a:lnTo>
                    <a:pt x="383" y="10"/>
                  </a:lnTo>
                  <a:lnTo>
                    <a:pt x="354" y="9"/>
                  </a:lnTo>
                  <a:lnTo>
                    <a:pt x="325" y="9"/>
                  </a:lnTo>
                  <a:lnTo>
                    <a:pt x="296" y="8"/>
                  </a:lnTo>
                  <a:lnTo>
                    <a:pt x="268" y="7"/>
                  </a:lnTo>
                  <a:lnTo>
                    <a:pt x="239" y="6"/>
                  </a:lnTo>
                  <a:lnTo>
                    <a:pt x="210" y="6"/>
                  </a:lnTo>
                  <a:lnTo>
                    <a:pt x="181" y="5"/>
                  </a:lnTo>
                  <a:lnTo>
                    <a:pt x="153" y="4"/>
                  </a:lnTo>
                  <a:lnTo>
                    <a:pt x="125" y="2"/>
                  </a:lnTo>
                  <a:lnTo>
                    <a:pt x="99" y="0"/>
                  </a:lnTo>
                  <a:lnTo>
                    <a:pt x="75" y="0"/>
                  </a:lnTo>
                  <a:lnTo>
                    <a:pt x="63" y="1"/>
                  </a:lnTo>
                  <a:lnTo>
                    <a:pt x="52" y="2"/>
                  </a:lnTo>
                  <a:lnTo>
                    <a:pt x="42" y="5"/>
                  </a:lnTo>
                  <a:lnTo>
                    <a:pt x="33" y="8"/>
                  </a:lnTo>
                  <a:lnTo>
                    <a:pt x="23" y="14"/>
                  </a:lnTo>
                  <a:lnTo>
                    <a:pt x="14" y="20"/>
                  </a:lnTo>
                  <a:lnTo>
                    <a:pt x="6" y="28"/>
                  </a:lnTo>
                  <a:lnTo>
                    <a:pt x="0" y="38"/>
                  </a:lnTo>
                  <a:lnTo>
                    <a:pt x="9" y="54"/>
                  </a:lnTo>
                  <a:lnTo>
                    <a:pt x="15" y="65"/>
                  </a:lnTo>
                  <a:lnTo>
                    <a:pt x="17" y="69"/>
                  </a:lnTo>
                  <a:lnTo>
                    <a:pt x="21" y="72"/>
                  </a:lnTo>
                  <a:lnTo>
                    <a:pt x="24" y="75"/>
                  </a:lnTo>
                  <a:lnTo>
                    <a:pt x="29" y="76"/>
                  </a:lnTo>
                  <a:lnTo>
                    <a:pt x="47" y="78"/>
                  </a:lnTo>
                  <a:lnTo>
                    <a:pt x="75" y="78"/>
                  </a:lnTo>
                  <a:lnTo>
                    <a:pt x="118" y="78"/>
                  </a:lnTo>
                  <a:lnTo>
                    <a:pt x="181" y="79"/>
                  </a:lnTo>
                  <a:lnTo>
                    <a:pt x="634" y="90"/>
                  </a:lnTo>
                  <a:lnTo>
                    <a:pt x="656" y="91"/>
                  </a:lnTo>
                  <a:lnTo>
                    <a:pt x="683" y="92"/>
                  </a:lnTo>
                  <a:lnTo>
                    <a:pt x="714" y="93"/>
                  </a:lnTo>
                  <a:lnTo>
                    <a:pt x="744" y="92"/>
                  </a:lnTo>
                  <a:lnTo>
                    <a:pt x="758" y="91"/>
                  </a:lnTo>
                  <a:lnTo>
                    <a:pt x="771" y="88"/>
                  </a:lnTo>
                  <a:lnTo>
                    <a:pt x="782" y="84"/>
                  </a:lnTo>
                  <a:lnTo>
                    <a:pt x="792" y="79"/>
                  </a:lnTo>
                  <a:lnTo>
                    <a:pt x="795" y="76"/>
                  </a:lnTo>
                  <a:lnTo>
                    <a:pt x="798" y="72"/>
                  </a:lnTo>
                  <a:lnTo>
                    <a:pt x="800" y="69"/>
                  </a:lnTo>
                  <a:lnTo>
                    <a:pt x="803" y="65"/>
                  </a:lnTo>
                  <a:lnTo>
                    <a:pt x="804" y="59"/>
                  </a:lnTo>
                  <a:lnTo>
                    <a:pt x="804" y="55"/>
                  </a:lnTo>
                  <a:lnTo>
                    <a:pt x="803" y="48"/>
                  </a:lnTo>
                  <a:lnTo>
                    <a:pt x="800" y="43"/>
                  </a:lnTo>
                  <a:lnTo>
                    <a:pt x="799" y="40"/>
                  </a:lnTo>
                  <a:lnTo>
                    <a:pt x="797" y="37"/>
                  </a:lnTo>
                  <a:lnTo>
                    <a:pt x="795" y="34"/>
                  </a:lnTo>
                  <a:lnTo>
                    <a:pt x="792" y="32"/>
                  </a:lnTo>
                  <a:lnTo>
                    <a:pt x="784" y="28"/>
                  </a:lnTo>
                  <a:lnTo>
                    <a:pt x="774" y="26"/>
                  </a:lnTo>
                  <a:lnTo>
                    <a:pt x="762" y="24"/>
                  </a:lnTo>
                  <a:lnTo>
                    <a:pt x="750" y="21"/>
                  </a:lnTo>
                  <a:lnTo>
                    <a:pt x="736" y="20"/>
                  </a:lnTo>
                  <a:lnTo>
                    <a:pt x="722" y="20"/>
                  </a:lnTo>
                  <a:lnTo>
                    <a:pt x="693" y="20"/>
                  </a:lnTo>
                  <a:lnTo>
                    <a:pt x="663" y="21"/>
                  </a:lnTo>
                  <a:lnTo>
                    <a:pt x="636" y="21"/>
                  </a:lnTo>
                  <a:lnTo>
                    <a:pt x="613" y="21"/>
                  </a:lnTo>
                  <a:lnTo>
                    <a:pt x="588" y="20"/>
                  </a:lnTo>
                  <a:lnTo>
                    <a:pt x="563" y="18"/>
                  </a:lnTo>
                  <a:lnTo>
                    <a:pt x="538" y="17"/>
                  </a:lnTo>
                  <a:lnTo>
                    <a:pt x="512" y="16"/>
                  </a:lnTo>
                  <a:lnTo>
                    <a:pt x="487" y="15"/>
                  </a:lnTo>
                  <a:lnTo>
                    <a:pt x="462" y="14"/>
                  </a:lnTo>
                  <a:lnTo>
                    <a:pt x="437" y="13"/>
                  </a:lnTo>
                  <a:lnTo>
                    <a:pt x="412" y="12"/>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cs typeface="+mn-ea"/>
                <a:sym typeface="+mn-lt"/>
              </a:endParaRPr>
            </a:p>
          </p:txBody>
        </p:sp>
        <p:sp>
          <p:nvSpPr>
            <p:cNvPr id="83" name="Freeform 129"/>
            <p:cNvSpPr/>
            <p:nvPr/>
          </p:nvSpPr>
          <p:spPr bwMode="auto">
            <a:xfrm>
              <a:off x="8402638" y="1374775"/>
              <a:ext cx="63500" cy="58738"/>
            </a:xfrm>
            <a:custGeom>
              <a:avLst/>
              <a:gdLst>
                <a:gd name="T0" fmla="*/ 0 w 158"/>
                <a:gd name="T1" fmla="*/ 82 h 147"/>
                <a:gd name="T2" fmla="*/ 3 w 158"/>
                <a:gd name="T3" fmla="*/ 99 h 147"/>
                <a:gd name="T4" fmla="*/ 10 w 158"/>
                <a:gd name="T5" fmla="*/ 112 h 147"/>
                <a:gd name="T6" fmla="*/ 19 w 158"/>
                <a:gd name="T7" fmla="*/ 124 h 147"/>
                <a:gd name="T8" fmla="*/ 30 w 158"/>
                <a:gd name="T9" fmla="*/ 132 h 147"/>
                <a:gd name="T10" fmla="*/ 43 w 158"/>
                <a:gd name="T11" fmla="*/ 140 h 147"/>
                <a:gd name="T12" fmla="*/ 57 w 158"/>
                <a:gd name="T13" fmla="*/ 144 h 147"/>
                <a:gd name="T14" fmla="*/ 71 w 158"/>
                <a:gd name="T15" fmla="*/ 147 h 147"/>
                <a:gd name="T16" fmla="*/ 87 w 158"/>
                <a:gd name="T17" fmla="*/ 147 h 147"/>
                <a:gd name="T18" fmla="*/ 101 w 158"/>
                <a:gd name="T19" fmla="*/ 144 h 147"/>
                <a:gd name="T20" fmla="*/ 115 w 158"/>
                <a:gd name="T21" fmla="*/ 139 h 147"/>
                <a:gd name="T22" fmla="*/ 128 w 158"/>
                <a:gd name="T23" fmla="*/ 132 h 147"/>
                <a:gd name="T24" fmla="*/ 139 w 158"/>
                <a:gd name="T25" fmla="*/ 124 h 147"/>
                <a:gd name="T26" fmla="*/ 148 w 158"/>
                <a:gd name="T27" fmla="*/ 112 h 147"/>
                <a:gd name="T28" fmla="*/ 155 w 158"/>
                <a:gd name="T29" fmla="*/ 98 h 147"/>
                <a:gd name="T30" fmla="*/ 158 w 158"/>
                <a:gd name="T31" fmla="*/ 82 h 147"/>
                <a:gd name="T32" fmla="*/ 158 w 158"/>
                <a:gd name="T33" fmla="*/ 64 h 147"/>
                <a:gd name="T34" fmla="*/ 155 w 158"/>
                <a:gd name="T35" fmla="*/ 48 h 147"/>
                <a:gd name="T36" fmla="*/ 148 w 158"/>
                <a:gd name="T37" fmla="*/ 35 h 147"/>
                <a:gd name="T38" fmla="*/ 139 w 158"/>
                <a:gd name="T39" fmla="*/ 23 h 147"/>
                <a:gd name="T40" fmla="*/ 128 w 158"/>
                <a:gd name="T41" fmla="*/ 14 h 147"/>
                <a:gd name="T42" fmla="*/ 115 w 158"/>
                <a:gd name="T43" fmla="*/ 8 h 147"/>
                <a:gd name="T44" fmla="*/ 101 w 158"/>
                <a:gd name="T45" fmla="*/ 2 h 147"/>
                <a:gd name="T46" fmla="*/ 87 w 158"/>
                <a:gd name="T47" fmla="*/ 0 h 147"/>
                <a:gd name="T48" fmla="*/ 71 w 158"/>
                <a:gd name="T49" fmla="*/ 0 h 147"/>
                <a:gd name="T50" fmla="*/ 57 w 158"/>
                <a:gd name="T51" fmla="*/ 2 h 147"/>
                <a:gd name="T52" fmla="*/ 43 w 158"/>
                <a:gd name="T53" fmla="*/ 8 h 147"/>
                <a:gd name="T54" fmla="*/ 30 w 158"/>
                <a:gd name="T55" fmla="*/ 14 h 147"/>
                <a:gd name="T56" fmla="*/ 19 w 158"/>
                <a:gd name="T57" fmla="*/ 23 h 147"/>
                <a:gd name="T58" fmla="*/ 10 w 158"/>
                <a:gd name="T59" fmla="*/ 35 h 147"/>
                <a:gd name="T60" fmla="*/ 3 w 158"/>
                <a:gd name="T61" fmla="*/ 49 h 147"/>
                <a:gd name="T62" fmla="*/ 0 w 158"/>
                <a:gd name="T63" fmla="*/ 64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147">
                  <a:moveTo>
                    <a:pt x="0" y="74"/>
                  </a:moveTo>
                  <a:lnTo>
                    <a:pt x="0" y="82"/>
                  </a:lnTo>
                  <a:lnTo>
                    <a:pt x="1" y="90"/>
                  </a:lnTo>
                  <a:lnTo>
                    <a:pt x="3" y="99"/>
                  </a:lnTo>
                  <a:lnTo>
                    <a:pt x="6" y="105"/>
                  </a:lnTo>
                  <a:lnTo>
                    <a:pt x="10" y="112"/>
                  </a:lnTo>
                  <a:lnTo>
                    <a:pt x="14" y="118"/>
                  </a:lnTo>
                  <a:lnTo>
                    <a:pt x="19" y="124"/>
                  </a:lnTo>
                  <a:lnTo>
                    <a:pt x="25" y="128"/>
                  </a:lnTo>
                  <a:lnTo>
                    <a:pt x="30" y="132"/>
                  </a:lnTo>
                  <a:lnTo>
                    <a:pt x="37" y="137"/>
                  </a:lnTo>
                  <a:lnTo>
                    <a:pt x="43" y="140"/>
                  </a:lnTo>
                  <a:lnTo>
                    <a:pt x="50" y="142"/>
                  </a:lnTo>
                  <a:lnTo>
                    <a:pt x="57" y="144"/>
                  </a:lnTo>
                  <a:lnTo>
                    <a:pt x="64" y="145"/>
                  </a:lnTo>
                  <a:lnTo>
                    <a:pt x="71" y="147"/>
                  </a:lnTo>
                  <a:lnTo>
                    <a:pt x="79" y="147"/>
                  </a:lnTo>
                  <a:lnTo>
                    <a:pt x="87" y="147"/>
                  </a:lnTo>
                  <a:lnTo>
                    <a:pt x="94" y="145"/>
                  </a:lnTo>
                  <a:lnTo>
                    <a:pt x="101" y="144"/>
                  </a:lnTo>
                  <a:lnTo>
                    <a:pt x="108" y="142"/>
                  </a:lnTo>
                  <a:lnTo>
                    <a:pt x="115" y="139"/>
                  </a:lnTo>
                  <a:lnTo>
                    <a:pt x="121" y="136"/>
                  </a:lnTo>
                  <a:lnTo>
                    <a:pt x="128" y="132"/>
                  </a:lnTo>
                  <a:lnTo>
                    <a:pt x="133" y="128"/>
                  </a:lnTo>
                  <a:lnTo>
                    <a:pt x="139" y="124"/>
                  </a:lnTo>
                  <a:lnTo>
                    <a:pt x="144" y="118"/>
                  </a:lnTo>
                  <a:lnTo>
                    <a:pt x="148" y="112"/>
                  </a:lnTo>
                  <a:lnTo>
                    <a:pt x="152" y="105"/>
                  </a:lnTo>
                  <a:lnTo>
                    <a:pt x="155" y="98"/>
                  </a:lnTo>
                  <a:lnTo>
                    <a:pt x="157" y="90"/>
                  </a:lnTo>
                  <a:lnTo>
                    <a:pt x="158" y="82"/>
                  </a:lnTo>
                  <a:lnTo>
                    <a:pt x="158" y="74"/>
                  </a:lnTo>
                  <a:lnTo>
                    <a:pt x="158" y="64"/>
                  </a:lnTo>
                  <a:lnTo>
                    <a:pt x="157" y="56"/>
                  </a:lnTo>
                  <a:lnTo>
                    <a:pt x="155" y="48"/>
                  </a:lnTo>
                  <a:lnTo>
                    <a:pt x="152" y="41"/>
                  </a:lnTo>
                  <a:lnTo>
                    <a:pt x="148" y="35"/>
                  </a:lnTo>
                  <a:lnTo>
                    <a:pt x="144" y="28"/>
                  </a:lnTo>
                  <a:lnTo>
                    <a:pt x="139" y="23"/>
                  </a:lnTo>
                  <a:lnTo>
                    <a:pt x="133" y="18"/>
                  </a:lnTo>
                  <a:lnTo>
                    <a:pt x="128" y="14"/>
                  </a:lnTo>
                  <a:lnTo>
                    <a:pt x="121" y="10"/>
                  </a:lnTo>
                  <a:lnTo>
                    <a:pt x="115" y="8"/>
                  </a:lnTo>
                  <a:lnTo>
                    <a:pt x="108" y="4"/>
                  </a:lnTo>
                  <a:lnTo>
                    <a:pt x="101" y="2"/>
                  </a:lnTo>
                  <a:lnTo>
                    <a:pt x="94" y="1"/>
                  </a:lnTo>
                  <a:lnTo>
                    <a:pt x="87" y="0"/>
                  </a:lnTo>
                  <a:lnTo>
                    <a:pt x="79" y="0"/>
                  </a:lnTo>
                  <a:lnTo>
                    <a:pt x="71" y="0"/>
                  </a:lnTo>
                  <a:lnTo>
                    <a:pt x="64" y="1"/>
                  </a:lnTo>
                  <a:lnTo>
                    <a:pt x="57" y="2"/>
                  </a:lnTo>
                  <a:lnTo>
                    <a:pt x="50" y="4"/>
                  </a:lnTo>
                  <a:lnTo>
                    <a:pt x="43" y="8"/>
                  </a:lnTo>
                  <a:lnTo>
                    <a:pt x="37" y="11"/>
                  </a:lnTo>
                  <a:lnTo>
                    <a:pt x="30" y="14"/>
                  </a:lnTo>
                  <a:lnTo>
                    <a:pt x="25" y="18"/>
                  </a:lnTo>
                  <a:lnTo>
                    <a:pt x="19" y="23"/>
                  </a:lnTo>
                  <a:lnTo>
                    <a:pt x="14" y="28"/>
                  </a:lnTo>
                  <a:lnTo>
                    <a:pt x="10" y="35"/>
                  </a:lnTo>
                  <a:lnTo>
                    <a:pt x="6" y="41"/>
                  </a:lnTo>
                  <a:lnTo>
                    <a:pt x="3" y="49"/>
                  </a:lnTo>
                  <a:lnTo>
                    <a:pt x="1" y="56"/>
                  </a:lnTo>
                  <a:lnTo>
                    <a:pt x="0" y="64"/>
                  </a:lnTo>
                  <a:lnTo>
                    <a:pt x="0" y="74"/>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cs typeface="+mn-ea"/>
                <a:sym typeface="+mn-lt"/>
              </a:endParaRPr>
            </a:p>
          </p:txBody>
        </p:sp>
      </p:grpSp>
      <p:sp>
        <p:nvSpPr>
          <p:cNvPr id="84" name="bed-of-double-size-hand-draw_58248"/>
          <p:cNvSpPr>
            <a:spLocks noChangeAspect="1"/>
          </p:cNvSpPr>
          <p:nvPr/>
        </p:nvSpPr>
        <p:spPr bwMode="auto">
          <a:xfrm>
            <a:off x="7884663" y="4533500"/>
            <a:ext cx="494019" cy="521892"/>
          </a:xfrm>
          <a:custGeom>
            <a:avLst/>
            <a:gdLst>
              <a:gd name="connsiteX0" fmla="*/ 69802 w 572872"/>
              <a:gd name="connsiteY0" fmla="*/ 478954 h 605194"/>
              <a:gd name="connsiteX1" fmla="*/ 73746 w 572872"/>
              <a:gd name="connsiteY1" fmla="*/ 481907 h 605194"/>
              <a:gd name="connsiteX2" fmla="*/ 84982 w 572872"/>
              <a:gd name="connsiteY2" fmla="*/ 501475 h 605194"/>
              <a:gd name="connsiteX3" fmla="*/ 105542 w 572872"/>
              <a:gd name="connsiteY3" fmla="*/ 508634 h 605194"/>
              <a:gd name="connsiteX4" fmla="*/ 105542 w 572872"/>
              <a:gd name="connsiteY4" fmla="*/ 520327 h 605194"/>
              <a:gd name="connsiteX5" fmla="*/ 65857 w 572872"/>
              <a:gd name="connsiteY5" fmla="*/ 481907 h 605194"/>
              <a:gd name="connsiteX6" fmla="*/ 69802 w 572872"/>
              <a:gd name="connsiteY6" fmla="*/ 478954 h 605194"/>
              <a:gd name="connsiteX7" fmla="*/ 484159 w 572872"/>
              <a:gd name="connsiteY7" fmla="*/ 255567 h 605194"/>
              <a:gd name="connsiteX8" fmla="*/ 503536 w 572872"/>
              <a:gd name="connsiteY8" fmla="*/ 279511 h 605194"/>
              <a:gd name="connsiteX9" fmla="*/ 492053 w 572872"/>
              <a:gd name="connsiteY9" fmla="*/ 282611 h 605194"/>
              <a:gd name="connsiteX10" fmla="*/ 475308 w 572872"/>
              <a:gd name="connsiteY10" fmla="*/ 265918 h 605194"/>
              <a:gd name="connsiteX11" fmla="*/ 472677 w 572872"/>
              <a:gd name="connsiteY11" fmla="*/ 256856 h 605194"/>
              <a:gd name="connsiteX12" fmla="*/ 484159 w 572872"/>
              <a:gd name="connsiteY12" fmla="*/ 255567 h 605194"/>
              <a:gd name="connsiteX13" fmla="*/ 529357 w 572872"/>
              <a:gd name="connsiteY13" fmla="*/ 228456 h 605194"/>
              <a:gd name="connsiteX14" fmla="*/ 468643 w 572872"/>
              <a:gd name="connsiteY14" fmla="*/ 236333 h 605194"/>
              <a:gd name="connsiteX15" fmla="*/ 144515 w 572872"/>
              <a:gd name="connsiteY15" fmla="*/ 244210 h 605194"/>
              <a:gd name="connsiteX16" fmla="*/ 46512 w 572872"/>
              <a:gd name="connsiteY16" fmla="*/ 250416 h 605194"/>
              <a:gd name="connsiteX17" fmla="*/ 43405 w 572872"/>
              <a:gd name="connsiteY17" fmla="*/ 264021 h 605194"/>
              <a:gd name="connsiteX18" fmla="*/ 37190 w 572872"/>
              <a:gd name="connsiteY18" fmla="*/ 452105 h 605194"/>
              <a:gd name="connsiteX19" fmla="*/ 39341 w 572872"/>
              <a:gd name="connsiteY19" fmla="*/ 476689 h 605194"/>
              <a:gd name="connsiteX20" fmla="*/ 40297 w 572872"/>
              <a:gd name="connsiteY20" fmla="*/ 485998 h 605194"/>
              <a:gd name="connsiteX21" fmla="*/ 40775 w 572872"/>
              <a:gd name="connsiteY21" fmla="*/ 487908 h 605194"/>
              <a:gd name="connsiteX22" fmla="*/ 40775 w 572872"/>
              <a:gd name="connsiteY22" fmla="*/ 488862 h 605194"/>
              <a:gd name="connsiteX23" fmla="*/ 208815 w 572872"/>
              <a:gd name="connsiteY23" fmla="*/ 568345 h 605194"/>
              <a:gd name="connsiteX24" fmla="*/ 259968 w 572872"/>
              <a:gd name="connsiteY24" fmla="*/ 568106 h 605194"/>
              <a:gd name="connsiteX25" fmla="*/ 364186 w 572872"/>
              <a:gd name="connsiteY25" fmla="*/ 576699 h 605194"/>
              <a:gd name="connsiteX26" fmla="*/ 519557 w 572872"/>
              <a:gd name="connsiteY26" fmla="*/ 463800 h 605194"/>
              <a:gd name="connsiteX27" fmla="*/ 529357 w 572872"/>
              <a:gd name="connsiteY27" fmla="*/ 228456 h 605194"/>
              <a:gd name="connsiteX28" fmla="*/ 74957 w 572872"/>
              <a:gd name="connsiteY28" fmla="*/ 116990 h 605194"/>
              <a:gd name="connsiteX29" fmla="*/ 38146 w 572872"/>
              <a:gd name="connsiteY29" fmla="*/ 175468 h 605194"/>
              <a:gd name="connsiteX30" fmla="*/ 71849 w 572872"/>
              <a:gd name="connsiteY30" fmla="*/ 208884 h 605194"/>
              <a:gd name="connsiteX31" fmla="*/ 275027 w 572872"/>
              <a:gd name="connsiteY31" fmla="*/ 194563 h 605194"/>
              <a:gd name="connsiteX32" fmla="*/ 375660 w 572872"/>
              <a:gd name="connsiteY32" fmla="*/ 207691 h 605194"/>
              <a:gd name="connsiteX33" fmla="*/ 443067 w 572872"/>
              <a:gd name="connsiteY33" fmla="*/ 207452 h 605194"/>
              <a:gd name="connsiteX34" fmla="*/ 512147 w 572872"/>
              <a:gd name="connsiteY34" fmla="*/ 189789 h 605194"/>
              <a:gd name="connsiteX35" fmla="*/ 522664 w 572872"/>
              <a:gd name="connsiteY35" fmla="*/ 123196 h 605194"/>
              <a:gd name="connsiteX36" fmla="*/ 516928 w 572872"/>
              <a:gd name="connsiteY36" fmla="*/ 121287 h 605194"/>
              <a:gd name="connsiteX37" fmla="*/ 516450 w 572872"/>
              <a:gd name="connsiteY37" fmla="*/ 123435 h 605194"/>
              <a:gd name="connsiteX38" fmla="*/ 502347 w 572872"/>
              <a:gd name="connsiteY38" fmla="*/ 160908 h 605194"/>
              <a:gd name="connsiteX39" fmla="*/ 501869 w 572872"/>
              <a:gd name="connsiteY39" fmla="*/ 166398 h 605194"/>
              <a:gd name="connsiteX40" fmla="*/ 495893 w 572872"/>
              <a:gd name="connsiteY40" fmla="*/ 174036 h 605194"/>
              <a:gd name="connsiteX41" fmla="*/ 490634 w 572872"/>
              <a:gd name="connsiteY41" fmla="*/ 174514 h 605194"/>
              <a:gd name="connsiteX42" fmla="*/ 448803 w 572872"/>
              <a:gd name="connsiteY42" fmla="*/ 186925 h 605194"/>
              <a:gd name="connsiteX43" fmla="*/ 287457 w 572872"/>
              <a:gd name="connsiteY43" fmla="*/ 153509 h 605194"/>
              <a:gd name="connsiteX44" fmla="*/ 275983 w 572872"/>
              <a:gd name="connsiteY44" fmla="*/ 160908 h 605194"/>
              <a:gd name="connsiteX45" fmla="*/ 83323 w 572872"/>
              <a:gd name="connsiteY45" fmla="*/ 185016 h 605194"/>
              <a:gd name="connsiteX46" fmla="*/ 68264 w 572872"/>
              <a:gd name="connsiteY46" fmla="*/ 167592 h 605194"/>
              <a:gd name="connsiteX47" fmla="*/ 67308 w 572872"/>
              <a:gd name="connsiteY47" fmla="*/ 161624 h 605194"/>
              <a:gd name="connsiteX48" fmla="*/ 74957 w 572872"/>
              <a:gd name="connsiteY48" fmla="*/ 116990 h 605194"/>
              <a:gd name="connsiteX49" fmla="*/ 245124 w 572872"/>
              <a:gd name="connsiteY49" fmla="*/ 92186 h 605194"/>
              <a:gd name="connsiteX50" fmla="*/ 251101 w 572872"/>
              <a:gd name="connsiteY50" fmla="*/ 92186 h 605194"/>
              <a:gd name="connsiteX51" fmla="*/ 253970 w 572872"/>
              <a:gd name="connsiteY51" fmla="*/ 103158 h 605194"/>
              <a:gd name="connsiteX52" fmla="*/ 257079 w 572872"/>
              <a:gd name="connsiteY52" fmla="*/ 117470 h 605194"/>
              <a:gd name="connsiteX53" fmla="*/ 252058 w 572872"/>
              <a:gd name="connsiteY53" fmla="*/ 124148 h 605194"/>
              <a:gd name="connsiteX54" fmla="*/ 226476 w 572872"/>
              <a:gd name="connsiteY54" fmla="*/ 114369 h 605194"/>
              <a:gd name="connsiteX55" fmla="*/ 230301 w 572872"/>
              <a:gd name="connsiteY55" fmla="*/ 107690 h 605194"/>
              <a:gd name="connsiteX56" fmla="*/ 244168 w 572872"/>
              <a:gd name="connsiteY56" fmla="*/ 112699 h 605194"/>
              <a:gd name="connsiteX57" fmla="*/ 245124 w 572872"/>
              <a:gd name="connsiteY57" fmla="*/ 92186 h 605194"/>
              <a:gd name="connsiteX58" fmla="*/ 115379 w 572872"/>
              <a:gd name="connsiteY58" fmla="*/ 91010 h 605194"/>
              <a:gd name="connsiteX59" fmla="*/ 115450 w 572872"/>
              <a:gd name="connsiteY59" fmla="*/ 91010 h 605194"/>
              <a:gd name="connsiteX60" fmla="*/ 115450 w 572872"/>
              <a:gd name="connsiteY60" fmla="*/ 91433 h 605194"/>
              <a:gd name="connsiteX61" fmla="*/ 115379 w 572872"/>
              <a:gd name="connsiteY61" fmla="*/ 91433 h 605194"/>
              <a:gd name="connsiteX62" fmla="*/ 301242 w 572872"/>
              <a:gd name="connsiteY62" fmla="*/ 83990 h 605194"/>
              <a:gd name="connsiteX63" fmla="*/ 303244 w 572872"/>
              <a:gd name="connsiteY63" fmla="*/ 88370 h 605194"/>
              <a:gd name="connsiteX64" fmla="*/ 298463 w 572872"/>
              <a:gd name="connsiteY64" fmla="*/ 110540 h 605194"/>
              <a:gd name="connsiteX65" fmla="*/ 306112 w 572872"/>
              <a:gd name="connsiteY65" fmla="*/ 111970 h 605194"/>
              <a:gd name="connsiteX66" fmla="*/ 318303 w 572872"/>
              <a:gd name="connsiteY66" fmla="*/ 116261 h 605194"/>
              <a:gd name="connsiteX67" fmla="*/ 318303 w 572872"/>
              <a:gd name="connsiteY67" fmla="*/ 121506 h 605194"/>
              <a:gd name="connsiteX68" fmla="*/ 291771 w 572872"/>
              <a:gd name="connsiteY68" fmla="*/ 120076 h 605194"/>
              <a:gd name="connsiteX69" fmla="*/ 287468 w 572872"/>
              <a:gd name="connsiteY69" fmla="*/ 112447 h 605194"/>
              <a:gd name="connsiteX70" fmla="*/ 296551 w 572872"/>
              <a:gd name="connsiteY70" fmla="*/ 85509 h 605194"/>
              <a:gd name="connsiteX71" fmla="*/ 301242 w 572872"/>
              <a:gd name="connsiteY71" fmla="*/ 83990 h 605194"/>
              <a:gd name="connsiteX72" fmla="*/ 122306 w 572872"/>
              <a:gd name="connsiteY72" fmla="*/ 66956 h 605194"/>
              <a:gd name="connsiteX73" fmla="*/ 135194 w 572872"/>
              <a:gd name="connsiteY73" fmla="*/ 68061 h 605194"/>
              <a:gd name="connsiteX74" fmla="*/ 135194 w 572872"/>
              <a:gd name="connsiteY74" fmla="*/ 74752 h 605194"/>
              <a:gd name="connsiteX75" fmla="*/ 119681 w 572872"/>
              <a:gd name="connsiteY75" fmla="*/ 77620 h 605194"/>
              <a:gd name="connsiteX76" fmla="*/ 123738 w 572872"/>
              <a:gd name="connsiteY76" fmla="*/ 86939 h 605194"/>
              <a:gd name="connsiteX77" fmla="*/ 123977 w 572872"/>
              <a:gd name="connsiteY77" fmla="*/ 93152 h 605194"/>
              <a:gd name="connsiteX78" fmla="*/ 117772 w 572872"/>
              <a:gd name="connsiteY78" fmla="*/ 94825 h 605194"/>
              <a:gd name="connsiteX79" fmla="*/ 117533 w 572872"/>
              <a:gd name="connsiteY79" fmla="*/ 94825 h 605194"/>
              <a:gd name="connsiteX80" fmla="*/ 115624 w 572872"/>
              <a:gd name="connsiteY80" fmla="*/ 90285 h 605194"/>
              <a:gd name="connsiteX81" fmla="*/ 115385 w 572872"/>
              <a:gd name="connsiteY81" fmla="*/ 90046 h 605194"/>
              <a:gd name="connsiteX82" fmla="*/ 115385 w 572872"/>
              <a:gd name="connsiteY82" fmla="*/ 91002 h 605194"/>
              <a:gd name="connsiteX83" fmla="*/ 115146 w 572872"/>
              <a:gd name="connsiteY83" fmla="*/ 90046 h 605194"/>
              <a:gd name="connsiteX84" fmla="*/ 114192 w 572872"/>
              <a:gd name="connsiteY84" fmla="*/ 87656 h 605194"/>
              <a:gd name="connsiteX85" fmla="*/ 109419 w 572872"/>
              <a:gd name="connsiteY85" fmla="*/ 77859 h 605194"/>
              <a:gd name="connsiteX86" fmla="*/ 110135 w 572872"/>
              <a:gd name="connsiteY86" fmla="*/ 72124 h 605194"/>
              <a:gd name="connsiteX87" fmla="*/ 122306 w 572872"/>
              <a:gd name="connsiteY87" fmla="*/ 66956 h 605194"/>
              <a:gd name="connsiteX88" fmla="*/ 457150 w 572872"/>
              <a:gd name="connsiteY88" fmla="*/ 62594 h 605194"/>
              <a:gd name="connsiteX89" fmla="*/ 486322 w 572872"/>
              <a:gd name="connsiteY89" fmla="*/ 81936 h 605194"/>
              <a:gd name="connsiteX90" fmla="*/ 471258 w 572872"/>
              <a:gd name="connsiteY90" fmla="*/ 82414 h 605194"/>
              <a:gd name="connsiteX91" fmla="*/ 456193 w 572872"/>
              <a:gd name="connsiteY91" fmla="*/ 75011 h 605194"/>
              <a:gd name="connsiteX92" fmla="*/ 449737 w 572872"/>
              <a:gd name="connsiteY92" fmla="*/ 86951 h 605194"/>
              <a:gd name="connsiteX93" fmla="*/ 441846 w 572872"/>
              <a:gd name="connsiteY93" fmla="*/ 80742 h 605194"/>
              <a:gd name="connsiteX94" fmla="*/ 449259 w 572872"/>
              <a:gd name="connsiteY94" fmla="*/ 64504 h 605194"/>
              <a:gd name="connsiteX95" fmla="*/ 457150 w 572872"/>
              <a:gd name="connsiteY95" fmla="*/ 62594 h 605194"/>
              <a:gd name="connsiteX96" fmla="*/ 330632 w 572872"/>
              <a:gd name="connsiteY96" fmla="*/ 39895 h 605194"/>
              <a:gd name="connsiteX97" fmla="*/ 302994 w 572872"/>
              <a:gd name="connsiteY97" fmla="*/ 55171 h 605194"/>
              <a:gd name="connsiteX98" fmla="*/ 288413 w 572872"/>
              <a:gd name="connsiteY98" fmla="*/ 93838 h 605194"/>
              <a:gd name="connsiteX99" fmla="*/ 283632 w 572872"/>
              <a:gd name="connsiteY99" fmla="*/ 96463 h 605194"/>
              <a:gd name="connsiteX100" fmla="*/ 286022 w 572872"/>
              <a:gd name="connsiteY100" fmla="*/ 124151 h 605194"/>
              <a:gd name="connsiteX101" fmla="*/ 403626 w 572872"/>
              <a:gd name="connsiteY101" fmla="*/ 151600 h 605194"/>
              <a:gd name="connsiteX102" fmla="*/ 448564 w 572872"/>
              <a:gd name="connsiteY102" fmla="*/ 157806 h 605194"/>
              <a:gd name="connsiteX103" fmla="*/ 492307 w 572872"/>
              <a:gd name="connsiteY103" fmla="*/ 115081 h 605194"/>
              <a:gd name="connsiteX104" fmla="*/ 493981 w 572872"/>
              <a:gd name="connsiteY104" fmla="*/ 81665 h 605194"/>
              <a:gd name="connsiteX105" fmla="*/ 438286 w 572872"/>
              <a:gd name="connsiteY105" fmla="*/ 54932 h 605194"/>
              <a:gd name="connsiteX106" fmla="*/ 368489 w 572872"/>
              <a:gd name="connsiteY106" fmla="*/ 47533 h 605194"/>
              <a:gd name="connsiteX107" fmla="*/ 330632 w 572872"/>
              <a:gd name="connsiteY107" fmla="*/ 39895 h 605194"/>
              <a:gd name="connsiteX108" fmla="*/ 254470 w 572872"/>
              <a:gd name="connsiteY108" fmla="*/ 37747 h 605194"/>
              <a:gd name="connsiteX109" fmla="*/ 107704 w 572872"/>
              <a:gd name="connsiteY109" fmla="*/ 58990 h 605194"/>
              <a:gd name="connsiteX110" fmla="*/ 98382 w 572872"/>
              <a:gd name="connsiteY110" fmla="*/ 59228 h 605194"/>
              <a:gd name="connsiteX111" fmla="*/ 97187 w 572872"/>
              <a:gd name="connsiteY111" fmla="*/ 150645 h 605194"/>
              <a:gd name="connsiteX112" fmla="*/ 258056 w 572872"/>
              <a:gd name="connsiteY112" fmla="*/ 136562 h 605194"/>
              <a:gd name="connsiteX113" fmla="*/ 264031 w 572872"/>
              <a:gd name="connsiteY113" fmla="*/ 136562 h 605194"/>
              <a:gd name="connsiteX114" fmla="*/ 254470 w 572872"/>
              <a:gd name="connsiteY114" fmla="*/ 37747 h 605194"/>
              <a:gd name="connsiteX115" fmla="*/ 399563 w 572872"/>
              <a:gd name="connsiteY115" fmla="*/ 31780 h 605194"/>
              <a:gd name="connsiteX116" fmla="*/ 453106 w 572872"/>
              <a:gd name="connsiteY116" fmla="*/ 36315 h 605194"/>
              <a:gd name="connsiteX117" fmla="*/ 428008 w 572872"/>
              <a:gd name="connsiteY117" fmla="*/ 33928 h 605194"/>
              <a:gd name="connsiteX118" fmla="*/ 399563 w 572872"/>
              <a:gd name="connsiteY118" fmla="*/ 31780 h 605194"/>
              <a:gd name="connsiteX119" fmla="*/ 293671 w 572872"/>
              <a:gd name="connsiteY119" fmla="*/ 34 h 605194"/>
              <a:gd name="connsiteX120" fmla="*/ 428008 w 572872"/>
              <a:gd name="connsiteY120" fmla="*/ 5047 h 605194"/>
              <a:gd name="connsiteX121" fmla="*/ 500195 w 572872"/>
              <a:gd name="connsiteY121" fmla="*/ 19129 h 605194"/>
              <a:gd name="connsiteX122" fmla="*/ 521230 w 572872"/>
              <a:gd name="connsiteY122" fmla="*/ 97179 h 605194"/>
              <a:gd name="connsiteX123" fmla="*/ 522664 w 572872"/>
              <a:gd name="connsiteY123" fmla="*/ 96941 h 605194"/>
              <a:gd name="connsiteX124" fmla="*/ 547285 w 572872"/>
              <a:gd name="connsiteY124" fmla="*/ 98850 h 605194"/>
              <a:gd name="connsiteX125" fmla="*/ 557324 w 572872"/>
              <a:gd name="connsiteY125" fmla="*/ 109591 h 605194"/>
              <a:gd name="connsiteX126" fmla="*/ 560193 w 572872"/>
              <a:gd name="connsiteY126" fmla="*/ 115081 h 605194"/>
              <a:gd name="connsiteX127" fmla="*/ 557563 w 572872"/>
              <a:gd name="connsiteY127" fmla="*/ 204349 h 605194"/>
              <a:gd name="connsiteX128" fmla="*/ 557802 w 572872"/>
              <a:gd name="connsiteY128" fmla="*/ 205304 h 605194"/>
              <a:gd name="connsiteX129" fmla="*/ 561627 w 572872"/>
              <a:gd name="connsiteY129" fmla="*/ 213897 h 605194"/>
              <a:gd name="connsiteX130" fmla="*/ 567842 w 572872"/>
              <a:gd name="connsiteY130" fmla="*/ 459027 h 605194"/>
              <a:gd name="connsiteX131" fmla="*/ 511669 w 572872"/>
              <a:gd name="connsiteY131" fmla="*/ 573357 h 605194"/>
              <a:gd name="connsiteX132" fmla="*/ 368967 w 572872"/>
              <a:gd name="connsiteY132" fmla="*/ 604625 h 605194"/>
              <a:gd name="connsiteX133" fmla="*/ 248733 w 572872"/>
              <a:gd name="connsiteY133" fmla="*/ 597942 h 605194"/>
              <a:gd name="connsiteX134" fmla="*/ 209771 w 572872"/>
              <a:gd name="connsiteY134" fmla="*/ 595077 h 605194"/>
              <a:gd name="connsiteX135" fmla="*/ 18306 w 572872"/>
              <a:gd name="connsiteY135" fmla="*/ 507957 h 605194"/>
              <a:gd name="connsiteX136" fmla="*/ 9462 w 572872"/>
              <a:gd name="connsiteY136" fmla="*/ 421314 h 605194"/>
              <a:gd name="connsiteX137" fmla="*/ 13526 w 572872"/>
              <a:gd name="connsiteY137" fmla="*/ 328704 h 605194"/>
              <a:gd name="connsiteX138" fmla="*/ 23565 w 572872"/>
              <a:gd name="connsiteY138" fmla="*/ 265691 h 605194"/>
              <a:gd name="connsiteX139" fmla="*/ 19501 w 572872"/>
              <a:gd name="connsiteY139" fmla="*/ 240152 h 605194"/>
              <a:gd name="connsiteX140" fmla="*/ 1096 w 572872"/>
              <a:gd name="connsiteY140" fmla="*/ 207452 h 605194"/>
              <a:gd name="connsiteX141" fmla="*/ 74001 w 572872"/>
              <a:gd name="connsiteY141" fmla="*/ 96225 h 605194"/>
              <a:gd name="connsiteX142" fmla="*/ 75196 w 572872"/>
              <a:gd name="connsiteY142" fmla="*/ 96463 h 605194"/>
              <a:gd name="connsiteX143" fmla="*/ 73523 w 572872"/>
              <a:gd name="connsiteY143" fmla="*/ 47771 h 605194"/>
              <a:gd name="connsiteX144" fmla="*/ 85713 w 572872"/>
              <a:gd name="connsiteY144" fmla="*/ 35599 h 605194"/>
              <a:gd name="connsiteX145" fmla="*/ 264031 w 572872"/>
              <a:gd name="connsiteY145" fmla="*/ 12207 h 605194"/>
              <a:gd name="connsiteX146" fmla="*/ 275744 w 572872"/>
              <a:gd name="connsiteY146" fmla="*/ 23903 h 605194"/>
              <a:gd name="connsiteX147" fmla="*/ 275983 w 572872"/>
              <a:gd name="connsiteY147" fmla="*/ 25574 h 605194"/>
              <a:gd name="connsiteX148" fmla="*/ 279569 w 572872"/>
              <a:gd name="connsiteY148" fmla="*/ 15072 h 605194"/>
              <a:gd name="connsiteX149" fmla="*/ 285066 w 572872"/>
              <a:gd name="connsiteY149" fmla="*/ 8866 h 605194"/>
              <a:gd name="connsiteX150" fmla="*/ 293671 w 572872"/>
              <a:gd name="connsiteY150" fmla="*/ 34 h 60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572872" h="605194">
                <a:moveTo>
                  <a:pt x="69802" y="478954"/>
                </a:moveTo>
                <a:cubicBezTo>
                  <a:pt x="71595" y="478984"/>
                  <a:pt x="73388" y="479998"/>
                  <a:pt x="73746" y="481907"/>
                </a:cubicBezTo>
                <a:cubicBezTo>
                  <a:pt x="75420" y="489304"/>
                  <a:pt x="78049" y="497179"/>
                  <a:pt x="84982" y="501475"/>
                </a:cubicBezTo>
                <a:cubicBezTo>
                  <a:pt x="90959" y="505532"/>
                  <a:pt x="98370" y="507918"/>
                  <a:pt x="105542" y="508634"/>
                </a:cubicBezTo>
                <a:cubicBezTo>
                  <a:pt x="112953" y="509588"/>
                  <a:pt x="113192" y="519850"/>
                  <a:pt x="105542" y="520327"/>
                </a:cubicBezTo>
                <a:cubicBezTo>
                  <a:pt x="83548" y="522236"/>
                  <a:pt x="62032" y="505293"/>
                  <a:pt x="65857" y="481907"/>
                </a:cubicBezTo>
                <a:cubicBezTo>
                  <a:pt x="66216" y="479878"/>
                  <a:pt x="68009" y="478924"/>
                  <a:pt x="69802" y="478954"/>
                </a:cubicBezTo>
                <a:close/>
                <a:moveTo>
                  <a:pt x="484159" y="255567"/>
                </a:moveTo>
                <a:cubicBezTo>
                  <a:pt x="494520" y="257512"/>
                  <a:pt x="501383" y="268243"/>
                  <a:pt x="503536" y="279511"/>
                </a:cubicBezTo>
                <a:cubicBezTo>
                  <a:pt x="504971" y="287142"/>
                  <a:pt x="494685" y="290004"/>
                  <a:pt x="492053" y="282611"/>
                </a:cubicBezTo>
                <a:cubicBezTo>
                  <a:pt x="489422" y="274742"/>
                  <a:pt x="485595" y="263772"/>
                  <a:pt x="475308" y="265918"/>
                </a:cubicBezTo>
                <a:cubicBezTo>
                  <a:pt x="469089" y="267349"/>
                  <a:pt x="466936" y="259002"/>
                  <a:pt x="472677" y="256856"/>
                </a:cubicBezTo>
                <a:cubicBezTo>
                  <a:pt x="476863" y="255246"/>
                  <a:pt x="480706" y="254918"/>
                  <a:pt x="484159" y="255567"/>
                </a:cubicBezTo>
                <a:close/>
                <a:moveTo>
                  <a:pt x="529357" y="228456"/>
                </a:moveTo>
                <a:cubicBezTo>
                  <a:pt x="510474" y="235617"/>
                  <a:pt x="487049" y="236810"/>
                  <a:pt x="468643" y="236333"/>
                </a:cubicBezTo>
                <a:cubicBezTo>
                  <a:pt x="360122" y="244687"/>
                  <a:pt x="252797" y="231321"/>
                  <a:pt x="144515" y="244210"/>
                </a:cubicBezTo>
                <a:cubicBezTo>
                  <a:pt x="119417" y="247074"/>
                  <a:pt x="78303" y="255905"/>
                  <a:pt x="46512" y="250416"/>
                </a:cubicBezTo>
                <a:cubicBezTo>
                  <a:pt x="45317" y="254951"/>
                  <a:pt x="44361" y="259486"/>
                  <a:pt x="43405" y="264021"/>
                </a:cubicBezTo>
                <a:cubicBezTo>
                  <a:pt x="56551" y="326795"/>
                  <a:pt x="35995" y="387898"/>
                  <a:pt x="37190" y="452105"/>
                </a:cubicBezTo>
                <a:cubicBezTo>
                  <a:pt x="37907" y="460459"/>
                  <a:pt x="38624" y="468574"/>
                  <a:pt x="39341" y="476689"/>
                </a:cubicBezTo>
                <a:cubicBezTo>
                  <a:pt x="39580" y="479792"/>
                  <a:pt x="40058" y="482895"/>
                  <a:pt x="40297" y="485998"/>
                </a:cubicBezTo>
                <a:cubicBezTo>
                  <a:pt x="40536" y="486476"/>
                  <a:pt x="40536" y="487192"/>
                  <a:pt x="40775" y="487908"/>
                </a:cubicBezTo>
                <a:cubicBezTo>
                  <a:pt x="40775" y="488146"/>
                  <a:pt x="40775" y="488385"/>
                  <a:pt x="40775" y="488862"/>
                </a:cubicBezTo>
                <a:cubicBezTo>
                  <a:pt x="58464" y="564287"/>
                  <a:pt x="138778" y="563571"/>
                  <a:pt x="208815" y="568345"/>
                </a:cubicBezTo>
                <a:cubicBezTo>
                  <a:pt x="226742" y="567867"/>
                  <a:pt x="244192" y="567390"/>
                  <a:pt x="259968" y="568106"/>
                </a:cubicBezTo>
                <a:cubicBezTo>
                  <a:pt x="288652" y="569299"/>
                  <a:pt x="326180" y="574789"/>
                  <a:pt x="364186" y="576699"/>
                </a:cubicBezTo>
                <a:cubicBezTo>
                  <a:pt x="435657" y="572164"/>
                  <a:pt x="500195" y="547102"/>
                  <a:pt x="519557" y="463800"/>
                </a:cubicBezTo>
                <a:cubicBezTo>
                  <a:pt x="537484" y="386228"/>
                  <a:pt x="531748" y="306984"/>
                  <a:pt x="529357" y="228456"/>
                </a:cubicBezTo>
                <a:close/>
                <a:moveTo>
                  <a:pt x="74957" y="116990"/>
                </a:moveTo>
                <a:cubicBezTo>
                  <a:pt x="52727" y="127970"/>
                  <a:pt x="40297" y="146110"/>
                  <a:pt x="38146" y="175468"/>
                </a:cubicBezTo>
                <a:cubicBezTo>
                  <a:pt x="35517" y="211271"/>
                  <a:pt x="33365" y="212226"/>
                  <a:pt x="71849" y="208884"/>
                </a:cubicBezTo>
                <a:cubicBezTo>
                  <a:pt x="139257" y="203156"/>
                  <a:pt x="207381" y="192176"/>
                  <a:pt x="275027" y="194563"/>
                </a:cubicBezTo>
                <a:cubicBezTo>
                  <a:pt x="308252" y="195757"/>
                  <a:pt x="341956" y="201962"/>
                  <a:pt x="375660" y="207691"/>
                </a:cubicBezTo>
                <a:cubicBezTo>
                  <a:pt x="398129" y="208168"/>
                  <a:pt x="420598" y="208407"/>
                  <a:pt x="443067" y="207452"/>
                </a:cubicBezTo>
                <a:cubicBezTo>
                  <a:pt x="463384" y="206736"/>
                  <a:pt x="497566" y="207929"/>
                  <a:pt x="512147" y="189789"/>
                </a:cubicBezTo>
                <a:cubicBezTo>
                  <a:pt x="518362" y="182151"/>
                  <a:pt x="540114" y="124867"/>
                  <a:pt x="522664" y="123196"/>
                </a:cubicBezTo>
                <a:cubicBezTo>
                  <a:pt x="520513" y="122957"/>
                  <a:pt x="518601" y="122241"/>
                  <a:pt x="516928" y="121287"/>
                </a:cubicBezTo>
                <a:cubicBezTo>
                  <a:pt x="516689" y="122003"/>
                  <a:pt x="516689" y="122719"/>
                  <a:pt x="516450" y="123435"/>
                </a:cubicBezTo>
                <a:cubicBezTo>
                  <a:pt x="513581" y="137517"/>
                  <a:pt x="509040" y="150406"/>
                  <a:pt x="502347" y="160908"/>
                </a:cubicBezTo>
                <a:cubicBezTo>
                  <a:pt x="502108" y="162818"/>
                  <a:pt x="501869" y="164727"/>
                  <a:pt x="501869" y="166398"/>
                </a:cubicBezTo>
                <a:cubicBezTo>
                  <a:pt x="501391" y="169501"/>
                  <a:pt x="499717" y="173559"/>
                  <a:pt x="495893" y="174036"/>
                </a:cubicBezTo>
                <a:cubicBezTo>
                  <a:pt x="494220" y="174275"/>
                  <a:pt x="492546" y="174275"/>
                  <a:pt x="490634" y="174514"/>
                </a:cubicBezTo>
                <a:cubicBezTo>
                  <a:pt x="480356" y="183345"/>
                  <a:pt x="466731" y="188119"/>
                  <a:pt x="448803" y="186925"/>
                </a:cubicBezTo>
                <a:cubicBezTo>
                  <a:pt x="398368" y="183822"/>
                  <a:pt x="332634" y="177616"/>
                  <a:pt x="287457" y="153509"/>
                </a:cubicBezTo>
                <a:cubicBezTo>
                  <a:pt x="285544" y="157806"/>
                  <a:pt x="280525" y="160670"/>
                  <a:pt x="275983" y="160908"/>
                </a:cubicBezTo>
                <a:cubicBezTo>
                  <a:pt x="210010" y="164250"/>
                  <a:pt x="146667" y="163057"/>
                  <a:pt x="83323" y="185016"/>
                </a:cubicBezTo>
                <a:cubicBezTo>
                  <a:pt x="71371" y="189073"/>
                  <a:pt x="64918" y="176900"/>
                  <a:pt x="68264" y="167592"/>
                </a:cubicBezTo>
                <a:cubicBezTo>
                  <a:pt x="66830" y="166160"/>
                  <a:pt x="66113" y="164011"/>
                  <a:pt x="67308" y="161624"/>
                </a:cubicBezTo>
                <a:cubicBezTo>
                  <a:pt x="72328" y="148258"/>
                  <a:pt x="74479" y="132982"/>
                  <a:pt x="74957" y="116990"/>
                </a:cubicBezTo>
                <a:close/>
                <a:moveTo>
                  <a:pt x="245124" y="92186"/>
                </a:moveTo>
                <a:cubicBezTo>
                  <a:pt x="246559" y="90516"/>
                  <a:pt x="249906" y="90516"/>
                  <a:pt x="251101" y="92186"/>
                </a:cubicBezTo>
                <a:cubicBezTo>
                  <a:pt x="253970" y="95764"/>
                  <a:pt x="253731" y="98626"/>
                  <a:pt x="253970" y="103158"/>
                </a:cubicBezTo>
                <a:cubicBezTo>
                  <a:pt x="254210" y="108167"/>
                  <a:pt x="255166" y="112938"/>
                  <a:pt x="257079" y="117470"/>
                </a:cubicBezTo>
                <a:cubicBezTo>
                  <a:pt x="258274" y="120571"/>
                  <a:pt x="255405" y="124387"/>
                  <a:pt x="252058" y="124148"/>
                </a:cubicBezTo>
                <a:cubicBezTo>
                  <a:pt x="242733" y="123194"/>
                  <a:pt x="234605" y="118901"/>
                  <a:pt x="226476" y="114369"/>
                </a:cubicBezTo>
                <a:cubicBezTo>
                  <a:pt x="221933" y="111745"/>
                  <a:pt x="225758" y="105782"/>
                  <a:pt x="230301" y="107690"/>
                </a:cubicBezTo>
                <a:cubicBezTo>
                  <a:pt x="234844" y="109598"/>
                  <a:pt x="239386" y="111507"/>
                  <a:pt x="244168" y="112699"/>
                </a:cubicBezTo>
                <a:cubicBezTo>
                  <a:pt x="241777" y="105543"/>
                  <a:pt x="241060" y="97433"/>
                  <a:pt x="245124" y="92186"/>
                </a:cubicBezTo>
                <a:close/>
                <a:moveTo>
                  <a:pt x="115379" y="91010"/>
                </a:moveTo>
                <a:lnTo>
                  <a:pt x="115450" y="91010"/>
                </a:lnTo>
                <a:lnTo>
                  <a:pt x="115450" y="91433"/>
                </a:lnTo>
                <a:lnTo>
                  <a:pt x="115379" y="91433"/>
                </a:lnTo>
                <a:close/>
                <a:moveTo>
                  <a:pt x="301242" y="83990"/>
                </a:moveTo>
                <a:cubicBezTo>
                  <a:pt x="302885" y="84675"/>
                  <a:pt x="304081" y="86344"/>
                  <a:pt x="303244" y="88370"/>
                </a:cubicBezTo>
                <a:cubicBezTo>
                  <a:pt x="300376" y="95522"/>
                  <a:pt x="300137" y="103150"/>
                  <a:pt x="298463" y="110540"/>
                </a:cubicBezTo>
                <a:cubicBezTo>
                  <a:pt x="301093" y="111017"/>
                  <a:pt x="303483" y="111494"/>
                  <a:pt x="306112" y="111970"/>
                </a:cubicBezTo>
                <a:cubicBezTo>
                  <a:pt x="310415" y="112924"/>
                  <a:pt x="314956" y="112924"/>
                  <a:pt x="318303" y="116261"/>
                </a:cubicBezTo>
                <a:cubicBezTo>
                  <a:pt x="319498" y="117692"/>
                  <a:pt x="319737" y="120314"/>
                  <a:pt x="318303" y="121506"/>
                </a:cubicBezTo>
                <a:cubicBezTo>
                  <a:pt x="311132" y="127704"/>
                  <a:pt x="299898" y="120552"/>
                  <a:pt x="291771" y="120076"/>
                </a:cubicBezTo>
                <a:cubicBezTo>
                  <a:pt x="287707" y="119837"/>
                  <a:pt x="285795" y="116023"/>
                  <a:pt x="287468" y="112447"/>
                </a:cubicBezTo>
                <a:cubicBezTo>
                  <a:pt x="291532" y="103865"/>
                  <a:pt x="292010" y="94091"/>
                  <a:pt x="296551" y="85509"/>
                </a:cubicBezTo>
                <a:cubicBezTo>
                  <a:pt x="297507" y="83602"/>
                  <a:pt x="299599" y="83304"/>
                  <a:pt x="301242" y="83990"/>
                </a:cubicBezTo>
                <a:close/>
                <a:moveTo>
                  <a:pt x="122306" y="66956"/>
                </a:moveTo>
                <a:cubicBezTo>
                  <a:pt x="127080" y="66090"/>
                  <a:pt x="131972" y="66269"/>
                  <a:pt x="135194" y="68061"/>
                </a:cubicBezTo>
                <a:cubicBezTo>
                  <a:pt x="137819" y="69495"/>
                  <a:pt x="137819" y="73319"/>
                  <a:pt x="135194" y="74752"/>
                </a:cubicBezTo>
                <a:cubicBezTo>
                  <a:pt x="130898" y="77381"/>
                  <a:pt x="124454" y="75947"/>
                  <a:pt x="119681" y="77620"/>
                </a:cubicBezTo>
                <a:cubicBezTo>
                  <a:pt x="121113" y="80487"/>
                  <a:pt x="122545" y="83833"/>
                  <a:pt x="123738" y="86939"/>
                </a:cubicBezTo>
                <a:cubicBezTo>
                  <a:pt x="124454" y="88851"/>
                  <a:pt x="125170" y="91241"/>
                  <a:pt x="123977" y="93152"/>
                </a:cubicBezTo>
                <a:cubicBezTo>
                  <a:pt x="122545" y="95303"/>
                  <a:pt x="119920" y="96020"/>
                  <a:pt x="117772" y="94825"/>
                </a:cubicBezTo>
                <a:cubicBezTo>
                  <a:pt x="117772" y="94825"/>
                  <a:pt x="117772" y="94825"/>
                  <a:pt x="117533" y="94825"/>
                </a:cubicBezTo>
                <a:cubicBezTo>
                  <a:pt x="115862" y="93869"/>
                  <a:pt x="115385" y="91958"/>
                  <a:pt x="115624" y="90285"/>
                </a:cubicBezTo>
                <a:cubicBezTo>
                  <a:pt x="115624" y="90285"/>
                  <a:pt x="115385" y="90046"/>
                  <a:pt x="115385" y="90046"/>
                </a:cubicBezTo>
                <a:cubicBezTo>
                  <a:pt x="115385" y="90524"/>
                  <a:pt x="115385" y="90763"/>
                  <a:pt x="115385" y="91002"/>
                </a:cubicBezTo>
                <a:cubicBezTo>
                  <a:pt x="115385" y="90763"/>
                  <a:pt x="115385" y="90524"/>
                  <a:pt x="115146" y="90046"/>
                </a:cubicBezTo>
                <a:cubicBezTo>
                  <a:pt x="114908" y="89329"/>
                  <a:pt x="114430" y="88373"/>
                  <a:pt x="114192" y="87656"/>
                </a:cubicBezTo>
                <a:cubicBezTo>
                  <a:pt x="112521" y="84311"/>
                  <a:pt x="111089" y="80965"/>
                  <a:pt x="109419" y="77859"/>
                </a:cubicBezTo>
                <a:cubicBezTo>
                  <a:pt x="108464" y="75947"/>
                  <a:pt x="108464" y="73558"/>
                  <a:pt x="110135" y="72124"/>
                </a:cubicBezTo>
                <a:cubicBezTo>
                  <a:pt x="112880" y="69734"/>
                  <a:pt x="117533" y="67822"/>
                  <a:pt x="122306" y="66956"/>
                </a:cubicBezTo>
                <a:close/>
                <a:moveTo>
                  <a:pt x="457150" y="62594"/>
                </a:moveTo>
                <a:cubicBezTo>
                  <a:pt x="462410" y="64743"/>
                  <a:pt x="493257" y="71668"/>
                  <a:pt x="486322" y="81936"/>
                </a:cubicBezTo>
                <a:cubicBezTo>
                  <a:pt x="482257" y="87667"/>
                  <a:pt x="476279" y="84801"/>
                  <a:pt x="471258" y="82414"/>
                </a:cubicBezTo>
                <a:cubicBezTo>
                  <a:pt x="466236" y="80026"/>
                  <a:pt x="461215" y="77638"/>
                  <a:pt x="456193" y="75011"/>
                </a:cubicBezTo>
                <a:cubicBezTo>
                  <a:pt x="454041" y="78832"/>
                  <a:pt x="453084" y="83369"/>
                  <a:pt x="449737" y="86951"/>
                </a:cubicBezTo>
                <a:cubicBezTo>
                  <a:pt x="446150" y="91010"/>
                  <a:pt x="438498" y="85518"/>
                  <a:pt x="441846" y="80742"/>
                </a:cubicBezTo>
                <a:cubicBezTo>
                  <a:pt x="445672" y="75966"/>
                  <a:pt x="445433" y="69519"/>
                  <a:pt x="449259" y="64504"/>
                </a:cubicBezTo>
                <a:cubicBezTo>
                  <a:pt x="451171" y="61877"/>
                  <a:pt x="454041" y="61161"/>
                  <a:pt x="457150" y="62594"/>
                </a:cubicBezTo>
                <a:close/>
                <a:moveTo>
                  <a:pt x="330632" y="39895"/>
                </a:moveTo>
                <a:cubicBezTo>
                  <a:pt x="318232" y="38821"/>
                  <a:pt x="307535" y="41566"/>
                  <a:pt x="302994" y="55171"/>
                </a:cubicBezTo>
                <a:cubicBezTo>
                  <a:pt x="298691" y="68537"/>
                  <a:pt x="294150" y="81187"/>
                  <a:pt x="288413" y="93838"/>
                </a:cubicBezTo>
                <a:cubicBezTo>
                  <a:pt x="287457" y="96225"/>
                  <a:pt x="285544" y="96702"/>
                  <a:pt x="283632" y="96463"/>
                </a:cubicBezTo>
                <a:cubicBezTo>
                  <a:pt x="284349" y="105533"/>
                  <a:pt x="285305" y="114842"/>
                  <a:pt x="286022" y="124151"/>
                </a:cubicBezTo>
                <a:cubicBezTo>
                  <a:pt x="325702" y="129879"/>
                  <a:pt x="364186" y="144678"/>
                  <a:pt x="403626" y="151600"/>
                </a:cubicBezTo>
                <a:cubicBezTo>
                  <a:pt x="418685" y="154225"/>
                  <a:pt x="433505" y="156373"/>
                  <a:pt x="448564" y="157806"/>
                </a:cubicBezTo>
                <a:cubicBezTo>
                  <a:pt x="472946" y="156851"/>
                  <a:pt x="486092" y="144678"/>
                  <a:pt x="492307" y="115081"/>
                </a:cubicBezTo>
                <a:cubicBezTo>
                  <a:pt x="493263" y="99805"/>
                  <a:pt x="493502" y="85484"/>
                  <a:pt x="493981" y="81665"/>
                </a:cubicBezTo>
                <a:cubicBezTo>
                  <a:pt x="497088" y="45146"/>
                  <a:pt x="466492" y="57080"/>
                  <a:pt x="438286" y="54932"/>
                </a:cubicBezTo>
                <a:cubicBezTo>
                  <a:pt x="415100" y="53261"/>
                  <a:pt x="391675" y="50874"/>
                  <a:pt x="368489" y="47533"/>
                </a:cubicBezTo>
                <a:cubicBezTo>
                  <a:pt x="357135" y="45862"/>
                  <a:pt x="343032" y="40969"/>
                  <a:pt x="330632" y="39895"/>
                </a:cubicBezTo>
                <a:close/>
                <a:moveTo>
                  <a:pt x="254470" y="37747"/>
                </a:moveTo>
                <a:cubicBezTo>
                  <a:pt x="209293" y="49920"/>
                  <a:pt x="153359" y="69731"/>
                  <a:pt x="107704" y="58990"/>
                </a:cubicBezTo>
                <a:cubicBezTo>
                  <a:pt x="104597" y="59228"/>
                  <a:pt x="101489" y="59228"/>
                  <a:pt x="98382" y="59228"/>
                </a:cubicBezTo>
                <a:cubicBezTo>
                  <a:pt x="97187" y="90258"/>
                  <a:pt x="102207" y="120332"/>
                  <a:pt x="97187" y="150645"/>
                </a:cubicBezTo>
                <a:cubicBezTo>
                  <a:pt x="150730" y="137517"/>
                  <a:pt x="203556" y="130118"/>
                  <a:pt x="258056" y="136562"/>
                </a:cubicBezTo>
                <a:cubicBezTo>
                  <a:pt x="259968" y="136562"/>
                  <a:pt x="261880" y="136562"/>
                  <a:pt x="264031" y="136562"/>
                </a:cubicBezTo>
                <a:cubicBezTo>
                  <a:pt x="264270" y="103385"/>
                  <a:pt x="259729" y="70685"/>
                  <a:pt x="254470" y="37747"/>
                </a:cubicBezTo>
                <a:close/>
                <a:moveTo>
                  <a:pt x="399563" y="31780"/>
                </a:moveTo>
                <a:cubicBezTo>
                  <a:pt x="417490" y="33450"/>
                  <a:pt x="435179" y="35121"/>
                  <a:pt x="453106" y="36315"/>
                </a:cubicBezTo>
                <a:cubicBezTo>
                  <a:pt x="444501" y="35121"/>
                  <a:pt x="435896" y="34405"/>
                  <a:pt x="428008" y="33928"/>
                </a:cubicBezTo>
                <a:cubicBezTo>
                  <a:pt x="418446" y="32973"/>
                  <a:pt x="409124" y="32257"/>
                  <a:pt x="399563" y="31780"/>
                </a:cubicBezTo>
                <a:close/>
                <a:moveTo>
                  <a:pt x="293671" y="34"/>
                </a:moveTo>
                <a:cubicBezTo>
                  <a:pt x="338371" y="3615"/>
                  <a:pt x="383309" y="750"/>
                  <a:pt x="428008" y="5047"/>
                </a:cubicBezTo>
                <a:cubicBezTo>
                  <a:pt x="449042" y="7195"/>
                  <a:pt x="481790" y="5763"/>
                  <a:pt x="500195" y="19129"/>
                </a:cubicBezTo>
                <a:cubicBezTo>
                  <a:pt x="525055" y="37269"/>
                  <a:pt x="525533" y="68298"/>
                  <a:pt x="521230" y="97179"/>
                </a:cubicBezTo>
                <a:cubicBezTo>
                  <a:pt x="521708" y="97179"/>
                  <a:pt x="522186" y="96941"/>
                  <a:pt x="522664" y="96941"/>
                </a:cubicBezTo>
                <a:cubicBezTo>
                  <a:pt x="532465" y="96702"/>
                  <a:pt x="537484" y="97418"/>
                  <a:pt x="547285" y="98850"/>
                </a:cubicBezTo>
                <a:cubicBezTo>
                  <a:pt x="552544" y="99805"/>
                  <a:pt x="556129" y="104579"/>
                  <a:pt x="557324" y="109591"/>
                </a:cubicBezTo>
                <a:cubicBezTo>
                  <a:pt x="558997" y="111023"/>
                  <a:pt x="559954" y="112933"/>
                  <a:pt x="560193" y="115081"/>
                </a:cubicBezTo>
                <a:cubicBezTo>
                  <a:pt x="561149" y="144200"/>
                  <a:pt x="571427" y="177378"/>
                  <a:pt x="557563" y="204349"/>
                </a:cubicBezTo>
                <a:cubicBezTo>
                  <a:pt x="557802" y="204588"/>
                  <a:pt x="557802" y="205065"/>
                  <a:pt x="557802" y="205304"/>
                </a:cubicBezTo>
                <a:cubicBezTo>
                  <a:pt x="559954" y="207691"/>
                  <a:pt x="561388" y="210555"/>
                  <a:pt x="561627" y="213897"/>
                </a:cubicBezTo>
                <a:cubicBezTo>
                  <a:pt x="570471" y="295766"/>
                  <a:pt x="578359" y="376919"/>
                  <a:pt x="567842" y="459027"/>
                </a:cubicBezTo>
                <a:cubicBezTo>
                  <a:pt x="562583" y="501274"/>
                  <a:pt x="549914" y="548772"/>
                  <a:pt x="511669" y="573357"/>
                </a:cubicBezTo>
                <a:cubicBezTo>
                  <a:pt x="469838" y="600329"/>
                  <a:pt x="420120" y="605818"/>
                  <a:pt x="368967" y="604625"/>
                </a:cubicBezTo>
                <a:cubicBezTo>
                  <a:pt x="329526" y="606773"/>
                  <a:pt x="288174" y="602477"/>
                  <a:pt x="248733" y="597942"/>
                </a:cubicBezTo>
                <a:cubicBezTo>
                  <a:pt x="237021" y="596510"/>
                  <a:pt x="223874" y="595793"/>
                  <a:pt x="209771" y="595077"/>
                </a:cubicBezTo>
                <a:cubicBezTo>
                  <a:pt x="130412" y="595316"/>
                  <a:pt x="41253" y="594839"/>
                  <a:pt x="18306" y="507957"/>
                </a:cubicBezTo>
                <a:cubicBezTo>
                  <a:pt x="8506" y="479792"/>
                  <a:pt x="7311" y="450911"/>
                  <a:pt x="9462" y="421314"/>
                </a:cubicBezTo>
                <a:cubicBezTo>
                  <a:pt x="9223" y="389569"/>
                  <a:pt x="11135" y="357347"/>
                  <a:pt x="13526" y="328704"/>
                </a:cubicBezTo>
                <a:cubicBezTo>
                  <a:pt x="15438" y="307461"/>
                  <a:pt x="17350" y="285741"/>
                  <a:pt x="23565" y="265691"/>
                </a:cubicBezTo>
                <a:cubicBezTo>
                  <a:pt x="22848" y="257099"/>
                  <a:pt x="21414" y="248506"/>
                  <a:pt x="19501" y="240152"/>
                </a:cubicBezTo>
                <a:cubicBezTo>
                  <a:pt x="9940" y="233230"/>
                  <a:pt x="3008" y="222728"/>
                  <a:pt x="1096" y="207452"/>
                </a:cubicBezTo>
                <a:cubicBezTo>
                  <a:pt x="-5358" y="158044"/>
                  <a:pt x="16394" y="88587"/>
                  <a:pt x="74001" y="96225"/>
                </a:cubicBezTo>
                <a:cubicBezTo>
                  <a:pt x="74240" y="96463"/>
                  <a:pt x="74718" y="96225"/>
                  <a:pt x="75196" y="96463"/>
                </a:cubicBezTo>
                <a:cubicBezTo>
                  <a:pt x="74718" y="79278"/>
                  <a:pt x="73523" y="62570"/>
                  <a:pt x="73523" y="47771"/>
                </a:cubicBezTo>
                <a:cubicBezTo>
                  <a:pt x="73523" y="41088"/>
                  <a:pt x="79020" y="35599"/>
                  <a:pt x="85713" y="35599"/>
                </a:cubicBezTo>
                <a:cubicBezTo>
                  <a:pt x="146428" y="36315"/>
                  <a:pt x="203317" y="11253"/>
                  <a:pt x="264031" y="12207"/>
                </a:cubicBezTo>
                <a:cubicBezTo>
                  <a:pt x="270963" y="12446"/>
                  <a:pt x="275027" y="17458"/>
                  <a:pt x="275744" y="23903"/>
                </a:cubicBezTo>
                <a:cubicBezTo>
                  <a:pt x="275744" y="24619"/>
                  <a:pt x="275983" y="25096"/>
                  <a:pt x="275983" y="25574"/>
                </a:cubicBezTo>
                <a:cubicBezTo>
                  <a:pt x="277178" y="21993"/>
                  <a:pt x="278373" y="18413"/>
                  <a:pt x="279569" y="15072"/>
                </a:cubicBezTo>
                <a:cubicBezTo>
                  <a:pt x="280764" y="12207"/>
                  <a:pt x="282676" y="10059"/>
                  <a:pt x="285066" y="8866"/>
                </a:cubicBezTo>
                <a:cubicBezTo>
                  <a:pt x="285066" y="4092"/>
                  <a:pt x="288174" y="-443"/>
                  <a:pt x="293671" y="34"/>
                </a:cubicBezTo>
                <a:close/>
              </a:path>
            </a:pathLst>
          </a:custGeom>
          <a:solidFill>
            <a:schemeClr val="tx1"/>
          </a:solidFill>
          <a:ln>
            <a:noFill/>
          </a:ln>
        </p:spPr>
        <p:txBody>
          <a:bodyPr/>
          <a:lstStyle/>
          <a:p>
            <a:endParaRPr lang="zh-CN" altLang="en-US">
              <a:cs typeface="+mn-ea"/>
              <a:sym typeface="+mn-lt"/>
            </a:endParaRPr>
          </a:p>
        </p:txBody>
      </p:sp>
      <p:sp>
        <p:nvSpPr>
          <p:cNvPr id="86" name="Freeform 12"/>
          <p:cNvSpPr>
            <a:spLocks noEditPoints="1"/>
          </p:cNvSpPr>
          <p:nvPr/>
        </p:nvSpPr>
        <p:spPr bwMode="auto">
          <a:xfrm>
            <a:off x="5962900" y="4577556"/>
            <a:ext cx="414703" cy="433781"/>
          </a:xfrm>
          <a:custGeom>
            <a:avLst/>
            <a:gdLst>
              <a:gd name="T0" fmla="*/ 828 w 1653"/>
              <a:gd name="T1" fmla="*/ 1613 h 1730"/>
              <a:gd name="T2" fmla="*/ 380 w 1653"/>
              <a:gd name="T3" fmla="*/ 1559 h 1730"/>
              <a:gd name="T4" fmla="*/ 369 w 1653"/>
              <a:gd name="T5" fmla="*/ 1185 h 1730"/>
              <a:gd name="T6" fmla="*/ 546 w 1653"/>
              <a:gd name="T7" fmla="*/ 929 h 1730"/>
              <a:gd name="T8" fmla="*/ 1044 w 1653"/>
              <a:gd name="T9" fmla="*/ 922 h 1730"/>
              <a:gd name="T10" fmla="*/ 1270 w 1653"/>
              <a:gd name="T11" fmla="*/ 1568 h 1730"/>
              <a:gd name="T12" fmla="*/ 1359 w 1653"/>
              <a:gd name="T13" fmla="*/ 1463 h 1730"/>
              <a:gd name="T14" fmla="*/ 1376 w 1653"/>
              <a:gd name="T15" fmla="*/ 994 h 1730"/>
              <a:gd name="T16" fmla="*/ 1335 w 1653"/>
              <a:gd name="T17" fmla="*/ 846 h 1730"/>
              <a:gd name="T18" fmla="*/ 1183 w 1653"/>
              <a:gd name="T19" fmla="*/ 833 h 1730"/>
              <a:gd name="T20" fmla="*/ 824 w 1653"/>
              <a:gd name="T21" fmla="*/ 837 h 1730"/>
              <a:gd name="T22" fmla="*/ 432 w 1653"/>
              <a:gd name="T23" fmla="*/ 841 h 1730"/>
              <a:gd name="T24" fmla="*/ 317 w 1653"/>
              <a:gd name="T25" fmla="*/ 848 h 1730"/>
              <a:gd name="T26" fmla="*/ 283 w 1653"/>
              <a:gd name="T27" fmla="*/ 918 h 1730"/>
              <a:gd name="T28" fmla="*/ 294 w 1653"/>
              <a:gd name="T29" fmla="*/ 1570 h 1730"/>
              <a:gd name="T30" fmla="*/ 124 w 1653"/>
              <a:gd name="T31" fmla="*/ 1604 h 1730"/>
              <a:gd name="T32" fmla="*/ 114 w 1653"/>
              <a:gd name="T33" fmla="*/ 1248 h 1730"/>
              <a:gd name="T34" fmla="*/ 94 w 1653"/>
              <a:gd name="T35" fmla="*/ 801 h 1730"/>
              <a:gd name="T36" fmla="*/ 105 w 1653"/>
              <a:gd name="T37" fmla="*/ 146 h 1730"/>
              <a:gd name="T38" fmla="*/ 360 w 1653"/>
              <a:gd name="T39" fmla="*/ 118 h 1730"/>
              <a:gd name="T40" fmla="*/ 387 w 1653"/>
              <a:gd name="T41" fmla="*/ 217 h 1730"/>
              <a:gd name="T42" fmla="*/ 384 w 1653"/>
              <a:gd name="T43" fmla="*/ 550 h 1730"/>
              <a:gd name="T44" fmla="*/ 432 w 1653"/>
              <a:gd name="T45" fmla="*/ 611 h 1730"/>
              <a:gd name="T46" fmla="*/ 838 w 1653"/>
              <a:gd name="T47" fmla="*/ 625 h 1730"/>
              <a:gd name="T48" fmla="*/ 1060 w 1653"/>
              <a:gd name="T49" fmla="*/ 637 h 1730"/>
              <a:gd name="T50" fmla="*/ 1266 w 1653"/>
              <a:gd name="T51" fmla="*/ 571 h 1730"/>
              <a:gd name="T52" fmla="*/ 1316 w 1653"/>
              <a:gd name="T53" fmla="*/ 97 h 1730"/>
              <a:gd name="T54" fmla="*/ 1543 w 1653"/>
              <a:gd name="T55" fmla="*/ 97 h 1730"/>
              <a:gd name="T56" fmla="*/ 1567 w 1653"/>
              <a:gd name="T57" fmla="*/ 343 h 1730"/>
              <a:gd name="T58" fmla="*/ 1554 w 1653"/>
              <a:gd name="T59" fmla="*/ 843 h 1730"/>
              <a:gd name="T60" fmla="*/ 1543 w 1653"/>
              <a:gd name="T61" fmla="*/ 1134 h 1730"/>
              <a:gd name="T62" fmla="*/ 1543 w 1653"/>
              <a:gd name="T63" fmla="*/ 1384 h 1730"/>
              <a:gd name="T64" fmla="*/ 1529 w 1653"/>
              <a:gd name="T65" fmla="*/ 1614 h 1730"/>
              <a:gd name="T66" fmla="*/ 1459 w 1653"/>
              <a:gd name="T67" fmla="*/ 1645 h 1730"/>
              <a:gd name="T68" fmla="*/ 1100 w 1653"/>
              <a:gd name="T69" fmla="*/ 95 h 1730"/>
              <a:gd name="T70" fmla="*/ 1190 w 1653"/>
              <a:gd name="T71" fmla="*/ 112 h 1730"/>
              <a:gd name="T72" fmla="*/ 1189 w 1653"/>
              <a:gd name="T73" fmla="*/ 359 h 1730"/>
              <a:gd name="T74" fmla="*/ 1184 w 1653"/>
              <a:gd name="T75" fmla="*/ 535 h 1730"/>
              <a:gd name="T76" fmla="*/ 1023 w 1653"/>
              <a:gd name="T77" fmla="*/ 551 h 1730"/>
              <a:gd name="T78" fmla="*/ 491 w 1653"/>
              <a:gd name="T79" fmla="*/ 535 h 1730"/>
              <a:gd name="T80" fmla="*/ 918 w 1653"/>
              <a:gd name="T81" fmla="*/ 180 h 1730"/>
              <a:gd name="T82" fmla="*/ 920 w 1653"/>
              <a:gd name="T83" fmla="*/ 436 h 1730"/>
              <a:gd name="T84" fmla="*/ 1106 w 1653"/>
              <a:gd name="T85" fmla="*/ 488 h 1730"/>
              <a:gd name="T86" fmla="*/ 1142 w 1653"/>
              <a:gd name="T87" fmla="*/ 440 h 1730"/>
              <a:gd name="T88" fmla="*/ 1151 w 1653"/>
              <a:gd name="T89" fmla="*/ 192 h 1730"/>
              <a:gd name="T90" fmla="*/ 1129 w 1653"/>
              <a:gd name="T91" fmla="*/ 123 h 1730"/>
              <a:gd name="T92" fmla="*/ 527 w 1653"/>
              <a:gd name="T93" fmla="*/ 25 h 1730"/>
              <a:gd name="T94" fmla="*/ 106 w 1653"/>
              <a:gd name="T95" fmla="*/ 14 h 1730"/>
              <a:gd name="T96" fmla="*/ 31 w 1653"/>
              <a:gd name="T97" fmla="*/ 68 h 1730"/>
              <a:gd name="T98" fmla="*/ 0 w 1653"/>
              <a:gd name="T99" fmla="*/ 245 h 1730"/>
              <a:gd name="T100" fmla="*/ 26 w 1653"/>
              <a:gd name="T101" fmla="*/ 1261 h 1730"/>
              <a:gd name="T102" fmla="*/ 29 w 1653"/>
              <a:gd name="T103" fmla="*/ 1563 h 1730"/>
              <a:gd name="T104" fmla="*/ 79 w 1653"/>
              <a:gd name="T105" fmla="*/ 1676 h 1730"/>
              <a:gd name="T106" fmla="*/ 228 w 1653"/>
              <a:gd name="T107" fmla="*/ 1681 h 1730"/>
              <a:gd name="T108" fmla="*/ 1209 w 1653"/>
              <a:gd name="T109" fmla="*/ 1722 h 1730"/>
              <a:gd name="T110" fmla="*/ 1545 w 1653"/>
              <a:gd name="T111" fmla="*/ 1720 h 1730"/>
              <a:gd name="T112" fmla="*/ 1612 w 1653"/>
              <a:gd name="T113" fmla="*/ 1652 h 1730"/>
              <a:gd name="T114" fmla="*/ 1629 w 1653"/>
              <a:gd name="T115" fmla="*/ 1374 h 1730"/>
              <a:gd name="T116" fmla="*/ 1652 w 1653"/>
              <a:gd name="T117" fmla="*/ 222 h 1730"/>
              <a:gd name="T118" fmla="*/ 1619 w 1653"/>
              <a:gd name="T119" fmla="*/ 66 h 1730"/>
              <a:gd name="T120" fmla="*/ 1528 w 1653"/>
              <a:gd name="T121" fmla="*/ 2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53" h="1730">
                <a:moveTo>
                  <a:pt x="1261" y="1641"/>
                </a:moveTo>
                <a:lnTo>
                  <a:pt x="1206" y="1637"/>
                </a:lnTo>
                <a:lnTo>
                  <a:pt x="1152" y="1632"/>
                </a:lnTo>
                <a:lnTo>
                  <a:pt x="1098" y="1628"/>
                </a:lnTo>
                <a:lnTo>
                  <a:pt x="1043" y="1625"/>
                </a:lnTo>
                <a:lnTo>
                  <a:pt x="989" y="1621"/>
                </a:lnTo>
                <a:lnTo>
                  <a:pt x="936" y="1618"/>
                </a:lnTo>
                <a:lnTo>
                  <a:pt x="882" y="1616"/>
                </a:lnTo>
                <a:lnTo>
                  <a:pt x="828" y="1613"/>
                </a:lnTo>
                <a:lnTo>
                  <a:pt x="773" y="1610"/>
                </a:lnTo>
                <a:lnTo>
                  <a:pt x="719" y="1609"/>
                </a:lnTo>
                <a:lnTo>
                  <a:pt x="665" y="1607"/>
                </a:lnTo>
                <a:lnTo>
                  <a:pt x="608" y="1606"/>
                </a:lnTo>
                <a:lnTo>
                  <a:pt x="553" y="1605"/>
                </a:lnTo>
                <a:lnTo>
                  <a:pt x="497" y="1604"/>
                </a:lnTo>
                <a:lnTo>
                  <a:pt x="439" y="1604"/>
                </a:lnTo>
                <a:lnTo>
                  <a:pt x="381" y="1604"/>
                </a:lnTo>
                <a:lnTo>
                  <a:pt x="380" y="1559"/>
                </a:lnTo>
                <a:lnTo>
                  <a:pt x="379" y="1517"/>
                </a:lnTo>
                <a:lnTo>
                  <a:pt x="376" y="1478"/>
                </a:lnTo>
                <a:lnTo>
                  <a:pt x="374" y="1439"/>
                </a:lnTo>
                <a:lnTo>
                  <a:pt x="372" y="1401"/>
                </a:lnTo>
                <a:lnTo>
                  <a:pt x="370" y="1361"/>
                </a:lnTo>
                <a:lnTo>
                  <a:pt x="369" y="1318"/>
                </a:lnTo>
                <a:lnTo>
                  <a:pt x="369" y="1273"/>
                </a:lnTo>
                <a:lnTo>
                  <a:pt x="369" y="1228"/>
                </a:lnTo>
                <a:lnTo>
                  <a:pt x="369" y="1185"/>
                </a:lnTo>
                <a:lnTo>
                  <a:pt x="369" y="1140"/>
                </a:lnTo>
                <a:lnTo>
                  <a:pt x="369" y="1096"/>
                </a:lnTo>
                <a:lnTo>
                  <a:pt x="369" y="1051"/>
                </a:lnTo>
                <a:lnTo>
                  <a:pt x="369" y="1007"/>
                </a:lnTo>
                <a:lnTo>
                  <a:pt x="369" y="962"/>
                </a:lnTo>
                <a:lnTo>
                  <a:pt x="369" y="918"/>
                </a:lnTo>
                <a:lnTo>
                  <a:pt x="429" y="922"/>
                </a:lnTo>
                <a:lnTo>
                  <a:pt x="488" y="926"/>
                </a:lnTo>
                <a:lnTo>
                  <a:pt x="546" y="929"/>
                </a:lnTo>
                <a:lnTo>
                  <a:pt x="602" y="930"/>
                </a:lnTo>
                <a:lnTo>
                  <a:pt x="658" y="930"/>
                </a:lnTo>
                <a:lnTo>
                  <a:pt x="713" y="930"/>
                </a:lnTo>
                <a:lnTo>
                  <a:pt x="767" y="930"/>
                </a:lnTo>
                <a:lnTo>
                  <a:pt x="822" y="929"/>
                </a:lnTo>
                <a:lnTo>
                  <a:pt x="876" y="927"/>
                </a:lnTo>
                <a:lnTo>
                  <a:pt x="932" y="926"/>
                </a:lnTo>
                <a:lnTo>
                  <a:pt x="987" y="923"/>
                </a:lnTo>
                <a:lnTo>
                  <a:pt x="1044" y="922"/>
                </a:lnTo>
                <a:lnTo>
                  <a:pt x="1102" y="920"/>
                </a:lnTo>
                <a:lnTo>
                  <a:pt x="1162" y="919"/>
                </a:lnTo>
                <a:lnTo>
                  <a:pt x="1222" y="918"/>
                </a:lnTo>
                <a:lnTo>
                  <a:pt x="1286" y="918"/>
                </a:lnTo>
                <a:lnTo>
                  <a:pt x="1274" y="1481"/>
                </a:lnTo>
                <a:lnTo>
                  <a:pt x="1273" y="1507"/>
                </a:lnTo>
                <a:lnTo>
                  <a:pt x="1273" y="1530"/>
                </a:lnTo>
                <a:lnTo>
                  <a:pt x="1271" y="1550"/>
                </a:lnTo>
                <a:lnTo>
                  <a:pt x="1270" y="1568"/>
                </a:lnTo>
                <a:lnTo>
                  <a:pt x="1266" y="1603"/>
                </a:lnTo>
                <a:lnTo>
                  <a:pt x="1261" y="1641"/>
                </a:lnTo>
                <a:close/>
                <a:moveTo>
                  <a:pt x="1347" y="1641"/>
                </a:moveTo>
                <a:lnTo>
                  <a:pt x="1353" y="1612"/>
                </a:lnTo>
                <a:lnTo>
                  <a:pt x="1357" y="1582"/>
                </a:lnTo>
                <a:lnTo>
                  <a:pt x="1359" y="1553"/>
                </a:lnTo>
                <a:lnTo>
                  <a:pt x="1360" y="1524"/>
                </a:lnTo>
                <a:lnTo>
                  <a:pt x="1360" y="1493"/>
                </a:lnTo>
                <a:lnTo>
                  <a:pt x="1359" y="1463"/>
                </a:lnTo>
                <a:lnTo>
                  <a:pt x="1359" y="1429"/>
                </a:lnTo>
                <a:lnTo>
                  <a:pt x="1359" y="1396"/>
                </a:lnTo>
                <a:lnTo>
                  <a:pt x="1361" y="1347"/>
                </a:lnTo>
                <a:lnTo>
                  <a:pt x="1364" y="1288"/>
                </a:lnTo>
                <a:lnTo>
                  <a:pt x="1369" y="1224"/>
                </a:lnTo>
                <a:lnTo>
                  <a:pt x="1373" y="1156"/>
                </a:lnTo>
                <a:lnTo>
                  <a:pt x="1376" y="1088"/>
                </a:lnTo>
                <a:lnTo>
                  <a:pt x="1376" y="1024"/>
                </a:lnTo>
                <a:lnTo>
                  <a:pt x="1376" y="994"/>
                </a:lnTo>
                <a:lnTo>
                  <a:pt x="1375" y="967"/>
                </a:lnTo>
                <a:lnTo>
                  <a:pt x="1373" y="943"/>
                </a:lnTo>
                <a:lnTo>
                  <a:pt x="1369" y="921"/>
                </a:lnTo>
                <a:lnTo>
                  <a:pt x="1365" y="903"/>
                </a:lnTo>
                <a:lnTo>
                  <a:pt x="1360" y="888"/>
                </a:lnTo>
                <a:lnTo>
                  <a:pt x="1355" y="875"/>
                </a:lnTo>
                <a:lnTo>
                  <a:pt x="1349" y="863"/>
                </a:lnTo>
                <a:lnTo>
                  <a:pt x="1343" y="854"/>
                </a:lnTo>
                <a:lnTo>
                  <a:pt x="1335" y="846"/>
                </a:lnTo>
                <a:lnTo>
                  <a:pt x="1326" y="840"/>
                </a:lnTo>
                <a:lnTo>
                  <a:pt x="1318" y="835"/>
                </a:lnTo>
                <a:lnTo>
                  <a:pt x="1308" y="832"/>
                </a:lnTo>
                <a:lnTo>
                  <a:pt x="1297" y="829"/>
                </a:lnTo>
                <a:lnTo>
                  <a:pt x="1286" y="828"/>
                </a:lnTo>
                <a:lnTo>
                  <a:pt x="1273" y="828"/>
                </a:lnTo>
                <a:lnTo>
                  <a:pt x="1245" y="829"/>
                </a:lnTo>
                <a:lnTo>
                  <a:pt x="1213" y="831"/>
                </a:lnTo>
                <a:lnTo>
                  <a:pt x="1183" y="833"/>
                </a:lnTo>
                <a:lnTo>
                  <a:pt x="1151" y="834"/>
                </a:lnTo>
                <a:lnTo>
                  <a:pt x="1118" y="834"/>
                </a:lnTo>
                <a:lnTo>
                  <a:pt x="1085" y="834"/>
                </a:lnTo>
                <a:lnTo>
                  <a:pt x="1052" y="833"/>
                </a:lnTo>
                <a:lnTo>
                  <a:pt x="1018" y="833"/>
                </a:lnTo>
                <a:lnTo>
                  <a:pt x="986" y="832"/>
                </a:lnTo>
                <a:lnTo>
                  <a:pt x="955" y="832"/>
                </a:lnTo>
                <a:lnTo>
                  <a:pt x="891" y="833"/>
                </a:lnTo>
                <a:lnTo>
                  <a:pt x="824" y="837"/>
                </a:lnTo>
                <a:lnTo>
                  <a:pt x="755" y="840"/>
                </a:lnTo>
                <a:lnTo>
                  <a:pt x="687" y="843"/>
                </a:lnTo>
                <a:lnTo>
                  <a:pt x="619" y="846"/>
                </a:lnTo>
                <a:lnTo>
                  <a:pt x="555" y="847"/>
                </a:lnTo>
                <a:lnTo>
                  <a:pt x="525" y="847"/>
                </a:lnTo>
                <a:lnTo>
                  <a:pt x="497" y="847"/>
                </a:lnTo>
                <a:lnTo>
                  <a:pt x="470" y="845"/>
                </a:lnTo>
                <a:lnTo>
                  <a:pt x="444" y="843"/>
                </a:lnTo>
                <a:lnTo>
                  <a:pt x="432" y="841"/>
                </a:lnTo>
                <a:lnTo>
                  <a:pt x="412" y="837"/>
                </a:lnTo>
                <a:lnTo>
                  <a:pt x="399" y="834"/>
                </a:lnTo>
                <a:lnTo>
                  <a:pt x="386" y="833"/>
                </a:lnTo>
                <a:lnTo>
                  <a:pt x="372" y="833"/>
                </a:lnTo>
                <a:lnTo>
                  <a:pt x="358" y="834"/>
                </a:lnTo>
                <a:lnTo>
                  <a:pt x="343" y="837"/>
                </a:lnTo>
                <a:lnTo>
                  <a:pt x="330" y="842"/>
                </a:lnTo>
                <a:lnTo>
                  <a:pt x="323" y="845"/>
                </a:lnTo>
                <a:lnTo>
                  <a:pt x="317" y="848"/>
                </a:lnTo>
                <a:lnTo>
                  <a:pt x="311" y="853"/>
                </a:lnTo>
                <a:lnTo>
                  <a:pt x="306" y="858"/>
                </a:lnTo>
                <a:lnTo>
                  <a:pt x="300" y="865"/>
                </a:lnTo>
                <a:lnTo>
                  <a:pt x="296" y="871"/>
                </a:lnTo>
                <a:lnTo>
                  <a:pt x="292" y="879"/>
                </a:lnTo>
                <a:lnTo>
                  <a:pt x="289" y="888"/>
                </a:lnTo>
                <a:lnTo>
                  <a:pt x="286" y="896"/>
                </a:lnTo>
                <a:lnTo>
                  <a:pt x="284" y="907"/>
                </a:lnTo>
                <a:lnTo>
                  <a:pt x="283" y="918"/>
                </a:lnTo>
                <a:lnTo>
                  <a:pt x="283" y="930"/>
                </a:lnTo>
                <a:lnTo>
                  <a:pt x="283" y="1457"/>
                </a:lnTo>
                <a:lnTo>
                  <a:pt x="283" y="1480"/>
                </a:lnTo>
                <a:lnTo>
                  <a:pt x="284" y="1498"/>
                </a:lnTo>
                <a:lnTo>
                  <a:pt x="286" y="1513"/>
                </a:lnTo>
                <a:lnTo>
                  <a:pt x="289" y="1527"/>
                </a:lnTo>
                <a:lnTo>
                  <a:pt x="291" y="1540"/>
                </a:lnTo>
                <a:lnTo>
                  <a:pt x="293" y="1554"/>
                </a:lnTo>
                <a:lnTo>
                  <a:pt x="294" y="1570"/>
                </a:lnTo>
                <a:lnTo>
                  <a:pt x="295" y="1592"/>
                </a:lnTo>
                <a:lnTo>
                  <a:pt x="268" y="1592"/>
                </a:lnTo>
                <a:lnTo>
                  <a:pt x="245" y="1593"/>
                </a:lnTo>
                <a:lnTo>
                  <a:pt x="225" y="1595"/>
                </a:lnTo>
                <a:lnTo>
                  <a:pt x="206" y="1597"/>
                </a:lnTo>
                <a:lnTo>
                  <a:pt x="188" y="1600"/>
                </a:lnTo>
                <a:lnTo>
                  <a:pt x="169" y="1602"/>
                </a:lnTo>
                <a:lnTo>
                  <a:pt x="148" y="1603"/>
                </a:lnTo>
                <a:lnTo>
                  <a:pt x="124" y="1604"/>
                </a:lnTo>
                <a:lnTo>
                  <a:pt x="118" y="1580"/>
                </a:lnTo>
                <a:lnTo>
                  <a:pt x="115" y="1554"/>
                </a:lnTo>
                <a:lnTo>
                  <a:pt x="113" y="1528"/>
                </a:lnTo>
                <a:lnTo>
                  <a:pt x="112" y="1502"/>
                </a:lnTo>
                <a:lnTo>
                  <a:pt x="111" y="1447"/>
                </a:lnTo>
                <a:lnTo>
                  <a:pt x="112" y="1390"/>
                </a:lnTo>
                <a:lnTo>
                  <a:pt x="114" y="1333"/>
                </a:lnTo>
                <a:lnTo>
                  <a:pt x="114" y="1275"/>
                </a:lnTo>
                <a:lnTo>
                  <a:pt x="114" y="1248"/>
                </a:lnTo>
                <a:lnTo>
                  <a:pt x="113" y="1220"/>
                </a:lnTo>
                <a:lnTo>
                  <a:pt x="111" y="1193"/>
                </a:lnTo>
                <a:lnTo>
                  <a:pt x="108" y="1167"/>
                </a:lnTo>
                <a:lnTo>
                  <a:pt x="105" y="1135"/>
                </a:lnTo>
                <a:lnTo>
                  <a:pt x="102" y="1088"/>
                </a:lnTo>
                <a:lnTo>
                  <a:pt x="100" y="1030"/>
                </a:lnTo>
                <a:lnTo>
                  <a:pt x="98" y="960"/>
                </a:lnTo>
                <a:lnTo>
                  <a:pt x="95" y="883"/>
                </a:lnTo>
                <a:lnTo>
                  <a:pt x="94" y="801"/>
                </a:lnTo>
                <a:lnTo>
                  <a:pt x="94" y="714"/>
                </a:lnTo>
                <a:lnTo>
                  <a:pt x="93" y="625"/>
                </a:lnTo>
                <a:lnTo>
                  <a:pt x="94" y="536"/>
                </a:lnTo>
                <a:lnTo>
                  <a:pt x="94" y="449"/>
                </a:lnTo>
                <a:lnTo>
                  <a:pt x="95" y="368"/>
                </a:lnTo>
                <a:lnTo>
                  <a:pt x="98" y="293"/>
                </a:lnTo>
                <a:lnTo>
                  <a:pt x="100" y="225"/>
                </a:lnTo>
                <a:lnTo>
                  <a:pt x="103" y="169"/>
                </a:lnTo>
                <a:lnTo>
                  <a:pt x="105" y="146"/>
                </a:lnTo>
                <a:lnTo>
                  <a:pt x="107" y="126"/>
                </a:lnTo>
                <a:lnTo>
                  <a:pt x="110" y="110"/>
                </a:lnTo>
                <a:lnTo>
                  <a:pt x="112" y="97"/>
                </a:lnTo>
                <a:lnTo>
                  <a:pt x="308" y="108"/>
                </a:lnTo>
                <a:lnTo>
                  <a:pt x="326" y="109"/>
                </a:lnTo>
                <a:lnTo>
                  <a:pt x="343" y="111"/>
                </a:lnTo>
                <a:lnTo>
                  <a:pt x="349" y="114"/>
                </a:lnTo>
                <a:lnTo>
                  <a:pt x="355" y="116"/>
                </a:lnTo>
                <a:lnTo>
                  <a:pt x="360" y="118"/>
                </a:lnTo>
                <a:lnTo>
                  <a:pt x="366" y="122"/>
                </a:lnTo>
                <a:lnTo>
                  <a:pt x="370" y="126"/>
                </a:lnTo>
                <a:lnTo>
                  <a:pt x="373" y="130"/>
                </a:lnTo>
                <a:lnTo>
                  <a:pt x="376" y="135"/>
                </a:lnTo>
                <a:lnTo>
                  <a:pt x="379" y="141"/>
                </a:lnTo>
                <a:lnTo>
                  <a:pt x="383" y="155"/>
                </a:lnTo>
                <a:lnTo>
                  <a:pt x="385" y="172"/>
                </a:lnTo>
                <a:lnTo>
                  <a:pt x="387" y="193"/>
                </a:lnTo>
                <a:lnTo>
                  <a:pt x="387" y="217"/>
                </a:lnTo>
                <a:lnTo>
                  <a:pt x="386" y="245"/>
                </a:lnTo>
                <a:lnTo>
                  <a:pt x="385" y="276"/>
                </a:lnTo>
                <a:lnTo>
                  <a:pt x="383" y="355"/>
                </a:lnTo>
                <a:lnTo>
                  <a:pt x="381" y="453"/>
                </a:lnTo>
                <a:lnTo>
                  <a:pt x="380" y="486"/>
                </a:lnTo>
                <a:lnTo>
                  <a:pt x="381" y="515"/>
                </a:lnTo>
                <a:lnTo>
                  <a:pt x="381" y="527"/>
                </a:lnTo>
                <a:lnTo>
                  <a:pt x="382" y="539"/>
                </a:lnTo>
                <a:lnTo>
                  <a:pt x="384" y="550"/>
                </a:lnTo>
                <a:lnTo>
                  <a:pt x="386" y="560"/>
                </a:lnTo>
                <a:lnTo>
                  <a:pt x="388" y="569"/>
                </a:lnTo>
                <a:lnTo>
                  <a:pt x="392" y="577"/>
                </a:lnTo>
                <a:lnTo>
                  <a:pt x="396" y="585"/>
                </a:lnTo>
                <a:lnTo>
                  <a:pt x="401" y="591"/>
                </a:lnTo>
                <a:lnTo>
                  <a:pt x="407" y="597"/>
                </a:lnTo>
                <a:lnTo>
                  <a:pt x="414" y="602"/>
                </a:lnTo>
                <a:lnTo>
                  <a:pt x="422" y="606"/>
                </a:lnTo>
                <a:lnTo>
                  <a:pt x="432" y="611"/>
                </a:lnTo>
                <a:lnTo>
                  <a:pt x="441" y="614"/>
                </a:lnTo>
                <a:lnTo>
                  <a:pt x="454" y="616"/>
                </a:lnTo>
                <a:lnTo>
                  <a:pt x="467" y="618"/>
                </a:lnTo>
                <a:lnTo>
                  <a:pt x="483" y="620"/>
                </a:lnTo>
                <a:lnTo>
                  <a:pt x="517" y="624"/>
                </a:lnTo>
                <a:lnTo>
                  <a:pt x="559" y="625"/>
                </a:lnTo>
                <a:lnTo>
                  <a:pt x="666" y="625"/>
                </a:lnTo>
                <a:lnTo>
                  <a:pt x="809" y="624"/>
                </a:lnTo>
                <a:lnTo>
                  <a:pt x="838" y="625"/>
                </a:lnTo>
                <a:lnTo>
                  <a:pt x="863" y="626"/>
                </a:lnTo>
                <a:lnTo>
                  <a:pt x="886" y="628"/>
                </a:lnTo>
                <a:lnTo>
                  <a:pt x="907" y="630"/>
                </a:lnTo>
                <a:lnTo>
                  <a:pt x="928" y="632"/>
                </a:lnTo>
                <a:lnTo>
                  <a:pt x="950" y="635"/>
                </a:lnTo>
                <a:lnTo>
                  <a:pt x="975" y="637"/>
                </a:lnTo>
                <a:lnTo>
                  <a:pt x="1004" y="637"/>
                </a:lnTo>
                <a:lnTo>
                  <a:pt x="1031" y="637"/>
                </a:lnTo>
                <a:lnTo>
                  <a:pt x="1060" y="637"/>
                </a:lnTo>
                <a:lnTo>
                  <a:pt x="1087" y="637"/>
                </a:lnTo>
                <a:lnTo>
                  <a:pt x="1115" y="637"/>
                </a:lnTo>
                <a:lnTo>
                  <a:pt x="1142" y="637"/>
                </a:lnTo>
                <a:lnTo>
                  <a:pt x="1170" y="637"/>
                </a:lnTo>
                <a:lnTo>
                  <a:pt x="1197" y="637"/>
                </a:lnTo>
                <a:lnTo>
                  <a:pt x="1224" y="637"/>
                </a:lnTo>
                <a:lnTo>
                  <a:pt x="1246" y="605"/>
                </a:lnTo>
                <a:lnTo>
                  <a:pt x="1260" y="581"/>
                </a:lnTo>
                <a:lnTo>
                  <a:pt x="1266" y="571"/>
                </a:lnTo>
                <a:lnTo>
                  <a:pt x="1269" y="562"/>
                </a:lnTo>
                <a:lnTo>
                  <a:pt x="1272" y="552"/>
                </a:lnTo>
                <a:lnTo>
                  <a:pt x="1274" y="542"/>
                </a:lnTo>
                <a:lnTo>
                  <a:pt x="1275" y="520"/>
                </a:lnTo>
                <a:lnTo>
                  <a:pt x="1275" y="489"/>
                </a:lnTo>
                <a:lnTo>
                  <a:pt x="1274" y="448"/>
                </a:lnTo>
                <a:lnTo>
                  <a:pt x="1274" y="391"/>
                </a:lnTo>
                <a:lnTo>
                  <a:pt x="1286" y="97"/>
                </a:lnTo>
                <a:lnTo>
                  <a:pt x="1316" y="97"/>
                </a:lnTo>
                <a:lnTo>
                  <a:pt x="1349" y="96"/>
                </a:lnTo>
                <a:lnTo>
                  <a:pt x="1385" y="95"/>
                </a:lnTo>
                <a:lnTo>
                  <a:pt x="1423" y="93"/>
                </a:lnTo>
                <a:lnTo>
                  <a:pt x="1459" y="93"/>
                </a:lnTo>
                <a:lnTo>
                  <a:pt x="1492" y="93"/>
                </a:lnTo>
                <a:lnTo>
                  <a:pt x="1507" y="93"/>
                </a:lnTo>
                <a:lnTo>
                  <a:pt x="1521" y="94"/>
                </a:lnTo>
                <a:lnTo>
                  <a:pt x="1534" y="96"/>
                </a:lnTo>
                <a:lnTo>
                  <a:pt x="1543" y="97"/>
                </a:lnTo>
                <a:lnTo>
                  <a:pt x="1550" y="130"/>
                </a:lnTo>
                <a:lnTo>
                  <a:pt x="1556" y="160"/>
                </a:lnTo>
                <a:lnTo>
                  <a:pt x="1561" y="187"/>
                </a:lnTo>
                <a:lnTo>
                  <a:pt x="1564" y="212"/>
                </a:lnTo>
                <a:lnTo>
                  <a:pt x="1567" y="236"/>
                </a:lnTo>
                <a:lnTo>
                  <a:pt x="1568" y="258"/>
                </a:lnTo>
                <a:lnTo>
                  <a:pt x="1569" y="280"/>
                </a:lnTo>
                <a:lnTo>
                  <a:pt x="1568" y="300"/>
                </a:lnTo>
                <a:lnTo>
                  <a:pt x="1567" y="343"/>
                </a:lnTo>
                <a:lnTo>
                  <a:pt x="1564" y="388"/>
                </a:lnTo>
                <a:lnTo>
                  <a:pt x="1560" y="440"/>
                </a:lnTo>
                <a:lnTo>
                  <a:pt x="1555" y="502"/>
                </a:lnTo>
                <a:lnTo>
                  <a:pt x="1553" y="555"/>
                </a:lnTo>
                <a:lnTo>
                  <a:pt x="1552" y="612"/>
                </a:lnTo>
                <a:lnTo>
                  <a:pt x="1552" y="669"/>
                </a:lnTo>
                <a:lnTo>
                  <a:pt x="1552" y="727"/>
                </a:lnTo>
                <a:lnTo>
                  <a:pt x="1553" y="785"/>
                </a:lnTo>
                <a:lnTo>
                  <a:pt x="1554" y="843"/>
                </a:lnTo>
                <a:lnTo>
                  <a:pt x="1555" y="899"/>
                </a:lnTo>
                <a:lnTo>
                  <a:pt x="1555" y="955"/>
                </a:lnTo>
                <a:lnTo>
                  <a:pt x="1555" y="986"/>
                </a:lnTo>
                <a:lnTo>
                  <a:pt x="1553" y="1013"/>
                </a:lnTo>
                <a:lnTo>
                  <a:pt x="1552" y="1039"/>
                </a:lnTo>
                <a:lnTo>
                  <a:pt x="1549" y="1062"/>
                </a:lnTo>
                <a:lnTo>
                  <a:pt x="1547" y="1085"/>
                </a:lnTo>
                <a:lnTo>
                  <a:pt x="1544" y="1109"/>
                </a:lnTo>
                <a:lnTo>
                  <a:pt x="1543" y="1134"/>
                </a:lnTo>
                <a:lnTo>
                  <a:pt x="1542" y="1162"/>
                </a:lnTo>
                <a:lnTo>
                  <a:pt x="1542" y="1190"/>
                </a:lnTo>
                <a:lnTo>
                  <a:pt x="1542" y="1218"/>
                </a:lnTo>
                <a:lnTo>
                  <a:pt x="1542" y="1246"/>
                </a:lnTo>
                <a:lnTo>
                  <a:pt x="1542" y="1273"/>
                </a:lnTo>
                <a:lnTo>
                  <a:pt x="1543" y="1301"/>
                </a:lnTo>
                <a:lnTo>
                  <a:pt x="1543" y="1328"/>
                </a:lnTo>
                <a:lnTo>
                  <a:pt x="1543" y="1356"/>
                </a:lnTo>
                <a:lnTo>
                  <a:pt x="1543" y="1384"/>
                </a:lnTo>
                <a:lnTo>
                  <a:pt x="1543" y="1439"/>
                </a:lnTo>
                <a:lnTo>
                  <a:pt x="1543" y="1486"/>
                </a:lnTo>
                <a:lnTo>
                  <a:pt x="1542" y="1526"/>
                </a:lnTo>
                <a:lnTo>
                  <a:pt x="1540" y="1558"/>
                </a:lnTo>
                <a:lnTo>
                  <a:pt x="1539" y="1571"/>
                </a:lnTo>
                <a:lnTo>
                  <a:pt x="1537" y="1584"/>
                </a:lnTo>
                <a:lnTo>
                  <a:pt x="1535" y="1595"/>
                </a:lnTo>
                <a:lnTo>
                  <a:pt x="1532" y="1605"/>
                </a:lnTo>
                <a:lnTo>
                  <a:pt x="1529" y="1614"/>
                </a:lnTo>
                <a:lnTo>
                  <a:pt x="1526" y="1620"/>
                </a:lnTo>
                <a:lnTo>
                  <a:pt x="1522" y="1627"/>
                </a:lnTo>
                <a:lnTo>
                  <a:pt x="1517" y="1631"/>
                </a:lnTo>
                <a:lnTo>
                  <a:pt x="1513" y="1635"/>
                </a:lnTo>
                <a:lnTo>
                  <a:pt x="1506" y="1639"/>
                </a:lnTo>
                <a:lnTo>
                  <a:pt x="1501" y="1642"/>
                </a:lnTo>
                <a:lnTo>
                  <a:pt x="1493" y="1643"/>
                </a:lnTo>
                <a:lnTo>
                  <a:pt x="1478" y="1645"/>
                </a:lnTo>
                <a:lnTo>
                  <a:pt x="1459" y="1645"/>
                </a:lnTo>
                <a:lnTo>
                  <a:pt x="1411" y="1643"/>
                </a:lnTo>
                <a:lnTo>
                  <a:pt x="1347" y="1641"/>
                </a:lnTo>
                <a:close/>
                <a:moveTo>
                  <a:pt x="1004" y="196"/>
                </a:moveTo>
                <a:lnTo>
                  <a:pt x="1053" y="196"/>
                </a:lnTo>
                <a:lnTo>
                  <a:pt x="1053" y="403"/>
                </a:lnTo>
                <a:lnTo>
                  <a:pt x="1004" y="403"/>
                </a:lnTo>
                <a:lnTo>
                  <a:pt x="1004" y="196"/>
                </a:lnTo>
                <a:close/>
                <a:moveTo>
                  <a:pt x="1029" y="97"/>
                </a:moveTo>
                <a:lnTo>
                  <a:pt x="1100" y="95"/>
                </a:lnTo>
                <a:lnTo>
                  <a:pt x="1146" y="93"/>
                </a:lnTo>
                <a:lnTo>
                  <a:pt x="1156" y="93"/>
                </a:lnTo>
                <a:lnTo>
                  <a:pt x="1164" y="94"/>
                </a:lnTo>
                <a:lnTo>
                  <a:pt x="1170" y="95"/>
                </a:lnTo>
                <a:lnTo>
                  <a:pt x="1176" y="96"/>
                </a:lnTo>
                <a:lnTo>
                  <a:pt x="1180" y="99"/>
                </a:lnTo>
                <a:lnTo>
                  <a:pt x="1184" y="103"/>
                </a:lnTo>
                <a:lnTo>
                  <a:pt x="1188" y="107"/>
                </a:lnTo>
                <a:lnTo>
                  <a:pt x="1190" y="112"/>
                </a:lnTo>
                <a:lnTo>
                  <a:pt x="1192" y="119"/>
                </a:lnTo>
                <a:lnTo>
                  <a:pt x="1193" y="128"/>
                </a:lnTo>
                <a:lnTo>
                  <a:pt x="1194" y="136"/>
                </a:lnTo>
                <a:lnTo>
                  <a:pt x="1194" y="147"/>
                </a:lnTo>
                <a:lnTo>
                  <a:pt x="1194" y="174"/>
                </a:lnTo>
                <a:lnTo>
                  <a:pt x="1192" y="208"/>
                </a:lnTo>
                <a:lnTo>
                  <a:pt x="1191" y="249"/>
                </a:lnTo>
                <a:lnTo>
                  <a:pt x="1189" y="299"/>
                </a:lnTo>
                <a:lnTo>
                  <a:pt x="1189" y="359"/>
                </a:lnTo>
                <a:lnTo>
                  <a:pt x="1189" y="428"/>
                </a:lnTo>
                <a:lnTo>
                  <a:pt x="1190" y="459"/>
                </a:lnTo>
                <a:lnTo>
                  <a:pt x="1191" y="485"/>
                </a:lnTo>
                <a:lnTo>
                  <a:pt x="1192" y="496"/>
                </a:lnTo>
                <a:lnTo>
                  <a:pt x="1192" y="505"/>
                </a:lnTo>
                <a:lnTo>
                  <a:pt x="1191" y="515"/>
                </a:lnTo>
                <a:lnTo>
                  <a:pt x="1190" y="523"/>
                </a:lnTo>
                <a:lnTo>
                  <a:pt x="1188" y="529"/>
                </a:lnTo>
                <a:lnTo>
                  <a:pt x="1184" y="535"/>
                </a:lnTo>
                <a:lnTo>
                  <a:pt x="1179" y="540"/>
                </a:lnTo>
                <a:lnTo>
                  <a:pt x="1172" y="543"/>
                </a:lnTo>
                <a:lnTo>
                  <a:pt x="1165" y="547"/>
                </a:lnTo>
                <a:lnTo>
                  <a:pt x="1155" y="550"/>
                </a:lnTo>
                <a:lnTo>
                  <a:pt x="1143" y="551"/>
                </a:lnTo>
                <a:lnTo>
                  <a:pt x="1129" y="552"/>
                </a:lnTo>
                <a:lnTo>
                  <a:pt x="1099" y="553"/>
                </a:lnTo>
                <a:lnTo>
                  <a:pt x="1063" y="552"/>
                </a:lnTo>
                <a:lnTo>
                  <a:pt x="1023" y="551"/>
                </a:lnTo>
                <a:lnTo>
                  <a:pt x="979" y="549"/>
                </a:lnTo>
                <a:lnTo>
                  <a:pt x="885" y="543"/>
                </a:lnTo>
                <a:lnTo>
                  <a:pt x="785" y="538"/>
                </a:lnTo>
                <a:lnTo>
                  <a:pt x="688" y="533"/>
                </a:lnTo>
                <a:lnTo>
                  <a:pt x="598" y="530"/>
                </a:lnTo>
                <a:lnTo>
                  <a:pt x="557" y="530"/>
                </a:lnTo>
                <a:lnTo>
                  <a:pt x="522" y="531"/>
                </a:lnTo>
                <a:lnTo>
                  <a:pt x="505" y="533"/>
                </a:lnTo>
                <a:lnTo>
                  <a:pt x="491" y="535"/>
                </a:lnTo>
                <a:lnTo>
                  <a:pt x="478" y="536"/>
                </a:lnTo>
                <a:lnTo>
                  <a:pt x="466" y="538"/>
                </a:lnTo>
                <a:lnTo>
                  <a:pt x="466" y="110"/>
                </a:lnTo>
                <a:lnTo>
                  <a:pt x="944" y="110"/>
                </a:lnTo>
                <a:lnTo>
                  <a:pt x="936" y="122"/>
                </a:lnTo>
                <a:lnTo>
                  <a:pt x="929" y="136"/>
                </a:lnTo>
                <a:lnTo>
                  <a:pt x="925" y="149"/>
                </a:lnTo>
                <a:lnTo>
                  <a:pt x="921" y="165"/>
                </a:lnTo>
                <a:lnTo>
                  <a:pt x="918" y="180"/>
                </a:lnTo>
                <a:lnTo>
                  <a:pt x="916" y="196"/>
                </a:lnTo>
                <a:lnTo>
                  <a:pt x="915" y="213"/>
                </a:lnTo>
                <a:lnTo>
                  <a:pt x="914" y="231"/>
                </a:lnTo>
                <a:lnTo>
                  <a:pt x="915" y="270"/>
                </a:lnTo>
                <a:lnTo>
                  <a:pt x="916" y="314"/>
                </a:lnTo>
                <a:lnTo>
                  <a:pt x="919" y="362"/>
                </a:lnTo>
                <a:lnTo>
                  <a:pt x="919" y="416"/>
                </a:lnTo>
                <a:lnTo>
                  <a:pt x="920" y="427"/>
                </a:lnTo>
                <a:lnTo>
                  <a:pt x="920" y="436"/>
                </a:lnTo>
                <a:lnTo>
                  <a:pt x="921" y="442"/>
                </a:lnTo>
                <a:lnTo>
                  <a:pt x="923" y="449"/>
                </a:lnTo>
                <a:lnTo>
                  <a:pt x="926" y="461"/>
                </a:lnTo>
                <a:lnTo>
                  <a:pt x="932" y="477"/>
                </a:lnTo>
                <a:lnTo>
                  <a:pt x="1031" y="488"/>
                </a:lnTo>
                <a:lnTo>
                  <a:pt x="1055" y="490"/>
                </a:lnTo>
                <a:lnTo>
                  <a:pt x="1075" y="490"/>
                </a:lnTo>
                <a:lnTo>
                  <a:pt x="1092" y="490"/>
                </a:lnTo>
                <a:lnTo>
                  <a:pt x="1106" y="488"/>
                </a:lnTo>
                <a:lnTo>
                  <a:pt x="1117" y="486"/>
                </a:lnTo>
                <a:lnTo>
                  <a:pt x="1126" y="482"/>
                </a:lnTo>
                <a:lnTo>
                  <a:pt x="1129" y="479"/>
                </a:lnTo>
                <a:lnTo>
                  <a:pt x="1132" y="477"/>
                </a:lnTo>
                <a:lnTo>
                  <a:pt x="1134" y="474"/>
                </a:lnTo>
                <a:lnTo>
                  <a:pt x="1137" y="470"/>
                </a:lnTo>
                <a:lnTo>
                  <a:pt x="1140" y="462"/>
                </a:lnTo>
                <a:lnTo>
                  <a:pt x="1142" y="452"/>
                </a:lnTo>
                <a:lnTo>
                  <a:pt x="1142" y="440"/>
                </a:lnTo>
                <a:lnTo>
                  <a:pt x="1142" y="427"/>
                </a:lnTo>
                <a:lnTo>
                  <a:pt x="1141" y="395"/>
                </a:lnTo>
                <a:lnTo>
                  <a:pt x="1139" y="355"/>
                </a:lnTo>
                <a:lnTo>
                  <a:pt x="1140" y="320"/>
                </a:lnTo>
                <a:lnTo>
                  <a:pt x="1141" y="288"/>
                </a:lnTo>
                <a:lnTo>
                  <a:pt x="1143" y="260"/>
                </a:lnTo>
                <a:lnTo>
                  <a:pt x="1146" y="234"/>
                </a:lnTo>
                <a:lnTo>
                  <a:pt x="1149" y="211"/>
                </a:lnTo>
                <a:lnTo>
                  <a:pt x="1151" y="192"/>
                </a:lnTo>
                <a:lnTo>
                  <a:pt x="1152" y="174"/>
                </a:lnTo>
                <a:lnTo>
                  <a:pt x="1152" y="159"/>
                </a:lnTo>
                <a:lnTo>
                  <a:pt x="1151" y="153"/>
                </a:lnTo>
                <a:lnTo>
                  <a:pt x="1149" y="146"/>
                </a:lnTo>
                <a:lnTo>
                  <a:pt x="1146" y="141"/>
                </a:lnTo>
                <a:lnTo>
                  <a:pt x="1143" y="136"/>
                </a:lnTo>
                <a:lnTo>
                  <a:pt x="1140" y="131"/>
                </a:lnTo>
                <a:lnTo>
                  <a:pt x="1134" y="128"/>
                </a:lnTo>
                <a:lnTo>
                  <a:pt x="1129" y="123"/>
                </a:lnTo>
                <a:lnTo>
                  <a:pt x="1122" y="121"/>
                </a:lnTo>
                <a:lnTo>
                  <a:pt x="1115" y="118"/>
                </a:lnTo>
                <a:lnTo>
                  <a:pt x="1106" y="116"/>
                </a:lnTo>
                <a:lnTo>
                  <a:pt x="1096" y="114"/>
                </a:lnTo>
                <a:lnTo>
                  <a:pt x="1086" y="112"/>
                </a:lnTo>
                <a:lnTo>
                  <a:pt x="1061" y="110"/>
                </a:lnTo>
                <a:lnTo>
                  <a:pt x="1029" y="110"/>
                </a:lnTo>
                <a:lnTo>
                  <a:pt x="1029" y="97"/>
                </a:lnTo>
                <a:close/>
                <a:moveTo>
                  <a:pt x="527" y="25"/>
                </a:moveTo>
                <a:lnTo>
                  <a:pt x="270" y="25"/>
                </a:lnTo>
                <a:lnTo>
                  <a:pt x="245" y="23"/>
                </a:lnTo>
                <a:lnTo>
                  <a:pt x="220" y="21"/>
                </a:lnTo>
                <a:lnTo>
                  <a:pt x="196" y="18"/>
                </a:lnTo>
                <a:lnTo>
                  <a:pt x="172" y="15"/>
                </a:lnTo>
                <a:lnTo>
                  <a:pt x="150" y="13"/>
                </a:lnTo>
                <a:lnTo>
                  <a:pt x="128" y="13"/>
                </a:lnTo>
                <a:lnTo>
                  <a:pt x="117" y="13"/>
                </a:lnTo>
                <a:lnTo>
                  <a:pt x="106" y="14"/>
                </a:lnTo>
                <a:lnTo>
                  <a:pt x="97" y="16"/>
                </a:lnTo>
                <a:lnTo>
                  <a:pt x="87" y="19"/>
                </a:lnTo>
                <a:lnTo>
                  <a:pt x="78" y="22"/>
                </a:lnTo>
                <a:lnTo>
                  <a:pt x="69" y="27"/>
                </a:lnTo>
                <a:lnTo>
                  <a:pt x="61" y="32"/>
                </a:lnTo>
                <a:lnTo>
                  <a:pt x="53" y="40"/>
                </a:lnTo>
                <a:lnTo>
                  <a:pt x="46" y="47"/>
                </a:lnTo>
                <a:lnTo>
                  <a:pt x="38" y="57"/>
                </a:lnTo>
                <a:lnTo>
                  <a:pt x="31" y="68"/>
                </a:lnTo>
                <a:lnTo>
                  <a:pt x="26" y="80"/>
                </a:lnTo>
                <a:lnTo>
                  <a:pt x="21" y="94"/>
                </a:lnTo>
                <a:lnTo>
                  <a:pt x="15" y="110"/>
                </a:lnTo>
                <a:lnTo>
                  <a:pt x="11" y="128"/>
                </a:lnTo>
                <a:lnTo>
                  <a:pt x="8" y="146"/>
                </a:lnTo>
                <a:lnTo>
                  <a:pt x="5" y="168"/>
                </a:lnTo>
                <a:lnTo>
                  <a:pt x="2" y="192"/>
                </a:lnTo>
                <a:lnTo>
                  <a:pt x="1" y="217"/>
                </a:lnTo>
                <a:lnTo>
                  <a:pt x="0" y="245"/>
                </a:lnTo>
                <a:lnTo>
                  <a:pt x="13" y="1139"/>
                </a:lnTo>
                <a:lnTo>
                  <a:pt x="14" y="1159"/>
                </a:lnTo>
                <a:lnTo>
                  <a:pt x="15" y="1175"/>
                </a:lnTo>
                <a:lnTo>
                  <a:pt x="17" y="1188"/>
                </a:lnTo>
                <a:lnTo>
                  <a:pt x="20" y="1200"/>
                </a:lnTo>
                <a:lnTo>
                  <a:pt x="22" y="1211"/>
                </a:lnTo>
                <a:lnTo>
                  <a:pt x="24" y="1225"/>
                </a:lnTo>
                <a:lnTo>
                  <a:pt x="25" y="1240"/>
                </a:lnTo>
                <a:lnTo>
                  <a:pt x="26" y="1261"/>
                </a:lnTo>
                <a:lnTo>
                  <a:pt x="25" y="1307"/>
                </a:lnTo>
                <a:lnTo>
                  <a:pt x="23" y="1368"/>
                </a:lnTo>
                <a:lnTo>
                  <a:pt x="22" y="1402"/>
                </a:lnTo>
                <a:lnTo>
                  <a:pt x="22" y="1438"/>
                </a:lnTo>
                <a:lnTo>
                  <a:pt x="22" y="1475"/>
                </a:lnTo>
                <a:lnTo>
                  <a:pt x="24" y="1511"/>
                </a:lnTo>
                <a:lnTo>
                  <a:pt x="25" y="1529"/>
                </a:lnTo>
                <a:lnTo>
                  <a:pt x="27" y="1546"/>
                </a:lnTo>
                <a:lnTo>
                  <a:pt x="29" y="1563"/>
                </a:lnTo>
                <a:lnTo>
                  <a:pt x="33" y="1579"/>
                </a:lnTo>
                <a:lnTo>
                  <a:pt x="36" y="1594"/>
                </a:lnTo>
                <a:lnTo>
                  <a:pt x="40" y="1609"/>
                </a:lnTo>
                <a:lnTo>
                  <a:pt x="45" y="1623"/>
                </a:lnTo>
                <a:lnTo>
                  <a:pt x="50" y="1637"/>
                </a:lnTo>
                <a:lnTo>
                  <a:pt x="56" y="1647"/>
                </a:lnTo>
                <a:lnTo>
                  <a:pt x="63" y="1658"/>
                </a:lnTo>
                <a:lnTo>
                  <a:pt x="71" y="1667"/>
                </a:lnTo>
                <a:lnTo>
                  <a:pt x="79" y="1676"/>
                </a:lnTo>
                <a:lnTo>
                  <a:pt x="89" y="1681"/>
                </a:lnTo>
                <a:lnTo>
                  <a:pt x="100" y="1685"/>
                </a:lnTo>
                <a:lnTo>
                  <a:pt x="111" y="1689"/>
                </a:lnTo>
                <a:lnTo>
                  <a:pt x="124" y="1690"/>
                </a:lnTo>
                <a:lnTo>
                  <a:pt x="148" y="1689"/>
                </a:lnTo>
                <a:lnTo>
                  <a:pt x="169" y="1688"/>
                </a:lnTo>
                <a:lnTo>
                  <a:pt x="190" y="1685"/>
                </a:lnTo>
                <a:lnTo>
                  <a:pt x="209" y="1683"/>
                </a:lnTo>
                <a:lnTo>
                  <a:pt x="228" y="1681"/>
                </a:lnTo>
                <a:lnTo>
                  <a:pt x="245" y="1679"/>
                </a:lnTo>
                <a:lnTo>
                  <a:pt x="262" y="1678"/>
                </a:lnTo>
                <a:lnTo>
                  <a:pt x="281" y="1679"/>
                </a:lnTo>
                <a:lnTo>
                  <a:pt x="1115" y="1714"/>
                </a:lnTo>
                <a:lnTo>
                  <a:pt x="1139" y="1715"/>
                </a:lnTo>
                <a:lnTo>
                  <a:pt x="1159" y="1716"/>
                </a:lnTo>
                <a:lnTo>
                  <a:pt x="1177" y="1718"/>
                </a:lnTo>
                <a:lnTo>
                  <a:pt x="1193" y="1720"/>
                </a:lnTo>
                <a:lnTo>
                  <a:pt x="1209" y="1722"/>
                </a:lnTo>
                <a:lnTo>
                  <a:pt x="1228" y="1724"/>
                </a:lnTo>
                <a:lnTo>
                  <a:pt x="1248" y="1727"/>
                </a:lnTo>
                <a:lnTo>
                  <a:pt x="1273" y="1727"/>
                </a:lnTo>
                <a:lnTo>
                  <a:pt x="1377" y="1729"/>
                </a:lnTo>
                <a:lnTo>
                  <a:pt x="1459" y="1730"/>
                </a:lnTo>
                <a:lnTo>
                  <a:pt x="1492" y="1729"/>
                </a:lnTo>
                <a:lnTo>
                  <a:pt x="1521" y="1726"/>
                </a:lnTo>
                <a:lnTo>
                  <a:pt x="1534" y="1723"/>
                </a:lnTo>
                <a:lnTo>
                  <a:pt x="1545" y="1720"/>
                </a:lnTo>
                <a:lnTo>
                  <a:pt x="1556" y="1717"/>
                </a:lnTo>
                <a:lnTo>
                  <a:pt x="1566" y="1711"/>
                </a:lnTo>
                <a:lnTo>
                  <a:pt x="1575" y="1706"/>
                </a:lnTo>
                <a:lnTo>
                  <a:pt x="1582" y="1701"/>
                </a:lnTo>
                <a:lnTo>
                  <a:pt x="1590" y="1693"/>
                </a:lnTo>
                <a:lnTo>
                  <a:pt x="1596" y="1684"/>
                </a:lnTo>
                <a:lnTo>
                  <a:pt x="1602" y="1675"/>
                </a:lnTo>
                <a:lnTo>
                  <a:pt x="1607" y="1664"/>
                </a:lnTo>
                <a:lnTo>
                  <a:pt x="1612" y="1652"/>
                </a:lnTo>
                <a:lnTo>
                  <a:pt x="1616" y="1638"/>
                </a:lnTo>
                <a:lnTo>
                  <a:pt x="1619" y="1622"/>
                </a:lnTo>
                <a:lnTo>
                  <a:pt x="1621" y="1606"/>
                </a:lnTo>
                <a:lnTo>
                  <a:pt x="1624" y="1588"/>
                </a:lnTo>
                <a:lnTo>
                  <a:pt x="1626" y="1568"/>
                </a:lnTo>
                <a:lnTo>
                  <a:pt x="1628" y="1523"/>
                </a:lnTo>
                <a:lnTo>
                  <a:pt x="1629" y="1469"/>
                </a:lnTo>
                <a:lnTo>
                  <a:pt x="1629" y="1422"/>
                </a:lnTo>
                <a:lnTo>
                  <a:pt x="1629" y="1374"/>
                </a:lnTo>
                <a:lnTo>
                  <a:pt x="1629" y="1325"/>
                </a:lnTo>
                <a:lnTo>
                  <a:pt x="1629" y="1277"/>
                </a:lnTo>
                <a:lnTo>
                  <a:pt x="1629" y="1229"/>
                </a:lnTo>
                <a:lnTo>
                  <a:pt x="1630" y="1184"/>
                </a:lnTo>
                <a:lnTo>
                  <a:pt x="1633" y="1139"/>
                </a:lnTo>
                <a:lnTo>
                  <a:pt x="1638" y="1098"/>
                </a:lnTo>
                <a:lnTo>
                  <a:pt x="1653" y="355"/>
                </a:lnTo>
                <a:lnTo>
                  <a:pt x="1653" y="288"/>
                </a:lnTo>
                <a:lnTo>
                  <a:pt x="1652" y="222"/>
                </a:lnTo>
                <a:lnTo>
                  <a:pt x="1650" y="190"/>
                </a:lnTo>
                <a:lnTo>
                  <a:pt x="1646" y="159"/>
                </a:lnTo>
                <a:lnTo>
                  <a:pt x="1644" y="144"/>
                </a:lnTo>
                <a:lnTo>
                  <a:pt x="1641" y="130"/>
                </a:lnTo>
                <a:lnTo>
                  <a:pt x="1638" y="116"/>
                </a:lnTo>
                <a:lnTo>
                  <a:pt x="1634" y="102"/>
                </a:lnTo>
                <a:lnTo>
                  <a:pt x="1630" y="90"/>
                </a:lnTo>
                <a:lnTo>
                  <a:pt x="1625" y="77"/>
                </a:lnTo>
                <a:lnTo>
                  <a:pt x="1619" y="66"/>
                </a:lnTo>
                <a:lnTo>
                  <a:pt x="1612" y="55"/>
                </a:lnTo>
                <a:lnTo>
                  <a:pt x="1605" y="45"/>
                </a:lnTo>
                <a:lnTo>
                  <a:pt x="1596" y="35"/>
                </a:lnTo>
                <a:lnTo>
                  <a:pt x="1588" y="28"/>
                </a:lnTo>
                <a:lnTo>
                  <a:pt x="1578" y="20"/>
                </a:lnTo>
                <a:lnTo>
                  <a:pt x="1567" y="15"/>
                </a:lnTo>
                <a:lnTo>
                  <a:pt x="1555" y="9"/>
                </a:lnTo>
                <a:lnTo>
                  <a:pt x="1542" y="5"/>
                </a:lnTo>
                <a:lnTo>
                  <a:pt x="1528" y="2"/>
                </a:lnTo>
                <a:lnTo>
                  <a:pt x="1513" y="1"/>
                </a:lnTo>
                <a:lnTo>
                  <a:pt x="1498" y="0"/>
                </a:lnTo>
                <a:lnTo>
                  <a:pt x="1480" y="1"/>
                </a:lnTo>
                <a:lnTo>
                  <a:pt x="1461" y="3"/>
                </a:lnTo>
                <a:lnTo>
                  <a:pt x="527" y="25"/>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cs typeface="+mn-ea"/>
              <a:sym typeface="+mn-lt"/>
            </a:endParaRPr>
          </a:p>
        </p:txBody>
      </p:sp>
      <p:sp>
        <p:nvSpPr>
          <p:cNvPr id="90" name="TextBox 2"/>
          <p:cNvSpPr txBox="1"/>
          <p:nvPr/>
        </p:nvSpPr>
        <p:spPr>
          <a:xfrm>
            <a:off x="1114696" y="571195"/>
            <a:ext cx="3467616"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cs typeface="+mn-ea"/>
                <a:sym typeface="+mn-lt"/>
              </a:rPr>
              <a:t>输入本页标题内容</a:t>
            </a:r>
            <a:endParaRPr lang="en-GB" altLang="zh-CN" sz="3200" dirty="0">
              <a:cs typeface="+mn-ea"/>
              <a:sym typeface="+mn-lt"/>
            </a:endParaRPr>
          </a:p>
        </p:txBody>
      </p:sp>
      <p:sp>
        <p:nvSpPr>
          <p:cNvPr id="91" name="Freeform 56"/>
          <p:cNvSpPr/>
          <p:nvPr/>
        </p:nvSpPr>
        <p:spPr bwMode="auto">
          <a:xfrm>
            <a:off x="642040" y="1178631"/>
            <a:ext cx="3789365" cy="79473"/>
          </a:xfrm>
          <a:custGeom>
            <a:avLst/>
            <a:gdLst>
              <a:gd name="T0" fmla="*/ 527 w 7950"/>
              <a:gd name="T1" fmla="*/ 290 h 587"/>
              <a:gd name="T2" fmla="*/ 327 w 7950"/>
              <a:gd name="T3" fmla="*/ 288 h 587"/>
              <a:gd name="T4" fmla="*/ 228 w 7950"/>
              <a:gd name="T5" fmla="*/ 296 h 587"/>
              <a:gd name="T6" fmla="*/ 142 w 7950"/>
              <a:gd name="T7" fmla="*/ 316 h 587"/>
              <a:gd name="T8" fmla="*/ 73 w 7950"/>
              <a:gd name="T9" fmla="*/ 351 h 587"/>
              <a:gd name="T10" fmla="*/ 23 w 7950"/>
              <a:gd name="T11" fmla="*/ 405 h 587"/>
              <a:gd name="T12" fmla="*/ 21 w 7950"/>
              <a:gd name="T13" fmla="*/ 485 h 587"/>
              <a:gd name="T14" fmla="*/ 64 w 7950"/>
              <a:gd name="T15" fmla="*/ 524 h 587"/>
              <a:gd name="T16" fmla="*/ 109 w 7950"/>
              <a:gd name="T17" fmla="*/ 541 h 587"/>
              <a:gd name="T18" fmla="*/ 182 w 7950"/>
              <a:gd name="T19" fmla="*/ 548 h 587"/>
              <a:gd name="T20" fmla="*/ 270 w 7950"/>
              <a:gd name="T21" fmla="*/ 548 h 587"/>
              <a:gd name="T22" fmla="*/ 376 w 7950"/>
              <a:gd name="T23" fmla="*/ 528 h 587"/>
              <a:gd name="T24" fmla="*/ 515 w 7950"/>
              <a:gd name="T25" fmla="*/ 505 h 587"/>
              <a:gd name="T26" fmla="*/ 710 w 7950"/>
              <a:gd name="T27" fmla="*/ 506 h 587"/>
              <a:gd name="T28" fmla="*/ 997 w 7950"/>
              <a:gd name="T29" fmla="*/ 534 h 587"/>
              <a:gd name="T30" fmla="*/ 1360 w 7950"/>
              <a:gd name="T31" fmla="*/ 571 h 587"/>
              <a:gd name="T32" fmla="*/ 1727 w 7950"/>
              <a:gd name="T33" fmla="*/ 587 h 587"/>
              <a:gd name="T34" fmla="*/ 2179 w 7950"/>
              <a:gd name="T35" fmla="*/ 578 h 587"/>
              <a:gd name="T36" fmla="*/ 2733 w 7950"/>
              <a:gd name="T37" fmla="*/ 529 h 587"/>
              <a:gd name="T38" fmla="*/ 3404 w 7950"/>
              <a:gd name="T39" fmla="*/ 430 h 587"/>
              <a:gd name="T40" fmla="*/ 3882 w 7950"/>
              <a:gd name="T41" fmla="*/ 347 h 587"/>
              <a:gd name="T42" fmla="*/ 4267 w 7950"/>
              <a:gd name="T43" fmla="*/ 299 h 587"/>
              <a:gd name="T44" fmla="*/ 4651 w 7950"/>
              <a:gd name="T45" fmla="*/ 268 h 587"/>
              <a:gd name="T46" fmla="*/ 5037 w 7950"/>
              <a:gd name="T47" fmla="*/ 253 h 587"/>
              <a:gd name="T48" fmla="*/ 5423 w 7950"/>
              <a:gd name="T49" fmla="*/ 249 h 587"/>
              <a:gd name="T50" fmla="*/ 5810 w 7950"/>
              <a:gd name="T51" fmla="*/ 256 h 587"/>
              <a:gd name="T52" fmla="*/ 6493 w 7950"/>
              <a:gd name="T53" fmla="*/ 284 h 587"/>
              <a:gd name="T54" fmla="*/ 6816 w 7950"/>
              <a:gd name="T55" fmla="*/ 302 h 587"/>
              <a:gd name="T56" fmla="*/ 6982 w 7950"/>
              <a:gd name="T57" fmla="*/ 315 h 587"/>
              <a:gd name="T58" fmla="*/ 7153 w 7950"/>
              <a:gd name="T59" fmla="*/ 327 h 587"/>
              <a:gd name="T60" fmla="*/ 7350 w 7950"/>
              <a:gd name="T61" fmla="*/ 334 h 587"/>
              <a:gd name="T62" fmla="*/ 7513 w 7950"/>
              <a:gd name="T63" fmla="*/ 338 h 587"/>
              <a:gd name="T64" fmla="*/ 7693 w 7950"/>
              <a:gd name="T65" fmla="*/ 358 h 587"/>
              <a:gd name="T66" fmla="*/ 7798 w 7950"/>
              <a:gd name="T67" fmla="*/ 368 h 587"/>
              <a:gd name="T68" fmla="*/ 7840 w 7950"/>
              <a:gd name="T69" fmla="*/ 357 h 587"/>
              <a:gd name="T70" fmla="*/ 7877 w 7950"/>
              <a:gd name="T71" fmla="*/ 327 h 587"/>
              <a:gd name="T72" fmla="*/ 7926 w 7950"/>
              <a:gd name="T73" fmla="*/ 253 h 587"/>
              <a:gd name="T74" fmla="*/ 7907 w 7950"/>
              <a:gd name="T75" fmla="*/ 168 h 587"/>
              <a:gd name="T76" fmla="*/ 7854 w 7950"/>
              <a:gd name="T77" fmla="*/ 127 h 587"/>
              <a:gd name="T78" fmla="*/ 7801 w 7950"/>
              <a:gd name="T79" fmla="*/ 101 h 587"/>
              <a:gd name="T80" fmla="*/ 7746 w 7950"/>
              <a:gd name="T81" fmla="*/ 86 h 587"/>
              <a:gd name="T82" fmla="*/ 7633 w 7950"/>
              <a:gd name="T83" fmla="*/ 78 h 587"/>
              <a:gd name="T84" fmla="*/ 5468 w 7950"/>
              <a:gd name="T85" fmla="*/ 0 h 587"/>
              <a:gd name="T86" fmla="*/ 4811 w 7950"/>
              <a:gd name="T87" fmla="*/ 5 h 587"/>
              <a:gd name="T88" fmla="*/ 4500 w 7950"/>
              <a:gd name="T89" fmla="*/ 15 h 587"/>
              <a:gd name="T90" fmla="*/ 4249 w 7950"/>
              <a:gd name="T91" fmla="*/ 33 h 587"/>
              <a:gd name="T92" fmla="*/ 4018 w 7950"/>
              <a:gd name="T93" fmla="*/ 61 h 587"/>
              <a:gd name="T94" fmla="*/ 3629 w 7950"/>
              <a:gd name="T95" fmla="*/ 126 h 587"/>
              <a:gd name="T96" fmla="*/ 2831 w 7950"/>
              <a:gd name="T97" fmla="*/ 265 h 587"/>
              <a:gd name="T98" fmla="*/ 2570 w 7950"/>
              <a:gd name="T99" fmla="*/ 299 h 587"/>
              <a:gd name="T100" fmla="*/ 2316 w 7950"/>
              <a:gd name="T101" fmla="*/ 318 h 587"/>
              <a:gd name="T102" fmla="*/ 2062 w 7950"/>
              <a:gd name="T103" fmla="*/ 325 h 587"/>
              <a:gd name="T104" fmla="*/ 1548 w 7950"/>
              <a:gd name="T105" fmla="*/ 315 h 587"/>
              <a:gd name="T106" fmla="*/ 1004 w 7950"/>
              <a:gd name="T107" fmla="*/ 29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50" h="587">
                <a:moveTo>
                  <a:pt x="714" y="294"/>
                </a:moveTo>
                <a:lnTo>
                  <a:pt x="651" y="293"/>
                </a:lnTo>
                <a:lnTo>
                  <a:pt x="588" y="292"/>
                </a:lnTo>
                <a:lnTo>
                  <a:pt x="527" y="290"/>
                </a:lnTo>
                <a:lnTo>
                  <a:pt x="468" y="288"/>
                </a:lnTo>
                <a:lnTo>
                  <a:pt x="410" y="287"/>
                </a:lnTo>
                <a:lnTo>
                  <a:pt x="354" y="287"/>
                </a:lnTo>
                <a:lnTo>
                  <a:pt x="327" y="288"/>
                </a:lnTo>
                <a:lnTo>
                  <a:pt x="301" y="289"/>
                </a:lnTo>
                <a:lnTo>
                  <a:pt x="276" y="291"/>
                </a:lnTo>
                <a:lnTo>
                  <a:pt x="252" y="293"/>
                </a:lnTo>
                <a:lnTo>
                  <a:pt x="228" y="296"/>
                </a:lnTo>
                <a:lnTo>
                  <a:pt x="205" y="300"/>
                </a:lnTo>
                <a:lnTo>
                  <a:pt x="183" y="304"/>
                </a:lnTo>
                <a:lnTo>
                  <a:pt x="162" y="309"/>
                </a:lnTo>
                <a:lnTo>
                  <a:pt x="142" y="316"/>
                </a:lnTo>
                <a:lnTo>
                  <a:pt x="123" y="323"/>
                </a:lnTo>
                <a:lnTo>
                  <a:pt x="106" y="331"/>
                </a:lnTo>
                <a:lnTo>
                  <a:pt x="89" y="340"/>
                </a:lnTo>
                <a:lnTo>
                  <a:pt x="73" y="351"/>
                </a:lnTo>
                <a:lnTo>
                  <a:pt x="59" y="362"/>
                </a:lnTo>
                <a:lnTo>
                  <a:pt x="46" y="375"/>
                </a:lnTo>
                <a:lnTo>
                  <a:pt x="34" y="390"/>
                </a:lnTo>
                <a:lnTo>
                  <a:pt x="23" y="405"/>
                </a:lnTo>
                <a:lnTo>
                  <a:pt x="14" y="423"/>
                </a:lnTo>
                <a:lnTo>
                  <a:pt x="6" y="441"/>
                </a:lnTo>
                <a:lnTo>
                  <a:pt x="0" y="462"/>
                </a:lnTo>
                <a:lnTo>
                  <a:pt x="21" y="485"/>
                </a:lnTo>
                <a:lnTo>
                  <a:pt x="39" y="503"/>
                </a:lnTo>
                <a:lnTo>
                  <a:pt x="47" y="511"/>
                </a:lnTo>
                <a:lnTo>
                  <a:pt x="56" y="518"/>
                </a:lnTo>
                <a:lnTo>
                  <a:pt x="64" y="524"/>
                </a:lnTo>
                <a:lnTo>
                  <a:pt x="74" y="529"/>
                </a:lnTo>
                <a:lnTo>
                  <a:pt x="84" y="534"/>
                </a:lnTo>
                <a:lnTo>
                  <a:pt x="96" y="538"/>
                </a:lnTo>
                <a:lnTo>
                  <a:pt x="109" y="541"/>
                </a:lnTo>
                <a:lnTo>
                  <a:pt x="123" y="544"/>
                </a:lnTo>
                <a:lnTo>
                  <a:pt x="140" y="546"/>
                </a:lnTo>
                <a:lnTo>
                  <a:pt x="160" y="547"/>
                </a:lnTo>
                <a:lnTo>
                  <a:pt x="182" y="548"/>
                </a:lnTo>
                <a:lnTo>
                  <a:pt x="207" y="549"/>
                </a:lnTo>
                <a:lnTo>
                  <a:pt x="230" y="549"/>
                </a:lnTo>
                <a:lnTo>
                  <a:pt x="251" y="549"/>
                </a:lnTo>
                <a:lnTo>
                  <a:pt x="270" y="548"/>
                </a:lnTo>
                <a:lnTo>
                  <a:pt x="288" y="546"/>
                </a:lnTo>
                <a:lnTo>
                  <a:pt x="320" y="541"/>
                </a:lnTo>
                <a:lnTo>
                  <a:pt x="348" y="535"/>
                </a:lnTo>
                <a:lnTo>
                  <a:pt x="376" y="528"/>
                </a:lnTo>
                <a:lnTo>
                  <a:pt x="403" y="521"/>
                </a:lnTo>
                <a:lnTo>
                  <a:pt x="434" y="515"/>
                </a:lnTo>
                <a:lnTo>
                  <a:pt x="469" y="510"/>
                </a:lnTo>
                <a:lnTo>
                  <a:pt x="515" y="505"/>
                </a:lnTo>
                <a:lnTo>
                  <a:pt x="562" y="502"/>
                </a:lnTo>
                <a:lnTo>
                  <a:pt x="610" y="502"/>
                </a:lnTo>
                <a:lnTo>
                  <a:pt x="660" y="503"/>
                </a:lnTo>
                <a:lnTo>
                  <a:pt x="710" y="506"/>
                </a:lnTo>
                <a:lnTo>
                  <a:pt x="764" y="510"/>
                </a:lnTo>
                <a:lnTo>
                  <a:pt x="819" y="515"/>
                </a:lnTo>
                <a:lnTo>
                  <a:pt x="876" y="521"/>
                </a:lnTo>
                <a:lnTo>
                  <a:pt x="997" y="534"/>
                </a:lnTo>
                <a:lnTo>
                  <a:pt x="1131" y="549"/>
                </a:lnTo>
                <a:lnTo>
                  <a:pt x="1204" y="557"/>
                </a:lnTo>
                <a:lnTo>
                  <a:pt x="1280" y="564"/>
                </a:lnTo>
                <a:lnTo>
                  <a:pt x="1360" y="571"/>
                </a:lnTo>
                <a:lnTo>
                  <a:pt x="1445" y="576"/>
                </a:lnTo>
                <a:lnTo>
                  <a:pt x="1535" y="581"/>
                </a:lnTo>
                <a:lnTo>
                  <a:pt x="1628" y="585"/>
                </a:lnTo>
                <a:lnTo>
                  <a:pt x="1727" y="587"/>
                </a:lnTo>
                <a:lnTo>
                  <a:pt x="1831" y="587"/>
                </a:lnTo>
                <a:lnTo>
                  <a:pt x="1942" y="586"/>
                </a:lnTo>
                <a:lnTo>
                  <a:pt x="2057" y="583"/>
                </a:lnTo>
                <a:lnTo>
                  <a:pt x="2179" y="578"/>
                </a:lnTo>
                <a:lnTo>
                  <a:pt x="2308" y="570"/>
                </a:lnTo>
                <a:lnTo>
                  <a:pt x="2442" y="559"/>
                </a:lnTo>
                <a:lnTo>
                  <a:pt x="2584" y="545"/>
                </a:lnTo>
                <a:lnTo>
                  <a:pt x="2733" y="529"/>
                </a:lnTo>
                <a:lnTo>
                  <a:pt x="2889" y="510"/>
                </a:lnTo>
                <a:lnTo>
                  <a:pt x="3053" y="487"/>
                </a:lnTo>
                <a:lnTo>
                  <a:pt x="3225" y="460"/>
                </a:lnTo>
                <a:lnTo>
                  <a:pt x="3404" y="430"/>
                </a:lnTo>
                <a:lnTo>
                  <a:pt x="3593" y="396"/>
                </a:lnTo>
                <a:lnTo>
                  <a:pt x="3689" y="378"/>
                </a:lnTo>
                <a:lnTo>
                  <a:pt x="3785" y="362"/>
                </a:lnTo>
                <a:lnTo>
                  <a:pt x="3882" y="347"/>
                </a:lnTo>
                <a:lnTo>
                  <a:pt x="3978" y="333"/>
                </a:lnTo>
                <a:lnTo>
                  <a:pt x="4074" y="321"/>
                </a:lnTo>
                <a:lnTo>
                  <a:pt x="4170" y="309"/>
                </a:lnTo>
                <a:lnTo>
                  <a:pt x="4267" y="299"/>
                </a:lnTo>
                <a:lnTo>
                  <a:pt x="4363" y="290"/>
                </a:lnTo>
                <a:lnTo>
                  <a:pt x="4458" y="282"/>
                </a:lnTo>
                <a:lnTo>
                  <a:pt x="4554" y="275"/>
                </a:lnTo>
                <a:lnTo>
                  <a:pt x="4651" y="268"/>
                </a:lnTo>
                <a:lnTo>
                  <a:pt x="4747" y="263"/>
                </a:lnTo>
                <a:lnTo>
                  <a:pt x="4843" y="259"/>
                </a:lnTo>
                <a:lnTo>
                  <a:pt x="4940" y="255"/>
                </a:lnTo>
                <a:lnTo>
                  <a:pt x="5037" y="253"/>
                </a:lnTo>
                <a:lnTo>
                  <a:pt x="5133" y="251"/>
                </a:lnTo>
                <a:lnTo>
                  <a:pt x="5229" y="250"/>
                </a:lnTo>
                <a:lnTo>
                  <a:pt x="5325" y="249"/>
                </a:lnTo>
                <a:lnTo>
                  <a:pt x="5423" y="249"/>
                </a:lnTo>
                <a:lnTo>
                  <a:pt x="5519" y="250"/>
                </a:lnTo>
                <a:lnTo>
                  <a:pt x="5616" y="251"/>
                </a:lnTo>
                <a:lnTo>
                  <a:pt x="5712" y="253"/>
                </a:lnTo>
                <a:lnTo>
                  <a:pt x="5810" y="256"/>
                </a:lnTo>
                <a:lnTo>
                  <a:pt x="5907" y="259"/>
                </a:lnTo>
                <a:lnTo>
                  <a:pt x="6101" y="266"/>
                </a:lnTo>
                <a:lnTo>
                  <a:pt x="6297" y="274"/>
                </a:lnTo>
                <a:lnTo>
                  <a:pt x="6493" y="284"/>
                </a:lnTo>
                <a:lnTo>
                  <a:pt x="6688" y="294"/>
                </a:lnTo>
                <a:lnTo>
                  <a:pt x="6732" y="296"/>
                </a:lnTo>
                <a:lnTo>
                  <a:pt x="6775" y="299"/>
                </a:lnTo>
                <a:lnTo>
                  <a:pt x="6816" y="302"/>
                </a:lnTo>
                <a:lnTo>
                  <a:pt x="6858" y="305"/>
                </a:lnTo>
                <a:lnTo>
                  <a:pt x="6900" y="309"/>
                </a:lnTo>
                <a:lnTo>
                  <a:pt x="6941" y="312"/>
                </a:lnTo>
                <a:lnTo>
                  <a:pt x="6982" y="315"/>
                </a:lnTo>
                <a:lnTo>
                  <a:pt x="7023" y="318"/>
                </a:lnTo>
                <a:lnTo>
                  <a:pt x="7066" y="322"/>
                </a:lnTo>
                <a:lnTo>
                  <a:pt x="7109" y="324"/>
                </a:lnTo>
                <a:lnTo>
                  <a:pt x="7153" y="327"/>
                </a:lnTo>
                <a:lnTo>
                  <a:pt x="7200" y="329"/>
                </a:lnTo>
                <a:lnTo>
                  <a:pt x="7247" y="331"/>
                </a:lnTo>
                <a:lnTo>
                  <a:pt x="7298" y="333"/>
                </a:lnTo>
                <a:lnTo>
                  <a:pt x="7350" y="334"/>
                </a:lnTo>
                <a:lnTo>
                  <a:pt x="7405" y="335"/>
                </a:lnTo>
                <a:lnTo>
                  <a:pt x="7443" y="335"/>
                </a:lnTo>
                <a:lnTo>
                  <a:pt x="7479" y="336"/>
                </a:lnTo>
                <a:lnTo>
                  <a:pt x="7513" y="338"/>
                </a:lnTo>
                <a:lnTo>
                  <a:pt x="7545" y="340"/>
                </a:lnTo>
                <a:lnTo>
                  <a:pt x="7601" y="346"/>
                </a:lnTo>
                <a:lnTo>
                  <a:pt x="7651" y="352"/>
                </a:lnTo>
                <a:lnTo>
                  <a:pt x="7693" y="358"/>
                </a:lnTo>
                <a:lnTo>
                  <a:pt x="7729" y="363"/>
                </a:lnTo>
                <a:lnTo>
                  <a:pt x="7760" y="367"/>
                </a:lnTo>
                <a:lnTo>
                  <a:pt x="7786" y="368"/>
                </a:lnTo>
                <a:lnTo>
                  <a:pt x="7798" y="368"/>
                </a:lnTo>
                <a:lnTo>
                  <a:pt x="7810" y="367"/>
                </a:lnTo>
                <a:lnTo>
                  <a:pt x="7820" y="365"/>
                </a:lnTo>
                <a:lnTo>
                  <a:pt x="7830" y="362"/>
                </a:lnTo>
                <a:lnTo>
                  <a:pt x="7840" y="357"/>
                </a:lnTo>
                <a:lnTo>
                  <a:pt x="7850" y="352"/>
                </a:lnTo>
                <a:lnTo>
                  <a:pt x="7859" y="345"/>
                </a:lnTo>
                <a:lnTo>
                  <a:pt x="7868" y="337"/>
                </a:lnTo>
                <a:lnTo>
                  <a:pt x="7877" y="327"/>
                </a:lnTo>
                <a:lnTo>
                  <a:pt x="7886" y="316"/>
                </a:lnTo>
                <a:lnTo>
                  <a:pt x="7895" y="303"/>
                </a:lnTo>
                <a:lnTo>
                  <a:pt x="7905" y="288"/>
                </a:lnTo>
                <a:lnTo>
                  <a:pt x="7926" y="253"/>
                </a:lnTo>
                <a:lnTo>
                  <a:pt x="7950" y="210"/>
                </a:lnTo>
                <a:lnTo>
                  <a:pt x="7935" y="195"/>
                </a:lnTo>
                <a:lnTo>
                  <a:pt x="7921" y="181"/>
                </a:lnTo>
                <a:lnTo>
                  <a:pt x="7907" y="168"/>
                </a:lnTo>
                <a:lnTo>
                  <a:pt x="7893" y="157"/>
                </a:lnTo>
                <a:lnTo>
                  <a:pt x="7880" y="146"/>
                </a:lnTo>
                <a:lnTo>
                  <a:pt x="7867" y="136"/>
                </a:lnTo>
                <a:lnTo>
                  <a:pt x="7854" y="127"/>
                </a:lnTo>
                <a:lnTo>
                  <a:pt x="7840" y="120"/>
                </a:lnTo>
                <a:lnTo>
                  <a:pt x="7827" y="113"/>
                </a:lnTo>
                <a:lnTo>
                  <a:pt x="7814" y="106"/>
                </a:lnTo>
                <a:lnTo>
                  <a:pt x="7801" y="101"/>
                </a:lnTo>
                <a:lnTo>
                  <a:pt x="7787" y="96"/>
                </a:lnTo>
                <a:lnTo>
                  <a:pt x="7774" y="92"/>
                </a:lnTo>
                <a:lnTo>
                  <a:pt x="7760" y="89"/>
                </a:lnTo>
                <a:lnTo>
                  <a:pt x="7746" y="86"/>
                </a:lnTo>
                <a:lnTo>
                  <a:pt x="7731" y="83"/>
                </a:lnTo>
                <a:lnTo>
                  <a:pt x="7701" y="80"/>
                </a:lnTo>
                <a:lnTo>
                  <a:pt x="7668" y="79"/>
                </a:lnTo>
                <a:lnTo>
                  <a:pt x="7633" y="78"/>
                </a:lnTo>
                <a:lnTo>
                  <a:pt x="7594" y="79"/>
                </a:lnTo>
                <a:lnTo>
                  <a:pt x="7507" y="82"/>
                </a:lnTo>
                <a:lnTo>
                  <a:pt x="7403" y="84"/>
                </a:lnTo>
                <a:lnTo>
                  <a:pt x="5468" y="0"/>
                </a:lnTo>
                <a:lnTo>
                  <a:pt x="5217" y="1"/>
                </a:lnTo>
                <a:lnTo>
                  <a:pt x="5000" y="2"/>
                </a:lnTo>
                <a:lnTo>
                  <a:pt x="4902" y="3"/>
                </a:lnTo>
                <a:lnTo>
                  <a:pt x="4811" y="5"/>
                </a:lnTo>
                <a:lnTo>
                  <a:pt x="4726" y="7"/>
                </a:lnTo>
                <a:lnTo>
                  <a:pt x="4646" y="9"/>
                </a:lnTo>
                <a:lnTo>
                  <a:pt x="4571" y="12"/>
                </a:lnTo>
                <a:lnTo>
                  <a:pt x="4500" y="15"/>
                </a:lnTo>
                <a:lnTo>
                  <a:pt x="4434" y="19"/>
                </a:lnTo>
                <a:lnTo>
                  <a:pt x="4370" y="23"/>
                </a:lnTo>
                <a:lnTo>
                  <a:pt x="4309" y="28"/>
                </a:lnTo>
                <a:lnTo>
                  <a:pt x="4249" y="33"/>
                </a:lnTo>
                <a:lnTo>
                  <a:pt x="4190" y="39"/>
                </a:lnTo>
                <a:lnTo>
                  <a:pt x="4133" y="46"/>
                </a:lnTo>
                <a:lnTo>
                  <a:pt x="4076" y="53"/>
                </a:lnTo>
                <a:lnTo>
                  <a:pt x="4018" y="61"/>
                </a:lnTo>
                <a:lnTo>
                  <a:pt x="3959" y="70"/>
                </a:lnTo>
                <a:lnTo>
                  <a:pt x="3899" y="80"/>
                </a:lnTo>
                <a:lnTo>
                  <a:pt x="3770" y="101"/>
                </a:lnTo>
                <a:lnTo>
                  <a:pt x="3629" y="126"/>
                </a:lnTo>
                <a:lnTo>
                  <a:pt x="3469" y="155"/>
                </a:lnTo>
                <a:lnTo>
                  <a:pt x="3285" y="187"/>
                </a:lnTo>
                <a:lnTo>
                  <a:pt x="3074" y="224"/>
                </a:lnTo>
                <a:lnTo>
                  <a:pt x="2831" y="265"/>
                </a:lnTo>
                <a:lnTo>
                  <a:pt x="2765" y="275"/>
                </a:lnTo>
                <a:lnTo>
                  <a:pt x="2700" y="284"/>
                </a:lnTo>
                <a:lnTo>
                  <a:pt x="2635" y="292"/>
                </a:lnTo>
                <a:lnTo>
                  <a:pt x="2570" y="299"/>
                </a:lnTo>
                <a:lnTo>
                  <a:pt x="2506" y="305"/>
                </a:lnTo>
                <a:lnTo>
                  <a:pt x="2443" y="310"/>
                </a:lnTo>
                <a:lnTo>
                  <a:pt x="2379" y="315"/>
                </a:lnTo>
                <a:lnTo>
                  <a:pt x="2316" y="318"/>
                </a:lnTo>
                <a:lnTo>
                  <a:pt x="2252" y="321"/>
                </a:lnTo>
                <a:lnTo>
                  <a:pt x="2188" y="323"/>
                </a:lnTo>
                <a:lnTo>
                  <a:pt x="2125" y="324"/>
                </a:lnTo>
                <a:lnTo>
                  <a:pt x="2062" y="325"/>
                </a:lnTo>
                <a:lnTo>
                  <a:pt x="1935" y="325"/>
                </a:lnTo>
                <a:lnTo>
                  <a:pt x="1807" y="323"/>
                </a:lnTo>
                <a:lnTo>
                  <a:pt x="1678" y="320"/>
                </a:lnTo>
                <a:lnTo>
                  <a:pt x="1548" y="315"/>
                </a:lnTo>
                <a:lnTo>
                  <a:pt x="1415" y="311"/>
                </a:lnTo>
                <a:lnTo>
                  <a:pt x="1281" y="306"/>
                </a:lnTo>
                <a:lnTo>
                  <a:pt x="1145" y="301"/>
                </a:lnTo>
                <a:lnTo>
                  <a:pt x="1004" y="297"/>
                </a:lnTo>
                <a:lnTo>
                  <a:pt x="861" y="295"/>
                </a:lnTo>
                <a:lnTo>
                  <a:pt x="714" y="294"/>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nvGrpSpPr>
          <p:cNvPr id="92" name="组合 91"/>
          <p:cNvGrpSpPr/>
          <p:nvPr/>
        </p:nvGrpSpPr>
        <p:grpSpPr>
          <a:xfrm>
            <a:off x="642040" y="661641"/>
            <a:ext cx="472656" cy="448521"/>
            <a:chOff x="4219575" y="3103563"/>
            <a:chExt cx="746125" cy="708025"/>
          </a:xfrm>
          <a:solidFill>
            <a:schemeClr val="tx1"/>
          </a:solidFill>
        </p:grpSpPr>
        <p:sp>
          <p:nvSpPr>
            <p:cNvPr id="93" name="Freeform 356"/>
            <p:cNvSpPr/>
            <p:nvPr/>
          </p:nvSpPr>
          <p:spPr bwMode="auto">
            <a:xfrm>
              <a:off x="4276725" y="3703638"/>
              <a:ext cx="17463" cy="60325"/>
            </a:xfrm>
            <a:custGeom>
              <a:avLst/>
              <a:gdLst/>
              <a:ahLst/>
              <a:cxnLst>
                <a:cxn ang="0">
                  <a:pos x="24" y="4"/>
                </a:cxn>
                <a:cxn ang="0">
                  <a:pos x="24" y="4"/>
                </a:cxn>
                <a:cxn ang="0">
                  <a:pos x="22" y="18"/>
                </a:cxn>
                <a:cxn ang="0">
                  <a:pos x="20" y="31"/>
                </a:cxn>
                <a:cxn ang="0">
                  <a:pos x="12" y="57"/>
                </a:cxn>
                <a:cxn ang="0">
                  <a:pos x="7" y="69"/>
                </a:cxn>
                <a:cxn ang="0">
                  <a:pos x="4" y="83"/>
                </a:cxn>
                <a:cxn ang="0">
                  <a:pos x="1" y="95"/>
                </a:cxn>
                <a:cxn ang="0">
                  <a:pos x="0" y="109"/>
                </a:cxn>
                <a:cxn ang="0">
                  <a:pos x="0" y="109"/>
                </a:cxn>
                <a:cxn ang="0">
                  <a:pos x="0" y="111"/>
                </a:cxn>
                <a:cxn ang="0">
                  <a:pos x="1" y="113"/>
                </a:cxn>
                <a:cxn ang="0">
                  <a:pos x="3" y="114"/>
                </a:cxn>
                <a:cxn ang="0">
                  <a:pos x="4" y="114"/>
                </a:cxn>
                <a:cxn ang="0">
                  <a:pos x="6" y="114"/>
                </a:cxn>
                <a:cxn ang="0">
                  <a:pos x="7" y="113"/>
                </a:cxn>
                <a:cxn ang="0">
                  <a:pos x="9" y="111"/>
                </a:cxn>
                <a:cxn ang="0">
                  <a:pos x="10" y="109"/>
                </a:cxn>
                <a:cxn ang="0">
                  <a:pos x="10" y="109"/>
                </a:cxn>
                <a:cxn ang="0">
                  <a:pos x="11" y="95"/>
                </a:cxn>
                <a:cxn ang="0">
                  <a:pos x="14" y="83"/>
                </a:cxn>
                <a:cxn ang="0">
                  <a:pos x="17" y="69"/>
                </a:cxn>
                <a:cxn ang="0">
                  <a:pos x="21" y="57"/>
                </a:cxn>
                <a:cxn ang="0">
                  <a:pos x="29" y="31"/>
                </a:cxn>
                <a:cxn ang="0">
                  <a:pos x="32" y="18"/>
                </a:cxn>
                <a:cxn ang="0">
                  <a:pos x="33" y="4"/>
                </a:cxn>
                <a:cxn ang="0">
                  <a:pos x="33" y="4"/>
                </a:cxn>
                <a:cxn ang="0">
                  <a:pos x="33" y="2"/>
                </a:cxn>
                <a:cxn ang="0">
                  <a:pos x="32" y="1"/>
                </a:cxn>
                <a:cxn ang="0">
                  <a:pos x="30" y="0"/>
                </a:cxn>
                <a:cxn ang="0">
                  <a:pos x="28" y="0"/>
                </a:cxn>
                <a:cxn ang="0">
                  <a:pos x="27" y="0"/>
                </a:cxn>
                <a:cxn ang="0">
                  <a:pos x="25" y="1"/>
                </a:cxn>
                <a:cxn ang="0">
                  <a:pos x="24" y="2"/>
                </a:cxn>
                <a:cxn ang="0">
                  <a:pos x="24" y="4"/>
                </a:cxn>
                <a:cxn ang="0">
                  <a:pos x="24" y="4"/>
                </a:cxn>
              </a:cxnLst>
              <a:rect l="0" t="0" r="r" b="b"/>
              <a:pathLst>
                <a:path w="33" h="114">
                  <a:moveTo>
                    <a:pt x="24" y="4"/>
                  </a:moveTo>
                  <a:lnTo>
                    <a:pt x="24" y="4"/>
                  </a:lnTo>
                  <a:lnTo>
                    <a:pt x="22" y="18"/>
                  </a:lnTo>
                  <a:lnTo>
                    <a:pt x="20" y="31"/>
                  </a:lnTo>
                  <a:lnTo>
                    <a:pt x="12" y="57"/>
                  </a:lnTo>
                  <a:lnTo>
                    <a:pt x="7" y="69"/>
                  </a:lnTo>
                  <a:lnTo>
                    <a:pt x="4" y="83"/>
                  </a:lnTo>
                  <a:lnTo>
                    <a:pt x="1" y="95"/>
                  </a:lnTo>
                  <a:lnTo>
                    <a:pt x="0" y="109"/>
                  </a:lnTo>
                  <a:lnTo>
                    <a:pt x="0" y="109"/>
                  </a:lnTo>
                  <a:lnTo>
                    <a:pt x="0" y="111"/>
                  </a:lnTo>
                  <a:lnTo>
                    <a:pt x="1" y="113"/>
                  </a:lnTo>
                  <a:lnTo>
                    <a:pt x="3" y="114"/>
                  </a:lnTo>
                  <a:lnTo>
                    <a:pt x="4" y="114"/>
                  </a:lnTo>
                  <a:lnTo>
                    <a:pt x="6" y="114"/>
                  </a:lnTo>
                  <a:lnTo>
                    <a:pt x="7" y="113"/>
                  </a:lnTo>
                  <a:lnTo>
                    <a:pt x="9" y="111"/>
                  </a:lnTo>
                  <a:lnTo>
                    <a:pt x="10" y="109"/>
                  </a:lnTo>
                  <a:lnTo>
                    <a:pt x="10" y="109"/>
                  </a:lnTo>
                  <a:lnTo>
                    <a:pt x="11" y="95"/>
                  </a:lnTo>
                  <a:lnTo>
                    <a:pt x="14" y="83"/>
                  </a:lnTo>
                  <a:lnTo>
                    <a:pt x="17" y="69"/>
                  </a:lnTo>
                  <a:lnTo>
                    <a:pt x="21" y="57"/>
                  </a:lnTo>
                  <a:lnTo>
                    <a:pt x="29" y="31"/>
                  </a:lnTo>
                  <a:lnTo>
                    <a:pt x="32" y="18"/>
                  </a:lnTo>
                  <a:lnTo>
                    <a:pt x="33" y="4"/>
                  </a:lnTo>
                  <a:lnTo>
                    <a:pt x="33" y="4"/>
                  </a:lnTo>
                  <a:lnTo>
                    <a:pt x="33" y="2"/>
                  </a:lnTo>
                  <a:lnTo>
                    <a:pt x="32" y="1"/>
                  </a:lnTo>
                  <a:lnTo>
                    <a:pt x="30" y="0"/>
                  </a:lnTo>
                  <a:lnTo>
                    <a:pt x="28" y="0"/>
                  </a:lnTo>
                  <a:lnTo>
                    <a:pt x="27" y="0"/>
                  </a:lnTo>
                  <a:lnTo>
                    <a:pt x="25" y="1"/>
                  </a:lnTo>
                  <a:lnTo>
                    <a:pt x="24" y="2"/>
                  </a:lnTo>
                  <a:lnTo>
                    <a:pt x="24" y="4"/>
                  </a:lnTo>
                  <a:lnTo>
                    <a:pt x="2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4" name="Freeform 357"/>
            <p:cNvSpPr/>
            <p:nvPr/>
          </p:nvSpPr>
          <p:spPr bwMode="auto">
            <a:xfrm>
              <a:off x="4314825" y="3724275"/>
              <a:ext cx="17463" cy="57150"/>
            </a:xfrm>
            <a:custGeom>
              <a:avLst/>
              <a:gdLst/>
              <a:ahLst/>
              <a:cxnLst>
                <a:cxn ang="0">
                  <a:pos x="23" y="4"/>
                </a:cxn>
                <a:cxn ang="0">
                  <a:pos x="23" y="4"/>
                </a:cxn>
                <a:cxn ang="0">
                  <a:pos x="18" y="17"/>
                </a:cxn>
                <a:cxn ang="0">
                  <a:pos x="14" y="29"/>
                </a:cxn>
                <a:cxn ang="0">
                  <a:pos x="9" y="43"/>
                </a:cxn>
                <a:cxn ang="0">
                  <a:pos x="4" y="55"/>
                </a:cxn>
                <a:cxn ang="0">
                  <a:pos x="4" y="55"/>
                </a:cxn>
                <a:cxn ang="0">
                  <a:pos x="2" y="68"/>
                </a:cxn>
                <a:cxn ang="0">
                  <a:pos x="1" y="80"/>
                </a:cxn>
                <a:cxn ang="0">
                  <a:pos x="0" y="105"/>
                </a:cxn>
                <a:cxn ang="0">
                  <a:pos x="0" y="105"/>
                </a:cxn>
                <a:cxn ang="0">
                  <a:pos x="0" y="106"/>
                </a:cxn>
                <a:cxn ang="0">
                  <a:pos x="1" y="108"/>
                </a:cxn>
                <a:cxn ang="0">
                  <a:pos x="2" y="109"/>
                </a:cxn>
                <a:cxn ang="0">
                  <a:pos x="4" y="109"/>
                </a:cxn>
                <a:cxn ang="0">
                  <a:pos x="6" y="109"/>
                </a:cxn>
                <a:cxn ang="0">
                  <a:pos x="7" y="108"/>
                </a:cxn>
                <a:cxn ang="0">
                  <a:pos x="8" y="106"/>
                </a:cxn>
                <a:cxn ang="0">
                  <a:pos x="9" y="105"/>
                </a:cxn>
                <a:cxn ang="0">
                  <a:pos x="9" y="105"/>
                </a:cxn>
                <a:cxn ang="0">
                  <a:pos x="9" y="93"/>
                </a:cxn>
                <a:cxn ang="0">
                  <a:pos x="11" y="83"/>
                </a:cxn>
                <a:cxn ang="0">
                  <a:pos x="13" y="62"/>
                </a:cxn>
                <a:cxn ang="0">
                  <a:pos x="13" y="62"/>
                </a:cxn>
                <a:cxn ang="0">
                  <a:pos x="14" y="55"/>
                </a:cxn>
                <a:cxn ang="0">
                  <a:pos x="16" y="48"/>
                </a:cxn>
                <a:cxn ang="0">
                  <a:pos x="21" y="33"/>
                </a:cxn>
                <a:cxn ang="0">
                  <a:pos x="27" y="20"/>
                </a:cxn>
                <a:cxn ang="0">
                  <a:pos x="33" y="6"/>
                </a:cxn>
                <a:cxn ang="0">
                  <a:pos x="33" y="6"/>
                </a:cxn>
                <a:cxn ang="0">
                  <a:pos x="33" y="4"/>
                </a:cxn>
                <a:cxn ang="0">
                  <a:pos x="32" y="3"/>
                </a:cxn>
                <a:cxn ang="0">
                  <a:pos x="31" y="1"/>
                </a:cxn>
                <a:cxn ang="0">
                  <a:pos x="28" y="0"/>
                </a:cxn>
                <a:cxn ang="0">
                  <a:pos x="27" y="0"/>
                </a:cxn>
                <a:cxn ang="0">
                  <a:pos x="25" y="0"/>
                </a:cxn>
                <a:cxn ang="0">
                  <a:pos x="24" y="1"/>
                </a:cxn>
                <a:cxn ang="0">
                  <a:pos x="23" y="4"/>
                </a:cxn>
                <a:cxn ang="0">
                  <a:pos x="23" y="4"/>
                </a:cxn>
              </a:cxnLst>
              <a:rect l="0" t="0" r="r" b="b"/>
              <a:pathLst>
                <a:path w="33" h="109">
                  <a:moveTo>
                    <a:pt x="23" y="4"/>
                  </a:moveTo>
                  <a:lnTo>
                    <a:pt x="23" y="4"/>
                  </a:lnTo>
                  <a:lnTo>
                    <a:pt x="18" y="17"/>
                  </a:lnTo>
                  <a:lnTo>
                    <a:pt x="14" y="29"/>
                  </a:lnTo>
                  <a:lnTo>
                    <a:pt x="9" y="43"/>
                  </a:lnTo>
                  <a:lnTo>
                    <a:pt x="4" y="55"/>
                  </a:lnTo>
                  <a:lnTo>
                    <a:pt x="4" y="55"/>
                  </a:lnTo>
                  <a:lnTo>
                    <a:pt x="2" y="68"/>
                  </a:lnTo>
                  <a:lnTo>
                    <a:pt x="1" y="80"/>
                  </a:lnTo>
                  <a:lnTo>
                    <a:pt x="0" y="105"/>
                  </a:lnTo>
                  <a:lnTo>
                    <a:pt x="0" y="105"/>
                  </a:lnTo>
                  <a:lnTo>
                    <a:pt x="0" y="106"/>
                  </a:lnTo>
                  <a:lnTo>
                    <a:pt x="1" y="108"/>
                  </a:lnTo>
                  <a:lnTo>
                    <a:pt x="2" y="109"/>
                  </a:lnTo>
                  <a:lnTo>
                    <a:pt x="4" y="109"/>
                  </a:lnTo>
                  <a:lnTo>
                    <a:pt x="6" y="109"/>
                  </a:lnTo>
                  <a:lnTo>
                    <a:pt x="7" y="108"/>
                  </a:lnTo>
                  <a:lnTo>
                    <a:pt x="8" y="106"/>
                  </a:lnTo>
                  <a:lnTo>
                    <a:pt x="9" y="105"/>
                  </a:lnTo>
                  <a:lnTo>
                    <a:pt x="9" y="105"/>
                  </a:lnTo>
                  <a:lnTo>
                    <a:pt x="9" y="93"/>
                  </a:lnTo>
                  <a:lnTo>
                    <a:pt x="11" y="83"/>
                  </a:lnTo>
                  <a:lnTo>
                    <a:pt x="13" y="62"/>
                  </a:lnTo>
                  <a:lnTo>
                    <a:pt x="13" y="62"/>
                  </a:lnTo>
                  <a:lnTo>
                    <a:pt x="14" y="55"/>
                  </a:lnTo>
                  <a:lnTo>
                    <a:pt x="16" y="48"/>
                  </a:lnTo>
                  <a:lnTo>
                    <a:pt x="21" y="33"/>
                  </a:lnTo>
                  <a:lnTo>
                    <a:pt x="27" y="20"/>
                  </a:lnTo>
                  <a:lnTo>
                    <a:pt x="33" y="6"/>
                  </a:lnTo>
                  <a:lnTo>
                    <a:pt x="33" y="6"/>
                  </a:lnTo>
                  <a:lnTo>
                    <a:pt x="33" y="4"/>
                  </a:lnTo>
                  <a:lnTo>
                    <a:pt x="32" y="3"/>
                  </a:lnTo>
                  <a:lnTo>
                    <a:pt x="31" y="1"/>
                  </a:lnTo>
                  <a:lnTo>
                    <a:pt x="28" y="0"/>
                  </a:lnTo>
                  <a:lnTo>
                    <a:pt x="27" y="0"/>
                  </a:lnTo>
                  <a:lnTo>
                    <a:pt x="25" y="0"/>
                  </a:lnTo>
                  <a:lnTo>
                    <a:pt x="24" y="1"/>
                  </a:lnTo>
                  <a:lnTo>
                    <a:pt x="23" y="4"/>
                  </a:lnTo>
                  <a:lnTo>
                    <a:pt x="2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5" name="Freeform 358"/>
            <p:cNvSpPr/>
            <p:nvPr/>
          </p:nvSpPr>
          <p:spPr bwMode="auto">
            <a:xfrm>
              <a:off x="4352925" y="3725863"/>
              <a:ext cx="22225" cy="55563"/>
            </a:xfrm>
            <a:custGeom>
              <a:avLst/>
              <a:gdLst/>
              <a:ahLst/>
              <a:cxnLst>
                <a:cxn ang="0">
                  <a:pos x="33" y="5"/>
                </a:cxn>
                <a:cxn ang="0">
                  <a:pos x="33" y="5"/>
                </a:cxn>
                <a:cxn ang="0">
                  <a:pos x="32" y="11"/>
                </a:cxn>
                <a:cxn ang="0">
                  <a:pos x="30" y="17"/>
                </a:cxn>
                <a:cxn ang="0">
                  <a:pos x="25" y="30"/>
                </a:cxn>
                <a:cxn ang="0">
                  <a:pos x="18" y="41"/>
                </a:cxn>
                <a:cxn ang="0">
                  <a:pos x="13" y="52"/>
                </a:cxn>
                <a:cxn ang="0">
                  <a:pos x="13" y="52"/>
                </a:cxn>
                <a:cxn ang="0">
                  <a:pos x="9" y="64"/>
                </a:cxn>
                <a:cxn ang="0">
                  <a:pos x="5" y="75"/>
                </a:cxn>
                <a:cxn ang="0">
                  <a:pos x="0" y="98"/>
                </a:cxn>
                <a:cxn ang="0">
                  <a:pos x="0" y="98"/>
                </a:cxn>
                <a:cxn ang="0">
                  <a:pos x="0" y="100"/>
                </a:cxn>
                <a:cxn ang="0">
                  <a:pos x="0" y="102"/>
                </a:cxn>
                <a:cxn ang="0">
                  <a:pos x="1" y="103"/>
                </a:cxn>
                <a:cxn ang="0">
                  <a:pos x="3" y="104"/>
                </a:cxn>
                <a:cxn ang="0">
                  <a:pos x="5" y="104"/>
                </a:cxn>
                <a:cxn ang="0">
                  <a:pos x="6" y="104"/>
                </a:cxn>
                <a:cxn ang="0">
                  <a:pos x="8" y="103"/>
                </a:cxn>
                <a:cxn ang="0">
                  <a:pos x="8" y="101"/>
                </a:cxn>
                <a:cxn ang="0">
                  <a:pos x="8" y="101"/>
                </a:cxn>
                <a:cxn ang="0">
                  <a:pos x="16" y="72"/>
                </a:cxn>
                <a:cxn ang="0">
                  <a:pos x="21" y="58"/>
                </a:cxn>
                <a:cxn ang="0">
                  <a:pos x="27" y="45"/>
                </a:cxn>
                <a:cxn ang="0">
                  <a:pos x="27" y="45"/>
                </a:cxn>
                <a:cxn ang="0">
                  <a:pos x="36" y="25"/>
                </a:cxn>
                <a:cxn ang="0">
                  <a:pos x="40" y="15"/>
                </a:cxn>
                <a:cxn ang="0">
                  <a:pos x="42" y="5"/>
                </a:cxn>
                <a:cxn ang="0">
                  <a:pos x="42" y="5"/>
                </a:cxn>
                <a:cxn ang="0">
                  <a:pos x="42" y="3"/>
                </a:cxn>
                <a:cxn ang="0">
                  <a:pos x="41" y="1"/>
                </a:cxn>
                <a:cxn ang="0">
                  <a:pos x="39" y="1"/>
                </a:cxn>
                <a:cxn ang="0">
                  <a:pos x="38" y="0"/>
                </a:cxn>
                <a:cxn ang="0">
                  <a:pos x="34" y="1"/>
                </a:cxn>
                <a:cxn ang="0">
                  <a:pos x="33" y="3"/>
                </a:cxn>
                <a:cxn ang="0">
                  <a:pos x="33" y="5"/>
                </a:cxn>
                <a:cxn ang="0">
                  <a:pos x="33" y="5"/>
                </a:cxn>
              </a:cxnLst>
              <a:rect l="0" t="0" r="r" b="b"/>
              <a:pathLst>
                <a:path w="42" h="104">
                  <a:moveTo>
                    <a:pt x="33" y="5"/>
                  </a:moveTo>
                  <a:lnTo>
                    <a:pt x="33" y="5"/>
                  </a:lnTo>
                  <a:lnTo>
                    <a:pt x="32" y="11"/>
                  </a:lnTo>
                  <a:lnTo>
                    <a:pt x="30" y="17"/>
                  </a:lnTo>
                  <a:lnTo>
                    <a:pt x="25" y="30"/>
                  </a:lnTo>
                  <a:lnTo>
                    <a:pt x="18" y="41"/>
                  </a:lnTo>
                  <a:lnTo>
                    <a:pt x="13" y="52"/>
                  </a:lnTo>
                  <a:lnTo>
                    <a:pt x="13" y="52"/>
                  </a:lnTo>
                  <a:lnTo>
                    <a:pt x="9" y="64"/>
                  </a:lnTo>
                  <a:lnTo>
                    <a:pt x="5" y="75"/>
                  </a:lnTo>
                  <a:lnTo>
                    <a:pt x="0" y="98"/>
                  </a:lnTo>
                  <a:lnTo>
                    <a:pt x="0" y="98"/>
                  </a:lnTo>
                  <a:lnTo>
                    <a:pt x="0" y="100"/>
                  </a:lnTo>
                  <a:lnTo>
                    <a:pt x="0" y="102"/>
                  </a:lnTo>
                  <a:lnTo>
                    <a:pt x="1" y="103"/>
                  </a:lnTo>
                  <a:lnTo>
                    <a:pt x="3" y="104"/>
                  </a:lnTo>
                  <a:lnTo>
                    <a:pt x="5" y="104"/>
                  </a:lnTo>
                  <a:lnTo>
                    <a:pt x="6" y="104"/>
                  </a:lnTo>
                  <a:lnTo>
                    <a:pt x="8" y="103"/>
                  </a:lnTo>
                  <a:lnTo>
                    <a:pt x="8" y="101"/>
                  </a:lnTo>
                  <a:lnTo>
                    <a:pt x="8" y="101"/>
                  </a:lnTo>
                  <a:lnTo>
                    <a:pt x="16" y="72"/>
                  </a:lnTo>
                  <a:lnTo>
                    <a:pt x="21" y="58"/>
                  </a:lnTo>
                  <a:lnTo>
                    <a:pt x="27" y="45"/>
                  </a:lnTo>
                  <a:lnTo>
                    <a:pt x="27" y="45"/>
                  </a:lnTo>
                  <a:lnTo>
                    <a:pt x="36" y="25"/>
                  </a:lnTo>
                  <a:lnTo>
                    <a:pt x="40" y="15"/>
                  </a:lnTo>
                  <a:lnTo>
                    <a:pt x="42" y="5"/>
                  </a:lnTo>
                  <a:lnTo>
                    <a:pt x="42" y="5"/>
                  </a:lnTo>
                  <a:lnTo>
                    <a:pt x="42" y="3"/>
                  </a:lnTo>
                  <a:lnTo>
                    <a:pt x="41" y="1"/>
                  </a:lnTo>
                  <a:lnTo>
                    <a:pt x="39" y="1"/>
                  </a:lnTo>
                  <a:lnTo>
                    <a:pt x="38" y="0"/>
                  </a:lnTo>
                  <a:lnTo>
                    <a:pt x="34" y="1"/>
                  </a:lnTo>
                  <a:lnTo>
                    <a:pt x="33" y="3"/>
                  </a:lnTo>
                  <a:lnTo>
                    <a:pt x="33" y="5"/>
                  </a:lnTo>
                  <a:lnTo>
                    <a:pt x="33"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6" name="Freeform 359"/>
            <p:cNvSpPr/>
            <p:nvPr/>
          </p:nvSpPr>
          <p:spPr bwMode="auto">
            <a:xfrm>
              <a:off x="4387850" y="3729038"/>
              <a:ext cx="26988" cy="57150"/>
            </a:xfrm>
            <a:custGeom>
              <a:avLst/>
              <a:gdLst/>
              <a:ahLst/>
              <a:cxnLst>
                <a:cxn ang="0">
                  <a:pos x="42" y="4"/>
                </a:cxn>
                <a:cxn ang="0">
                  <a:pos x="42" y="4"/>
                </a:cxn>
                <a:cxn ang="0">
                  <a:pos x="41" y="10"/>
                </a:cxn>
                <a:cxn ang="0">
                  <a:pos x="40" y="15"/>
                </a:cxn>
                <a:cxn ang="0">
                  <a:pos x="35" y="26"/>
                </a:cxn>
                <a:cxn ang="0">
                  <a:pos x="24" y="44"/>
                </a:cxn>
                <a:cxn ang="0">
                  <a:pos x="24" y="44"/>
                </a:cxn>
                <a:cxn ang="0">
                  <a:pos x="22" y="49"/>
                </a:cxn>
                <a:cxn ang="0">
                  <a:pos x="20" y="56"/>
                </a:cxn>
                <a:cxn ang="0">
                  <a:pos x="16" y="67"/>
                </a:cxn>
                <a:cxn ang="0">
                  <a:pos x="16" y="67"/>
                </a:cxn>
                <a:cxn ang="0">
                  <a:pos x="9" y="84"/>
                </a:cxn>
                <a:cxn ang="0">
                  <a:pos x="0" y="101"/>
                </a:cxn>
                <a:cxn ang="0">
                  <a:pos x="0" y="101"/>
                </a:cxn>
                <a:cxn ang="0">
                  <a:pos x="0" y="103"/>
                </a:cxn>
                <a:cxn ang="0">
                  <a:pos x="0" y="105"/>
                </a:cxn>
                <a:cxn ang="0">
                  <a:pos x="1" y="107"/>
                </a:cxn>
                <a:cxn ang="0">
                  <a:pos x="2" y="108"/>
                </a:cxn>
                <a:cxn ang="0">
                  <a:pos x="4" y="108"/>
                </a:cxn>
                <a:cxn ang="0">
                  <a:pos x="6" y="108"/>
                </a:cxn>
                <a:cxn ang="0">
                  <a:pos x="7" y="108"/>
                </a:cxn>
                <a:cxn ang="0">
                  <a:pos x="8" y="106"/>
                </a:cxn>
                <a:cxn ang="0">
                  <a:pos x="8" y="106"/>
                </a:cxn>
                <a:cxn ang="0">
                  <a:pos x="22" y="77"/>
                </a:cxn>
                <a:cxn ang="0">
                  <a:pos x="22" y="77"/>
                </a:cxn>
                <a:cxn ang="0">
                  <a:pos x="25" y="70"/>
                </a:cxn>
                <a:cxn ang="0">
                  <a:pos x="28" y="62"/>
                </a:cxn>
                <a:cxn ang="0">
                  <a:pos x="31" y="53"/>
                </a:cxn>
                <a:cxn ang="0">
                  <a:pos x="34" y="46"/>
                </a:cxn>
                <a:cxn ang="0">
                  <a:pos x="34" y="46"/>
                </a:cxn>
                <a:cxn ang="0">
                  <a:pos x="45" y="26"/>
                </a:cxn>
                <a:cxn ang="0">
                  <a:pos x="49" y="15"/>
                </a:cxn>
                <a:cxn ang="0">
                  <a:pos x="51" y="10"/>
                </a:cxn>
                <a:cxn ang="0">
                  <a:pos x="52" y="4"/>
                </a:cxn>
                <a:cxn ang="0">
                  <a:pos x="52" y="4"/>
                </a:cxn>
                <a:cxn ang="0">
                  <a:pos x="52" y="2"/>
                </a:cxn>
                <a:cxn ang="0">
                  <a:pos x="51" y="1"/>
                </a:cxn>
                <a:cxn ang="0">
                  <a:pos x="49" y="0"/>
                </a:cxn>
                <a:cxn ang="0">
                  <a:pos x="47" y="0"/>
                </a:cxn>
                <a:cxn ang="0">
                  <a:pos x="44" y="1"/>
                </a:cxn>
                <a:cxn ang="0">
                  <a:pos x="43" y="2"/>
                </a:cxn>
                <a:cxn ang="0">
                  <a:pos x="42" y="4"/>
                </a:cxn>
                <a:cxn ang="0">
                  <a:pos x="42" y="4"/>
                </a:cxn>
              </a:cxnLst>
              <a:rect l="0" t="0" r="r" b="b"/>
              <a:pathLst>
                <a:path w="52" h="108">
                  <a:moveTo>
                    <a:pt x="42" y="4"/>
                  </a:moveTo>
                  <a:lnTo>
                    <a:pt x="42" y="4"/>
                  </a:lnTo>
                  <a:lnTo>
                    <a:pt x="41" y="10"/>
                  </a:lnTo>
                  <a:lnTo>
                    <a:pt x="40" y="15"/>
                  </a:lnTo>
                  <a:lnTo>
                    <a:pt x="35" y="26"/>
                  </a:lnTo>
                  <a:lnTo>
                    <a:pt x="24" y="44"/>
                  </a:lnTo>
                  <a:lnTo>
                    <a:pt x="24" y="44"/>
                  </a:lnTo>
                  <a:lnTo>
                    <a:pt x="22" y="49"/>
                  </a:lnTo>
                  <a:lnTo>
                    <a:pt x="20" y="56"/>
                  </a:lnTo>
                  <a:lnTo>
                    <a:pt x="16" y="67"/>
                  </a:lnTo>
                  <a:lnTo>
                    <a:pt x="16" y="67"/>
                  </a:lnTo>
                  <a:lnTo>
                    <a:pt x="9" y="84"/>
                  </a:lnTo>
                  <a:lnTo>
                    <a:pt x="0" y="101"/>
                  </a:lnTo>
                  <a:lnTo>
                    <a:pt x="0" y="101"/>
                  </a:lnTo>
                  <a:lnTo>
                    <a:pt x="0" y="103"/>
                  </a:lnTo>
                  <a:lnTo>
                    <a:pt x="0" y="105"/>
                  </a:lnTo>
                  <a:lnTo>
                    <a:pt x="1" y="107"/>
                  </a:lnTo>
                  <a:lnTo>
                    <a:pt x="2" y="108"/>
                  </a:lnTo>
                  <a:lnTo>
                    <a:pt x="4" y="108"/>
                  </a:lnTo>
                  <a:lnTo>
                    <a:pt x="6" y="108"/>
                  </a:lnTo>
                  <a:lnTo>
                    <a:pt x="7" y="108"/>
                  </a:lnTo>
                  <a:lnTo>
                    <a:pt x="8" y="106"/>
                  </a:lnTo>
                  <a:lnTo>
                    <a:pt x="8" y="106"/>
                  </a:lnTo>
                  <a:lnTo>
                    <a:pt x="22" y="77"/>
                  </a:lnTo>
                  <a:lnTo>
                    <a:pt x="22" y="77"/>
                  </a:lnTo>
                  <a:lnTo>
                    <a:pt x="25" y="70"/>
                  </a:lnTo>
                  <a:lnTo>
                    <a:pt x="28" y="62"/>
                  </a:lnTo>
                  <a:lnTo>
                    <a:pt x="31" y="53"/>
                  </a:lnTo>
                  <a:lnTo>
                    <a:pt x="34" y="46"/>
                  </a:lnTo>
                  <a:lnTo>
                    <a:pt x="34" y="46"/>
                  </a:lnTo>
                  <a:lnTo>
                    <a:pt x="45" y="26"/>
                  </a:lnTo>
                  <a:lnTo>
                    <a:pt x="49" y="15"/>
                  </a:lnTo>
                  <a:lnTo>
                    <a:pt x="51" y="10"/>
                  </a:lnTo>
                  <a:lnTo>
                    <a:pt x="52" y="4"/>
                  </a:lnTo>
                  <a:lnTo>
                    <a:pt x="52" y="4"/>
                  </a:lnTo>
                  <a:lnTo>
                    <a:pt x="52" y="2"/>
                  </a:lnTo>
                  <a:lnTo>
                    <a:pt x="51" y="1"/>
                  </a:lnTo>
                  <a:lnTo>
                    <a:pt x="49" y="0"/>
                  </a:lnTo>
                  <a:lnTo>
                    <a:pt x="47" y="0"/>
                  </a:lnTo>
                  <a:lnTo>
                    <a:pt x="44" y="1"/>
                  </a:lnTo>
                  <a:lnTo>
                    <a:pt x="43" y="2"/>
                  </a:lnTo>
                  <a:lnTo>
                    <a:pt x="42" y="4"/>
                  </a:lnTo>
                  <a:lnTo>
                    <a:pt x="4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7" name="Freeform 360"/>
            <p:cNvSpPr/>
            <p:nvPr/>
          </p:nvSpPr>
          <p:spPr bwMode="auto">
            <a:xfrm>
              <a:off x="4438650" y="3730625"/>
              <a:ext cx="23813" cy="55563"/>
            </a:xfrm>
            <a:custGeom>
              <a:avLst/>
              <a:gdLst/>
              <a:ahLst/>
              <a:cxnLst>
                <a:cxn ang="0">
                  <a:pos x="37" y="5"/>
                </a:cxn>
                <a:cxn ang="0">
                  <a:pos x="37" y="5"/>
                </a:cxn>
                <a:cxn ang="0">
                  <a:pos x="35" y="17"/>
                </a:cxn>
                <a:cxn ang="0">
                  <a:pos x="32" y="29"/>
                </a:cxn>
                <a:cxn ang="0">
                  <a:pos x="27" y="41"/>
                </a:cxn>
                <a:cxn ang="0">
                  <a:pos x="21" y="53"/>
                </a:cxn>
                <a:cxn ang="0">
                  <a:pos x="8" y="75"/>
                </a:cxn>
                <a:cxn ang="0">
                  <a:pos x="3" y="87"/>
                </a:cxn>
                <a:cxn ang="0">
                  <a:pos x="0" y="99"/>
                </a:cxn>
                <a:cxn ang="0">
                  <a:pos x="0" y="99"/>
                </a:cxn>
                <a:cxn ang="0">
                  <a:pos x="0" y="100"/>
                </a:cxn>
                <a:cxn ang="0">
                  <a:pos x="0" y="102"/>
                </a:cxn>
                <a:cxn ang="0">
                  <a:pos x="2" y="103"/>
                </a:cxn>
                <a:cxn ang="0">
                  <a:pos x="3" y="104"/>
                </a:cxn>
                <a:cxn ang="0">
                  <a:pos x="5" y="104"/>
                </a:cxn>
                <a:cxn ang="0">
                  <a:pos x="6" y="104"/>
                </a:cxn>
                <a:cxn ang="0">
                  <a:pos x="8" y="103"/>
                </a:cxn>
                <a:cxn ang="0">
                  <a:pos x="9" y="101"/>
                </a:cxn>
                <a:cxn ang="0">
                  <a:pos x="9" y="101"/>
                </a:cxn>
                <a:cxn ang="0">
                  <a:pos x="12" y="89"/>
                </a:cxn>
                <a:cxn ang="0">
                  <a:pos x="17" y="76"/>
                </a:cxn>
                <a:cxn ang="0">
                  <a:pos x="30" y="54"/>
                </a:cxn>
                <a:cxn ang="0">
                  <a:pos x="36" y="42"/>
                </a:cxn>
                <a:cxn ang="0">
                  <a:pos x="41" y="30"/>
                </a:cxn>
                <a:cxn ang="0">
                  <a:pos x="45" y="17"/>
                </a:cxn>
                <a:cxn ang="0">
                  <a:pos x="46" y="5"/>
                </a:cxn>
                <a:cxn ang="0">
                  <a:pos x="46" y="5"/>
                </a:cxn>
                <a:cxn ang="0">
                  <a:pos x="46" y="3"/>
                </a:cxn>
                <a:cxn ang="0">
                  <a:pos x="45" y="2"/>
                </a:cxn>
                <a:cxn ang="0">
                  <a:pos x="44" y="1"/>
                </a:cxn>
                <a:cxn ang="0">
                  <a:pos x="42" y="0"/>
                </a:cxn>
                <a:cxn ang="0">
                  <a:pos x="40" y="1"/>
                </a:cxn>
                <a:cxn ang="0">
                  <a:pos x="39" y="2"/>
                </a:cxn>
                <a:cxn ang="0">
                  <a:pos x="38" y="3"/>
                </a:cxn>
                <a:cxn ang="0">
                  <a:pos x="37" y="5"/>
                </a:cxn>
                <a:cxn ang="0">
                  <a:pos x="37" y="5"/>
                </a:cxn>
              </a:cxnLst>
              <a:rect l="0" t="0" r="r" b="b"/>
              <a:pathLst>
                <a:path w="46" h="104">
                  <a:moveTo>
                    <a:pt x="37" y="5"/>
                  </a:moveTo>
                  <a:lnTo>
                    <a:pt x="37" y="5"/>
                  </a:lnTo>
                  <a:lnTo>
                    <a:pt x="35" y="17"/>
                  </a:lnTo>
                  <a:lnTo>
                    <a:pt x="32" y="29"/>
                  </a:lnTo>
                  <a:lnTo>
                    <a:pt x="27" y="41"/>
                  </a:lnTo>
                  <a:lnTo>
                    <a:pt x="21" y="53"/>
                  </a:lnTo>
                  <a:lnTo>
                    <a:pt x="8" y="75"/>
                  </a:lnTo>
                  <a:lnTo>
                    <a:pt x="3" y="87"/>
                  </a:lnTo>
                  <a:lnTo>
                    <a:pt x="0" y="99"/>
                  </a:lnTo>
                  <a:lnTo>
                    <a:pt x="0" y="99"/>
                  </a:lnTo>
                  <a:lnTo>
                    <a:pt x="0" y="100"/>
                  </a:lnTo>
                  <a:lnTo>
                    <a:pt x="0" y="102"/>
                  </a:lnTo>
                  <a:lnTo>
                    <a:pt x="2" y="103"/>
                  </a:lnTo>
                  <a:lnTo>
                    <a:pt x="3" y="104"/>
                  </a:lnTo>
                  <a:lnTo>
                    <a:pt x="5" y="104"/>
                  </a:lnTo>
                  <a:lnTo>
                    <a:pt x="6" y="104"/>
                  </a:lnTo>
                  <a:lnTo>
                    <a:pt x="8" y="103"/>
                  </a:lnTo>
                  <a:lnTo>
                    <a:pt x="9" y="101"/>
                  </a:lnTo>
                  <a:lnTo>
                    <a:pt x="9" y="101"/>
                  </a:lnTo>
                  <a:lnTo>
                    <a:pt x="12" y="89"/>
                  </a:lnTo>
                  <a:lnTo>
                    <a:pt x="17" y="76"/>
                  </a:lnTo>
                  <a:lnTo>
                    <a:pt x="30" y="54"/>
                  </a:lnTo>
                  <a:lnTo>
                    <a:pt x="36" y="42"/>
                  </a:lnTo>
                  <a:lnTo>
                    <a:pt x="41" y="30"/>
                  </a:lnTo>
                  <a:lnTo>
                    <a:pt x="45" y="17"/>
                  </a:lnTo>
                  <a:lnTo>
                    <a:pt x="46" y="5"/>
                  </a:lnTo>
                  <a:lnTo>
                    <a:pt x="46" y="5"/>
                  </a:lnTo>
                  <a:lnTo>
                    <a:pt x="46" y="3"/>
                  </a:lnTo>
                  <a:lnTo>
                    <a:pt x="45" y="2"/>
                  </a:lnTo>
                  <a:lnTo>
                    <a:pt x="44" y="1"/>
                  </a:lnTo>
                  <a:lnTo>
                    <a:pt x="42" y="0"/>
                  </a:lnTo>
                  <a:lnTo>
                    <a:pt x="40" y="1"/>
                  </a:lnTo>
                  <a:lnTo>
                    <a:pt x="39" y="2"/>
                  </a:lnTo>
                  <a:lnTo>
                    <a:pt x="38" y="3"/>
                  </a:lnTo>
                  <a:lnTo>
                    <a:pt x="37" y="5"/>
                  </a:lnTo>
                  <a:lnTo>
                    <a:pt x="37"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8" name="Freeform 361"/>
            <p:cNvSpPr/>
            <p:nvPr/>
          </p:nvSpPr>
          <p:spPr bwMode="auto">
            <a:xfrm>
              <a:off x="4478338" y="3732213"/>
              <a:ext cx="25400" cy="52388"/>
            </a:xfrm>
            <a:custGeom>
              <a:avLst/>
              <a:gdLst/>
              <a:ahLst/>
              <a:cxnLst>
                <a:cxn ang="0">
                  <a:pos x="39" y="3"/>
                </a:cxn>
                <a:cxn ang="0">
                  <a:pos x="39" y="3"/>
                </a:cxn>
                <a:cxn ang="0">
                  <a:pos x="34" y="14"/>
                </a:cxn>
                <a:cxn ang="0">
                  <a:pos x="29" y="26"/>
                </a:cxn>
                <a:cxn ang="0">
                  <a:pos x="18" y="47"/>
                </a:cxn>
                <a:cxn ang="0">
                  <a:pos x="13" y="58"/>
                </a:cxn>
                <a:cxn ang="0">
                  <a:pos x="8" y="69"/>
                </a:cxn>
                <a:cxn ang="0">
                  <a:pos x="3" y="80"/>
                </a:cxn>
                <a:cxn ang="0">
                  <a:pos x="0" y="93"/>
                </a:cxn>
                <a:cxn ang="0">
                  <a:pos x="0" y="93"/>
                </a:cxn>
                <a:cxn ang="0">
                  <a:pos x="0" y="95"/>
                </a:cxn>
                <a:cxn ang="0">
                  <a:pos x="1" y="97"/>
                </a:cxn>
                <a:cxn ang="0">
                  <a:pos x="4" y="98"/>
                </a:cxn>
                <a:cxn ang="0">
                  <a:pos x="6" y="99"/>
                </a:cxn>
                <a:cxn ang="0">
                  <a:pos x="8" y="98"/>
                </a:cxn>
                <a:cxn ang="0">
                  <a:pos x="9" y="97"/>
                </a:cxn>
                <a:cxn ang="0">
                  <a:pos x="10" y="95"/>
                </a:cxn>
                <a:cxn ang="0">
                  <a:pos x="10" y="95"/>
                </a:cxn>
                <a:cxn ang="0">
                  <a:pos x="13" y="84"/>
                </a:cxn>
                <a:cxn ang="0">
                  <a:pos x="17" y="72"/>
                </a:cxn>
                <a:cxn ang="0">
                  <a:pos x="22" y="61"/>
                </a:cxn>
                <a:cxn ang="0">
                  <a:pos x="27" y="49"/>
                </a:cxn>
                <a:cxn ang="0">
                  <a:pos x="39" y="28"/>
                </a:cxn>
                <a:cxn ang="0">
                  <a:pos x="44" y="16"/>
                </a:cxn>
                <a:cxn ang="0">
                  <a:pos x="48" y="5"/>
                </a:cxn>
                <a:cxn ang="0">
                  <a:pos x="48" y="5"/>
                </a:cxn>
                <a:cxn ang="0">
                  <a:pos x="48" y="3"/>
                </a:cxn>
                <a:cxn ang="0">
                  <a:pos x="47" y="2"/>
                </a:cxn>
                <a:cxn ang="0">
                  <a:pos x="46" y="0"/>
                </a:cxn>
                <a:cxn ang="0">
                  <a:pos x="45" y="0"/>
                </a:cxn>
                <a:cxn ang="0">
                  <a:pos x="43" y="0"/>
                </a:cxn>
                <a:cxn ang="0">
                  <a:pos x="41" y="0"/>
                </a:cxn>
                <a:cxn ang="0">
                  <a:pos x="40" y="1"/>
                </a:cxn>
                <a:cxn ang="0">
                  <a:pos x="39" y="3"/>
                </a:cxn>
                <a:cxn ang="0">
                  <a:pos x="39" y="3"/>
                </a:cxn>
              </a:cxnLst>
              <a:rect l="0" t="0" r="r" b="b"/>
              <a:pathLst>
                <a:path w="48" h="99">
                  <a:moveTo>
                    <a:pt x="39" y="3"/>
                  </a:moveTo>
                  <a:lnTo>
                    <a:pt x="39" y="3"/>
                  </a:lnTo>
                  <a:lnTo>
                    <a:pt x="34" y="14"/>
                  </a:lnTo>
                  <a:lnTo>
                    <a:pt x="29" y="26"/>
                  </a:lnTo>
                  <a:lnTo>
                    <a:pt x="18" y="47"/>
                  </a:lnTo>
                  <a:lnTo>
                    <a:pt x="13" y="58"/>
                  </a:lnTo>
                  <a:lnTo>
                    <a:pt x="8" y="69"/>
                  </a:lnTo>
                  <a:lnTo>
                    <a:pt x="3" y="80"/>
                  </a:lnTo>
                  <a:lnTo>
                    <a:pt x="0" y="93"/>
                  </a:lnTo>
                  <a:lnTo>
                    <a:pt x="0" y="93"/>
                  </a:lnTo>
                  <a:lnTo>
                    <a:pt x="0" y="95"/>
                  </a:lnTo>
                  <a:lnTo>
                    <a:pt x="1" y="97"/>
                  </a:lnTo>
                  <a:lnTo>
                    <a:pt x="4" y="98"/>
                  </a:lnTo>
                  <a:lnTo>
                    <a:pt x="6" y="99"/>
                  </a:lnTo>
                  <a:lnTo>
                    <a:pt x="8" y="98"/>
                  </a:lnTo>
                  <a:lnTo>
                    <a:pt x="9" y="97"/>
                  </a:lnTo>
                  <a:lnTo>
                    <a:pt x="10" y="95"/>
                  </a:lnTo>
                  <a:lnTo>
                    <a:pt x="10" y="95"/>
                  </a:lnTo>
                  <a:lnTo>
                    <a:pt x="13" y="84"/>
                  </a:lnTo>
                  <a:lnTo>
                    <a:pt x="17" y="72"/>
                  </a:lnTo>
                  <a:lnTo>
                    <a:pt x="22" y="61"/>
                  </a:lnTo>
                  <a:lnTo>
                    <a:pt x="27" y="49"/>
                  </a:lnTo>
                  <a:lnTo>
                    <a:pt x="39" y="28"/>
                  </a:lnTo>
                  <a:lnTo>
                    <a:pt x="44" y="16"/>
                  </a:lnTo>
                  <a:lnTo>
                    <a:pt x="48" y="5"/>
                  </a:lnTo>
                  <a:lnTo>
                    <a:pt x="48" y="5"/>
                  </a:lnTo>
                  <a:lnTo>
                    <a:pt x="48" y="3"/>
                  </a:lnTo>
                  <a:lnTo>
                    <a:pt x="47" y="2"/>
                  </a:lnTo>
                  <a:lnTo>
                    <a:pt x="46" y="0"/>
                  </a:lnTo>
                  <a:lnTo>
                    <a:pt x="45" y="0"/>
                  </a:lnTo>
                  <a:lnTo>
                    <a:pt x="43" y="0"/>
                  </a:lnTo>
                  <a:lnTo>
                    <a:pt x="41" y="0"/>
                  </a:lnTo>
                  <a:lnTo>
                    <a:pt x="40" y="1"/>
                  </a:lnTo>
                  <a:lnTo>
                    <a:pt x="39" y="3"/>
                  </a:lnTo>
                  <a:lnTo>
                    <a:pt x="3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9" name="Freeform 362"/>
            <p:cNvSpPr/>
            <p:nvPr/>
          </p:nvSpPr>
          <p:spPr bwMode="auto">
            <a:xfrm>
              <a:off x="4508500" y="3738563"/>
              <a:ext cx="19050" cy="55563"/>
            </a:xfrm>
            <a:custGeom>
              <a:avLst/>
              <a:gdLst/>
              <a:ahLst/>
              <a:cxnLst>
                <a:cxn ang="0">
                  <a:pos x="29" y="5"/>
                </a:cxn>
                <a:cxn ang="0">
                  <a:pos x="29" y="5"/>
                </a:cxn>
                <a:cxn ang="0">
                  <a:pos x="27" y="17"/>
                </a:cxn>
                <a:cxn ang="0">
                  <a:pos x="24" y="29"/>
                </a:cxn>
                <a:cxn ang="0">
                  <a:pos x="15" y="51"/>
                </a:cxn>
                <a:cxn ang="0">
                  <a:pos x="15" y="51"/>
                </a:cxn>
                <a:cxn ang="0">
                  <a:pos x="14" y="56"/>
                </a:cxn>
                <a:cxn ang="0">
                  <a:pos x="13" y="61"/>
                </a:cxn>
                <a:cxn ang="0">
                  <a:pos x="12" y="73"/>
                </a:cxn>
                <a:cxn ang="0">
                  <a:pos x="12" y="73"/>
                </a:cxn>
                <a:cxn ang="0">
                  <a:pos x="9" y="79"/>
                </a:cxn>
                <a:cxn ang="0">
                  <a:pos x="7" y="85"/>
                </a:cxn>
                <a:cxn ang="0">
                  <a:pos x="1" y="97"/>
                </a:cxn>
                <a:cxn ang="0">
                  <a:pos x="1" y="97"/>
                </a:cxn>
                <a:cxn ang="0">
                  <a:pos x="0" y="99"/>
                </a:cxn>
                <a:cxn ang="0">
                  <a:pos x="0" y="102"/>
                </a:cxn>
                <a:cxn ang="0">
                  <a:pos x="1" y="103"/>
                </a:cxn>
                <a:cxn ang="0">
                  <a:pos x="2" y="104"/>
                </a:cxn>
                <a:cxn ang="0">
                  <a:pos x="4" y="105"/>
                </a:cxn>
                <a:cxn ang="0">
                  <a:pos x="6" y="105"/>
                </a:cxn>
                <a:cxn ang="0">
                  <a:pos x="7" y="104"/>
                </a:cxn>
                <a:cxn ang="0">
                  <a:pos x="9" y="103"/>
                </a:cxn>
                <a:cxn ang="0">
                  <a:pos x="9" y="103"/>
                </a:cxn>
                <a:cxn ang="0">
                  <a:pos x="15" y="92"/>
                </a:cxn>
                <a:cxn ang="0">
                  <a:pos x="19" y="81"/>
                </a:cxn>
                <a:cxn ang="0">
                  <a:pos x="22" y="70"/>
                </a:cxn>
                <a:cxn ang="0">
                  <a:pos x="24" y="57"/>
                </a:cxn>
                <a:cxn ang="0">
                  <a:pos x="24" y="57"/>
                </a:cxn>
                <a:cxn ang="0">
                  <a:pos x="25" y="51"/>
                </a:cxn>
                <a:cxn ang="0">
                  <a:pos x="27" y="45"/>
                </a:cxn>
                <a:cxn ang="0">
                  <a:pos x="31" y="31"/>
                </a:cxn>
                <a:cxn ang="0">
                  <a:pos x="35" y="19"/>
                </a:cxn>
                <a:cxn ang="0">
                  <a:pos x="37" y="12"/>
                </a:cxn>
                <a:cxn ang="0">
                  <a:pos x="38" y="5"/>
                </a:cxn>
                <a:cxn ang="0">
                  <a:pos x="38" y="5"/>
                </a:cxn>
                <a:cxn ang="0">
                  <a:pos x="37" y="3"/>
                </a:cxn>
                <a:cxn ang="0">
                  <a:pos x="37" y="1"/>
                </a:cxn>
                <a:cxn ang="0">
                  <a:pos x="35" y="1"/>
                </a:cxn>
                <a:cxn ang="0">
                  <a:pos x="33" y="0"/>
                </a:cxn>
                <a:cxn ang="0">
                  <a:pos x="32" y="1"/>
                </a:cxn>
                <a:cxn ang="0">
                  <a:pos x="30" y="1"/>
                </a:cxn>
                <a:cxn ang="0">
                  <a:pos x="29" y="3"/>
                </a:cxn>
                <a:cxn ang="0">
                  <a:pos x="29" y="5"/>
                </a:cxn>
                <a:cxn ang="0">
                  <a:pos x="29" y="5"/>
                </a:cxn>
              </a:cxnLst>
              <a:rect l="0" t="0" r="r" b="b"/>
              <a:pathLst>
                <a:path w="38" h="105">
                  <a:moveTo>
                    <a:pt x="29" y="5"/>
                  </a:moveTo>
                  <a:lnTo>
                    <a:pt x="29" y="5"/>
                  </a:lnTo>
                  <a:lnTo>
                    <a:pt x="27" y="17"/>
                  </a:lnTo>
                  <a:lnTo>
                    <a:pt x="24" y="29"/>
                  </a:lnTo>
                  <a:lnTo>
                    <a:pt x="15" y="51"/>
                  </a:lnTo>
                  <a:lnTo>
                    <a:pt x="15" y="51"/>
                  </a:lnTo>
                  <a:lnTo>
                    <a:pt x="14" y="56"/>
                  </a:lnTo>
                  <a:lnTo>
                    <a:pt x="13" y="61"/>
                  </a:lnTo>
                  <a:lnTo>
                    <a:pt x="12" y="73"/>
                  </a:lnTo>
                  <a:lnTo>
                    <a:pt x="12" y="73"/>
                  </a:lnTo>
                  <a:lnTo>
                    <a:pt x="9" y="79"/>
                  </a:lnTo>
                  <a:lnTo>
                    <a:pt x="7" y="85"/>
                  </a:lnTo>
                  <a:lnTo>
                    <a:pt x="1" y="97"/>
                  </a:lnTo>
                  <a:lnTo>
                    <a:pt x="1" y="97"/>
                  </a:lnTo>
                  <a:lnTo>
                    <a:pt x="0" y="99"/>
                  </a:lnTo>
                  <a:lnTo>
                    <a:pt x="0" y="102"/>
                  </a:lnTo>
                  <a:lnTo>
                    <a:pt x="1" y="103"/>
                  </a:lnTo>
                  <a:lnTo>
                    <a:pt x="2" y="104"/>
                  </a:lnTo>
                  <a:lnTo>
                    <a:pt x="4" y="105"/>
                  </a:lnTo>
                  <a:lnTo>
                    <a:pt x="6" y="105"/>
                  </a:lnTo>
                  <a:lnTo>
                    <a:pt x="7" y="104"/>
                  </a:lnTo>
                  <a:lnTo>
                    <a:pt x="9" y="103"/>
                  </a:lnTo>
                  <a:lnTo>
                    <a:pt x="9" y="103"/>
                  </a:lnTo>
                  <a:lnTo>
                    <a:pt x="15" y="92"/>
                  </a:lnTo>
                  <a:lnTo>
                    <a:pt x="19" y="81"/>
                  </a:lnTo>
                  <a:lnTo>
                    <a:pt x="22" y="70"/>
                  </a:lnTo>
                  <a:lnTo>
                    <a:pt x="24" y="57"/>
                  </a:lnTo>
                  <a:lnTo>
                    <a:pt x="24" y="57"/>
                  </a:lnTo>
                  <a:lnTo>
                    <a:pt x="25" y="51"/>
                  </a:lnTo>
                  <a:lnTo>
                    <a:pt x="27" y="45"/>
                  </a:lnTo>
                  <a:lnTo>
                    <a:pt x="31" y="31"/>
                  </a:lnTo>
                  <a:lnTo>
                    <a:pt x="35" y="19"/>
                  </a:lnTo>
                  <a:lnTo>
                    <a:pt x="37" y="12"/>
                  </a:lnTo>
                  <a:lnTo>
                    <a:pt x="38" y="5"/>
                  </a:lnTo>
                  <a:lnTo>
                    <a:pt x="38" y="5"/>
                  </a:lnTo>
                  <a:lnTo>
                    <a:pt x="37" y="3"/>
                  </a:lnTo>
                  <a:lnTo>
                    <a:pt x="37" y="1"/>
                  </a:lnTo>
                  <a:lnTo>
                    <a:pt x="35" y="1"/>
                  </a:lnTo>
                  <a:lnTo>
                    <a:pt x="33" y="0"/>
                  </a:lnTo>
                  <a:lnTo>
                    <a:pt x="32" y="1"/>
                  </a:lnTo>
                  <a:lnTo>
                    <a:pt x="30" y="1"/>
                  </a:lnTo>
                  <a:lnTo>
                    <a:pt x="29" y="3"/>
                  </a:lnTo>
                  <a:lnTo>
                    <a:pt x="29" y="5"/>
                  </a:lnTo>
                  <a:lnTo>
                    <a:pt x="2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0" name="Freeform 363"/>
            <p:cNvSpPr/>
            <p:nvPr/>
          </p:nvSpPr>
          <p:spPr bwMode="auto">
            <a:xfrm>
              <a:off x="4545013" y="3736975"/>
              <a:ext cx="15875" cy="49213"/>
            </a:xfrm>
            <a:custGeom>
              <a:avLst/>
              <a:gdLst/>
              <a:ahLst/>
              <a:cxnLst>
                <a:cxn ang="0">
                  <a:pos x="19" y="4"/>
                </a:cxn>
                <a:cxn ang="0">
                  <a:pos x="19" y="4"/>
                </a:cxn>
                <a:cxn ang="0">
                  <a:pos x="19" y="16"/>
                </a:cxn>
                <a:cxn ang="0">
                  <a:pos x="17" y="26"/>
                </a:cxn>
                <a:cxn ang="0">
                  <a:pos x="13" y="47"/>
                </a:cxn>
                <a:cxn ang="0">
                  <a:pos x="8" y="68"/>
                </a:cxn>
                <a:cxn ang="0">
                  <a:pos x="0" y="89"/>
                </a:cxn>
                <a:cxn ang="0">
                  <a:pos x="0" y="89"/>
                </a:cxn>
                <a:cxn ang="0">
                  <a:pos x="0" y="90"/>
                </a:cxn>
                <a:cxn ang="0">
                  <a:pos x="0" y="92"/>
                </a:cxn>
                <a:cxn ang="0">
                  <a:pos x="2" y="93"/>
                </a:cxn>
                <a:cxn ang="0">
                  <a:pos x="4" y="94"/>
                </a:cxn>
                <a:cxn ang="0">
                  <a:pos x="6" y="94"/>
                </a:cxn>
                <a:cxn ang="0">
                  <a:pos x="7" y="94"/>
                </a:cxn>
                <a:cxn ang="0">
                  <a:pos x="9" y="93"/>
                </a:cxn>
                <a:cxn ang="0">
                  <a:pos x="10" y="91"/>
                </a:cxn>
                <a:cxn ang="0">
                  <a:pos x="10" y="91"/>
                </a:cxn>
                <a:cxn ang="0">
                  <a:pos x="17" y="69"/>
                </a:cxn>
                <a:cxn ang="0">
                  <a:pos x="22" y="49"/>
                </a:cxn>
                <a:cxn ang="0">
                  <a:pos x="27" y="27"/>
                </a:cxn>
                <a:cxn ang="0">
                  <a:pos x="28" y="16"/>
                </a:cxn>
                <a:cxn ang="0">
                  <a:pos x="28" y="4"/>
                </a:cxn>
                <a:cxn ang="0">
                  <a:pos x="28"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8" h="94">
                  <a:moveTo>
                    <a:pt x="19" y="4"/>
                  </a:moveTo>
                  <a:lnTo>
                    <a:pt x="19" y="4"/>
                  </a:lnTo>
                  <a:lnTo>
                    <a:pt x="19" y="16"/>
                  </a:lnTo>
                  <a:lnTo>
                    <a:pt x="17" y="26"/>
                  </a:lnTo>
                  <a:lnTo>
                    <a:pt x="13" y="47"/>
                  </a:lnTo>
                  <a:lnTo>
                    <a:pt x="8" y="68"/>
                  </a:lnTo>
                  <a:lnTo>
                    <a:pt x="0" y="89"/>
                  </a:lnTo>
                  <a:lnTo>
                    <a:pt x="0" y="89"/>
                  </a:lnTo>
                  <a:lnTo>
                    <a:pt x="0" y="90"/>
                  </a:lnTo>
                  <a:lnTo>
                    <a:pt x="0" y="92"/>
                  </a:lnTo>
                  <a:lnTo>
                    <a:pt x="2" y="93"/>
                  </a:lnTo>
                  <a:lnTo>
                    <a:pt x="4" y="94"/>
                  </a:lnTo>
                  <a:lnTo>
                    <a:pt x="6" y="94"/>
                  </a:lnTo>
                  <a:lnTo>
                    <a:pt x="7" y="94"/>
                  </a:lnTo>
                  <a:lnTo>
                    <a:pt x="9" y="93"/>
                  </a:lnTo>
                  <a:lnTo>
                    <a:pt x="10" y="91"/>
                  </a:lnTo>
                  <a:lnTo>
                    <a:pt x="10" y="91"/>
                  </a:lnTo>
                  <a:lnTo>
                    <a:pt x="17" y="69"/>
                  </a:lnTo>
                  <a:lnTo>
                    <a:pt x="22" y="49"/>
                  </a:lnTo>
                  <a:lnTo>
                    <a:pt x="27" y="27"/>
                  </a:lnTo>
                  <a:lnTo>
                    <a:pt x="28" y="16"/>
                  </a:lnTo>
                  <a:lnTo>
                    <a:pt x="28" y="4"/>
                  </a:lnTo>
                  <a:lnTo>
                    <a:pt x="28" y="4"/>
                  </a:lnTo>
                  <a:lnTo>
                    <a:pt x="28" y="2"/>
                  </a:lnTo>
                  <a:lnTo>
                    <a:pt x="27" y="1"/>
                  </a:lnTo>
                  <a:lnTo>
                    <a:pt x="26" y="0"/>
                  </a:lnTo>
                  <a:lnTo>
                    <a:pt x="24" y="0"/>
                  </a:lnTo>
                  <a:lnTo>
                    <a:pt x="22" y="0"/>
                  </a:lnTo>
                  <a:lnTo>
                    <a:pt x="21" y="1"/>
                  </a:lnTo>
                  <a:lnTo>
                    <a:pt x="20" y="2"/>
                  </a:lnTo>
                  <a:lnTo>
                    <a:pt x="19" y="4"/>
                  </a:lnTo>
                  <a:lnTo>
                    <a:pt x="1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1" name="Freeform 364"/>
            <p:cNvSpPr/>
            <p:nvPr/>
          </p:nvSpPr>
          <p:spPr bwMode="auto">
            <a:xfrm>
              <a:off x="4605338" y="3643313"/>
              <a:ext cx="47625" cy="82550"/>
            </a:xfrm>
            <a:custGeom>
              <a:avLst/>
              <a:gdLst/>
              <a:ahLst/>
              <a:cxnLst>
                <a:cxn ang="0">
                  <a:pos x="81" y="3"/>
                </a:cxn>
                <a:cxn ang="0">
                  <a:pos x="79" y="12"/>
                </a:cxn>
                <a:cxn ang="0">
                  <a:pos x="74" y="16"/>
                </a:cxn>
                <a:cxn ang="0">
                  <a:pos x="63" y="24"/>
                </a:cxn>
                <a:cxn ang="0">
                  <a:pos x="61" y="27"/>
                </a:cxn>
                <a:cxn ang="0">
                  <a:pos x="56" y="41"/>
                </a:cxn>
                <a:cxn ang="0">
                  <a:pos x="50" y="50"/>
                </a:cxn>
                <a:cxn ang="0">
                  <a:pos x="37" y="68"/>
                </a:cxn>
                <a:cxn ang="0">
                  <a:pos x="31" y="77"/>
                </a:cxn>
                <a:cxn ang="0">
                  <a:pos x="12" y="109"/>
                </a:cxn>
                <a:cxn ang="0">
                  <a:pos x="4" y="127"/>
                </a:cxn>
                <a:cxn ang="0">
                  <a:pos x="1" y="144"/>
                </a:cxn>
                <a:cxn ang="0">
                  <a:pos x="0" y="146"/>
                </a:cxn>
                <a:cxn ang="0">
                  <a:pos x="0" y="149"/>
                </a:cxn>
                <a:cxn ang="0">
                  <a:pos x="2" y="154"/>
                </a:cxn>
                <a:cxn ang="0">
                  <a:pos x="5" y="155"/>
                </a:cxn>
                <a:cxn ang="0">
                  <a:pos x="8" y="154"/>
                </a:cxn>
                <a:cxn ang="0">
                  <a:pos x="9" y="149"/>
                </a:cxn>
                <a:cxn ang="0">
                  <a:pos x="10" y="143"/>
                </a:cxn>
                <a:cxn ang="0">
                  <a:pos x="15" y="125"/>
                </a:cxn>
                <a:cxn ang="0">
                  <a:pos x="26" y="101"/>
                </a:cxn>
                <a:cxn ang="0">
                  <a:pos x="41" y="78"/>
                </a:cxn>
                <a:cxn ang="0">
                  <a:pos x="56" y="57"/>
                </a:cxn>
                <a:cxn ang="0">
                  <a:pos x="65" y="42"/>
                </a:cxn>
                <a:cxn ang="0">
                  <a:pos x="75" y="27"/>
                </a:cxn>
                <a:cxn ang="0">
                  <a:pos x="81" y="23"/>
                </a:cxn>
                <a:cxn ang="0">
                  <a:pos x="88" y="12"/>
                </a:cxn>
                <a:cxn ang="0">
                  <a:pos x="90" y="5"/>
                </a:cxn>
                <a:cxn ang="0">
                  <a:pos x="89" y="2"/>
                </a:cxn>
                <a:cxn ang="0">
                  <a:pos x="85" y="0"/>
                </a:cxn>
                <a:cxn ang="0">
                  <a:pos x="82" y="1"/>
                </a:cxn>
                <a:cxn ang="0">
                  <a:pos x="81" y="3"/>
                </a:cxn>
              </a:cxnLst>
              <a:rect l="0" t="0" r="r" b="b"/>
              <a:pathLst>
                <a:path w="90" h="155">
                  <a:moveTo>
                    <a:pt x="81" y="3"/>
                  </a:moveTo>
                  <a:lnTo>
                    <a:pt x="81" y="3"/>
                  </a:lnTo>
                  <a:lnTo>
                    <a:pt x="80" y="8"/>
                  </a:lnTo>
                  <a:lnTo>
                    <a:pt x="79" y="12"/>
                  </a:lnTo>
                  <a:lnTo>
                    <a:pt x="76" y="14"/>
                  </a:lnTo>
                  <a:lnTo>
                    <a:pt x="74" y="16"/>
                  </a:lnTo>
                  <a:lnTo>
                    <a:pt x="69" y="19"/>
                  </a:lnTo>
                  <a:lnTo>
                    <a:pt x="63" y="24"/>
                  </a:lnTo>
                  <a:lnTo>
                    <a:pt x="63" y="24"/>
                  </a:lnTo>
                  <a:lnTo>
                    <a:pt x="61" y="27"/>
                  </a:lnTo>
                  <a:lnTo>
                    <a:pt x="59" y="33"/>
                  </a:lnTo>
                  <a:lnTo>
                    <a:pt x="56" y="41"/>
                  </a:lnTo>
                  <a:lnTo>
                    <a:pt x="56" y="41"/>
                  </a:lnTo>
                  <a:lnTo>
                    <a:pt x="50" y="50"/>
                  </a:lnTo>
                  <a:lnTo>
                    <a:pt x="43" y="58"/>
                  </a:lnTo>
                  <a:lnTo>
                    <a:pt x="37" y="68"/>
                  </a:lnTo>
                  <a:lnTo>
                    <a:pt x="31" y="77"/>
                  </a:lnTo>
                  <a:lnTo>
                    <a:pt x="31" y="77"/>
                  </a:lnTo>
                  <a:lnTo>
                    <a:pt x="22" y="92"/>
                  </a:lnTo>
                  <a:lnTo>
                    <a:pt x="12" y="109"/>
                  </a:lnTo>
                  <a:lnTo>
                    <a:pt x="8" y="117"/>
                  </a:lnTo>
                  <a:lnTo>
                    <a:pt x="4" y="127"/>
                  </a:lnTo>
                  <a:lnTo>
                    <a:pt x="2" y="135"/>
                  </a:lnTo>
                  <a:lnTo>
                    <a:pt x="1" y="144"/>
                  </a:lnTo>
                  <a:lnTo>
                    <a:pt x="1" y="144"/>
                  </a:lnTo>
                  <a:lnTo>
                    <a:pt x="0" y="146"/>
                  </a:lnTo>
                  <a:lnTo>
                    <a:pt x="0" y="149"/>
                  </a:lnTo>
                  <a:lnTo>
                    <a:pt x="0" y="149"/>
                  </a:lnTo>
                  <a:lnTo>
                    <a:pt x="0" y="151"/>
                  </a:lnTo>
                  <a:lnTo>
                    <a:pt x="2" y="154"/>
                  </a:lnTo>
                  <a:lnTo>
                    <a:pt x="3" y="155"/>
                  </a:lnTo>
                  <a:lnTo>
                    <a:pt x="5" y="155"/>
                  </a:lnTo>
                  <a:lnTo>
                    <a:pt x="6" y="155"/>
                  </a:lnTo>
                  <a:lnTo>
                    <a:pt x="8" y="154"/>
                  </a:lnTo>
                  <a:lnTo>
                    <a:pt x="9" y="151"/>
                  </a:lnTo>
                  <a:lnTo>
                    <a:pt x="9" y="149"/>
                  </a:lnTo>
                  <a:lnTo>
                    <a:pt x="9" y="149"/>
                  </a:lnTo>
                  <a:lnTo>
                    <a:pt x="10" y="143"/>
                  </a:lnTo>
                  <a:lnTo>
                    <a:pt x="10" y="137"/>
                  </a:lnTo>
                  <a:lnTo>
                    <a:pt x="15" y="125"/>
                  </a:lnTo>
                  <a:lnTo>
                    <a:pt x="20" y="112"/>
                  </a:lnTo>
                  <a:lnTo>
                    <a:pt x="26" y="101"/>
                  </a:lnTo>
                  <a:lnTo>
                    <a:pt x="34" y="89"/>
                  </a:lnTo>
                  <a:lnTo>
                    <a:pt x="41" y="78"/>
                  </a:lnTo>
                  <a:lnTo>
                    <a:pt x="56" y="57"/>
                  </a:lnTo>
                  <a:lnTo>
                    <a:pt x="56" y="57"/>
                  </a:lnTo>
                  <a:lnTo>
                    <a:pt x="61" y="49"/>
                  </a:lnTo>
                  <a:lnTo>
                    <a:pt x="65" y="42"/>
                  </a:lnTo>
                  <a:lnTo>
                    <a:pt x="69" y="34"/>
                  </a:lnTo>
                  <a:lnTo>
                    <a:pt x="75" y="27"/>
                  </a:lnTo>
                  <a:lnTo>
                    <a:pt x="75" y="27"/>
                  </a:lnTo>
                  <a:lnTo>
                    <a:pt x="81" y="23"/>
                  </a:lnTo>
                  <a:lnTo>
                    <a:pt x="85" y="18"/>
                  </a:lnTo>
                  <a:lnTo>
                    <a:pt x="88" y="12"/>
                  </a:lnTo>
                  <a:lnTo>
                    <a:pt x="90" y="5"/>
                  </a:lnTo>
                  <a:lnTo>
                    <a:pt x="90" y="5"/>
                  </a:lnTo>
                  <a:lnTo>
                    <a:pt x="90" y="3"/>
                  </a:lnTo>
                  <a:lnTo>
                    <a:pt x="89" y="2"/>
                  </a:lnTo>
                  <a:lnTo>
                    <a:pt x="87" y="0"/>
                  </a:lnTo>
                  <a:lnTo>
                    <a:pt x="85" y="0"/>
                  </a:lnTo>
                  <a:lnTo>
                    <a:pt x="83" y="0"/>
                  </a:lnTo>
                  <a:lnTo>
                    <a:pt x="82" y="1"/>
                  </a:lnTo>
                  <a:lnTo>
                    <a:pt x="81" y="3"/>
                  </a:lnTo>
                  <a:lnTo>
                    <a:pt x="8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2" name="Freeform 365"/>
            <p:cNvSpPr/>
            <p:nvPr/>
          </p:nvSpPr>
          <p:spPr bwMode="auto">
            <a:xfrm>
              <a:off x="4610100" y="3646488"/>
              <a:ext cx="71438" cy="104775"/>
            </a:xfrm>
            <a:custGeom>
              <a:avLst/>
              <a:gdLst/>
              <a:ahLst/>
              <a:cxnLst>
                <a:cxn ang="0">
                  <a:pos x="126" y="1"/>
                </a:cxn>
                <a:cxn ang="0">
                  <a:pos x="126" y="1"/>
                </a:cxn>
                <a:cxn ang="0">
                  <a:pos x="115" y="9"/>
                </a:cxn>
                <a:cxn ang="0">
                  <a:pos x="105" y="17"/>
                </a:cxn>
                <a:cxn ang="0">
                  <a:pos x="96" y="27"/>
                </a:cxn>
                <a:cxn ang="0">
                  <a:pos x="87" y="37"/>
                </a:cxn>
                <a:cxn ang="0">
                  <a:pos x="80" y="47"/>
                </a:cxn>
                <a:cxn ang="0">
                  <a:pos x="73" y="59"/>
                </a:cxn>
                <a:cxn ang="0">
                  <a:pos x="59" y="82"/>
                </a:cxn>
                <a:cxn ang="0">
                  <a:pos x="59" y="82"/>
                </a:cxn>
                <a:cxn ang="0">
                  <a:pos x="44" y="109"/>
                </a:cxn>
                <a:cxn ang="0">
                  <a:pos x="28" y="136"/>
                </a:cxn>
                <a:cxn ang="0">
                  <a:pos x="13" y="164"/>
                </a:cxn>
                <a:cxn ang="0">
                  <a:pos x="7" y="178"/>
                </a:cxn>
                <a:cxn ang="0">
                  <a:pos x="0" y="193"/>
                </a:cxn>
                <a:cxn ang="0">
                  <a:pos x="0" y="193"/>
                </a:cxn>
                <a:cxn ang="0">
                  <a:pos x="0" y="195"/>
                </a:cxn>
                <a:cxn ang="0">
                  <a:pos x="1" y="197"/>
                </a:cxn>
                <a:cxn ang="0">
                  <a:pos x="2" y="198"/>
                </a:cxn>
                <a:cxn ang="0">
                  <a:pos x="3" y="199"/>
                </a:cxn>
                <a:cxn ang="0">
                  <a:pos x="6" y="199"/>
                </a:cxn>
                <a:cxn ang="0">
                  <a:pos x="8" y="198"/>
                </a:cxn>
                <a:cxn ang="0">
                  <a:pos x="9" y="197"/>
                </a:cxn>
                <a:cxn ang="0">
                  <a:pos x="10" y="196"/>
                </a:cxn>
                <a:cxn ang="0">
                  <a:pos x="10" y="196"/>
                </a:cxn>
                <a:cxn ang="0">
                  <a:pos x="15" y="183"/>
                </a:cxn>
                <a:cxn ang="0">
                  <a:pos x="21" y="170"/>
                </a:cxn>
                <a:cxn ang="0">
                  <a:pos x="33" y="147"/>
                </a:cxn>
                <a:cxn ang="0">
                  <a:pos x="47" y="124"/>
                </a:cxn>
                <a:cxn ang="0">
                  <a:pos x="60" y="100"/>
                </a:cxn>
                <a:cxn ang="0">
                  <a:pos x="60" y="100"/>
                </a:cxn>
                <a:cxn ang="0">
                  <a:pos x="74" y="74"/>
                </a:cxn>
                <a:cxn ang="0">
                  <a:pos x="82" y="62"/>
                </a:cxn>
                <a:cxn ang="0">
                  <a:pos x="89" y="49"/>
                </a:cxn>
                <a:cxn ang="0">
                  <a:pos x="98" y="38"/>
                </a:cxn>
                <a:cxn ang="0">
                  <a:pos x="108" y="28"/>
                </a:cxn>
                <a:cxn ang="0">
                  <a:pos x="119" y="17"/>
                </a:cxn>
                <a:cxn ang="0">
                  <a:pos x="130" y="9"/>
                </a:cxn>
                <a:cxn ang="0">
                  <a:pos x="130" y="9"/>
                </a:cxn>
                <a:cxn ang="0">
                  <a:pos x="133" y="7"/>
                </a:cxn>
                <a:cxn ang="0">
                  <a:pos x="134" y="6"/>
                </a:cxn>
                <a:cxn ang="0">
                  <a:pos x="133" y="4"/>
                </a:cxn>
                <a:cxn ang="0">
                  <a:pos x="133" y="2"/>
                </a:cxn>
                <a:cxn ang="0">
                  <a:pos x="132" y="1"/>
                </a:cxn>
                <a:cxn ang="0">
                  <a:pos x="129" y="0"/>
                </a:cxn>
                <a:cxn ang="0">
                  <a:pos x="128" y="0"/>
                </a:cxn>
                <a:cxn ang="0">
                  <a:pos x="126" y="1"/>
                </a:cxn>
                <a:cxn ang="0">
                  <a:pos x="126" y="1"/>
                </a:cxn>
              </a:cxnLst>
              <a:rect l="0" t="0" r="r" b="b"/>
              <a:pathLst>
                <a:path w="134" h="199">
                  <a:moveTo>
                    <a:pt x="126" y="1"/>
                  </a:moveTo>
                  <a:lnTo>
                    <a:pt x="126" y="1"/>
                  </a:lnTo>
                  <a:lnTo>
                    <a:pt x="115" y="9"/>
                  </a:lnTo>
                  <a:lnTo>
                    <a:pt x="105" y="17"/>
                  </a:lnTo>
                  <a:lnTo>
                    <a:pt x="96" y="27"/>
                  </a:lnTo>
                  <a:lnTo>
                    <a:pt x="87" y="37"/>
                  </a:lnTo>
                  <a:lnTo>
                    <a:pt x="80" y="47"/>
                  </a:lnTo>
                  <a:lnTo>
                    <a:pt x="73" y="59"/>
                  </a:lnTo>
                  <a:lnTo>
                    <a:pt x="59" y="82"/>
                  </a:lnTo>
                  <a:lnTo>
                    <a:pt x="59" y="82"/>
                  </a:lnTo>
                  <a:lnTo>
                    <a:pt x="44" y="109"/>
                  </a:lnTo>
                  <a:lnTo>
                    <a:pt x="28" y="136"/>
                  </a:lnTo>
                  <a:lnTo>
                    <a:pt x="13" y="164"/>
                  </a:lnTo>
                  <a:lnTo>
                    <a:pt x="7" y="178"/>
                  </a:lnTo>
                  <a:lnTo>
                    <a:pt x="0" y="193"/>
                  </a:lnTo>
                  <a:lnTo>
                    <a:pt x="0" y="193"/>
                  </a:lnTo>
                  <a:lnTo>
                    <a:pt x="0" y="195"/>
                  </a:lnTo>
                  <a:lnTo>
                    <a:pt x="1" y="197"/>
                  </a:lnTo>
                  <a:lnTo>
                    <a:pt x="2" y="198"/>
                  </a:lnTo>
                  <a:lnTo>
                    <a:pt x="3" y="199"/>
                  </a:lnTo>
                  <a:lnTo>
                    <a:pt x="6" y="199"/>
                  </a:lnTo>
                  <a:lnTo>
                    <a:pt x="8" y="198"/>
                  </a:lnTo>
                  <a:lnTo>
                    <a:pt x="9" y="197"/>
                  </a:lnTo>
                  <a:lnTo>
                    <a:pt x="10" y="196"/>
                  </a:lnTo>
                  <a:lnTo>
                    <a:pt x="10" y="196"/>
                  </a:lnTo>
                  <a:lnTo>
                    <a:pt x="15" y="183"/>
                  </a:lnTo>
                  <a:lnTo>
                    <a:pt x="21" y="170"/>
                  </a:lnTo>
                  <a:lnTo>
                    <a:pt x="33" y="147"/>
                  </a:lnTo>
                  <a:lnTo>
                    <a:pt x="47" y="124"/>
                  </a:lnTo>
                  <a:lnTo>
                    <a:pt x="60" y="100"/>
                  </a:lnTo>
                  <a:lnTo>
                    <a:pt x="60" y="100"/>
                  </a:lnTo>
                  <a:lnTo>
                    <a:pt x="74" y="74"/>
                  </a:lnTo>
                  <a:lnTo>
                    <a:pt x="82" y="62"/>
                  </a:lnTo>
                  <a:lnTo>
                    <a:pt x="89" y="49"/>
                  </a:lnTo>
                  <a:lnTo>
                    <a:pt x="98" y="38"/>
                  </a:lnTo>
                  <a:lnTo>
                    <a:pt x="108" y="28"/>
                  </a:lnTo>
                  <a:lnTo>
                    <a:pt x="119" y="17"/>
                  </a:lnTo>
                  <a:lnTo>
                    <a:pt x="130" y="9"/>
                  </a:lnTo>
                  <a:lnTo>
                    <a:pt x="130" y="9"/>
                  </a:lnTo>
                  <a:lnTo>
                    <a:pt x="133" y="7"/>
                  </a:lnTo>
                  <a:lnTo>
                    <a:pt x="134" y="6"/>
                  </a:lnTo>
                  <a:lnTo>
                    <a:pt x="133" y="4"/>
                  </a:lnTo>
                  <a:lnTo>
                    <a:pt x="133" y="2"/>
                  </a:lnTo>
                  <a:lnTo>
                    <a:pt x="132" y="1"/>
                  </a:lnTo>
                  <a:lnTo>
                    <a:pt x="129" y="0"/>
                  </a:lnTo>
                  <a:lnTo>
                    <a:pt x="128" y="0"/>
                  </a:lnTo>
                  <a:lnTo>
                    <a:pt x="126" y="1"/>
                  </a:lnTo>
                  <a:lnTo>
                    <a:pt x="12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3" name="Freeform 366"/>
            <p:cNvSpPr/>
            <p:nvPr/>
          </p:nvSpPr>
          <p:spPr bwMode="auto">
            <a:xfrm>
              <a:off x="4624388" y="3638550"/>
              <a:ext cx="84138" cy="130175"/>
            </a:xfrm>
            <a:custGeom>
              <a:avLst/>
              <a:gdLst/>
              <a:ahLst/>
              <a:cxnLst>
                <a:cxn ang="0">
                  <a:pos x="152" y="1"/>
                </a:cxn>
                <a:cxn ang="0">
                  <a:pos x="137" y="15"/>
                </a:cxn>
                <a:cxn ang="0">
                  <a:pos x="123" y="30"/>
                </a:cxn>
                <a:cxn ang="0">
                  <a:pos x="99" y="66"/>
                </a:cxn>
                <a:cxn ang="0">
                  <a:pos x="67" y="121"/>
                </a:cxn>
                <a:cxn ang="0">
                  <a:pos x="56" y="138"/>
                </a:cxn>
                <a:cxn ang="0">
                  <a:pos x="32" y="174"/>
                </a:cxn>
                <a:cxn ang="0">
                  <a:pos x="12" y="211"/>
                </a:cxn>
                <a:cxn ang="0">
                  <a:pos x="1" y="229"/>
                </a:cxn>
                <a:cxn ang="0">
                  <a:pos x="0" y="238"/>
                </a:cxn>
                <a:cxn ang="0">
                  <a:pos x="4" y="246"/>
                </a:cxn>
                <a:cxn ang="0">
                  <a:pos x="6" y="247"/>
                </a:cxn>
                <a:cxn ang="0">
                  <a:pos x="12" y="246"/>
                </a:cxn>
                <a:cxn ang="0">
                  <a:pos x="14" y="242"/>
                </a:cxn>
                <a:cxn ang="0">
                  <a:pos x="16" y="241"/>
                </a:cxn>
                <a:cxn ang="0">
                  <a:pos x="17" y="236"/>
                </a:cxn>
                <a:cxn ang="0">
                  <a:pos x="15" y="234"/>
                </a:cxn>
                <a:cxn ang="0">
                  <a:pos x="12" y="234"/>
                </a:cxn>
                <a:cxn ang="0">
                  <a:pos x="10" y="234"/>
                </a:cxn>
                <a:cxn ang="0">
                  <a:pos x="12" y="229"/>
                </a:cxn>
                <a:cxn ang="0">
                  <a:pos x="22" y="210"/>
                </a:cxn>
                <a:cxn ang="0">
                  <a:pos x="33" y="191"/>
                </a:cxn>
                <a:cxn ang="0">
                  <a:pos x="53" y="160"/>
                </a:cxn>
                <a:cxn ang="0">
                  <a:pos x="73" y="129"/>
                </a:cxn>
                <a:cxn ang="0">
                  <a:pos x="92" y="98"/>
                </a:cxn>
                <a:cxn ang="0">
                  <a:pos x="121" y="50"/>
                </a:cxn>
                <a:cxn ang="0">
                  <a:pos x="144" y="21"/>
                </a:cxn>
                <a:cxn ang="0">
                  <a:pos x="157" y="10"/>
                </a:cxn>
                <a:cxn ang="0">
                  <a:pos x="158" y="9"/>
                </a:cxn>
                <a:cxn ang="0">
                  <a:pos x="158" y="2"/>
                </a:cxn>
                <a:cxn ang="0">
                  <a:pos x="156" y="0"/>
                </a:cxn>
                <a:cxn ang="0">
                  <a:pos x="152" y="1"/>
                </a:cxn>
              </a:cxnLst>
              <a:rect l="0" t="0" r="r" b="b"/>
              <a:pathLst>
                <a:path w="159" h="247">
                  <a:moveTo>
                    <a:pt x="152" y="1"/>
                  </a:moveTo>
                  <a:lnTo>
                    <a:pt x="152" y="1"/>
                  </a:lnTo>
                  <a:lnTo>
                    <a:pt x="145" y="8"/>
                  </a:lnTo>
                  <a:lnTo>
                    <a:pt x="137" y="15"/>
                  </a:lnTo>
                  <a:lnTo>
                    <a:pt x="129" y="23"/>
                  </a:lnTo>
                  <a:lnTo>
                    <a:pt x="123" y="30"/>
                  </a:lnTo>
                  <a:lnTo>
                    <a:pt x="111" y="48"/>
                  </a:lnTo>
                  <a:lnTo>
                    <a:pt x="99" y="66"/>
                  </a:lnTo>
                  <a:lnTo>
                    <a:pt x="79" y="103"/>
                  </a:lnTo>
                  <a:lnTo>
                    <a:pt x="67" y="121"/>
                  </a:lnTo>
                  <a:lnTo>
                    <a:pt x="56" y="138"/>
                  </a:lnTo>
                  <a:lnTo>
                    <a:pt x="56" y="138"/>
                  </a:lnTo>
                  <a:lnTo>
                    <a:pt x="44" y="155"/>
                  </a:lnTo>
                  <a:lnTo>
                    <a:pt x="32" y="174"/>
                  </a:lnTo>
                  <a:lnTo>
                    <a:pt x="12" y="211"/>
                  </a:lnTo>
                  <a:lnTo>
                    <a:pt x="12" y="211"/>
                  </a:lnTo>
                  <a:lnTo>
                    <a:pt x="6" y="219"/>
                  </a:lnTo>
                  <a:lnTo>
                    <a:pt x="1" y="229"/>
                  </a:lnTo>
                  <a:lnTo>
                    <a:pt x="0" y="233"/>
                  </a:lnTo>
                  <a:lnTo>
                    <a:pt x="0" y="238"/>
                  </a:lnTo>
                  <a:lnTo>
                    <a:pt x="1" y="242"/>
                  </a:lnTo>
                  <a:lnTo>
                    <a:pt x="4" y="246"/>
                  </a:lnTo>
                  <a:lnTo>
                    <a:pt x="4" y="246"/>
                  </a:lnTo>
                  <a:lnTo>
                    <a:pt x="6" y="247"/>
                  </a:lnTo>
                  <a:lnTo>
                    <a:pt x="9" y="247"/>
                  </a:lnTo>
                  <a:lnTo>
                    <a:pt x="12" y="246"/>
                  </a:lnTo>
                  <a:lnTo>
                    <a:pt x="13" y="244"/>
                  </a:lnTo>
                  <a:lnTo>
                    <a:pt x="14" y="242"/>
                  </a:lnTo>
                  <a:lnTo>
                    <a:pt x="14" y="242"/>
                  </a:lnTo>
                  <a:lnTo>
                    <a:pt x="16" y="241"/>
                  </a:lnTo>
                  <a:lnTo>
                    <a:pt x="17" y="240"/>
                  </a:lnTo>
                  <a:lnTo>
                    <a:pt x="17" y="236"/>
                  </a:lnTo>
                  <a:lnTo>
                    <a:pt x="16" y="235"/>
                  </a:lnTo>
                  <a:lnTo>
                    <a:pt x="15" y="234"/>
                  </a:lnTo>
                  <a:lnTo>
                    <a:pt x="14" y="233"/>
                  </a:lnTo>
                  <a:lnTo>
                    <a:pt x="12" y="234"/>
                  </a:lnTo>
                  <a:lnTo>
                    <a:pt x="12" y="234"/>
                  </a:lnTo>
                  <a:lnTo>
                    <a:pt x="10" y="234"/>
                  </a:lnTo>
                  <a:lnTo>
                    <a:pt x="10" y="234"/>
                  </a:lnTo>
                  <a:lnTo>
                    <a:pt x="12" y="229"/>
                  </a:lnTo>
                  <a:lnTo>
                    <a:pt x="15" y="222"/>
                  </a:lnTo>
                  <a:lnTo>
                    <a:pt x="22" y="210"/>
                  </a:lnTo>
                  <a:lnTo>
                    <a:pt x="33" y="191"/>
                  </a:lnTo>
                  <a:lnTo>
                    <a:pt x="33" y="191"/>
                  </a:lnTo>
                  <a:lnTo>
                    <a:pt x="43" y="176"/>
                  </a:lnTo>
                  <a:lnTo>
                    <a:pt x="53" y="160"/>
                  </a:lnTo>
                  <a:lnTo>
                    <a:pt x="73" y="129"/>
                  </a:lnTo>
                  <a:lnTo>
                    <a:pt x="73" y="129"/>
                  </a:lnTo>
                  <a:lnTo>
                    <a:pt x="83" y="114"/>
                  </a:lnTo>
                  <a:lnTo>
                    <a:pt x="92" y="98"/>
                  </a:lnTo>
                  <a:lnTo>
                    <a:pt x="111" y="65"/>
                  </a:lnTo>
                  <a:lnTo>
                    <a:pt x="121" y="50"/>
                  </a:lnTo>
                  <a:lnTo>
                    <a:pt x="131" y="34"/>
                  </a:lnTo>
                  <a:lnTo>
                    <a:pt x="144" y="21"/>
                  </a:lnTo>
                  <a:lnTo>
                    <a:pt x="150" y="15"/>
                  </a:lnTo>
                  <a:lnTo>
                    <a:pt x="157" y="10"/>
                  </a:lnTo>
                  <a:lnTo>
                    <a:pt x="157" y="10"/>
                  </a:lnTo>
                  <a:lnTo>
                    <a:pt x="158" y="9"/>
                  </a:lnTo>
                  <a:lnTo>
                    <a:pt x="159" y="6"/>
                  </a:lnTo>
                  <a:lnTo>
                    <a:pt x="158" y="2"/>
                  </a:lnTo>
                  <a:lnTo>
                    <a:pt x="157" y="1"/>
                  </a:lnTo>
                  <a:lnTo>
                    <a:pt x="156" y="0"/>
                  </a:lnTo>
                  <a:lnTo>
                    <a:pt x="154" y="0"/>
                  </a:lnTo>
                  <a:lnTo>
                    <a:pt x="152" y="1"/>
                  </a:lnTo>
                  <a:lnTo>
                    <a:pt x="15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4" name="Freeform 367"/>
            <p:cNvSpPr/>
            <p:nvPr/>
          </p:nvSpPr>
          <p:spPr bwMode="auto">
            <a:xfrm>
              <a:off x="4648200" y="3646488"/>
              <a:ext cx="80963" cy="120650"/>
            </a:xfrm>
            <a:custGeom>
              <a:avLst/>
              <a:gdLst/>
              <a:ahLst/>
              <a:cxnLst>
                <a:cxn ang="0">
                  <a:pos x="143" y="2"/>
                </a:cxn>
                <a:cxn ang="0">
                  <a:pos x="143" y="2"/>
                </a:cxn>
                <a:cxn ang="0">
                  <a:pos x="132" y="14"/>
                </a:cxn>
                <a:cxn ang="0">
                  <a:pos x="120" y="28"/>
                </a:cxn>
                <a:cxn ang="0">
                  <a:pos x="110" y="41"/>
                </a:cxn>
                <a:cxn ang="0">
                  <a:pos x="100" y="54"/>
                </a:cxn>
                <a:cxn ang="0">
                  <a:pos x="81" y="83"/>
                </a:cxn>
                <a:cxn ang="0">
                  <a:pos x="63" y="113"/>
                </a:cxn>
                <a:cxn ang="0">
                  <a:pos x="63" y="113"/>
                </a:cxn>
                <a:cxn ang="0">
                  <a:pos x="47" y="141"/>
                </a:cxn>
                <a:cxn ang="0">
                  <a:pos x="32" y="169"/>
                </a:cxn>
                <a:cxn ang="0">
                  <a:pos x="32" y="169"/>
                </a:cxn>
                <a:cxn ang="0">
                  <a:pos x="24" y="182"/>
                </a:cxn>
                <a:cxn ang="0">
                  <a:pos x="15" y="195"/>
                </a:cxn>
                <a:cxn ang="0">
                  <a:pos x="7" y="207"/>
                </a:cxn>
                <a:cxn ang="0">
                  <a:pos x="1" y="221"/>
                </a:cxn>
                <a:cxn ang="0">
                  <a:pos x="1" y="221"/>
                </a:cxn>
                <a:cxn ang="0">
                  <a:pos x="0" y="223"/>
                </a:cxn>
                <a:cxn ang="0">
                  <a:pos x="1" y="225"/>
                </a:cxn>
                <a:cxn ang="0">
                  <a:pos x="2" y="227"/>
                </a:cxn>
                <a:cxn ang="0">
                  <a:pos x="5" y="228"/>
                </a:cxn>
                <a:cxn ang="0">
                  <a:pos x="9" y="228"/>
                </a:cxn>
                <a:cxn ang="0">
                  <a:pos x="9" y="228"/>
                </a:cxn>
                <a:cxn ang="0">
                  <a:pos x="12" y="227"/>
                </a:cxn>
                <a:cxn ang="0">
                  <a:pos x="14" y="224"/>
                </a:cxn>
                <a:cxn ang="0">
                  <a:pos x="13" y="221"/>
                </a:cxn>
                <a:cxn ang="0">
                  <a:pos x="12" y="219"/>
                </a:cxn>
                <a:cxn ang="0">
                  <a:pos x="12" y="219"/>
                </a:cxn>
                <a:cxn ang="0">
                  <a:pos x="17" y="209"/>
                </a:cxn>
                <a:cxn ang="0">
                  <a:pos x="23" y="200"/>
                </a:cxn>
                <a:cxn ang="0">
                  <a:pos x="36" y="180"/>
                </a:cxn>
                <a:cxn ang="0">
                  <a:pos x="36" y="180"/>
                </a:cxn>
                <a:cxn ang="0">
                  <a:pos x="52" y="153"/>
                </a:cxn>
                <a:cxn ang="0">
                  <a:pos x="67" y="125"/>
                </a:cxn>
                <a:cxn ang="0">
                  <a:pos x="67" y="125"/>
                </a:cxn>
                <a:cxn ang="0">
                  <a:pos x="85" y="94"/>
                </a:cxn>
                <a:cxn ang="0">
                  <a:pos x="105" y="64"/>
                </a:cxn>
                <a:cxn ang="0">
                  <a:pos x="115" y="49"/>
                </a:cxn>
                <a:cxn ang="0">
                  <a:pos x="127" y="35"/>
                </a:cxn>
                <a:cxn ang="0">
                  <a:pos x="138" y="21"/>
                </a:cxn>
                <a:cxn ang="0">
                  <a:pos x="150" y="8"/>
                </a:cxn>
                <a:cxn ang="0">
                  <a:pos x="150" y="8"/>
                </a:cxn>
                <a:cxn ang="0">
                  <a:pos x="151" y="6"/>
                </a:cxn>
                <a:cxn ang="0">
                  <a:pos x="151" y="5"/>
                </a:cxn>
                <a:cxn ang="0">
                  <a:pos x="150" y="3"/>
                </a:cxn>
                <a:cxn ang="0">
                  <a:pos x="149" y="2"/>
                </a:cxn>
                <a:cxn ang="0">
                  <a:pos x="148" y="1"/>
                </a:cxn>
                <a:cxn ang="0">
                  <a:pos x="146" y="0"/>
                </a:cxn>
                <a:cxn ang="0">
                  <a:pos x="145" y="0"/>
                </a:cxn>
                <a:cxn ang="0">
                  <a:pos x="143" y="2"/>
                </a:cxn>
                <a:cxn ang="0">
                  <a:pos x="143" y="2"/>
                </a:cxn>
              </a:cxnLst>
              <a:rect l="0" t="0" r="r" b="b"/>
              <a:pathLst>
                <a:path w="151" h="228">
                  <a:moveTo>
                    <a:pt x="143" y="2"/>
                  </a:moveTo>
                  <a:lnTo>
                    <a:pt x="143" y="2"/>
                  </a:lnTo>
                  <a:lnTo>
                    <a:pt x="132" y="14"/>
                  </a:lnTo>
                  <a:lnTo>
                    <a:pt x="120" y="28"/>
                  </a:lnTo>
                  <a:lnTo>
                    <a:pt x="110" y="41"/>
                  </a:lnTo>
                  <a:lnTo>
                    <a:pt x="100" y="54"/>
                  </a:lnTo>
                  <a:lnTo>
                    <a:pt x="81" y="83"/>
                  </a:lnTo>
                  <a:lnTo>
                    <a:pt x="63" y="113"/>
                  </a:lnTo>
                  <a:lnTo>
                    <a:pt x="63" y="113"/>
                  </a:lnTo>
                  <a:lnTo>
                    <a:pt x="47" y="141"/>
                  </a:lnTo>
                  <a:lnTo>
                    <a:pt x="32" y="169"/>
                  </a:lnTo>
                  <a:lnTo>
                    <a:pt x="32" y="169"/>
                  </a:lnTo>
                  <a:lnTo>
                    <a:pt x="24" y="182"/>
                  </a:lnTo>
                  <a:lnTo>
                    <a:pt x="15" y="195"/>
                  </a:lnTo>
                  <a:lnTo>
                    <a:pt x="7" y="207"/>
                  </a:lnTo>
                  <a:lnTo>
                    <a:pt x="1" y="221"/>
                  </a:lnTo>
                  <a:lnTo>
                    <a:pt x="1" y="221"/>
                  </a:lnTo>
                  <a:lnTo>
                    <a:pt x="0" y="223"/>
                  </a:lnTo>
                  <a:lnTo>
                    <a:pt x="1" y="225"/>
                  </a:lnTo>
                  <a:lnTo>
                    <a:pt x="2" y="227"/>
                  </a:lnTo>
                  <a:lnTo>
                    <a:pt x="5" y="228"/>
                  </a:lnTo>
                  <a:lnTo>
                    <a:pt x="9" y="228"/>
                  </a:lnTo>
                  <a:lnTo>
                    <a:pt x="9" y="228"/>
                  </a:lnTo>
                  <a:lnTo>
                    <a:pt x="12" y="227"/>
                  </a:lnTo>
                  <a:lnTo>
                    <a:pt x="14" y="224"/>
                  </a:lnTo>
                  <a:lnTo>
                    <a:pt x="13" y="221"/>
                  </a:lnTo>
                  <a:lnTo>
                    <a:pt x="12" y="219"/>
                  </a:lnTo>
                  <a:lnTo>
                    <a:pt x="12" y="219"/>
                  </a:lnTo>
                  <a:lnTo>
                    <a:pt x="17" y="209"/>
                  </a:lnTo>
                  <a:lnTo>
                    <a:pt x="23" y="200"/>
                  </a:lnTo>
                  <a:lnTo>
                    <a:pt x="36" y="180"/>
                  </a:lnTo>
                  <a:lnTo>
                    <a:pt x="36" y="180"/>
                  </a:lnTo>
                  <a:lnTo>
                    <a:pt x="52" y="153"/>
                  </a:lnTo>
                  <a:lnTo>
                    <a:pt x="67" y="125"/>
                  </a:lnTo>
                  <a:lnTo>
                    <a:pt x="67" y="125"/>
                  </a:lnTo>
                  <a:lnTo>
                    <a:pt x="85" y="94"/>
                  </a:lnTo>
                  <a:lnTo>
                    <a:pt x="105" y="64"/>
                  </a:lnTo>
                  <a:lnTo>
                    <a:pt x="115" y="49"/>
                  </a:lnTo>
                  <a:lnTo>
                    <a:pt x="127" y="35"/>
                  </a:lnTo>
                  <a:lnTo>
                    <a:pt x="138" y="21"/>
                  </a:lnTo>
                  <a:lnTo>
                    <a:pt x="150" y="8"/>
                  </a:lnTo>
                  <a:lnTo>
                    <a:pt x="150" y="8"/>
                  </a:lnTo>
                  <a:lnTo>
                    <a:pt x="151" y="6"/>
                  </a:lnTo>
                  <a:lnTo>
                    <a:pt x="151" y="5"/>
                  </a:lnTo>
                  <a:lnTo>
                    <a:pt x="150" y="3"/>
                  </a:lnTo>
                  <a:lnTo>
                    <a:pt x="149" y="2"/>
                  </a:lnTo>
                  <a:lnTo>
                    <a:pt x="148" y="1"/>
                  </a:lnTo>
                  <a:lnTo>
                    <a:pt x="146" y="0"/>
                  </a:lnTo>
                  <a:lnTo>
                    <a:pt x="145" y="0"/>
                  </a:lnTo>
                  <a:lnTo>
                    <a:pt x="143" y="2"/>
                  </a:lnTo>
                  <a:lnTo>
                    <a:pt x="14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5" name="Freeform 368"/>
            <p:cNvSpPr/>
            <p:nvPr/>
          </p:nvSpPr>
          <p:spPr bwMode="auto">
            <a:xfrm>
              <a:off x="4708525" y="3648075"/>
              <a:ext cx="52388" cy="69850"/>
            </a:xfrm>
            <a:custGeom>
              <a:avLst/>
              <a:gdLst/>
              <a:ahLst/>
              <a:cxnLst>
                <a:cxn ang="0">
                  <a:pos x="92" y="1"/>
                </a:cxn>
                <a:cxn ang="0">
                  <a:pos x="92" y="1"/>
                </a:cxn>
                <a:cxn ang="0">
                  <a:pos x="79" y="15"/>
                </a:cxn>
                <a:cxn ang="0">
                  <a:pos x="66" y="30"/>
                </a:cxn>
                <a:cxn ang="0">
                  <a:pos x="54" y="44"/>
                </a:cxn>
                <a:cxn ang="0">
                  <a:pos x="43" y="60"/>
                </a:cxn>
                <a:cxn ang="0">
                  <a:pos x="21" y="92"/>
                </a:cxn>
                <a:cxn ang="0">
                  <a:pos x="1" y="125"/>
                </a:cxn>
                <a:cxn ang="0">
                  <a:pos x="1" y="125"/>
                </a:cxn>
                <a:cxn ang="0">
                  <a:pos x="0" y="127"/>
                </a:cxn>
                <a:cxn ang="0">
                  <a:pos x="1" y="129"/>
                </a:cxn>
                <a:cxn ang="0">
                  <a:pos x="1" y="131"/>
                </a:cxn>
                <a:cxn ang="0">
                  <a:pos x="3" y="132"/>
                </a:cxn>
                <a:cxn ang="0">
                  <a:pos x="4" y="132"/>
                </a:cxn>
                <a:cxn ang="0">
                  <a:pos x="6" y="132"/>
                </a:cxn>
                <a:cxn ang="0">
                  <a:pos x="8" y="132"/>
                </a:cxn>
                <a:cxn ang="0">
                  <a:pos x="10" y="130"/>
                </a:cxn>
                <a:cxn ang="0">
                  <a:pos x="10" y="130"/>
                </a:cxn>
                <a:cxn ang="0">
                  <a:pos x="29" y="97"/>
                </a:cxn>
                <a:cxn ang="0">
                  <a:pos x="50" y="66"/>
                </a:cxn>
                <a:cxn ang="0">
                  <a:pos x="61" y="51"/>
                </a:cxn>
                <a:cxn ang="0">
                  <a:pos x="74" y="36"/>
                </a:cxn>
                <a:cxn ang="0">
                  <a:pos x="86" y="22"/>
                </a:cxn>
                <a:cxn ang="0">
                  <a:pos x="98" y="8"/>
                </a:cxn>
                <a:cxn ang="0">
                  <a:pos x="98" y="8"/>
                </a:cxn>
                <a:cxn ang="0">
                  <a:pos x="99" y="6"/>
                </a:cxn>
                <a:cxn ang="0">
                  <a:pos x="100" y="4"/>
                </a:cxn>
                <a:cxn ang="0">
                  <a:pos x="99" y="3"/>
                </a:cxn>
                <a:cxn ang="0">
                  <a:pos x="98" y="1"/>
                </a:cxn>
                <a:cxn ang="0">
                  <a:pos x="97" y="0"/>
                </a:cxn>
                <a:cxn ang="0">
                  <a:pos x="95" y="0"/>
                </a:cxn>
                <a:cxn ang="0">
                  <a:pos x="93" y="0"/>
                </a:cxn>
                <a:cxn ang="0">
                  <a:pos x="92" y="1"/>
                </a:cxn>
                <a:cxn ang="0">
                  <a:pos x="92" y="1"/>
                </a:cxn>
              </a:cxnLst>
              <a:rect l="0" t="0" r="r" b="b"/>
              <a:pathLst>
                <a:path w="100" h="132">
                  <a:moveTo>
                    <a:pt x="92" y="1"/>
                  </a:moveTo>
                  <a:lnTo>
                    <a:pt x="92" y="1"/>
                  </a:lnTo>
                  <a:lnTo>
                    <a:pt x="79" y="15"/>
                  </a:lnTo>
                  <a:lnTo>
                    <a:pt x="66" y="30"/>
                  </a:lnTo>
                  <a:lnTo>
                    <a:pt x="54" y="44"/>
                  </a:lnTo>
                  <a:lnTo>
                    <a:pt x="43" y="60"/>
                  </a:lnTo>
                  <a:lnTo>
                    <a:pt x="21" y="92"/>
                  </a:lnTo>
                  <a:lnTo>
                    <a:pt x="1" y="125"/>
                  </a:lnTo>
                  <a:lnTo>
                    <a:pt x="1" y="125"/>
                  </a:lnTo>
                  <a:lnTo>
                    <a:pt x="0" y="127"/>
                  </a:lnTo>
                  <a:lnTo>
                    <a:pt x="1" y="129"/>
                  </a:lnTo>
                  <a:lnTo>
                    <a:pt x="1" y="131"/>
                  </a:lnTo>
                  <a:lnTo>
                    <a:pt x="3" y="132"/>
                  </a:lnTo>
                  <a:lnTo>
                    <a:pt x="4" y="132"/>
                  </a:lnTo>
                  <a:lnTo>
                    <a:pt x="6" y="132"/>
                  </a:lnTo>
                  <a:lnTo>
                    <a:pt x="8" y="132"/>
                  </a:lnTo>
                  <a:lnTo>
                    <a:pt x="10" y="130"/>
                  </a:lnTo>
                  <a:lnTo>
                    <a:pt x="10" y="130"/>
                  </a:lnTo>
                  <a:lnTo>
                    <a:pt x="29" y="97"/>
                  </a:lnTo>
                  <a:lnTo>
                    <a:pt x="50" y="66"/>
                  </a:lnTo>
                  <a:lnTo>
                    <a:pt x="61" y="51"/>
                  </a:lnTo>
                  <a:lnTo>
                    <a:pt x="74" y="36"/>
                  </a:lnTo>
                  <a:lnTo>
                    <a:pt x="86" y="22"/>
                  </a:lnTo>
                  <a:lnTo>
                    <a:pt x="98" y="8"/>
                  </a:lnTo>
                  <a:lnTo>
                    <a:pt x="98" y="8"/>
                  </a:lnTo>
                  <a:lnTo>
                    <a:pt x="99" y="6"/>
                  </a:lnTo>
                  <a:lnTo>
                    <a:pt x="100" y="4"/>
                  </a:lnTo>
                  <a:lnTo>
                    <a:pt x="99" y="3"/>
                  </a:lnTo>
                  <a:lnTo>
                    <a:pt x="98" y="1"/>
                  </a:lnTo>
                  <a:lnTo>
                    <a:pt x="97" y="0"/>
                  </a:lnTo>
                  <a:lnTo>
                    <a:pt x="95" y="0"/>
                  </a:lnTo>
                  <a:lnTo>
                    <a:pt x="93" y="0"/>
                  </a:lnTo>
                  <a:lnTo>
                    <a:pt x="92" y="1"/>
                  </a:lnTo>
                  <a:lnTo>
                    <a:pt x="9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6" name="Freeform 369"/>
            <p:cNvSpPr/>
            <p:nvPr/>
          </p:nvSpPr>
          <p:spPr bwMode="auto">
            <a:xfrm>
              <a:off x="4749800" y="3648075"/>
              <a:ext cx="39688" cy="52388"/>
            </a:xfrm>
            <a:custGeom>
              <a:avLst/>
              <a:gdLst/>
              <a:ahLst/>
              <a:cxnLst>
                <a:cxn ang="0">
                  <a:pos x="66" y="4"/>
                </a:cxn>
                <a:cxn ang="0">
                  <a:pos x="66" y="4"/>
                </a:cxn>
                <a:cxn ang="0">
                  <a:pos x="65" y="10"/>
                </a:cxn>
                <a:cxn ang="0">
                  <a:pos x="62" y="14"/>
                </a:cxn>
                <a:cxn ang="0">
                  <a:pos x="59" y="20"/>
                </a:cxn>
                <a:cxn ang="0">
                  <a:pos x="54" y="24"/>
                </a:cxn>
                <a:cxn ang="0">
                  <a:pos x="45" y="32"/>
                </a:cxn>
                <a:cxn ang="0">
                  <a:pos x="41" y="36"/>
                </a:cxn>
                <a:cxn ang="0">
                  <a:pos x="38" y="40"/>
                </a:cxn>
                <a:cxn ang="0">
                  <a:pos x="38" y="40"/>
                </a:cxn>
                <a:cxn ang="0">
                  <a:pos x="29" y="54"/>
                </a:cxn>
                <a:cxn ang="0">
                  <a:pos x="18" y="66"/>
                </a:cxn>
                <a:cxn ang="0">
                  <a:pos x="9" y="78"/>
                </a:cxn>
                <a:cxn ang="0">
                  <a:pos x="0" y="92"/>
                </a:cxn>
                <a:cxn ang="0">
                  <a:pos x="0" y="92"/>
                </a:cxn>
                <a:cxn ang="0">
                  <a:pos x="0" y="94"/>
                </a:cxn>
                <a:cxn ang="0">
                  <a:pos x="0" y="96"/>
                </a:cxn>
                <a:cxn ang="0">
                  <a:pos x="1" y="97"/>
                </a:cxn>
                <a:cxn ang="0">
                  <a:pos x="2" y="99"/>
                </a:cxn>
                <a:cxn ang="0">
                  <a:pos x="4" y="99"/>
                </a:cxn>
                <a:cxn ang="0">
                  <a:pos x="5" y="99"/>
                </a:cxn>
                <a:cxn ang="0">
                  <a:pos x="7" y="98"/>
                </a:cxn>
                <a:cxn ang="0">
                  <a:pos x="8" y="97"/>
                </a:cxn>
                <a:cxn ang="0">
                  <a:pos x="8" y="97"/>
                </a:cxn>
                <a:cxn ang="0">
                  <a:pos x="17" y="82"/>
                </a:cxn>
                <a:cxn ang="0">
                  <a:pos x="28" y="66"/>
                </a:cxn>
                <a:cxn ang="0">
                  <a:pos x="40" y="52"/>
                </a:cxn>
                <a:cxn ang="0">
                  <a:pos x="52" y="38"/>
                </a:cxn>
                <a:cxn ang="0">
                  <a:pos x="52" y="38"/>
                </a:cxn>
                <a:cxn ang="0">
                  <a:pos x="60" y="31"/>
                </a:cxn>
                <a:cxn ang="0">
                  <a:pos x="67" y="23"/>
                </a:cxn>
                <a:cxn ang="0">
                  <a:pos x="70" y="18"/>
                </a:cxn>
                <a:cxn ang="0">
                  <a:pos x="72" y="14"/>
                </a:cxn>
                <a:cxn ang="0">
                  <a:pos x="74" y="10"/>
                </a:cxn>
                <a:cxn ang="0">
                  <a:pos x="75" y="4"/>
                </a:cxn>
                <a:cxn ang="0">
                  <a:pos x="75" y="4"/>
                </a:cxn>
                <a:cxn ang="0">
                  <a:pos x="75" y="3"/>
                </a:cxn>
                <a:cxn ang="0">
                  <a:pos x="74" y="1"/>
                </a:cxn>
                <a:cxn ang="0">
                  <a:pos x="73" y="0"/>
                </a:cxn>
                <a:cxn ang="0">
                  <a:pos x="71" y="0"/>
                </a:cxn>
                <a:cxn ang="0">
                  <a:pos x="68" y="1"/>
                </a:cxn>
                <a:cxn ang="0">
                  <a:pos x="67" y="3"/>
                </a:cxn>
                <a:cxn ang="0">
                  <a:pos x="66" y="4"/>
                </a:cxn>
                <a:cxn ang="0">
                  <a:pos x="66" y="4"/>
                </a:cxn>
              </a:cxnLst>
              <a:rect l="0" t="0" r="r" b="b"/>
              <a:pathLst>
                <a:path w="75" h="99">
                  <a:moveTo>
                    <a:pt x="66" y="4"/>
                  </a:moveTo>
                  <a:lnTo>
                    <a:pt x="66" y="4"/>
                  </a:lnTo>
                  <a:lnTo>
                    <a:pt x="65" y="10"/>
                  </a:lnTo>
                  <a:lnTo>
                    <a:pt x="62" y="14"/>
                  </a:lnTo>
                  <a:lnTo>
                    <a:pt x="59" y="20"/>
                  </a:lnTo>
                  <a:lnTo>
                    <a:pt x="54" y="24"/>
                  </a:lnTo>
                  <a:lnTo>
                    <a:pt x="45" y="32"/>
                  </a:lnTo>
                  <a:lnTo>
                    <a:pt x="41" y="36"/>
                  </a:lnTo>
                  <a:lnTo>
                    <a:pt x="38" y="40"/>
                  </a:lnTo>
                  <a:lnTo>
                    <a:pt x="38" y="40"/>
                  </a:lnTo>
                  <a:lnTo>
                    <a:pt x="29" y="54"/>
                  </a:lnTo>
                  <a:lnTo>
                    <a:pt x="18" y="66"/>
                  </a:lnTo>
                  <a:lnTo>
                    <a:pt x="9" y="78"/>
                  </a:lnTo>
                  <a:lnTo>
                    <a:pt x="0" y="92"/>
                  </a:lnTo>
                  <a:lnTo>
                    <a:pt x="0" y="92"/>
                  </a:lnTo>
                  <a:lnTo>
                    <a:pt x="0" y="94"/>
                  </a:lnTo>
                  <a:lnTo>
                    <a:pt x="0" y="96"/>
                  </a:lnTo>
                  <a:lnTo>
                    <a:pt x="1" y="97"/>
                  </a:lnTo>
                  <a:lnTo>
                    <a:pt x="2" y="99"/>
                  </a:lnTo>
                  <a:lnTo>
                    <a:pt x="4" y="99"/>
                  </a:lnTo>
                  <a:lnTo>
                    <a:pt x="5" y="99"/>
                  </a:lnTo>
                  <a:lnTo>
                    <a:pt x="7" y="98"/>
                  </a:lnTo>
                  <a:lnTo>
                    <a:pt x="8" y="97"/>
                  </a:lnTo>
                  <a:lnTo>
                    <a:pt x="8" y="97"/>
                  </a:lnTo>
                  <a:lnTo>
                    <a:pt x="17" y="82"/>
                  </a:lnTo>
                  <a:lnTo>
                    <a:pt x="28" y="66"/>
                  </a:lnTo>
                  <a:lnTo>
                    <a:pt x="40" y="52"/>
                  </a:lnTo>
                  <a:lnTo>
                    <a:pt x="52" y="38"/>
                  </a:lnTo>
                  <a:lnTo>
                    <a:pt x="52" y="38"/>
                  </a:lnTo>
                  <a:lnTo>
                    <a:pt x="60" y="31"/>
                  </a:lnTo>
                  <a:lnTo>
                    <a:pt x="67" y="23"/>
                  </a:lnTo>
                  <a:lnTo>
                    <a:pt x="70" y="18"/>
                  </a:lnTo>
                  <a:lnTo>
                    <a:pt x="72" y="14"/>
                  </a:lnTo>
                  <a:lnTo>
                    <a:pt x="74" y="10"/>
                  </a:lnTo>
                  <a:lnTo>
                    <a:pt x="75" y="4"/>
                  </a:lnTo>
                  <a:lnTo>
                    <a:pt x="75" y="4"/>
                  </a:lnTo>
                  <a:lnTo>
                    <a:pt x="75" y="3"/>
                  </a:lnTo>
                  <a:lnTo>
                    <a:pt x="74" y="1"/>
                  </a:lnTo>
                  <a:lnTo>
                    <a:pt x="73" y="0"/>
                  </a:lnTo>
                  <a:lnTo>
                    <a:pt x="71" y="0"/>
                  </a:lnTo>
                  <a:lnTo>
                    <a:pt x="68" y="1"/>
                  </a:lnTo>
                  <a:lnTo>
                    <a:pt x="67" y="3"/>
                  </a:lnTo>
                  <a:lnTo>
                    <a:pt x="66" y="4"/>
                  </a:lnTo>
                  <a:lnTo>
                    <a:pt x="66"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7" name="Freeform 370"/>
            <p:cNvSpPr/>
            <p:nvPr/>
          </p:nvSpPr>
          <p:spPr bwMode="auto">
            <a:xfrm>
              <a:off x="4384675" y="3116263"/>
              <a:ext cx="22225" cy="38100"/>
            </a:xfrm>
            <a:custGeom>
              <a:avLst/>
              <a:gdLst/>
              <a:ahLst/>
              <a:cxnLst>
                <a:cxn ang="0">
                  <a:pos x="38" y="0"/>
                </a:cxn>
                <a:cxn ang="0">
                  <a:pos x="33" y="0"/>
                </a:cxn>
                <a:cxn ang="0">
                  <a:pos x="33" y="0"/>
                </a:cxn>
                <a:cxn ang="0">
                  <a:pos x="31" y="0"/>
                </a:cxn>
                <a:cxn ang="0">
                  <a:pos x="29" y="2"/>
                </a:cxn>
                <a:cxn ang="0">
                  <a:pos x="29" y="2"/>
                </a:cxn>
                <a:cxn ang="0">
                  <a:pos x="19" y="18"/>
                </a:cxn>
                <a:cxn ang="0">
                  <a:pos x="10" y="35"/>
                </a:cxn>
                <a:cxn ang="0">
                  <a:pos x="10" y="35"/>
                </a:cxn>
                <a:cxn ang="0">
                  <a:pos x="6" y="42"/>
                </a:cxn>
                <a:cxn ang="0">
                  <a:pos x="2" y="50"/>
                </a:cxn>
                <a:cxn ang="0">
                  <a:pos x="0" y="59"/>
                </a:cxn>
                <a:cxn ang="0">
                  <a:pos x="0" y="63"/>
                </a:cxn>
                <a:cxn ang="0">
                  <a:pos x="0" y="67"/>
                </a:cxn>
                <a:cxn ang="0">
                  <a:pos x="0" y="67"/>
                </a:cxn>
                <a:cxn ang="0">
                  <a:pos x="1" y="69"/>
                </a:cxn>
                <a:cxn ang="0">
                  <a:pos x="3" y="70"/>
                </a:cxn>
                <a:cxn ang="0">
                  <a:pos x="4" y="70"/>
                </a:cxn>
                <a:cxn ang="0">
                  <a:pos x="6" y="70"/>
                </a:cxn>
                <a:cxn ang="0">
                  <a:pos x="8" y="69"/>
                </a:cxn>
                <a:cxn ang="0">
                  <a:pos x="9" y="68"/>
                </a:cxn>
                <a:cxn ang="0">
                  <a:pos x="9" y="67"/>
                </a:cxn>
                <a:cxn ang="0">
                  <a:pos x="9" y="65"/>
                </a:cxn>
                <a:cxn ang="0">
                  <a:pos x="9" y="65"/>
                </a:cxn>
                <a:cxn ang="0">
                  <a:pos x="9" y="61"/>
                </a:cxn>
                <a:cxn ang="0">
                  <a:pos x="9" y="57"/>
                </a:cxn>
                <a:cxn ang="0">
                  <a:pos x="13" y="48"/>
                </a:cxn>
                <a:cxn ang="0">
                  <a:pos x="22" y="33"/>
                </a:cxn>
                <a:cxn ang="0">
                  <a:pos x="22" y="33"/>
                </a:cxn>
                <a:cxn ang="0">
                  <a:pos x="33" y="15"/>
                </a:cxn>
                <a:cxn ang="0">
                  <a:pos x="33" y="15"/>
                </a:cxn>
                <a:cxn ang="0">
                  <a:pos x="36" y="9"/>
                </a:cxn>
                <a:cxn ang="0">
                  <a:pos x="36" y="9"/>
                </a:cxn>
                <a:cxn ang="0">
                  <a:pos x="38" y="9"/>
                </a:cxn>
                <a:cxn ang="0">
                  <a:pos x="38" y="9"/>
                </a:cxn>
                <a:cxn ang="0">
                  <a:pos x="40" y="9"/>
                </a:cxn>
                <a:cxn ang="0">
                  <a:pos x="41" y="8"/>
                </a:cxn>
                <a:cxn ang="0">
                  <a:pos x="42" y="6"/>
                </a:cxn>
                <a:cxn ang="0">
                  <a:pos x="42" y="4"/>
                </a:cxn>
                <a:cxn ang="0">
                  <a:pos x="42" y="3"/>
                </a:cxn>
                <a:cxn ang="0">
                  <a:pos x="41" y="1"/>
                </a:cxn>
                <a:cxn ang="0">
                  <a:pos x="40" y="0"/>
                </a:cxn>
                <a:cxn ang="0">
                  <a:pos x="38" y="0"/>
                </a:cxn>
                <a:cxn ang="0">
                  <a:pos x="38" y="0"/>
                </a:cxn>
              </a:cxnLst>
              <a:rect l="0" t="0" r="r" b="b"/>
              <a:pathLst>
                <a:path w="42" h="70">
                  <a:moveTo>
                    <a:pt x="38" y="0"/>
                  </a:moveTo>
                  <a:lnTo>
                    <a:pt x="33" y="0"/>
                  </a:lnTo>
                  <a:lnTo>
                    <a:pt x="33" y="0"/>
                  </a:lnTo>
                  <a:lnTo>
                    <a:pt x="31" y="0"/>
                  </a:lnTo>
                  <a:lnTo>
                    <a:pt x="29" y="2"/>
                  </a:lnTo>
                  <a:lnTo>
                    <a:pt x="29" y="2"/>
                  </a:lnTo>
                  <a:lnTo>
                    <a:pt x="19" y="18"/>
                  </a:lnTo>
                  <a:lnTo>
                    <a:pt x="10" y="35"/>
                  </a:lnTo>
                  <a:lnTo>
                    <a:pt x="10" y="35"/>
                  </a:lnTo>
                  <a:lnTo>
                    <a:pt x="6" y="42"/>
                  </a:lnTo>
                  <a:lnTo>
                    <a:pt x="2" y="50"/>
                  </a:lnTo>
                  <a:lnTo>
                    <a:pt x="0" y="59"/>
                  </a:lnTo>
                  <a:lnTo>
                    <a:pt x="0" y="63"/>
                  </a:lnTo>
                  <a:lnTo>
                    <a:pt x="0" y="67"/>
                  </a:lnTo>
                  <a:lnTo>
                    <a:pt x="0" y="67"/>
                  </a:lnTo>
                  <a:lnTo>
                    <a:pt x="1" y="69"/>
                  </a:lnTo>
                  <a:lnTo>
                    <a:pt x="3" y="70"/>
                  </a:lnTo>
                  <a:lnTo>
                    <a:pt x="4" y="70"/>
                  </a:lnTo>
                  <a:lnTo>
                    <a:pt x="6" y="70"/>
                  </a:lnTo>
                  <a:lnTo>
                    <a:pt x="8" y="69"/>
                  </a:lnTo>
                  <a:lnTo>
                    <a:pt x="9" y="68"/>
                  </a:lnTo>
                  <a:lnTo>
                    <a:pt x="9" y="67"/>
                  </a:lnTo>
                  <a:lnTo>
                    <a:pt x="9" y="65"/>
                  </a:lnTo>
                  <a:lnTo>
                    <a:pt x="9" y="65"/>
                  </a:lnTo>
                  <a:lnTo>
                    <a:pt x="9" y="61"/>
                  </a:lnTo>
                  <a:lnTo>
                    <a:pt x="9" y="57"/>
                  </a:lnTo>
                  <a:lnTo>
                    <a:pt x="13" y="48"/>
                  </a:lnTo>
                  <a:lnTo>
                    <a:pt x="22" y="33"/>
                  </a:lnTo>
                  <a:lnTo>
                    <a:pt x="22" y="33"/>
                  </a:lnTo>
                  <a:lnTo>
                    <a:pt x="33" y="15"/>
                  </a:lnTo>
                  <a:lnTo>
                    <a:pt x="33" y="15"/>
                  </a:lnTo>
                  <a:lnTo>
                    <a:pt x="36" y="9"/>
                  </a:lnTo>
                  <a:lnTo>
                    <a:pt x="36" y="9"/>
                  </a:lnTo>
                  <a:lnTo>
                    <a:pt x="38" y="9"/>
                  </a:lnTo>
                  <a:lnTo>
                    <a:pt x="38" y="9"/>
                  </a:lnTo>
                  <a:lnTo>
                    <a:pt x="40" y="9"/>
                  </a:lnTo>
                  <a:lnTo>
                    <a:pt x="41" y="8"/>
                  </a:lnTo>
                  <a:lnTo>
                    <a:pt x="42" y="6"/>
                  </a:lnTo>
                  <a:lnTo>
                    <a:pt x="42" y="4"/>
                  </a:lnTo>
                  <a:lnTo>
                    <a:pt x="42" y="3"/>
                  </a:lnTo>
                  <a:lnTo>
                    <a:pt x="41" y="1"/>
                  </a:lnTo>
                  <a:lnTo>
                    <a:pt x="40" y="0"/>
                  </a:lnTo>
                  <a:lnTo>
                    <a:pt x="38" y="0"/>
                  </a:lnTo>
                  <a:lnTo>
                    <a:pt x="38"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8" name="Freeform 371"/>
            <p:cNvSpPr/>
            <p:nvPr/>
          </p:nvSpPr>
          <p:spPr bwMode="auto">
            <a:xfrm>
              <a:off x="4446588" y="3108325"/>
              <a:ext cx="34925" cy="47625"/>
            </a:xfrm>
            <a:custGeom>
              <a:avLst/>
              <a:gdLst/>
              <a:ahLst/>
              <a:cxnLst>
                <a:cxn ang="0">
                  <a:pos x="55" y="2"/>
                </a:cxn>
                <a:cxn ang="0">
                  <a:pos x="55" y="2"/>
                </a:cxn>
                <a:cxn ang="0">
                  <a:pos x="46" y="15"/>
                </a:cxn>
                <a:cxn ang="0">
                  <a:pos x="36" y="26"/>
                </a:cxn>
                <a:cxn ang="0">
                  <a:pos x="26" y="39"/>
                </a:cxn>
                <a:cxn ang="0">
                  <a:pos x="16" y="50"/>
                </a:cxn>
                <a:cxn ang="0">
                  <a:pos x="16" y="50"/>
                </a:cxn>
                <a:cxn ang="0">
                  <a:pos x="10" y="58"/>
                </a:cxn>
                <a:cxn ang="0">
                  <a:pos x="4" y="69"/>
                </a:cxn>
                <a:cxn ang="0">
                  <a:pos x="1" y="75"/>
                </a:cxn>
                <a:cxn ang="0">
                  <a:pos x="0" y="80"/>
                </a:cxn>
                <a:cxn ang="0">
                  <a:pos x="0" y="85"/>
                </a:cxn>
                <a:cxn ang="0">
                  <a:pos x="1" y="87"/>
                </a:cxn>
                <a:cxn ang="0">
                  <a:pos x="4" y="89"/>
                </a:cxn>
                <a:cxn ang="0">
                  <a:pos x="4" y="89"/>
                </a:cxn>
                <a:cxn ang="0">
                  <a:pos x="6" y="90"/>
                </a:cxn>
                <a:cxn ang="0">
                  <a:pos x="8" y="90"/>
                </a:cxn>
                <a:cxn ang="0">
                  <a:pos x="9" y="90"/>
                </a:cxn>
                <a:cxn ang="0">
                  <a:pos x="11" y="89"/>
                </a:cxn>
                <a:cxn ang="0">
                  <a:pos x="12" y="87"/>
                </a:cxn>
                <a:cxn ang="0">
                  <a:pos x="12" y="86"/>
                </a:cxn>
                <a:cxn ang="0">
                  <a:pos x="12" y="84"/>
                </a:cxn>
                <a:cxn ang="0">
                  <a:pos x="11" y="82"/>
                </a:cxn>
                <a:cxn ang="0">
                  <a:pos x="11" y="82"/>
                </a:cxn>
                <a:cxn ang="0">
                  <a:pos x="10" y="80"/>
                </a:cxn>
                <a:cxn ang="0">
                  <a:pos x="10" y="77"/>
                </a:cxn>
                <a:cxn ang="0">
                  <a:pos x="12" y="74"/>
                </a:cxn>
                <a:cxn ang="0">
                  <a:pos x="14" y="69"/>
                </a:cxn>
                <a:cxn ang="0">
                  <a:pos x="21" y="57"/>
                </a:cxn>
                <a:cxn ang="0">
                  <a:pos x="31" y="46"/>
                </a:cxn>
                <a:cxn ang="0">
                  <a:pos x="51" y="22"/>
                </a:cxn>
                <a:cxn ang="0">
                  <a:pos x="63" y="8"/>
                </a:cxn>
                <a:cxn ang="0">
                  <a:pos x="63" y="8"/>
                </a:cxn>
                <a:cxn ang="0">
                  <a:pos x="65" y="6"/>
                </a:cxn>
                <a:cxn ang="0">
                  <a:pos x="65" y="3"/>
                </a:cxn>
                <a:cxn ang="0">
                  <a:pos x="63" y="2"/>
                </a:cxn>
                <a:cxn ang="0">
                  <a:pos x="62" y="1"/>
                </a:cxn>
                <a:cxn ang="0">
                  <a:pos x="58" y="0"/>
                </a:cxn>
                <a:cxn ang="0">
                  <a:pos x="56" y="1"/>
                </a:cxn>
                <a:cxn ang="0">
                  <a:pos x="55" y="2"/>
                </a:cxn>
                <a:cxn ang="0">
                  <a:pos x="55" y="2"/>
                </a:cxn>
              </a:cxnLst>
              <a:rect l="0" t="0" r="r" b="b"/>
              <a:pathLst>
                <a:path w="65" h="90">
                  <a:moveTo>
                    <a:pt x="55" y="2"/>
                  </a:moveTo>
                  <a:lnTo>
                    <a:pt x="55" y="2"/>
                  </a:lnTo>
                  <a:lnTo>
                    <a:pt x="46" y="15"/>
                  </a:lnTo>
                  <a:lnTo>
                    <a:pt x="36" y="26"/>
                  </a:lnTo>
                  <a:lnTo>
                    <a:pt x="26" y="39"/>
                  </a:lnTo>
                  <a:lnTo>
                    <a:pt x="16" y="50"/>
                  </a:lnTo>
                  <a:lnTo>
                    <a:pt x="16" y="50"/>
                  </a:lnTo>
                  <a:lnTo>
                    <a:pt x="10" y="58"/>
                  </a:lnTo>
                  <a:lnTo>
                    <a:pt x="4" y="69"/>
                  </a:lnTo>
                  <a:lnTo>
                    <a:pt x="1" y="75"/>
                  </a:lnTo>
                  <a:lnTo>
                    <a:pt x="0" y="80"/>
                  </a:lnTo>
                  <a:lnTo>
                    <a:pt x="0" y="85"/>
                  </a:lnTo>
                  <a:lnTo>
                    <a:pt x="1" y="87"/>
                  </a:lnTo>
                  <a:lnTo>
                    <a:pt x="4" y="89"/>
                  </a:lnTo>
                  <a:lnTo>
                    <a:pt x="4" y="89"/>
                  </a:lnTo>
                  <a:lnTo>
                    <a:pt x="6" y="90"/>
                  </a:lnTo>
                  <a:lnTo>
                    <a:pt x="8" y="90"/>
                  </a:lnTo>
                  <a:lnTo>
                    <a:pt x="9" y="90"/>
                  </a:lnTo>
                  <a:lnTo>
                    <a:pt x="11" y="89"/>
                  </a:lnTo>
                  <a:lnTo>
                    <a:pt x="12" y="87"/>
                  </a:lnTo>
                  <a:lnTo>
                    <a:pt x="12" y="86"/>
                  </a:lnTo>
                  <a:lnTo>
                    <a:pt x="12" y="84"/>
                  </a:lnTo>
                  <a:lnTo>
                    <a:pt x="11" y="82"/>
                  </a:lnTo>
                  <a:lnTo>
                    <a:pt x="11" y="82"/>
                  </a:lnTo>
                  <a:lnTo>
                    <a:pt x="10" y="80"/>
                  </a:lnTo>
                  <a:lnTo>
                    <a:pt x="10" y="77"/>
                  </a:lnTo>
                  <a:lnTo>
                    <a:pt x="12" y="74"/>
                  </a:lnTo>
                  <a:lnTo>
                    <a:pt x="14" y="69"/>
                  </a:lnTo>
                  <a:lnTo>
                    <a:pt x="21" y="57"/>
                  </a:lnTo>
                  <a:lnTo>
                    <a:pt x="31" y="46"/>
                  </a:lnTo>
                  <a:lnTo>
                    <a:pt x="51" y="22"/>
                  </a:lnTo>
                  <a:lnTo>
                    <a:pt x="63" y="8"/>
                  </a:lnTo>
                  <a:lnTo>
                    <a:pt x="63" y="8"/>
                  </a:lnTo>
                  <a:lnTo>
                    <a:pt x="65" y="6"/>
                  </a:lnTo>
                  <a:lnTo>
                    <a:pt x="65" y="3"/>
                  </a:lnTo>
                  <a:lnTo>
                    <a:pt x="63" y="2"/>
                  </a:lnTo>
                  <a:lnTo>
                    <a:pt x="62" y="1"/>
                  </a:lnTo>
                  <a:lnTo>
                    <a:pt x="58" y="0"/>
                  </a:lnTo>
                  <a:lnTo>
                    <a:pt x="56" y="1"/>
                  </a:lnTo>
                  <a:lnTo>
                    <a:pt x="55" y="2"/>
                  </a:lnTo>
                  <a:lnTo>
                    <a:pt x="55"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9" name="Freeform 372"/>
            <p:cNvSpPr/>
            <p:nvPr/>
          </p:nvSpPr>
          <p:spPr bwMode="auto">
            <a:xfrm>
              <a:off x="4516438" y="3119438"/>
              <a:ext cx="22225" cy="39688"/>
            </a:xfrm>
            <a:custGeom>
              <a:avLst/>
              <a:gdLst/>
              <a:ahLst/>
              <a:cxnLst>
                <a:cxn ang="0">
                  <a:pos x="34" y="1"/>
                </a:cxn>
                <a:cxn ang="0">
                  <a:pos x="34" y="1"/>
                </a:cxn>
                <a:cxn ang="0">
                  <a:pos x="29" y="5"/>
                </a:cxn>
                <a:cxn ang="0">
                  <a:pos x="24" y="10"/>
                </a:cxn>
                <a:cxn ang="0">
                  <a:pos x="16" y="21"/>
                </a:cxn>
                <a:cxn ang="0">
                  <a:pos x="10" y="33"/>
                </a:cxn>
                <a:cxn ang="0">
                  <a:pos x="5" y="45"/>
                </a:cxn>
                <a:cxn ang="0">
                  <a:pos x="5" y="45"/>
                </a:cxn>
                <a:cxn ang="0">
                  <a:pos x="3" y="54"/>
                </a:cxn>
                <a:cxn ang="0">
                  <a:pos x="0" y="63"/>
                </a:cxn>
                <a:cxn ang="0">
                  <a:pos x="0" y="67"/>
                </a:cxn>
                <a:cxn ang="0">
                  <a:pos x="2" y="71"/>
                </a:cxn>
                <a:cxn ang="0">
                  <a:pos x="4" y="73"/>
                </a:cxn>
                <a:cxn ang="0">
                  <a:pos x="9" y="75"/>
                </a:cxn>
                <a:cxn ang="0">
                  <a:pos x="9" y="75"/>
                </a:cxn>
                <a:cxn ang="0">
                  <a:pos x="11" y="75"/>
                </a:cxn>
                <a:cxn ang="0">
                  <a:pos x="12" y="74"/>
                </a:cxn>
                <a:cxn ang="0">
                  <a:pos x="13" y="72"/>
                </a:cxn>
                <a:cxn ang="0">
                  <a:pos x="13" y="71"/>
                </a:cxn>
                <a:cxn ang="0">
                  <a:pos x="12" y="67"/>
                </a:cxn>
                <a:cxn ang="0">
                  <a:pos x="11" y="66"/>
                </a:cxn>
                <a:cxn ang="0">
                  <a:pos x="9" y="66"/>
                </a:cxn>
                <a:cxn ang="0">
                  <a:pos x="9" y="66"/>
                </a:cxn>
                <a:cxn ang="0">
                  <a:pos x="19" y="35"/>
                </a:cxn>
                <a:cxn ang="0">
                  <a:pos x="19" y="35"/>
                </a:cxn>
                <a:cxn ang="0">
                  <a:pos x="23" y="28"/>
                </a:cxn>
                <a:cxn ang="0">
                  <a:pos x="29" y="21"/>
                </a:cxn>
                <a:cxn ang="0">
                  <a:pos x="34" y="13"/>
                </a:cxn>
                <a:cxn ang="0">
                  <a:pos x="41" y="7"/>
                </a:cxn>
                <a:cxn ang="0">
                  <a:pos x="41" y="7"/>
                </a:cxn>
                <a:cxn ang="0">
                  <a:pos x="42" y="6"/>
                </a:cxn>
                <a:cxn ang="0">
                  <a:pos x="42" y="4"/>
                </a:cxn>
                <a:cxn ang="0">
                  <a:pos x="42" y="3"/>
                </a:cxn>
                <a:cxn ang="0">
                  <a:pos x="41" y="1"/>
                </a:cxn>
                <a:cxn ang="0">
                  <a:pos x="38" y="0"/>
                </a:cxn>
                <a:cxn ang="0">
                  <a:pos x="36" y="0"/>
                </a:cxn>
                <a:cxn ang="0">
                  <a:pos x="34" y="1"/>
                </a:cxn>
                <a:cxn ang="0">
                  <a:pos x="34" y="1"/>
                </a:cxn>
              </a:cxnLst>
              <a:rect l="0" t="0" r="r" b="b"/>
              <a:pathLst>
                <a:path w="42" h="75">
                  <a:moveTo>
                    <a:pt x="34" y="1"/>
                  </a:moveTo>
                  <a:lnTo>
                    <a:pt x="34" y="1"/>
                  </a:lnTo>
                  <a:lnTo>
                    <a:pt x="29" y="5"/>
                  </a:lnTo>
                  <a:lnTo>
                    <a:pt x="24" y="10"/>
                  </a:lnTo>
                  <a:lnTo>
                    <a:pt x="16" y="21"/>
                  </a:lnTo>
                  <a:lnTo>
                    <a:pt x="10" y="33"/>
                  </a:lnTo>
                  <a:lnTo>
                    <a:pt x="5" y="45"/>
                  </a:lnTo>
                  <a:lnTo>
                    <a:pt x="5" y="45"/>
                  </a:lnTo>
                  <a:lnTo>
                    <a:pt x="3" y="54"/>
                  </a:lnTo>
                  <a:lnTo>
                    <a:pt x="0" y="63"/>
                  </a:lnTo>
                  <a:lnTo>
                    <a:pt x="0" y="67"/>
                  </a:lnTo>
                  <a:lnTo>
                    <a:pt x="2" y="71"/>
                  </a:lnTo>
                  <a:lnTo>
                    <a:pt x="4" y="73"/>
                  </a:lnTo>
                  <a:lnTo>
                    <a:pt x="9" y="75"/>
                  </a:lnTo>
                  <a:lnTo>
                    <a:pt x="9" y="75"/>
                  </a:lnTo>
                  <a:lnTo>
                    <a:pt x="11" y="75"/>
                  </a:lnTo>
                  <a:lnTo>
                    <a:pt x="12" y="74"/>
                  </a:lnTo>
                  <a:lnTo>
                    <a:pt x="13" y="72"/>
                  </a:lnTo>
                  <a:lnTo>
                    <a:pt x="13" y="71"/>
                  </a:lnTo>
                  <a:lnTo>
                    <a:pt x="12" y="67"/>
                  </a:lnTo>
                  <a:lnTo>
                    <a:pt x="11" y="66"/>
                  </a:lnTo>
                  <a:lnTo>
                    <a:pt x="9" y="66"/>
                  </a:lnTo>
                  <a:lnTo>
                    <a:pt x="9" y="66"/>
                  </a:lnTo>
                  <a:lnTo>
                    <a:pt x="19" y="35"/>
                  </a:lnTo>
                  <a:lnTo>
                    <a:pt x="19" y="35"/>
                  </a:lnTo>
                  <a:lnTo>
                    <a:pt x="23" y="28"/>
                  </a:lnTo>
                  <a:lnTo>
                    <a:pt x="29" y="21"/>
                  </a:lnTo>
                  <a:lnTo>
                    <a:pt x="34" y="13"/>
                  </a:lnTo>
                  <a:lnTo>
                    <a:pt x="41" y="7"/>
                  </a:lnTo>
                  <a:lnTo>
                    <a:pt x="41" y="7"/>
                  </a:lnTo>
                  <a:lnTo>
                    <a:pt x="42" y="6"/>
                  </a:lnTo>
                  <a:lnTo>
                    <a:pt x="42" y="4"/>
                  </a:lnTo>
                  <a:lnTo>
                    <a:pt x="42" y="3"/>
                  </a:lnTo>
                  <a:lnTo>
                    <a:pt x="41" y="1"/>
                  </a:lnTo>
                  <a:lnTo>
                    <a:pt x="38" y="0"/>
                  </a:lnTo>
                  <a:lnTo>
                    <a:pt x="36" y="0"/>
                  </a:lnTo>
                  <a:lnTo>
                    <a:pt x="34" y="1"/>
                  </a:lnTo>
                  <a:lnTo>
                    <a:pt x="3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0" name="Freeform 373"/>
            <p:cNvSpPr/>
            <p:nvPr/>
          </p:nvSpPr>
          <p:spPr bwMode="auto">
            <a:xfrm>
              <a:off x="4583113" y="3121025"/>
              <a:ext cx="26988" cy="34925"/>
            </a:xfrm>
            <a:custGeom>
              <a:avLst/>
              <a:gdLst/>
              <a:ahLst/>
              <a:cxnLst>
                <a:cxn ang="0">
                  <a:pos x="43" y="1"/>
                </a:cxn>
                <a:cxn ang="0">
                  <a:pos x="43" y="1"/>
                </a:cxn>
                <a:cxn ang="0">
                  <a:pos x="37" y="7"/>
                </a:cxn>
                <a:cxn ang="0">
                  <a:pos x="31" y="15"/>
                </a:cxn>
                <a:cxn ang="0">
                  <a:pos x="21" y="29"/>
                </a:cxn>
                <a:cxn ang="0">
                  <a:pos x="12" y="45"/>
                </a:cxn>
                <a:cxn ang="0">
                  <a:pos x="7" y="52"/>
                </a:cxn>
                <a:cxn ang="0">
                  <a:pos x="1" y="58"/>
                </a:cxn>
                <a:cxn ang="0">
                  <a:pos x="1" y="58"/>
                </a:cxn>
                <a:cxn ang="0">
                  <a:pos x="0" y="60"/>
                </a:cxn>
                <a:cxn ang="0">
                  <a:pos x="0" y="62"/>
                </a:cxn>
                <a:cxn ang="0">
                  <a:pos x="0" y="63"/>
                </a:cxn>
                <a:cxn ang="0">
                  <a:pos x="1" y="65"/>
                </a:cxn>
                <a:cxn ang="0">
                  <a:pos x="3" y="66"/>
                </a:cxn>
                <a:cxn ang="0">
                  <a:pos x="4" y="66"/>
                </a:cxn>
                <a:cxn ang="0">
                  <a:pos x="6" y="66"/>
                </a:cxn>
                <a:cxn ang="0">
                  <a:pos x="8" y="65"/>
                </a:cxn>
                <a:cxn ang="0">
                  <a:pos x="8" y="65"/>
                </a:cxn>
                <a:cxn ang="0">
                  <a:pos x="13" y="58"/>
                </a:cxn>
                <a:cxn ang="0">
                  <a:pos x="18" y="51"/>
                </a:cxn>
                <a:cxn ang="0">
                  <a:pos x="28" y="36"/>
                </a:cxn>
                <a:cxn ang="0">
                  <a:pos x="38" y="21"/>
                </a:cxn>
                <a:cxn ang="0">
                  <a:pos x="44" y="15"/>
                </a:cxn>
                <a:cxn ang="0">
                  <a:pos x="50" y="8"/>
                </a:cxn>
                <a:cxn ang="0">
                  <a:pos x="50" y="8"/>
                </a:cxn>
                <a:cxn ang="0">
                  <a:pos x="51" y="6"/>
                </a:cxn>
                <a:cxn ang="0">
                  <a:pos x="51" y="5"/>
                </a:cxn>
                <a:cxn ang="0">
                  <a:pos x="51" y="3"/>
                </a:cxn>
                <a:cxn ang="0">
                  <a:pos x="50" y="2"/>
                </a:cxn>
                <a:cxn ang="0">
                  <a:pos x="47" y="0"/>
                </a:cxn>
                <a:cxn ang="0">
                  <a:pos x="45" y="0"/>
                </a:cxn>
                <a:cxn ang="0">
                  <a:pos x="43" y="1"/>
                </a:cxn>
                <a:cxn ang="0">
                  <a:pos x="43" y="1"/>
                </a:cxn>
              </a:cxnLst>
              <a:rect l="0" t="0" r="r" b="b"/>
              <a:pathLst>
                <a:path w="51" h="66">
                  <a:moveTo>
                    <a:pt x="43" y="1"/>
                  </a:moveTo>
                  <a:lnTo>
                    <a:pt x="43" y="1"/>
                  </a:lnTo>
                  <a:lnTo>
                    <a:pt x="37" y="7"/>
                  </a:lnTo>
                  <a:lnTo>
                    <a:pt x="31" y="15"/>
                  </a:lnTo>
                  <a:lnTo>
                    <a:pt x="21" y="29"/>
                  </a:lnTo>
                  <a:lnTo>
                    <a:pt x="12" y="45"/>
                  </a:lnTo>
                  <a:lnTo>
                    <a:pt x="7" y="52"/>
                  </a:lnTo>
                  <a:lnTo>
                    <a:pt x="1" y="58"/>
                  </a:lnTo>
                  <a:lnTo>
                    <a:pt x="1" y="58"/>
                  </a:lnTo>
                  <a:lnTo>
                    <a:pt x="0" y="60"/>
                  </a:lnTo>
                  <a:lnTo>
                    <a:pt x="0" y="62"/>
                  </a:lnTo>
                  <a:lnTo>
                    <a:pt x="0" y="63"/>
                  </a:lnTo>
                  <a:lnTo>
                    <a:pt x="1" y="65"/>
                  </a:lnTo>
                  <a:lnTo>
                    <a:pt x="3" y="66"/>
                  </a:lnTo>
                  <a:lnTo>
                    <a:pt x="4" y="66"/>
                  </a:lnTo>
                  <a:lnTo>
                    <a:pt x="6" y="66"/>
                  </a:lnTo>
                  <a:lnTo>
                    <a:pt x="8" y="65"/>
                  </a:lnTo>
                  <a:lnTo>
                    <a:pt x="8" y="65"/>
                  </a:lnTo>
                  <a:lnTo>
                    <a:pt x="13" y="58"/>
                  </a:lnTo>
                  <a:lnTo>
                    <a:pt x="18" y="51"/>
                  </a:lnTo>
                  <a:lnTo>
                    <a:pt x="28" y="36"/>
                  </a:lnTo>
                  <a:lnTo>
                    <a:pt x="38" y="21"/>
                  </a:lnTo>
                  <a:lnTo>
                    <a:pt x="44" y="15"/>
                  </a:lnTo>
                  <a:lnTo>
                    <a:pt x="50" y="8"/>
                  </a:lnTo>
                  <a:lnTo>
                    <a:pt x="50" y="8"/>
                  </a:lnTo>
                  <a:lnTo>
                    <a:pt x="51" y="6"/>
                  </a:lnTo>
                  <a:lnTo>
                    <a:pt x="51" y="5"/>
                  </a:lnTo>
                  <a:lnTo>
                    <a:pt x="51" y="3"/>
                  </a:lnTo>
                  <a:lnTo>
                    <a:pt x="50" y="2"/>
                  </a:lnTo>
                  <a:lnTo>
                    <a:pt x="47" y="0"/>
                  </a:lnTo>
                  <a:lnTo>
                    <a:pt x="45" y="0"/>
                  </a:lnTo>
                  <a:lnTo>
                    <a:pt x="43" y="1"/>
                  </a:lnTo>
                  <a:lnTo>
                    <a:pt x="43"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1" name="Freeform 374"/>
            <p:cNvSpPr/>
            <p:nvPr/>
          </p:nvSpPr>
          <p:spPr bwMode="auto">
            <a:xfrm>
              <a:off x="4638675" y="3114675"/>
              <a:ext cx="26988" cy="44450"/>
            </a:xfrm>
            <a:custGeom>
              <a:avLst/>
              <a:gdLst/>
              <a:ahLst/>
              <a:cxnLst>
                <a:cxn ang="0">
                  <a:pos x="42" y="3"/>
                </a:cxn>
                <a:cxn ang="0">
                  <a:pos x="42" y="3"/>
                </a:cxn>
                <a:cxn ang="0">
                  <a:pos x="40" y="8"/>
                </a:cxn>
                <a:cxn ang="0">
                  <a:pos x="37" y="12"/>
                </a:cxn>
                <a:cxn ang="0">
                  <a:pos x="30" y="22"/>
                </a:cxn>
                <a:cxn ang="0">
                  <a:pos x="14" y="40"/>
                </a:cxn>
                <a:cxn ang="0">
                  <a:pos x="14" y="40"/>
                </a:cxn>
                <a:cxn ang="0">
                  <a:pos x="8" y="49"/>
                </a:cxn>
                <a:cxn ang="0">
                  <a:pos x="4" y="59"/>
                </a:cxn>
                <a:cxn ang="0">
                  <a:pos x="1" y="69"/>
                </a:cxn>
                <a:cxn ang="0">
                  <a:pos x="0" y="79"/>
                </a:cxn>
                <a:cxn ang="0">
                  <a:pos x="0" y="79"/>
                </a:cxn>
                <a:cxn ang="0">
                  <a:pos x="0" y="81"/>
                </a:cxn>
                <a:cxn ang="0">
                  <a:pos x="1" y="83"/>
                </a:cxn>
                <a:cxn ang="0">
                  <a:pos x="2" y="83"/>
                </a:cxn>
                <a:cxn ang="0">
                  <a:pos x="4" y="84"/>
                </a:cxn>
                <a:cxn ang="0">
                  <a:pos x="6" y="83"/>
                </a:cxn>
                <a:cxn ang="0">
                  <a:pos x="7" y="83"/>
                </a:cxn>
                <a:cxn ang="0">
                  <a:pos x="8" y="81"/>
                </a:cxn>
                <a:cxn ang="0">
                  <a:pos x="9" y="79"/>
                </a:cxn>
                <a:cxn ang="0">
                  <a:pos x="9" y="79"/>
                </a:cxn>
                <a:cxn ang="0">
                  <a:pos x="10" y="74"/>
                </a:cxn>
                <a:cxn ang="0">
                  <a:pos x="11" y="68"/>
                </a:cxn>
                <a:cxn ang="0">
                  <a:pos x="14" y="58"/>
                </a:cxn>
                <a:cxn ang="0">
                  <a:pos x="21" y="49"/>
                </a:cxn>
                <a:cxn ang="0">
                  <a:pos x="27" y="40"/>
                </a:cxn>
                <a:cxn ang="0">
                  <a:pos x="40" y="23"/>
                </a:cxn>
                <a:cxn ang="0">
                  <a:pos x="46" y="14"/>
                </a:cxn>
                <a:cxn ang="0">
                  <a:pos x="52" y="5"/>
                </a:cxn>
                <a:cxn ang="0">
                  <a:pos x="52" y="5"/>
                </a:cxn>
                <a:cxn ang="0">
                  <a:pos x="52" y="3"/>
                </a:cxn>
                <a:cxn ang="0">
                  <a:pos x="52" y="2"/>
                </a:cxn>
                <a:cxn ang="0">
                  <a:pos x="51" y="0"/>
                </a:cxn>
                <a:cxn ang="0">
                  <a:pos x="49" y="0"/>
                </a:cxn>
                <a:cxn ang="0">
                  <a:pos x="45" y="0"/>
                </a:cxn>
                <a:cxn ang="0">
                  <a:pos x="43" y="1"/>
                </a:cxn>
                <a:cxn ang="0">
                  <a:pos x="42" y="3"/>
                </a:cxn>
                <a:cxn ang="0">
                  <a:pos x="42" y="3"/>
                </a:cxn>
              </a:cxnLst>
              <a:rect l="0" t="0" r="r" b="b"/>
              <a:pathLst>
                <a:path w="52" h="84">
                  <a:moveTo>
                    <a:pt x="42" y="3"/>
                  </a:moveTo>
                  <a:lnTo>
                    <a:pt x="42" y="3"/>
                  </a:lnTo>
                  <a:lnTo>
                    <a:pt x="40" y="8"/>
                  </a:lnTo>
                  <a:lnTo>
                    <a:pt x="37" y="12"/>
                  </a:lnTo>
                  <a:lnTo>
                    <a:pt x="30" y="22"/>
                  </a:lnTo>
                  <a:lnTo>
                    <a:pt x="14" y="40"/>
                  </a:lnTo>
                  <a:lnTo>
                    <a:pt x="14" y="40"/>
                  </a:lnTo>
                  <a:lnTo>
                    <a:pt x="8" y="49"/>
                  </a:lnTo>
                  <a:lnTo>
                    <a:pt x="4" y="59"/>
                  </a:lnTo>
                  <a:lnTo>
                    <a:pt x="1" y="69"/>
                  </a:lnTo>
                  <a:lnTo>
                    <a:pt x="0" y="79"/>
                  </a:lnTo>
                  <a:lnTo>
                    <a:pt x="0" y="79"/>
                  </a:lnTo>
                  <a:lnTo>
                    <a:pt x="0" y="81"/>
                  </a:lnTo>
                  <a:lnTo>
                    <a:pt x="1" y="83"/>
                  </a:lnTo>
                  <a:lnTo>
                    <a:pt x="2" y="83"/>
                  </a:lnTo>
                  <a:lnTo>
                    <a:pt x="4" y="84"/>
                  </a:lnTo>
                  <a:lnTo>
                    <a:pt x="6" y="83"/>
                  </a:lnTo>
                  <a:lnTo>
                    <a:pt x="7" y="83"/>
                  </a:lnTo>
                  <a:lnTo>
                    <a:pt x="8" y="81"/>
                  </a:lnTo>
                  <a:lnTo>
                    <a:pt x="9" y="79"/>
                  </a:lnTo>
                  <a:lnTo>
                    <a:pt x="9" y="79"/>
                  </a:lnTo>
                  <a:lnTo>
                    <a:pt x="10" y="74"/>
                  </a:lnTo>
                  <a:lnTo>
                    <a:pt x="11" y="68"/>
                  </a:lnTo>
                  <a:lnTo>
                    <a:pt x="14" y="58"/>
                  </a:lnTo>
                  <a:lnTo>
                    <a:pt x="21" y="49"/>
                  </a:lnTo>
                  <a:lnTo>
                    <a:pt x="27" y="40"/>
                  </a:lnTo>
                  <a:lnTo>
                    <a:pt x="40" y="23"/>
                  </a:lnTo>
                  <a:lnTo>
                    <a:pt x="46" y="14"/>
                  </a:lnTo>
                  <a:lnTo>
                    <a:pt x="52" y="5"/>
                  </a:lnTo>
                  <a:lnTo>
                    <a:pt x="52" y="5"/>
                  </a:lnTo>
                  <a:lnTo>
                    <a:pt x="52" y="3"/>
                  </a:lnTo>
                  <a:lnTo>
                    <a:pt x="52" y="2"/>
                  </a:lnTo>
                  <a:lnTo>
                    <a:pt x="51" y="0"/>
                  </a:lnTo>
                  <a:lnTo>
                    <a:pt x="49" y="0"/>
                  </a:lnTo>
                  <a:lnTo>
                    <a:pt x="45" y="0"/>
                  </a:lnTo>
                  <a:lnTo>
                    <a:pt x="43" y="1"/>
                  </a:lnTo>
                  <a:lnTo>
                    <a:pt x="42" y="3"/>
                  </a:lnTo>
                  <a:lnTo>
                    <a:pt x="42"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2" name="Freeform 375"/>
            <p:cNvSpPr/>
            <p:nvPr/>
          </p:nvSpPr>
          <p:spPr bwMode="auto">
            <a:xfrm>
              <a:off x="4686300" y="3121025"/>
              <a:ext cx="25400" cy="38100"/>
            </a:xfrm>
            <a:custGeom>
              <a:avLst/>
              <a:gdLst/>
              <a:ahLst/>
              <a:cxnLst>
                <a:cxn ang="0">
                  <a:pos x="38" y="2"/>
                </a:cxn>
                <a:cxn ang="0">
                  <a:pos x="38" y="2"/>
                </a:cxn>
                <a:cxn ang="0">
                  <a:pos x="34" y="10"/>
                </a:cxn>
                <a:cxn ang="0">
                  <a:pos x="29" y="19"/>
                </a:cxn>
                <a:cxn ang="0">
                  <a:pos x="17" y="33"/>
                </a:cxn>
                <a:cxn ang="0">
                  <a:pos x="12" y="40"/>
                </a:cxn>
                <a:cxn ang="0">
                  <a:pos x="7" y="48"/>
                </a:cxn>
                <a:cxn ang="0">
                  <a:pos x="3" y="56"/>
                </a:cxn>
                <a:cxn ang="0">
                  <a:pos x="0" y="65"/>
                </a:cxn>
                <a:cxn ang="0">
                  <a:pos x="0" y="65"/>
                </a:cxn>
                <a:cxn ang="0">
                  <a:pos x="0" y="67"/>
                </a:cxn>
                <a:cxn ang="0">
                  <a:pos x="1" y="69"/>
                </a:cxn>
                <a:cxn ang="0">
                  <a:pos x="2" y="70"/>
                </a:cxn>
                <a:cxn ang="0">
                  <a:pos x="4" y="71"/>
                </a:cxn>
                <a:cxn ang="0">
                  <a:pos x="5" y="71"/>
                </a:cxn>
                <a:cxn ang="0">
                  <a:pos x="7" y="70"/>
                </a:cxn>
                <a:cxn ang="0">
                  <a:pos x="8" y="69"/>
                </a:cxn>
                <a:cxn ang="0">
                  <a:pos x="9" y="67"/>
                </a:cxn>
                <a:cxn ang="0">
                  <a:pos x="9" y="67"/>
                </a:cxn>
                <a:cxn ang="0">
                  <a:pos x="12" y="59"/>
                </a:cxn>
                <a:cxn ang="0">
                  <a:pos x="16" y="52"/>
                </a:cxn>
                <a:cxn ang="0">
                  <a:pos x="21" y="44"/>
                </a:cxn>
                <a:cxn ang="0">
                  <a:pos x="27" y="37"/>
                </a:cxn>
                <a:cxn ang="0">
                  <a:pos x="37" y="23"/>
                </a:cxn>
                <a:cxn ang="0">
                  <a:pos x="42" y="16"/>
                </a:cxn>
                <a:cxn ang="0">
                  <a:pos x="46" y="7"/>
                </a:cxn>
                <a:cxn ang="0">
                  <a:pos x="46" y="7"/>
                </a:cxn>
                <a:cxn ang="0">
                  <a:pos x="47" y="5"/>
                </a:cxn>
                <a:cxn ang="0">
                  <a:pos x="46" y="3"/>
                </a:cxn>
                <a:cxn ang="0">
                  <a:pos x="44" y="0"/>
                </a:cxn>
                <a:cxn ang="0">
                  <a:pos x="42" y="0"/>
                </a:cxn>
                <a:cxn ang="0">
                  <a:pos x="41" y="0"/>
                </a:cxn>
                <a:cxn ang="0">
                  <a:pos x="39" y="1"/>
                </a:cxn>
                <a:cxn ang="0">
                  <a:pos x="38" y="2"/>
                </a:cxn>
                <a:cxn ang="0">
                  <a:pos x="38" y="2"/>
                </a:cxn>
              </a:cxnLst>
              <a:rect l="0" t="0" r="r" b="b"/>
              <a:pathLst>
                <a:path w="47" h="71">
                  <a:moveTo>
                    <a:pt x="38" y="2"/>
                  </a:moveTo>
                  <a:lnTo>
                    <a:pt x="38" y="2"/>
                  </a:lnTo>
                  <a:lnTo>
                    <a:pt x="34" y="10"/>
                  </a:lnTo>
                  <a:lnTo>
                    <a:pt x="29" y="19"/>
                  </a:lnTo>
                  <a:lnTo>
                    <a:pt x="17" y="33"/>
                  </a:lnTo>
                  <a:lnTo>
                    <a:pt x="12" y="40"/>
                  </a:lnTo>
                  <a:lnTo>
                    <a:pt x="7" y="48"/>
                  </a:lnTo>
                  <a:lnTo>
                    <a:pt x="3" y="56"/>
                  </a:lnTo>
                  <a:lnTo>
                    <a:pt x="0" y="65"/>
                  </a:lnTo>
                  <a:lnTo>
                    <a:pt x="0" y="65"/>
                  </a:lnTo>
                  <a:lnTo>
                    <a:pt x="0" y="67"/>
                  </a:lnTo>
                  <a:lnTo>
                    <a:pt x="1" y="69"/>
                  </a:lnTo>
                  <a:lnTo>
                    <a:pt x="2" y="70"/>
                  </a:lnTo>
                  <a:lnTo>
                    <a:pt x="4" y="71"/>
                  </a:lnTo>
                  <a:lnTo>
                    <a:pt x="5" y="71"/>
                  </a:lnTo>
                  <a:lnTo>
                    <a:pt x="7" y="70"/>
                  </a:lnTo>
                  <a:lnTo>
                    <a:pt x="8" y="69"/>
                  </a:lnTo>
                  <a:lnTo>
                    <a:pt x="9" y="67"/>
                  </a:lnTo>
                  <a:lnTo>
                    <a:pt x="9" y="67"/>
                  </a:lnTo>
                  <a:lnTo>
                    <a:pt x="12" y="59"/>
                  </a:lnTo>
                  <a:lnTo>
                    <a:pt x="16" y="52"/>
                  </a:lnTo>
                  <a:lnTo>
                    <a:pt x="21" y="44"/>
                  </a:lnTo>
                  <a:lnTo>
                    <a:pt x="27" y="37"/>
                  </a:lnTo>
                  <a:lnTo>
                    <a:pt x="37" y="23"/>
                  </a:lnTo>
                  <a:lnTo>
                    <a:pt x="42" y="16"/>
                  </a:lnTo>
                  <a:lnTo>
                    <a:pt x="46" y="7"/>
                  </a:lnTo>
                  <a:lnTo>
                    <a:pt x="46" y="7"/>
                  </a:lnTo>
                  <a:lnTo>
                    <a:pt x="47" y="5"/>
                  </a:lnTo>
                  <a:lnTo>
                    <a:pt x="46" y="3"/>
                  </a:lnTo>
                  <a:lnTo>
                    <a:pt x="44" y="0"/>
                  </a:lnTo>
                  <a:lnTo>
                    <a:pt x="42" y="0"/>
                  </a:lnTo>
                  <a:lnTo>
                    <a:pt x="41" y="0"/>
                  </a:lnTo>
                  <a:lnTo>
                    <a:pt x="39" y="1"/>
                  </a:lnTo>
                  <a:lnTo>
                    <a:pt x="38" y="2"/>
                  </a:lnTo>
                  <a:lnTo>
                    <a:pt x="3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3" name="Freeform 376"/>
            <p:cNvSpPr/>
            <p:nvPr/>
          </p:nvSpPr>
          <p:spPr bwMode="auto">
            <a:xfrm>
              <a:off x="4721225" y="3125788"/>
              <a:ext cx="33338" cy="38100"/>
            </a:xfrm>
            <a:custGeom>
              <a:avLst/>
              <a:gdLst/>
              <a:ahLst/>
              <a:cxnLst>
                <a:cxn ang="0">
                  <a:pos x="54" y="1"/>
                </a:cxn>
                <a:cxn ang="0">
                  <a:pos x="54" y="1"/>
                </a:cxn>
                <a:cxn ang="0">
                  <a:pos x="40" y="17"/>
                </a:cxn>
                <a:cxn ang="0">
                  <a:pos x="28" y="32"/>
                </a:cxn>
                <a:cxn ang="0">
                  <a:pos x="15" y="49"/>
                </a:cxn>
                <a:cxn ang="0">
                  <a:pos x="2" y="63"/>
                </a:cxn>
                <a:cxn ang="0">
                  <a:pos x="2" y="63"/>
                </a:cxn>
                <a:cxn ang="0">
                  <a:pos x="0" y="66"/>
                </a:cxn>
                <a:cxn ang="0">
                  <a:pos x="0" y="68"/>
                </a:cxn>
                <a:cxn ang="0">
                  <a:pos x="1" y="69"/>
                </a:cxn>
                <a:cxn ang="0">
                  <a:pos x="2" y="71"/>
                </a:cxn>
                <a:cxn ang="0">
                  <a:pos x="3" y="72"/>
                </a:cxn>
                <a:cxn ang="0">
                  <a:pos x="5" y="72"/>
                </a:cxn>
                <a:cxn ang="0">
                  <a:pos x="6" y="72"/>
                </a:cxn>
                <a:cxn ang="0">
                  <a:pos x="8" y="71"/>
                </a:cxn>
                <a:cxn ang="0">
                  <a:pos x="8" y="71"/>
                </a:cxn>
                <a:cxn ang="0">
                  <a:pos x="22" y="55"/>
                </a:cxn>
                <a:cxn ang="0">
                  <a:pos x="34" y="40"/>
                </a:cxn>
                <a:cxn ang="0">
                  <a:pos x="47" y="24"/>
                </a:cxn>
                <a:cxn ang="0">
                  <a:pos x="61" y="9"/>
                </a:cxn>
                <a:cxn ang="0">
                  <a:pos x="61" y="9"/>
                </a:cxn>
                <a:cxn ang="0">
                  <a:pos x="62" y="7"/>
                </a:cxn>
                <a:cxn ang="0">
                  <a:pos x="62" y="6"/>
                </a:cxn>
                <a:cxn ang="0">
                  <a:pos x="61" y="4"/>
                </a:cxn>
                <a:cxn ang="0">
                  <a:pos x="60" y="3"/>
                </a:cxn>
                <a:cxn ang="0">
                  <a:pos x="59" y="1"/>
                </a:cxn>
                <a:cxn ang="0">
                  <a:pos x="57" y="0"/>
                </a:cxn>
                <a:cxn ang="0">
                  <a:pos x="56" y="0"/>
                </a:cxn>
                <a:cxn ang="0">
                  <a:pos x="54" y="1"/>
                </a:cxn>
                <a:cxn ang="0">
                  <a:pos x="54" y="1"/>
                </a:cxn>
              </a:cxnLst>
              <a:rect l="0" t="0" r="r" b="b"/>
              <a:pathLst>
                <a:path w="62" h="72">
                  <a:moveTo>
                    <a:pt x="54" y="1"/>
                  </a:moveTo>
                  <a:lnTo>
                    <a:pt x="54" y="1"/>
                  </a:lnTo>
                  <a:lnTo>
                    <a:pt x="40" y="17"/>
                  </a:lnTo>
                  <a:lnTo>
                    <a:pt x="28" y="32"/>
                  </a:lnTo>
                  <a:lnTo>
                    <a:pt x="15" y="49"/>
                  </a:lnTo>
                  <a:lnTo>
                    <a:pt x="2" y="63"/>
                  </a:lnTo>
                  <a:lnTo>
                    <a:pt x="2" y="63"/>
                  </a:lnTo>
                  <a:lnTo>
                    <a:pt x="0" y="66"/>
                  </a:lnTo>
                  <a:lnTo>
                    <a:pt x="0" y="68"/>
                  </a:lnTo>
                  <a:lnTo>
                    <a:pt x="1" y="69"/>
                  </a:lnTo>
                  <a:lnTo>
                    <a:pt x="2" y="71"/>
                  </a:lnTo>
                  <a:lnTo>
                    <a:pt x="3" y="72"/>
                  </a:lnTo>
                  <a:lnTo>
                    <a:pt x="5" y="72"/>
                  </a:lnTo>
                  <a:lnTo>
                    <a:pt x="6" y="72"/>
                  </a:lnTo>
                  <a:lnTo>
                    <a:pt x="8" y="71"/>
                  </a:lnTo>
                  <a:lnTo>
                    <a:pt x="8" y="71"/>
                  </a:lnTo>
                  <a:lnTo>
                    <a:pt x="22" y="55"/>
                  </a:lnTo>
                  <a:lnTo>
                    <a:pt x="34" y="40"/>
                  </a:lnTo>
                  <a:lnTo>
                    <a:pt x="47" y="24"/>
                  </a:lnTo>
                  <a:lnTo>
                    <a:pt x="61" y="9"/>
                  </a:lnTo>
                  <a:lnTo>
                    <a:pt x="61" y="9"/>
                  </a:lnTo>
                  <a:lnTo>
                    <a:pt x="62" y="7"/>
                  </a:lnTo>
                  <a:lnTo>
                    <a:pt x="62" y="6"/>
                  </a:lnTo>
                  <a:lnTo>
                    <a:pt x="61" y="4"/>
                  </a:lnTo>
                  <a:lnTo>
                    <a:pt x="60" y="3"/>
                  </a:lnTo>
                  <a:lnTo>
                    <a:pt x="59" y="1"/>
                  </a:lnTo>
                  <a:lnTo>
                    <a:pt x="57" y="0"/>
                  </a:lnTo>
                  <a:lnTo>
                    <a:pt x="56" y="0"/>
                  </a:lnTo>
                  <a:lnTo>
                    <a:pt x="54" y="1"/>
                  </a:lnTo>
                  <a:lnTo>
                    <a:pt x="5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4" name="Freeform 377"/>
            <p:cNvSpPr/>
            <p:nvPr/>
          </p:nvSpPr>
          <p:spPr bwMode="auto">
            <a:xfrm>
              <a:off x="4311650" y="3119438"/>
              <a:ext cx="20638" cy="39688"/>
            </a:xfrm>
            <a:custGeom>
              <a:avLst/>
              <a:gdLst/>
              <a:ahLst/>
              <a:cxnLst>
                <a:cxn ang="0">
                  <a:pos x="39" y="4"/>
                </a:cxn>
                <a:cxn ang="0">
                  <a:pos x="39" y="4"/>
                </a:cxn>
                <a:cxn ang="0">
                  <a:pos x="38" y="2"/>
                </a:cxn>
                <a:cxn ang="0">
                  <a:pos x="37" y="1"/>
                </a:cxn>
                <a:cxn ang="0">
                  <a:pos x="35" y="0"/>
                </a:cxn>
                <a:cxn ang="0">
                  <a:pos x="33" y="0"/>
                </a:cxn>
                <a:cxn ang="0">
                  <a:pos x="31" y="0"/>
                </a:cxn>
                <a:cxn ang="0">
                  <a:pos x="30" y="1"/>
                </a:cxn>
                <a:cxn ang="0">
                  <a:pos x="29" y="2"/>
                </a:cxn>
                <a:cxn ang="0">
                  <a:pos x="29" y="4"/>
                </a:cxn>
                <a:cxn ang="0">
                  <a:pos x="29" y="4"/>
                </a:cxn>
                <a:cxn ang="0">
                  <a:pos x="29" y="14"/>
                </a:cxn>
                <a:cxn ang="0">
                  <a:pos x="28" y="24"/>
                </a:cxn>
                <a:cxn ang="0">
                  <a:pos x="26" y="33"/>
                </a:cxn>
                <a:cxn ang="0">
                  <a:pos x="24" y="38"/>
                </a:cxn>
                <a:cxn ang="0">
                  <a:pos x="21" y="42"/>
                </a:cxn>
                <a:cxn ang="0">
                  <a:pos x="21" y="42"/>
                </a:cxn>
                <a:cxn ang="0">
                  <a:pos x="17" y="50"/>
                </a:cxn>
                <a:cxn ang="0">
                  <a:pos x="12" y="56"/>
                </a:cxn>
                <a:cxn ang="0">
                  <a:pos x="1" y="68"/>
                </a:cxn>
                <a:cxn ang="0">
                  <a:pos x="1" y="68"/>
                </a:cxn>
                <a:cxn ang="0">
                  <a:pos x="0" y="70"/>
                </a:cxn>
                <a:cxn ang="0">
                  <a:pos x="0" y="71"/>
                </a:cxn>
                <a:cxn ang="0">
                  <a:pos x="1" y="73"/>
                </a:cxn>
                <a:cxn ang="0">
                  <a:pos x="2" y="74"/>
                </a:cxn>
                <a:cxn ang="0">
                  <a:pos x="6" y="75"/>
                </a:cxn>
                <a:cxn ang="0">
                  <a:pos x="8" y="74"/>
                </a:cxn>
                <a:cxn ang="0">
                  <a:pos x="10" y="73"/>
                </a:cxn>
                <a:cxn ang="0">
                  <a:pos x="10" y="73"/>
                </a:cxn>
                <a:cxn ang="0">
                  <a:pos x="15" y="65"/>
                </a:cxn>
                <a:cxn ang="0">
                  <a:pos x="22" y="57"/>
                </a:cxn>
                <a:cxn ang="0">
                  <a:pos x="28" y="50"/>
                </a:cxn>
                <a:cxn ang="0">
                  <a:pos x="33" y="41"/>
                </a:cxn>
                <a:cxn ang="0">
                  <a:pos x="33" y="41"/>
                </a:cxn>
                <a:cxn ang="0">
                  <a:pos x="35" y="37"/>
                </a:cxn>
                <a:cxn ang="0">
                  <a:pos x="37" y="32"/>
                </a:cxn>
                <a:cxn ang="0">
                  <a:pos x="39" y="23"/>
                </a:cxn>
                <a:cxn ang="0">
                  <a:pos x="39" y="4"/>
                </a:cxn>
                <a:cxn ang="0">
                  <a:pos x="39" y="4"/>
                </a:cxn>
              </a:cxnLst>
              <a:rect l="0" t="0" r="r" b="b"/>
              <a:pathLst>
                <a:path w="39" h="75">
                  <a:moveTo>
                    <a:pt x="39" y="4"/>
                  </a:moveTo>
                  <a:lnTo>
                    <a:pt x="39" y="4"/>
                  </a:lnTo>
                  <a:lnTo>
                    <a:pt x="38" y="2"/>
                  </a:lnTo>
                  <a:lnTo>
                    <a:pt x="37" y="1"/>
                  </a:lnTo>
                  <a:lnTo>
                    <a:pt x="35" y="0"/>
                  </a:lnTo>
                  <a:lnTo>
                    <a:pt x="33" y="0"/>
                  </a:lnTo>
                  <a:lnTo>
                    <a:pt x="31" y="0"/>
                  </a:lnTo>
                  <a:lnTo>
                    <a:pt x="30" y="1"/>
                  </a:lnTo>
                  <a:lnTo>
                    <a:pt x="29" y="2"/>
                  </a:lnTo>
                  <a:lnTo>
                    <a:pt x="29" y="4"/>
                  </a:lnTo>
                  <a:lnTo>
                    <a:pt x="29" y="4"/>
                  </a:lnTo>
                  <a:lnTo>
                    <a:pt x="29" y="14"/>
                  </a:lnTo>
                  <a:lnTo>
                    <a:pt x="28" y="24"/>
                  </a:lnTo>
                  <a:lnTo>
                    <a:pt x="26" y="33"/>
                  </a:lnTo>
                  <a:lnTo>
                    <a:pt x="24" y="38"/>
                  </a:lnTo>
                  <a:lnTo>
                    <a:pt x="21" y="42"/>
                  </a:lnTo>
                  <a:lnTo>
                    <a:pt x="21" y="42"/>
                  </a:lnTo>
                  <a:lnTo>
                    <a:pt x="17" y="50"/>
                  </a:lnTo>
                  <a:lnTo>
                    <a:pt x="12" y="56"/>
                  </a:lnTo>
                  <a:lnTo>
                    <a:pt x="1" y="68"/>
                  </a:lnTo>
                  <a:lnTo>
                    <a:pt x="1" y="68"/>
                  </a:lnTo>
                  <a:lnTo>
                    <a:pt x="0" y="70"/>
                  </a:lnTo>
                  <a:lnTo>
                    <a:pt x="0" y="71"/>
                  </a:lnTo>
                  <a:lnTo>
                    <a:pt x="1" y="73"/>
                  </a:lnTo>
                  <a:lnTo>
                    <a:pt x="2" y="74"/>
                  </a:lnTo>
                  <a:lnTo>
                    <a:pt x="6" y="75"/>
                  </a:lnTo>
                  <a:lnTo>
                    <a:pt x="8" y="74"/>
                  </a:lnTo>
                  <a:lnTo>
                    <a:pt x="10" y="73"/>
                  </a:lnTo>
                  <a:lnTo>
                    <a:pt x="10" y="73"/>
                  </a:lnTo>
                  <a:lnTo>
                    <a:pt x="15" y="65"/>
                  </a:lnTo>
                  <a:lnTo>
                    <a:pt x="22" y="57"/>
                  </a:lnTo>
                  <a:lnTo>
                    <a:pt x="28" y="50"/>
                  </a:lnTo>
                  <a:lnTo>
                    <a:pt x="33" y="41"/>
                  </a:lnTo>
                  <a:lnTo>
                    <a:pt x="33" y="41"/>
                  </a:lnTo>
                  <a:lnTo>
                    <a:pt x="35" y="37"/>
                  </a:lnTo>
                  <a:lnTo>
                    <a:pt x="37" y="32"/>
                  </a:lnTo>
                  <a:lnTo>
                    <a:pt x="39" y="23"/>
                  </a:lnTo>
                  <a:lnTo>
                    <a:pt x="39" y="4"/>
                  </a:lnTo>
                  <a:lnTo>
                    <a:pt x="3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5" name="Freeform 378"/>
            <p:cNvSpPr/>
            <p:nvPr/>
          </p:nvSpPr>
          <p:spPr bwMode="auto">
            <a:xfrm>
              <a:off x="4568825" y="3319463"/>
              <a:ext cx="41275" cy="146050"/>
            </a:xfrm>
            <a:custGeom>
              <a:avLst/>
              <a:gdLst/>
              <a:ahLst/>
              <a:cxnLst>
                <a:cxn ang="0">
                  <a:pos x="72" y="2"/>
                </a:cxn>
                <a:cxn ang="0">
                  <a:pos x="72" y="2"/>
                </a:cxn>
                <a:cxn ang="0">
                  <a:pos x="64" y="16"/>
                </a:cxn>
                <a:cxn ang="0">
                  <a:pos x="58" y="30"/>
                </a:cxn>
                <a:cxn ang="0">
                  <a:pos x="51" y="45"/>
                </a:cxn>
                <a:cxn ang="0">
                  <a:pos x="47" y="60"/>
                </a:cxn>
                <a:cxn ang="0">
                  <a:pos x="40" y="91"/>
                </a:cxn>
                <a:cxn ang="0">
                  <a:pos x="34" y="122"/>
                </a:cxn>
                <a:cxn ang="0">
                  <a:pos x="34" y="122"/>
                </a:cxn>
                <a:cxn ang="0">
                  <a:pos x="26" y="158"/>
                </a:cxn>
                <a:cxn ang="0">
                  <a:pos x="17" y="195"/>
                </a:cxn>
                <a:cxn ang="0">
                  <a:pos x="17" y="195"/>
                </a:cxn>
                <a:cxn ang="0">
                  <a:pos x="12" y="214"/>
                </a:cxn>
                <a:cxn ang="0">
                  <a:pos x="7" y="233"/>
                </a:cxn>
                <a:cxn ang="0">
                  <a:pos x="3" y="251"/>
                </a:cxn>
                <a:cxn ang="0">
                  <a:pos x="1" y="260"/>
                </a:cxn>
                <a:cxn ang="0">
                  <a:pos x="0" y="270"/>
                </a:cxn>
                <a:cxn ang="0">
                  <a:pos x="0" y="270"/>
                </a:cxn>
                <a:cxn ang="0">
                  <a:pos x="0" y="272"/>
                </a:cxn>
                <a:cxn ang="0">
                  <a:pos x="1" y="274"/>
                </a:cxn>
                <a:cxn ang="0">
                  <a:pos x="3" y="274"/>
                </a:cxn>
                <a:cxn ang="0">
                  <a:pos x="5" y="275"/>
                </a:cxn>
                <a:cxn ang="0">
                  <a:pos x="6" y="274"/>
                </a:cxn>
                <a:cxn ang="0">
                  <a:pos x="8" y="274"/>
                </a:cxn>
                <a:cxn ang="0">
                  <a:pos x="9" y="272"/>
                </a:cxn>
                <a:cxn ang="0">
                  <a:pos x="9" y="270"/>
                </a:cxn>
                <a:cxn ang="0">
                  <a:pos x="9" y="270"/>
                </a:cxn>
                <a:cxn ang="0">
                  <a:pos x="10" y="260"/>
                </a:cxn>
                <a:cxn ang="0">
                  <a:pos x="12" y="251"/>
                </a:cxn>
                <a:cxn ang="0">
                  <a:pos x="16" y="234"/>
                </a:cxn>
                <a:cxn ang="0">
                  <a:pos x="21" y="216"/>
                </a:cxn>
                <a:cxn ang="0">
                  <a:pos x="27" y="197"/>
                </a:cxn>
                <a:cxn ang="0">
                  <a:pos x="27" y="197"/>
                </a:cxn>
                <a:cxn ang="0">
                  <a:pos x="40" y="133"/>
                </a:cxn>
                <a:cxn ang="0">
                  <a:pos x="40" y="133"/>
                </a:cxn>
                <a:cxn ang="0">
                  <a:pos x="47" y="100"/>
                </a:cxn>
                <a:cxn ang="0">
                  <a:pos x="55" y="68"/>
                </a:cxn>
                <a:cxn ang="0">
                  <a:pos x="60" y="52"/>
                </a:cxn>
                <a:cxn ang="0">
                  <a:pos x="65" y="36"/>
                </a:cxn>
                <a:cxn ang="0">
                  <a:pos x="72" y="21"/>
                </a:cxn>
                <a:cxn ang="0">
                  <a:pos x="80" y="6"/>
                </a:cxn>
                <a:cxn ang="0">
                  <a:pos x="80" y="6"/>
                </a:cxn>
                <a:cxn ang="0">
                  <a:pos x="80" y="5"/>
                </a:cxn>
                <a:cxn ang="0">
                  <a:pos x="80" y="3"/>
                </a:cxn>
                <a:cxn ang="0">
                  <a:pos x="79" y="2"/>
                </a:cxn>
                <a:cxn ang="0">
                  <a:pos x="78" y="0"/>
                </a:cxn>
                <a:cxn ang="0">
                  <a:pos x="77" y="0"/>
                </a:cxn>
                <a:cxn ang="0">
                  <a:pos x="75" y="0"/>
                </a:cxn>
                <a:cxn ang="0">
                  <a:pos x="73" y="0"/>
                </a:cxn>
                <a:cxn ang="0">
                  <a:pos x="72" y="2"/>
                </a:cxn>
                <a:cxn ang="0">
                  <a:pos x="72" y="2"/>
                </a:cxn>
              </a:cxnLst>
              <a:rect l="0" t="0" r="r" b="b"/>
              <a:pathLst>
                <a:path w="80" h="275">
                  <a:moveTo>
                    <a:pt x="72" y="2"/>
                  </a:moveTo>
                  <a:lnTo>
                    <a:pt x="72" y="2"/>
                  </a:lnTo>
                  <a:lnTo>
                    <a:pt x="64" y="16"/>
                  </a:lnTo>
                  <a:lnTo>
                    <a:pt x="58" y="30"/>
                  </a:lnTo>
                  <a:lnTo>
                    <a:pt x="51" y="45"/>
                  </a:lnTo>
                  <a:lnTo>
                    <a:pt x="47" y="60"/>
                  </a:lnTo>
                  <a:lnTo>
                    <a:pt x="40" y="91"/>
                  </a:lnTo>
                  <a:lnTo>
                    <a:pt x="34" y="122"/>
                  </a:lnTo>
                  <a:lnTo>
                    <a:pt x="34" y="122"/>
                  </a:lnTo>
                  <a:lnTo>
                    <a:pt x="26" y="158"/>
                  </a:lnTo>
                  <a:lnTo>
                    <a:pt x="17" y="195"/>
                  </a:lnTo>
                  <a:lnTo>
                    <a:pt x="17" y="195"/>
                  </a:lnTo>
                  <a:lnTo>
                    <a:pt x="12" y="214"/>
                  </a:lnTo>
                  <a:lnTo>
                    <a:pt x="7" y="233"/>
                  </a:lnTo>
                  <a:lnTo>
                    <a:pt x="3" y="251"/>
                  </a:lnTo>
                  <a:lnTo>
                    <a:pt x="1" y="260"/>
                  </a:lnTo>
                  <a:lnTo>
                    <a:pt x="0" y="270"/>
                  </a:lnTo>
                  <a:lnTo>
                    <a:pt x="0" y="270"/>
                  </a:lnTo>
                  <a:lnTo>
                    <a:pt x="0" y="272"/>
                  </a:lnTo>
                  <a:lnTo>
                    <a:pt x="1" y="274"/>
                  </a:lnTo>
                  <a:lnTo>
                    <a:pt x="3" y="274"/>
                  </a:lnTo>
                  <a:lnTo>
                    <a:pt x="5" y="275"/>
                  </a:lnTo>
                  <a:lnTo>
                    <a:pt x="6" y="274"/>
                  </a:lnTo>
                  <a:lnTo>
                    <a:pt x="8" y="274"/>
                  </a:lnTo>
                  <a:lnTo>
                    <a:pt x="9" y="272"/>
                  </a:lnTo>
                  <a:lnTo>
                    <a:pt x="9" y="270"/>
                  </a:lnTo>
                  <a:lnTo>
                    <a:pt x="9" y="270"/>
                  </a:lnTo>
                  <a:lnTo>
                    <a:pt x="10" y="260"/>
                  </a:lnTo>
                  <a:lnTo>
                    <a:pt x="12" y="251"/>
                  </a:lnTo>
                  <a:lnTo>
                    <a:pt x="16" y="234"/>
                  </a:lnTo>
                  <a:lnTo>
                    <a:pt x="21" y="216"/>
                  </a:lnTo>
                  <a:lnTo>
                    <a:pt x="27" y="197"/>
                  </a:lnTo>
                  <a:lnTo>
                    <a:pt x="27" y="197"/>
                  </a:lnTo>
                  <a:lnTo>
                    <a:pt x="40" y="133"/>
                  </a:lnTo>
                  <a:lnTo>
                    <a:pt x="40" y="133"/>
                  </a:lnTo>
                  <a:lnTo>
                    <a:pt x="47" y="100"/>
                  </a:lnTo>
                  <a:lnTo>
                    <a:pt x="55" y="68"/>
                  </a:lnTo>
                  <a:lnTo>
                    <a:pt x="60" y="52"/>
                  </a:lnTo>
                  <a:lnTo>
                    <a:pt x="65" y="36"/>
                  </a:lnTo>
                  <a:lnTo>
                    <a:pt x="72" y="21"/>
                  </a:lnTo>
                  <a:lnTo>
                    <a:pt x="80" y="6"/>
                  </a:lnTo>
                  <a:lnTo>
                    <a:pt x="80" y="6"/>
                  </a:lnTo>
                  <a:lnTo>
                    <a:pt x="80" y="5"/>
                  </a:lnTo>
                  <a:lnTo>
                    <a:pt x="80" y="3"/>
                  </a:lnTo>
                  <a:lnTo>
                    <a:pt x="79" y="2"/>
                  </a:lnTo>
                  <a:lnTo>
                    <a:pt x="78" y="0"/>
                  </a:lnTo>
                  <a:lnTo>
                    <a:pt x="77" y="0"/>
                  </a:lnTo>
                  <a:lnTo>
                    <a:pt x="75" y="0"/>
                  </a:lnTo>
                  <a:lnTo>
                    <a:pt x="73" y="0"/>
                  </a:lnTo>
                  <a:lnTo>
                    <a:pt x="72" y="2"/>
                  </a:lnTo>
                  <a:lnTo>
                    <a:pt x="7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6" name="Freeform 379"/>
            <p:cNvSpPr/>
            <p:nvPr/>
          </p:nvSpPr>
          <p:spPr bwMode="auto">
            <a:xfrm>
              <a:off x="4610100" y="3270250"/>
              <a:ext cx="46038" cy="166688"/>
            </a:xfrm>
            <a:custGeom>
              <a:avLst/>
              <a:gdLst/>
              <a:ahLst/>
              <a:cxnLst>
                <a:cxn ang="0">
                  <a:pos x="77" y="3"/>
                </a:cxn>
                <a:cxn ang="0">
                  <a:pos x="77" y="3"/>
                </a:cxn>
                <a:cxn ang="0">
                  <a:pos x="72" y="21"/>
                </a:cxn>
                <a:cxn ang="0">
                  <a:pos x="65" y="38"/>
                </a:cxn>
                <a:cxn ang="0">
                  <a:pos x="58" y="55"/>
                </a:cxn>
                <a:cxn ang="0">
                  <a:pos x="53" y="72"/>
                </a:cxn>
                <a:cxn ang="0">
                  <a:pos x="53" y="72"/>
                </a:cxn>
                <a:cxn ang="0">
                  <a:pos x="31" y="156"/>
                </a:cxn>
                <a:cxn ang="0">
                  <a:pos x="31" y="156"/>
                </a:cxn>
                <a:cxn ang="0">
                  <a:pos x="27" y="177"/>
                </a:cxn>
                <a:cxn ang="0">
                  <a:pos x="24" y="197"/>
                </a:cxn>
                <a:cxn ang="0">
                  <a:pos x="20" y="219"/>
                </a:cxn>
                <a:cxn ang="0">
                  <a:pos x="16" y="240"/>
                </a:cxn>
                <a:cxn ang="0">
                  <a:pos x="16" y="240"/>
                </a:cxn>
                <a:cxn ang="0">
                  <a:pos x="7" y="276"/>
                </a:cxn>
                <a:cxn ang="0">
                  <a:pos x="2" y="293"/>
                </a:cxn>
                <a:cxn ang="0">
                  <a:pos x="0" y="313"/>
                </a:cxn>
                <a:cxn ang="0">
                  <a:pos x="0" y="313"/>
                </a:cxn>
                <a:cxn ang="0">
                  <a:pos x="1" y="315"/>
                </a:cxn>
                <a:cxn ang="0">
                  <a:pos x="1" y="316"/>
                </a:cxn>
                <a:cxn ang="0">
                  <a:pos x="3" y="317"/>
                </a:cxn>
                <a:cxn ang="0">
                  <a:pos x="6" y="317"/>
                </a:cxn>
                <a:cxn ang="0">
                  <a:pos x="7" y="317"/>
                </a:cxn>
                <a:cxn ang="0">
                  <a:pos x="9" y="316"/>
                </a:cxn>
                <a:cxn ang="0">
                  <a:pos x="10" y="315"/>
                </a:cxn>
                <a:cxn ang="0">
                  <a:pos x="10" y="313"/>
                </a:cxn>
                <a:cxn ang="0">
                  <a:pos x="10" y="313"/>
                </a:cxn>
                <a:cxn ang="0">
                  <a:pos x="11" y="303"/>
                </a:cxn>
                <a:cxn ang="0">
                  <a:pos x="13" y="292"/>
                </a:cxn>
                <a:cxn ang="0">
                  <a:pos x="17" y="273"/>
                </a:cxn>
                <a:cxn ang="0">
                  <a:pos x="27" y="234"/>
                </a:cxn>
                <a:cxn ang="0">
                  <a:pos x="27" y="234"/>
                </a:cxn>
                <a:cxn ang="0">
                  <a:pos x="31" y="215"/>
                </a:cxn>
                <a:cxn ang="0">
                  <a:pos x="34" y="196"/>
                </a:cxn>
                <a:cxn ang="0">
                  <a:pos x="36" y="177"/>
                </a:cxn>
                <a:cxn ang="0">
                  <a:pos x="41" y="158"/>
                </a:cxn>
                <a:cxn ang="0">
                  <a:pos x="41" y="158"/>
                </a:cxn>
                <a:cxn ang="0">
                  <a:pos x="60" y="84"/>
                </a:cxn>
                <a:cxn ang="0">
                  <a:pos x="60" y="84"/>
                </a:cxn>
                <a:cxn ang="0">
                  <a:pos x="66" y="64"/>
                </a:cxn>
                <a:cxn ang="0">
                  <a:pos x="73" y="44"/>
                </a:cxn>
                <a:cxn ang="0">
                  <a:pos x="80" y="26"/>
                </a:cxn>
                <a:cxn ang="0">
                  <a:pos x="86" y="6"/>
                </a:cxn>
                <a:cxn ang="0">
                  <a:pos x="86" y="6"/>
                </a:cxn>
                <a:cxn ang="0">
                  <a:pos x="86" y="4"/>
                </a:cxn>
                <a:cxn ang="0">
                  <a:pos x="85" y="2"/>
                </a:cxn>
                <a:cxn ang="0">
                  <a:pos x="84" y="1"/>
                </a:cxn>
                <a:cxn ang="0">
                  <a:pos x="82" y="0"/>
                </a:cxn>
                <a:cxn ang="0">
                  <a:pos x="81" y="0"/>
                </a:cxn>
                <a:cxn ang="0">
                  <a:pos x="79" y="0"/>
                </a:cxn>
                <a:cxn ang="0">
                  <a:pos x="78" y="1"/>
                </a:cxn>
                <a:cxn ang="0">
                  <a:pos x="77" y="3"/>
                </a:cxn>
                <a:cxn ang="0">
                  <a:pos x="77" y="3"/>
                </a:cxn>
              </a:cxnLst>
              <a:rect l="0" t="0" r="r" b="b"/>
              <a:pathLst>
                <a:path w="86" h="317">
                  <a:moveTo>
                    <a:pt x="77" y="3"/>
                  </a:moveTo>
                  <a:lnTo>
                    <a:pt x="77" y="3"/>
                  </a:lnTo>
                  <a:lnTo>
                    <a:pt x="72" y="21"/>
                  </a:lnTo>
                  <a:lnTo>
                    <a:pt x="65" y="38"/>
                  </a:lnTo>
                  <a:lnTo>
                    <a:pt x="58" y="55"/>
                  </a:lnTo>
                  <a:lnTo>
                    <a:pt x="53" y="72"/>
                  </a:lnTo>
                  <a:lnTo>
                    <a:pt x="53" y="72"/>
                  </a:lnTo>
                  <a:lnTo>
                    <a:pt x="31" y="156"/>
                  </a:lnTo>
                  <a:lnTo>
                    <a:pt x="31" y="156"/>
                  </a:lnTo>
                  <a:lnTo>
                    <a:pt x="27" y="177"/>
                  </a:lnTo>
                  <a:lnTo>
                    <a:pt x="24" y="197"/>
                  </a:lnTo>
                  <a:lnTo>
                    <a:pt x="20" y="219"/>
                  </a:lnTo>
                  <a:lnTo>
                    <a:pt x="16" y="240"/>
                  </a:lnTo>
                  <a:lnTo>
                    <a:pt x="16" y="240"/>
                  </a:lnTo>
                  <a:lnTo>
                    <a:pt x="7" y="276"/>
                  </a:lnTo>
                  <a:lnTo>
                    <a:pt x="2" y="293"/>
                  </a:lnTo>
                  <a:lnTo>
                    <a:pt x="0" y="313"/>
                  </a:lnTo>
                  <a:lnTo>
                    <a:pt x="0" y="313"/>
                  </a:lnTo>
                  <a:lnTo>
                    <a:pt x="1" y="315"/>
                  </a:lnTo>
                  <a:lnTo>
                    <a:pt x="1" y="316"/>
                  </a:lnTo>
                  <a:lnTo>
                    <a:pt x="3" y="317"/>
                  </a:lnTo>
                  <a:lnTo>
                    <a:pt x="6" y="317"/>
                  </a:lnTo>
                  <a:lnTo>
                    <a:pt x="7" y="317"/>
                  </a:lnTo>
                  <a:lnTo>
                    <a:pt x="9" y="316"/>
                  </a:lnTo>
                  <a:lnTo>
                    <a:pt x="10" y="315"/>
                  </a:lnTo>
                  <a:lnTo>
                    <a:pt x="10" y="313"/>
                  </a:lnTo>
                  <a:lnTo>
                    <a:pt x="10" y="313"/>
                  </a:lnTo>
                  <a:lnTo>
                    <a:pt x="11" y="303"/>
                  </a:lnTo>
                  <a:lnTo>
                    <a:pt x="13" y="292"/>
                  </a:lnTo>
                  <a:lnTo>
                    <a:pt x="17" y="273"/>
                  </a:lnTo>
                  <a:lnTo>
                    <a:pt x="27" y="234"/>
                  </a:lnTo>
                  <a:lnTo>
                    <a:pt x="27" y="234"/>
                  </a:lnTo>
                  <a:lnTo>
                    <a:pt x="31" y="215"/>
                  </a:lnTo>
                  <a:lnTo>
                    <a:pt x="34" y="196"/>
                  </a:lnTo>
                  <a:lnTo>
                    <a:pt x="36" y="177"/>
                  </a:lnTo>
                  <a:lnTo>
                    <a:pt x="41" y="158"/>
                  </a:lnTo>
                  <a:lnTo>
                    <a:pt x="41" y="158"/>
                  </a:lnTo>
                  <a:lnTo>
                    <a:pt x="60" y="84"/>
                  </a:lnTo>
                  <a:lnTo>
                    <a:pt x="60" y="84"/>
                  </a:lnTo>
                  <a:lnTo>
                    <a:pt x="66" y="64"/>
                  </a:lnTo>
                  <a:lnTo>
                    <a:pt x="73" y="44"/>
                  </a:lnTo>
                  <a:lnTo>
                    <a:pt x="80" y="26"/>
                  </a:lnTo>
                  <a:lnTo>
                    <a:pt x="86" y="6"/>
                  </a:lnTo>
                  <a:lnTo>
                    <a:pt x="86" y="6"/>
                  </a:lnTo>
                  <a:lnTo>
                    <a:pt x="86" y="4"/>
                  </a:lnTo>
                  <a:lnTo>
                    <a:pt x="85" y="2"/>
                  </a:lnTo>
                  <a:lnTo>
                    <a:pt x="84" y="1"/>
                  </a:lnTo>
                  <a:lnTo>
                    <a:pt x="82" y="0"/>
                  </a:lnTo>
                  <a:lnTo>
                    <a:pt x="81" y="0"/>
                  </a:lnTo>
                  <a:lnTo>
                    <a:pt x="79" y="0"/>
                  </a:lnTo>
                  <a:lnTo>
                    <a:pt x="78" y="1"/>
                  </a:lnTo>
                  <a:lnTo>
                    <a:pt x="77" y="3"/>
                  </a:lnTo>
                  <a:lnTo>
                    <a:pt x="7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7" name="Freeform 380"/>
            <p:cNvSpPr/>
            <p:nvPr/>
          </p:nvSpPr>
          <p:spPr bwMode="auto">
            <a:xfrm>
              <a:off x="4660900" y="3228975"/>
              <a:ext cx="38100" cy="158750"/>
            </a:xfrm>
            <a:custGeom>
              <a:avLst/>
              <a:gdLst/>
              <a:ahLst/>
              <a:cxnLst>
                <a:cxn ang="0">
                  <a:pos x="62" y="5"/>
                </a:cxn>
                <a:cxn ang="0">
                  <a:pos x="62" y="5"/>
                </a:cxn>
                <a:cxn ang="0">
                  <a:pos x="59" y="23"/>
                </a:cxn>
                <a:cxn ang="0">
                  <a:pos x="56" y="43"/>
                </a:cxn>
                <a:cxn ang="0">
                  <a:pos x="46" y="80"/>
                </a:cxn>
                <a:cxn ang="0">
                  <a:pos x="46" y="80"/>
                </a:cxn>
                <a:cxn ang="0">
                  <a:pos x="35" y="117"/>
                </a:cxn>
                <a:cxn ang="0">
                  <a:pos x="31" y="136"/>
                </a:cxn>
                <a:cxn ang="0">
                  <a:pos x="27" y="155"/>
                </a:cxn>
                <a:cxn ang="0">
                  <a:pos x="27" y="155"/>
                </a:cxn>
                <a:cxn ang="0">
                  <a:pos x="20" y="189"/>
                </a:cxn>
                <a:cxn ang="0">
                  <a:pos x="13" y="224"/>
                </a:cxn>
                <a:cxn ang="0">
                  <a:pos x="6" y="259"/>
                </a:cxn>
                <a:cxn ang="0">
                  <a:pos x="2" y="276"/>
                </a:cxn>
                <a:cxn ang="0">
                  <a:pos x="0" y="294"/>
                </a:cxn>
                <a:cxn ang="0">
                  <a:pos x="0" y="294"/>
                </a:cxn>
                <a:cxn ang="0">
                  <a:pos x="0" y="296"/>
                </a:cxn>
                <a:cxn ang="0">
                  <a:pos x="1" y="297"/>
                </a:cxn>
                <a:cxn ang="0">
                  <a:pos x="3" y="298"/>
                </a:cxn>
                <a:cxn ang="0">
                  <a:pos x="4" y="298"/>
                </a:cxn>
                <a:cxn ang="0">
                  <a:pos x="8" y="297"/>
                </a:cxn>
                <a:cxn ang="0">
                  <a:pos x="10" y="296"/>
                </a:cxn>
                <a:cxn ang="0">
                  <a:pos x="10" y="294"/>
                </a:cxn>
                <a:cxn ang="0">
                  <a:pos x="10" y="294"/>
                </a:cxn>
                <a:cxn ang="0">
                  <a:pos x="13" y="274"/>
                </a:cxn>
                <a:cxn ang="0">
                  <a:pos x="16" y="255"/>
                </a:cxn>
                <a:cxn ang="0">
                  <a:pos x="24" y="216"/>
                </a:cxn>
                <a:cxn ang="0">
                  <a:pos x="24" y="216"/>
                </a:cxn>
                <a:cxn ang="0">
                  <a:pos x="31" y="177"/>
                </a:cxn>
                <a:cxn ang="0">
                  <a:pos x="35" y="159"/>
                </a:cxn>
                <a:cxn ang="0">
                  <a:pos x="41" y="140"/>
                </a:cxn>
                <a:cxn ang="0">
                  <a:pos x="41" y="140"/>
                </a:cxn>
                <a:cxn ang="0">
                  <a:pos x="46" y="122"/>
                </a:cxn>
                <a:cxn ang="0">
                  <a:pos x="50" y="103"/>
                </a:cxn>
                <a:cxn ang="0">
                  <a:pos x="55" y="84"/>
                </a:cxn>
                <a:cxn ang="0">
                  <a:pos x="59" y="66"/>
                </a:cxn>
                <a:cxn ang="0">
                  <a:pos x="59" y="66"/>
                </a:cxn>
                <a:cxn ang="0">
                  <a:pos x="63" y="51"/>
                </a:cxn>
                <a:cxn ang="0">
                  <a:pos x="68" y="36"/>
                </a:cxn>
                <a:cxn ang="0">
                  <a:pos x="70" y="20"/>
                </a:cxn>
                <a:cxn ang="0">
                  <a:pos x="72" y="5"/>
                </a:cxn>
                <a:cxn ang="0">
                  <a:pos x="72" y="5"/>
                </a:cxn>
                <a:cxn ang="0">
                  <a:pos x="72" y="3"/>
                </a:cxn>
                <a:cxn ang="0">
                  <a:pos x="71" y="2"/>
                </a:cxn>
                <a:cxn ang="0">
                  <a:pos x="69" y="1"/>
                </a:cxn>
                <a:cxn ang="0">
                  <a:pos x="68" y="0"/>
                </a:cxn>
                <a:cxn ang="0">
                  <a:pos x="65" y="1"/>
                </a:cxn>
                <a:cxn ang="0">
                  <a:pos x="63" y="2"/>
                </a:cxn>
                <a:cxn ang="0">
                  <a:pos x="62" y="3"/>
                </a:cxn>
                <a:cxn ang="0">
                  <a:pos x="62" y="5"/>
                </a:cxn>
                <a:cxn ang="0">
                  <a:pos x="62" y="5"/>
                </a:cxn>
              </a:cxnLst>
              <a:rect l="0" t="0" r="r" b="b"/>
              <a:pathLst>
                <a:path w="72" h="298">
                  <a:moveTo>
                    <a:pt x="62" y="5"/>
                  </a:moveTo>
                  <a:lnTo>
                    <a:pt x="62" y="5"/>
                  </a:lnTo>
                  <a:lnTo>
                    <a:pt x="59" y="23"/>
                  </a:lnTo>
                  <a:lnTo>
                    <a:pt x="56" y="43"/>
                  </a:lnTo>
                  <a:lnTo>
                    <a:pt x="46" y="80"/>
                  </a:lnTo>
                  <a:lnTo>
                    <a:pt x="46" y="80"/>
                  </a:lnTo>
                  <a:lnTo>
                    <a:pt x="35" y="117"/>
                  </a:lnTo>
                  <a:lnTo>
                    <a:pt x="31" y="136"/>
                  </a:lnTo>
                  <a:lnTo>
                    <a:pt x="27" y="155"/>
                  </a:lnTo>
                  <a:lnTo>
                    <a:pt x="27" y="155"/>
                  </a:lnTo>
                  <a:lnTo>
                    <a:pt x="20" y="189"/>
                  </a:lnTo>
                  <a:lnTo>
                    <a:pt x="13" y="224"/>
                  </a:lnTo>
                  <a:lnTo>
                    <a:pt x="6" y="259"/>
                  </a:lnTo>
                  <a:lnTo>
                    <a:pt x="2" y="276"/>
                  </a:lnTo>
                  <a:lnTo>
                    <a:pt x="0" y="294"/>
                  </a:lnTo>
                  <a:lnTo>
                    <a:pt x="0" y="294"/>
                  </a:lnTo>
                  <a:lnTo>
                    <a:pt x="0" y="296"/>
                  </a:lnTo>
                  <a:lnTo>
                    <a:pt x="1" y="297"/>
                  </a:lnTo>
                  <a:lnTo>
                    <a:pt x="3" y="298"/>
                  </a:lnTo>
                  <a:lnTo>
                    <a:pt x="4" y="298"/>
                  </a:lnTo>
                  <a:lnTo>
                    <a:pt x="8" y="297"/>
                  </a:lnTo>
                  <a:lnTo>
                    <a:pt x="10" y="296"/>
                  </a:lnTo>
                  <a:lnTo>
                    <a:pt x="10" y="294"/>
                  </a:lnTo>
                  <a:lnTo>
                    <a:pt x="10" y="294"/>
                  </a:lnTo>
                  <a:lnTo>
                    <a:pt x="13" y="274"/>
                  </a:lnTo>
                  <a:lnTo>
                    <a:pt x="16" y="255"/>
                  </a:lnTo>
                  <a:lnTo>
                    <a:pt x="24" y="216"/>
                  </a:lnTo>
                  <a:lnTo>
                    <a:pt x="24" y="216"/>
                  </a:lnTo>
                  <a:lnTo>
                    <a:pt x="31" y="177"/>
                  </a:lnTo>
                  <a:lnTo>
                    <a:pt x="35" y="159"/>
                  </a:lnTo>
                  <a:lnTo>
                    <a:pt x="41" y="140"/>
                  </a:lnTo>
                  <a:lnTo>
                    <a:pt x="41" y="140"/>
                  </a:lnTo>
                  <a:lnTo>
                    <a:pt x="46" y="122"/>
                  </a:lnTo>
                  <a:lnTo>
                    <a:pt x="50" y="103"/>
                  </a:lnTo>
                  <a:lnTo>
                    <a:pt x="55" y="84"/>
                  </a:lnTo>
                  <a:lnTo>
                    <a:pt x="59" y="66"/>
                  </a:lnTo>
                  <a:lnTo>
                    <a:pt x="59" y="66"/>
                  </a:lnTo>
                  <a:lnTo>
                    <a:pt x="63" y="51"/>
                  </a:lnTo>
                  <a:lnTo>
                    <a:pt x="68" y="36"/>
                  </a:lnTo>
                  <a:lnTo>
                    <a:pt x="70" y="20"/>
                  </a:lnTo>
                  <a:lnTo>
                    <a:pt x="72" y="5"/>
                  </a:lnTo>
                  <a:lnTo>
                    <a:pt x="72" y="5"/>
                  </a:lnTo>
                  <a:lnTo>
                    <a:pt x="72" y="3"/>
                  </a:lnTo>
                  <a:lnTo>
                    <a:pt x="71" y="2"/>
                  </a:lnTo>
                  <a:lnTo>
                    <a:pt x="69" y="1"/>
                  </a:lnTo>
                  <a:lnTo>
                    <a:pt x="68" y="0"/>
                  </a:lnTo>
                  <a:lnTo>
                    <a:pt x="65" y="1"/>
                  </a:lnTo>
                  <a:lnTo>
                    <a:pt x="63" y="2"/>
                  </a:lnTo>
                  <a:lnTo>
                    <a:pt x="62" y="3"/>
                  </a:lnTo>
                  <a:lnTo>
                    <a:pt x="62" y="5"/>
                  </a:lnTo>
                  <a:lnTo>
                    <a:pt x="62"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8" name="Freeform 381"/>
            <p:cNvSpPr/>
            <p:nvPr/>
          </p:nvSpPr>
          <p:spPr bwMode="auto">
            <a:xfrm>
              <a:off x="4719638" y="3197225"/>
              <a:ext cx="39688" cy="139700"/>
            </a:xfrm>
            <a:custGeom>
              <a:avLst/>
              <a:gdLst/>
              <a:ahLst/>
              <a:cxnLst>
                <a:cxn ang="0">
                  <a:pos x="66" y="3"/>
                </a:cxn>
                <a:cxn ang="0">
                  <a:pos x="66" y="3"/>
                </a:cxn>
                <a:cxn ang="0">
                  <a:pos x="55" y="28"/>
                </a:cxn>
                <a:cxn ang="0">
                  <a:pos x="49" y="40"/>
                </a:cxn>
                <a:cxn ang="0">
                  <a:pos x="44" y="53"/>
                </a:cxn>
                <a:cxn ang="0">
                  <a:pos x="44" y="53"/>
                </a:cxn>
                <a:cxn ang="0">
                  <a:pos x="39" y="72"/>
                </a:cxn>
                <a:cxn ang="0">
                  <a:pos x="35" y="91"/>
                </a:cxn>
                <a:cxn ang="0">
                  <a:pos x="31" y="109"/>
                </a:cxn>
                <a:cxn ang="0">
                  <a:pos x="26" y="128"/>
                </a:cxn>
                <a:cxn ang="0">
                  <a:pos x="26" y="128"/>
                </a:cxn>
                <a:cxn ang="0">
                  <a:pos x="22" y="144"/>
                </a:cxn>
                <a:cxn ang="0">
                  <a:pos x="18" y="160"/>
                </a:cxn>
                <a:cxn ang="0">
                  <a:pos x="15" y="176"/>
                </a:cxn>
                <a:cxn ang="0">
                  <a:pos x="12" y="193"/>
                </a:cxn>
                <a:cxn ang="0">
                  <a:pos x="12" y="193"/>
                </a:cxn>
                <a:cxn ang="0">
                  <a:pos x="5" y="227"/>
                </a:cxn>
                <a:cxn ang="0">
                  <a:pos x="2" y="243"/>
                </a:cxn>
                <a:cxn ang="0">
                  <a:pos x="0" y="260"/>
                </a:cxn>
                <a:cxn ang="0">
                  <a:pos x="0" y="260"/>
                </a:cxn>
                <a:cxn ang="0">
                  <a:pos x="0" y="262"/>
                </a:cxn>
                <a:cxn ang="0">
                  <a:pos x="1" y="263"/>
                </a:cxn>
                <a:cxn ang="0">
                  <a:pos x="2" y="264"/>
                </a:cxn>
                <a:cxn ang="0">
                  <a:pos x="4" y="264"/>
                </a:cxn>
                <a:cxn ang="0">
                  <a:pos x="7" y="263"/>
                </a:cxn>
                <a:cxn ang="0">
                  <a:pos x="8" y="262"/>
                </a:cxn>
                <a:cxn ang="0">
                  <a:pos x="9" y="260"/>
                </a:cxn>
                <a:cxn ang="0">
                  <a:pos x="9" y="260"/>
                </a:cxn>
                <a:cxn ang="0">
                  <a:pos x="12" y="241"/>
                </a:cxn>
                <a:cxn ang="0">
                  <a:pos x="15" y="224"/>
                </a:cxn>
                <a:cxn ang="0">
                  <a:pos x="24" y="188"/>
                </a:cxn>
                <a:cxn ang="0">
                  <a:pos x="24" y="188"/>
                </a:cxn>
                <a:cxn ang="0">
                  <a:pos x="30" y="155"/>
                </a:cxn>
                <a:cxn ang="0">
                  <a:pos x="33" y="138"/>
                </a:cxn>
                <a:cxn ang="0">
                  <a:pos x="37" y="123"/>
                </a:cxn>
                <a:cxn ang="0">
                  <a:pos x="37" y="123"/>
                </a:cxn>
                <a:cxn ang="0">
                  <a:pos x="45" y="89"/>
                </a:cxn>
                <a:cxn ang="0">
                  <a:pos x="54" y="55"/>
                </a:cxn>
                <a:cxn ang="0">
                  <a:pos x="54" y="55"/>
                </a:cxn>
                <a:cxn ang="0">
                  <a:pos x="59" y="43"/>
                </a:cxn>
                <a:cxn ang="0">
                  <a:pos x="64" y="31"/>
                </a:cxn>
                <a:cxn ang="0">
                  <a:pos x="75" y="5"/>
                </a:cxn>
                <a:cxn ang="0">
                  <a:pos x="75" y="5"/>
                </a:cxn>
                <a:cxn ang="0">
                  <a:pos x="75" y="4"/>
                </a:cxn>
                <a:cxn ang="0">
                  <a:pos x="75" y="2"/>
                </a:cxn>
                <a:cxn ang="0">
                  <a:pos x="74" y="1"/>
                </a:cxn>
                <a:cxn ang="0">
                  <a:pos x="72" y="0"/>
                </a:cxn>
                <a:cxn ang="0">
                  <a:pos x="69" y="0"/>
                </a:cxn>
                <a:cxn ang="0">
                  <a:pos x="67" y="1"/>
                </a:cxn>
                <a:cxn ang="0">
                  <a:pos x="66" y="3"/>
                </a:cxn>
                <a:cxn ang="0">
                  <a:pos x="66" y="3"/>
                </a:cxn>
              </a:cxnLst>
              <a:rect l="0" t="0" r="r" b="b"/>
              <a:pathLst>
                <a:path w="75" h="264">
                  <a:moveTo>
                    <a:pt x="66" y="3"/>
                  </a:moveTo>
                  <a:lnTo>
                    <a:pt x="66" y="3"/>
                  </a:lnTo>
                  <a:lnTo>
                    <a:pt x="55" y="28"/>
                  </a:lnTo>
                  <a:lnTo>
                    <a:pt x="49" y="40"/>
                  </a:lnTo>
                  <a:lnTo>
                    <a:pt x="44" y="53"/>
                  </a:lnTo>
                  <a:lnTo>
                    <a:pt x="44" y="53"/>
                  </a:lnTo>
                  <a:lnTo>
                    <a:pt x="39" y="72"/>
                  </a:lnTo>
                  <a:lnTo>
                    <a:pt x="35" y="91"/>
                  </a:lnTo>
                  <a:lnTo>
                    <a:pt x="31" y="109"/>
                  </a:lnTo>
                  <a:lnTo>
                    <a:pt x="26" y="128"/>
                  </a:lnTo>
                  <a:lnTo>
                    <a:pt x="26" y="128"/>
                  </a:lnTo>
                  <a:lnTo>
                    <a:pt x="22" y="144"/>
                  </a:lnTo>
                  <a:lnTo>
                    <a:pt x="18" y="160"/>
                  </a:lnTo>
                  <a:lnTo>
                    <a:pt x="15" y="176"/>
                  </a:lnTo>
                  <a:lnTo>
                    <a:pt x="12" y="193"/>
                  </a:lnTo>
                  <a:lnTo>
                    <a:pt x="12" y="193"/>
                  </a:lnTo>
                  <a:lnTo>
                    <a:pt x="5" y="227"/>
                  </a:lnTo>
                  <a:lnTo>
                    <a:pt x="2" y="243"/>
                  </a:lnTo>
                  <a:lnTo>
                    <a:pt x="0" y="260"/>
                  </a:lnTo>
                  <a:lnTo>
                    <a:pt x="0" y="260"/>
                  </a:lnTo>
                  <a:lnTo>
                    <a:pt x="0" y="262"/>
                  </a:lnTo>
                  <a:lnTo>
                    <a:pt x="1" y="263"/>
                  </a:lnTo>
                  <a:lnTo>
                    <a:pt x="2" y="264"/>
                  </a:lnTo>
                  <a:lnTo>
                    <a:pt x="4" y="264"/>
                  </a:lnTo>
                  <a:lnTo>
                    <a:pt x="7" y="263"/>
                  </a:lnTo>
                  <a:lnTo>
                    <a:pt x="8" y="262"/>
                  </a:lnTo>
                  <a:lnTo>
                    <a:pt x="9" y="260"/>
                  </a:lnTo>
                  <a:lnTo>
                    <a:pt x="9" y="260"/>
                  </a:lnTo>
                  <a:lnTo>
                    <a:pt x="12" y="241"/>
                  </a:lnTo>
                  <a:lnTo>
                    <a:pt x="15" y="224"/>
                  </a:lnTo>
                  <a:lnTo>
                    <a:pt x="24" y="188"/>
                  </a:lnTo>
                  <a:lnTo>
                    <a:pt x="24" y="188"/>
                  </a:lnTo>
                  <a:lnTo>
                    <a:pt x="30" y="155"/>
                  </a:lnTo>
                  <a:lnTo>
                    <a:pt x="33" y="138"/>
                  </a:lnTo>
                  <a:lnTo>
                    <a:pt x="37" y="123"/>
                  </a:lnTo>
                  <a:lnTo>
                    <a:pt x="37" y="123"/>
                  </a:lnTo>
                  <a:lnTo>
                    <a:pt x="45" y="89"/>
                  </a:lnTo>
                  <a:lnTo>
                    <a:pt x="54" y="55"/>
                  </a:lnTo>
                  <a:lnTo>
                    <a:pt x="54" y="55"/>
                  </a:lnTo>
                  <a:lnTo>
                    <a:pt x="59" y="43"/>
                  </a:lnTo>
                  <a:lnTo>
                    <a:pt x="64" y="31"/>
                  </a:lnTo>
                  <a:lnTo>
                    <a:pt x="75" y="5"/>
                  </a:lnTo>
                  <a:lnTo>
                    <a:pt x="75" y="5"/>
                  </a:lnTo>
                  <a:lnTo>
                    <a:pt x="75" y="4"/>
                  </a:lnTo>
                  <a:lnTo>
                    <a:pt x="75" y="2"/>
                  </a:lnTo>
                  <a:lnTo>
                    <a:pt x="74" y="1"/>
                  </a:lnTo>
                  <a:lnTo>
                    <a:pt x="72" y="0"/>
                  </a:lnTo>
                  <a:lnTo>
                    <a:pt x="69" y="0"/>
                  </a:lnTo>
                  <a:lnTo>
                    <a:pt x="67" y="1"/>
                  </a:lnTo>
                  <a:lnTo>
                    <a:pt x="66" y="3"/>
                  </a:lnTo>
                  <a:lnTo>
                    <a:pt x="6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9" name="Freeform 382"/>
            <p:cNvSpPr/>
            <p:nvPr/>
          </p:nvSpPr>
          <p:spPr bwMode="auto">
            <a:xfrm>
              <a:off x="4773613" y="3186113"/>
              <a:ext cx="34925" cy="101600"/>
            </a:xfrm>
            <a:custGeom>
              <a:avLst/>
              <a:gdLst/>
              <a:ahLst/>
              <a:cxnLst>
                <a:cxn ang="0">
                  <a:pos x="59" y="4"/>
                </a:cxn>
                <a:cxn ang="0">
                  <a:pos x="59" y="4"/>
                </a:cxn>
                <a:cxn ang="0">
                  <a:pos x="57" y="11"/>
                </a:cxn>
                <a:cxn ang="0">
                  <a:pos x="53" y="18"/>
                </a:cxn>
                <a:cxn ang="0">
                  <a:pos x="46" y="31"/>
                </a:cxn>
                <a:cxn ang="0">
                  <a:pos x="46" y="31"/>
                </a:cxn>
                <a:cxn ang="0">
                  <a:pos x="42" y="36"/>
                </a:cxn>
                <a:cxn ang="0">
                  <a:pos x="41" y="42"/>
                </a:cxn>
                <a:cxn ang="0">
                  <a:pos x="40" y="54"/>
                </a:cxn>
                <a:cxn ang="0">
                  <a:pos x="40" y="54"/>
                </a:cxn>
                <a:cxn ang="0">
                  <a:pos x="36" y="74"/>
                </a:cxn>
                <a:cxn ang="0">
                  <a:pos x="31" y="93"/>
                </a:cxn>
                <a:cxn ang="0">
                  <a:pos x="18" y="132"/>
                </a:cxn>
                <a:cxn ang="0">
                  <a:pos x="18" y="132"/>
                </a:cxn>
                <a:cxn ang="0">
                  <a:pos x="10" y="153"/>
                </a:cxn>
                <a:cxn ang="0">
                  <a:pos x="2" y="174"/>
                </a:cxn>
                <a:cxn ang="0">
                  <a:pos x="2" y="174"/>
                </a:cxn>
                <a:cxn ang="0">
                  <a:pos x="1" y="178"/>
                </a:cxn>
                <a:cxn ang="0">
                  <a:pos x="0" y="182"/>
                </a:cxn>
                <a:cxn ang="0">
                  <a:pos x="1" y="186"/>
                </a:cxn>
                <a:cxn ang="0">
                  <a:pos x="4" y="189"/>
                </a:cxn>
                <a:cxn ang="0">
                  <a:pos x="4" y="189"/>
                </a:cxn>
                <a:cxn ang="0">
                  <a:pos x="6" y="190"/>
                </a:cxn>
                <a:cxn ang="0">
                  <a:pos x="7" y="190"/>
                </a:cxn>
                <a:cxn ang="0">
                  <a:pos x="9" y="189"/>
                </a:cxn>
                <a:cxn ang="0">
                  <a:pos x="10" y="188"/>
                </a:cxn>
                <a:cxn ang="0">
                  <a:pos x="10" y="185"/>
                </a:cxn>
                <a:cxn ang="0">
                  <a:pos x="10" y="183"/>
                </a:cxn>
                <a:cxn ang="0">
                  <a:pos x="9" y="181"/>
                </a:cxn>
                <a:cxn ang="0">
                  <a:pos x="9" y="181"/>
                </a:cxn>
                <a:cxn ang="0">
                  <a:pos x="9" y="180"/>
                </a:cxn>
                <a:cxn ang="0">
                  <a:pos x="10" y="178"/>
                </a:cxn>
                <a:cxn ang="0">
                  <a:pos x="14" y="170"/>
                </a:cxn>
                <a:cxn ang="0">
                  <a:pos x="19" y="163"/>
                </a:cxn>
                <a:cxn ang="0">
                  <a:pos x="21" y="158"/>
                </a:cxn>
                <a:cxn ang="0">
                  <a:pos x="21" y="158"/>
                </a:cxn>
                <a:cxn ang="0">
                  <a:pos x="24" y="144"/>
                </a:cxn>
                <a:cxn ang="0">
                  <a:pos x="28" y="130"/>
                </a:cxn>
                <a:cxn ang="0">
                  <a:pos x="38" y="102"/>
                </a:cxn>
                <a:cxn ang="0">
                  <a:pos x="38" y="102"/>
                </a:cxn>
                <a:cxn ang="0">
                  <a:pos x="42" y="89"/>
                </a:cxn>
                <a:cxn ang="0">
                  <a:pos x="46" y="75"/>
                </a:cxn>
                <a:cxn ang="0">
                  <a:pos x="51" y="48"/>
                </a:cxn>
                <a:cxn ang="0">
                  <a:pos x="51" y="48"/>
                </a:cxn>
                <a:cxn ang="0">
                  <a:pos x="52" y="42"/>
                </a:cxn>
                <a:cxn ang="0">
                  <a:pos x="54" y="37"/>
                </a:cxn>
                <a:cxn ang="0">
                  <a:pos x="59" y="27"/>
                </a:cxn>
                <a:cxn ang="0">
                  <a:pos x="64" y="18"/>
                </a:cxn>
                <a:cxn ang="0">
                  <a:pos x="66" y="11"/>
                </a:cxn>
                <a:cxn ang="0">
                  <a:pos x="68" y="6"/>
                </a:cxn>
                <a:cxn ang="0">
                  <a:pos x="68" y="6"/>
                </a:cxn>
                <a:cxn ang="0">
                  <a:pos x="68" y="4"/>
                </a:cxn>
                <a:cxn ang="0">
                  <a:pos x="67" y="2"/>
                </a:cxn>
                <a:cxn ang="0">
                  <a:pos x="64" y="1"/>
                </a:cxn>
                <a:cxn ang="0">
                  <a:pos x="62" y="0"/>
                </a:cxn>
                <a:cxn ang="0">
                  <a:pos x="61" y="1"/>
                </a:cxn>
                <a:cxn ang="0">
                  <a:pos x="60" y="2"/>
                </a:cxn>
                <a:cxn ang="0">
                  <a:pos x="59" y="4"/>
                </a:cxn>
                <a:cxn ang="0">
                  <a:pos x="59" y="4"/>
                </a:cxn>
              </a:cxnLst>
              <a:rect l="0" t="0" r="r" b="b"/>
              <a:pathLst>
                <a:path w="68" h="190">
                  <a:moveTo>
                    <a:pt x="59" y="4"/>
                  </a:moveTo>
                  <a:lnTo>
                    <a:pt x="59" y="4"/>
                  </a:lnTo>
                  <a:lnTo>
                    <a:pt x="57" y="11"/>
                  </a:lnTo>
                  <a:lnTo>
                    <a:pt x="53" y="18"/>
                  </a:lnTo>
                  <a:lnTo>
                    <a:pt x="46" y="31"/>
                  </a:lnTo>
                  <a:lnTo>
                    <a:pt x="46" y="31"/>
                  </a:lnTo>
                  <a:lnTo>
                    <a:pt x="42" y="36"/>
                  </a:lnTo>
                  <a:lnTo>
                    <a:pt x="41" y="42"/>
                  </a:lnTo>
                  <a:lnTo>
                    <a:pt x="40" y="54"/>
                  </a:lnTo>
                  <a:lnTo>
                    <a:pt x="40" y="54"/>
                  </a:lnTo>
                  <a:lnTo>
                    <a:pt x="36" y="74"/>
                  </a:lnTo>
                  <a:lnTo>
                    <a:pt x="31" y="93"/>
                  </a:lnTo>
                  <a:lnTo>
                    <a:pt x="18" y="132"/>
                  </a:lnTo>
                  <a:lnTo>
                    <a:pt x="18" y="132"/>
                  </a:lnTo>
                  <a:lnTo>
                    <a:pt x="10" y="153"/>
                  </a:lnTo>
                  <a:lnTo>
                    <a:pt x="2" y="174"/>
                  </a:lnTo>
                  <a:lnTo>
                    <a:pt x="2" y="174"/>
                  </a:lnTo>
                  <a:lnTo>
                    <a:pt x="1" y="178"/>
                  </a:lnTo>
                  <a:lnTo>
                    <a:pt x="0" y="182"/>
                  </a:lnTo>
                  <a:lnTo>
                    <a:pt x="1" y="186"/>
                  </a:lnTo>
                  <a:lnTo>
                    <a:pt x="4" y="189"/>
                  </a:lnTo>
                  <a:lnTo>
                    <a:pt x="4" y="189"/>
                  </a:lnTo>
                  <a:lnTo>
                    <a:pt x="6" y="190"/>
                  </a:lnTo>
                  <a:lnTo>
                    <a:pt x="7" y="190"/>
                  </a:lnTo>
                  <a:lnTo>
                    <a:pt x="9" y="189"/>
                  </a:lnTo>
                  <a:lnTo>
                    <a:pt x="10" y="188"/>
                  </a:lnTo>
                  <a:lnTo>
                    <a:pt x="10" y="185"/>
                  </a:lnTo>
                  <a:lnTo>
                    <a:pt x="10" y="183"/>
                  </a:lnTo>
                  <a:lnTo>
                    <a:pt x="9" y="181"/>
                  </a:lnTo>
                  <a:lnTo>
                    <a:pt x="9" y="181"/>
                  </a:lnTo>
                  <a:lnTo>
                    <a:pt x="9" y="180"/>
                  </a:lnTo>
                  <a:lnTo>
                    <a:pt x="10" y="178"/>
                  </a:lnTo>
                  <a:lnTo>
                    <a:pt x="14" y="170"/>
                  </a:lnTo>
                  <a:lnTo>
                    <a:pt x="19" y="163"/>
                  </a:lnTo>
                  <a:lnTo>
                    <a:pt x="21" y="158"/>
                  </a:lnTo>
                  <a:lnTo>
                    <a:pt x="21" y="158"/>
                  </a:lnTo>
                  <a:lnTo>
                    <a:pt x="24" y="144"/>
                  </a:lnTo>
                  <a:lnTo>
                    <a:pt x="28" y="130"/>
                  </a:lnTo>
                  <a:lnTo>
                    <a:pt x="38" y="102"/>
                  </a:lnTo>
                  <a:lnTo>
                    <a:pt x="38" y="102"/>
                  </a:lnTo>
                  <a:lnTo>
                    <a:pt x="42" y="89"/>
                  </a:lnTo>
                  <a:lnTo>
                    <a:pt x="46" y="75"/>
                  </a:lnTo>
                  <a:lnTo>
                    <a:pt x="51" y="48"/>
                  </a:lnTo>
                  <a:lnTo>
                    <a:pt x="51" y="48"/>
                  </a:lnTo>
                  <a:lnTo>
                    <a:pt x="52" y="42"/>
                  </a:lnTo>
                  <a:lnTo>
                    <a:pt x="54" y="37"/>
                  </a:lnTo>
                  <a:lnTo>
                    <a:pt x="59" y="27"/>
                  </a:lnTo>
                  <a:lnTo>
                    <a:pt x="64" y="18"/>
                  </a:lnTo>
                  <a:lnTo>
                    <a:pt x="66" y="11"/>
                  </a:lnTo>
                  <a:lnTo>
                    <a:pt x="68" y="6"/>
                  </a:lnTo>
                  <a:lnTo>
                    <a:pt x="68" y="6"/>
                  </a:lnTo>
                  <a:lnTo>
                    <a:pt x="68" y="4"/>
                  </a:lnTo>
                  <a:lnTo>
                    <a:pt x="67" y="2"/>
                  </a:lnTo>
                  <a:lnTo>
                    <a:pt x="64" y="1"/>
                  </a:lnTo>
                  <a:lnTo>
                    <a:pt x="62" y="0"/>
                  </a:lnTo>
                  <a:lnTo>
                    <a:pt x="61" y="1"/>
                  </a:lnTo>
                  <a:lnTo>
                    <a:pt x="60" y="2"/>
                  </a:lnTo>
                  <a:lnTo>
                    <a:pt x="59" y="4"/>
                  </a:lnTo>
                  <a:lnTo>
                    <a:pt x="5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0" name="Freeform 383"/>
            <p:cNvSpPr/>
            <p:nvPr/>
          </p:nvSpPr>
          <p:spPr bwMode="auto">
            <a:xfrm>
              <a:off x="4829175" y="3186113"/>
              <a:ext cx="22225" cy="73025"/>
            </a:xfrm>
            <a:custGeom>
              <a:avLst/>
              <a:gdLst/>
              <a:ahLst/>
              <a:cxnLst>
                <a:cxn ang="0">
                  <a:pos x="35" y="5"/>
                </a:cxn>
                <a:cxn ang="0">
                  <a:pos x="35" y="5"/>
                </a:cxn>
                <a:cxn ang="0">
                  <a:pos x="32" y="21"/>
                </a:cxn>
                <a:cxn ang="0">
                  <a:pos x="29" y="37"/>
                </a:cxn>
                <a:cxn ang="0">
                  <a:pos x="21" y="68"/>
                </a:cxn>
                <a:cxn ang="0">
                  <a:pos x="21" y="68"/>
                </a:cxn>
                <a:cxn ang="0">
                  <a:pos x="18" y="85"/>
                </a:cxn>
                <a:cxn ang="0">
                  <a:pos x="13" y="100"/>
                </a:cxn>
                <a:cxn ang="0">
                  <a:pos x="2" y="132"/>
                </a:cxn>
                <a:cxn ang="0">
                  <a:pos x="2" y="132"/>
                </a:cxn>
                <a:cxn ang="0">
                  <a:pos x="0" y="134"/>
                </a:cxn>
                <a:cxn ang="0">
                  <a:pos x="2" y="135"/>
                </a:cxn>
                <a:cxn ang="0">
                  <a:pos x="3" y="136"/>
                </a:cxn>
                <a:cxn ang="0">
                  <a:pos x="5" y="137"/>
                </a:cxn>
                <a:cxn ang="0">
                  <a:pos x="8" y="137"/>
                </a:cxn>
                <a:cxn ang="0">
                  <a:pos x="10" y="136"/>
                </a:cxn>
                <a:cxn ang="0">
                  <a:pos x="11" y="134"/>
                </a:cxn>
                <a:cxn ang="0">
                  <a:pos x="11" y="134"/>
                </a:cxn>
                <a:cxn ang="0">
                  <a:pos x="17" y="117"/>
                </a:cxn>
                <a:cxn ang="0">
                  <a:pos x="23" y="99"/>
                </a:cxn>
                <a:cxn ang="0">
                  <a:pos x="28" y="81"/>
                </a:cxn>
                <a:cxn ang="0">
                  <a:pos x="32" y="62"/>
                </a:cxn>
                <a:cxn ang="0">
                  <a:pos x="32" y="62"/>
                </a:cxn>
                <a:cxn ang="0">
                  <a:pos x="40" y="34"/>
                </a:cxn>
                <a:cxn ang="0">
                  <a:pos x="42" y="20"/>
                </a:cxn>
                <a:cxn ang="0">
                  <a:pos x="44" y="5"/>
                </a:cxn>
                <a:cxn ang="0">
                  <a:pos x="44" y="5"/>
                </a:cxn>
                <a:cxn ang="0">
                  <a:pos x="44" y="3"/>
                </a:cxn>
                <a:cxn ang="0">
                  <a:pos x="43" y="2"/>
                </a:cxn>
                <a:cxn ang="0">
                  <a:pos x="41" y="1"/>
                </a:cxn>
                <a:cxn ang="0">
                  <a:pos x="40" y="0"/>
                </a:cxn>
                <a:cxn ang="0">
                  <a:pos x="38" y="1"/>
                </a:cxn>
                <a:cxn ang="0">
                  <a:pos x="36" y="2"/>
                </a:cxn>
                <a:cxn ang="0">
                  <a:pos x="35" y="3"/>
                </a:cxn>
                <a:cxn ang="0">
                  <a:pos x="35" y="5"/>
                </a:cxn>
                <a:cxn ang="0">
                  <a:pos x="35" y="5"/>
                </a:cxn>
              </a:cxnLst>
              <a:rect l="0" t="0" r="r" b="b"/>
              <a:pathLst>
                <a:path w="44" h="137">
                  <a:moveTo>
                    <a:pt x="35" y="5"/>
                  </a:moveTo>
                  <a:lnTo>
                    <a:pt x="35" y="5"/>
                  </a:lnTo>
                  <a:lnTo>
                    <a:pt x="32" y="21"/>
                  </a:lnTo>
                  <a:lnTo>
                    <a:pt x="29" y="37"/>
                  </a:lnTo>
                  <a:lnTo>
                    <a:pt x="21" y="68"/>
                  </a:lnTo>
                  <a:lnTo>
                    <a:pt x="21" y="68"/>
                  </a:lnTo>
                  <a:lnTo>
                    <a:pt x="18" y="85"/>
                  </a:lnTo>
                  <a:lnTo>
                    <a:pt x="13" y="100"/>
                  </a:lnTo>
                  <a:lnTo>
                    <a:pt x="2" y="132"/>
                  </a:lnTo>
                  <a:lnTo>
                    <a:pt x="2" y="132"/>
                  </a:lnTo>
                  <a:lnTo>
                    <a:pt x="0" y="134"/>
                  </a:lnTo>
                  <a:lnTo>
                    <a:pt x="2" y="135"/>
                  </a:lnTo>
                  <a:lnTo>
                    <a:pt x="3" y="136"/>
                  </a:lnTo>
                  <a:lnTo>
                    <a:pt x="5" y="137"/>
                  </a:lnTo>
                  <a:lnTo>
                    <a:pt x="8" y="137"/>
                  </a:lnTo>
                  <a:lnTo>
                    <a:pt x="10" y="136"/>
                  </a:lnTo>
                  <a:lnTo>
                    <a:pt x="11" y="134"/>
                  </a:lnTo>
                  <a:lnTo>
                    <a:pt x="11" y="134"/>
                  </a:lnTo>
                  <a:lnTo>
                    <a:pt x="17" y="117"/>
                  </a:lnTo>
                  <a:lnTo>
                    <a:pt x="23" y="99"/>
                  </a:lnTo>
                  <a:lnTo>
                    <a:pt x="28" y="81"/>
                  </a:lnTo>
                  <a:lnTo>
                    <a:pt x="32" y="62"/>
                  </a:lnTo>
                  <a:lnTo>
                    <a:pt x="32" y="62"/>
                  </a:lnTo>
                  <a:lnTo>
                    <a:pt x="40" y="34"/>
                  </a:lnTo>
                  <a:lnTo>
                    <a:pt x="42" y="20"/>
                  </a:lnTo>
                  <a:lnTo>
                    <a:pt x="44" y="5"/>
                  </a:lnTo>
                  <a:lnTo>
                    <a:pt x="44" y="5"/>
                  </a:lnTo>
                  <a:lnTo>
                    <a:pt x="44" y="3"/>
                  </a:lnTo>
                  <a:lnTo>
                    <a:pt x="43" y="2"/>
                  </a:lnTo>
                  <a:lnTo>
                    <a:pt x="41" y="1"/>
                  </a:lnTo>
                  <a:lnTo>
                    <a:pt x="40" y="0"/>
                  </a:lnTo>
                  <a:lnTo>
                    <a:pt x="38" y="1"/>
                  </a:lnTo>
                  <a:lnTo>
                    <a:pt x="36" y="2"/>
                  </a:lnTo>
                  <a:lnTo>
                    <a:pt x="35" y="3"/>
                  </a:lnTo>
                  <a:lnTo>
                    <a:pt x="35" y="5"/>
                  </a:lnTo>
                  <a:lnTo>
                    <a:pt x="35"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1" name="Freeform 384"/>
            <p:cNvSpPr/>
            <p:nvPr/>
          </p:nvSpPr>
          <p:spPr bwMode="auto">
            <a:xfrm>
              <a:off x="4884738" y="3184525"/>
              <a:ext cx="9525" cy="12700"/>
            </a:xfrm>
            <a:custGeom>
              <a:avLst/>
              <a:gdLst/>
              <a:ahLst/>
              <a:cxnLst>
                <a:cxn ang="0">
                  <a:pos x="10" y="1"/>
                </a:cxn>
                <a:cxn ang="0">
                  <a:pos x="10" y="1"/>
                </a:cxn>
                <a:cxn ang="0">
                  <a:pos x="3" y="9"/>
                </a:cxn>
                <a:cxn ang="0">
                  <a:pos x="1" y="13"/>
                </a:cxn>
                <a:cxn ang="0">
                  <a:pos x="0" y="19"/>
                </a:cxn>
                <a:cxn ang="0">
                  <a:pos x="0" y="19"/>
                </a:cxn>
                <a:cxn ang="0">
                  <a:pos x="0" y="21"/>
                </a:cxn>
                <a:cxn ang="0">
                  <a:pos x="1" y="22"/>
                </a:cxn>
                <a:cxn ang="0">
                  <a:pos x="2" y="23"/>
                </a:cxn>
                <a:cxn ang="0">
                  <a:pos x="4" y="23"/>
                </a:cxn>
                <a:cxn ang="0">
                  <a:pos x="7" y="22"/>
                </a:cxn>
                <a:cxn ang="0">
                  <a:pos x="8" y="21"/>
                </a:cxn>
                <a:cxn ang="0">
                  <a:pos x="9" y="19"/>
                </a:cxn>
                <a:cxn ang="0">
                  <a:pos x="9" y="19"/>
                </a:cxn>
                <a:cxn ang="0">
                  <a:pos x="10" y="15"/>
                </a:cxn>
                <a:cxn ang="0">
                  <a:pos x="12" y="12"/>
                </a:cxn>
                <a:cxn ang="0">
                  <a:pos x="17" y="8"/>
                </a:cxn>
                <a:cxn ang="0">
                  <a:pos x="17" y="8"/>
                </a:cxn>
                <a:cxn ang="0">
                  <a:pos x="18" y="6"/>
                </a:cxn>
                <a:cxn ang="0">
                  <a:pos x="18" y="4"/>
                </a:cxn>
                <a:cxn ang="0">
                  <a:pos x="17" y="3"/>
                </a:cxn>
                <a:cxn ang="0">
                  <a:pos x="16" y="1"/>
                </a:cxn>
                <a:cxn ang="0">
                  <a:pos x="15" y="0"/>
                </a:cxn>
                <a:cxn ang="0">
                  <a:pos x="13" y="0"/>
                </a:cxn>
                <a:cxn ang="0">
                  <a:pos x="12" y="0"/>
                </a:cxn>
                <a:cxn ang="0">
                  <a:pos x="10" y="1"/>
                </a:cxn>
                <a:cxn ang="0">
                  <a:pos x="10" y="1"/>
                </a:cxn>
              </a:cxnLst>
              <a:rect l="0" t="0" r="r" b="b"/>
              <a:pathLst>
                <a:path w="18" h="23">
                  <a:moveTo>
                    <a:pt x="10" y="1"/>
                  </a:moveTo>
                  <a:lnTo>
                    <a:pt x="10" y="1"/>
                  </a:lnTo>
                  <a:lnTo>
                    <a:pt x="3" y="9"/>
                  </a:lnTo>
                  <a:lnTo>
                    <a:pt x="1" y="13"/>
                  </a:lnTo>
                  <a:lnTo>
                    <a:pt x="0" y="19"/>
                  </a:lnTo>
                  <a:lnTo>
                    <a:pt x="0" y="19"/>
                  </a:lnTo>
                  <a:lnTo>
                    <a:pt x="0" y="21"/>
                  </a:lnTo>
                  <a:lnTo>
                    <a:pt x="1" y="22"/>
                  </a:lnTo>
                  <a:lnTo>
                    <a:pt x="2" y="23"/>
                  </a:lnTo>
                  <a:lnTo>
                    <a:pt x="4" y="23"/>
                  </a:lnTo>
                  <a:lnTo>
                    <a:pt x="7" y="22"/>
                  </a:lnTo>
                  <a:lnTo>
                    <a:pt x="8" y="21"/>
                  </a:lnTo>
                  <a:lnTo>
                    <a:pt x="9" y="19"/>
                  </a:lnTo>
                  <a:lnTo>
                    <a:pt x="9" y="19"/>
                  </a:lnTo>
                  <a:lnTo>
                    <a:pt x="10" y="15"/>
                  </a:lnTo>
                  <a:lnTo>
                    <a:pt x="12" y="12"/>
                  </a:lnTo>
                  <a:lnTo>
                    <a:pt x="17" y="8"/>
                  </a:lnTo>
                  <a:lnTo>
                    <a:pt x="17" y="8"/>
                  </a:lnTo>
                  <a:lnTo>
                    <a:pt x="18" y="6"/>
                  </a:lnTo>
                  <a:lnTo>
                    <a:pt x="18" y="4"/>
                  </a:lnTo>
                  <a:lnTo>
                    <a:pt x="17" y="3"/>
                  </a:lnTo>
                  <a:lnTo>
                    <a:pt x="16" y="1"/>
                  </a:lnTo>
                  <a:lnTo>
                    <a:pt x="15" y="0"/>
                  </a:lnTo>
                  <a:lnTo>
                    <a:pt x="13" y="0"/>
                  </a:lnTo>
                  <a:lnTo>
                    <a:pt x="12" y="0"/>
                  </a:lnTo>
                  <a:lnTo>
                    <a:pt x="10" y="1"/>
                  </a:lnTo>
                  <a:lnTo>
                    <a:pt x="1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2" name="Freeform 385"/>
            <p:cNvSpPr/>
            <p:nvPr/>
          </p:nvSpPr>
          <p:spPr bwMode="auto">
            <a:xfrm>
              <a:off x="4586288" y="3460750"/>
              <a:ext cx="165100" cy="39688"/>
            </a:xfrm>
            <a:custGeom>
              <a:avLst/>
              <a:gdLst/>
              <a:ahLst/>
              <a:cxnLst>
                <a:cxn ang="0">
                  <a:pos x="306" y="66"/>
                </a:cxn>
                <a:cxn ang="0">
                  <a:pos x="306" y="66"/>
                </a:cxn>
                <a:cxn ang="0">
                  <a:pos x="297" y="67"/>
                </a:cxn>
                <a:cxn ang="0">
                  <a:pos x="288" y="66"/>
                </a:cxn>
                <a:cxn ang="0">
                  <a:pos x="279" y="63"/>
                </a:cxn>
                <a:cxn ang="0">
                  <a:pos x="268" y="59"/>
                </a:cxn>
                <a:cxn ang="0">
                  <a:pos x="249" y="51"/>
                </a:cxn>
                <a:cxn ang="0">
                  <a:pos x="232" y="45"/>
                </a:cxn>
                <a:cxn ang="0">
                  <a:pos x="232" y="45"/>
                </a:cxn>
                <a:cxn ang="0">
                  <a:pos x="194" y="35"/>
                </a:cxn>
                <a:cxn ang="0">
                  <a:pos x="157" y="24"/>
                </a:cxn>
                <a:cxn ang="0">
                  <a:pos x="157" y="24"/>
                </a:cxn>
                <a:cxn ang="0">
                  <a:pos x="139" y="20"/>
                </a:cxn>
                <a:cxn ang="0">
                  <a:pos x="121" y="17"/>
                </a:cxn>
                <a:cxn ang="0">
                  <a:pos x="102" y="14"/>
                </a:cxn>
                <a:cxn ang="0">
                  <a:pos x="85" y="11"/>
                </a:cxn>
                <a:cxn ang="0">
                  <a:pos x="85" y="11"/>
                </a:cxn>
                <a:cxn ang="0">
                  <a:pos x="64" y="7"/>
                </a:cxn>
                <a:cxn ang="0">
                  <a:pos x="44" y="3"/>
                </a:cxn>
                <a:cxn ang="0">
                  <a:pos x="25" y="1"/>
                </a:cxn>
                <a:cxn ang="0">
                  <a:pos x="4" y="0"/>
                </a:cxn>
                <a:cxn ang="0">
                  <a:pos x="4" y="0"/>
                </a:cxn>
                <a:cxn ang="0">
                  <a:pos x="2" y="0"/>
                </a:cxn>
                <a:cxn ang="0">
                  <a:pos x="1" y="1"/>
                </a:cxn>
                <a:cxn ang="0">
                  <a:pos x="0" y="2"/>
                </a:cxn>
                <a:cxn ang="0">
                  <a:pos x="0" y="4"/>
                </a:cxn>
                <a:cxn ang="0">
                  <a:pos x="0" y="6"/>
                </a:cxn>
                <a:cxn ang="0">
                  <a:pos x="1" y="7"/>
                </a:cxn>
                <a:cxn ang="0">
                  <a:pos x="2" y="8"/>
                </a:cxn>
                <a:cxn ang="0">
                  <a:pos x="4" y="9"/>
                </a:cxn>
                <a:cxn ang="0">
                  <a:pos x="4" y="9"/>
                </a:cxn>
                <a:cxn ang="0">
                  <a:pos x="26" y="10"/>
                </a:cxn>
                <a:cxn ang="0">
                  <a:pos x="47" y="13"/>
                </a:cxn>
                <a:cxn ang="0">
                  <a:pos x="68" y="17"/>
                </a:cxn>
                <a:cxn ang="0">
                  <a:pos x="90" y="21"/>
                </a:cxn>
                <a:cxn ang="0">
                  <a:pos x="90" y="21"/>
                </a:cxn>
                <a:cxn ang="0">
                  <a:pos x="109" y="25"/>
                </a:cxn>
                <a:cxn ang="0">
                  <a:pos x="130" y="30"/>
                </a:cxn>
                <a:cxn ang="0">
                  <a:pos x="151" y="34"/>
                </a:cxn>
                <a:cxn ang="0">
                  <a:pos x="170" y="39"/>
                </a:cxn>
                <a:cxn ang="0">
                  <a:pos x="170" y="39"/>
                </a:cxn>
                <a:cxn ang="0">
                  <a:pos x="191" y="45"/>
                </a:cxn>
                <a:cxn ang="0">
                  <a:pos x="213" y="50"/>
                </a:cxn>
                <a:cxn ang="0">
                  <a:pos x="234" y="56"/>
                </a:cxn>
                <a:cxn ang="0">
                  <a:pos x="255" y="63"/>
                </a:cxn>
                <a:cxn ang="0">
                  <a:pos x="255" y="63"/>
                </a:cxn>
                <a:cxn ang="0">
                  <a:pos x="281" y="73"/>
                </a:cxn>
                <a:cxn ang="0">
                  <a:pos x="288" y="74"/>
                </a:cxn>
                <a:cxn ang="0">
                  <a:pos x="294" y="75"/>
                </a:cxn>
                <a:cxn ang="0">
                  <a:pos x="301" y="76"/>
                </a:cxn>
                <a:cxn ang="0">
                  <a:pos x="309" y="75"/>
                </a:cxn>
                <a:cxn ang="0">
                  <a:pos x="309" y="75"/>
                </a:cxn>
                <a:cxn ang="0">
                  <a:pos x="311" y="74"/>
                </a:cxn>
                <a:cxn ang="0">
                  <a:pos x="312" y="73"/>
                </a:cxn>
                <a:cxn ang="0">
                  <a:pos x="312" y="71"/>
                </a:cxn>
                <a:cxn ang="0">
                  <a:pos x="312" y="70"/>
                </a:cxn>
                <a:cxn ang="0">
                  <a:pos x="310" y="67"/>
                </a:cxn>
                <a:cxn ang="0">
                  <a:pos x="308" y="66"/>
                </a:cxn>
                <a:cxn ang="0">
                  <a:pos x="306" y="66"/>
                </a:cxn>
                <a:cxn ang="0">
                  <a:pos x="306" y="66"/>
                </a:cxn>
              </a:cxnLst>
              <a:rect l="0" t="0" r="r" b="b"/>
              <a:pathLst>
                <a:path w="312" h="76">
                  <a:moveTo>
                    <a:pt x="306" y="66"/>
                  </a:moveTo>
                  <a:lnTo>
                    <a:pt x="306" y="66"/>
                  </a:lnTo>
                  <a:lnTo>
                    <a:pt x="297" y="67"/>
                  </a:lnTo>
                  <a:lnTo>
                    <a:pt x="288" y="66"/>
                  </a:lnTo>
                  <a:lnTo>
                    <a:pt x="279" y="63"/>
                  </a:lnTo>
                  <a:lnTo>
                    <a:pt x="268" y="59"/>
                  </a:lnTo>
                  <a:lnTo>
                    <a:pt x="249" y="51"/>
                  </a:lnTo>
                  <a:lnTo>
                    <a:pt x="232" y="45"/>
                  </a:lnTo>
                  <a:lnTo>
                    <a:pt x="232" y="45"/>
                  </a:lnTo>
                  <a:lnTo>
                    <a:pt x="194" y="35"/>
                  </a:lnTo>
                  <a:lnTo>
                    <a:pt x="157" y="24"/>
                  </a:lnTo>
                  <a:lnTo>
                    <a:pt x="157" y="24"/>
                  </a:lnTo>
                  <a:lnTo>
                    <a:pt x="139" y="20"/>
                  </a:lnTo>
                  <a:lnTo>
                    <a:pt x="121" y="17"/>
                  </a:lnTo>
                  <a:lnTo>
                    <a:pt x="102" y="14"/>
                  </a:lnTo>
                  <a:lnTo>
                    <a:pt x="85" y="11"/>
                  </a:lnTo>
                  <a:lnTo>
                    <a:pt x="85" y="11"/>
                  </a:lnTo>
                  <a:lnTo>
                    <a:pt x="64" y="7"/>
                  </a:lnTo>
                  <a:lnTo>
                    <a:pt x="44" y="3"/>
                  </a:lnTo>
                  <a:lnTo>
                    <a:pt x="25" y="1"/>
                  </a:lnTo>
                  <a:lnTo>
                    <a:pt x="4" y="0"/>
                  </a:lnTo>
                  <a:lnTo>
                    <a:pt x="4" y="0"/>
                  </a:lnTo>
                  <a:lnTo>
                    <a:pt x="2" y="0"/>
                  </a:lnTo>
                  <a:lnTo>
                    <a:pt x="1" y="1"/>
                  </a:lnTo>
                  <a:lnTo>
                    <a:pt x="0" y="2"/>
                  </a:lnTo>
                  <a:lnTo>
                    <a:pt x="0" y="4"/>
                  </a:lnTo>
                  <a:lnTo>
                    <a:pt x="0" y="6"/>
                  </a:lnTo>
                  <a:lnTo>
                    <a:pt x="1" y="7"/>
                  </a:lnTo>
                  <a:lnTo>
                    <a:pt x="2" y="8"/>
                  </a:lnTo>
                  <a:lnTo>
                    <a:pt x="4" y="9"/>
                  </a:lnTo>
                  <a:lnTo>
                    <a:pt x="4" y="9"/>
                  </a:lnTo>
                  <a:lnTo>
                    <a:pt x="26" y="10"/>
                  </a:lnTo>
                  <a:lnTo>
                    <a:pt x="47" y="13"/>
                  </a:lnTo>
                  <a:lnTo>
                    <a:pt x="68" y="17"/>
                  </a:lnTo>
                  <a:lnTo>
                    <a:pt x="90" y="21"/>
                  </a:lnTo>
                  <a:lnTo>
                    <a:pt x="90" y="21"/>
                  </a:lnTo>
                  <a:lnTo>
                    <a:pt x="109" y="25"/>
                  </a:lnTo>
                  <a:lnTo>
                    <a:pt x="130" y="30"/>
                  </a:lnTo>
                  <a:lnTo>
                    <a:pt x="151" y="34"/>
                  </a:lnTo>
                  <a:lnTo>
                    <a:pt x="170" y="39"/>
                  </a:lnTo>
                  <a:lnTo>
                    <a:pt x="170" y="39"/>
                  </a:lnTo>
                  <a:lnTo>
                    <a:pt x="191" y="45"/>
                  </a:lnTo>
                  <a:lnTo>
                    <a:pt x="213" y="50"/>
                  </a:lnTo>
                  <a:lnTo>
                    <a:pt x="234" y="56"/>
                  </a:lnTo>
                  <a:lnTo>
                    <a:pt x="255" y="63"/>
                  </a:lnTo>
                  <a:lnTo>
                    <a:pt x="255" y="63"/>
                  </a:lnTo>
                  <a:lnTo>
                    <a:pt x="281" y="73"/>
                  </a:lnTo>
                  <a:lnTo>
                    <a:pt x="288" y="74"/>
                  </a:lnTo>
                  <a:lnTo>
                    <a:pt x="294" y="75"/>
                  </a:lnTo>
                  <a:lnTo>
                    <a:pt x="301" y="76"/>
                  </a:lnTo>
                  <a:lnTo>
                    <a:pt x="309" y="75"/>
                  </a:lnTo>
                  <a:lnTo>
                    <a:pt x="309" y="75"/>
                  </a:lnTo>
                  <a:lnTo>
                    <a:pt x="311" y="74"/>
                  </a:lnTo>
                  <a:lnTo>
                    <a:pt x="312" y="73"/>
                  </a:lnTo>
                  <a:lnTo>
                    <a:pt x="312" y="71"/>
                  </a:lnTo>
                  <a:lnTo>
                    <a:pt x="312" y="70"/>
                  </a:lnTo>
                  <a:lnTo>
                    <a:pt x="310" y="67"/>
                  </a:lnTo>
                  <a:lnTo>
                    <a:pt x="308" y="66"/>
                  </a:lnTo>
                  <a:lnTo>
                    <a:pt x="306" y="66"/>
                  </a:lnTo>
                  <a:lnTo>
                    <a:pt x="306" y="6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3" name="Freeform 386"/>
            <p:cNvSpPr/>
            <p:nvPr/>
          </p:nvSpPr>
          <p:spPr bwMode="auto">
            <a:xfrm>
              <a:off x="4660900" y="3400425"/>
              <a:ext cx="171450" cy="47625"/>
            </a:xfrm>
            <a:custGeom>
              <a:avLst/>
              <a:gdLst/>
              <a:ahLst/>
              <a:cxnLst>
                <a:cxn ang="0">
                  <a:pos x="319" y="80"/>
                </a:cxn>
                <a:cxn ang="0">
                  <a:pos x="319" y="80"/>
                </a:cxn>
                <a:cxn ang="0">
                  <a:pos x="278" y="76"/>
                </a:cxn>
                <a:cxn ang="0">
                  <a:pos x="239" y="71"/>
                </a:cxn>
                <a:cxn ang="0">
                  <a:pos x="199" y="63"/>
                </a:cxn>
                <a:cxn ang="0">
                  <a:pos x="160" y="54"/>
                </a:cxn>
                <a:cxn ang="0">
                  <a:pos x="160" y="54"/>
                </a:cxn>
                <a:cxn ang="0">
                  <a:pos x="121" y="42"/>
                </a:cxn>
                <a:cxn ang="0">
                  <a:pos x="83" y="31"/>
                </a:cxn>
                <a:cxn ang="0">
                  <a:pos x="63" y="25"/>
                </a:cxn>
                <a:cxn ang="0">
                  <a:pos x="45" y="19"/>
                </a:cxn>
                <a:cxn ang="0">
                  <a:pos x="26" y="10"/>
                </a:cxn>
                <a:cxn ang="0">
                  <a:pos x="8" y="1"/>
                </a:cxn>
                <a:cxn ang="0">
                  <a:pos x="8" y="1"/>
                </a:cxn>
                <a:cxn ang="0">
                  <a:pos x="6" y="0"/>
                </a:cxn>
                <a:cxn ang="0">
                  <a:pos x="3" y="1"/>
                </a:cxn>
                <a:cxn ang="0">
                  <a:pos x="2" y="2"/>
                </a:cxn>
                <a:cxn ang="0">
                  <a:pos x="1" y="3"/>
                </a:cxn>
                <a:cxn ang="0">
                  <a:pos x="0" y="5"/>
                </a:cxn>
                <a:cxn ang="0">
                  <a:pos x="0" y="6"/>
                </a:cxn>
                <a:cxn ang="0">
                  <a:pos x="1" y="8"/>
                </a:cxn>
                <a:cxn ang="0">
                  <a:pos x="2" y="9"/>
                </a:cxn>
                <a:cxn ang="0">
                  <a:pos x="2" y="9"/>
                </a:cxn>
                <a:cxn ang="0">
                  <a:pos x="21" y="19"/>
                </a:cxn>
                <a:cxn ang="0">
                  <a:pos x="41" y="27"/>
                </a:cxn>
                <a:cxn ang="0">
                  <a:pos x="59" y="33"/>
                </a:cxn>
                <a:cxn ang="0">
                  <a:pos x="79" y="39"/>
                </a:cxn>
                <a:cxn ang="0">
                  <a:pos x="118" y="51"/>
                </a:cxn>
                <a:cxn ang="0">
                  <a:pos x="157" y="62"/>
                </a:cxn>
                <a:cxn ang="0">
                  <a:pos x="157" y="62"/>
                </a:cxn>
                <a:cxn ang="0">
                  <a:pos x="177" y="68"/>
                </a:cxn>
                <a:cxn ang="0">
                  <a:pos x="197" y="72"/>
                </a:cxn>
                <a:cxn ang="0">
                  <a:pos x="217" y="77"/>
                </a:cxn>
                <a:cxn ang="0">
                  <a:pos x="237" y="80"/>
                </a:cxn>
                <a:cxn ang="0">
                  <a:pos x="277" y="87"/>
                </a:cxn>
                <a:cxn ang="0">
                  <a:pos x="319" y="91"/>
                </a:cxn>
                <a:cxn ang="0">
                  <a:pos x="319" y="91"/>
                </a:cxn>
                <a:cxn ang="0">
                  <a:pos x="321" y="90"/>
                </a:cxn>
                <a:cxn ang="0">
                  <a:pos x="322" y="90"/>
                </a:cxn>
                <a:cxn ang="0">
                  <a:pos x="323" y="88"/>
                </a:cxn>
                <a:cxn ang="0">
                  <a:pos x="323" y="86"/>
                </a:cxn>
                <a:cxn ang="0">
                  <a:pos x="322" y="83"/>
                </a:cxn>
                <a:cxn ang="0">
                  <a:pos x="321" y="82"/>
                </a:cxn>
                <a:cxn ang="0">
                  <a:pos x="319" y="80"/>
                </a:cxn>
                <a:cxn ang="0">
                  <a:pos x="319" y="80"/>
                </a:cxn>
              </a:cxnLst>
              <a:rect l="0" t="0" r="r" b="b"/>
              <a:pathLst>
                <a:path w="323" h="91">
                  <a:moveTo>
                    <a:pt x="319" y="80"/>
                  </a:moveTo>
                  <a:lnTo>
                    <a:pt x="319" y="80"/>
                  </a:lnTo>
                  <a:lnTo>
                    <a:pt x="278" y="76"/>
                  </a:lnTo>
                  <a:lnTo>
                    <a:pt x="239" y="71"/>
                  </a:lnTo>
                  <a:lnTo>
                    <a:pt x="199" y="63"/>
                  </a:lnTo>
                  <a:lnTo>
                    <a:pt x="160" y="54"/>
                  </a:lnTo>
                  <a:lnTo>
                    <a:pt x="160" y="54"/>
                  </a:lnTo>
                  <a:lnTo>
                    <a:pt x="121" y="42"/>
                  </a:lnTo>
                  <a:lnTo>
                    <a:pt x="83" y="31"/>
                  </a:lnTo>
                  <a:lnTo>
                    <a:pt x="63" y="25"/>
                  </a:lnTo>
                  <a:lnTo>
                    <a:pt x="45" y="19"/>
                  </a:lnTo>
                  <a:lnTo>
                    <a:pt x="26" y="10"/>
                  </a:lnTo>
                  <a:lnTo>
                    <a:pt x="8" y="1"/>
                  </a:lnTo>
                  <a:lnTo>
                    <a:pt x="8" y="1"/>
                  </a:lnTo>
                  <a:lnTo>
                    <a:pt x="6" y="0"/>
                  </a:lnTo>
                  <a:lnTo>
                    <a:pt x="3" y="1"/>
                  </a:lnTo>
                  <a:lnTo>
                    <a:pt x="2" y="2"/>
                  </a:lnTo>
                  <a:lnTo>
                    <a:pt x="1" y="3"/>
                  </a:lnTo>
                  <a:lnTo>
                    <a:pt x="0" y="5"/>
                  </a:lnTo>
                  <a:lnTo>
                    <a:pt x="0" y="6"/>
                  </a:lnTo>
                  <a:lnTo>
                    <a:pt x="1" y="8"/>
                  </a:lnTo>
                  <a:lnTo>
                    <a:pt x="2" y="9"/>
                  </a:lnTo>
                  <a:lnTo>
                    <a:pt x="2" y="9"/>
                  </a:lnTo>
                  <a:lnTo>
                    <a:pt x="21" y="19"/>
                  </a:lnTo>
                  <a:lnTo>
                    <a:pt x="41" y="27"/>
                  </a:lnTo>
                  <a:lnTo>
                    <a:pt x="59" y="33"/>
                  </a:lnTo>
                  <a:lnTo>
                    <a:pt x="79" y="39"/>
                  </a:lnTo>
                  <a:lnTo>
                    <a:pt x="118" y="51"/>
                  </a:lnTo>
                  <a:lnTo>
                    <a:pt x="157" y="62"/>
                  </a:lnTo>
                  <a:lnTo>
                    <a:pt x="157" y="62"/>
                  </a:lnTo>
                  <a:lnTo>
                    <a:pt x="177" y="68"/>
                  </a:lnTo>
                  <a:lnTo>
                    <a:pt x="197" y="72"/>
                  </a:lnTo>
                  <a:lnTo>
                    <a:pt x="217" y="77"/>
                  </a:lnTo>
                  <a:lnTo>
                    <a:pt x="237" y="80"/>
                  </a:lnTo>
                  <a:lnTo>
                    <a:pt x="277" y="87"/>
                  </a:lnTo>
                  <a:lnTo>
                    <a:pt x="319" y="91"/>
                  </a:lnTo>
                  <a:lnTo>
                    <a:pt x="319" y="91"/>
                  </a:lnTo>
                  <a:lnTo>
                    <a:pt x="321" y="90"/>
                  </a:lnTo>
                  <a:lnTo>
                    <a:pt x="322" y="90"/>
                  </a:lnTo>
                  <a:lnTo>
                    <a:pt x="323" y="88"/>
                  </a:lnTo>
                  <a:lnTo>
                    <a:pt x="323" y="86"/>
                  </a:lnTo>
                  <a:lnTo>
                    <a:pt x="322" y="83"/>
                  </a:lnTo>
                  <a:lnTo>
                    <a:pt x="321" y="82"/>
                  </a:lnTo>
                  <a:lnTo>
                    <a:pt x="319" y="80"/>
                  </a:lnTo>
                  <a:lnTo>
                    <a:pt x="319" y="8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4" name="Freeform 387"/>
            <p:cNvSpPr/>
            <p:nvPr/>
          </p:nvSpPr>
          <p:spPr bwMode="auto">
            <a:xfrm>
              <a:off x="4708525" y="3362325"/>
              <a:ext cx="158750" cy="50800"/>
            </a:xfrm>
            <a:custGeom>
              <a:avLst/>
              <a:gdLst/>
              <a:ahLst/>
              <a:cxnLst>
                <a:cxn ang="0">
                  <a:pos x="294" y="84"/>
                </a:cxn>
                <a:cxn ang="0">
                  <a:pos x="294" y="84"/>
                </a:cxn>
                <a:cxn ang="0">
                  <a:pos x="290" y="85"/>
                </a:cxn>
                <a:cxn ang="0">
                  <a:pos x="287" y="85"/>
                </a:cxn>
                <a:cxn ang="0">
                  <a:pos x="282" y="83"/>
                </a:cxn>
                <a:cxn ang="0">
                  <a:pos x="278" y="79"/>
                </a:cxn>
                <a:cxn ang="0">
                  <a:pos x="273" y="76"/>
                </a:cxn>
                <a:cxn ang="0">
                  <a:pos x="273" y="76"/>
                </a:cxn>
                <a:cxn ang="0">
                  <a:pos x="266" y="72"/>
                </a:cxn>
                <a:cxn ang="0">
                  <a:pos x="257" y="69"/>
                </a:cxn>
                <a:cxn ang="0">
                  <a:pos x="240" y="63"/>
                </a:cxn>
                <a:cxn ang="0">
                  <a:pos x="240" y="63"/>
                </a:cxn>
                <a:cxn ang="0">
                  <a:pos x="222" y="58"/>
                </a:cxn>
                <a:cxn ang="0">
                  <a:pos x="205" y="52"/>
                </a:cxn>
                <a:cxn ang="0">
                  <a:pos x="169" y="45"/>
                </a:cxn>
                <a:cxn ang="0">
                  <a:pos x="169" y="45"/>
                </a:cxn>
                <a:cxn ang="0">
                  <a:pos x="128" y="36"/>
                </a:cxn>
                <a:cxn ang="0">
                  <a:pos x="87" y="25"/>
                </a:cxn>
                <a:cxn ang="0">
                  <a:pos x="67" y="20"/>
                </a:cxn>
                <a:cxn ang="0">
                  <a:pos x="47" y="14"/>
                </a:cxn>
                <a:cxn ang="0">
                  <a:pos x="27" y="8"/>
                </a:cxn>
                <a:cxn ang="0">
                  <a:pos x="7" y="0"/>
                </a:cxn>
                <a:cxn ang="0">
                  <a:pos x="7" y="0"/>
                </a:cxn>
                <a:cxn ang="0">
                  <a:pos x="5" y="0"/>
                </a:cxn>
                <a:cxn ang="0">
                  <a:pos x="3" y="0"/>
                </a:cxn>
                <a:cxn ang="0">
                  <a:pos x="1" y="2"/>
                </a:cxn>
                <a:cxn ang="0">
                  <a:pos x="0" y="4"/>
                </a:cxn>
                <a:cxn ang="0">
                  <a:pos x="0" y="6"/>
                </a:cxn>
                <a:cxn ang="0">
                  <a:pos x="1" y="7"/>
                </a:cxn>
                <a:cxn ang="0">
                  <a:pos x="3" y="8"/>
                </a:cxn>
                <a:cxn ang="0">
                  <a:pos x="3" y="8"/>
                </a:cxn>
                <a:cxn ang="0">
                  <a:pos x="23" y="16"/>
                </a:cxn>
                <a:cxn ang="0">
                  <a:pos x="43" y="23"/>
                </a:cxn>
                <a:cxn ang="0">
                  <a:pos x="63" y="30"/>
                </a:cxn>
                <a:cxn ang="0">
                  <a:pos x="84" y="35"/>
                </a:cxn>
                <a:cxn ang="0">
                  <a:pos x="125" y="44"/>
                </a:cxn>
                <a:cxn ang="0">
                  <a:pos x="167" y="54"/>
                </a:cxn>
                <a:cxn ang="0">
                  <a:pos x="167" y="54"/>
                </a:cxn>
                <a:cxn ang="0">
                  <a:pos x="210" y="65"/>
                </a:cxn>
                <a:cxn ang="0">
                  <a:pos x="232" y="70"/>
                </a:cxn>
                <a:cxn ang="0">
                  <a:pos x="253" y="78"/>
                </a:cxn>
                <a:cxn ang="0">
                  <a:pos x="253" y="78"/>
                </a:cxn>
                <a:cxn ang="0">
                  <a:pos x="263" y="83"/>
                </a:cxn>
                <a:cxn ang="0">
                  <a:pos x="274" y="90"/>
                </a:cxn>
                <a:cxn ang="0">
                  <a:pos x="279" y="93"/>
                </a:cxn>
                <a:cxn ang="0">
                  <a:pos x="285" y="95"/>
                </a:cxn>
                <a:cxn ang="0">
                  <a:pos x="290" y="95"/>
                </a:cxn>
                <a:cxn ang="0">
                  <a:pos x="296" y="94"/>
                </a:cxn>
                <a:cxn ang="0">
                  <a:pos x="296" y="94"/>
                </a:cxn>
                <a:cxn ang="0">
                  <a:pos x="298" y="93"/>
                </a:cxn>
                <a:cxn ang="0">
                  <a:pos x="299" y="92"/>
                </a:cxn>
                <a:cxn ang="0">
                  <a:pos x="299" y="87"/>
                </a:cxn>
                <a:cxn ang="0">
                  <a:pos x="298" y="86"/>
                </a:cxn>
                <a:cxn ang="0">
                  <a:pos x="297" y="84"/>
                </a:cxn>
                <a:cxn ang="0">
                  <a:pos x="296" y="84"/>
                </a:cxn>
                <a:cxn ang="0">
                  <a:pos x="294" y="84"/>
                </a:cxn>
                <a:cxn ang="0">
                  <a:pos x="294" y="84"/>
                </a:cxn>
              </a:cxnLst>
              <a:rect l="0" t="0" r="r" b="b"/>
              <a:pathLst>
                <a:path w="299" h="95">
                  <a:moveTo>
                    <a:pt x="294" y="84"/>
                  </a:moveTo>
                  <a:lnTo>
                    <a:pt x="294" y="84"/>
                  </a:lnTo>
                  <a:lnTo>
                    <a:pt x="290" y="85"/>
                  </a:lnTo>
                  <a:lnTo>
                    <a:pt x="287" y="85"/>
                  </a:lnTo>
                  <a:lnTo>
                    <a:pt x="282" y="83"/>
                  </a:lnTo>
                  <a:lnTo>
                    <a:pt x="278" y="79"/>
                  </a:lnTo>
                  <a:lnTo>
                    <a:pt x="273" y="76"/>
                  </a:lnTo>
                  <a:lnTo>
                    <a:pt x="273" y="76"/>
                  </a:lnTo>
                  <a:lnTo>
                    <a:pt x="266" y="72"/>
                  </a:lnTo>
                  <a:lnTo>
                    <a:pt x="257" y="69"/>
                  </a:lnTo>
                  <a:lnTo>
                    <a:pt x="240" y="63"/>
                  </a:lnTo>
                  <a:lnTo>
                    <a:pt x="240" y="63"/>
                  </a:lnTo>
                  <a:lnTo>
                    <a:pt x="222" y="58"/>
                  </a:lnTo>
                  <a:lnTo>
                    <a:pt x="205" y="52"/>
                  </a:lnTo>
                  <a:lnTo>
                    <a:pt x="169" y="45"/>
                  </a:lnTo>
                  <a:lnTo>
                    <a:pt x="169" y="45"/>
                  </a:lnTo>
                  <a:lnTo>
                    <a:pt x="128" y="36"/>
                  </a:lnTo>
                  <a:lnTo>
                    <a:pt x="87" y="25"/>
                  </a:lnTo>
                  <a:lnTo>
                    <a:pt x="67" y="20"/>
                  </a:lnTo>
                  <a:lnTo>
                    <a:pt x="47" y="14"/>
                  </a:lnTo>
                  <a:lnTo>
                    <a:pt x="27" y="8"/>
                  </a:lnTo>
                  <a:lnTo>
                    <a:pt x="7" y="0"/>
                  </a:lnTo>
                  <a:lnTo>
                    <a:pt x="7" y="0"/>
                  </a:lnTo>
                  <a:lnTo>
                    <a:pt x="5" y="0"/>
                  </a:lnTo>
                  <a:lnTo>
                    <a:pt x="3" y="0"/>
                  </a:lnTo>
                  <a:lnTo>
                    <a:pt x="1" y="2"/>
                  </a:lnTo>
                  <a:lnTo>
                    <a:pt x="0" y="4"/>
                  </a:lnTo>
                  <a:lnTo>
                    <a:pt x="0" y="6"/>
                  </a:lnTo>
                  <a:lnTo>
                    <a:pt x="1" y="7"/>
                  </a:lnTo>
                  <a:lnTo>
                    <a:pt x="3" y="8"/>
                  </a:lnTo>
                  <a:lnTo>
                    <a:pt x="3" y="8"/>
                  </a:lnTo>
                  <a:lnTo>
                    <a:pt x="23" y="16"/>
                  </a:lnTo>
                  <a:lnTo>
                    <a:pt x="43" y="23"/>
                  </a:lnTo>
                  <a:lnTo>
                    <a:pt x="63" y="30"/>
                  </a:lnTo>
                  <a:lnTo>
                    <a:pt x="84" y="35"/>
                  </a:lnTo>
                  <a:lnTo>
                    <a:pt x="125" y="44"/>
                  </a:lnTo>
                  <a:lnTo>
                    <a:pt x="167" y="54"/>
                  </a:lnTo>
                  <a:lnTo>
                    <a:pt x="167" y="54"/>
                  </a:lnTo>
                  <a:lnTo>
                    <a:pt x="210" y="65"/>
                  </a:lnTo>
                  <a:lnTo>
                    <a:pt x="232" y="70"/>
                  </a:lnTo>
                  <a:lnTo>
                    <a:pt x="253" y="78"/>
                  </a:lnTo>
                  <a:lnTo>
                    <a:pt x="253" y="78"/>
                  </a:lnTo>
                  <a:lnTo>
                    <a:pt x="263" y="83"/>
                  </a:lnTo>
                  <a:lnTo>
                    <a:pt x="274" y="90"/>
                  </a:lnTo>
                  <a:lnTo>
                    <a:pt x="279" y="93"/>
                  </a:lnTo>
                  <a:lnTo>
                    <a:pt x="285" y="95"/>
                  </a:lnTo>
                  <a:lnTo>
                    <a:pt x="290" y="95"/>
                  </a:lnTo>
                  <a:lnTo>
                    <a:pt x="296" y="94"/>
                  </a:lnTo>
                  <a:lnTo>
                    <a:pt x="296" y="94"/>
                  </a:lnTo>
                  <a:lnTo>
                    <a:pt x="298" y="93"/>
                  </a:lnTo>
                  <a:lnTo>
                    <a:pt x="299" y="92"/>
                  </a:lnTo>
                  <a:lnTo>
                    <a:pt x="299" y="87"/>
                  </a:lnTo>
                  <a:lnTo>
                    <a:pt x="298" y="86"/>
                  </a:lnTo>
                  <a:lnTo>
                    <a:pt x="297" y="84"/>
                  </a:lnTo>
                  <a:lnTo>
                    <a:pt x="296" y="84"/>
                  </a:lnTo>
                  <a:lnTo>
                    <a:pt x="294" y="84"/>
                  </a:lnTo>
                  <a:lnTo>
                    <a:pt x="294" y="8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5" name="Freeform 388"/>
            <p:cNvSpPr/>
            <p:nvPr/>
          </p:nvSpPr>
          <p:spPr bwMode="auto">
            <a:xfrm>
              <a:off x="4737100" y="3335338"/>
              <a:ext cx="131763" cy="30163"/>
            </a:xfrm>
            <a:custGeom>
              <a:avLst/>
              <a:gdLst/>
              <a:ahLst/>
              <a:cxnLst>
                <a:cxn ang="0">
                  <a:pos x="246" y="48"/>
                </a:cxn>
                <a:cxn ang="0">
                  <a:pos x="214" y="44"/>
                </a:cxn>
                <a:cxn ang="0">
                  <a:pos x="148" y="32"/>
                </a:cxn>
                <a:cxn ang="0">
                  <a:pos x="116" y="25"/>
                </a:cxn>
                <a:cxn ang="0">
                  <a:pos x="88" y="20"/>
                </a:cxn>
                <a:cxn ang="0">
                  <a:pos x="60" y="18"/>
                </a:cxn>
                <a:cxn ang="0">
                  <a:pos x="36" y="12"/>
                </a:cxn>
                <a:cxn ang="0">
                  <a:pos x="13" y="6"/>
                </a:cxn>
                <a:cxn ang="0">
                  <a:pos x="14" y="5"/>
                </a:cxn>
                <a:cxn ang="0">
                  <a:pos x="13" y="3"/>
                </a:cxn>
                <a:cxn ang="0">
                  <a:pos x="11" y="1"/>
                </a:cxn>
                <a:cxn ang="0">
                  <a:pos x="7" y="1"/>
                </a:cxn>
                <a:cxn ang="0">
                  <a:pos x="5" y="3"/>
                </a:cxn>
                <a:cxn ang="0">
                  <a:pos x="4" y="5"/>
                </a:cxn>
                <a:cxn ang="0">
                  <a:pos x="1" y="6"/>
                </a:cxn>
                <a:cxn ang="0">
                  <a:pos x="0" y="9"/>
                </a:cxn>
                <a:cxn ang="0">
                  <a:pos x="2" y="13"/>
                </a:cxn>
                <a:cxn ang="0">
                  <a:pos x="4" y="14"/>
                </a:cxn>
                <a:cxn ang="0">
                  <a:pos x="21" y="19"/>
                </a:cxn>
                <a:cxn ang="0">
                  <a:pos x="32" y="24"/>
                </a:cxn>
                <a:cxn ang="0">
                  <a:pos x="38" y="25"/>
                </a:cxn>
                <a:cxn ang="0">
                  <a:pos x="60" y="27"/>
                </a:cxn>
                <a:cxn ang="0">
                  <a:pos x="96" y="31"/>
                </a:cxn>
                <a:cxn ang="0">
                  <a:pos x="131" y="38"/>
                </a:cxn>
                <a:cxn ang="0">
                  <a:pos x="159" y="44"/>
                </a:cxn>
                <a:cxn ang="0">
                  <a:pos x="218" y="55"/>
                </a:cxn>
                <a:cxn ang="0">
                  <a:pos x="246" y="57"/>
                </a:cxn>
                <a:cxn ang="0">
                  <a:pos x="248" y="57"/>
                </a:cxn>
                <a:cxn ang="0">
                  <a:pos x="251" y="54"/>
                </a:cxn>
                <a:cxn ang="0">
                  <a:pos x="251" y="51"/>
                </a:cxn>
                <a:cxn ang="0">
                  <a:pos x="248" y="48"/>
                </a:cxn>
                <a:cxn ang="0">
                  <a:pos x="246" y="48"/>
                </a:cxn>
              </a:cxnLst>
              <a:rect l="0" t="0" r="r" b="b"/>
              <a:pathLst>
                <a:path w="251" h="57">
                  <a:moveTo>
                    <a:pt x="246" y="48"/>
                  </a:moveTo>
                  <a:lnTo>
                    <a:pt x="246" y="48"/>
                  </a:lnTo>
                  <a:lnTo>
                    <a:pt x="230" y="46"/>
                  </a:lnTo>
                  <a:lnTo>
                    <a:pt x="214" y="44"/>
                  </a:lnTo>
                  <a:lnTo>
                    <a:pt x="181" y="39"/>
                  </a:lnTo>
                  <a:lnTo>
                    <a:pt x="148" y="32"/>
                  </a:lnTo>
                  <a:lnTo>
                    <a:pt x="116" y="25"/>
                  </a:lnTo>
                  <a:lnTo>
                    <a:pt x="116" y="25"/>
                  </a:lnTo>
                  <a:lnTo>
                    <a:pt x="102" y="22"/>
                  </a:lnTo>
                  <a:lnTo>
                    <a:pt x="88" y="20"/>
                  </a:lnTo>
                  <a:lnTo>
                    <a:pt x="60" y="18"/>
                  </a:lnTo>
                  <a:lnTo>
                    <a:pt x="60" y="18"/>
                  </a:lnTo>
                  <a:lnTo>
                    <a:pt x="48" y="15"/>
                  </a:lnTo>
                  <a:lnTo>
                    <a:pt x="36" y="12"/>
                  </a:lnTo>
                  <a:lnTo>
                    <a:pt x="25" y="9"/>
                  </a:lnTo>
                  <a:lnTo>
                    <a:pt x="13" y="6"/>
                  </a:lnTo>
                  <a:lnTo>
                    <a:pt x="13" y="6"/>
                  </a:lnTo>
                  <a:lnTo>
                    <a:pt x="14" y="5"/>
                  </a:lnTo>
                  <a:lnTo>
                    <a:pt x="14" y="5"/>
                  </a:lnTo>
                  <a:lnTo>
                    <a:pt x="13" y="3"/>
                  </a:lnTo>
                  <a:lnTo>
                    <a:pt x="12" y="1"/>
                  </a:lnTo>
                  <a:lnTo>
                    <a:pt x="11" y="1"/>
                  </a:lnTo>
                  <a:lnTo>
                    <a:pt x="9" y="0"/>
                  </a:lnTo>
                  <a:lnTo>
                    <a:pt x="7" y="1"/>
                  </a:lnTo>
                  <a:lnTo>
                    <a:pt x="6" y="1"/>
                  </a:lnTo>
                  <a:lnTo>
                    <a:pt x="5" y="3"/>
                  </a:lnTo>
                  <a:lnTo>
                    <a:pt x="4" y="5"/>
                  </a:lnTo>
                  <a:lnTo>
                    <a:pt x="4" y="5"/>
                  </a:lnTo>
                  <a:lnTo>
                    <a:pt x="2" y="5"/>
                  </a:lnTo>
                  <a:lnTo>
                    <a:pt x="1" y="6"/>
                  </a:lnTo>
                  <a:lnTo>
                    <a:pt x="0" y="8"/>
                  </a:lnTo>
                  <a:lnTo>
                    <a:pt x="0" y="9"/>
                  </a:lnTo>
                  <a:lnTo>
                    <a:pt x="1" y="12"/>
                  </a:lnTo>
                  <a:lnTo>
                    <a:pt x="2" y="13"/>
                  </a:lnTo>
                  <a:lnTo>
                    <a:pt x="4" y="14"/>
                  </a:lnTo>
                  <a:lnTo>
                    <a:pt x="4" y="14"/>
                  </a:lnTo>
                  <a:lnTo>
                    <a:pt x="14" y="17"/>
                  </a:lnTo>
                  <a:lnTo>
                    <a:pt x="21" y="19"/>
                  </a:lnTo>
                  <a:lnTo>
                    <a:pt x="25" y="21"/>
                  </a:lnTo>
                  <a:lnTo>
                    <a:pt x="32" y="24"/>
                  </a:lnTo>
                  <a:lnTo>
                    <a:pt x="32" y="24"/>
                  </a:lnTo>
                  <a:lnTo>
                    <a:pt x="38" y="25"/>
                  </a:lnTo>
                  <a:lnTo>
                    <a:pt x="45" y="26"/>
                  </a:lnTo>
                  <a:lnTo>
                    <a:pt x="60" y="27"/>
                  </a:lnTo>
                  <a:lnTo>
                    <a:pt x="60" y="27"/>
                  </a:lnTo>
                  <a:lnTo>
                    <a:pt x="96" y="31"/>
                  </a:lnTo>
                  <a:lnTo>
                    <a:pt x="114" y="34"/>
                  </a:lnTo>
                  <a:lnTo>
                    <a:pt x="131" y="38"/>
                  </a:lnTo>
                  <a:lnTo>
                    <a:pt x="131" y="38"/>
                  </a:lnTo>
                  <a:lnTo>
                    <a:pt x="159" y="44"/>
                  </a:lnTo>
                  <a:lnTo>
                    <a:pt x="188" y="51"/>
                  </a:lnTo>
                  <a:lnTo>
                    <a:pt x="218" y="55"/>
                  </a:lnTo>
                  <a:lnTo>
                    <a:pt x="232" y="56"/>
                  </a:lnTo>
                  <a:lnTo>
                    <a:pt x="246" y="57"/>
                  </a:lnTo>
                  <a:lnTo>
                    <a:pt x="246" y="57"/>
                  </a:lnTo>
                  <a:lnTo>
                    <a:pt x="248" y="57"/>
                  </a:lnTo>
                  <a:lnTo>
                    <a:pt x="250" y="56"/>
                  </a:lnTo>
                  <a:lnTo>
                    <a:pt x="251" y="54"/>
                  </a:lnTo>
                  <a:lnTo>
                    <a:pt x="251" y="53"/>
                  </a:lnTo>
                  <a:lnTo>
                    <a:pt x="251" y="51"/>
                  </a:lnTo>
                  <a:lnTo>
                    <a:pt x="250" y="50"/>
                  </a:lnTo>
                  <a:lnTo>
                    <a:pt x="248" y="48"/>
                  </a:lnTo>
                  <a:lnTo>
                    <a:pt x="246" y="48"/>
                  </a:lnTo>
                  <a:lnTo>
                    <a:pt x="246" y="4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6" name="Freeform 389"/>
            <p:cNvSpPr/>
            <p:nvPr/>
          </p:nvSpPr>
          <p:spPr bwMode="auto">
            <a:xfrm>
              <a:off x="4838700" y="3271838"/>
              <a:ext cx="112713" cy="6350"/>
            </a:xfrm>
            <a:custGeom>
              <a:avLst/>
              <a:gdLst/>
              <a:ahLst/>
              <a:cxnLst>
                <a:cxn ang="0">
                  <a:pos x="209" y="0"/>
                </a:cxn>
                <a:cxn ang="0">
                  <a:pos x="5" y="0"/>
                </a:cxn>
                <a:cxn ang="0">
                  <a:pos x="5" y="0"/>
                </a:cxn>
                <a:cxn ang="0">
                  <a:pos x="3" y="1"/>
                </a:cxn>
                <a:cxn ang="0">
                  <a:pos x="1" y="2"/>
                </a:cxn>
                <a:cxn ang="0">
                  <a:pos x="0" y="3"/>
                </a:cxn>
                <a:cxn ang="0">
                  <a:pos x="0" y="5"/>
                </a:cxn>
                <a:cxn ang="0">
                  <a:pos x="0" y="7"/>
                </a:cxn>
                <a:cxn ang="0">
                  <a:pos x="1" y="8"/>
                </a:cxn>
                <a:cxn ang="0">
                  <a:pos x="3" y="9"/>
                </a:cxn>
                <a:cxn ang="0">
                  <a:pos x="5" y="11"/>
                </a:cxn>
                <a:cxn ang="0">
                  <a:pos x="209" y="11"/>
                </a:cxn>
                <a:cxn ang="0">
                  <a:pos x="209" y="11"/>
                </a:cxn>
                <a:cxn ang="0">
                  <a:pos x="211" y="9"/>
                </a:cxn>
                <a:cxn ang="0">
                  <a:pos x="212" y="8"/>
                </a:cxn>
                <a:cxn ang="0">
                  <a:pos x="213" y="7"/>
                </a:cxn>
                <a:cxn ang="0">
                  <a:pos x="213" y="5"/>
                </a:cxn>
                <a:cxn ang="0">
                  <a:pos x="213" y="3"/>
                </a:cxn>
                <a:cxn ang="0">
                  <a:pos x="212" y="2"/>
                </a:cxn>
                <a:cxn ang="0">
                  <a:pos x="211" y="1"/>
                </a:cxn>
                <a:cxn ang="0">
                  <a:pos x="209" y="0"/>
                </a:cxn>
                <a:cxn ang="0">
                  <a:pos x="209" y="0"/>
                </a:cxn>
              </a:cxnLst>
              <a:rect l="0" t="0" r="r" b="b"/>
              <a:pathLst>
                <a:path w="213" h="11">
                  <a:moveTo>
                    <a:pt x="209" y="0"/>
                  </a:moveTo>
                  <a:lnTo>
                    <a:pt x="5" y="0"/>
                  </a:lnTo>
                  <a:lnTo>
                    <a:pt x="5" y="0"/>
                  </a:lnTo>
                  <a:lnTo>
                    <a:pt x="3" y="1"/>
                  </a:lnTo>
                  <a:lnTo>
                    <a:pt x="1" y="2"/>
                  </a:lnTo>
                  <a:lnTo>
                    <a:pt x="0" y="3"/>
                  </a:lnTo>
                  <a:lnTo>
                    <a:pt x="0" y="5"/>
                  </a:lnTo>
                  <a:lnTo>
                    <a:pt x="0" y="7"/>
                  </a:lnTo>
                  <a:lnTo>
                    <a:pt x="1" y="8"/>
                  </a:lnTo>
                  <a:lnTo>
                    <a:pt x="3" y="9"/>
                  </a:lnTo>
                  <a:lnTo>
                    <a:pt x="5" y="11"/>
                  </a:lnTo>
                  <a:lnTo>
                    <a:pt x="209" y="11"/>
                  </a:lnTo>
                  <a:lnTo>
                    <a:pt x="209" y="11"/>
                  </a:lnTo>
                  <a:lnTo>
                    <a:pt x="211" y="9"/>
                  </a:lnTo>
                  <a:lnTo>
                    <a:pt x="212" y="8"/>
                  </a:lnTo>
                  <a:lnTo>
                    <a:pt x="213" y="7"/>
                  </a:lnTo>
                  <a:lnTo>
                    <a:pt x="213" y="5"/>
                  </a:lnTo>
                  <a:lnTo>
                    <a:pt x="213" y="3"/>
                  </a:lnTo>
                  <a:lnTo>
                    <a:pt x="212" y="2"/>
                  </a:lnTo>
                  <a:lnTo>
                    <a:pt x="211" y="1"/>
                  </a:lnTo>
                  <a:lnTo>
                    <a:pt x="209" y="0"/>
                  </a:lnTo>
                  <a:lnTo>
                    <a:pt x="209"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7" name="Freeform 390"/>
            <p:cNvSpPr/>
            <p:nvPr/>
          </p:nvSpPr>
          <p:spPr bwMode="auto">
            <a:xfrm>
              <a:off x="4260850" y="3252788"/>
              <a:ext cx="73025" cy="128588"/>
            </a:xfrm>
            <a:custGeom>
              <a:avLst/>
              <a:gdLst/>
              <a:ahLst/>
              <a:cxnLst>
                <a:cxn ang="0">
                  <a:pos x="127" y="2"/>
                </a:cxn>
                <a:cxn ang="0">
                  <a:pos x="127" y="2"/>
                </a:cxn>
                <a:cxn ang="0">
                  <a:pos x="93" y="60"/>
                </a:cxn>
                <a:cxn ang="0">
                  <a:pos x="61" y="118"/>
                </a:cxn>
                <a:cxn ang="0">
                  <a:pos x="30" y="177"/>
                </a:cxn>
                <a:cxn ang="0">
                  <a:pos x="15" y="207"/>
                </a:cxn>
                <a:cxn ang="0">
                  <a:pos x="0" y="237"/>
                </a:cxn>
                <a:cxn ang="0">
                  <a:pos x="0" y="237"/>
                </a:cxn>
                <a:cxn ang="0">
                  <a:pos x="0" y="239"/>
                </a:cxn>
                <a:cxn ang="0">
                  <a:pos x="0" y="241"/>
                </a:cxn>
                <a:cxn ang="0">
                  <a:pos x="2" y="243"/>
                </a:cxn>
                <a:cxn ang="0">
                  <a:pos x="4" y="244"/>
                </a:cxn>
                <a:cxn ang="0">
                  <a:pos x="7" y="244"/>
                </a:cxn>
                <a:cxn ang="0">
                  <a:pos x="8" y="243"/>
                </a:cxn>
                <a:cxn ang="0">
                  <a:pos x="9" y="242"/>
                </a:cxn>
                <a:cxn ang="0">
                  <a:pos x="9" y="242"/>
                </a:cxn>
                <a:cxn ang="0">
                  <a:pos x="23" y="211"/>
                </a:cxn>
                <a:cxn ang="0">
                  <a:pos x="39" y="182"/>
                </a:cxn>
                <a:cxn ang="0">
                  <a:pos x="70" y="123"/>
                </a:cxn>
                <a:cxn ang="0">
                  <a:pos x="102" y="65"/>
                </a:cxn>
                <a:cxn ang="0">
                  <a:pos x="136" y="7"/>
                </a:cxn>
                <a:cxn ang="0">
                  <a:pos x="136" y="7"/>
                </a:cxn>
                <a:cxn ang="0">
                  <a:pos x="136" y="5"/>
                </a:cxn>
                <a:cxn ang="0">
                  <a:pos x="136" y="3"/>
                </a:cxn>
                <a:cxn ang="0">
                  <a:pos x="135" y="2"/>
                </a:cxn>
                <a:cxn ang="0">
                  <a:pos x="134" y="1"/>
                </a:cxn>
                <a:cxn ang="0">
                  <a:pos x="131" y="0"/>
                </a:cxn>
                <a:cxn ang="0">
                  <a:pos x="130" y="0"/>
                </a:cxn>
                <a:cxn ang="0">
                  <a:pos x="128" y="1"/>
                </a:cxn>
                <a:cxn ang="0">
                  <a:pos x="127" y="2"/>
                </a:cxn>
                <a:cxn ang="0">
                  <a:pos x="127" y="2"/>
                </a:cxn>
              </a:cxnLst>
              <a:rect l="0" t="0" r="r" b="b"/>
              <a:pathLst>
                <a:path w="136" h="244">
                  <a:moveTo>
                    <a:pt x="127" y="2"/>
                  </a:moveTo>
                  <a:lnTo>
                    <a:pt x="127" y="2"/>
                  </a:lnTo>
                  <a:lnTo>
                    <a:pt x="93" y="60"/>
                  </a:lnTo>
                  <a:lnTo>
                    <a:pt x="61" y="118"/>
                  </a:lnTo>
                  <a:lnTo>
                    <a:pt x="30" y="177"/>
                  </a:lnTo>
                  <a:lnTo>
                    <a:pt x="15" y="207"/>
                  </a:lnTo>
                  <a:lnTo>
                    <a:pt x="0" y="237"/>
                  </a:lnTo>
                  <a:lnTo>
                    <a:pt x="0" y="237"/>
                  </a:lnTo>
                  <a:lnTo>
                    <a:pt x="0" y="239"/>
                  </a:lnTo>
                  <a:lnTo>
                    <a:pt x="0" y="241"/>
                  </a:lnTo>
                  <a:lnTo>
                    <a:pt x="2" y="243"/>
                  </a:lnTo>
                  <a:lnTo>
                    <a:pt x="4" y="244"/>
                  </a:lnTo>
                  <a:lnTo>
                    <a:pt x="7" y="244"/>
                  </a:lnTo>
                  <a:lnTo>
                    <a:pt x="8" y="243"/>
                  </a:lnTo>
                  <a:lnTo>
                    <a:pt x="9" y="242"/>
                  </a:lnTo>
                  <a:lnTo>
                    <a:pt x="9" y="242"/>
                  </a:lnTo>
                  <a:lnTo>
                    <a:pt x="23" y="211"/>
                  </a:lnTo>
                  <a:lnTo>
                    <a:pt x="39" y="182"/>
                  </a:lnTo>
                  <a:lnTo>
                    <a:pt x="70" y="123"/>
                  </a:lnTo>
                  <a:lnTo>
                    <a:pt x="102" y="65"/>
                  </a:lnTo>
                  <a:lnTo>
                    <a:pt x="136" y="7"/>
                  </a:lnTo>
                  <a:lnTo>
                    <a:pt x="136" y="7"/>
                  </a:lnTo>
                  <a:lnTo>
                    <a:pt x="136" y="5"/>
                  </a:lnTo>
                  <a:lnTo>
                    <a:pt x="136" y="3"/>
                  </a:lnTo>
                  <a:lnTo>
                    <a:pt x="135" y="2"/>
                  </a:lnTo>
                  <a:lnTo>
                    <a:pt x="134" y="1"/>
                  </a:lnTo>
                  <a:lnTo>
                    <a:pt x="131" y="0"/>
                  </a:lnTo>
                  <a:lnTo>
                    <a:pt x="130" y="0"/>
                  </a:lnTo>
                  <a:lnTo>
                    <a:pt x="128" y="1"/>
                  </a:lnTo>
                  <a:lnTo>
                    <a:pt x="127" y="2"/>
                  </a:lnTo>
                  <a:lnTo>
                    <a:pt x="12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8" name="Freeform 391"/>
            <p:cNvSpPr/>
            <p:nvPr/>
          </p:nvSpPr>
          <p:spPr bwMode="auto">
            <a:xfrm>
              <a:off x="4311650" y="3292475"/>
              <a:ext cx="50800" cy="82550"/>
            </a:xfrm>
            <a:custGeom>
              <a:avLst/>
              <a:gdLst/>
              <a:ahLst/>
              <a:cxnLst>
                <a:cxn ang="0">
                  <a:pos x="90" y="3"/>
                </a:cxn>
                <a:cxn ang="0">
                  <a:pos x="90" y="3"/>
                </a:cxn>
                <a:cxn ang="0">
                  <a:pos x="45" y="75"/>
                </a:cxn>
                <a:cxn ang="0">
                  <a:pos x="23" y="111"/>
                </a:cxn>
                <a:cxn ang="0">
                  <a:pos x="1" y="148"/>
                </a:cxn>
                <a:cxn ang="0">
                  <a:pos x="1" y="148"/>
                </a:cxn>
                <a:cxn ang="0">
                  <a:pos x="0" y="150"/>
                </a:cxn>
                <a:cxn ang="0">
                  <a:pos x="1" y="151"/>
                </a:cxn>
                <a:cxn ang="0">
                  <a:pos x="2" y="153"/>
                </a:cxn>
                <a:cxn ang="0">
                  <a:pos x="3" y="154"/>
                </a:cxn>
                <a:cxn ang="0">
                  <a:pos x="4" y="154"/>
                </a:cxn>
                <a:cxn ang="0">
                  <a:pos x="6" y="154"/>
                </a:cxn>
                <a:cxn ang="0">
                  <a:pos x="9" y="154"/>
                </a:cxn>
                <a:cxn ang="0">
                  <a:pos x="10" y="152"/>
                </a:cxn>
                <a:cxn ang="0">
                  <a:pos x="10" y="152"/>
                </a:cxn>
                <a:cxn ang="0">
                  <a:pos x="31" y="116"/>
                </a:cxn>
                <a:cxn ang="0">
                  <a:pos x="53" y="80"/>
                </a:cxn>
                <a:cxn ang="0">
                  <a:pos x="98" y="8"/>
                </a:cxn>
                <a:cxn ang="0">
                  <a:pos x="98" y="8"/>
                </a:cxn>
                <a:cxn ang="0">
                  <a:pos x="98" y="6"/>
                </a:cxn>
                <a:cxn ang="0">
                  <a:pos x="98" y="4"/>
                </a:cxn>
                <a:cxn ang="0">
                  <a:pos x="97" y="3"/>
                </a:cxn>
                <a:cxn ang="0">
                  <a:pos x="96" y="0"/>
                </a:cxn>
                <a:cxn ang="0">
                  <a:pos x="94" y="0"/>
                </a:cxn>
                <a:cxn ang="0">
                  <a:pos x="93" y="0"/>
                </a:cxn>
                <a:cxn ang="0">
                  <a:pos x="91" y="0"/>
                </a:cxn>
                <a:cxn ang="0">
                  <a:pos x="90" y="3"/>
                </a:cxn>
                <a:cxn ang="0">
                  <a:pos x="90" y="3"/>
                </a:cxn>
              </a:cxnLst>
              <a:rect l="0" t="0" r="r" b="b"/>
              <a:pathLst>
                <a:path w="98" h="154">
                  <a:moveTo>
                    <a:pt x="90" y="3"/>
                  </a:moveTo>
                  <a:lnTo>
                    <a:pt x="90" y="3"/>
                  </a:lnTo>
                  <a:lnTo>
                    <a:pt x="45" y="75"/>
                  </a:lnTo>
                  <a:lnTo>
                    <a:pt x="23" y="111"/>
                  </a:lnTo>
                  <a:lnTo>
                    <a:pt x="1" y="148"/>
                  </a:lnTo>
                  <a:lnTo>
                    <a:pt x="1" y="148"/>
                  </a:lnTo>
                  <a:lnTo>
                    <a:pt x="0" y="150"/>
                  </a:lnTo>
                  <a:lnTo>
                    <a:pt x="1" y="151"/>
                  </a:lnTo>
                  <a:lnTo>
                    <a:pt x="2" y="153"/>
                  </a:lnTo>
                  <a:lnTo>
                    <a:pt x="3" y="154"/>
                  </a:lnTo>
                  <a:lnTo>
                    <a:pt x="4" y="154"/>
                  </a:lnTo>
                  <a:lnTo>
                    <a:pt x="6" y="154"/>
                  </a:lnTo>
                  <a:lnTo>
                    <a:pt x="9" y="154"/>
                  </a:lnTo>
                  <a:lnTo>
                    <a:pt x="10" y="152"/>
                  </a:lnTo>
                  <a:lnTo>
                    <a:pt x="10" y="152"/>
                  </a:lnTo>
                  <a:lnTo>
                    <a:pt x="31" y="116"/>
                  </a:lnTo>
                  <a:lnTo>
                    <a:pt x="53" y="80"/>
                  </a:lnTo>
                  <a:lnTo>
                    <a:pt x="98" y="8"/>
                  </a:lnTo>
                  <a:lnTo>
                    <a:pt x="98" y="8"/>
                  </a:lnTo>
                  <a:lnTo>
                    <a:pt x="98" y="6"/>
                  </a:lnTo>
                  <a:lnTo>
                    <a:pt x="98" y="4"/>
                  </a:lnTo>
                  <a:lnTo>
                    <a:pt x="97" y="3"/>
                  </a:lnTo>
                  <a:lnTo>
                    <a:pt x="96" y="0"/>
                  </a:lnTo>
                  <a:lnTo>
                    <a:pt x="94" y="0"/>
                  </a:lnTo>
                  <a:lnTo>
                    <a:pt x="93" y="0"/>
                  </a:lnTo>
                  <a:lnTo>
                    <a:pt x="91" y="0"/>
                  </a:lnTo>
                  <a:lnTo>
                    <a:pt x="90" y="3"/>
                  </a:lnTo>
                  <a:lnTo>
                    <a:pt x="90"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9" name="Freeform 392"/>
            <p:cNvSpPr/>
            <p:nvPr/>
          </p:nvSpPr>
          <p:spPr bwMode="auto">
            <a:xfrm>
              <a:off x="4529138" y="3536950"/>
              <a:ext cx="41275" cy="85725"/>
            </a:xfrm>
            <a:custGeom>
              <a:avLst/>
              <a:gdLst/>
              <a:ahLst/>
              <a:cxnLst>
                <a:cxn ang="0">
                  <a:pos x="71" y="3"/>
                </a:cxn>
                <a:cxn ang="0">
                  <a:pos x="71" y="3"/>
                </a:cxn>
                <a:cxn ang="0">
                  <a:pos x="52" y="40"/>
                </a:cxn>
                <a:cxn ang="0">
                  <a:pos x="33" y="79"/>
                </a:cxn>
                <a:cxn ang="0">
                  <a:pos x="17" y="117"/>
                </a:cxn>
                <a:cxn ang="0">
                  <a:pos x="0" y="156"/>
                </a:cxn>
                <a:cxn ang="0">
                  <a:pos x="0" y="156"/>
                </a:cxn>
                <a:cxn ang="0">
                  <a:pos x="0" y="158"/>
                </a:cxn>
                <a:cxn ang="0">
                  <a:pos x="1" y="159"/>
                </a:cxn>
                <a:cxn ang="0">
                  <a:pos x="2" y="160"/>
                </a:cxn>
                <a:cxn ang="0">
                  <a:pos x="3" y="161"/>
                </a:cxn>
                <a:cxn ang="0">
                  <a:pos x="8" y="161"/>
                </a:cxn>
                <a:cxn ang="0">
                  <a:pos x="9" y="160"/>
                </a:cxn>
                <a:cxn ang="0">
                  <a:pos x="10" y="158"/>
                </a:cxn>
                <a:cxn ang="0">
                  <a:pos x="10" y="158"/>
                </a:cxn>
                <a:cxn ang="0">
                  <a:pos x="25" y="120"/>
                </a:cxn>
                <a:cxn ang="0">
                  <a:pos x="43" y="82"/>
                </a:cxn>
                <a:cxn ang="0">
                  <a:pos x="60" y="45"/>
                </a:cxn>
                <a:cxn ang="0">
                  <a:pos x="79" y="7"/>
                </a:cxn>
                <a:cxn ang="0">
                  <a:pos x="79" y="7"/>
                </a:cxn>
                <a:cxn ang="0">
                  <a:pos x="80" y="5"/>
                </a:cxn>
                <a:cxn ang="0">
                  <a:pos x="79" y="4"/>
                </a:cxn>
                <a:cxn ang="0">
                  <a:pos x="78" y="2"/>
                </a:cxn>
                <a:cxn ang="0">
                  <a:pos x="77" y="1"/>
                </a:cxn>
                <a:cxn ang="0">
                  <a:pos x="76" y="0"/>
                </a:cxn>
                <a:cxn ang="0">
                  <a:pos x="74" y="0"/>
                </a:cxn>
                <a:cxn ang="0">
                  <a:pos x="72" y="1"/>
                </a:cxn>
                <a:cxn ang="0">
                  <a:pos x="71" y="3"/>
                </a:cxn>
                <a:cxn ang="0">
                  <a:pos x="71" y="3"/>
                </a:cxn>
              </a:cxnLst>
              <a:rect l="0" t="0" r="r" b="b"/>
              <a:pathLst>
                <a:path w="80" h="161">
                  <a:moveTo>
                    <a:pt x="71" y="3"/>
                  </a:moveTo>
                  <a:lnTo>
                    <a:pt x="71" y="3"/>
                  </a:lnTo>
                  <a:lnTo>
                    <a:pt x="52" y="40"/>
                  </a:lnTo>
                  <a:lnTo>
                    <a:pt x="33" y="79"/>
                  </a:lnTo>
                  <a:lnTo>
                    <a:pt x="17" y="117"/>
                  </a:lnTo>
                  <a:lnTo>
                    <a:pt x="0" y="156"/>
                  </a:lnTo>
                  <a:lnTo>
                    <a:pt x="0" y="156"/>
                  </a:lnTo>
                  <a:lnTo>
                    <a:pt x="0" y="158"/>
                  </a:lnTo>
                  <a:lnTo>
                    <a:pt x="1" y="159"/>
                  </a:lnTo>
                  <a:lnTo>
                    <a:pt x="2" y="160"/>
                  </a:lnTo>
                  <a:lnTo>
                    <a:pt x="3" y="161"/>
                  </a:lnTo>
                  <a:lnTo>
                    <a:pt x="8" y="161"/>
                  </a:lnTo>
                  <a:lnTo>
                    <a:pt x="9" y="160"/>
                  </a:lnTo>
                  <a:lnTo>
                    <a:pt x="10" y="158"/>
                  </a:lnTo>
                  <a:lnTo>
                    <a:pt x="10" y="158"/>
                  </a:lnTo>
                  <a:lnTo>
                    <a:pt x="25" y="120"/>
                  </a:lnTo>
                  <a:lnTo>
                    <a:pt x="43" y="82"/>
                  </a:lnTo>
                  <a:lnTo>
                    <a:pt x="60" y="45"/>
                  </a:lnTo>
                  <a:lnTo>
                    <a:pt x="79" y="7"/>
                  </a:lnTo>
                  <a:lnTo>
                    <a:pt x="79" y="7"/>
                  </a:lnTo>
                  <a:lnTo>
                    <a:pt x="80" y="5"/>
                  </a:lnTo>
                  <a:lnTo>
                    <a:pt x="79" y="4"/>
                  </a:lnTo>
                  <a:lnTo>
                    <a:pt x="78" y="2"/>
                  </a:lnTo>
                  <a:lnTo>
                    <a:pt x="77" y="1"/>
                  </a:lnTo>
                  <a:lnTo>
                    <a:pt x="76" y="0"/>
                  </a:lnTo>
                  <a:lnTo>
                    <a:pt x="74" y="0"/>
                  </a:lnTo>
                  <a:lnTo>
                    <a:pt x="72" y="1"/>
                  </a:lnTo>
                  <a:lnTo>
                    <a:pt x="71" y="3"/>
                  </a:lnTo>
                  <a:lnTo>
                    <a:pt x="7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0" name="Freeform 393"/>
            <p:cNvSpPr/>
            <p:nvPr/>
          </p:nvSpPr>
          <p:spPr bwMode="auto">
            <a:xfrm>
              <a:off x="4592638" y="3511550"/>
              <a:ext cx="31750" cy="57150"/>
            </a:xfrm>
            <a:custGeom>
              <a:avLst/>
              <a:gdLst/>
              <a:ahLst/>
              <a:cxnLst>
                <a:cxn ang="0">
                  <a:pos x="51" y="4"/>
                </a:cxn>
                <a:cxn ang="0">
                  <a:pos x="51" y="4"/>
                </a:cxn>
                <a:cxn ang="0">
                  <a:pos x="50" y="10"/>
                </a:cxn>
                <a:cxn ang="0">
                  <a:pos x="49" y="17"/>
                </a:cxn>
                <a:cxn ang="0">
                  <a:pos x="43" y="30"/>
                </a:cxn>
                <a:cxn ang="0">
                  <a:pos x="29" y="53"/>
                </a:cxn>
                <a:cxn ang="0">
                  <a:pos x="29" y="53"/>
                </a:cxn>
                <a:cxn ang="0">
                  <a:pos x="16" y="78"/>
                </a:cxn>
                <a:cxn ang="0">
                  <a:pos x="1" y="103"/>
                </a:cxn>
                <a:cxn ang="0">
                  <a:pos x="1" y="103"/>
                </a:cxn>
                <a:cxn ang="0">
                  <a:pos x="0" y="104"/>
                </a:cxn>
                <a:cxn ang="0">
                  <a:pos x="1" y="106"/>
                </a:cxn>
                <a:cxn ang="0">
                  <a:pos x="1" y="108"/>
                </a:cxn>
                <a:cxn ang="0">
                  <a:pos x="3" y="109"/>
                </a:cxn>
                <a:cxn ang="0">
                  <a:pos x="4" y="109"/>
                </a:cxn>
                <a:cxn ang="0">
                  <a:pos x="6" y="109"/>
                </a:cxn>
                <a:cxn ang="0">
                  <a:pos x="8" y="109"/>
                </a:cxn>
                <a:cxn ang="0">
                  <a:pos x="10" y="107"/>
                </a:cxn>
                <a:cxn ang="0">
                  <a:pos x="10" y="107"/>
                </a:cxn>
                <a:cxn ang="0">
                  <a:pos x="18" y="94"/>
                </a:cxn>
                <a:cxn ang="0">
                  <a:pos x="26" y="80"/>
                </a:cxn>
                <a:cxn ang="0">
                  <a:pos x="41" y="51"/>
                </a:cxn>
                <a:cxn ang="0">
                  <a:pos x="41" y="51"/>
                </a:cxn>
                <a:cxn ang="0">
                  <a:pos x="53" y="29"/>
                </a:cxn>
                <a:cxn ang="0">
                  <a:pos x="58" y="17"/>
                </a:cxn>
                <a:cxn ang="0">
                  <a:pos x="60" y="11"/>
                </a:cxn>
                <a:cxn ang="0">
                  <a:pos x="61" y="4"/>
                </a:cxn>
                <a:cxn ang="0">
                  <a:pos x="61" y="4"/>
                </a:cxn>
                <a:cxn ang="0">
                  <a:pos x="60" y="2"/>
                </a:cxn>
                <a:cxn ang="0">
                  <a:pos x="60" y="1"/>
                </a:cxn>
                <a:cxn ang="0">
                  <a:pos x="58" y="0"/>
                </a:cxn>
                <a:cxn ang="0">
                  <a:pos x="56" y="0"/>
                </a:cxn>
                <a:cxn ang="0">
                  <a:pos x="53" y="1"/>
                </a:cxn>
                <a:cxn ang="0">
                  <a:pos x="52" y="2"/>
                </a:cxn>
                <a:cxn ang="0">
                  <a:pos x="51" y="4"/>
                </a:cxn>
                <a:cxn ang="0">
                  <a:pos x="51" y="4"/>
                </a:cxn>
              </a:cxnLst>
              <a:rect l="0" t="0" r="r" b="b"/>
              <a:pathLst>
                <a:path w="61" h="109">
                  <a:moveTo>
                    <a:pt x="51" y="4"/>
                  </a:moveTo>
                  <a:lnTo>
                    <a:pt x="51" y="4"/>
                  </a:lnTo>
                  <a:lnTo>
                    <a:pt x="50" y="10"/>
                  </a:lnTo>
                  <a:lnTo>
                    <a:pt x="49" y="17"/>
                  </a:lnTo>
                  <a:lnTo>
                    <a:pt x="43" y="30"/>
                  </a:lnTo>
                  <a:lnTo>
                    <a:pt x="29" y="53"/>
                  </a:lnTo>
                  <a:lnTo>
                    <a:pt x="29" y="53"/>
                  </a:lnTo>
                  <a:lnTo>
                    <a:pt x="16" y="78"/>
                  </a:lnTo>
                  <a:lnTo>
                    <a:pt x="1" y="103"/>
                  </a:lnTo>
                  <a:lnTo>
                    <a:pt x="1" y="103"/>
                  </a:lnTo>
                  <a:lnTo>
                    <a:pt x="0" y="104"/>
                  </a:lnTo>
                  <a:lnTo>
                    <a:pt x="1" y="106"/>
                  </a:lnTo>
                  <a:lnTo>
                    <a:pt x="1" y="108"/>
                  </a:lnTo>
                  <a:lnTo>
                    <a:pt x="3" y="109"/>
                  </a:lnTo>
                  <a:lnTo>
                    <a:pt x="4" y="109"/>
                  </a:lnTo>
                  <a:lnTo>
                    <a:pt x="6" y="109"/>
                  </a:lnTo>
                  <a:lnTo>
                    <a:pt x="8" y="109"/>
                  </a:lnTo>
                  <a:lnTo>
                    <a:pt x="10" y="107"/>
                  </a:lnTo>
                  <a:lnTo>
                    <a:pt x="10" y="107"/>
                  </a:lnTo>
                  <a:lnTo>
                    <a:pt x="18" y="94"/>
                  </a:lnTo>
                  <a:lnTo>
                    <a:pt x="26" y="80"/>
                  </a:lnTo>
                  <a:lnTo>
                    <a:pt x="41" y="51"/>
                  </a:lnTo>
                  <a:lnTo>
                    <a:pt x="41" y="51"/>
                  </a:lnTo>
                  <a:lnTo>
                    <a:pt x="53" y="29"/>
                  </a:lnTo>
                  <a:lnTo>
                    <a:pt x="58" y="17"/>
                  </a:lnTo>
                  <a:lnTo>
                    <a:pt x="60" y="11"/>
                  </a:lnTo>
                  <a:lnTo>
                    <a:pt x="61" y="4"/>
                  </a:lnTo>
                  <a:lnTo>
                    <a:pt x="61" y="4"/>
                  </a:lnTo>
                  <a:lnTo>
                    <a:pt x="60" y="2"/>
                  </a:lnTo>
                  <a:lnTo>
                    <a:pt x="60" y="1"/>
                  </a:lnTo>
                  <a:lnTo>
                    <a:pt x="58" y="0"/>
                  </a:lnTo>
                  <a:lnTo>
                    <a:pt x="56" y="0"/>
                  </a:lnTo>
                  <a:lnTo>
                    <a:pt x="53" y="1"/>
                  </a:lnTo>
                  <a:lnTo>
                    <a:pt x="52" y="2"/>
                  </a:lnTo>
                  <a:lnTo>
                    <a:pt x="51" y="4"/>
                  </a:lnTo>
                  <a:lnTo>
                    <a:pt x="51"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1" name="Freeform 394"/>
            <p:cNvSpPr/>
            <p:nvPr/>
          </p:nvSpPr>
          <p:spPr bwMode="auto">
            <a:xfrm>
              <a:off x="4638675" y="3521075"/>
              <a:ext cx="22225" cy="50800"/>
            </a:xfrm>
            <a:custGeom>
              <a:avLst/>
              <a:gdLst/>
              <a:ahLst/>
              <a:cxnLst>
                <a:cxn ang="0">
                  <a:pos x="32" y="4"/>
                </a:cxn>
                <a:cxn ang="0">
                  <a:pos x="32" y="4"/>
                </a:cxn>
                <a:cxn ang="0">
                  <a:pos x="31" y="17"/>
                </a:cxn>
                <a:cxn ang="0">
                  <a:pos x="28" y="28"/>
                </a:cxn>
                <a:cxn ang="0">
                  <a:pos x="25" y="38"/>
                </a:cxn>
                <a:cxn ang="0">
                  <a:pos x="20" y="50"/>
                </a:cxn>
                <a:cxn ang="0">
                  <a:pos x="10" y="70"/>
                </a:cxn>
                <a:cxn ang="0">
                  <a:pos x="0" y="92"/>
                </a:cxn>
                <a:cxn ang="0">
                  <a:pos x="0" y="92"/>
                </a:cxn>
                <a:cxn ang="0">
                  <a:pos x="0" y="94"/>
                </a:cxn>
                <a:cxn ang="0">
                  <a:pos x="0" y="95"/>
                </a:cxn>
                <a:cxn ang="0">
                  <a:pos x="2" y="96"/>
                </a:cxn>
                <a:cxn ang="0">
                  <a:pos x="3" y="97"/>
                </a:cxn>
                <a:cxn ang="0">
                  <a:pos x="7" y="97"/>
                </a:cxn>
                <a:cxn ang="0">
                  <a:pos x="8" y="96"/>
                </a:cxn>
                <a:cxn ang="0">
                  <a:pos x="9" y="94"/>
                </a:cxn>
                <a:cxn ang="0">
                  <a:pos x="9" y="94"/>
                </a:cxn>
                <a:cxn ang="0">
                  <a:pos x="20" y="72"/>
                </a:cxn>
                <a:cxn ang="0">
                  <a:pos x="30" y="51"/>
                </a:cxn>
                <a:cxn ang="0">
                  <a:pos x="34" y="39"/>
                </a:cxn>
                <a:cxn ang="0">
                  <a:pos x="37" y="28"/>
                </a:cxn>
                <a:cxn ang="0">
                  <a:pos x="40" y="17"/>
                </a:cxn>
                <a:cxn ang="0">
                  <a:pos x="41" y="4"/>
                </a:cxn>
                <a:cxn ang="0">
                  <a:pos x="41" y="4"/>
                </a:cxn>
                <a:cxn ang="0">
                  <a:pos x="41" y="2"/>
                </a:cxn>
                <a:cxn ang="0">
                  <a:pos x="40" y="1"/>
                </a:cxn>
                <a:cxn ang="0">
                  <a:pos x="38" y="0"/>
                </a:cxn>
                <a:cxn ang="0">
                  <a:pos x="37" y="0"/>
                </a:cxn>
                <a:cxn ang="0">
                  <a:pos x="35" y="0"/>
                </a:cxn>
                <a:cxn ang="0">
                  <a:pos x="33" y="1"/>
                </a:cxn>
                <a:cxn ang="0">
                  <a:pos x="32" y="2"/>
                </a:cxn>
                <a:cxn ang="0">
                  <a:pos x="32" y="4"/>
                </a:cxn>
                <a:cxn ang="0">
                  <a:pos x="32" y="4"/>
                </a:cxn>
              </a:cxnLst>
              <a:rect l="0" t="0" r="r" b="b"/>
              <a:pathLst>
                <a:path w="41" h="97">
                  <a:moveTo>
                    <a:pt x="32" y="4"/>
                  </a:moveTo>
                  <a:lnTo>
                    <a:pt x="32" y="4"/>
                  </a:lnTo>
                  <a:lnTo>
                    <a:pt x="31" y="17"/>
                  </a:lnTo>
                  <a:lnTo>
                    <a:pt x="28" y="28"/>
                  </a:lnTo>
                  <a:lnTo>
                    <a:pt x="25" y="38"/>
                  </a:lnTo>
                  <a:lnTo>
                    <a:pt x="20" y="50"/>
                  </a:lnTo>
                  <a:lnTo>
                    <a:pt x="10" y="70"/>
                  </a:lnTo>
                  <a:lnTo>
                    <a:pt x="0" y="92"/>
                  </a:lnTo>
                  <a:lnTo>
                    <a:pt x="0" y="92"/>
                  </a:lnTo>
                  <a:lnTo>
                    <a:pt x="0" y="94"/>
                  </a:lnTo>
                  <a:lnTo>
                    <a:pt x="0" y="95"/>
                  </a:lnTo>
                  <a:lnTo>
                    <a:pt x="2" y="96"/>
                  </a:lnTo>
                  <a:lnTo>
                    <a:pt x="3" y="97"/>
                  </a:lnTo>
                  <a:lnTo>
                    <a:pt x="7" y="97"/>
                  </a:lnTo>
                  <a:lnTo>
                    <a:pt x="8" y="96"/>
                  </a:lnTo>
                  <a:lnTo>
                    <a:pt x="9" y="94"/>
                  </a:lnTo>
                  <a:lnTo>
                    <a:pt x="9" y="94"/>
                  </a:lnTo>
                  <a:lnTo>
                    <a:pt x="20" y="72"/>
                  </a:lnTo>
                  <a:lnTo>
                    <a:pt x="30" y="51"/>
                  </a:lnTo>
                  <a:lnTo>
                    <a:pt x="34" y="39"/>
                  </a:lnTo>
                  <a:lnTo>
                    <a:pt x="37" y="28"/>
                  </a:lnTo>
                  <a:lnTo>
                    <a:pt x="40" y="17"/>
                  </a:lnTo>
                  <a:lnTo>
                    <a:pt x="41" y="4"/>
                  </a:lnTo>
                  <a:lnTo>
                    <a:pt x="41" y="4"/>
                  </a:lnTo>
                  <a:lnTo>
                    <a:pt x="41" y="2"/>
                  </a:lnTo>
                  <a:lnTo>
                    <a:pt x="40" y="1"/>
                  </a:lnTo>
                  <a:lnTo>
                    <a:pt x="38" y="0"/>
                  </a:lnTo>
                  <a:lnTo>
                    <a:pt x="37" y="0"/>
                  </a:lnTo>
                  <a:lnTo>
                    <a:pt x="35" y="0"/>
                  </a:lnTo>
                  <a:lnTo>
                    <a:pt x="33" y="1"/>
                  </a:lnTo>
                  <a:lnTo>
                    <a:pt x="32" y="2"/>
                  </a:lnTo>
                  <a:lnTo>
                    <a:pt x="32" y="4"/>
                  </a:lnTo>
                  <a:lnTo>
                    <a:pt x="3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2" name="Freeform 395"/>
            <p:cNvSpPr/>
            <p:nvPr/>
          </p:nvSpPr>
          <p:spPr bwMode="auto">
            <a:xfrm>
              <a:off x="4719638" y="3544888"/>
              <a:ext cx="55563" cy="80963"/>
            </a:xfrm>
            <a:custGeom>
              <a:avLst/>
              <a:gdLst/>
              <a:ahLst/>
              <a:cxnLst>
                <a:cxn ang="0">
                  <a:pos x="96" y="1"/>
                </a:cxn>
                <a:cxn ang="0">
                  <a:pos x="96" y="1"/>
                </a:cxn>
                <a:cxn ang="0">
                  <a:pos x="81" y="16"/>
                </a:cxn>
                <a:cxn ang="0">
                  <a:pos x="68" y="32"/>
                </a:cxn>
                <a:cxn ang="0">
                  <a:pos x="42" y="65"/>
                </a:cxn>
                <a:cxn ang="0">
                  <a:pos x="42" y="65"/>
                </a:cxn>
                <a:cxn ang="0">
                  <a:pos x="35" y="74"/>
                </a:cxn>
                <a:cxn ang="0">
                  <a:pos x="30" y="84"/>
                </a:cxn>
                <a:cxn ang="0">
                  <a:pos x="20" y="105"/>
                </a:cxn>
                <a:cxn ang="0">
                  <a:pos x="10" y="126"/>
                </a:cxn>
                <a:cxn ang="0">
                  <a:pos x="1" y="147"/>
                </a:cxn>
                <a:cxn ang="0">
                  <a:pos x="1" y="147"/>
                </a:cxn>
                <a:cxn ang="0">
                  <a:pos x="0" y="149"/>
                </a:cxn>
                <a:cxn ang="0">
                  <a:pos x="1" y="150"/>
                </a:cxn>
                <a:cxn ang="0">
                  <a:pos x="1" y="152"/>
                </a:cxn>
                <a:cxn ang="0">
                  <a:pos x="3" y="154"/>
                </a:cxn>
                <a:cxn ang="0">
                  <a:pos x="4" y="155"/>
                </a:cxn>
                <a:cxn ang="0">
                  <a:pos x="6" y="155"/>
                </a:cxn>
                <a:cxn ang="0">
                  <a:pos x="7" y="154"/>
                </a:cxn>
                <a:cxn ang="0">
                  <a:pos x="9" y="151"/>
                </a:cxn>
                <a:cxn ang="0">
                  <a:pos x="9" y="151"/>
                </a:cxn>
                <a:cxn ang="0">
                  <a:pos x="17" y="133"/>
                </a:cxn>
                <a:cxn ang="0">
                  <a:pos x="26" y="113"/>
                </a:cxn>
                <a:cxn ang="0">
                  <a:pos x="34" y="94"/>
                </a:cxn>
                <a:cxn ang="0">
                  <a:pos x="39" y="84"/>
                </a:cxn>
                <a:cxn ang="0">
                  <a:pos x="45" y="76"/>
                </a:cxn>
                <a:cxn ang="0">
                  <a:pos x="45" y="76"/>
                </a:cxn>
                <a:cxn ang="0">
                  <a:pos x="59" y="58"/>
                </a:cxn>
                <a:cxn ang="0">
                  <a:pos x="73" y="41"/>
                </a:cxn>
                <a:cxn ang="0">
                  <a:pos x="88" y="23"/>
                </a:cxn>
                <a:cxn ang="0">
                  <a:pos x="103" y="7"/>
                </a:cxn>
                <a:cxn ang="0">
                  <a:pos x="103" y="7"/>
                </a:cxn>
                <a:cxn ang="0">
                  <a:pos x="104" y="6"/>
                </a:cxn>
                <a:cxn ang="0">
                  <a:pos x="104" y="4"/>
                </a:cxn>
                <a:cxn ang="0">
                  <a:pos x="104" y="2"/>
                </a:cxn>
                <a:cxn ang="0">
                  <a:pos x="103" y="1"/>
                </a:cxn>
                <a:cxn ang="0">
                  <a:pos x="101" y="0"/>
                </a:cxn>
                <a:cxn ang="0">
                  <a:pos x="100" y="0"/>
                </a:cxn>
                <a:cxn ang="0">
                  <a:pos x="98" y="0"/>
                </a:cxn>
                <a:cxn ang="0">
                  <a:pos x="96" y="1"/>
                </a:cxn>
                <a:cxn ang="0">
                  <a:pos x="96" y="1"/>
                </a:cxn>
              </a:cxnLst>
              <a:rect l="0" t="0" r="r" b="b"/>
              <a:pathLst>
                <a:path w="104" h="155">
                  <a:moveTo>
                    <a:pt x="96" y="1"/>
                  </a:moveTo>
                  <a:lnTo>
                    <a:pt x="96" y="1"/>
                  </a:lnTo>
                  <a:lnTo>
                    <a:pt x="81" y="16"/>
                  </a:lnTo>
                  <a:lnTo>
                    <a:pt x="68" y="32"/>
                  </a:lnTo>
                  <a:lnTo>
                    <a:pt x="42" y="65"/>
                  </a:lnTo>
                  <a:lnTo>
                    <a:pt x="42" y="65"/>
                  </a:lnTo>
                  <a:lnTo>
                    <a:pt x="35" y="74"/>
                  </a:lnTo>
                  <a:lnTo>
                    <a:pt x="30" y="84"/>
                  </a:lnTo>
                  <a:lnTo>
                    <a:pt x="20" y="105"/>
                  </a:lnTo>
                  <a:lnTo>
                    <a:pt x="10" y="126"/>
                  </a:lnTo>
                  <a:lnTo>
                    <a:pt x="1" y="147"/>
                  </a:lnTo>
                  <a:lnTo>
                    <a:pt x="1" y="147"/>
                  </a:lnTo>
                  <a:lnTo>
                    <a:pt x="0" y="149"/>
                  </a:lnTo>
                  <a:lnTo>
                    <a:pt x="1" y="150"/>
                  </a:lnTo>
                  <a:lnTo>
                    <a:pt x="1" y="152"/>
                  </a:lnTo>
                  <a:lnTo>
                    <a:pt x="3" y="154"/>
                  </a:lnTo>
                  <a:lnTo>
                    <a:pt x="4" y="155"/>
                  </a:lnTo>
                  <a:lnTo>
                    <a:pt x="6" y="155"/>
                  </a:lnTo>
                  <a:lnTo>
                    <a:pt x="7" y="154"/>
                  </a:lnTo>
                  <a:lnTo>
                    <a:pt x="9" y="151"/>
                  </a:lnTo>
                  <a:lnTo>
                    <a:pt x="9" y="151"/>
                  </a:lnTo>
                  <a:lnTo>
                    <a:pt x="17" y="133"/>
                  </a:lnTo>
                  <a:lnTo>
                    <a:pt x="26" y="113"/>
                  </a:lnTo>
                  <a:lnTo>
                    <a:pt x="34" y="94"/>
                  </a:lnTo>
                  <a:lnTo>
                    <a:pt x="39" y="84"/>
                  </a:lnTo>
                  <a:lnTo>
                    <a:pt x="45" y="76"/>
                  </a:lnTo>
                  <a:lnTo>
                    <a:pt x="45" y="76"/>
                  </a:lnTo>
                  <a:lnTo>
                    <a:pt x="59" y="58"/>
                  </a:lnTo>
                  <a:lnTo>
                    <a:pt x="73" y="41"/>
                  </a:lnTo>
                  <a:lnTo>
                    <a:pt x="88" y="23"/>
                  </a:lnTo>
                  <a:lnTo>
                    <a:pt x="103" y="7"/>
                  </a:lnTo>
                  <a:lnTo>
                    <a:pt x="103" y="7"/>
                  </a:lnTo>
                  <a:lnTo>
                    <a:pt x="104" y="6"/>
                  </a:lnTo>
                  <a:lnTo>
                    <a:pt x="104" y="4"/>
                  </a:lnTo>
                  <a:lnTo>
                    <a:pt x="104" y="2"/>
                  </a:lnTo>
                  <a:lnTo>
                    <a:pt x="103" y="1"/>
                  </a:lnTo>
                  <a:lnTo>
                    <a:pt x="101" y="0"/>
                  </a:lnTo>
                  <a:lnTo>
                    <a:pt x="100" y="0"/>
                  </a:lnTo>
                  <a:lnTo>
                    <a:pt x="98" y="0"/>
                  </a:lnTo>
                  <a:lnTo>
                    <a:pt x="96" y="1"/>
                  </a:lnTo>
                  <a:lnTo>
                    <a:pt x="9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3" name="Freeform 396"/>
            <p:cNvSpPr/>
            <p:nvPr/>
          </p:nvSpPr>
          <p:spPr bwMode="auto">
            <a:xfrm>
              <a:off x="4219575" y="3103563"/>
              <a:ext cx="604838" cy="708025"/>
            </a:xfrm>
            <a:custGeom>
              <a:avLst/>
              <a:gdLst/>
              <a:ahLst/>
              <a:cxnLst>
                <a:cxn ang="0">
                  <a:pos x="691" y="1338"/>
                </a:cxn>
                <a:cxn ang="0">
                  <a:pos x="661" y="1332"/>
                </a:cxn>
                <a:cxn ang="0">
                  <a:pos x="581" y="1332"/>
                </a:cxn>
                <a:cxn ang="0">
                  <a:pos x="509" y="1331"/>
                </a:cxn>
                <a:cxn ang="0">
                  <a:pos x="487" y="1329"/>
                </a:cxn>
                <a:cxn ang="0">
                  <a:pos x="346" y="1332"/>
                </a:cxn>
                <a:cxn ang="0">
                  <a:pos x="227" y="1324"/>
                </a:cxn>
                <a:cxn ang="0">
                  <a:pos x="107" y="1276"/>
                </a:cxn>
                <a:cxn ang="0">
                  <a:pos x="26" y="1174"/>
                </a:cxn>
                <a:cxn ang="0">
                  <a:pos x="14" y="1125"/>
                </a:cxn>
                <a:cxn ang="0">
                  <a:pos x="14" y="1040"/>
                </a:cxn>
                <a:cxn ang="0">
                  <a:pos x="11" y="848"/>
                </a:cxn>
                <a:cxn ang="0">
                  <a:pos x="5" y="639"/>
                </a:cxn>
                <a:cxn ang="0">
                  <a:pos x="0" y="262"/>
                </a:cxn>
                <a:cxn ang="0">
                  <a:pos x="4" y="169"/>
                </a:cxn>
                <a:cxn ang="0">
                  <a:pos x="43" y="68"/>
                </a:cxn>
                <a:cxn ang="0">
                  <a:pos x="174" y="11"/>
                </a:cxn>
                <a:cxn ang="0">
                  <a:pos x="398" y="2"/>
                </a:cxn>
                <a:cxn ang="0">
                  <a:pos x="580" y="8"/>
                </a:cxn>
                <a:cxn ang="0">
                  <a:pos x="893" y="18"/>
                </a:cxn>
                <a:cxn ang="0">
                  <a:pos x="1050" y="43"/>
                </a:cxn>
                <a:cxn ang="0">
                  <a:pos x="1101" y="104"/>
                </a:cxn>
                <a:cxn ang="0">
                  <a:pos x="1104" y="157"/>
                </a:cxn>
                <a:cxn ang="0">
                  <a:pos x="1081" y="159"/>
                </a:cxn>
                <a:cxn ang="0">
                  <a:pos x="1069" y="123"/>
                </a:cxn>
                <a:cxn ang="0">
                  <a:pos x="1017" y="66"/>
                </a:cxn>
                <a:cxn ang="0">
                  <a:pos x="935" y="54"/>
                </a:cxn>
                <a:cxn ang="0">
                  <a:pos x="613" y="49"/>
                </a:cxn>
                <a:cxn ang="0">
                  <a:pos x="445" y="38"/>
                </a:cxn>
                <a:cxn ang="0">
                  <a:pos x="247" y="35"/>
                </a:cxn>
                <a:cxn ang="0">
                  <a:pos x="128" y="61"/>
                </a:cxn>
                <a:cxn ang="0">
                  <a:pos x="59" y="111"/>
                </a:cxn>
                <a:cxn ang="0">
                  <a:pos x="41" y="193"/>
                </a:cxn>
                <a:cxn ang="0">
                  <a:pos x="35" y="262"/>
                </a:cxn>
                <a:cxn ang="0">
                  <a:pos x="39" y="299"/>
                </a:cxn>
                <a:cxn ang="0">
                  <a:pos x="45" y="732"/>
                </a:cxn>
                <a:cxn ang="0">
                  <a:pos x="50" y="996"/>
                </a:cxn>
                <a:cxn ang="0">
                  <a:pos x="49" y="1106"/>
                </a:cxn>
                <a:cxn ang="0">
                  <a:pos x="52" y="1136"/>
                </a:cxn>
                <a:cxn ang="0">
                  <a:pos x="85" y="1207"/>
                </a:cxn>
                <a:cxn ang="0">
                  <a:pos x="189" y="1281"/>
                </a:cxn>
                <a:cxn ang="0">
                  <a:pos x="259" y="1287"/>
                </a:cxn>
                <a:cxn ang="0">
                  <a:pos x="384" y="1298"/>
                </a:cxn>
                <a:cxn ang="0">
                  <a:pos x="466" y="1292"/>
                </a:cxn>
                <a:cxn ang="0">
                  <a:pos x="602" y="1297"/>
                </a:cxn>
                <a:cxn ang="0">
                  <a:pos x="682" y="1297"/>
                </a:cxn>
                <a:cxn ang="0">
                  <a:pos x="713" y="1294"/>
                </a:cxn>
                <a:cxn ang="0">
                  <a:pos x="781" y="1271"/>
                </a:cxn>
                <a:cxn ang="0">
                  <a:pos x="969" y="1143"/>
                </a:cxn>
                <a:cxn ang="0">
                  <a:pos x="1093" y="1056"/>
                </a:cxn>
                <a:cxn ang="0">
                  <a:pos x="1108" y="1031"/>
                </a:cxn>
                <a:cxn ang="0">
                  <a:pos x="1096" y="668"/>
                </a:cxn>
                <a:cxn ang="0">
                  <a:pos x="1112" y="658"/>
                </a:cxn>
                <a:cxn ang="0">
                  <a:pos x="1132" y="676"/>
                </a:cxn>
                <a:cxn ang="0">
                  <a:pos x="1135" y="1062"/>
                </a:cxn>
                <a:cxn ang="0">
                  <a:pos x="1074" y="1111"/>
                </a:cxn>
                <a:cxn ang="0">
                  <a:pos x="931" y="1212"/>
                </a:cxn>
                <a:cxn ang="0">
                  <a:pos x="765" y="1319"/>
                </a:cxn>
                <a:cxn ang="0">
                  <a:pos x="719" y="1332"/>
                </a:cxn>
              </a:cxnLst>
              <a:rect l="0" t="0" r="r" b="b"/>
              <a:pathLst>
                <a:path w="1145" h="1338">
                  <a:moveTo>
                    <a:pt x="707" y="1338"/>
                  </a:moveTo>
                  <a:lnTo>
                    <a:pt x="707" y="1338"/>
                  </a:lnTo>
                  <a:lnTo>
                    <a:pt x="703" y="1338"/>
                  </a:lnTo>
                  <a:lnTo>
                    <a:pt x="700" y="1337"/>
                  </a:lnTo>
                  <a:lnTo>
                    <a:pt x="698" y="1336"/>
                  </a:lnTo>
                  <a:lnTo>
                    <a:pt x="696" y="1337"/>
                  </a:lnTo>
                  <a:lnTo>
                    <a:pt x="696" y="1337"/>
                  </a:lnTo>
                  <a:lnTo>
                    <a:pt x="691" y="1338"/>
                  </a:lnTo>
                  <a:lnTo>
                    <a:pt x="691" y="1338"/>
                  </a:lnTo>
                  <a:lnTo>
                    <a:pt x="685" y="1337"/>
                  </a:lnTo>
                  <a:lnTo>
                    <a:pt x="678" y="1333"/>
                  </a:lnTo>
                  <a:lnTo>
                    <a:pt x="678" y="1333"/>
                  </a:lnTo>
                  <a:lnTo>
                    <a:pt x="675" y="1332"/>
                  </a:lnTo>
                  <a:lnTo>
                    <a:pt x="671" y="1332"/>
                  </a:lnTo>
                  <a:lnTo>
                    <a:pt x="671" y="1332"/>
                  </a:lnTo>
                  <a:lnTo>
                    <a:pt x="661" y="1332"/>
                  </a:lnTo>
                  <a:lnTo>
                    <a:pt x="648" y="1333"/>
                  </a:lnTo>
                  <a:lnTo>
                    <a:pt x="648" y="1333"/>
                  </a:lnTo>
                  <a:lnTo>
                    <a:pt x="638" y="1334"/>
                  </a:lnTo>
                  <a:lnTo>
                    <a:pt x="638" y="1334"/>
                  </a:lnTo>
                  <a:lnTo>
                    <a:pt x="615" y="1334"/>
                  </a:lnTo>
                  <a:lnTo>
                    <a:pt x="615" y="1334"/>
                  </a:lnTo>
                  <a:lnTo>
                    <a:pt x="600" y="1334"/>
                  </a:lnTo>
                  <a:lnTo>
                    <a:pt x="581" y="1332"/>
                  </a:lnTo>
                  <a:lnTo>
                    <a:pt x="581" y="1332"/>
                  </a:lnTo>
                  <a:lnTo>
                    <a:pt x="569" y="1331"/>
                  </a:lnTo>
                  <a:lnTo>
                    <a:pt x="554" y="1329"/>
                  </a:lnTo>
                  <a:lnTo>
                    <a:pt x="554" y="1329"/>
                  </a:lnTo>
                  <a:lnTo>
                    <a:pt x="534" y="1331"/>
                  </a:lnTo>
                  <a:lnTo>
                    <a:pt x="534" y="1331"/>
                  </a:lnTo>
                  <a:lnTo>
                    <a:pt x="513" y="1331"/>
                  </a:lnTo>
                  <a:lnTo>
                    <a:pt x="509" y="1331"/>
                  </a:lnTo>
                  <a:lnTo>
                    <a:pt x="509" y="1331"/>
                  </a:lnTo>
                  <a:lnTo>
                    <a:pt x="503" y="1329"/>
                  </a:lnTo>
                  <a:lnTo>
                    <a:pt x="496" y="1328"/>
                  </a:lnTo>
                  <a:lnTo>
                    <a:pt x="495" y="1327"/>
                  </a:lnTo>
                  <a:lnTo>
                    <a:pt x="492" y="1328"/>
                  </a:lnTo>
                  <a:lnTo>
                    <a:pt x="492" y="1328"/>
                  </a:lnTo>
                  <a:lnTo>
                    <a:pt x="487" y="1329"/>
                  </a:lnTo>
                  <a:lnTo>
                    <a:pt x="487" y="1329"/>
                  </a:lnTo>
                  <a:lnTo>
                    <a:pt x="461" y="1329"/>
                  </a:lnTo>
                  <a:lnTo>
                    <a:pt x="436" y="1332"/>
                  </a:lnTo>
                  <a:lnTo>
                    <a:pt x="436" y="1332"/>
                  </a:lnTo>
                  <a:lnTo>
                    <a:pt x="410" y="1333"/>
                  </a:lnTo>
                  <a:lnTo>
                    <a:pt x="384" y="1334"/>
                  </a:lnTo>
                  <a:lnTo>
                    <a:pt x="384" y="1334"/>
                  </a:lnTo>
                  <a:lnTo>
                    <a:pt x="364" y="1333"/>
                  </a:lnTo>
                  <a:lnTo>
                    <a:pt x="346" y="1332"/>
                  </a:lnTo>
                  <a:lnTo>
                    <a:pt x="346" y="1332"/>
                  </a:lnTo>
                  <a:lnTo>
                    <a:pt x="327" y="1329"/>
                  </a:lnTo>
                  <a:lnTo>
                    <a:pt x="308" y="1329"/>
                  </a:lnTo>
                  <a:lnTo>
                    <a:pt x="308" y="1329"/>
                  </a:lnTo>
                  <a:lnTo>
                    <a:pt x="274" y="1327"/>
                  </a:lnTo>
                  <a:lnTo>
                    <a:pt x="240" y="1325"/>
                  </a:lnTo>
                  <a:lnTo>
                    <a:pt x="227" y="1324"/>
                  </a:lnTo>
                  <a:lnTo>
                    <a:pt x="227" y="1324"/>
                  </a:lnTo>
                  <a:lnTo>
                    <a:pt x="208" y="1322"/>
                  </a:lnTo>
                  <a:lnTo>
                    <a:pt x="191" y="1318"/>
                  </a:lnTo>
                  <a:lnTo>
                    <a:pt x="174" y="1313"/>
                  </a:lnTo>
                  <a:lnTo>
                    <a:pt x="159" y="1307"/>
                  </a:lnTo>
                  <a:lnTo>
                    <a:pt x="159" y="1307"/>
                  </a:lnTo>
                  <a:lnTo>
                    <a:pt x="140" y="1297"/>
                  </a:lnTo>
                  <a:lnTo>
                    <a:pt x="124" y="1287"/>
                  </a:lnTo>
                  <a:lnTo>
                    <a:pt x="107" y="1276"/>
                  </a:lnTo>
                  <a:lnTo>
                    <a:pt x="93" y="1263"/>
                  </a:lnTo>
                  <a:lnTo>
                    <a:pt x="78" y="1249"/>
                  </a:lnTo>
                  <a:lnTo>
                    <a:pt x="65" y="1234"/>
                  </a:lnTo>
                  <a:lnTo>
                    <a:pt x="52" y="1219"/>
                  </a:lnTo>
                  <a:lnTo>
                    <a:pt x="40" y="1201"/>
                  </a:lnTo>
                  <a:lnTo>
                    <a:pt x="40" y="1201"/>
                  </a:lnTo>
                  <a:lnTo>
                    <a:pt x="30" y="1183"/>
                  </a:lnTo>
                  <a:lnTo>
                    <a:pt x="26" y="1174"/>
                  </a:lnTo>
                  <a:lnTo>
                    <a:pt x="22" y="1164"/>
                  </a:lnTo>
                  <a:lnTo>
                    <a:pt x="19" y="1155"/>
                  </a:lnTo>
                  <a:lnTo>
                    <a:pt x="17" y="1146"/>
                  </a:lnTo>
                  <a:lnTo>
                    <a:pt x="15" y="1136"/>
                  </a:lnTo>
                  <a:lnTo>
                    <a:pt x="14" y="1126"/>
                  </a:lnTo>
                  <a:lnTo>
                    <a:pt x="14" y="1125"/>
                  </a:lnTo>
                  <a:lnTo>
                    <a:pt x="14" y="1125"/>
                  </a:lnTo>
                  <a:lnTo>
                    <a:pt x="14" y="1125"/>
                  </a:lnTo>
                  <a:lnTo>
                    <a:pt x="13" y="1118"/>
                  </a:lnTo>
                  <a:lnTo>
                    <a:pt x="12" y="1111"/>
                  </a:lnTo>
                  <a:lnTo>
                    <a:pt x="11" y="1096"/>
                  </a:lnTo>
                  <a:lnTo>
                    <a:pt x="12" y="1081"/>
                  </a:lnTo>
                  <a:lnTo>
                    <a:pt x="13" y="1065"/>
                  </a:lnTo>
                  <a:lnTo>
                    <a:pt x="13" y="1065"/>
                  </a:lnTo>
                  <a:lnTo>
                    <a:pt x="14" y="1040"/>
                  </a:lnTo>
                  <a:lnTo>
                    <a:pt x="14" y="1040"/>
                  </a:lnTo>
                  <a:lnTo>
                    <a:pt x="14" y="997"/>
                  </a:lnTo>
                  <a:lnTo>
                    <a:pt x="14" y="997"/>
                  </a:lnTo>
                  <a:lnTo>
                    <a:pt x="14" y="945"/>
                  </a:lnTo>
                  <a:lnTo>
                    <a:pt x="14" y="895"/>
                  </a:lnTo>
                  <a:lnTo>
                    <a:pt x="14" y="895"/>
                  </a:lnTo>
                  <a:lnTo>
                    <a:pt x="13" y="871"/>
                  </a:lnTo>
                  <a:lnTo>
                    <a:pt x="11" y="848"/>
                  </a:lnTo>
                  <a:lnTo>
                    <a:pt x="11" y="848"/>
                  </a:lnTo>
                  <a:lnTo>
                    <a:pt x="8" y="815"/>
                  </a:lnTo>
                  <a:lnTo>
                    <a:pt x="7" y="799"/>
                  </a:lnTo>
                  <a:lnTo>
                    <a:pt x="8" y="782"/>
                  </a:lnTo>
                  <a:lnTo>
                    <a:pt x="8" y="782"/>
                  </a:lnTo>
                  <a:lnTo>
                    <a:pt x="9" y="747"/>
                  </a:lnTo>
                  <a:lnTo>
                    <a:pt x="9" y="711"/>
                  </a:lnTo>
                  <a:lnTo>
                    <a:pt x="7" y="675"/>
                  </a:lnTo>
                  <a:lnTo>
                    <a:pt x="5" y="639"/>
                  </a:lnTo>
                  <a:lnTo>
                    <a:pt x="5" y="639"/>
                  </a:lnTo>
                  <a:lnTo>
                    <a:pt x="2" y="589"/>
                  </a:lnTo>
                  <a:lnTo>
                    <a:pt x="1" y="564"/>
                  </a:lnTo>
                  <a:lnTo>
                    <a:pt x="0" y="539"/>
                  </a:lnTo>
                  <a:lnTo>
                    <a:pt x="0" y="280"/>
                  </a:lnTo>
                  <a:lnTo>
                    <a:pt x="0" y="280"/>
                  </a:lnTo>
                  <a:lnTo>
                    <a:pt x="0" y="272"/>
                  </a:lnTo>
                  <a:lnTo>
                    <a:pt x="0" y="262"/>
                  </a:lnTo>
                  <a:lnTo>
                    <a:pt x="3" y="243"/>
                  </a:lnTo>
                  <a:lnTo>
                    <a:pt x="3" y="243"/>
                  </a:lnTo>
                  <a:lnTo>
                    <a:pt x="4" y="230"/>
                  </a:lnTo>
                  <a:lnTo>
                    <a:pt x="5" y="219"/>
                  </a:lnTo>
                  <a:lnTo>
                    <a:pt x="4" y="196"/>
                  </a:lnTo>
                  <a:lnTo>
                    <a:pt x="4" y="196"/>
                  </a:lnTo>
                  <a:lnTo>
                    <a:pt x="4" y="183"/>
                  </a:lnTo>
                  <a:lnTo>
                    <a:pt x="4" y="169"/>
                  </a:lnTo>
                  <a:lnTo>
                    <a:pt x="5" y="157"/>
                  </a:lnTo>
                  <a:lnTo>
                    <a:pt x="7" y="145"/>
                  </a:lnTo>
                  <a:lnTo>
                    <a:pt x="7" y="145"/>
                  </a:lnTo>
                  <a:lnTo>
                    <a:pt x="12" y="126"/>
                  </a:lnTo>
                  <a:lnTo>
                    <a:pt x="18" y="109"/>
                  </a:lnTo>
                  <a:lnTo>
                    <a:pt x="26" y="93"/>
                  </a:lnTo>
                  <a:lnTo>
                    <a:pt x="34" y="80"/>
                  </a:lnTo>
                  <a:lnTo>
                    <a:pt x="43" y="68"/>
                  </a:lnTo>
                  <a:lnTo>
                    <a:pt x="54" y="58"/>
                  </a:lnTo>
                  <a:lnTo>
                    <a:pt x="68" y="48"/>
                  </a:lnTo>
                  <a:lnTo>
                    <a:pt x="84" y="39"/>
                  </a:lnTo>
                  <a:lnTo>
                    <a:pt x="84" y="39"/>
                  </a:lnTo>
                  <a:lnTo>
                    <a:pt x="100" y="33"/>
                  </a:lnTo>
                  <a:lnTo>
                    <a:pt x="114" y="28"/>
                  </a:lnTo>
                  <a:lnTo>
                    <a:pt x="144" y="19"/>
                  </a:lnTo>
                  <a:lnTo>
                    <a:pt x="174" y="11"/>
                  </a:lnTo>
                  <a:lnTo>
                    <a:pt x="204" y="6"/>
                  </a:lnTo>
                  <a:lnTo>
                    <a:pt x="233" y="3"/>
                  </a:lnTo>
                  <a:lnTo>
                    <a:pt x="262" y="1"/>
                  </a:lnTo>
                  <a:lnTo>
                    <a:pt x="290" y="0"/>
                  </a:lnTo>
                  <a:lnTo>
                    <a:pt x="317" y="0"/>
                  </a:lnTo>
                  <a:lnTo>
                    <a:pt x="317" y="0"/>
                  </a:lnTo>
                  <a:lnTo>
                    <a:pt x="358" y="0"/>
                  </a:lnTo>
                  <a:lnTo>
                    <a:pt x="398" y="2"/>
                  </a:lnTo>
                  <a:lnTo>
                    <a:pt x="398" y="2"/>
                  </a:lnTo>
                  <a:lnTo>
                    <a:pt x="441" y="3"/>
                  </a:lnTo>
                  <a:lnTo>
                    <a:pt x="483" y="3"/>
                  </a:lnTo>
                  <a:lnTo>
                    <a:pt x="483" y="3"/>
                  </a:lnTo>
                  <a:lnTo>
                    <a:pt x="507" y="4"/>
                  </a:lnTo>
                  <a:lnTo>
                    <a:pt x="532" y="5"/>
                  </a:lnTo>
                  <a:lnTo>
                    <a:pt x="580" y="8"/>
                  </a:lnTo>
                  <a:lnTo>
                    <a:pt x="580" y="8"/>
                  </a:lnTo>
                  <a:lnTo>
                    <a:pt x="629" y="11"/>
                  </a:lnTo>
                  <a:lnTo>
                    <a:pt x="654" y="12"/>
                  </a:lnTo>
                  <a:lnTo>
                    <a:pt x="678" y="12"/>
                  </a:lnTo>
                  <a:lnTo>
                    <a:pt x="678" y="12"/>
                  </a:lnTo>
                  <a:lnTo>
                    <a:pt x="730" y="14"/>
                  </a:lnTo>
                  <a:lnTo>
                    <a:pt x="783" y="15"/>
                  </a:lnTo>
                  <a:lnTo>
                    <a:pt x="881" y="17"/>
                  </a:lnTo>
                  <a:lnTo>
                    <a:pt x="893" y="18"/>
                  </a:lnTo>
                  <a:lnTo>
                    <a:pt x="893" y="18"/>
                  </a:lnTo>
                  <a:lnTo>
                    <a:pt x="930" y="19"/>
                  </a:lnTo>
                  <a:lnTo>
                    <a:pt x="968" y="22"/>
                  </a:lnTo>
                  <a:lnTo>
                    <a:pt x="985" y="24"/>
                  </a:lnTo>
                  <a:lnTo>
                    <a:pt x="1003" y="27"/>
                  </a:lnTo>
                  <a:lnTo>
                    <a:pt x="1019" y="31"/>
                  </a:lnTo>
                  <a:lnTo>
                    <a:pt x="1035" y="37"/>
                  </a:lnTo>
                  <a:lnTo>
                    <a:pt x="1050" y="43"/>
                  </a:lnTo>
                  <a:lnTo>
                    <a:pt x="1064" y="52"/>
                  </a:lnTo>
                  <a:lnTo>
                    <a:pt x="1075" y="62"/>
                  </a:lnTo>
                  <a:lnTo>
                    <a:pt x="1081" y="68"/>
                  </a:lnTo>
                  <a:lnTo>
                    <a:pt x="1085" y="74"/>
                  </a:lnTo>
                  <a:lnTo>
                    <a:pt x="1090" y="81"/>
                  </a:lnTo>
                  <a:lnTo>
                    <a:pt x="1095" y="89"/>
                  </a:lnTo>
                  <a:lnTo>
                    <a:pt x="1098" y="96"/>
                  </a:lnTo>
                  <a:lnTo>
                    <a:pt x="1101" y="104"/>
                  </a:lnTo>
                  <a:lnTo>
                    <a:pt x="1104" y="114"/>
                  </a:lnTo>
                  <a:lnTo>
                    <a:pt x="1106" y="124"/>
                  </a:lnTo>
                  <a:lnTo>
                    <a:pt x="1107" y="134"/>
                  </a:lnTo>
                  <a:lnTo>
                    <a:pt x="1108" y="145"/>
                  </a:lnTo>
                  <a:lnTo>
                    <a:pt x="1108" y="145"/>
                  </a:lnTo>
                  <a:lnTo>
                    <a:pt x="1107" y="152"/>
                  </a:lnTo>
                  <a:lnTo>
                    <a:pt x="1106" y="154"/>
                  </a:lnTo>
                  <a:lnTo>
                    <a:pt x="1104" y="157"/>
                  </a:lnTo>
                  <a:lnTo>
                    <a:pt x="1104" y="157"/>
                  </a:lnTo>
                  <a:lnTo>
                    <a:pt x="1101" y="159"/>
                  </a:lnTo>
                  <a:lnTo>
                    <a:pt x="1098" y="160"/>
                  </a:lnTo>
                  <a:lnTo>
                    <a:pt x="1095" y="161"/>
                  </a:lnTo>
                  <a:lnTo>
                    <a:pt x="1090" y="162"/>
                  </a:lnTo>
                  <a:lnTo>
                    <a:pt x="1090" y="162"/>
                  </a:lnTo>
                  <a:lnTo>
                    <a:pt x="1084" y="161"/>
                  </a:lnTo>
                  <a:lnTo>
                    <a:pt x="1081" y="159"/>
                  </a:lnTo>
                  <a:lnTo>
                    <a:pt x="1078" y="157"/>
                  </a:lnTo>
                  <a:lnTo>
                    <a:pt x="1076" y="155"/>
                  </a:lnTo>
                  <a:lnTo>
                    <a:pt x="1074" y="152"/>
                  </a:lnTo>
                  <a:lnTo>
                    <a:pt x="1072" y="149"/>
                  </a:lnTo>
                  <a:lnTo>
                    <a:pt x="1072" y="145"/>
                  </a:lnTo>
                  <a:lnTo>
                    <a:pt x="1072" y="145"/>
                  </a:lnTo>
                  <a:lnTo>
                    <a:pt x="1071" y="133"/>
                  </a:lnTo>
                  <a:lnTo>
                    <a:pt x="1069" y="123"/>
                  </a:lnTo>
                  <a:lnTo>
                    <a:pt x="1066" y="114"/>
                  </a:lnTo>
                  <a:lnTo>
                    <a:pt x="1062" y="104"/>
                  </a:lnTo>
                  <a:lnTo>
                    <a:pt x="1056" y="96"/>
                  </a:lnTo>
                  <a:lnTo>
                    <a:pt x="1050" y="89"/>
                  </a:lnTo>
                  <a:lnTo>
                    <a:pt x="1044" y="83"/>
                  </a:lnTo>
                  <a:lnTo>
                    <a:pt x="1036" y="77"/>
                  </a:lnTo>
                  <a:lnTo>
                    <a:pt x="1026" y="71"/>
                  </a:lnTo>
                  <a:lnTo>
                    <a:pt x="1017" y="66"/>
                  </a:lnTo>
                  <a:lnTo>
                    <a:pt x="1006" y="62"/>
                  </a:lnTo>
                  <a:lnTo>
                    <a:pt x="994" y="59"/>
                  </a:lnTo>
                  <a:lnTo>
                    <a:pt x="981" y="57"/>
                  </a:lnTo>
                  <a:lnTo>
                    <a:pt x="968" y="55"/>
                  </a:lnTo>
                  <a:lnTo>
                    <a:pt x="952" y="54"/>
                  </a:lnTo>
                  <a:lnTo>
                    <a:pt x="937" y="54"/>
                  </a:lnTo>
                  <a:lnTo>
                    <a:pt x="935" y="54"/>
                  </a:lnTo>
                  <a:lnTo>
                    <a:pt x="935" y="54"/>
                  </a:lnTo>
                  <a:lnTo>
                    <a:pt x="897" y="53"/>
                  </a:lnTo>
                  <a:lnTo>
                    <a:pt x="861" y="51"/>
                  </a:lnTo>
                  <a:lnTo>
                    <a:pt x="861" y="51"/>
                  </a:lnTo>
                  <a:lnTo>
                    <a:pt x="825" y="50"/>
                  </a:lnTo>
                  <a:lnTo>
                    <a:pt x="788" y="49"/>
                  </a:lnTo>
                  <a:lnTo>
                    <a:pt x="630" y="49"/>
                  </a:lnTo>
                  <a:lnTo>
                    <a:pt x="630" y="49"/>
                  </a:lnTo>
                  <a:lnTo>
                    <a:pt x="613" y="49"/>
                  </a:lnTo>
                  <a:lnTo>
                    <a:pt x="597" y="48"/>
                  </a:lnTo>
                  <a:lnTo>
                    <a:pt x="564" y="45"/>
                  </a:lnTo>
                  <a:lnTo>
                    <a:pt x="564" y="45"/>
                  </a:lnTo>
                  <a:lnTo>
                    <a:pt x="531" y="40"/>
                  </a:lnTo>
                  <a:lnTo>
                    <a:pt x="514" y="39"/>
                  </a:lnTo>
                  <a:lnTo>
                    <a:pt x="497" y="39"/>
                  </a:lnTo>
                  <a:lnTo>
                    <a:pt x="497" y="39"/>
                  </a:lnTo>
                  <a:lnTo>
                    <a:pt x="445" y="38"/>
                  </a:lnTo>
                  <a:lnTo>
                    <a:pt x="392" y="35"/>
                  </a:lnTo>
                  <a:lnTo>
                    <a:pt x="392" y="35"/>
                  </a:lnTo>
                  <a:lnTo>
                    <a:pt x="344" y="33"/>
                  </a:lnTo>
                  <a:lnTo>
                    <a:pt x="344" y="33"/>
                  </a:lnTo>
                  <a:lnTo>
                    <a:pt x="311" y="32"/>
                  </a:lnTo>
                  <a:lnTo>
                    <a:pt x="311" y="32"/>
                  </a:lnTo>
                  <a:lnTo>
                    <a:pt x="283" y="33"/>
                  </a:lnTo>
                  <a:lnTo>
                    <a:pt x="247" y="35"/>
                  </a:lnTo>
                  <a:lnTo>
                    <a:pt x="227" y="37"/>
                  </a:lnTo>
                  <a:lnTo>
                    <a:pt x="207" y="40"/>
                  </a:lnTo>
                  <a:lnTo>
                    <a:pt x="188" y="43"/>
                  </a:lnTo>
                  <a:lnTo>
                    <a:pt x="169" y="49"/>
                  </a:lnTo>
                  <a:lnTo>
                    <a:pt x="168" y="49"/>
                  </a:lnTo>
                  <a:lnTo>
                    <a:pt x="168" y="49"/>
                  </a:lnTo>
                  <a:lnTo>
                    <a:pt x="147" y="55"/>
                  </a:lnTo>
                  <a:lnTo>
                    <a:pt x="128" y="61"/>
                  </a:lnTo>
                  <a:lnTo>
                    <a:pt x="109" y="68"/>
                  </a:lnTo>
                  <a:lnTo>
                    <a:pt x="101" y="72"/>
                  </a:lnTo>
                  <a:lnTo>
                    <a:pt x="93" y="78"/>
                  </a:lnTo>
                  <a:lnTo>
                    <a:pt x="84" y="83"/>
                  </a:lnTo>
                  <a:lnTo>
                    <a:pt x="77" y="89"/>
                  </a:lnTo>
                  <a:lnTo>
                    <a:pt x="70" y="95"/>
                  </a:lnTo>
                  <a:lnTo>
                    <a:pt x="64" y="102"/>
                  </a:lnTo>
                  <a:lnTo>
                    <a:pt x="59" y="111"/>
                  </a:lnTo>
                  <a:lnTo>
                    <a:pt x="53" y="120"/>
                  </a:lnTo>
                  <a:lnTo>
                    <a:pt x="49" y="130"/>
                  </a:lnTo>
                  <a:lnTo>
                    <a:pt x="45" y="142"/>
                  </a:lnTo>
                  <a:lnTo>
                    <a:pt x="45" y="142"/>
                  </a:lnTo>
                  <a:lnTo>
                    <a:pt x="42" y="155"/>
                  </a:lnTo>
                  <a:lnTo>
                    <a:pt x="41" y="167"/>
                  </a:lnTo>
                  <a:lnTo>
                    <a:pt x="41" y="181"/>
                  </a:lnTo>
                  <a:lnTo>
                    <a:pt x="41" y="193"/>
                  </a:lnTo>
                  <a:lnTo>
                    <a:pt x="41" y="193"/>
                  </a:lnTo>
                  <a:lnTo>
                    <a:pt x="42" y="209"/>
                  </a:lnTo>
                  <a:lnTo>
                    <a:pt x="41" y="224"/>
                  </a:lnTo>
                  <a:lnTo>
                    <a:pt x="41" y="224"/>
                  </a:lnTo>
                  <a:lnTo>
                    <a:pt x="38" y="240"/>
                  </a:lnTo>
                  <a:lnTo>
                    <a:pt x="38" y="240"/>
                  </a:lnTo>
                  <a:lnTo>
                    <a:pt x="36" y="251"/>
                  </a:lnTo>
                  <a:lnTo>
                    <a:pt x="35" y="262"/>
                  </a:lnTo>
                  <a:lnTo>
                    <a:pt x="35" y="268"/>
                  </a:lnTo>
                  <a:lnTo>
                    <a:pt x="35" y="273"/>
                  </a:lnTo>
                  <a:lnTo>
                    <a:pt x="37" y="278"/>
                  </a:lnTo>
                  <a:lnTo>
                    <a:pt x="39" y="282"/>
                  </a:lnTo>
                  <a:lnTo>
                    <a:pt x="39" y="282"/>
                  </a:lnTo>
                  <a:lnTo>
                    <a:pt x="41" y="288"/>
                  </a:lnTo>
                  <a:lnTo>
                    <a:pt x="41" y="294"/>
                  </a:lnTo>
                  <a:lnTo>
                    <a:pt x="39" y="299"/>
                  </a:lnTo>
                  <a:lnTo>
                    <a:pt x="38" y="302"/>
                  </a:lnTo>
                  <a:lnTo>
                    <a:pt x="36" y="303"/>
                  </a:lnTo>
                  <a:lnTo>
                    <a:pt x="36" y="305"/>
                  </a:lnTo>
                  <a:lnTo>
                    <a:pt x="36" y="305"/>
                  </a:lnTo>
                  <a:lnTo>
                    <a:pt x="37" y="404"/>
                  </a:lnTo>
                  <a:lnTo>
                    <a:pt x="38" y="509"/>
                  </a:lnTo>
                  <a:lnTo>
                    <a:pt x="40" y="620"/>
                  </a:lnTo>
                  <a:lnTo>
                    <a:pt x="45" y="732"/>
                  </a:lnTo>
                  <a:lnTo>
                    <a:pt x="45" y="732"/>
                  </a:lnTo>
                  <a:lnTo>
                    <a:pt x="47" y="788"/>
                  </a:lnTo>
                  <a:lnTo>
                    <a:pt x="49" y="845"/>
                  </a:lnTo>
                  <a:lnTo>
                    <a:pt x="50" y="905"/>
                  </a:lnTo>
                  <a:lnTo>
                    <a:pt x="50" y="965"/>
                  </a:lnTo>
                  <a:lnTo>
                    <a:pt x="50" y="965"/>
                  </a:lnTo>
                  <a:lnTo>
                    <a:pt x="50" y="996"/>
                  </a:lnTo>
                  <a:lnTo>
                    <a:pt x="50" y="996"/>
                  </a:lnTo>
                  <a:lnTo>
                    <a:pt x="50" y="1033"/>
                  </a:lnTo>
                  <a:lnTo>
                    <a:pt x="50" y="1070"/>
                  </a:lnTo>
                  <a:lnTo>
                    <a:pt x="50" y="1075"/>
                  </a:lnTo>
                  <a:lnTo>
                    <a:pt x="50" y="1075"/>
                  </a:lnTo>
                  <a:lnTo>
                    <a:pt x="49" y="1099"/>
                  </a:lnTo>
                  <a:lnTo>
                    <a:pt x="49" y="1099"/>
                  </a:lnTo>
                  <a:lnTo>
                    <a:pt x="50" y="1106"/>
                  </a:lnTo>
                  <a:lnTo>
                    <a:pt x="49" y="1106"/>
                  </a:lnTo>
                  <a:lnTo>
                    <a:pt x="50" y="1116"/>
                  </a:lnTo>
                  <a:lnTo>
                    <a:pt x="50" y="1119"/>
                  </a:lnTo>
                  <a:lnTo>
                    <a:pt x="51" y="1121"/>
                  </a:lnTo>
                  <a:lnTo>
                    <a:pt x="51" y="1121"/>
                  </a:lnTo>
                  <a:lnTo>
                    <a:pt x="52" y="1124"/>
                  </a:lnTo>
                  <a:lnTo>
                    <a:pt x="53" y="1128"/>
                  </a:lnTo>
                  <a:lnTo>
                    <a:pt x="53" y="1132"/>
                  </a:lnTo>
                  <a:lnTo>
                    <a:pt x="52" y="1136"/>
                  </a:lnTo>
                  <a:lnTo>
                    <a:pt x="52" y="1137"/>
                  </a:lnTo>
                  <a:lnTo>
                    <a:pt x="52" y="1138"/>
                  </a:lnTo>
                  <a:lnTo>
                    <a:pt x="52" y="1138"/>
                  </a:lnTo>
                  <a:lnTo>
                    <a:pt x="57" y="1153"/>
                  </a:lnTo>
                  <a:lnTo>
                    <a:pt x="62" y="1167"/>
                  </a:lnTo>
                  <a:lnTo>
                    <a:pt x="69" y="1181"/>
                  </a:lnTo>
                  <a:lnTo>
                    <a:pt x="76" y="1194"/>
                  </a:lnTo>
                  <a:lnTo>
                    <a:pt x="85" y="1207"/>
                  </a:lnTo>
                  <a:lnTo>
                    <a:pt x="96" y="1219"/>
                  </a:lnTo>
                  <a:lnTo>
                    <a:pt x="107" y="1230"/>
                  </a:lnTo>
                  <a:lnTo>
                    <a:pt x="120" y="1242"/>
                  </a:lnTo>
                  <a:lnTo>
                    <a:pt x="133" y="1252"/>
                  </a:lnTo>
                  <a:lnTo>
                    <a:pt x="146" y="1260"/>
                  </a:lnTo>
                  <a:lnTo>
                    <a:pt x="160" y="1269"/>
                  </a:lnTo>
                  <a:lnTo>
                    <a:pt x="174" y="1275"/>
                  </a:lnTo>
                  <a:lnTo>
                    <a:pt x="189" y="1281"/>
                  </a:lnTo>
                  <a:lnTo>
                    <a:pt x="202" y="1285"/>
                  </a:lnTo>
                  <a:lnTo>
                    <a:pt x="217" y="1287"/>
                  </a:lnTo>
                  <a:lnTo>
                    <a:pt x="231" y="1288"/>
                  </a:lnTo>
                  <a:lnTo>
                    <a:pt x="231" y="1288"/>
                  </a:lnTo>
                  <a:lnTo>
                    <a:pt x="240" y="1287"/>
                  </a:lnTo>
                  <a:lnTo>
                    <a:pt x="240" y="1287"/>
                  </a:lnTo>
                  <a:lnTo>
                    <a:pt x="259" y="1287"/>
                  </a:lnTo>
                  <a:lnTo>
                    <a:pt x="259" y="1287"/>
                  </a:lnTo>
                  <a:lnTo>
                    <a:pt x="278" y="1287"/>
                  </a:lnTo>
                  <a:lnTo>
                    <a:pt x="296" y="1289"/>
                  </a:lnTo>
                  <a:lnTo>
                    <a:pt x="332" y="1293"/>
                  </a:lnTo>
                  <a:lnTo>
                    <a:pt x="332" y="1293"/>
                  </a:lnTo>
                  <a:lnTo>
                    <a:pt x="349" y="1296"/>
                  </a:lnTo>
                  <a:lnTo>
                    <a:pt x="349" y="1296"/>
                  </a:lnTo>
                  <a:lnTo>
                    <a:pt x="366" y="1297"/>
                  </a:lnTo>
                  <a:lnTo>
                    <a:pt x="384" y="1298"/>
                  </a:lnTo>
                  <a:lnTo>
                    <a:pt x="384" y="1298"/>
                  </a:lnTo>
                  <a:lnTo>
                    <a:pt x="411" y="1297"/>
                  </a:lnTo>
                  <a:lnTo>
                    <a:pt x="437" y="1295"/>
                  </a:lnTo>
                  <a:lnTo>
                    <a:pt x="437" y="1295"/>
                  </a:lnTo>
                  <a:lnTo>
                    <a:pt x="462" y="1293"/>
                  </a:lnTo>
                  <a:lnTo>
                    <a:pt x="465" y="1293"/>
                  </a:lnTo>
                  <a:lnTo>
                    <a:pt x="466" y="1292"/>
                  </a:lnTo>
                  <a:lnTo>
                    <a:pt x="466" y="1292"/>
                  </a:lnTo>
                  <a:lnTo>
                    <a:pt x="471" y="1289"/>
                  </a:lnTo>
                  <a:lnTo>
                    <a:pt x="476" y="1288"/>
                  </a:lnTo>
                  <a:lnTo>
                    <a:pt x="478" y="1288"/>
                  </a:lnTo>
                  <a:lnTo>
                    <a:pt x="478" y="1288"/>
                  </a:lnTo>
                  <a:lnTo>
                    <a:pt x="528" y="1292"/>
                  </a:lnTo>
                  <a:lnTo>
                    <a:pt x="528" y="1292"/>
                  </a:lnTo>
                  <a:lnTo>
                    <a:pt x="577" y="1295"/>
                  </a:lnTo>
                  <a:lnTo>
                    <a:pt x="602" y="1297"/>
                  </a:lnTo>
                  <a:lnTo>
                    <a:pt x="627" y="1297"/>
                  </a:lnTo>
                  <a:lnTo>
                    <a:pt x="627" y="1297"/>
                  </a:lnTo>
                  <a:lnTo>
                    <a:pt x="645" y="1296"/>
                  </a:lnTo>
                  <a:lnTo>
                    <a:pt x="645" y="1296"/>
                  </a:lnTo>
                  <a:lnTo>
                    <a:pt x="665" y="1296"/>
                  </a:lnTo>
                  <a:lnTo>
                    <a:pt x="665" y="1296"/>
                  </a:lnTo>
                  <a:lnTo>
                    <a:pt x="674" y="1296"/>
                  </a:lnTo>
                  <a:lnTo>
                    <a:pt x="682" y="1297"/>
                  </a:lnTo>
                  <a:lnTo>
                    <a:pt x="690" y="1300"/>
                  </a:lnTo>
                  <a:lnTo>
                    <a:pt x="697" y="1303"/>
                  </a:lnTo>
                  <a:lnTo>
                    <a:pt x="699" y="1304"/>
                  </a:lnTo>
                  <a:lnTo>
                    <a:pt x="703" y="1303"/>
                  </a:lnTo>
                  <a:lnTo>
                    <a:pt x="704" y="1302"/>
                  </a:lnTo>
                  <a:lnTo>
                    <a:pt x="704" y="1302"/>
                  </a:lnTo>
                  <a:lnTo>
                    <a:pt x="708" y="1297"/>
                  </a:lnTo>
                  <a:lnTo>
                    <a:pt x="713" y="1294"/>
                  </a:lnTo>
                  <a:lnTo>
                    <a:pt x="725" y="1289"/>
                  </a:lnTo>
                  <a:lnTo>
                    <a:pt x="736" y="1285"/>
                  </a:lnTo>
                  <a:lnTo>
                    <a:pt x="749" y="1281"/>
                  </a:lnTo>
                  <a:lnTo>
                    <a:pt x="749" y="1281"/>
                  </a:lnTo>
                  <a:lnTo>
                    <a:pt x="765" y="1277"/>
                  </a:lnTo>
                  <a:lnTo>
                    <a:pt x="772" y="1274"/>
                  </a:lnTo>
                  <a:lnTo>
                    <a:pt x="781" y="1271"/>
                  </a:lnTo>
                  <a:lnTo>
                    <a:pt x="781" y="1271"/>
                  </a:lnTo>
                  <a:lnTo>
                    <a:pt x="812" y="1254"/>
                  </a:lnTo>
                  <a:lnTo>
                    <a:pt x="843" y="1233"/>
                  </a:lnTo>
                  <a:lnTo>
                    <a:pt x="875" y="1211"/>
                  </a:lnTo>
                  <a:lnTo>
                    <a:pt x="908" y="1185"/>
                  </a:lnTo>
                  <a:lnTo>
                    <a:pt x="908" y="1185"/>
                  </a:lnTo>
                  <a:lnTo>
                    <a:pt x="922" y="1174"/>
                  </a:lnTo>
                  <a:lnTo>
                    <a:pt x="938" y="1162"/>
                  </a:lnTo>
                  <a:lnTo>
                    <a:pt x="969" y="1143"/>
                  </a:lnTo>
                  <a:lnTo>
                    <a:pt x="969" y="1143"/>
                  </a:lnTo>
                  <a:lnTo>
                    <a:pt x="992" y="1127"/>
                  </a:lnTo>
                  <a:lnTo>
                    <a:pt x="1016" y="1111"/>
                  </a:lnTo>
                  <a:lnTo>
                    <a:pt x="1016" y="1111"/>
                  </a:lnTo>
                  <a:lnTo>
                    <a:pt x="1029" y="1101"/>
                  </a:lnTo>
                  <a:lnTo>
                    <a:pt x="1029" y="1101"/>
                  </a:lnTo>
                  <a:lnTo>
                    <a:pt x="1070" y="1073"/>
                  </a:lnTo>
                  <a:lnTo>
                    <a:pt x="1093" y="1056"/>
                  </a:lnTo>
                  <a:lnTo>
                    <a:pt x="1099" y="1051"/>
                  </a:lnTo>
                  <a:lnTo>
                    <a:pt x="1103" y="1046"/>
                  </a:lnTo>
                  <a:lnTo>
                    <a:pt x="1104" y="1043"/>
                  </a:lnTo>
                  <a:lnTo>
                    <a:pt x="1105" y="1041"/>
                  </a:lnTo>
                  <a:lnTo>
                    <a:pt x="1105" y="1041"/>
                  </a:lnTo>
                  <a:lnTo>
                    <a:pt x="1106" y="1036"/>
                  </a:lnTo>
                  <a:lnTo>
                    <a:pt x="1107" y="1032"/>
                  </a:lnTo>
                  <a:lnTo>
                    <a:pt x="1108" y="1031"/>
                  </a:lnTo>
                  <a:lnTo>
                    <a:pt x="1108" y="1029"/>
                  </a:lnTo>
                  <a:lnTo>
                    <a:pt x="1108" y="1029"/>
                  </a:lnTo>
                  <a:lnTo>
                    <a:pt x="1106" y="946"/>
                  </a:lnTo>
                  <a:lnTo>
                    <a:pt x="1104" y="859"/>
                  </a:lnTo>
                  <a:lnTo>
                    <a:pt x="1100" y="770"/>
                  </a:lnTo>
                  <a:lnTo>
                    <a:pt x="1096" y="676"/>
                  </a:lnTo>
                  <a:lnTo>
                    <a:pt x="1096" y="676"/>
                  </a:lnTo>
                  <a:lnTo>
                    <a:pt x="1096" y="668"/>
                  </a:lnTo>
                  <a:lnTo>
                    <a:pt x="1098" y="666"/>
                  </a:lnTo>
                  <a:lnTo>
                    <a:pt x="1099" y="663"/>
                  </a:lnTo>
                  <a:lnTo>
                    <a:pt x="1099" y="663"/>
                  </a:lnTo>
                  <a:lnTo>
                    <a:pt x="1102" y="661"/>
                  </a:lnTo>
                  <a:lnTo>
                    <a:pt x="1105" y="660"/>
                  </a:lnTo>
                  <a:lnTo>
                    <a:pt x="1108" y="659"/>
                  </a:lnTo>
                  <a:lnTo>
                    <a:pt x="1112" y="658"/>
                  </a:lnTo>
                  <a:lnTo>
                    <a:pt x="1112" y="658"/>
                  </a:lnTo>
                  <a:lnTo>
                    <a:pt x="1118" y="659"/>
                  </a:lnTo>
                  <a:lnTo>
                    <a:pt x="1123" y="661"/>
                  </a:lnTo>
                  <a:lnTo>
                    <a:pt x="1125" y="662"/>
                  </a:lnTo>
                  <a:lnTo>
                    <a:pt x="1128" y="665"/>
                  </a:lnTo>
                  <a:lnTo>
                    <a:pt x="1130" y="668"/>
                  </a:lnTo>
                  <a:lnTo>
                    <a:pt x="1131" y="672"/>
                  </a:lnTo>
                  <a:lnTo>
                    <a:pt x="1132" y="676"/>
                  </a:lnTo>
                  <a:lnTo>
                    <a:pt x="1132" y="676"/>
                  </a:lnTo>
                  <a:lnTo>
                    <a:pt x="1137" y="780"/>
                  </a:lnTo>
                  <a:lnTo>
                    <a:pt x="1140" y="877"/>
                  </a:lnTo>
                  <a:lnTo>
                    <a:pt x="1143" y="967"/>
                  </a:lnTo>
                  <a:lnTo>
                    <a:pt x="1145" y="1053"/>
                  </a:lnTo>
                  <a:lnTo>
                    <a:pt x="1139" y="1053"/>
                  </a:lnTo>
                  <a:lnTo>
                    <a:pt x="1137" y="1057"/>
                  </a:lnTo>
                  <a:lnTo>
                    <a:pt x="1137" y="1057"/>
                  </a:lnTo>
                  <a:lnTo>
                    <a:pt x="1135" y="1062"/>
                  </a:lnTo>
                  <a:lnTo>
                    <a:pt x="1131" y="1067"/>
                  </a:lnTo>
                  <a:lnTo>
                    <a:pt x="1127" y="1072"/>
                  </a:lnTo>
                  <a:lnTo>
                    <a:pt x="1121" y="1076"/>
                  </a:lnTo>
                  <a:lnTo>
                    <a:pt x="1110" y="1085"/>
                  </a:lnTo>
                  <a:lnTo>
                    <a:pt x="1098" y="1093"/>
                  </a:lnTo>
                  <a:lnTo>
                    <a:pt x="1098" y="1093"/>
                  </a:lnTo>
                  <a:lnTo>
                    <a:pt x="1085" y="1101"/>
                  </a:lnTo>
                  <a:lnTo>
                    <a:pt x="1074" y="1111"/>
                  </a:lnTo>
                  <a:lnTo>
                    <a:pt x="1074" y="1111"/>
                  </a:lnTo>
                  <a:lnTo>
                    <a:pt x="1054" y="1125"/>
                  </a:lnTo>
                  <a:lnTo>
                    <a:pt x="1035" y="1139"/>
                  </a:lnTo>
                  <a:lnTo>
                    <a:pt x="995" y="1166"/>
                  </a:lnTo>
                  <a:lnTo>
                    <a:pt x="995" y="1166"/>
                  </a:lnTo>
                  <a:lnTo>
                    <a:pt x="954" y="1194"/>
                  </a:lnTo>
                  <a:lnTo>
                    <a:pt x="954" y="1194"/>
                  </a:lnTo>
                  <a:lnTo>
                    <a:pt x="931" y="1212"/>
                  </a:lnTo>
                  <a:lnTo>
                    <a:pt x="908" y="1229"/>
                  </a:lnTo>
                  <a:lnTo>
                    <a:pt x="908" y="1229"/>
                  </a:lnTo>
                  <a:lnTo>
                    <a:pt x="865" y="1262"/>
                  </a:lnTo>
                  <a:lnTo>
                    <a:pt x="844" y="1277"/>
                  </a:lnTo>
                  <a:lnTo>
                    <a:pt x="822" y="1291"/>
                  </a:lnTo>
                  <a:lnTo>
                    <a:pt x="799" y="1304"/>
                  </a:lnTo>
                  <a:lnTo>
                    <a:pt x="776" y="1315"/>
                  </a:lnTo>
                  <a:lnTo>
                    <a:pt x="765" y="1319"/>
                  </a:lnTo>
                  <a:lnTo>
                    <a:pt x="753" y="1322"/>
                  </a:lnTo>
                  <a:lnTo>
                    <a:pt x="740" y="1325"/>
                  </a:lnTo>
                  <a:lnTo>
                    <a:pt x="729" y="1328"/>
                  </a:lnTo>
                  <a:lnTo>
                    <a:pt x="727" y="1328"/>
                  </a:lnTo>
                  <a:lnTo>
                    <a:pt x="726" y="1329"/>
                  </a:lnTo>
                  <a:lnTo>
                    <a:pt x="726" y="1329"/>
                  </a:lnTo>
                  <a:lnTo>
                    <a:pt x="723" y="1331"/>
                  </a:lnTo>
                  <a:lnTo>
                    <a:pt x="719" y="1332"/>
                  </a:lnTo>
                  <a:lnTo>
                    <a:pt x="712" y="1334"/>
                  </a:lnTo>
                  <a:lnTo>
                    <a:pt x="713" y="1337"/>
                  </a:lnTo>
                  <a:lnTo>
                    <a:pt x="713" y="1337"/>
                  </a:lnTo>
                  <a:lnTo>
                    <a:pt x="710" y="1338"/>
                  </a:lnTo>
                  <a:lnTo>
                    <a:pt x="710" y="1338"/>
                  </a:lnTo>
                  <a:lnTo>
                    <a:pt x="707" y="1338"/>
                  </a:lnTo>
                  <a:lnTo>
                    <a:pt x="707" y="133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4" name="Freeform 397"/>
            <p:cNvSpPr>
              <a:spLocks noEditPoints="1"/>
            </p:cNvSpPr>
            <p:nvPr/>
          </p:nvSpPr>
          <p:spPr bwMode="auto">
            <a:xfrm>
              <a:off x="4422775" y="3170238"/>
              <a:ext cx="542925" cy="473075"/>
            </a:xfrm>
            <a:custGeom>
              <a:avLst/>
              <a:gdLst/>
              <a:ahLst/>
              <a:cxnLst>
                <a:cxn ang="0">
                  <a:pos x="2" y="884"/>
                </a:cxn>
                <a:cxn ang="0">
                  <a:pos x="4" y="861"/>
                </a:cxn>
                <a:cxn ang="0">
                  <a:pos x="45" y="818"/>
                </a:cxn>
                <a:cxn ang="0">
                  <a:pos x="132" y="715"/>
                </a:cxn>
                <a:cxn ang="0">
                  <a:pos x="182" y="635"/>
                </a:cxn>
                <a:cxn ang="0">
                  <a:pos x="192" y="564"/>
                </a:cxn>
                <a:cxn ang="0">
                  <a:pos x="207" y="470"/>
                </a:cxn>
                <a:cxn ang="0">
                  <a:pos x="253" y="351"/>
                </a:cxn>
                <a:cxn ang="0">
                  <a:pos x="358" y="215"/>
                </a:cxn>
                <a:cxn ang="0">
                  <a:pos x="517" y="90"/>
                </a:cxn>
                <a:cxn ang="0">
                  <a:pos x="663" y="24"/>
                </a:cxn>
                <a:cxn ang="0">
                  <a:pos x="817" y="2"/>
                </a:cxn>
                <a:cxn ang="0">
                  <a:pos x="943" y="2"/>
                </a:cxn>
                <a:cxn ang="0">
                  <a:pos x="1002" y="16"/>
                </a:cxn>
                <a:cxn ang="0">
                  <a:pos x="1020" y="26"/>
                </a:cxn>
                <a:cxn ang="0">
                  <a:pos x="1022" y="133"/>
                </a:cxn>
                <a:cxn ang="0">
                  <a:pos x="979" y="246"/>
                </a:cxn>
                <a:cxn ang="0">
                  <a:pos x="962" y="260"/>
                </a:cxn>
                <a:cxn ang="0">
                  <a:pos x="893" y="274"/>
                </a:cxn>
                <a:cxn ang="0">
                  <a:pos x="808" y="306"/>
                </a:cxn>
                <a:cxn ang="0">
                  <a:pos x="918" y="339"/>
                </a:cxn>
                <a:cxn ang="0">
                  <a:pos x="927" y="359"/>
                </a:cxn>
                <a:cxn ang="0">
                  <a:pos x="913" y="390"/>
                </a:cxn>
                <a:cxn ang="0">
                  <a:pos x="814" y="507"/>
                </a:cxn>
                <a:cxn ang="0">
                  <a:pos x="649" y="614"/>
                </a:cxn>
                <a:cxn ang="0">
                  <a:pos x="475" y="674"/>
                </a:cxn>
                <a:cxn ang="0">
                  <a:pos x="252" y="686"/>
                </a:cxn>
                <a:cxn ang="0">
                  <a:pos x="211" y="689"/>
                </a:cxn>
                <a:cxn ang="0">
                  <a:pos x="126" y="777"/>
                </a:cxn>
                <a:cxn ang="0">
                  <a:pos x="53" y="863"/>
                </a:cxn>
                <a:cxn ang="0">
                  <a:pos x="17" y="894"/>
                </a:cxn>
                <a:cxn ang="0">
                  <a:pos x="745" y="48"/>
                </a:cxn>
                <a:cxn ang="0">
                  <a:pos x="624" y="74"/>
                </a:cxn>
                <a:cxn ang="0">
                  <a:pos x="505" y="137"/>
                </a:cxn>
                <a:cxn ang="0">
                  <a:pos x="419" y="211"/>
                </a:cxn>
                <a:cxn ang="0">
                  <a:pos x="291" y="355"/>
                </a:cxn>
                <a:cxn ang="0">
                  <a:pos x="241" y="484"/>
                </a:cxn>
                <a:cxn ang="0">
                  <a:pos x="228" y="573"/>
                </a:cxn>
                <a:cxn ang="0">
                  <a:pos x="224" y="646"/>
                </a:cxn>
                <a:cxn ang="0">
                  <a:pos x="307" y="651"/>
                </a:cxn>
                <a:cxn ang="0">
                  <a:pos x="441" y="639"/>
                </a:cxn>
                <a:cxn ang="0">
                  <a:pos x="535" y="627"/>
                </a:cxn>
                <a:cxn ang="0">
                  <a:pos x="630" y="583"/>
                </a:cxn>
                <a:cxn ang="0">
                  <a:pos x="705" y="540"/>
                </a:cxn>
                <a:cxn ang="0">
                  <a:pos x="803" y="471"/>
                </a:cxn>
                <a:cxn ang="0">
                  <a:pos x="872" y="385"/>
                </a:cxn>
                <a:cxn ang="0">
                  <a:pos x="826" y="349"/>
                </a:cxn>
                <a:cxn ang="0">
                  <a:pos x="717" y="321"/>
                </a:cxn>
                <a:cxn ang="0">
                  <a:pos x="657" y="300"/>
                </a:cxn>
                <a:cxn ang="0">
                  <a:pos x="647" y="280"/>
                </a:cxn>
                <a:cxn ang="0">
                  <a:pos x="659" y="257"/>
                </a:cxn>
                <a:cxn ang="0">
                  <a:pos x="843" y="243"/>
                </a:cxn>
                <a:cxn ang="0">
                  <a:pos x="959" y="205"/>
                </a:cxn>
                <a:cxn ang="0">
                  <a:pos x="990" y="94"/>
                </a:cxn>
                <a:cxn ang="0">
                  <a:pos x="979" y="41"/>
                </a:cxn>
                <a:cxn ang="0">
                  <a:pos x="974" y="45"/>
                </a:cxn>
                <a:cxn ang="0">
                  <a:pos x="957" y="41"/>
                </a:cxn>
              </a:cxnLst>
              <a:rect l="0" t="0" r="r" b="b"/>
              <a:pathLst>
                <a:path w="1026" h="894">
                  <a:moveTo>
                    <a:pt x="17" y="894"/>
                  </a:moveTo>
                  <a:lnTo>
                    <a:pt x="17" y="894"/>
                  </a:lnTo>
                  <a:lnTo>
                    <a:pt x="11" y="893"/>
                  </a:lnTo>
                  <a:lnTo>
                    <a:pt x="8" y="892"/>
                  </a:lnTo>
                  <a:lnTo>
                    <a:pt x="6" y="891"/>
                  </a:lnTo>
                  <a:lnTo>
                    <a:pt x="3" y="887"/>
                  </a:lnTo>
                  <a:lnTo>
                    <a:pt x="2" y="884"/>
                  </a:lnTo>
                  <a:lnTo>
                    <a:pt x="1" y="881"/>
                  </a:lnTo>
                  <a:lnTo>
                    <a:pt x="0" y="877"/>
                  </a:lnTo>
                  <a:lnTo>
                    <a:pt x="0" y="872"/>
                  </a:lnTo>
                  <a:lnTo>
                    <a:pt x="0" y="872"/>
                  </a:lnTo>
                  <a:lnTo>
                    <a:pt x="1" y="869"/>
                  </a:lnTo>
                  <a:lnTo>
                    <a:pt x="1" y="866"/>
                  </a:lnTo>
                  <a:lnTo>
                    <a:pt x="4" y="861"/>
                  </a:lnTo>
                  <a:lnTo>
                    <a:pt x="7" y="857"/>
                  </a:lnTo>
                  <a:lnTo>
                    <a:pt x="10" y="856"/>
                  </a:lnTo>
                  <a:lnTo>
                    <a:pt x="12" y="855"/>
                  </a:lnTo>
                  <a:lnTo>
                    <a:pt x="13" y="854"/>
                  </a:lnTo>
                  <a:lnTo>
                    <a:pt x="13" y="854"/>
                  </a:lnTo>
                  <a:lnTo>
                    <a:pt x="29" y="836"/>
                  </a:lnTo>
                  <a:lnTo>
                    <a:pt x="45" y="818"/>
                  </a:lnTo>
                  <a:lnTo>
                    <a:pt x="45" y="818"/>
                  </a:lnTo>
                  <a:lnTo>
                    <a:pt x="69" y="791"/>
                  </a:lnTo>
                  <a:lnTo>
                    <a:pt x="82" y="777"/>
                  </a:lnTo>
                  <a:lnTo>
                    <a:pt x="93" y="761"/>
                  </a:lnTo>
                  <a:lnTo>
                    <a:pt x="93" y="761"/>
                  </a:lnTo>
                  <a:lnTo>
                    <a:pt x="112" y="738"/>
                  </a:lnTo>
                  <a:lnTo>
                    <a:pt x="132" y="715"/>
                  </a:lnTo>
                  <a:lnTo>
                    <a:pt x="153" y="692"/>
                  </a:lnTo>
                  <a:lnTo>
                    <a:pt x="176" y="670"/>
                  </a:lnTo>
                  <a:lnTo>
                    <a:pt x="188" y="658"/>
                  </a:lnTo>
                  <a:lnTo>
                    <a:pt x="187" y="655"/>
                  </a:lnTo>
                  <a:lnTo>
                    <a:pt x="187" y="655"/>
                  </a:lnTo>
                  <a:lnTo>
                    <a:pt x="184" y="645"/>
                  </a:lnTo>
                  <a:lnTo>
                    <a:pt x="182" y="635"/>
                  </a:lnTo>
                  <a:lnTo>
                    <a:pt x="181" y="627"/>
                  </a:lnTo>
                  <a:lnTo>
                    <a:pt x="181" y="621"/>
                  </a:lnTo>
                  <a:lnTo>
                    <a:pt x="181" y="621"/>
                  </a:lnTo>
                  <a:lnTo>
                    <a:pt x="183" y="603"/>
                  </a:lnTo>
                  <a:lnTo>
                    <a:pt x="187" y="586"/>
                  </a:lnTo>
                  <a:lnTo>
                    <a:pt x="187" y="586"/>
                  </a:lnTo>
                  <a:lnTo>
                    <a:pt x="192" y="564"/>
                  </a:lnTo>
                  <a:lnTo>
                    <a:pt x="193" y="553"/>
                  </a:lnTo>
                  <a:lnTo>
                    <a:pt x="194" y="540"/>
                  </a:lnTo>
                  <a:lnTo>
                    <a:pt x="194" y="540"/>
                  </a:lnTo>
                  <a:lnTo>
                    <a:pt x="196" y="524"/>
                  </a:lnTo>
                  <a:lnTo>
                    <a:pt x="198" y="506"/>
                  </a:lnTo>
                  <a:lnTo>
                    <a:pt x="202" y="489"/>
                  </a:lnTo>
                  <a:lnTo>
                    <a:pt x="207" y="470"/>
                  </a:lnTo>
                  <a:lnTo>
                    <a:pt x="212" y="452"/>
                  </a:lnTo>
                  <a:lnTo>
                    <a:pt x="218" y="432"/>
                  </a:lnTo>
                  <a:lnTo>
                    <a:pt x="225" y="412"/>
                  </a:lnTo>
                  <a:lnTo>
                    <a:pt x="233" y="392"/>
                  </a:lnTo>
                  <a:lnTo>
                    <a:pt x="233" y="392"/>
                  </a:lnTo>
                  <a:lnTo>
                    <a:pt x="243" y="371"/>
                  </a:lnTo>
                  <a:lnTo>
                    <a:pt x="253" y="351"/>
                  </a:lnTo>
                  <a:lnTo>
                    <a:pt x="264" y="332"/>
                  </a:lnTo>
                  <a:lnTo>
                    <a:pt x="276" y="313"/>
                  </a:lnTo>
                  <a:lnTo>
                    <a:pt x="289" y="296"/>
                  </a:lnTo>
                  <a:lnTo>
                    <a:pt x="302" y="278"/>
                  </a:lnTo>
                  <a:lnTo>
                    <a:pt x="315" y="261"/>
                  </a:lnTo>
                  <a:lnTo>
                    <a:pt x="329" y="245"/>
                  </a:lnTo>
                  <a:lnTo>
                    <a:pt x="358" y="215"/>
                  </a:lnTo>
                  <a:lnTo>
                    <a:pt x="388" y="188"/>
                  </a:lnTo>
                  <a:lnTo>
                    <a:pt x="417" y="162"/>
                  </a:lnTo>
                  <a:lnTo>
                    <a:pt x="446" y="140"/>
                  </a:lnTo>
                  <a:lnTo>
                    <a:pt x="446" y="140"/>
                  </a:lnTo>
                  <a:lnTo>
                    <a:pt x="464" y="126"/>
                  </a:lnTo>
                  <a:lnTo>
                    <a:pt x="481" y="114"/>
                  </a:lnTo>
                  <a:lnTo>
                    <a:pt x="517" y="90"/>
                  </a:lnTo>
                  <a:lnTo>
                    <a:pt x="555" y="69"/>
                  </a:lnTo>
                  <a:lnTo>
                    <a:pt x="592" y="49"/>
                  </a:lnTo>
                  <a:lnTo>
                    <a:pt x="592" y="49"/>
                  </a:lnTo>
                  <a:lnTo>
                    <a:pt x="609" y="40"/>
                  </a:lnTo>
                  <a:lnTo>
                    <a:pt x="627" y="34"/>
                  </a:lnTo>
                  <a:lnTo>
                    <a:pt x="645" y="28"/>
                  </a:lnTo>
                  <a:lnTo>
                    <a:pt x="663" y="24"/>
                  </a:lnTo>
                  <a:lnTo>
                    <a:pt x="681" y="20"/>
                  </a:lnTo>
                  <a:lnTo>
                    <a:pt x="699" y="17"/>
                  </a:lnTo>
                  <a:lnTo>
                    <a:pt x="737" y="11"/>
                  </a:lnTo>
                  <a:lnTo>
                    <a:pt x="745" y="10"/>
                  </a:lnTo>
                  <a:lnTo>
                    <a:pt x="745" y="10"/>
                  </a:lnTo>
                  <a:lnTo>
                    <a:pt x="782" y="5"/>
                  </a:lnTo>
                  <a:lnTo>
                    <a:pt x="817" y="2"/>
                  </a:lnTo>
                  <a:lnTo>
                    <a:pt x="848" y="0"/>
                  </a:lnTo>
                  <a:lnTo>
                    <a:pt x="878" y="0"/>
                  </a:lnTo>
                  <a:lnTo>
                    <a:pt x="878" y="0"/>
                  </a:lnTo>
                  <a:lnTo>
                    <a:pt x="902" y="0"/>
                  </a:lnTo>
                  <a:lnTo>
                    <a:pt x="924" y="1"/>
                  </a:lnTo>
                  <a:lnTo>
                    <a:pt x="924" y="1"/>
                  </a:lnTo>
                  <a:lnTo>
                    <a:pt x="943" y="2"/>
                  </a:lnTo>
                  <a:lnTo>
                    <a:pt x="943" y="2"/>
                  </a:lnTo>
                  <a:lnTo>
                    <a:pt x="959" y="3"/>
                  </a:lnTo>
                  <a:lnTo>
                    <a:pt x="975" y="5"/>
                  </a:lnTo>
                  <a:lnTo>
                    <a:pt x="982" y="6"/>
                  </a:lnTo>
                  <a:lnTo>
                    <a:pt x="990" y="8"/>
                  </a:lnTo>
                  <a:lnTo>
                    <a:pt x="997" y="11"/>
                  </a:lnTo>
                  <a:lnTo>
                    <a:pt x="1002" y="16"/>
                  </a:lnTo>
                  <a:lnTo>
                    <a:pt x="1003" y="16"/>
                  </a:lnTo>
                  <a:lnTo>
                    <a:pt x="1005" y="17"/>
                  </a:lnTo>
                  <a:lnTo>
                    <a:pt x="1005" y="17"/>
                  </a:lnTo>
                  <a:lnTo>
                    <a:pt x="1010" y="18"/>
                  </a:lnTo>
                  <a:lnTo>
                    <a:pt x="1016" y="21"/>
                  </a:lnTo>
                  <a:lnTo>
                    <a:pt x="1018" y="24"/>
                  </a:lnTo>
                  <a:lnTo>
                    <a:pt x="1020" y="26"/>
                  </a:lnTo>
                  <a:lnTo>
                    <a:pt x="1022" y="30"/>
                  </a:lnTo>
                  <a:lnTo>
                    <a:pt x="1023" y="33"/>
                  </a:lnTo>
                  <a:lnTo>
                    <a:pt x="1023" y="33"/>
                  </a:lnTo>
                  <a:lnTo>
                    <a:pt x="1026" y="61"/>
                  </a:lnTo>
                  <a:lnTo>
                    <a:pt x="1026" y="86"/>
                  </a:lnTo>
                  <a:lnTo>
                    <a:pt x="1025" y="110"/>
                  </a:lnTo>
                  <a:lnTo>
                    <a:pt x="1022" y="133"/>
                  </a:lnTo>
                  <a:lnTo>
                    <a:pt x="1022" y="133"/>
                  </a:lnTo>
                  <a:lnTo>
                    <a:pt x="1016" y="154"/>
                  </a:lnTo>
                  <a:lnTo>
                    <a:pt x="1010" y="174"/>
                  </a:lnTo>
                  <a:lnTo>
                    <a:pt x="1002" y="193"/>
                  </a:lnTo>
                  <a:lnTo>
                    <a:pt x="994" y="213"/>
                  </a:lnTo>
                  <a:lnTo>
                    <a:pt x="994" y="213"/>
                  </a:lnTo>
                  <a:lnTo>
                    <a:pt x="979" y="246"/>
                  </a:lnTo>
                  <a:lnTo>
                    <a:pt x="979" y="246"/>
                  </a:lnTo>
                  <a:lnTo>
                    <a:pt x="976" y="251"/>
                  </a:lnTo>
                  <a:lnTo>
                    <a:pt x="973" y="254"/>
                  </a:lnTo>
                  <a:lnTo>
                    <a:pt x="969" y="256"/>
                  </a:lnTo>
                  <a:lnTo>
                    <a:pt x="966" y="257"/>
                  </a:lnTo>
                  <a:lnTo>
                    <a:pt x="963" y="258"/>
                  </a:lnTo>
                  <a:lnTo>
                    <a:pt x="962" y="260"/>
                  </a:lnTo>
                  <a:lnTo>
                    <a:pt x="962" y="260"/>
                  </a:lnTo>
                  <a:lnTo>
                    <a:pt x="960" y="262"/>
                  </a:lnTo>
                  <a:lnTo>
                    <a:pt x="956" y="266"/>
                  </a:lnTo>
                  <a:lnTo>
                    <a:pt x="952" y="268"/>
                  </a:lnTo>
                  <a:lnTo>
                    <a:pt x="947" y="269"/>
                  </a:lnTo>
                  <a:lnTo>
                    <a:pt x="947" y="269"/>
                  </a:lnTo>
                  <a:lnTo>
                    <a:pt x="893" y="274"/>
                  </a:lnTo>
                  <a:lnTo>
                    <a:pt x="841" y="279"/>
                  </a:lnTo>
                  <a:lnTo>
                    <a:pt x="841" y="279"/>
                  </a:lnTo>
                  <a:lnTo>
                    <a:pt x="780" y="286"/>
                  </a:lnTo>
                  <a:lnTo>
                    <a:pt x="779" y="298"/>
                  </a:lnTo>
                  <a:lnTo>
                    <a:pt x="779" y="298"/>
                  </a:lnTo>
                  <a:lnTo>
                    <a:pt x="795" y="302"/>
                  </a:lnTo>
                  <a:lnTo>
                    <a:pt x="808" y="306"/>
                  </a:lnTo>
                  <a:lnTo>
                    <a:pt x="808" y="306"/>
                  </a:lnTo>
                  <a:lnTo>
                    <a:pt x="833" y="316"/>
                  </a:lnTo>
                  <a:lnTo>
                    <a:pt x="858" y="324"/>
                  </a:lnTo>
                  <a:lnTo>
                    <a:pt x="887" y="333"/>
                  </a:lnTo>
                  <a:lnTo>
                    <a:pt x="915" y="338"/>
                  </a:lnTo>
                  <a:lnTo>
                    <a:pt x="915" y="338"/>
                  </a:lnTo>
                  <a:lnTo>
                    <a:pt x="918" y="339"/>
                  </a:lnTo>
                  <a:lnTo>
                    <a:pt x="921" y="341"/>
                  </a:lnTo>
                  <a:lnTo>
                    <a:pt x="924" y="343"/>
                  </a:lnTo>
                  <a:lnTo>
                    <a:pt x="925" y="345"/>
                  </a:lnTo>
                  <a:lnTo>
                    <a:pt x="925" y="345"/>
                  </a:lnTo>
                  <a:lnTo>
                    <a:pt x="928" y="349"/>
                  </a:lnTo>
                  <a:lnTo>
                    <a:pt x="928" y="353"/>
                  </a:lnTo>
                  <a:lnTo>
                    <a:pt x="927" y="359"/>
                  </a:lnTo>
                  <a:lnTo>
                    <a:pt x="924" y="363"/>
                  </a:lnTo>
                  <a:lnTo>
                    <a:pt x="923" y="364"/>
                  </a:lnTo>
                  <a:lnTo>
                    <a:pt x="923" y="365"/>
                  </a:lnTo>
                  <a:lnTo>
                    <a:pt x="923" y="365"/>
                  </a:lnTo>
                  <a:lnTo>
                    <a:pt x="922" y="369"/>
                  </a:lnTo>
                  <a:lnTo>
                    <a:pt x="922" y="369"/>
                  </a:lnTo>
                  <a:lnTo>
                    <a:pt x="913" y="390"/>
                  </a:lnTo>
                  <a:lnTo>
                    <a:pt x="902" y="409"/>
                  </a:lnTo>
                  <a:lnTo>
                    <a:pt x="889" y="428"/>
                  </a:lnTo>
                  <a:lnTo>
                    <a:pt x="877" y="445"/>
                  </a:lnTo>
                  <a:lnTo>
                    <a:pt x="862" y="462"/>
                  </a:lnTo>
                  <a:lnTo>
                    <a:pt x="847" y="478"/>
                  </a:lnTo>
                  <a:lnTo>
                    <a:pt x="831" y="493"/>
                  </a:lnTo>
                  <a:lnTo>
                    <a:pt x="814" y="507"/>
                  </a:lnTo>
                  <a:lnTo>
                    <a:pt x="796" y="521"/>
                  </a:lnTo>
                  <a:lnTo>
                    <a:pt x="779" y="534"/>
                  </a:lnTo>
                  <a:lnTo>
                    <a:pt x="742" y="559"/>
                  </a:lnTo>
                  <a:lnTo>
                    <a:pt x="703" y="583"/>
                  </a:lnTo>
                  <a:lnTo>
                    <a:pt x="664" y="605"/>
                  </a:lnTo>
                  <a:lnTo>
                    <a:pt x="649" y="614"/>
                  </a:lnTo>
                  <a:lnTo>
                    <a:pt x="649" y="614"/>
                  </a:lnTo>
                  <a:lnTo>
                    <a:pt x="625" y="627"/>
                  </a:lnTo>
                  <a:lnTo>
                    <a:pt x="601" y="637"/>
                  </a:lnTo>
                  <a:lnTo>
                    <a:pt x="576" y="648"/>
                  </a:lnTo>
                  <a:lnTo>
                    <a:pt x="552" y="656"/>
                  </a:lnTo>
                  <a:lnTo>
                    <a:pt x="526" y="662"/>
                  </a:lnTo>
                  <a:lnTo>
                    <a:pt x="501" y="668"/>
                  </a:lnTo>
                  <a:lnTo>
                    <a:pt x="475" y="674"/>
                  </a:lnTo>
                  <a:lnTo>
                    <a:pt x="449" y="677"/>
                  </a:lnTo>
                  <a:lnTo>
                    <a:pt x="423" y="680"/>
                  </a:lnTo>
                  <a:lnTo>
                    <a:pt x="398" y="682"/>
                  </a:lnTo>
                  <a:lnTo>
                    <a:pt x="348" y="685"/>
                  </a:lnTo>
                  <a:lnTo>
                    <a:pt x="298" y="686"/>
                  </a:lnTo>
                  <a:lnTo>
                    <a:pt x="252" y="686"/>
                  </a:lnTo>
                  <a:lnTo>
                    <a:pt x="252" y="686"/>
                  </a:lnTo>
                  <a:lnTo>
                    <a:pt x="225" y="686"/>
                  </a:lnTo>
                  <a:lnTo>
                    <a:pt x="224" y="687"/>
                  </a:lnTo>
                  <a:lnTo>
                    <a:pt x="224" y="687"/>
                  </a:lnTo>
                  <a:lnTo>
                    <a:pt x="220" y="689"/>
                  </a:lnTo>
                  <a:lnTo>
                    <a:pt x="215" y="690"/>
                  </a:lnTo>
                  <a:lnTo>
                    <a:pt x="215" y="690"/>
                  </a:lnTo>
                  <a:lnTo>
                    <a:pt x="211" y="689"/>
                  </a:lnTo>
                  <a:lnTo>
                    <a:pt x="208" y="689"/>
                  </a:lnTo>
                  <a:lnTo>
                    <a:pt x="199" y="697"/>
                  </a:lnTo>
                  <a:lnTo>
                    <a:pt x="199" y="697"/>
                  </a:lnTo>
                  <a:lnTo>
                    <a:pt x="178" y="719"/>
                  </a:lnTo>
                  <a:lnTo>
                    <a:pt x="156" y="742"/>
                  </a:lnTo>
                  <a:lnTo>
                    <a:pt x="135" y="766"/>
                  </a:lnTo>
                  <a:lnTo>
                    <a:pt x="126" y="777"/>
                  </a:lnTo>
                  <a:lnTo>
                    <a:pt x="117" y="789"/>
                  </a:lnTo>
                  <a:lnTo>
                    <a:pt x="117" y="789"/>
                  </a:lnTo>
                  <a:lnTo>
                    <a:pt x="106" y="804"/>
                  </a:lnTo>
                  <a:lnTo>
                    <a:pt x="96" y="817"/>
                  </a:lnTo>
                  <a:lnTo>
                    <a:pt x="72" y="842"/>
                  </a:lnTo>
                  <a:lnTo>
                    <a:pt x="72" y="842"/>
                  </a:lnTo>
                  <a:lnTo>
                    <a:pt x="53" y="863"/>
                  </a:lnTo>
                  <a:lnTo>
                    <a:pt x="43" y="874"/>
                  </a:lnTo>
                  <a:lnTo>
                    <a:pt x="34" y="885"/>
                  </a:lnTo>
                  <a:lnTo>
                    <a:pt x="34" y="885"/>
                  </a:lnTo>
                  <a:lnTo>
                    <a:pt x="31" y="888"/>
                  </a:lnTo>
                  <a:lnTo>
                    <a:pt x="27" y="892"/>
                  </a:lnTo>
                  <a:lnTo>
                    <a:pt x="22" y="894"/>
                  </a:lnTo>
                  <a:lnTo>
                    <a:pt x="17" y="894"/>
                  </a:lnTo>
                  <a:lnTo>
                    <a:pt x="17" y="894"/>
                  </a:lnTo>
                  <a:close/>
                  <a:moveTo>
                    <a:pt x="884" y="36"/>
                  </a:moveTo>
                  <a:lnTo>
                    <a:pt x="884" y="36"/>
                  </a:lnTo>
                  <a:lnTo>
                    <a:pt x="861" y="37"/>
                  </a:lnTo>
                  <a:lnTo>
                    <a:pt x="861" y="37"/>
                  </a:lnTo>
                  <a:lnTo>
                    <a:pt x="782" y="43"/>
                  </a:lnTo>
                  <a:lnTo>
                    <a:pt x="745" y="48"/>
                  </a:lnTo>
                  <a:lnTo>
                    <a:pt x="709" y="53"/>
                  </a:lnTo>
                  <a:lnTo>
                    <a:pt x="709" y="53"/>
                  </a:lnTo>
                  <a:lnTo>
                    <a:pt x="692" y="55"/>
                  </a:lnTo>
                  <a:lnTo>
                    <a:pt x="676" y="59"/>
                  </a:lnTo>
                  <a:lnTo>
                    <a:pt x="658" y="63"/>
                  </a:lnTo>
                  <a:lnTo>
                    <a:pt x="640" y="68"/>
                  </a:lnTo>
                  <a:lnTo>
                    <a:pt x="624" y="74"/>
                  </a:lnTo>
                  <a:lnTo>
                    <a:pt x="606" y="82"/>
                  </a:lnTo>
                  <a:lnTo>
                    <a:pt x="589" y="90"/>
                  </a:lnTo>
                  <a:lnTo>
                    <a:pt x="571" y="98"/>
                  </a:lnTo>
                  <a:lnTo>
                    <a:pt x="555" y="106"/>
                  </a:lnTo>
                  <a:lnTo>
                    <a:pt x="538" y="117"/>
                  </a:lnTo>
                  <a:lnTo>
                    <a:pt x="522" y="127"/>
                  </a:lnTo>
                  <a:lnTo>
                    <a:pt x="505" y="137"/>
                  </a:lnTo>
                  <a:lnTo>
                    <a:pt x="490" y="149"/>
                  </a:lnTo>
                  <a:lnTo>
                    <a:pt x="474" y="161"/>
                  </a:lnTo>
                  <a:lnTo>
                    <a:pt x="460" y="174"/>
                  </a:lnTo>
                  <a:lnTo>
                    <a:pt x="446" y="186"/>
                  </a:lnTo>
                  <a:lnTo>
                    <a:pt x="446" y="186"/>
                  </a:lnTo>
                  <a:lnTo>
                    <a:pt x="419" y="211"/>
                  </a:lnTo>
                  <a:lnTo>
                    <a:pt x="419" y="211"/>
                  </a:lnTo>
                  <a:lnTo>
                    <a:pt x="396" y="234"/>
                  </a:lnTo>
                  <a:lnTo>
                    <a:pt x="372" y="256"/>
                  </a:lnTo>
                  <a:lnTo>
                    <a:pt x="349" y="279"/>
                  </a:lnTo>
                  <a:lnTo>
                    <a:pt x="328" y="304"/>
                  </a:lnTo>
                  <a:lnTo>
                    <a:pt x="309" y="329"/>
                  </a:lnTo>
                  <a:lnTo>
                    <a:pt x="300" y="342"/>
                  </a:lnTo>
                  <a:lnTo>
                    <a:pt x="291" y="355"/>
                  </a:lnTo>
                  <a:lnTo>
                    <a:pt x="283" y="370"/>
                  </a:lnTo>
                  <a:lnTo>
                    <a:pt x="276" y="384"/>
                  </a:lnTo>
                  <a:lnTo>
                    <a:pt x="269" y="400"/>
                  </a:lnTo>
                  <a:lnTo>
                    <a:pt x="262" y="415"/>
                  </a:lnTo>
                  <a:lnTo>
                    <a:pt x="262" y="415"/>
                  </a:lnTo>
                  <a:lnTo>
                    <a:pt x="251" y="449"/>
                  </a:lnTo>
                  <a:lnTo>
                    <a:pt x="241" y="484"/>
                  </a:lnTo>
                  <a:lnTo>
                    <a:pt x="237" y="501"/>
                  </a:lnTo>
                  <a:lnTo>
                    <a:pt x="233" y="519"/>
                  </a:lnTo>
                  <a:lnTo>
                    <a:pt x="231" y="536"/>
                  </a:lnTo>
                  <a:lnTo>
                    <a:pt x="230" y="555"/>
                  </a:lnTo>
                  <a:lnTo>
                    <a:pt x="230" y="555"/>
                  </a:lnTo>
                  <a:lnTo>
                    <a:pt x="230" y="564"/>
                  </a:lnTo>
                  <a:lnTo>
                    <a:pt x="228" y="573"/>
                  </a:lnTo>
                  <a:lnTo>
                    <a:pt x="223" y="592"/>
                  </a:lnTo>
                  <a:lnTo>
                    <a:pt x="221" y="599"/>
                  </a:lnTo>
                  <a:lnTo>
                    <a:pt x="221" y="599"/>
                  </a:lnTo>
                  <a:lnTo>
                    <a:pt x="220" y="609"/>
                  </a:lnTo>
                  <a:lnTo>
                    <a:pt x="221" y="620"/>
                  </a:lnTo>
                  <a:lnTo>
                    <a:pt x="224" y="645"/>
                  </a:lnTo>
                  <a:lnTo>
                    <a:pt x="224" y="646"/>
                  </a:lnTo>
                  <a:lnTo>
                    <a:pt x="226" y="648"/>
                  </a:lnTo>
                  <a:lnTo>
                    <a:pt x="228" y="650"/>
                  </a:lnTo>
                  <a:lnTo>
                    <a:pt x="230" y="650"/>
                  </a:lnTo>
                  <a:lnTo>
                    <a:pt x="230" y="650"/>
                  </a:lnTo>
                  <a:lnTo>
                    <a:pt x="262" y="651"/>
                  </a:lnTo>
                  <a:lnTo>
                    <a:pt x="262" y="651"/>
                  </a:lnTo>
                  <a:lnTo>
                    <a:pt x="307" y="651"/>
                  </a:lnTo>
                  <a:lnTo>
                    <a:pt x="307" y="651"/>
                  </a:lnTo>
                  <a:lnTo>
                    <a:pt x="339" y="651"/>
                  </a:lnTo>
                  <a:lnTo>
                    <a:pt x="372" y="649"/>
                  </a:lnTo>
                  <a:lnTo>
                    <a:pt x="406" y="646"/>
                  </a:lnTo>
                  <a:lnTo>
                    <a:pt x="423" y="644"/>
                  </a:lnTo>
                  <a:lnTo>
                    <a:pt x="441" y="639"/>
                  </a:lnTo>
                  <a:lnTo>
                    <a:pt x="441" y="639"/>
                  </a:lnTo>
                  <a:lnTo>
                    <a:pt x="461" y="636"/>
                  </a:lnTo>
                  <a:lnTo>
                    <a:pt x="481" y="635"/>
                  </a:lnTo>
                  <a:lnTo>
                    <a:pt x="481" y="635"/>
                  </a:lnTo>
                  <a:lnTo>
                    <a:pt x="509" y="632"/>
                  </a:lnTo>
                  <a:lnTo>
                    <a:pt x="523" y="630"/>
                  </a:lnTo>
                  <a:lnTo>
                    <a:pt x="535" y="627"/>
                  </a:lnTo>
                  <a:lnTo>
                    <a:pt x="535" y="627"/>
                  </a:lnTo>
                  <a:lnTo>
                    <a:pt x="551" y="621"/>
                  </a:lnTo>
                  <a:lnTo>
                    <a:pt x="565" y="615"/>
                  </a:lnTo>
                  <a:lnTo>
                    <a:pt x="594" y="601"/>
                  </a:lnTo>
                  <a:lnTo>
                    <a:pt x="594" y="601"/>
                  </a:lnTo>
                  <a:lnTo>
                    <a:pt x="611" y="592"/>
                  </a:lnTo>
                  <a:lnTo>
                    <a:pt x="630" y="583"/>
                  </a:lnTo>
                  <a:lnTo>
                    <a:pt x="630" y="583"/>
                  </a:lnTo>
                  <a:lnTo>
                    <a:pt x="640" y="578"/>
                  </a:lnTo>
                  <a:lnTo>
                    <a:pt x="652" y="572"/>
                  </a:lnTo>
                  <a:lnTo>
                    <a:pt x="674" y="559"/>
                  </a:lnTo>
                  <a:lnTo>
                    <a:pt x="674" y="559"/>
                  </a:lnTo>
                  <a:lnTo>
                    <a:pt x="692" y="549"/>
                  </a:lnTo>
                  <a:lnTo>
                    <a:pt x="692" y="549"/>
                  </a:lnTo>
                  <a:lnTo>
                    <a:pt x="705" y="540"/>
                  </a:lnTo>
                  <a:lnTo>
                    <a:pt x="705" y="540"/>
                  </a:lnTo>
                  <a:lnTo>
                    <a:pt x="726" y="529"/>
                  </a:lnTo>
                  <a:lnTo>
                    <a:pt x="746" y="517"/>
                  </a:lnTo>
                  <a:lnTo>
                    <a:pt x="764" y="504"/>
                  </a:lnTo>
                  <a:lnTo>
                    <a:pt x="783" y="490"/>
                  </a:lnTo>
                  <a:lnTo>
                    <a:pt x="783" y="490"/>
                  </a:lnTo>
                  <a:lnTo>
                    <a:pt x="803" y="471"/>
                  </a:lnTo>
                  <a:lnTo>
                    <a:pt x="820" y="453"/>
                  </a:lnTo>
                  <a:lnTo>
                    <a:pt x="837" y="433"/>
                  </a:lnTo>
                  <a:lnTo>
                    <a:pt x="851" y="413"/>
                  </a:lnTo>
                  <a:lnTo>
                    <a:pt x="851" y="413"/>
                  </a:lnTo>
                  <a:lnTo>
                    <a:pt x="865" y="396"/>
                  </a:lnTo>
                  <a:lnTo>
                    <a:pt x="865" y="396"/>
                  </a:lnTo>
                  <a:lnTo>
                    <a:pt x="872" y="385"/>
                  </a:lnTo>
                  <a:lnTo>
                    <a:pt x="880" y="375"/>
                  </a:lnTo>
                  <a:lnTo>
                    <a:pt x="884" y="368"/>
                  </a:lnTo>
                  <a:lnTo>
                    <a:pt x="876" y="366"/>
                  </a:lnTo>
                  <a:lnTo>
                    <a:pt x="876" y="366"/>
                  </a:lnTo>
                  <a:lnTo>
                    <a:pt x="851" y="359"/>
                  </a:lnTo>
                  <a:lnTo>
                    <a:pt x="826" y="349"/>
                  </a:lnTo>
                  <a:lnTo>
                    <a:pt x="826" y="349"/>
                  </a:lnTo>
                  <a:lnTo>
                    <a:pt x="805" y="342"/>
                  </a:lnTo>
                  <a:lnTo>
                    <a:pt x="782" y="335"/>
                  </a:lnTo>
                  <a:lnTo>
                    <a:pt x="782" y="335"/>
                  </a:lnTo>
                  <a:lnTo>
                    <a:pt x="759" y="330"/>
                  </a:lnTo>
                  <a:lnTo>
                    <a:pt x="736" y="324"/>
                  </a:lnTo>
                  <a:lnTo>
                    <a:pt x="736" y="324"/>
                  </a:lnTo>
                  <a:lnTo>
                    <a:pt x="717" y="321"/>
                  </a:lnTo>
                  <a:lnTo>
                    <a:pt x="698" y="317"/>
                  </a:lnTo>
                  <a:lnTo>
                    <a:pt x="681" y="312"/>
                  </a:lnTo>
                  <a:lnTo>
                    <a:pt x="671" y="308"/>
                  </a:lnTo>
                  <a:lnTo>
                    <a:pt x="663" y="305"/>
                  </a:lnTo>
                  <a:lnTo>
                    <a:pt x="663" y="305"/>
                  </a:lnTo>
                  <a:lnTo>
                    <a:pt x="660" y="302"/>
                  </a:lnTo>
                  <a:lnTo>
                    <a:pt x="657" y="300"/>
                  </a:lnTo>
                  <a:lnTo>
                    <a:pt x="656" y="297"/>
                  </a:lnTo>
                  <a:lnTo>
                    <a:pt x="655" y="293"/>
                  </a:lnTo>
                  <a:lnTo>
                    <a:pt x="655" y="290"/>
                  </a:lnTo>
                  <a:lnTo>
                    <a:pt x="653" y="289"/>
                  </a:lnTo>
                  <a:lnTo>
                    <a:pt x="653" y="289"/>
                  </a:lnTo>
                  <a:lnTo>
                    <a:pt x="649" y="285"/>
                  </a:lnTo>
                  <a:lnTo>
                    <a:pt x="647" y="280"/>
                  </a:lnTo>
                  <a:lnTo>
                    <a:pt x="646" y="274"/>
                  </a:lnTo>
                  <a:lnTo>
                    <a:pt x="647" y="268"/>
                  </a:lnTo>
                  <a:lnTo>
                    <a:pt x="647" y="268"/>
                  </a:lnTo>
                  <a:lnTo>
                    <a:pt x="649" y="265"/>
                  </a:lnTo>
                  <a:lnTo>
                    <a:pt x="652" y="260"/>
                  </a:lnTo>
                  <a:lnTo>
                    <a:pt x="656" y="257"/>
                  </a:lnTo>
                  <a:lnTo>
                    <a:pt x="659" y="257"/>
                  </a:lnTo>
                  <a:lnTo>
                    <a:pt x="663" y="256"/>
                  </a:lnTo>
                  <a:lnTo>
                    <a:pt x="663" y="256"/>
                  </a:lnTo>
                  <a:lnTo>
                    <a:pt x="709" y="255"/>
                  </a:lnTo>
                  <a:lnTo>
                    <a:pt x="753" y="252"/>
                  </a:lnTo>
                  <a:lnTo>
                    <a:pt x="798" y="248"/>
                  </a:lnTo>
                  <a:lnTo>
                    <a:pt x="843" y="243"/>
                  </a:lnTo>
                  <a:lnTo>
                    <a:pt x="843" y="243"/>
                  </a:lnTo>
                  <a:lnTo>
                    <a:pt x="892" y="238"/>
                  </a:lnTo>
                  <a:lnTo>
                    <a:pt x="942" y="234"/>
                  </a:lnTo>
                  <a:lnTo>
                    <a:pt x="946" y="234"/>
                  </a:lnTo>
                  <a:lnTo>
                    <a:pt x="947" y="229"/>
                  </a:lnTo>
                  <a:lnTo>
                    <a:pt x="947" y="229"/>
                  </a:lnTo>
                  <a:lnTo>
                    <a:pt x="959" y="205"/>
                  </a:lnTo>
                  <a:lnTo>
                    <a:pt x="959" y="205"/>
                  </a:lnTo>
                  <a:lnTo>
                    <a:pt x="967" y="188"/>
                  </a:lnTo>
                  <a:lnTo>
                    <a:pt x="974" y="171"/>
                  </a:lnTo>
                  <a:lnTo>
                    <a:pt x="980" y="153"/>
                  </a:lnTo>
                  <a:lnTo>
                    <a:pt x="985" y="135"/>
                  </a:lnTo>
                  <a:lnTo>
                    <a:pt x="985" y="135"/>
                  </a:lnTo>
                  <a:lnTo>
                    <a:pt x="987" y="115"/>
                  </a:lnTo>
                  <a:lnTo>
                    <a:pt x="990" y="94"/>
                  </a:lnTo>
                  <a:lnTo>
                    <a:pt x="990" y="73"/>
                  </a:lnTo>
                  <a:lnTo>
                    <a:pt x="988" y="52"/>
                  </a:lnTo>
                  <a:lnTo>
                    <a:pt x="988" y="50"/>
                  </a:lnTo>
                  <a:lnTo>
                    <a:pt x="985" y="48"/>
                  </a:lnTo>
                  <a:lnTo>
                    <a:pt x="985" y="48"/>
                  </a:lnTo>
                  <a:lnTo>
                    <a:pt x="982" y="46"/>
                  </a:lnTo>
                  <a:lnTo>
                    <a:pt x="979" y="41"/>
                  </a:lnTo>
                  <a:lnTo>
                    <a:pt x="971" y="48"/>
                  </a:lnTo>
                  <a:lnTo>
                    <a:pt x="971" y="48"/>
                  </a:lnTo>
                  <a:lnTo>
                    <a:pt x="971" y="47"/>
                  </a:lnTo>
                  <a:lnTo>
                    <a:pt x="971" y="47"/>
                  </a:lnTo>
                  <a:lnTo>
                    <a:pt x="973" y="45"/>
                  </a:lnTo>
                  <a:lnTo>
                    <a:pt x="974" y="45"/>
                  </a:lnTo>
                  <a:lnTo>
                    <a:pt x="974" y="45"/>
                  </a:lnTo>
                  <a:lnTo>
                    <a:pt x="974" y="45"/>
                  </a:lnTo>
                  <a:lnTo>
                    <a:pt x="974" y="45"/>
                  </a:lnTo>
                  <a:lnTo>
                    <a:pt x="967" y="43"/>
                  </a:lnTo>
                  <a:lnTo>
                    <a:pt x="967" y="43"/>
                  </a:lnTo>
                  <a:lnTo>
                    <a:pt x="962" y="41"/>
                  </a:lnTo>
                  <a:lnTo>
                    <a:pt x="957" y="41"/>
                  </a:lnTo>
                  <a:lnTo>
                    <a:pt x="957" y="41"/>
                  </a:lnTo>
                  <a:lnTo>
                    <a:pt x="925" y="37"/>
                  </a:lnTo>
                  <a:lnTo>
                    <a:pt x="921" y="37"/>
                  </a:lnTo>
                  <a:lnTo>
                    <a:pt x="921" y="37"/>
                  </a:lnTo>
                  <a:lnTo>
                    <a:pt x="884" y="36"/>
                  </a:lnTo>
                  <a:lnTo>
                    <a:pt x="884"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5" name="Freeform 398"/>
            <p:cNvSpPr/>
            <p:nvPr/>
          </p:nvSpPr>
          <p:spPr bwMode="auto">
            <a:xfrm>
              <a:off x="4587875" y="3630613"/>
              <a:ext cx="239713" cy="161925"/>
            </a:xfrm>
            <a:custGeom>
              <a:avLst/>
              <a:gdLst/>
              <a:ahLst/>
              <a:cxnLst>
                <a:cxn ang="0">
                  <a:pos x="19" y="306"/>
                </a:cxn>
                <a:cxn ang="0">
                  <a:pos x="9" y="303"/>
                </a:cxn>
                <a:cxn ang="0">
                  <a:pos x="4" y="299"/>
                </a:cxn>
                <a:cxn ang="0">
                  <a:pos x="1" y="292"/>
                </a:cxn>
                <a:cxn ang="0">
                  <a:pos x="0" y="288"/>
                </a:cxn>
                <a:cxn ang="0">
                  <a:pos x="1" y="227"/>
                </a:cxn>
                <a:cxn ang="0">
                  <a:pos x="4" y="165"/>
                </a:cxn>
                <a:cxn ang="0">
                  <a:pos x="8" y="89"/>
                </a:cxn>
                <a:cxn ang="0">
                  <a:pos x="8" y="63"/>
                </a:cxn>
                <a:cxn ang="0">
                  <a:pos x="11" y="34"/>
                </a:cxn>
                <a:cxn ang="0">
                  <a:pos x="19" y="18"/>
                </a:cxn>
                <a:cxn ang="0">
                  <a:pos x="25" y="11"/>
                </a:cxn>
                <a:cxn ang="0">
                  <a:pos x="34" y="6"/>
                </a:cxn>
                <a:cxn ang="0">
                  <a:pos x="51" y="1"/>
                </a:cxn>
                <a:cxn ang="0">
                  <a:pos x="64" y="0"/>
                </a:cxn>
                <a:cxn ang="0">
                  <a:pos x="70" y="0"/>
                </a:cxn>
                <a:cxn ang="0">
                  <a:pos x="153" y="7"/>
                </a:cxn>
                <a:cxn ang="0">
                  <a:pos x="234" y="18"/>
                </a:cxn>
                <a:cxn ang="0">
                  <a:pos x="284" y="26"/>
                </a:cxn>
                <a:cxn ang="0">
                  <a:pos x="385" y="37"/>
                </a:cxn>
                <a:cxn ang="0">
                  <a:pos x="436" y="38"/>
                </a:cxn>
                <a:cxn ang="0">
                  <a:pos x="440" y="39"/>
                </a:cxn>
                <a:cxn ang="0">
                  <a:pos x="446" y="41"/>
                </a:cxn>
                <a:cxn ang="0">
                  <a:pos x="450" y="46"/>
                </a:cxn>
                <a:cxn ang="0">
                  <a:pos x="452" y="57"/>
                </a:cxn>
                <a:cxn ang="0">
                  <a:pos x="451" y="63"/>
                </a:cxn>
                <a:cxn ang="0">
                  <a:pos x="448" y="69"/>
                </a:cxn>
                <a:cxn ang="0">
                  <a:pos x="443" y="73"/>
                </a:cxn>
                <a:cxn ang="0">
                  <a:pos x="436" y="74"/>
                </a:cxn>
                <a:cxn ang="0">
                  <a:pos x="410" y="73"/>
                </a:cxn>
                <a:cxn ang="0">
                  <a:pos x="335" y="67"/>
                </a:cxn>
                <a:cxn ang="0">
                  <a:pos x="293" y="64"/>
                </a:cxn>
                <a:cxn ang="0">
                  <a:pos x="249" y="59"/>
                </a:cxn>
                <a:cxn ang="0">
                  <a:pos x="167" y="49"/>
                </a:cxn>
                <a:cxn ang="0">
                  <a:pos x="131" y="43"/>
                </a:cxn>
                <a:cxn ang="0">
                  <a:pos x="77" y="37"/>
                </a:cxn>
                <a:cxn ang="0">
                  <a:pos x="59" y="36"/>
                </a:cxn>
                <a:cxn ang="0">
                  <a:pos x="54" y="37"/>
                </a:cxn>
                <a:cxn ang="0">
                  <a:pos x="49" y="40"/>
                </a:cxn>
                <a:cxn ang="0">
                  <a:pos x="45" y="47"/>
                </a:cxn>
                <a:cxn ang="0">
                  <a:pos x="43" y="66"/>
                </a:cxn>
                <a:cxn ang="0">
                  <a:pos x="44" y="76"/>
                </a:cxn>
                <a:cxn ang="0">
                  <a:pos x="45" y="90"/>
                </a:cxn>
                <a:cxn ang="0">
                  <a:pos x="42" y="113"/>
                </a:cxn>
                <a:cxn ang="0">
                  <a:pos x="40" y="161"/>
                </a:cxn>
                <a:cxn ang="0">
                  <a:pos x="41" y="184"/>
                </a:cxn>
                <a:cxn ang="0">
                  <a:pos x="41" y="207"/>
                </a:cxn>
                <a:cxn ang="0">
                  <a:pos x="38" y="245"/>
                </a:cxn>
                <a:cxn ang="0">
                  <a:pos x="37" y="266"/>
                </a:cxn>
                <a:cxn ang="0">
                  <a:pos x="36" y="289"/>
                </a:cxn>
                <a:cxn ang="0">
                  <a:pos x="35" y="295"/>
                </a:cxn>
                <a:cxn ang="0">
                  <a:pos x="32" y="300"/>
                </a:cxn>
                <a:cxn ang="0">
                  <a:pos x="29" y="302"/>
                </a:cxn>
                <a:cxn ang="0">
                  <a:pos x="23" y="306"/>
                </a:cxn>
                <a:cxn ang="0">
                  <a:pos x="19" y="306"/>
                </a:cxn>
              </a:cxnLst>
              <a:rect l="0" t="0" r="r" b="b"/>
              <a:pathLst>
                <a:path w="452" h="306">
                  <a:moveTo>
                    <a:pt x="19" y="306"/>
                  </a:moveTo>
                  <a:lnTo>
                    <a:pt x="19" y="306"/>
                  </a:lnTo>
                  <a:lnTo>
                    <a:pt x="12" y="304"/>
                  </a:lnTo>
                  <a:lnTo>
                    <a:pt x="9" y="303"/>
                  </a:lnTo>
                  <a:lnTo>
                    <a:pt x="6" y="301"/>
                  </a:lnTo>
                  <a:lnTo>
                    <a:pt x="4" y="299"/>
                  </a:lnTo>
                  <a:lnTo>
                    <a:pt x="2" y="296"/>
                  </a:lnTo>
                  <a:lnTo>
                    <a:pt x="1" y="292"/>
                  </a:lnTo>
                  <a:lnTo>
                    <a:pt x="0" y="288"/>
                  </a:lnTo>
                  <a:lnTo>
                    <a:pt x="0" y="288"/>
                  </a:lnTo>
                  <a:lnTo>
                    <a:pt x="0" y="257"/>
                  </a:lnTo>
                  <a:lnTo>
                    <a:pt x="1" y="227"/>
                  </a:lnTo>
                  <a:lnTo>
                    <a:pt x="4" y="165"/>
                  </a:lnTo>
                  <a:lnTo>
                    <a:pt x="4" y="165"/>
                  </a:lnTo>
                  <a:lnTo>
                    <a:pt x="7" y="114"/>
                  </a:lnTo>
                  <a:lnTo>
                    <a:pt x="8" y="89"/>
                  </a:lnTo>
                  <a:lnTo>
                    <a:pt x="8" y="63"/>
                  </a:lnTo>
                  <a:lnTo>
                    <a:pt x="8" y="63"/>
                  </a:lnTo>
                  <a:lnTo>
                    <a:pt x="9" y="47"/>
                  </a:lnTo>
                  <a:lnTo>
                    <a:pt x="11" y="34"/>
                  </a:lnTo>
                  <a:lnTo>
                    <a:pt x="15" y="24"/>
                  </a:lnTo>
                  <a:lnTo>
                    <a:pt x="19" y="18"/>
                  </a:lnTo>
                  <a:lnTo>
                    <a:pt x="22" y="14"/>
                  </a:lnTo>
                  <a:lnTo>
                    <a:pt x="25" y="11"/>
                  </a:lnTo>
                  <a:lnTo>
                    <a:pt x="29" y="8"/>
                  </a:lnTo>
                  <a:lnTo>
                    <a:pt x="34" y="6"/>
                  </a:lnTo>
                  <a:lnTo>
                    <a:pt x="39" y="4"/>
                  </a:lnTo>
                  <a:lnTo>
                    <a:pt x="51" y="1"/>
                  </a:lnTo>
                  <a:lnTo>
                    <a:pt x="64" y="0"/>
                  </a:lnTo>
                  <a:lnTo>
                    <a:pt x="64" y="0"/>
                  </a:lnTo>
                  <a:lnTo>
                    <a:pt x="70" y="0"/>
                  </a:lnTo>
                  <a:lnTo>
                    <a:pt x="70" y="0"/>
                  </a:lnTo>
                  <a:lnTo>
                    <a:pt x="112" y="3"/>
                  </a:lnTo>
                  <a:lnTo>
                    <a:pt x="153" y="7"/>
                  </a:lnTo>
                  <a:lnTo>
                    <a:pt x="193" y="13"/>
                  </a:lnTo>
                  <a:lnTo>
                    <a:pt x="234" y="18"/>
                  </a:lnTo>
                  <a:lnTo>
                    <a:pt x="234" y="18"/>
                  </a:lnTo>
                  <a:lnTo>
                    <a:pt x="284" y="26"/>
                  </a:lnTo>
                  <a:lnTo>
                    <a:pt x="335" y="32"/>
                  </a:lnTo>
                  <a:lnTo>
                    <a:pt x="385" y="37"/>
                  </a:lnTo>
                  <a:lnTo>
                    <a:pt x="410" y="38"/>
                  </a:lnTo>
                  <a:lnTo>
                    <a:pt x="436" y="38"/>
                  </a:lnTo>
                  <a:lnTo>
                    <a:pt x="436" y="38"/>
                  </a:lnTo>
                  <a:lnTo>
                    <a:pt x="440" y="39"/>
                  </a:lnTo>
                  <a:lnTo>
                    <a:pt x="443" y="40"/>
                  </a:lnTo>
                  <a:lnTo>
                    <a:pt x="446" y="41"/>
                  </a:lnTo>
                  <a:lnTo>
                    <a:pt x="448" y="44"/>
                  </a:lnTo>
                  <a:lnTo>
                    <a:pt x="450" y="46"/>
                  </a:lnTo>
                  <a:lnTo>
                    <a:pt x="451" y="49"/>
                  </a:lnTo>
                  <a:lnTo>
                    <a:pt x="452" y="57"/>
                  </a:lnTo>
                  <a:lnTo>
                    <a:pt x="452" y="57"/>
                  </a:lnTo>
                  <a:lnTo>
                    <a:pt x="451" y="63"/>
                  </a:lnTo>
                  <a:lnTo>
                    <a:pt x="450" y="66"/>
                  </a:lnTo>
                  <a:lnTo>
                    <a:pt x="448" y="69"/>
                  </a:lnTo>
                  <a:lnTo>
                    <a:pt x="446" y="71"/>
                  </a:lnTo>
                  <a:lnTo>
                    <a:pt x="443" y="73"/>
                  </a:lnTo>
                  <a:lnTo>
                    <a:pt x="440" y="74"/>
                  </a:lnTo>
                  <a:lnTo>
                    <a:pt x="436" y="74"/>
                  </a:lnTo>
                  <a:lnTo>
                    <a:pt x="436" y="74"/>
                  </a:lnTo>
                  <a:lnTo>
                    <a:pt x="410" y="73"/>
                  </a:lnTo>
                  <a:lnTo>
                    <a:pt x="384" y="72"/>
                  </a:lnTo>
                  <a:lnTo>
                    <a:pt x="335" y="67"/>
                  </a:lnTo>
                  <a:lnTo>
                    <a:pt x="335" y="67"/>
                  </a:lnTo>
                  <a:lnTo>
                    <a:pt x="293" y="64"/>
                  </a:lnTo>
                  <a:lnTo>
                    <a:pt x="293" y="64"/>
                  </a:lnTo>
                  <a:lnTo>
                    <a:pt x="249" y="59"/>
                  </a:lnTo>
                  <a:lnTo>
                    <a:pt x="207" y="55"/>
                  </a:lnTo>
                  <a:lnTo>
                    <a:pt x="167" y="49"/>
                  </a:lnTo>
                  <a:lnTo>
                    <a:pt x="131" y="43"/>
                  </a:lnTo>
                  <a:lnTo>
                    <a:pt x="131" y="43"/>
                  </a:lnTo>
                  <a:lnTo>
                    <a:pt x="97" y="38"/>
                  </a:lnTo>
                  <a:lnTo>
                    <a:pt x="77" y="37"/>
                  </a:lnTo>
                  <a:lnTo>
                    <a:pt x="59" y="36"/>
                  </a:lnTo>
                  <a:lnTo>
                    <a:pt x="59" y="36"/>
                  </a:lnTo>
                  <a:lnTo>
                    <a:pt x="59" y="36"/>
                  </a:lnTo>
                  <a:lnTo>
                    <a:pt x="54" y="37"/>
                  </a:lnTo>
                  <a:lnTo>
                    <a:pt x="49" y="40"/>
                  </a:lnTo>
                  <a:lnTo>
                    <a:pt x="49" y="40"/>
                  </a:lnTo>
                  <a:lnTo>
                    <a:pt x="46" y="43"/>
                  </a:lnTo>
                  <a:lnTo>
                    <a:pt x="45" y="47"/>
                  </a:lnTo>
                  <a:lnTo>
                    <a:pt x="43" y="56"/>
                  </a:lnTo>
                  <a:lnTo>
                    <a:pt x="43" y="66"/>
                  </a:lnTo>
                  <a:lnTo>
                    <a:pt x="44" y="76"/>
                  </a:lnTo>
                  <a:lnTo>
                    <a:pt x="44" y="76"/>
                  </a:lnTo>
                  <a:lnTo>
                    <a:pt x="45" y="84"/>
                  </a:lnTo>
                  <a:lnTo>
                    <a:pt x="45" y="90"/>
                  </a:lnTo>
                  <a:lnTo>
                    <a:pt x="45" y="90"/>
                  </a:lnTo>
                  <a:lnTo>
                    <a:pt x="42" y="113"/>
                  </a:lnTo>
                  <a:lnTo>
                    <a:pt x="41" y="137"/>
                  </a:lnTo>
                  <a:lnTo>
                    <a:pt x="40" y="161"/>
                  </a:lnTo>
                  <a:lnTo>
                    <a:pt x="41" y="184"/>
                  </a:lnTo>
                  <a:lnTo>
                    <a:pt x="41" y="184"/>
                  </a:lnTo>
                  <a:lnTo>
                    <a:pt x="41" y="207"/>
                  </a:lnTo>
                  <a:lnTo>
                    <a:pt x="41" y="207"/>
                  </a:lnTo>
                  <a:lnTo>
                    <a:pt x="40" y="226"/>
                  </a:lnTo>
                  <a:lnTo>
                    <a:pt x="38" y="245"/>
                  </a:lnTo>
                  <a:lnTo>
                    <a:pt x="38" y="245"/>
                  </a:lnTo>
                  <a:lnTo>
                    <a:pt x="37" y="266"/>
                  </a:lnTo>
                  <a:lnTo>
                    <a:pt x="36" y="289"/>
                  </a:lnTo>
                  <a:lnTo>
                    <a:pt x="36" y="289"/>
                  </a:lnTo>
                  <a:lnTo>
                    <a:pt x="36" y="292"/>
                  </a:lnTo>
                  <a:lnTo>
                    <a:pt x="35" y="295"/>
                  </a:lnTo>
                  <a:lnTo>
                    <a:pt x="34" y="298"/>
                  </a:lnTo>
                  <a:lnTo>
                    <a:pt x="32" y="300"/>
                  </a:lnTo>
                  <a:lnTo>
                    <a:pt x="32" y="300"/>
                  </a:lnTo>
                  <a:lnTo>
                    <a:pt x="29" y="302"/>
                  </a:lnTo>
                  <a:lnTo>
                    <a:pt x="26" y="304"/>
                  </a:lnTo>
                  <a:lnTo>
                    <a:pt x="23" y="306"/>
                  </a:lnTo>
                  <a:lnTo>
                    <a:pt x="19" y="306"/>
                  </a:lnTo>
                  <a:lnTo>
                    <a:pt x="19" y="30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6" name="Freeform 399"/>
            <p:cNvSpPr/>
            <p:nvPr/>
          </p:nvSpPr>
          <p:spPr bwMode="auto">
            <a:xfrm>
              <a:off x="4329113" y="3263900"/>
              <a:ext cx="242888" cy="22225"/>
            </a:xfrm>
            <a:custGeom>
              <a:avLst/>
              <a:gdLst/>
              <a:ahLst/>
              <a:cxnLst>
                <a:cxn ang="0">
                  <a:pos x="189" y="42"/>
                </a:cxn>
                <a:cxn ang="0">
                  <a:pos x="174" y="42"/>
                </a:cxn>
                <a:cxn ang="0">
                  <a:pos x="116" y="40"/>
                </a:cxn>
                <a:cxn ang="0">
                  <a:pos x="43" y="38"/>
                </a:cxn>
                <a:cxn ang="0">
                  <a:pos x="18" y="36"/>
                </a:cxn>
                <a:cxn ang="0">
                  <a:pos x="11" y="34"/>
                </a:cxn>
                <a:cxn ang="0">
                  <a:pos x="5" y="29"/>
                </a:cxn>
                <a:cxn ang="0">
                  <a:pos x="1" y="22"/>
                </a:cxn>
                <a:cxn ang="0">
                  <a:pos x="0" y="15"/>
                </a:cxn>
                <a:cxn ang="0">
                  <a:pos x="5" y="5"/>
                </a:cxn>
                <a:cxn ang="0">
                  <a:pos x="9" y="1"/>
                </a:cxn>
                <a:cxn ang="0">
                  <a:pos x="16" y="0"/>
                </a:cxn>
                <a:cxn ang="0">
                  <a:pos x="17" y="0"/>
                </a:cxn>
                <a:cxn ang="0">
                  <a:pos x="61" y="3"/>
                </a:cxn>
                <a:cxn ang="0">
                  <a:pos x="106" y="4"/>
                </a:cxn>
                <a:cxn ang="0">
                  <a:pos x="189" y="7"/>
                </a:cxn>
                <a:cxn ang="0">
                  <a:pos x="218" y="8"/>
                </a:cxn>
                <a:cxn ang="0">
                  <a:pos x="257" y="7"/>
                </a:cxn>
                <a:cxn ang="0">
                  <a:pos x="300" y="6"/>
                </a:cxn>
                <a:cxn ang="0">
                  <a:pos x="393" y="4"/>
                </a:cxn>
                <a:cxn ang="0">
                  <a:pos x="424" y="4"/>
                </a:cxn>
                <a:cxn ang="0">
                  <a:pos x="447" y="6"/>
                </a:cxn>
                <a:cxn ang="0">
                  <a:pos x="454" y="9"/>
                </a:cxn>
                <a:cxn ang="0">
                  <a:pos x="458" y="13"/>
                </a:cxn>
                <a:cxn ang="0">
                  <a:pos x="459" y="22"/>
                </a:cxn>
                <a:cxn ang="0">
                  <a:pos x="457" y="29"/>
                </a:cxn>
                <a:cxn ang="0">
                  <a:pos x="453" y="35"/>
                </a:cxn>
                <a:cxn ang="0">
                  <a:pos x="448" y="40"/>
                </a:cxn>
                <a:cxn ang="0">
                  <a:pos x="439" y="41"/>
                </a:cxn>
                <a:cxn ang="0">
                  <a:pos x="439" y="41"/>
                </a:cxn>
                <a:cxn ang="0">
                  <a:pos x="436" y="41"/>
                </a:cxn>
                <a:cxn ang="0">
                  <a:pos x="424" y="39"/>
                </a:cxn>
                <a:cxn ang="0">
                  <a:pos x="372" y="38"/>
                </a:cxn>
                <a:cxn ang="0">
                  <a:pos x="322" y="38"/>
                </a:cxn>
                <a:cxn ang="0">
                  <a:pos x="268" y="40"/>
                </a:cxn>
                <a:cxn ang="0">
                  <a:pos x="189" y="42"/>
                </a:cxn>
              </a:cxnLst>
              <a:rect l="0" t="0" r="r" b="b"/>
              <a:pathLst>
                <a:path w="459" h="42">
                  <a:moveTo>
                    <a:pt x="189" y="42"/>
                  </a:moveTo>
                  <a:lnTo>
                    <a:pt x="189" y="42"/>
                  </a:lnTo>
                  <a:lnTo>
                    <a:pt x="174" y="42"/>
                  </a:lnTo>
                  <a:lnTo>
                    <a:pt x="174" y="42"/>
                  </a:lnTo>
                  <a:lnTo>
                    <a:pt x="116" y="40"/>
                  </a:lnTo>
                  <a:lnTo>
                    <a:pt x="116" y="40"/>
                  </a:lnTo>
                  <a:lnTo>
                    <a:pt x="68" y="39"/>
                  </a:lnTo>
                  <a:lnTo>
                    <a:pt x="43" y="38"/>
                  </a:lnTo>
                  <a:lnTo>
                    <a:pt x="18" y="36"/>
                  </a:lnTo>
                  <a:lnTo>
                    <a:pt x="18" y="36"/>
                  </a:lnTo>
                  <a:lnTo>
                    <a:pt x="14" y="35"/>
                  </a:lnTo>
                  <a:lnTo>
                    <a:pt x="11" y="34"/>
                  </a:lnTo>
                  <a:lnTo>
                    <a:pt x="8" y="32"/>
                  </a:lnTo>
                  <a:lnTo>
                    <a:pt x="5" y="29"/>
                  </a:lnTo>
                  <a:lnTo>
                    <a:pt x="2" y="26"/>
                  </a:lnTo>
                  <a:lnTo>
                    <a:pt x="1" y="22"/>
                  </a:lnTo>
                  <a:lnTo>
                    <a:pt x="0" y="15"/>
                  </a:lnTo>
                  <a:lnTo>
                    <a:pt x="0" y="15"/>
                  </a:lnTo>
                  <a:lnTo>
                    <a:pt x="1" y="10"/>
                  </a:lnTo>
                  <a:lnTo>
                    <a:pt x="5" y="5"/>
                  </a:lnTo>
                  <a:lnTo>
                    <a:pt x="7" y="3"/>
                  </a:lnTo>
                  <a:lnTo>
                    <a:pt x="9" y="1"/>
                  </a:lnTo>
                  <a:lnTo>
                    <a:pt x="12" y="1"/>
                  </a:lnTo>
                  <a:lnTo>
                    <a:pt x="16" y="0"/>
                  </a:lnTo>
                  <a:lnTo>
                    <a:pt x="16" y="0"/>
                  </a:lnTo>
                  <a:lnTo>
                    <a:pt x="17" y="0"/>
                  </a:lnTo>
                  <a:lnTo>
                    <a:pt x="17" y="0"/>
                  </a:lnTo>
                  <a:lnTo>
                    <a:pt x="61" y="3"/>
                  </a:lnTo>
                  <a:lnTo>
                    <a:pt x="106" y="4"/>
                  </a:lnTo>
                  <a:lnTo>
                    <a:pt x="106" y="4"/>
                  </a:lnTo>
                  <a:lnTo>
                    <a:pt x="147" y="5"/>
                  </a:lnTo>
                  <a:lnTo>
                    <a:pt x="189" y="7"/>
                  </a:lnTo>
                  <a:lnTo>
                    <a:pt x="189" y="7"/>
                  </a:lnTo>
                  <a:lnTo>
                    <a:pt x="218" y="8"/>
                  </a:lnTo>
                  <a:lnTo>
                    <a:pt x="218" y="8"/>
                  </a:lnTo>
                  <a:lnTo>
                    <a:pt x="257" y="7"/>
                  </a:lnTo>
                  <a:lnTo>
                    <a:pt x="300" y="6"/>
                  </a:lnTo>
                  <a:lnTo>
                    <a:pt x="300" y="6"/>
                  </a:lnTo>
                  <a:lnTo>
                    <a:pt x="347" y="4"/>
                  </a:lnTo>
                  <a:lnTo>
                    <a:pt x="393" y="4"/>
                  </a:lnTo>
                  <a:lnTo>
                    <a:pt x="393" y="4"/>
                  </a:lnTo>
                  <a:lnTo>
                    <a:pt x="424" y="4"/>
                  </a:lnTo>
                  <a:lnTo>
                    <a:pt x="447" y="6"/>
                  </a:lnTo>
                  <a:lnTo>
                    <a:pt x="447" y="6"/>
                  </a:lnTo>
                  <a:lnTo>
                    <a:pt x="451" y="7"/>
                  </a:lnTo>
                  <a:lnTo>
                    <a:pt x="454" y="9"/>
                  </a:lnTo>
                  <a:lnTo>
                    <a:pt x="456" y="11"/>
                  </a:lnTo>
                  <a:lnTo>
                    <a:pt x="458" y="13"/>
                  </a:lnTo>
                  <a:lnTo>
                    <a:pt x="459" y="18"/>
                  </a:lnTo>
                  <a:lnTo>
                    <a:pt x="459" y="22"/>
                  </a:lnTo>
                  <a:lnTo>
                    <a:pt x="459" y="22"/>
                  </a:lnTo>
                  <a:lnTo>
                    <a:pt x="457" y="29"/>
                  </a:lnTo>
                  <a:lnTo>
                    <a:pt x="456" y="32"/>
                  </a:lnTo>
                  <a:lnTo>
                    <a:pt x="453" y="35"/>
                  </a:lnTo>
                  <a:lnTo>
                    <a:pt x="451" y="38"/>
                  </a:lnTo>
                  <a:lnTo>
                    <a:pt x="448" y="40"/>
                  </a:lnTo>
                  <a:lnTo>
                    <a:pt x="444" y="41"/>
                  </a:lnTo>
                  <a:lnTo>
                    <a:pt x="439" y="41"/>
                  </a:lnTo>
                  <a:lnTo>
                    <a:pt x="439" y="41"/>
                  </a:lnTo>
                  <a:lnTo>
                    <a:pt x="439" y="41"/>
                  </a:lnTo>
                  <a:lnTo>
                    <a:pt x="439" y="41"/>
                  </a:lnTo>
                  <a:lnTo>
                    <a:pt x="436" y="41"/>
                  </a:lnTo>
                  <a:lnTo>
                    <a:pt x="436" y="41"/>
                  </a:lnTo>
                  <a:lnTo>
                    <a:pt x="424" y="39"/>
                  </a:lnTo>
                  <a:lnTo>
                    <a:pt x="410" y="38"/>
                  </a:lnTo>
                  <a:lnTo>
                    <a:pt x="372" y="38"/>
                  </a:lnTo>
                  <a:lnTo>
                    <a:pt x="372" y="38"/>
                  </a:lnTo>
                  <a:lnTo>
                    <a:pt x="322" y="38"/>
                  </a:lnTo>
                  <a:lnTo>
                    <a:pt x="268" y="40"/>
                  </a:lnTo>
                  <a:lnTo>
                    <a:pt x="268" y="40"/>
                  </a:lnTo>
                  <a:lnTo>
                    <a:pt x="226" y="41"/>
                  </a:lnTo>
                  <a:lnTo>
                    <a:pt x="189" y="42"/>
                  </a:lnTo>
                  <a:lnTo>
                    <a:pt x="189"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7" name="Freeform 400"/>
            <p:cNvSpPr/>
            <p:nvPr/>
          </p:nvSpPr>
          <p:spPr bwMode="auto">
            <a:xfrm>
              <a:off x="4335463" y="3346450"/>
              <a:ext cx="173038" cy="19050"/>
            </a:xfrm>
            <a:custGeom>
              <a:avLst/>
              <a:gdLst/>
              <a:ahLst/>
              <a:cxnLst>
                <a:cxn ang="0">
                  <a:pos x="17" y="36"/>
                </a:cxn>
                <a:cxn ang="0">
                  <a:pos x="17" y="36"/>
                </a:cxn>
                <a:cxn ang="0">
                  <a:pos x="13" y="35"/>
                </a:cxn>
                <a:cxn ang="0">
                  <a:pos x="10" y="34"/>
                </a:cxn>
                <a:cxn ang="0">
                  <a:pos x="7" y="32"/>
                </a:cxn>
                <a:cxn ang="0">
                  <a:pos x="4" y="30"/>
                </a:cxn>
                <a:cxn ang="0">
                  <a:pos x="3" y="28"/>
                </a:cxn>
                <a:cxn ang="0">
                  <a:pos x="1" y="25"/>
                </a:cxn>
                <a:cxn ang="0">
                  <a:pos x="0" y="17"/>
                </a:cxn>
                <a:cxn ang="0">
                  <a:pos x="0" y="17"/>
                </a:cxn>
                <a:cxn ang="0">
                  <a:pos x="1" y="11"/>
                </a:cxn>
                <a:cxn ang="0">
                  <a:pos x="3" y="8"/>
                </a:cxn>
                <a:cxn ang="0">
                  <a:pos x="4" y="5"/>
                </a:cxn>
                <a:cxn ang="0">
                  <a:pos x="7" y="3"/>
                </a:cxn>
                <a:cxn ang="0">
                  <a:pos x="10" y="1"/>
                </a:cxn>
                <a:cxn ang="0">
                  <a:pos x="13" y="0"/>
                </a:cxn>
                <a:cxn ang="0">
                  <a:pos x="17" y="0"/>
                </a:cxn>
                <a:cxn ang="0">
                  <a:pos x="312" y="0"/>
                </a:cxn>
                <a:cxn ang="0">
                  <a:pos x="312" y="0"/>
                </a:cxn>
                <a:cxn ang="0">
                  <a:pos x="316" y="0"/>
                </a:cxn>
                <a:cxn ang="0">
                  <a:pos x="319" y="1"/>
                </a:cxn>
                <a:cxn ang="0">
                  <a:pos x="322" y="3"/>
                </a:cxn>
                <a:cxn ang="0">
                  <a:pos x="324" y="5"/>
                </a:cxn>
                <a:cxn ang="0">
                  <a:pos x="326" y="8"/>
                </a:cxn>
                <a:cxn ang="0">
                  <a:pos x="327" y="11"/>
                </a:cxn>
                <a:cxn ang="0">
                  <a:pos x="328" y="17"/>
                </a:cxn>
                <a:cxn ang="0">
                  <a:pos x="328" y="17"/>
                </a:cxn>
                <a:cxn ang="0">
                  <a:pos x="327" y="25"/>
                </a:cxn>
                <a:cxn ang="0">
                  <a:pos x="326" y="28"/>
                </a:cxn>
                <a:cxn ang="0">
                  <a:pos x="324" y="30"/>
                </a:cxn>
                <a:cxn ang="0">
                  <a:pos x="322" y="32"/>
                </a:cxn>
                <a:cxn ang="0">
                  <a:pos x="319" y="34"/>
                </a:cxn>
                <a:cxn ang="0">
                  <a:pos x="316" y="35"/>
                </a:cxn>
                <a:cxn ang="0">
                  <a:pos x="312" y="36"/>
                </a:cxn>
                <a:cxn ang="0">
                  <a:pos x="17" y="36"/>
                </a:cxn>
              </a:cxnLst>
              <a:rect l="0" t="0" r="r" b="b"/>
              <a:pathLst>
                <a:path w="328" h="36">
                  <a:moveTo>
                    <a:pt x="17" y="36"/>
                  </a:moveTo>
                  <a:lnTo>
                    <a:pt x="17" y="36"/>
                  </a:lnTo>
                  <a:lnTo>
                    <a:pt x="13" y="35"/>
                  </a:lnTo>
                  <a:lnTo>
                    <a:pt x="10" y="34"/>
                  </a:lnTo>
                  <a:lnTo>
                    <a:pt x="7" y="32"/>
                  </a:lnTo>
                  <a:lnTo>
                    <a:pt x="4" y="30"/>
                  </a:lnTo>
                  <a:lnTo>
                    <a:pt x="3" y="28"/>
                  </a:lnTo>
                  <a:lnTo>
                    <a:pt x="1" y="25"/>
                  </a:lnTo>
                  <a:lnTo>
                    <a:pt x="0" y="17"/>
                  </a:lnTo>
                  <a:lnTo>
                    <a:pt x="0" y="17"/>
                  </a:lnTo>
                  <a:lnTo>
                    <a:pt x="1" y="11"/>
                  </a:lnTo>
                  <a:lnTo>
                    <a:pt x="3" y="8"/>
                  </a:lnTo>
                  <a:lnTo>
                    <a:pt x="4" y="5"/>
                  </a:lnTo>
                  <a:lnTo>
                    <a:pt x="7" y="3"/>
                  </a:lnTo>
                  <a:lnTo>
                    <a:pt x="10" y="1"/>
                  </a:lnTo>
                  <a:lnTo>
                    <a:pt x="13" y="0"/>
                  </a:lnTo>
                  <a:lnTo>
                    <a:pt x="17" y="0"/>
                  </a:lnTo>
                  <a:lnTo>
                    <a:pt x="312" y="0"/>
                  </a:lnTo>
                  <a:lnTo>
                    <a:pt x="312" y="0"/>
                  </a:lnTo>
                  <a:lnTo>
                    <a:pt x="316" y="0"/>
                  </a:lnTo>
                  <a:lnTo>
                    <a:pt x="319" y="1"/>
                  </a:lnTo>
                  <a:lnTo>
                    <a:pt x="322" y="3"/>
                  </a:lnTo>
                  <a:lnTo>
                    <a:pt x="324" y="5"/>
                  </a:lnTo>
                  <a:lnTo>
                    <a:pt x="326" y="8"/>
                  </a:lnTo>
                  <a:lnTo>
                    <a:pt x="327" y="11"/>
                  </a:lnTo>
                  <a:lnTo>
                    <a:pt x="328" y="17"/>
                  </a:lnTo>
                  <a:lnTo>
                    <a:pt x="328" y="17"/>
                  </a:lnTo>
                  <a:lnTo>
                    <a:pt x="327" y="25"/>
                  </a:lnTo>
                  <a:lnTo>
                    <a:pt x="326" y="28"/>
                  </a:lnTo>
                  <a:lnTo>
                    <a:pt x="324" y="30"/>
                  </a:lnTo>
                  <a:lnTo>
                    <a:pt x="322" y="32"/>
                  </a:lnTo>
                  <a:lnTo>
                    <a:pt x="319" y="34"/>
                  </a:lnTo>
                  <a:lnTo>
                    <a:pt x="316" y="35"/>
                  </a:lnTo>
                  <a:lnTo>
                    <a:pt x="312" y="36"/>
                  </a:lnTo>
                  <a:lnTo>
                    <a:pt x="17"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8" name="Freeform 401"/>
            <p:cNvSpPr/>
            <p:nvPr/>
          </p:nvSpPr>
          <p:spPr bwMode="auto">
            <a:xfrm>
              <a:off x="4332288" y="3421063"/>
              <a:ext cx="63500" cy="23813"/>
            </a:xfrm>
            <a:custGeom>
              <a:avLst/>
              <a:gdLst/>
              <a:ahLst/>
              <a:cxnLst>
                <a:cxn ang="0">
                  <a:pos x="79" y="44"/>
                </a:cxn>
                <a:cxn ang="0">
                  <a:pos x="61" y="40"/>
                </a:cxn>
                <a:cxn ang="0">
                  <a:pos x="57" y="39"/>
                </a:cxn>
                <a:cxn ang="0">
                  <a:pos x="54" y="37"/>
                </a:cxn>
                <a:cxn ang="0">
                  <a:pos x="53" y="36"/>
                </a:cxn>
                <a:cxn ang="0">
                  <a:pos x="44" y="35"/>
                </a:cxn>
                <a:cxn ang="0">
                  <a:pos x="40" y="35"/>
                </a:cxn>
                <a:cxn ang="0">
                  <a:pos x="33" y="36"/>
                </a:cxn>
                <a:cxn ang="0">
                  <a:pos x="16" y="37"/>
                </a:cxn>
                <a:cxn ang="0">
                  <a:pos x="16" y="37"/>
                </a:cxn>
                <a:cxn ang="0">
                  <a:pos x="9" y="36"/>
                </a:cxn>
                <a:cxn ang="0">
                  <a:pos x="4" y="32"/>
                </a:cxn>
                <a:cxn ang="0">
                  <a:pos x="0" y="21"/>
                </a:cxn>
                <a:cxn ang="0">
                  <a:pos x="1" y="15"/>
                </a:cxn>
                <a:cxn ang="0">
                  <a:pos x="4" y="8"/>
                </a:cxn>
                <a:cxn ang="0">
                  <a:pos x="9" y="3"/>
                </a:cxn>
                <a:cxn ang="0">
                  <a:pos x="17" y="1"/>
                </a:cxn>
                <a:cxn ang="0">
                  <a:pos x="29" y="1"/>
                </a:cxn>
                <a:cxn ang="0">
                  <a:pos x="45" y="0"/>
                </a:cxn>
                <a:cxn ang="0">
                  <a:pos x="57" y="1"/>
                </a:cxn>
                <a:cxn ang="0">
                  <a:pos x="67" y="3"/>
                </a:cxn>
                <a:cxn ang="0">
                  <a:pos x="74" y="6"/>
                </a:cxn>
                <a:cxn ang="0">
                  <a:pos x="102" y="6"/>
                </a:cxn>
                <a:cxn ang="0">
                  <a:pos x="110" y="8"/>
                </a:cxn>
                <a:cxn ang="0">
                  <a:pos x="115" y="13"/>
                </a:cxn>
                <a:cxn ang="0">
                  <a:pos x="118" y="18"/>
                </a:cxn>
                <a:cxn ang="0">
                  <a:pos x="119" y="25"/>
                </a:cxn>
                <a:cxn ang="0">
                  <a:pos x="117" y="34"/>
                </a:cxn>
                <a:cxn ang="0">
                  <a:pos x="112" y="39"/>
                </a:cxn>
                <a:cxn ang="0">
                  <a:pos x="106" y="43"/>
                </a:cxn>
                <a:cxn ang="0">
                  <a:pos x="102" y="43"/>
                </a:cxn>
                <a:cxn ang="0">
                  <a:pos x="90" y="43"/>
                </a:cxn>
                <a:cxn ang="0">
                  <a:pos x="79" y="44"/>
                </a:cxn>
              </a:cxnLst>
              <a:rect l="0" t="0" r="r" b="b"/>
              <a:pathLst>
                <a:path w="119" h="44">
                  <a:moveTo>
                    <a:pt x="79" y="44"/>
                  </a:moveTo>
                  <a:lnTo>
                    <a:pt x="79" y="44"/>
                  </a:lnTo>
                  <a:lnTo>
                    <a:pt x="69" y="43"/>
                  </a:lnTo>
                  <a:lnTo>
                    <a:pt x="61" y="40"/>
                  </a:lnTo>
                  <a:lnTo>
                    <a:pt x="61" y="40"/>
                  </a:lnTo>
                  <a:lnTo>
                    <a:pt x="57" y="39"/>
                  </a:lnTo>
                  <a:lnTo>
                    <a:pt x="54" y="37"/>
                  </a:lnTo>
                  <a:lnTo>
                    <a:pt x="54" y="37"/>
                  </a:lnTo>
                  <a:lnTo>
                    <a:pt x="53" y="36"/>
                  </a:lnTo>
                  <a:lnTo>
                    <a:pt x="53" y="36"/>
                  </a:lnTo>
                  <a:lnTo>
                    <a:pt x="44" y="35"/>
                  </a:lnTo>
                  <a:lnTo>
                    <a:pt x="44" y="35"/>
                  </a:lnTo>
                  <a:lnTo>
                    <a:pt x="40" y="35"/>
                  </a:lnTo>
                  <a:lnTo>
                    <a:pt x="40" y="35"/>
                  </a:lnTo>
                  <a:lnTo>
                    <a:pt x="33" y="36"/>
                  </a:lnTo>
                  <a:lnTo>
                    <a:pt x="33" y="36"/>
                  </a:lnTo>
                  <a:lnTo>
                    <a:pt x="16" y="37"/>
                  </a:lnTo>
                  <a:lnTo>
                    <a:pt x="16" y="37"/>
                  </a:lnTo>
                  <a:lnTo>
                    <a:pt x="16" y="37"/>
                  </a:lnTo>
                  <a:lnTo>
                    <a:pt x="16" y="37"/>
                  </a:lnTo>
                  <a:lnTo>
                    <a:pt x="12" y="37"/>
                  </a:lnTo>
                  <a:lnTo>
                    <a:pt x="9" y="36"/>
                  </a:lnTo>
                  <a:lnTo>
                    <a:pt x="6" y="34"/>
                  </a:lnTo>
                  <a:lnTo>
                    <a:pt x="4" y="32"/>
                  </a:lnTo>
                  <a:lnTo>
                    <a:pt x="1" y="27"/>
                  </a:lnTo>
                  <a:lnTo>
                    <a:pt x="0" y="21"/>
                  </a:lnTo>
                  <a:lnTo>
                    <a:pt x="0" y="21"/>
                  </a:lnTo>
                  <a:lnTo>
                    <a:pt x="1" y="15"/>
                  </a:lnTo>
                  <a:lnTo>
                    <a:pt x="2" y="12"/>
                  </a:lnTo>
                  <a:lnTo>
                    <a:pt x="4" y="8"/>
                  </a:lnTo>
                  <a:lnTo>
                    <a:pt x="6" y="5"/>
                  </a:lnTo>
                  <a:lnTo>
                    <a:pt x="9" y="3"/>
                  </a:lnTo>
                  <a:lnTo>
                    <a:pt x="13" y="2"/>
                  </a:lnTo>
                  <a:lnTo>
                    <a:pt x="17" y="1"/>
                  </a:lnTo>
                  <a:lnTo>
                    <a:pt x="17" y="1"/>
                  </a:lnTo>
                  <a:lnTo>
                    <a:pt x="29" y="1"/>
                  </a:lnTo>
                  <a:lnTo>
                    <a:pt x="29" y="1"/>
                  </a:lnTo>
                  <a:lnTo>
                    <a:pt x="45" y="0"/>
                  </a:lnTo>
                  <a:lnTo>
                    <a:pt x="45" y="0"/>
                  </a:lnTo>
                  <a:lnTo>
                    <a:pt x="57" y="1"/>
                  </a:lnTo>
                  <a:lnTo>
                    <a:pt x="67" y="3"/>
                  </a:lnTo>
                  <a:lnTo>
                    <a:pt x="67" y="3"/>
                  </a:lnTo>
                  <a:lnTo>
                    <a:pt x="72" y="5"/>
                  </a:lnTo>
                  <a:lnTo>
                    <a:pt x="74" y="6"/>
                  </a:lnTo>
                  <a:lnTo>
                    <a:pt x="102" y="6"/>
                  </a:lnTo>
                  <a:lnTo>
                    <a:pt x="102" y="6"/>
                  </a:lnTo>
                  <a:lnTo>
                    <a:pt x="106" y="6"/>
                  </a:lnTo>
                  <a:lnTo>
                    <a:pt x="110" y="8"/>
                  </a:lnTo>
                  <a:lnTo>
                    <a:pt x="112" y="9"/>
                  </a:lnTo>
                  <a:lnTo>
                    <a:pt x="115" y="13"/>
                  </a:lnTo>
                  <a:lnTo>
                    <a:pt x="117" y="15"/>
                  </a:lnTo>
                  <a:lnTo>
                    <a:pt x="118" y="18"/>
                  </a:lnTo>
                  <a:lnTo>
                    <a:pt x="119" y="25"/>
                  </a:lnTo>
                  <a:lnTo>
                    <a:pt x="119" y="25"/>
                  </a:lnTo>
                  <a:lnTo>
                    <a:pt x="118" y="31"/>
                  </a:lnTo>
                  <a:lnTo>
                    <a:pt x="117" y="34"/>
                  </a:lnTo>
                  <a:lnTo>
                    <a:pt x="115" y="36"/>
                  </a:lnTo>
                  <a:lnTo>
                    <a:pt x="112" y="39"/>
                  </a:lnTo>
                  <a:lnTo>
                    <a:pt x="110" y="40"/>
                  </a:lnTo>
                  <a:lnTo>
                    <a:pt x="106" y="43"/>
                  </a:lnTo>
                  <a:lnTo>
                    <a:pt x="102" y="43"/>
                  </a:lnTo>
                  <a:lnTo>
                    <a:pt x="102" y="43"/>
                  </a:lnTo>
                  <a:lnTo>
                    <a:pt x="90" y="43"/>
                  </a:lnTo>
                  <a:lnTo>
                    <a:pt x="90" y="43"/>
                  </a:lnTo>
                  <a:lnTo>
                    <a:pt x="79" y="44"/>
                  </a:lnTo>
                  <a:lnTo>
                    <a:pt x="79" y="4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9" name="Freeform 402"/>
            <p:cNvSpPr/>
            <p:nvPr/>
          </p:nvSpPr>
          <p:spPr bwMode="auto">
            <a:xfrm>
              <a:off x="4427538" y="3421063"/>
              <a:ext cx="68263" cy="22225"/>
            </a:xfrm>
            <a:custGeom>
              <a:avLst/>
              <a:gdLst/>
              <a:ahLst/>
              <a:cxnLst>
                <a:cxn ang="0">
                  <a:pos x="18" y="42"/>
                </a:cxn>
                <a:cxn ang="0">
                  <a:pos x="18" y="42"/>
                </a:cxn>
                <a:cxn ang="0">
                  <a:pos x="14" y="42"/>
                </a:cxn>
                <a:cxn ang="0">
                  <a:pos x="10" y="39"/>
                </a:cxn>
                <a:cxn ang="0">
                  <a:pos x="7" y="38"/>
                </a:cxn>
                <a:cxn ang="0">
                  <a:pos x="4" y="36"/>
                </a:cxn>
                <a:cxn ang="0">
                  <a:pos x="2" y="33"/>
                </a:cxn>
                <a:cxn ang="0">
                  <a:pos x="1" y="30"/>
                </a:cxn>
                <a:cxn ang="0">
                  <a:pos x="0" y="24"/>
                </a:cxn>
                <a:cxn ang="0">
                  <a:pos x="0" y="24"/>
                </a:cxn>
                <a:cxn ang="0">
                  <a:pos x="1" y="17"/>
                </a:cxn>
                <a:cxn ang="0">
                  <a:pos x="2" y="14"/>
                </a:cxn>
                <a:cxn ang="0">
                  <a:pos x="4" y="12"/>
                </a:cxn>
                <a:cxn ang="0">
                  <a:pos x="8" y="8"/>
                </a:cxn>
                <a:cxn ang="0">
                  <a:pos x="10" y="7"/>
                </a:cxn>
                <a:cxn ang="0">
                  <a:pos x="14" y="5"/>
                </a:cxn>
                <a:cxn ang="0">
                  <a:pos x="18" y="5"/>
                </a:cxn>
                <a:cxn ang="0">
                  <a:pos x="18" y="5"/>
                </a:cxn>
                <a:cxn ang="0">
                  <a:pos x="42" y="4"/>
                </a:cxn>
                <a:cxn ang="0">
                  <a:pos x="65" y="3"/>
                </a:cxn>
                <a:cxn ang="0">
                  <a:pos x="65" y="3"/>
                </a:cxn>
                <a:cxn ang="0">
                  <a:pos x="89" y="1"/>
                </a:cxn>
                <a:cxn ang="0">
                  <a:pos x="113" y="0"/>
                </a:cxn>
                <a:cxn ang="0">
                  <a:pos x="113" y="0"/>
                </a:cxn>
                <a:cxn ang="0">
                  <a:pos x="117" y="1"/>
                </a:cxn>
                <a:cxn ang="0">
                  <a:pos x="120" y="2"/>
                </a:cxn>
                <a:cxn ang="0">
                  <a:pos x="123" y="4"/>
                </a:cxn>
                <a:cxn ang="0">
                  <a:pos x="125" y="6"/>
                </a:cxn>
                <a:cxn ang="0">
                  <a:pos x="127" y="8"/>
                </a:cxn>
                <a:cxn ang="0">
                  <a:pos x="128" y="12"/>
                </a:cxn>
                <a:cxn ang="0">
                  <a:pos x="129" y="19"/>
                </a:cxn>
                <a:cxn ang="0">
                  <a:pos x="129" y="19"/>
                </a:cxn>
                <a:cxn ang="0">
                  <a:pos x="128" y="25"/>
                </a:cxn>
                <a:cxn ang="0">
                  <a:pos x="127" y="28"/>
                </a:cxn>
                <a:cxn ang="0">
                  <a:pos x="125" y="31"/>
                </a:cxn>
                <a:cxn ang="0">
                  <a:pos x="123" y="33"/>
                </a:cxn>
                <a:cxn ang="0">
                  <a:pos x="120" y="35"/>
                </a:cxn>
                <a:cxn ang="0">
                  <a:pos x="117" y="36"/>
                </a:cxn>
                <a:cxn ang="0">
                  <a:pos x="113" y="36"/>
                </a:cxn>
                <a:cxn ang="0">
                  <a:pos x="113" y="36"/>
                </a:cxn>
                <a:cxn ang="0">
                  <a:pos x="88" y="37"/>
                </a:cxn>
                <a:cxn ang="0">
                  <a:pos x="64" y="39"/>
                </a:cxn>
                <a:cxn ang="0">
                  <a:pos x="64" y="39"/>
                </a:cxn>
                <a:cxn ang="0">
                  <a:pos x="42" y="41"/>
                </a:cxn>
                <a:cxn ang="0">
                  <a:pos x="18" y="42"/>
                </a:cxn>
                <a:cxn ang="0">
                  <a:pos x="18" y="42"/>
                </a:cxn>
              </a:cxnLst>
              <a:rect l="0" t="0" r="r" b="b"/>
              <a:pathLst>
                <a:path w="129" h="42">
                  <a:moveTo>
                    <a:pt x="18" y="42"/>
                  </a:moveTo>
                  <a:lnTo>
                    <a:pt x="18" y="42"/>
                  </a:lnTo>
                  <a:lnTo>
                    <a:pt x="14" y="42"/>
                  </a:lnTo>
                  <a:lnTo>
                    <a:pt x="10" y="39"/>
                  </a:lnTo>
                  <a:lnTo>
                    <a:pt x="7" y="38"/>
                  </a:lnTo>
                  <a:lnTo>
                    <a:pt x="4" y="36"/>
                  </a:lnTo>
                  <a:lnTo>
                    <a:pt x="2" y="33"/>
                  </a:lnTo>
                  <a:lnTo>
                    <a:pt x="1" y="30"/>
                  </a:lnTo>
                  <a:lnTo>
                    <a:pt x="0" y="24"/>
                  </a:lnTo>
                  <a:lnTo>
                    <a:pt x="0" y="24"/>
                  </a:lnTo>
                  <a:lnTo>
                    <a:pt x="1" y="17"/>
                  </a:lnTo>
                  <a:lnTo>
                    <a:pt x="2" y="14"/>
                  </a:lnTo>
                  <a:lnTo>
                    <a:pt x="4" y="12"/>
                  </a:lnTo>
                  <a:lnTo>
                    <a:pt x="8" y="8"/>
                  </a:lnTo>
                  <a:lnTo>
                    <a:pt x="10" y="7"/>
                  </a:lnTo>
                  <a:lnTo>
                    <a:pt x="14" y="5"/>
                  </a:lnTo>
                  <a:lnTo>
                    <a:pt x="18" y="5"/>
                  </a:lnTo>
                  <a:lnTo>
                    <a:pt x="18" y="5"/>
                  </a:lnTo>
                  <a:lnTo>
                    <a:pt x="42" y="4"/>
                  </a:lnTo>
                  <a:lnTo>
                    <a:pt x="65" y="3"/>
                  </a:lnTo>
                  <a:lnTo>
                    <a:pt x="65" y="3"/>
                  </a:lnTo>
                  <a:lnTo>
                    <a:pt x="89" y="1"/>
                  </a:lnTo>
                  <a:lnTo>
                    <a:pt x="113" y="0"/>
                  </a:lnTo>
                  <a:lnTo>
                    <a:pt x="113" y="0"/>
                  </a:lnTo>
                  <a:lnTo>
                    <a:pt x="117" y="1"/>
                  </a:lnTo>
                  <a:lnTo>
                    <a:pt x="120" y="2"/>
                  </a:lnTo>
                  <a:lnTo>
                    <a:pt x="123" y="4"/>
                  </a:lnTo>
                  <a:lnTo>
                    <a:pt x="125" y="6"/>
                  </a:lnTo>
                  <a:lnTo>
                    <a:pt x="127" y="8"/>
                  </a:lnTo>
                  <a:lnTo>
                    <a:pt x="128" y="12"/>
                  </a:lnTo>
                  <a:lnTo>
                    <a:pt x="129" y="19"/>
                  </a:lnTo>
                  <a:lnTo>
                    <a:pt x="129" y="19"/>
                  </a:lnTo>
                  <a:lnTo>
                    <a:pt x="128" y="25"/>
                  </a:lnTo>
                  <a:lnTo>
                    <a:pt x="127" y="28"/>
                  </a:lnTo>
                  <a:lnTo>
                    <a:pt x="125" y="31"/>
                  </a:lnTo>
                  <a:lnTo>
                    <a:pt x="123" y="33"/>
                  </a:lnTo>
                  <a:lnTo>
                    <a:pt x="120" y="35"/>
                  </a:lnTo>
                  <a:lnTo>
                    <a:pt x="117" y="36"/>
                  </a:lnTo>
                  <a:lnTo>
                    <a:pt x="113" y="36"/>
                  </a:lnTo>
                  <a:lnTo>
                    <a:pt x="113" y="36"/>
                  </a:lnTo>
                  <a:lnTo>
                    <a:pt x="88" y="37"/>
                  </a:lnTo>
                  <a:lnTo>
                    <a:pt x="64" y="39"/>
                  </a:lnTo>
                  <a:lnTo>
                    <a:pt x="64" y="39"/>
                  </a:lnTo>
                  <a:lnTo>
                    <a:pt x="42" y="41"/>
                  </a:lnTo>
                  <a:lnTo>
                    <a:pt x="18" y="42"/>
                  </a:lnTo>
                  <a:lnTo>
                    <a:pt x="18"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0" name="Freeform 403"/>
            <p:cNvSpPr/>
            <p:nvPr/>
          </p:nvSpPr>
          <p:spPr bwMode="auto">
            <a:xfrm>
              <a:off x="4335463" y="3495675"/>
              <a:ext cx="128588" cy="20638"/>
            </a:xfrm>
            <a:custGeom>
              <a:avLst/>
              <a:gdLst/>
              <a:ahLst/>
              <a:cxnLst>
                <a:cxn ang="0">
                  <a:pos x="226" y="40"/>
                </a:cxn>
                <a:cxn ang="0">
                  <a:pos x="226" y="40"/>
                </a:cxn>
                <a:cxn ang="0">
                  <a:pos x="173" y="39"/>
                </a:cxn>
                <a:cxn ang="0">
                  <a:pos x="122" y="38"/>
                </a:cxn>
                <a:cxn ang="0">
                  <a:pos x="122" y="38"/>
                </a:cxn>
                <a:cxn ang="0">
                  <a:pos x="70" y="36"/>
                </a:cxn>
                <a:cxn ang="0">
                  <a:pos x="17" y="35"/>
                </a:cxn>
                <a:cxn ang="0">
                  <a:pos x="17" y="35"/>
                </a:cxn>
                <a:cxn ang="0">
                  <a:pos x="13" y="35"/>
                </a:cxn>
                <a:cxn ang="0">
                  <a:pos x="10" y="34"/>
                </a:cxn>
                <a:cxn ang="0">
                  <a:pos x="7" y="32"/>
                </a:cxn>
                <a:cxn ang="0">
                  <a:pos x="4" y="30"/>
                </a:cxn>
                <a:cxn ang="0">
                  <a:pos x="3" y="26"/>
                </a:cxn>
                <a:cxn ang="0">
                  <a:pos x="1" y="23"/>
                </a:cxn>
                <a:cxn ang="0">
                  <a:pos x="0" y="17"/>
                </a:cxn>
                <a:cxn ang="0">
                  <a:pos x="0" y="17"/>
                </a:cxn>
                <a:cxn ang="0">
                  <a:pos x="1" y="11"/>
                </a:cxn>
                <a:cxn ang="0">
                  <a:pos x="3" y="8"/>
                </a:cxn>
                <a:cxn ang="0">
                  <a:pos x="4" y="5"/>
                </a:cxn>
                <a:cxn ang="0">
                  <a:pos x="7" y="3"/>
                </a:cxn>
                <a:cxn ang="0">
                  <a:pos x="10" y="1"/>
                </a:cxn>
                <a:cxn ang="0">
                  <a:pos x="13" y="0"/>
                </a:cxn>
                <a:cxn ang="0">
                  <a:pos x="17" y="0"/>
                </a:cxn>
                <a:cxn ang="0">
                  <a:pos x="17" y="0"/>
                </a:cxn>
                <a:cxn ang="0">
                  <a:pos x="70" y="0"/>
                </a:cxn>
                <a:cxn ang="0">
                  <a:pos x="122" y="2"/>
                </a:cxn>
                <a:cxn ang="0">
                  <a:pos x="122" y="2"/>
                </a:cxn>
                <a:cxn ang="0">
                  <a:pos x="173" y="3"/>
                </a:cxn>
                <a:cxn ang="0">
                  <a:pos x="226" y="4"/>
                </a:cxn>
                <a:cxn ang="0">
                  <a:pos x="226" y="4"/>
                </a:cxn>
                <a:cxn ang="0">
                  <a:pos x="230" y="5"/>
                </a:cxn>
                <a:cxn ang="0">
                  <a:pos x="233" y="6"/>
                </a:cxn>
                <a:cxn ang="0">
                  <a:pos x="236" y="7"/>
                </a:cxn>
                <a:cxn ang="0">
                  <a:pos x="239" y="10"/>
                </a:cxn>
                <a:cxn ang="0">
                  <a:pos x="240" y="12"/>
                </a:cxn>
                <a:cxn ang="0">
                  <a:pos x="242" y="15"/>
                </a:cxn>
                <a:cxn ang="0">
                  <a:pos x="243" y="22"/>
                </a:cxn>
                <a:cxn ang="0">
                  <a:pos x="243" y="22"/>
                </a:cxn>
                <a:cxn ang="0">
                  <a:pos x="242" y="29"/>
                </a:cxn>
                <a:cxn ang="0">
                  <a:pos x="240" y="32"/>
                </a:cxn>
                <a:cxn ang="0">
                  <a:pos x="239" y="35"/>
                </a:cxn>
                <a:cxn ang="0">
                  <a:pos x="236" y="37"/>
                </a:cxn>
                <a:cxn ang="0">
                  <a:pos x="233" y="39"/>
                </a:cxn>
                <a:cxn ang="0">
                  <a:pos x="230" y="40"/>
                </a:cxn>
                <a:cxn ang="0">
                  <a:pos x="226" y="40"/>
                </a:cxn>
                <a:cxn ang="0">
                  <a:pos x="226" y="40"/>
                </a:cxn>
              </a:cxnLst>
              <a:rect l="0" t="0" r="r" b="b"/>
              <a:pathLst>
                <a:path w="243" h="40">
                  <a:moveTo>
                    <a:pt x="226" y="40"/>
                  </a:moveTo>
                  <a:lnTo>
                    <a:pt x="226" y="40"/>
                  </a:lnTo>
                  <a:lnTo>
                    <a:pt x="173" y="39"/>
                  </a:lnTo>
                  <a:lnTo>
                    <a:pt x="122" y="38"/>
                  </a:lnTo>
                  <a:lnTo>
                    <a:pt x="122" y="38"/>
                  </a:lnTo>
                  <a:lnTo>
                    <a:pt x="70" y="36"/>
                  </a:lnTo>
                  <a:lnTo>
                    <a:pt x="17" y="35"/>
                  </a:lnTo>
                  <a:lnTo>
                    <a:pt x="17" y="35"/>
                  </a:lnTo>
                  <a:lnTo>
                    <a:pt x="13" y="35"/>
                  </a:lnTo>
                  <a:lnTo>
                    <a:pt x="10" y="34"/>
                  </a:lnTo>
                  <a:lnTo>
                    <a:pt x="7" y="32"/>
                  </a:lnTo>
                  <a:lnTo>
                    <a:pt x="4" y="30"/>
                  </a:lnTo>
                  <a:lnTo>
                    <a:pt x="3" y="26"/>
                  </a:lnTo>
                  <a:lnTo>
                    <a:pt x="1" y="23"/>
                  </a:lnTo>
                  <a:lnTo>
                    <a:pt x="0" y="17"/>
                  </a:lnTo>
                  <a:lnTo>
                    <a:pt x="0" y="17"/>
                  </a:lnTo>
                  <a:lnTo>
                    <a:pt x="1" y="11"/>
                  </a:lnTo>
                  <a:lnTo>
                    <a:pt x="3" y="8"/>
                  </a:lnTo>
                  <a:lnTo>
                    <a:pt x="4" y="5"/>
                  </a:lnTo>
                  <a:lnTo>
                    <a:pt x="7" y="3"/>
                  </a:lnTo>
                  <a:lnTo>
                    <a:pt x="10" y="1"/>
                  </a:lnTo>
                  <a:lnTo>
                    <a:pt x="13" y="0"/>
                  </a:lnTo>
                  <a:lnTo>
                    <a:pt x="17" y="0"/>
                  </a:lnTo>
                  <a:lnTo>
                    <a:pt x="17" y="0"/>
                  </a:lnTo>
                  <a:lnTo>
                    <a:pt x="70" y="0"/>
                  </a:lnTo>
                  <a:lnTo>
                    <a:pt x="122" y="2"/>
                  </a:lnTo>
                  <a:lnTo>
                    <a:pt x="122" y="2"/>
                  </a:lnTo>
                  <a:lnTo>
                    <a:pt x="173" y="3"/>
                  </a:lnTo>
                  <a:lnTo>
                    <a:pt x="226" y="4"/>
                  </a:lnTo>
                  <a:lnTo>
                    <a:pt x="226" y="4"/>
                  </a:lnTo>
                  <a:lnTo>
                    <a:pt x="230" y="5"/>
                  </a:lnTo>
                  <a:lnTo>
                    <a:pt x="233" y="6"/>
                  </a:lnTo>
                  <a:lnTo>
                    <a:pt x="236" y="7"/>
                  </a:lnTo>
                  <a:lnTo>
                    <a:pt x="239" y="10"/>
                  </a:lnTo>
                  <a:lnTo>
                    <a:pt x="240" y="12"/>
                  </a:lnTo>
                  <a:lnTo>
                    <a:pt x="242" y="15"/>
                  </a:lnTo>
                  <a:lnTo>
                    <a:pt x="243" y="22"/>
                  </a:lnTo>
                  <a:lnTo>
                    <a:pt x="243" y="22"/>
                  </a:lnTo>
                  <a:lnTo>
                    <a:pt x="242" y="29"/>
                  </a:lnTo>
                  <a:lnTo>
                    <a:pt x="240" y="32"/>
                  </a:lnTo>
                  <a:lnTo>
                    <a:pt x="239" y="35"/>
                  </a:lnTo>
                  <a:lnTo>
                    <a:pt x="236" y="37"/>
                  </a:lnTo>
                  <a:lnTo>
                    <a:pt x="233" y="39"/>
                  </a:lnTo>
                  <a:lnTo>
                    <a:pt x="230" y="40"/>
                  </a:lnTo>
                  <a:lnTo>
                    <a:pt x="226" y="40"/>
                  </a:lnTo>
                  <a:lnTo>
                    <a:pt x="226" y="4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1" name="Freeform 404"/>
            <p:cNvSpPr/>
            <p:nvPr/>
          </p:nvSpPr>
          <p:spPr bwMode="auto">
            <a:xfrm>
              <a:off x="4332288" y="3560763"/>
              <a:ext cx="77788" cy="19050"/>
            </a:xfrm>
            <a:custGeom>
              <a:avLst/>
              <a:gdLst/>
              <a:ahLst/>
              <a:cxnLst>
                <a:cxn ang="0">
                  <a:pos x="16" y="36"/>
                </a:cxn>
                <a:cxn ang="0">
                  <a:pos x="16" y="36"/>
                </a:cxn>
                <a:cxn ang="0">
                  <a:pos x="12" y="35"/>
                </a:cxn>
                <a:cxn ang="0">
                  <a:pos x="9" y="34"/>
                </a:cxn>
                <a:cxn ang="0">
                  <a:pos x="6" y="33"/>
                </a:cxn>
                <a:cxn ang="0">
                  <a:pos x="4" y="30"/>
                </a:cxn>
                <a:cxn ang="0">
                  <a:pos x="2" y="27"/>
                </a:cxn>
                <a:cxn ang="0">
                  <a:pos x="1" y="24"/>
                </a:cxn>
                <a:cxn ang="0">
                  <a:pos x="0" y="17"/>
                </a:cxn>
                <a:cxn ang="0">
                  <a:pos x="0" y="17"/>
                </a:cxn>
                <a:cxn ang="0">
                  <a:pos x="1" y="11"/>
                </a:cxn>
                <a:cxn ang="0">
                  <a:pos x="2" y="8"/>
                </a:cxn>
                <a:cxn ang="0">
                  <a:pos x="4" y="5"/>
                </a:cxn>
                <a:cxn ang="0">
                  <a:pos x="6" y="3"/>
                </a:cxn>
                <a:cxn ang="0">
                  <a:pos x="9" y="1"/>
                </a:cxn>
                <a:cxn ang="0">
                  <a:pos x="12" y="0"/>
                </a:cxn>
                <a:cxn ang="0">
                  <a:pos x="16" y="0"/>
                </a:cxn>
                <a:cxn ang="0">
                  <a:pos x="131" y="0"/>
                </a:cxn>
                <a:cxn ang="0">
                  <a:pos x="131" y="0"/>
                </a:cxn>
                <a:cxn ang="0">
                  <a:pos x="135" y="0"/>
                </a:cxn>
                <a:cxn ang="0">
                  <a:pos x="138" y="1"/>
                </a:cxn>
                <a:cxn ang="0">
                  <a:pos x="141" y="3"/>
                </a:cxn>
                <a:cxn ang="0">
                  <a:pos x="143" y="5"/>
                </a:cxn>
                <a:cxn ang="0">
                  <a:pos x="145" y="8"/>
                </a:cxn>
                <a:cxn ang="0">
                  <a:pos x="146" y="11"/>
                </a:cxn>
                <a:cxn ang="0">
                  <a:pos x="147" y="17"/>
                </a:cxn>
                <a:cxn ang="0">
                  <a:pos x="147" y="17"/>
                </a:cxn>
                <a:cxn ang="0">
                  <a:pos x="146" y="24"/>
                </a:cxn>
                <a:cxn ang="0">
                  <a:pos x="145" y="27"/>
                </a:cxn>
                <a:cxn ang="0">
                  <a:pos x="143" y="30"/>
                </a:cxn>
                <a:cxn ang="0">
                  <a:pos x="141" y="33"/>
                </a:cxn>
                <a:cxn ang="0">
                  <a:pos x="138" y="34"/>
                </a:cxn>
                <a:cxn ang="0">
                  <a:pos x="135" y="35"/>
                </a:cxn>
                <a:cxn ang="0">
                  <a:pos x="131" y="36"/>
                </a:cxn>
                <a:cxn ang="0">
                  <a:pos x="16" y="36"/>
                </a:cxn>
              </a:cxnLst>
              <a:rect l="0" t="0" r="r" b="b"/>
              <a:pathLst>
                <a:path w="147" h="36">
                  <a:moveTo>
                    <a:pt x="16" y="36"/>
                  </a:moveTo>
                  <a:lnTo>
                    <a:pt x="16" y="36"/>
                  </a:lnTo>
                  <a:lnTo>
                    <a:pt x="12" y="35"/>
                  </a:lnTo>
                  <a:lnTo>
                    <a:pt x="9" y="34"/>
                  </a:lnTo>
                  <a:lnTo>
                    <a:pt x="6" y="33"/>
                  </a:lnTo>
                  <a:lnTo>
                    <a:pt x="4" y="30"/>
                  </a:lnTo>
                  <a:lnTo>
                    <a:pt x="2" y="27"/>
                  </a:lnTo>
                  <a:lnTo>
                    <a:pt x="1" y="24"/>
                  </a:lnTo>
                  <a:lnTo>
                    <a:pt x="0" y="17"/>
                  </a:lnTo>
                  <a:lnTo>
                    <a:pt x="0" y="17"/>
                  </a:lnTo>
                  <a:lnTo>
                    <a:pt x="1" y="11"/>
                  </a:lnTo>
                  <a:lnTo>
                    <a:pt x="2" y="8"/>
                  </a:lnTo>
                  <a:lnTo>
                    <a:pt x="4" y="5"/>
                  </a:lnTo>
                  <a:lnTo>
                    <a:pt x="6" y="3"/>
                  </a:lnTo>
                  <a:lnTo>
                    <a:pt x="9" y="1"/>
                  </a:lnTo>
                  <a:lnTo>
                    <a:pt x="12" y="0"/>
                  </a:lnTo>
                  <a:lnTo>
                    <a:pt x="16" y="0"/>
                  </a:lnTo>
                  <a:lnTo>
                    <a:pt x="131" y="0"/>
                  </a:lnTo>
                  <a:lnTo>
                    <a:pt x="131" y="0"/>
                  </a:lnTo>
                  <a:lnTo>
                    <a:pt x="135" y="0"/>
                  </a:lnTo>
                  <a:lnTo>
                    <a:pt x="138" y="1"/>
                  </a:lnTo>
                  <a:lnTo>
                    <a:pt x="141" y="3"/>
                  </a:lnTo>
                  <a:lnTo>
                    <a:pt x="143" y="5"/>
                  </a:lnTo>
                  <a:lnTo>
                    <a:pt x="145" y="8"/>
                  </a:lnTo>
                  <a:lnTo>
                    <a:pt x="146" y="11"/>
                  </a:lnTo>
                  <a:lnTo>
                    <a:pt x="147" y="17"/>
                  </a:lnTo>
                  <a:lnTo>
                    <a:pt x="147" y="17"/>
                  </a:lnTo>
                  <a:lnTo>
                    <a:pt x="146" y="24"/>
                  </a:lnTo>
                  <a:lnTo>
                    <a:pt x="145" y="27"/>
                  </a:lnTo>
                  <a:lnTo>
                    <a:pt x="143" y="30"/>
                  </a:lnTo>
                  <a:lnTo>
                    <a:pt x="141" y="33"/>
                  </a:lnTo>
                  <a:lnTo>
                    <a:pt x="138" y="34"/>
                  </a:lnTo>
                  <a:lnTo>
                    <a:pt x="135" y="35"/>
                  </a:lnTo>
                  <a:lnTo>
                    <a:pt x="131" y="36"/>
                  </a:lnTo>
                  <a:lnTo>
                    <a:pt x="16"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2" name="Freeform 405"/>
            <p:cNvSpPr/>
            <p:nvPr/>
          </p:nvSpPr>
          <p:spPr bwMode="auto">
            <a:xfrm>
              <a:off x="4329113" y="3621088"/>
              <a:ext cx="66675" cy="20638"/>
            </a:xfrm>
            <a:custGeom>
              <a:avLst/>
              <a:gdLst/>
              <a:ahLst/>
              <a:cxnLst>
                <a:cxn ang="0">
                  <a:pos x="19" y="41"/>
                </a:cxn>
                <a:cxn ang="0">
                  <a:pos x="19" y="41"/>
                </a:cxn>
                <a:cxn ang="0">
                  <a:pos x="15" y="39"/>
                </a:cxn>
                <a:cxn ang="0">
                  <a:pos x="12" y="38"/>
                </a:cxn>
                <a:cxn ang="0">
                  <a:pos x="9" y="37"/>
                </a:cxn>
                <a:cxn ang="0">
                  <a:pos x="7" y="34"/>
                </a:cxn>
                <a:cxn ang="0">
                  <a:pos x="3" y="32"/>
                </a:cxn>
                <a:cxn ang="0">
                  <a:pos x="2" y="29"/>
                </a:cxn>
                <a:cxn ang="0">
                  <a:pos x="1" y="26"/>
                </a:cxn>
                <a:cxn ang="0">
                  <a:pos x="0" y="22"/>
                </a:cxn>
                <a:cxn ang="0">
                  <a:pos x="0" y="18"/>
                </a:cxn>
                <a:cxn ang="0">
                  <a:pos x="0" y="18"/>
                </a:cxn>
                <a:cxn ang="0">
                  <a:pos x="1" y="14"/>
                </a:cxn>
                <a:cxn ang="0">
                  <a:pos x="2" y="10"/>
                </a:cxn>
                <a:cxn ang="0">
                  <a:pos x="5" y="6"/>
                </a:cxn>
                <a:cxn ang="0">
                  <a:pos x="7" y="4"/>
                </a:cxn>
                <a:cxn ang="0">
                  <a:pos x="9" y="2"/>
                </a:cxn>
                <a:cxn ang="0">
                  <a:pos x="12" y="1"/>
                </a:cxn>
                <a:cxn ang="0">
                  <a:pos x="19" y="0"/>
                </a:cxn>
                <a:cxn ang="0">
                  <a:pos x="19" y="0"/>
                </a:cxn>
                <a:cxn ang="0">
                  <a:pos x="24" y="1"/>
                </a:cxn>
                <a:cxn ang="0">
                  <a:pos x="29" y="3"/>
                </a:cxn>
                <a:cxn ang="0">
                  <a:pos x="31" y="4"/>
                </a:cxn>
                <a:cxn ang="0">
                  <a:pos x="109" y="4"/>
                </a:cxn>
                <a:cxn ang="0">
                  <a:pos x="109" y="4"/>
                </a:cxn>
                <a:cxn ang="0">
                  <a:pos x="113" y="4"/>
                </a:cxn>
                <a:cxn ang="0">
                  <a:pos x="117" y="5"/>
                </a:cxn>
                <a:cxn ang="0">
                  <a:pos x="119" y="7"/>
                </a:cxn>
                <a:cxn ang="0">
                  <a:pos x="122" y="10"/>
                </a:cxn>
                <a:cxn ang="0">
                  <a:pos x="124" y="13"/>
                </a:cxn>
                <a:cxn ang="0">
                  <a:pos x="125" y="16"/>
                </a:cxn>
                <a:cxn ang="0">
                  <a:pos x="126" y="22"/>
                </a:cxn>
                <a:cxn ang="0">
                  <a:pos x="126" y="22"/>
                </a:cxn>
                <a:cxn ang="0">
                  <a:pos x="125" y="29"/>
                </a:cxn>
                <a:cxn ang="0">
                  <a:pos x="124" y="31"/>
                </a:cxn>
                <a:cxn ang="0">
                  <a:pos x="122" y="34"/>
                </a:cxn>
                <a:cxn ang="0">
                  <a:pos x="119" y="36"/>
                </a:cxn>
                <a:cxn ang="0">
                  <a:pos x="117" y="38"/>
                </a:cxn>
                <a:cxn ang="0">
                  <a:pos x="113" y="39"/>
                </a:cxn>
                <a:cxn ang="0">
                  <a:pos x="109" y="41"/>
                </a:cxn>
                <a:cxn ang="0">
                  <a:pos x="19" y="41"/>
                </a:cxn>
              </a:cxnLst>
              <a:rect l="0" t="0" r="r" b="b"/>
              <a:pathLst>
                <a:path w="126" h="41">
                  <a:moveTo>
                    <a:pt x="19" y="41"/>
                  </a:moveTo>
                  <a:lnTo>
                    <a:pt x="19" y="41"/>
                  </a:lnTo>
                  <a:lnTo>
                    <a:pt x="15" y="39"/>
                  </a:lnTo>
                  <a:lnTo>
                    <a:pt x="12" y="38"/>
                  </a:lnTo>
                  <a:lnTo>
                    <a:pt x="9" y="37"/>
                  </a:lnTo>
                  <a:lnTo>
                    <a:pt x="7" y="34"/>
                  </a:lnTo>
                  <a:lnTo>
                    <a:pt x="3" y="32"/>
                  </a:lnTo>
                  <a:lnTo>
                    <a:pt x="2" y="29"/>
                  </a:lnTo>
                  <a:lnTo>
                    <a:pt x="1" y="26"/>
                  </a:lnTo>
                  <a:lnTo>
                    <a:pt x="0" y="22"/>
                  </a:lnTo>
                  <a:lnTo>
                    <a:pt x="0" y="18"/>
                  </a:lnTo>
                  <a:lnTo>
                    <a:pt x="0" y="18"/>
                  </a:lnTo>
                  <a:lnTo>
                    <a:pt x="1" y="14"/>
                  </a:lnTo>
                  <a:lnTo>
                    <a:pt x="2" y="10"/>
                  </a:lnTo>
                  <a:lnTo>
                    <a:pt x="5" y="6"/>
                  </a:lnTo>
                  <a:lnTo>
                    <a:pt x="7" y="4"/>
                  </a:lnTo>
                  <a:lnTo>
                    <a:pt x="9" y="2"/>
                  </a:lnTo>
                  <a:lnTo>
                    <a:pt x="12" y="1"/>
                  </a:lnTo>
                  <a:lnTo>
                    <a:pt x="19" y="0"/>
                  </a:lnTo>
                  <a:lnTo>
                    <a:pt x="19" y="0"/>
                  </a:lnTo>
                  <a:lnTo>
                    <a:pt x="24" y="1"/>
                  </a:lnTo>
                  <a:lnTo>
                    <a:pt x="29" y="3"/>
                  </a:lnTo>
                  <a:lnTo>
                    <a:pt x="31" y="4"/>
                  </a:lnTo>
                  <a:lnTo>
                    <a:pt x="109" y="4"/>
                  </a:lnTo>
                  <a:lnTo>
                    <a:pt x="109" y="4"/>
                  </a:lnTo>
                  <a:lnTo>
                    <a:pt x="113" y="4"/>
                  </a:lnTo>
                  <a:lnTo>
                    <a:pt x="117" y="5"/>
                  </a:lnTo>
                  <a:lnTo>
                    <a:pt x="119" y="7"/>
                  </a:lnTo>
                  <a:lnTo>
                    <a:pt x="122" y="10"/>
                  </a:lnTo>
                  <a:lnTo>
                    <a:pt x="124" y="13"/>
                  </a:lnTo>
                  <a:lnTo>
                    <a:pt x="125" y="16"/>
                  </a:lnTo>
                  <a:lnTo>
                    <a:pt x="126" y="22"/>
                  </a:lnTo>
                  <a:lnTo>
                    <a:pt x="126" y="22"/>
                  </a:lnTo>
                  <a:lnTo>
                    <a:pt x="125" y="29"/>
                  </a:lnTo>
                  <a:lnTo>
                    <a:pt x="124" y="31"/>
                  </a:lnTo>
                  <a:lnTo>
                    <a:pt x="122" y="34"/>
                  </a:lnTo>
                  <a:lnTo>
                    <a:pt x="119" y="36"/>
                  </a:lnTo>
                  <a:lnTo>
                    <a:pt x="117" y="38"/>
                  </a:lnTo>
                  <a:lnTo>
                    <a:pt x="113" y="39"/>
                  </a:lnTo>
                  <a:lnTo>
                    <a:pt x="109" y="41"/>
                  </a:lnTo>
                  <a:lnTo>
                    <a:pt x="19" y="4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3" name="Freeform 407"/>
            <p:cNvSpPr/>
            <p:nvPr/>
          </p:nvSpPr>
          <p:spPr bwMode="auto">
            <a:xfrm>
              <a:off x="4535488" y="3187700"/>
              <a:ext cx="396875" cy="330200"/>
            </a:xfrm>
            <a:custGeom>
              <a:avLst/>
              <a:gdLst/>
              <a:ahLst/>
              <a:cxnLst>
                <a:cxn ang="0">
                  <a:pos x="12" y="623"/>
                </a:cxn>
                <a:cxn ang="0">
                  <a:pos x="2" y="616"/>
                </a:cxn>
                <a:cxn ang="0">
                  <a:pos x="0" y="610"/>
                </a:cxn>
                <a:cxn ang="0">
                  <a:pos x="1" y="602"/>
                </a:cxn>
                <a:cxn ang="0">
                  <a:pos x="16" y="580"/>
                </a:cxn>
                <a:cxn ang="0">
                  <a:pos x="37" y="561"/>
                </a:cxn>
                <a:cxn ang="0">
                  <a:pos x="58" y="541"/>
                </a:cxn>
                <a:cxn ang="0">
                  <a:pos x="137" y="452"/>
                </a:cxn>
                <a:cxn ang="0">
                  <a:pos x="181" y="404"/>
                </a:cxn>
                <a:cxn ang="0">
                  <a:pos x="252" y="340"/>
                </a:cxn>
                <a:cxn ang="0">
                  <a:pos x="328" y="280"/>
                </a:cxn>
                <a:cxn ang="0">
                  <a:pos x="479" y="173"/>
                </a:cxn>
                <a:cxn ang="0">
                  <a:pos x="552" y="122"/>
                </a:cxn>
                <a:cxn ang="0">
                  <a:pos x="606" y="80"/>
                </a:cxn>
                <a:cxn ang="0">
                  <a:pos x="636" y="59"/>
                </a:cxn>
                <a:cxn ang="0">
                  <a:pos x="657" y="45"/>
                </a:cxn>
                <a:cxn ang="0">
                  <a:pos x="692" y="23"/>
                </a:cxn>
                <a:cxn ang="0">
                  <a:pos x="697" y="21"/>
                </a:cxn>
                <a:cxn ang="0">
                  <a:pos x="722" y="6"/>
                </a:cxn>
                <a:cxn ang="0">
                  <a:pos x="727" y="2"/>
                </a:cxn>
                <a:cxn ang="0">
                  <a:pos x="733" y="0"/>
                </a:cxn>
                <a:cxn ang="0">
                  <a:pos x="748" y="7"/>
                </a:cxn>
                <a:cxn ang="0">
                  <a:pos x="752" y="16"/>
                </a:cxn>
                <a:cxn ang="0">
                  <a:pos x="748" y="32"/>
                </a:cxn>
                <a:cxn ang="0">
                  <a:pos x="736" y="41"/>
                </a:cxn>
                <a:cxn ang="0">
                  <a:pos x="694" y="67"/>
                </a:cxn>
                <a:cxn ang="0">
                  <a:pos x="668" y="82"/>
                </a:cxn>
                <a:cxn ang="0">
                  <a:pos x="639" y="101"/>
                </a:cxn>
                <a:cxn ang="0">
                  <a:pos x="593" y="139"/>
                </a:cxn>
                <a:cxn ang="0">
                  <a:pos x="539" y="176"/>
                </a:cxn>
                <a:cxn ang="0">
                  <a:pos x="472" y="218"/>
                </a:cxn>
                <a:cxn ang="0">
                  <a:pos x="392" y="275"/>
                </a:cxn>
                <a:cxn ang="0">
                  <a:pos x="358" y="305"/>
                </a:cxn>
                <a:cxn ang="0">
                  <a:pos x="296" y="354"/>
                </a:cxn>
                <a:cxn ang="0">
                  <a:pos x="209" y="427"/>
                </a:cxn>
                <a:cxn ang="0">
                  <a:pos x="183" y="454"/>
                </a:cxn>
                <a:cxn ang="0">
                  <a:pos x="140" y="502"/>
                </a:cxn>
                <a:cxn ang="0">
                  <a:pos x="100" y="550"/>
                </a:cxn>
                <a:cxn ang="0">
                  <a:pos x="65" y="586"/>
                </a:cxn>
                <a:cxn ang="0">
                  <a:pos x="56" y="592"/>
                </a:cxn>
                <a:cxn ang="0">
                  <a:pos x="40" y="604"/>
                </a:cxn>
                <a:cxn ang="0">
                  <a:pos x="33" y="616"/>
                </a:cxn>
                <a:cxn ang="0">
                  <a:pos x="17" y="623"/>
                </a:cxn>
              </a:cxnLst>
              <a:rect l="0" t="0" r="r" b="b"/>
              <a:pathLst>
                <a:path w="752" h="623">
                  <a:moveTo>
                    <a:pt x="17" y="623"/>
                  </a:moveTo>
                  <a:lnTo>
                    <a:pt x="17" y="623"/>
                  </a:lnTo>
                  <a:lnTo>
                    <a:pt x="12" y="623"/>
                  </a:lnTo>
                  <a:lnTo>
                    <a:pt x="8" y="621"/>
                  </a:lnTo>
                  <a:lnTo>
                    <a:pt x="4" y="619"/>
                  </a:lnTo>
                  <a:lnTo>
                    <a:pt x="2" y="616"/>
                  </a:lnTo>
                  <a:lnTo>
                    <a:pt x="2" y="616"/>
                  </a:lnTo>
                  <a:lnTo>
                    <a:pt x="0" y="613"/>
                  </a:lnTo>
                  <a:lnTo>
                    <a:pt x="0" y="610"/>
                  </a:lnTo>
                  <a:lnTo>
                    <a:pt x="0" y="606"/>
                  </a:lnTo>
                  <a:lnTo>
                    <a:pt x="1" y="602"/>
                  </a:lnTo>
                  <a:lnTo>
                    <a:pt x="1" y="602"/>
                  </a:lnTo>
                  <a:lnTo>
                    <a:pt x="4" y="596"/>
                  </a:lnTo>
                  <a:lnTo>
                    <a:pt x="8" y="590"/>
                  </a:lnTo>
                  <a:lnTo>
                    <a:pt x="16" y="580"/>
                  </a:lnTo>
                  <a:lnTo>
                    <a:pt x="26" y="570"/>
                  </a:lnTo>
                  <a:lnTo>
                    <a:pt x="37" y="561"/>
                  </a:lnTo>
                  <a:lnTo>
                    <a:pt x="37" y="561"/>
                  </a:lnTo>
                  <a:lnTo>
                    <a:pt x="47" y="552"/>
                  </a:lnTo>
                  <a:lnTo>
                    <a:pt x="58" y="541"/>
                  </a:lnTo>
                  <a:lnTo>
                    <a:pt x="58" y="541"/>
                  </a:lnTo>
                  <a:lnTo>
                    <a:pt x="78" y="520"/>
                  </a:lnTo>
                  <a:lnTo>
                    <a:pt x="98" y="498"/>
                  </a:lnTo>
                  <a:lnTo>
                    <a:pt x="137" y="452"/>
                  </a:lnTo>
                  <a:lnTo>
                    <a:pt x="137" y="452"/>
                  </a:lnTo>
                  <a:lnTo>
                    <a:pt x="158" y="428"/>
                  </a:lnTo>
                  <a:lnTo>
                    <a:pt x="181" y="404"/>
                  </a:lnTo>
                  <a:lnTo>
                    <a:pt x="203" y="381"/>
                  </a:lnTo>
                  <a:lnTo>
                    <a:pt x="228" y="361"/>
                  </a:lnTo>
                  <a:lnTo>
                    <a:pt x="252" y="340"/>
                  </a:lnTo>
                  <a:lnTo>
                    <a:pt x="278" y="319"/>
                  </a:lnTo>
                  <a:lnTo>
                    <a:pt x="328" y="280"/>
                  </a:lnTo>
                  <a:lnTo>
                    <a:pt x="328" y="280"/>
                  </a:lnTo>
                  <a:lnTo>
                    <a:pt x="378" y="243"/>
                  </a:lnTo>
                  <a:lnTo>
                    <a:pt x="428" y="207"/>
                  </a:lnTo>
                  <a:lnTo>
                    <a:pt x="479" y="173"/>
                  </a:lnTo>
                  <a:lnTo>
                    <a:pt x="527" y="141"/>
                  </a:lnTo>
                  <a:lnTo>
                    <a:pt x="527" y="141"/>
                  </a:lnTo>
                  <a:lnTo>
                    <a:pt x="552" y="122"/>
                  </a:lnTo>
                  <a:lnTo>
                    <a:pt x="577" y="102"/>
                  </a:lnTo>
                  <a:lnTo>
                    <a:pt x="577" y="102"/>
                  </a:lnTo>
                  <a:lnTo>
                    <a:pt x="606" y="80"/>
                  </a:lnTo>
                  <a:lnTo>
                    <a:pt x="621" y="69"/>
                  </a:lnTo>
                  <a:lnTo>
                    <a:pt x="636" y="59"/>
                  </a:lnTo>
                  <a:lnTo>
                    <a:pt x="636" y="59"/>
                  </a:lnTo>
                  <a:lnTo>
                    <a:pt x="646" y="52"/>
                  </a:lnTo>
                  <a:lnTo>
                    <a:pt x="657" y="45"/>
                  </a:lnTo>
                  <a:lnTo>
                    <a:pt x="657" y="45"/>
                  </a:lnTo>
                  <a:lnTo>
                    <a:pt x="674" y="32"/>
                  </a:lnTo>
                  <a:lnTo>
                    <a:pt x="683" y="27"/>
                  </a:lnTo>
                  <a:lnTo>
                    <a:pt x="692" y="23"/>
                  </a:lnTo>
                  <a:lnTo>
                    <a:pt x="692" y="23"/>
                  </a:lnTo>
                  <a:lnTo>
                    <a:pt x="697" y="21"/>
                  </a:lnTo>
                  <a:lnTo>
                    <a:pt x="697" y="21"/>
                  </a:lnTo>
                  <a:lnTo>
                    <a:pt x="710" y="15"/>
                  </a:lnTo>
                  <a:lnTo>
                    <a:pt x="717" y="10"/>
                  </a:lnTo>
                  <a:lnTo>
                    <a:pt x="722" y="6"/>
                  </a:lnTo>
                  <a:lnTo>
                    <a:pt x="722" y="6"/>
                  </a:lnTo>
                  <a:lnTo>
                    <a:pt x="725" y="3"/>
                  </a:lnTo>
                  <a:lnTo>
                    <a:pt x="727" y="2"/>
                  </a:lnTo>
                  <a:lnTo>
                    <a:pt x="730" y="0"/>
                  </a:lnTo>
                  <a:lnTo>
                    <a:pt x="733" y="0"/>
                  </a:lnTo>
                  <a:lnTo>
                    <a:pt x="733" y="0"/>
                  </a:lnTo>
                  <a:lnTo>
                    <a:pt x="738" y="1"/>
                  </a:lnTo>
                  <a:lnTo>
                    <a:pt x="743" y="3"/>
                  </a:lnTo>
                  <a:lnTo>
                    <a:pt x="748" y="7"/>
                  </a:lnTo>
                  <a:lnTo>
                    <a:pt x="751" y="13"/>
                  </a:lnTo>
                  <a:lnTo>
                    <a:pt x="751" y="13"/>
                  </a:lnTo>
                  <a:lnTo>
                    <a:pt x="752" y="16"/>
                  </a:lnTo>
                  <a:lnTo>
                    <a:pt x="752" y="21"/>
                  </a:lnTo>
                  <a:lnTo>
                    <a:pt x="751" y="26"/>
                  </a:lnTo>
                  <a:lnTo>
                    <a:pt x="748" y="32"/>
                  </a:lnTo>
                  <a:lnTo>
                    <a:pt x="748" y="32"/>
                  </a:lnTo>
                  <a:lnTo>
                    <a:pt x="741" y="37"/>
                  </a:lnTo>
                  <a:lnTo>
                    <a:pt x="736" y="41"/>
                  </a:lnTo>
                  <a:lnTo>
                    <a:pt x="723" y="51"/>
                  </a:lnTo>
                  <a:lnTo>
                    <a:pt x="708" y="59"/>
                  </a:lnTo>
                  <a:lnTo>
                    <a:pt x="694" y="67"/>
                  </a:lnTo>
                  <a:lnTo>
                    <a:pt x="694" y="67"/>
                  </a:lnTo>
                  <a:lnTo>
                    <a:pt x="680" y="75"/>
                  </a:lnTo>
                  <a:lnTo>
                    <a:pt x="668" y="82"/>
                  </a:lnTo>
                  <a:lnTo>
                    <a:pt x="668" y="82"/>
                  </a:lnTo>
                  <a:lnTo>
                    <a:pt x="654" y="91"/>
                  </a:lnTo>
                  <a:lnTo>
                    <a:pt x="639" y="101"/>
                  </a:lnTo>
                  <a:lnTo>
                    <a:pt x="612" y="122"/>
                  </a:lnTo>
                  <a:lnTo>
                    <a:pt x="612" y="122"/>
                  </a:lnTo>
                  <a:lnTo>
                    <a:pt x="593" y="139"/>
                  </a:lnTo>
                  <a:lnTo>
                    <a:pt x="573" y="153"/>
                  </a:lnTo>
                  <a:lnTo>
                    <a:pt x="573" y="153"/>
                  </a:lnTo>
                  <a:lnTo>
                    <a:pt x="539" y="176"/>
                  </a:lnTo>
                  <a:lnTo>
                    <a:pt x="505" y="196"/>
                  </a:lnTo>
                  <a:lnTo>
                    <a:pt x="505" y="196"/>
                  </a:lnTo>
                  <a:lnTo>
                    <a:pt x="472" y="218"/>
                  </a:lnTo>
                  <a:lnTo>
                    <a:pt x="439" y="239"/>
                  </a:lnTo>
                  <a:lnTo>
                    <a:pt x="408" y="263"/>
                  </a:lnTo>
                  <a:lnTo>
                    <a:pt x="392" y="275"/>
                  </a:lnTo>
                  <a:lnTo>
                    <a:pt x="378" y="287"/>
                  </a:lnTo>
                  <a:lnTo>
                    <a:pt x="378" y="287"/>
                  </a:lnTo>
                  <a:lnTo>
                    <a:pt x="358" y="305"/>
                  </a:lnTo>
                  <a:lnTo>
                    <a:pt x="338" y="322"/>
                  </a:lnTo>
                  <a:lnTo>
                    <a:pt x="296" y="354"/>
                  </a:lnTo>
                  <a:lnTo>
                    <a:pt x="296" y="354"/>
                  </a:lnTo>
                  <a:lnTo>
                    <a:pt x="267" y="377"/>
                  </a:lnTo>
                  <a:lnTo>
                    <a:pt x="238" y="401"/>
                  </a:lnTo>
                  <a:lnTo>
                    <a:pt x="209" y="427"/>
                  </a:lnTo>
                  <a:lnTo>
                    <a:pt x="196" y="440"/>
                  </a:lnTo>
                  <a:lnTo>
                    <a:pt x="183" y="454"/>
                  </a:lnTo>
                  <a:lnTo>
                    <a:pt x="183" y="454"/>
                  </a:lnTo>
                  <a:lnTo>
                    <a:pt x="161" y="478"/>
                  </a:lnTo>
                  <a:lnTo>
                    <a:pt x="140" y="502"/>
                  </a:lnTo>
                  <a:lnTo>
                    <a:pt x="140" y="502"/>
                  </a:lnTo>
                  <a:lnTo>
                    <a:pt x="104" y="545"/>
                  </a:lnTo>
                  <a:lnTo>
                    <a:pt x="100" y="550"/>
                  </a:lnTo>
                  <a:lnTo>
                    <a:pt x="100" y="550"/>
                  </a:lnTo>
                  <a:lnTo>
                    <a:pt x="82" y="568"/>
                  </a:lnTo>
                  <a:lnTo>
                    <a:pt x="74" y="578"/>
                  </a:lnTo>
                  <a:lnTo>
                    <a:pt x="65" y="586"/>
                  </a:lnTo>
                  <a:lnTo>
                    <a:pt x="65" y="586"/>
                  </a:lnTo>
                  <a:lnTo>
                    <a:pt x="56" y="592"/>
                  </a:lnTo>
                  <a:lnTo>
                    <a:pt x="56" y="592"/>
                  </a:lnTo>
                  <a:lnTo>
                    <a:pt x="50" y="596"/>
                  </a:lnTo>
                  <a:lnTo>
                    <a:pt x="44" y="600"/>
                  </a:lnTo>
                  <a:lnTo>
                    <a:pt x="40" y="604"/>
                  </a:lnTo>
                  <a:lnTo>
                    <a:pt x="36" y="611"/>
                  </a:lnTo>
                  <a:lnTo>
                    <a:pt x="36" y="611"/>
                  </a:lnTo>
                  <a:lnTo>
                    <a:pt x="33" y="616"/>
                  </a:lnTo>
                  <a:lnTo>
                    <a:pt x="29" y="620"/>
                  </a:lnTo>
                  <a:lnTo>
                    <a:pt x="24" y="622"/>
                  </a:lnTo>
                  <a:lnTo>
                    <a:pt x="17" y="623"/>
                  </a:lnTo>
                  <a:lnTo>
                    <a:pt x="17" y="62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Text"/>
          <p:cNvSpPr txBox="1"/>
          <p:nvPr/>
        </p:nvSpPr>
        <p:spPr>
          <a:xfrm>
            <a:off x="4448188" y="3424432"/>
            <a:ext cx="3295624" cy="553998"/>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600" dirty="0">
                <a:cs typeface="+mn-ea"/>
                <a:sym typeface="+mn-lt"/>
              </a:rPr>
              <a:t>工作不足及改进</a:t>
            </a:r>
            <a:endParaRPr lang="en-US" altLang="zh-CN" sz="3600" dirty="0">
              <a:cs typeface="+mn-ea"/>
              <a:sym typeface="+mn-lt"/>
            </a:endParaRPr>
          </a:p>
        </p:txBody>
      </p:sp>
      <p:sp>
        <p:nvSpPr>
          <p:cNvPr id="5" name="Footer Text"/>
          <p:cNvSpPr txBox="1"/>
          <p:nvPr/>
        </p:nvSpPr>
        <p:spPr>
          <a:xfrm>
            <a:off x="5297029" y="2435218"/>
            <a:ext cx="1575720" cy="9233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0" dirty="0">
                <a:cs typeface="+mn-ea"/>
                <a:sym typeface="+mn-lt"/>
              </a:rPr>
              <a:t>0</a:t>
            </a:r>
            <a:r>
              <a:rPr lang="en-US" altLang="zh-CN" sz="6000" dirty="0">
                <a:cs typeface="+mn-ea"/>
                <a:sym typeface="+mn-lt"/>
              </a:rPr>
              <a:t>3</a:t>
            </a:r>
            <a:endParaRPr lang="en-US" sz="3200" dirty="0">
              <a:cs typeface="+mn-ea"/>
              <a:sym typeface="+mn-lt"/>
            </a:endParaRPr>
          </a:p>
        </p:txBody>
      </p:sp>
      <p:pic>
        <p:nvPicPr>
          <p:cNvPr id="7" name="Рисунок 3"/>
          <p:cNvPicPr>
            <a:picLocks noChangeAspect="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 uri="{28A0092B-C50C-407E-A947-70E740481C1C}">
                <a14:useLocalDpi xmlns:a14="http://schemas.microsoft.com/office/drawing/2010/main" val="0"/>
              </a:ext>
            </a:extLst>
          </a:blip>
          <a:stretch>
            <a:fillRect/>
          </a:stretch>
        </p:blipFill>
        <p:spPr>
          <a:xfrm>
            <a:off x="3232049" y="4227277"/>
            <a:ext cx="5727901" cy="12349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30" name="TextBox 82"/>
          <p:cNvSpPr txBox="1"/>
          <p:nvPr/>
        </p:nvSpPr>
        <p:spPr>
          <a:xfrm>
            <a:off x="1396979" y="2656650"/>
            <a:ext cx="1620957" cy="338554"/>
          </a:xfrm>
          <a:prstGeom prst="rect">
            <a:avLst/>
          </a:prstGeom>
          <a:noFill/>
        </p:spPr>
        <p:txBody>
          <a:bodyPr wrap="none" rtlCol="0">
            <a:spAutoFit/>
          </a:bodyPr>
          <a:lstStyle/>
          <a:p>
            <a:r>
              <a:rPr lang="zh-CN" altLang="en-US" sz="1600" b="1" dirty="0">
                <a:cs typeface="+mn-ea"/>
                <a:sym typeface="+mn-lt"/>
              </a:rPr>
              <a:t>输入您的小标题</a:t>
            </a:r>
            <a:endParaRPr lang="es-ES_tradnl" altLang="zh-CN" sz="1600" b="1" dirty="0">
              <a:cs typeface="+mn-ea"/>
              <a:sym typeface="+mn-lt"/>
            </a:endParaRPr>
          </a:p>
        </p:txBody>
      </p:sp>
      <p:sp>
        <p:nvSpPr>
          <p:cNvPr id="31" name="TextBox 83"/>
          <p:cNvSpPr txBox="1"/>
          <p:nvPr/>
        </p:nvSpPr>
        <p:spPr>
          <a:xfrm>
            <a:off x="1396979" y="2952787"/>
            <a:ext cx="2694701" cy="618183"/>
          </a:xfrm>
          <a:prstGeom prst="rect">
            <a:avLst/>
          </a:prstGeom>
          <a:noFill/>
        </p:spPr>
        <p:txBody>
          <a:bodyPr wrap="square" rtlCol="0">
            <a:spAutoFit/>
          </a:bodyPr>
          <a:lstStyle/>
          <a:p>
            <a:pPr>
              <a:lnSpc>
                <a:spcPct val="150000"/>
              </a:lnSpc>
            </a:pPr>
            <a:r>
              <a:rPr lang="id-ID" sz="1200" dirty="0">
                <a:cs typeface="+mn-ea"/>
                <a:sym typeface="+mn-lt"/>
              </a:rPr>
              <a:t>Suitable for all category</a:t>
            </a:r>
            <a:r>
              <a:rPr lang="en-US" sz="1200" dirty="0">
                <a:cs typeface="+mn-ea"/>
                <a:sym typeface="+mn-lt"/>
              </a:rPr>
              <a:t>, </a:t>
            </a:r>
            <a:r>
              <a:rPr lang="en-US" sz="1200" dirty="0" err="1">
                <a:cs typeface="+mn-ea"/>
                <a:sym typeface="+mn-lt"/>
              </a:rPr>
              <a:t>Lorem</a:t>
            </a:r>
            <a:r>
              <a:rPr lang="en-US" sz="1200" dirty="0">
                <a:cs typeface="+mn-ea"/>
                <a:sym typeface="+mn-lt"/>
              </a:rPr>
              <a:t> </a:t>
            </a:r>
            <a:r>
              <a:rPr lang="en-US" sz="1200" dirty="0" err="1">
                <a:cs typeface="+mn-ea"/>
                <a:sym typeface="+mn-lt"/>
              </a:rPr>
              <a:t>Ipsum</a:t>
            </a:r>
            <a:r>
              <a:rPr lang="en-US" sz="1200" dirty="0">
                <a:cs typeface="+mn-ea"/>
                <a:sym typeface="+mn-lt"/>
              </a:rPr>
              <a:t> is not simply random text.</a:t>
            </a:r>
            <a:endParaRPr lang="en-US" sz="1200" b="1" dirty="0">
              <a:cs typeface="+mn-ea"/>
              <a:sym typeface="+mn-lt"/>
            </a:endParaRPr>
          </a:p>
        </p:txBody>
      </p:sp>
      <p:sp>
        <p:nvSpPr>
          <p:cNvPr id="32" name="TextBox 82"/>
          <p:cNvSpPr txBox="1"/>
          <p:nvPr/>
        </p:nvSpPr>
        <p:spPr>
          <a:xfrm>
            <a:off x="4762939" y="2654648"/>
            <a:ext cx="1620957" cy="338554"/>
          </a:xfrm>
          <a:prstGeom prst="rect">
            <a:avLst/>
          </a:prstGeom>
          <a:noFill/>
        </p:spPr>
        <p:txBody>
          <a:bodyPr wrap="none" rtlCol="0">
            <a:spAutoFit/>
          </a:bodyPr>
          <a:lstStyle/>
          <a:p>
            <a:r>
              <a:rPr lang="zh-CN" altLang="en-US" sz="1600" b="1" dirty="0">
                <a:cs typeface="+mn-ea"/>
                <a:sym typeface="+mn-lt"/>
              </a:rPr>
              <a:t>输入您的小标题</a:t>
            </a:r>
            <a:endParaRPr lang="es-ES_tradnl" altLang="zh-CN" sz="1600" b="1" dirty="0">
              <a:cs typeface="+mn-ea"/>
              <a:sym typeface="+mn-lt"/>
            </a:endParaRPr>
          </a:p>
        </p:txBody>
      </p:sp>
      <p:sp>
        <p:nvSpPr>
          <p:cNvPr id="33" name="TextBox 83"/>
          <p:cNvSpPr txBox="1"/>
          <p:nvPr/>
        </p:nvSpPr>
        <p:spPr>
          <a:xfrm>
            <a:off x="4762939" y="2950785"/>
            <a:ext cx="2694701" cy="618183"/>
          </a:xfrm>
          <a:prstGeom prst="rect">
            <a:avLst/>
          </a:prstGeom>
          <a:noFill/>
        </p:spPr>
        <p:txBody>
          <a:bodyPr wrap="square" rtlCol="0">
            <a:spAutoFit/>
          </a:bodyPr>
          <a:lstStyle/>
          <a:p>
            <a:pPr>
              <a:lnSpc>
                <a:spcPct val="150000"/>
              </a:lnSpc>
            </a:pPr>
            <a:r>
              <a:rPr lang="id-ID" sz="1200" dirty="0">
                <a:cs typeface="+mn-ea"/>
                <a:sym typeface="+mn-lt"/>
              </a:rPr>
              <a:t>Suitable for all category</a:t>
            </a:r>
            <a:r>
              <a:rPr lang="en-US" sz="1200" dirty="0">
                <a:cs typeface="+mn-ea"/>
                <a:sym typeface="+mn-lt"/>
              </a:rPr>
              <a:t>, </a:t>
            </a:r>
            <a:r>
              <a:rPr lang="en-US" sz="1200" dirty="0" err="1">
                <a:cs typeface="+mn-ea"/>
                <a:sym typeface="+mn-lt"/>
              </a:rPr>
              <a:t>Lorem</a:t>
            </a:r>
            <a:r>
              <a:rPr lang="en-US" sz="1200" dirty="0">
                <a:cs typeface="+mn-ea"/>
                <a:sym typeface="+mn-lt"/>
              </a:rPr>
              <a:t> </a:t>
            </a:r>
            <a:r>
              <a:rPr lang="en-US" sz="1200" dirty="0" err="1">
                <a:cs typeface="+mn-ea"/>
                <a:sym typeface="+mn-lt"/>
              </a:rPr>
              <a:t>Ipsum</a:t>
            </a:r>
            <a:r>
              <a:rPr lang="en-US" sz="1200" dirty="0">
                <a:cs typeface="+mn-ea"/>
                <a:sym typeface="+mn-lt"/>
              </a:rPr>
              <a:t> is not simply random text.</a:t>
            </a:r>
            <a:endParaRPr lang="en-US" sz="1200" b="1" dirty="0">
              <a:cs typeface="+mn-ea"/>
              <a:sym typeface="+mn-lt"/>
            </a:endParaRPr>
          </a:p>
        </p:txBody>
      </p:sp>
      <p:sp>
        <p:nvSpPr>
          <p:cNvPr id="34" name="TextBox 82"/>
          <p:cNvSpPr txBox="1"/>
          <p:nvPr/>
        </p:nvSpPr>
        <p:spPr>
          <a:xfrm>
            <a:off x="8074580" y="2654648"/>
            <a:ext cx="1620957" cy="338554"/>
          </a:xfrm>
          <a:prstGeom prst="rect">
            <a:avLst/>
          </a:prstGeom>
          <a:noFill/>
        </p:spPr>
        <p:txBody>
          <a:bodyPr wrap="none" rtlCol="0">
            <a:spAutoFit/>
          </a:bodyPr>
          <a:lstStyle/>
          <a:p>
            <a:r>
              <a:rPr lang="zh-CN" altLang="en-US" sz="1600" b="1" dirty="0">
                <a:cs typeface="+mn-ea"/>
                <a:sym typeface="+mn-lt"/>
              </a:rPr>
              <a:t>输入您的小标题</a:t>
            </a:r>
            <a:endParaRPr lang="es-ES_tradnl" altLang="zh-CN" sz="1600" b="1" dirty="0">
              <a:cs typeface="+mn-ea"/>
              <a:sym typeface="+mn-lt"/>
            </a:endParaRPr>
          </a:p>
        </p:txBody>
      </p:sp>
      <p:sp>
        <p:nvSpPr>
          <p:cNvPr id="35" name="TextBox 83"/>
          <p:cNvSpPr txBox="1"/>
          <p:nvPr/>
        </p:nvSpPr>
        <p:spPr>
          <a:xfrm>
            <a:off x="8074580" y="2950785"/>
            <a:ext cx="2694701" cy="618183"/>
          </a:xfrm>
          <a:prstGeom prst="rect">
            <a:avLst/>
          </a:prstGeom>
          <a:noFill/>
        </p:spPr>
        <p:txBody>
          <a:bodyPr wrap="square" rtlCol="0">
            <a:spAutoFit/>
          </a:bodyPr>
          <a:lstStyle/>
          <a:p>
            <a:pPr>
              <a:lnSpc>
                <a:spcPct val="150000"/>
              </a:lnSpc>
            </a:pPr>
            <a:r>
              <a:rPr lang="id-ID" sz="1200" dirty="0">
                <a:cs typeface="+mn-ea"/>
                <a:sym typeface="+mn-lt"/>
              </a:rPr>
              <a:t>Suitable for all category</a:t>
            </a:r>
            <a:r>
              <a:rPr lang="en-US" sz="1200" dirty="0">
                <a:cs typeface="+mn-ea"/>
                <a:sym typeface="+mn-lt"/>
              </a:rPr>
              <a:t>, </a:t>
            </a:r>
            <a:r>
              <a:rPr lang="en-US" sz="1200" dirty="0" err="1">
                <a:cs typeface="+mn-ea"/>
                <a:sym typeface="+mn-lt"/>
              </a:rPr>
              <a:t>Lorem</a:t>
            </a:r>
            <a:r>
              <a:rPr lang="en-US" sz="1200" dirty="0">
                <a:cs typeface="+mn-ea"/>
                <a:sym typeface="+mn-lt"/>
              </a:rPr>
              <a:t> </a:t>
            </a:r>
            <a:r>
              <a:rPr lang="en-US" sz="1200" dirty="0" err="1">
                <a:cs typeface="+mn-ea"/>
                <a:sym typeface="+mn-lt"/>
              </a:rPr>
              <a:t>Ipsum</a:t>
            </a:r>
            <a:r>
              <a:rPr lang="en-US" sz="1200" dirty="0">
                <a:cs typeface="+mn-ea"/>
                <a:sym typeface="+mn-lt"/>
              </a:rPr>
              <a:t> is not simply random text.</a:t>
            </a:r>
            <a:endParaRPr lang="en-US" sz="1200" b="1" dirty="0">
              <a:cs typeface="+mn-ea"/>
              <a:sym typeface="+mn-lt"/>
            </a:endParaRPr>
          </a:p>
        </p:txBody>
      </p:sp>
      <p:sp>
        <p:nvSpPr>
          <p:cNvPr id="36" name="TextBox 82"/>
          <p:cNvSpPr txBox="1"/>
          <p:nvPr/>
        </p:nvSpPr>
        <p:spPr>
          <a:xfrm>
            <a:off x="1396979" y="4709563"/>
            <a:ext cx="1620957" cy="338554"/>
          </a:xfrm>
          <a:prstGeom prst="rect">
            <a:avLst/>
          </a:prstGeom>
          <a:noFill/>
        </p:spPr>
        <p:txBody>
          <a:bodyPr wrap="none" rtlCol="0">
            <a:spAutoFit/>
          </a:bodyPr>
          <a:lstStyle/>
          <a:p>
            <a:r>
              <a:rPr lang="zh-CN" altLang="en-US" sz="1600" b="1" dirty="0">
                <a:cs typeface="+mn-ea"/>
                <a:sym typeface="+mn-lt"/>
              </a:rPr>
              <a:t>输入您的小标题</a:t>
            </a:r>
            <a:endParaRPr lang="es-ES_tradnl" altLang="zh-CN" sz="1600" b="1" dirty="0">
              <a:cs typeface="+mn-ea"/>
              <a:sym typeface="+mn-lt"/>
            </a:endParaRPr>
          </a:p>
        </p:txBody>
      </p:sp>
      <p:sp>
        <p:nvSpPr>
          <p:cNvPr id="37" name="TextBox 83"/>
          <p:cNvSpPr txBox="1"/>
          <p:nvPr/>
        </p:nvSpPr>
        <p:spPr>
          <a:xfrm>
            <a:off x="1396979" y="5005700"/>
            <a:ext cx="2694701" cy="618183"/>
          </a:xfrm>
          <a:prstGeom prst="rect">
            <a:avLst/>
          </a:prstGeom>
          <a:noFill/>
        </p:spPr>
        <p:txBody>
          <a:bodyPr wrap="square" rtlCol="0">
            <a:spAutoFit/>
          </a:bodyPr>
          <a:lstStyle/>
          <a:p>
            <a:pPr>
              <a:lnSpc>
                <a:spcPct val="150000"/>
              </a:lnSpc>
            </a:pPr>
            <a:r>
              <a:rPr lang="id-ID" sz="1200" dirty="0">
                <a:cs typeface="+mn-ea"/>
                <a:sym typeface="+mn-lt"/>
              </a:rPr>
              <a:t>Suitable for all category</a:t>
            </a:r>
            <a:r>
              <a:rPr lang="en-US" sz="1200" dirty="0">
                <a:cs typeface="+mn-ea"/>
                <a:sym typeface="+mn-lt"/>
              </a:rPr>
              <a:t>, </a:t>
            </a:r>
            <a:r>
              <a:rPr lang="en-US" sz="1200" dirty="0" err="1">
                <a:cs typeface="+mn-ea"/>
                <a:sym typeface="+mn-lt"/>
              </a:rPr>
              <a:t>Lorem</a:t>
            </a:r>
            <a:r>
              <a:rPr lang="en-US" sz="1200" dirty="0">
                <a:cs typeface="+mn-ea"/>
                <a:sym typeface="+mn-lt"/>
              </a:rPr>
              <a:t> </a:t>
            </a:r>
            <a:r>
              <a:rPr lang="en-US" sz="1200" dirty="0" err="1">
                <a:cs typeface="+mn-ea"/>
                <a:sym typeface="+mn-lt"/>
              </a:rPr>
              <a:t>Ipsum</a:t>
            </a:r>
            <a:r>
              <a:rPr lang="en-US" sz="1200" dirty="0">
                <a:cs typeface="+mn-ea"/>
                <a:sym typeface="+mn-lt"/>
              </a:rPr>
              <a:t> is not simply random text.</a:t>
            </a:r>
            <a:endParaRPr lang="en-US" sz="1200" b="1" dirty="0">
              <a:cs typeface="+mn-ea"/>
              <a:sym typeface="+mn-lt"/>
            </a:endParaRPr>
          </a:p>
        </p:txBody>
      </p:sp>
      <p:sp>
        <p:nvSpPr>
          <p:cNvPr id="38" name="TextBox 82"/>
          <p:cNvSpPr txBox="1"/>
          <p:nvPr/>
        </p:nvSpPr>
        <p:spPr>
          <a:xfrm>
            <a:off x="4762939" y="4707561"/>
            <a:ext cx="1620957" cy="338554"/>
          </a:xfrm>
          <a:prstGeom prst="rect">
            <a:avLst/>
          </a:prstGeom>
          <a:noFill/>
        </p:spPr>
        <p:txBody>
          <a:bodyPr wrap="none" rtlCol="0">
            <a:spAutoFit/>
          </a:bodyPr>
          <a:lstStyle/>
          <a:p>
            <a:r>
              <a:rPr lang="zh-CN" altLang="en-US" sz="1600" b="1" dirty="0">
                <a:cs typeface="+mn-ea"/>
                <a:sym typeface="+mn-lt"/>
              </a:rPr>
              <a:t>输入您的小标题</a:t>
            </a:r>
            <a:endParaRPr lang="es-ES_tradnl" altLang="zh-CN" sz="1600" b="1" dirty="0">
              <a:cs typeface="+mn-ea"/>
              <a:sym typeface="+mn-lt"/>
            </a:endParaRPr>
          </a:p>
        </p:txBody>
      </p:sp>
      <p:sp>
        <p:nvSpPr>
          <p:cNvPr id="39" name="TextBox 83"/>
          <p:cNvSpPr txBox="1"/>
          <p:nvPr/>
        </p:nvSpPr>
        <p:spPr>
          <a:xfrm>
            <a:off x="4762939" y="5003698"/>
            <a:ext cx="2694701" cy="618183"/>
          </a:xfrm>
          <a:prstGeom prst="rect">
            <a:avLst/>
          </a:prstGeom>
          <a:noFill/>
        </p:spPr>
        <p:txBody>
          <a:bodyPr wrap="square" rtlCol="0">
            <a:spAutoFit/>
          </a:bodyPr>
          <a:lstStyle/>
          <a:p>
            <a:pPr>
              <a:lnSpc>
                <a:spcPct val="150000"/>
              </a:lnSpc>
            </a:pPr>
            <a:r>
              <a:rPr lang="id-ID" sz="1200" dirty="0">
                <a:cs typeface="+mn-ea"/>
                <a:sym typeface="+mn-lt"/>
              </a:rPr>
              <a:t>Suitable for all category</a:t>
            </a:r>
            <a:r>
              <a:rPr lang="en-US" sz="1200" dirty="0">
                <a:cs typeface="+mn-ea"/>
                <a:sym typeface="+mn-lt"/>
              </a:rPr>
              <a:t>, </a:t>
            </a:r>
            <a:r>
              <a:rPr lang="en-US" sz="1200" dirty="0" err="1">
                <a:cs typeface="+mn-ea"/>
                <a:sym typeface="+mn-lt"/>
              </a:rPr>
              <a:t>Lorem</a:t>
            </a:r>
            <a:r>
              <a:rPr lang="en-US" sz="1200" dirty="0">
                <a:cs typeface="+mn-ea"/>
                <a:sym typeface="+mn-lt"/>
              </a:rPr>
              <a:t> </a:t>
            </a:r>
            <a:r>
              <a:rPr lang="en-US" sz="1200" dirty="0" err="1">
                <a:cs typeface="+mn-ea"/>
                <a:sym typeface="+mn-lt"/>
              </a:rPr>
              <a:t>Ipsum</a:t>
            </a:r>
            <a:r>
              <a:rPr lang="en-US" sz="1200" dirty="0">
                <a:cs typeface="+mn-ea"/>
                <a:sym typeface="+mn-lt"/>
              </a:rPr>
              <a:t> is not simply random text.</a:t>
            </a:r>
            <a:endParaRPr lang="en-US" sz="1200" b="1" dirty="0">
              <a:cs typeface="+mn-ea"/>
              <a:sym typeface="+mn-lt"/>
            </a:endParaRPr>
          </a:p>
        </p:txBody>
      </p:sp>
      <p:sp>
        <p:nvSpPr>
          <p:cNvPr id="40" name="TextBox 82"/>
          <p:cNvSpPr txBox="1"/>
          <p:nvPr/>
        </p:nvSpPr>
        <p:spPr>
          <a:xfrm>
            <a:off x="8074580" y="4707561"/>
            <a:ext cx="1620957" cy="338554"/>
          </a:xfrm>
          <a:prstGeom prst="rect">
            <a:avLst/>
          </a:prstGeom>
          <a:noFill/>
        </p:spPr>
        <p:txBody>
          <a:bodyPr wrap="none" rtlCol="0">
            <a:spAutoFit/>
          </a:bodyPr>
          <a:lstStyle/>
          <a:p>
            <a:r>
              <a:rPr lang="zh-CN" altLang="en-US" sz="1600" b="1" dirty="0">
                <a:cs typeface="+mn-ea"/>
                <a:sym typeface="+mn-lt"/>
              </a:rPr>
              <a:t>输入您的小标题</a:t>
            </a:r>
            <a:endParaRPr lang="es-ES_tradnl" altLang="zh-CN" sz="1600" b="1" dirty="0">
              <a:cs typeface="+mn-ea"/>
              <a:sym typeface="+mn-lt"/>
            </a:endParaRPr>
          </a:p>
        </p:txBody>
      </p:sp>
      <p:sp>
        <p:nvSpPr>
          <p:cNvPr id="41" name="TextBox 83"/>
          <p:cNvSpPr txBox="1"/>
          <p:nvPr/>
        </p:nvSpPr>
        <p:spPr>
          <a:xfrm>
            <a:off x="8074580" y="5003698"/>
            <a:ext cx="2694701" cy="618183"/>
          </a:xfrm>
          <a:prstGeom prst="rect">
            <a:avLst/>
          </a:prstGeom>
          <a:noFill/>
        </p:spPr>
        <p:txBody>
          <a:bodyPr wrap="square" rtlCol="0">
            <a:spAutoFit/>
          </a:bodyPr>
          <a:lstStyle/>
          <a:p>
            <a:pPr>
              <a:lnSpc>
                <a:spcPct val="150000"/>
              </a:lnSpc>
            </a:pPr>
            <a:r>
              <a:rPr lang="id-ID" sz="1200" dirty="0">
                <a:cs typeface="+mn-ea"/>
                <a:sym typeface="+mn-lt"/>
              </a:rPr>
              <a:t>Suitable for all category</a:t>
            </a:r>
            <a:r>
              <a:rPr lang="en-US" sz="1200" dirty="0">
                <a:cs typeface="+mn-ea"/>
                <a:sym typeface="+mn-lt"/>
              </a:rPr>
              <a:t>, </a:t>
            </a:r>
            <a:r>
              <a:rPr lang="en-US" sz="1200" dirty="0" err="1">
                <a:cs typeface="+mn-ea"/>
                <a:sym typeface="+mn-lt"/>
              </a:rPr>
              <a:t>Lorem</a:t>
            </a:r>
            <a:r>
              <a:rPr lang="en-US" sz="1200" dirty="0">
                <a:cs typeface="+mn-ea"/>
                <a:sym typeface="+mn-lt"/>
              </a:rPr>
              <a:t> </a:t>
            </a:r>
            <a:r>
              <a:rPr lang="en-US" sz="1200" dirty="0" err="1">
                <a:cs typeface="+mn-ea"/>
                <a:sym typeface="+mn-lt"/>
              </a:rPr>
              <a:t>Ipsum</a:t>
            </a:r>
            <a:r>
              <a:rPr lang="en-US" sz="1200" dirty="0">
                <a:cs typeface="+mn-ea"/>
                <a:sym typeface="+mn-lt"/>
              </a:rPr>
              <a:t> is not simply random text.</a:t>
            </a:r>
            <a:endParaRPr lang="en-US" sz="1200" b="1" dirty="0">
              <a:cs typeface="+mn-ea"/>
              <a:sym typeface="+mn-lt"/>
            </a:endParaRPr>
          </a:p>
        </p:txBody>
      </p:sp>
      <p:grpSp>
        <p:nvGrpSpPr>
          <p:cNvPr id="20" name="组合 19"/>
          <p:cNvGrpSpPr/>
          <p:nvPr/>
        </p:nvGrpSpPr>
        <p:grpSpPr>
          <a:xfrm>
            <a:off x="4871587" y="4099926"/>
            <a:ext cx="495332" cy="522489"/>
            <a:chOff x="4197350" y="2182813"/>
            <a:chExt cx="608013" cy="641350"/>
          </a:xfrm>
          <a:solidFill>
            <a:schemeClr val="tx1"/>
          </a:solidFill>
        </p:grpSpPr>
        <p:sp>
          <p:nvSpPr>
            <p:cNvPr id="163" name="Freeform 166"/>
            <p:cNvSpPr/>
            <p:nvPr/>
          </p:nvSpPr>
          <p:spPr bwMode="auto">
            <a:xfrm>
              <a:off x="4229100" y="2211388"/>
              <a:ext cx="39688" cy="157163"/>
            </a:xfrm>
            <a:custGeom>
              <a:avLst/>
              <a:gdLst/>
              <a:ahLst/>
              <a:cxnLst>
                <a:cxn ang="0">
                  <a:pos x="63" y="2"/>
                </a:cxn>
                <a:cxn ang="0">
                  <a:pos x="63" y="2"/>
                </a:cxn>
                <a:cxn ang="0">
                  <a:pos x="58" y="14"/>
                </a:cxn>
                <a:cxn ang="0">
                  <a:pos x="54" y="25"/>
                </a:cxn>
                <a:cxn ang="0">
                  <a:pos x="47" y="49"/>
                </a:cxn>
                <a:cxn ang="0">
                  <a:pos x="34" y="96"/>
                </a:cxn>
                <a:cxn ang="0">
                  <a:pos x="34" y="96"/>
                </a:cxn>
                <a:cxn ang="0">
                  <a:pos x="27" y="122"/>
                </a:cxn>
                <a:cxn ang="0">
                  <a:pos x="21" y="149"/>
                </a:cxn>
                <a:cxn ang="0">
                  <a:pos x="10" y="203"/>
                </a:cxn>
                <a:cxn ang="0">
                  <a:pos x="10" y="203"/>
                </a:cxn>
                <a:cxn ang="0">
                  <a:pos x="6" y="222"/>
                </a:cxn>
                <a:cxn ang="0">
                  <a:pos x="3" y="243"/>
                </a:cxn>
                <a:cxn ang="0">
                  <a:pos x="1" y="263"/>
                </a:cxn>
                <a:cxn ang="0">
                  <a:pos x="0" y="283"/>
                </a:cxn>
                <a:cxn ang="0">
                  <a:pos x="0" y="283"/>
                </a:cxn>
                <a:cxn ang="0">
                  <a:pos x="1" y="290"/>
                </a:cxn>
                <a:cxn ang="0">
                  <a:pos x="2" y="292"/>
                </a:cxn>
                <a:cxn ang="0">
                  <a:pos x="3" y="294"/>
                </a:cxn>
                <a:cxn ang="0">
                  <a:pos x="6" y="296"/>
                </a:cxn>
                <a:cxn ang="0">
                  <a:pos x="8" y="296"/>
                </a:cxn>
                <a:cxn ang="0">
                  <a:pos x="11" y="296"/>
                </a:cxn>
                <a:cxn ang="0">
                  <a:pos x="14" y="294"/>
                </a:cxn>
                <a:cxn ang="0">
                  <a:pos x="14" y="294"/>
                </a:cxn>
                <a:cxn ang="0">
                  <a:pos x="15" y="293"/>
                </a:cxn>
                <a:cxn ang="0">
                  <a:pos x="16" y="291"/>
                </a:cxn>
                <a:cxn ang="0">
                  <a:pos x="15" y="287"/>
                </a:cxn>
                <a:cxn ang="0">
                  <a:pos x="14" y="285"/>
                </a:cxn>
                <a:cxn ang="0">
                  <a:pos x="12" y="285"/>
                </a:cxn>
                <a:cxn ang="0">
                  <a:pos x="11" y="284"/>
                </a:cxn>
                <a:cxn ang="0">
                  <a:pos x="9" y="285"/>
                </a:cxn>
                <a:cxn ang="0">
                  <a:pos x="9" y="285"/>
                </a:cxn>
                <a:cxn ang="0">
                  <a:pos x="11" y="282"/>
                </a:cxn>
                <a:cxn ang="0">
                  <a:pos x="12" y="276"/>
                </a:cxn>
                <a:cxn ang="0">
                  <a:pos x="14" y="259"/>
                </a:cxn>
                <a:cxn ang="0">
                  <a:pos x="14" y="232"/>
                </a:cxn>
                <a:cxn ang="0">
                  <a:pos x="14" y="232"/>
                </a:cxn>
                <a:cxn ang="0">
                  <a:pos x="17" y="212"/>
                </a:cxn>
                <a:cxn ang="0">
                  <a:pos x="21" y="193"/>
                </a:cxn>
                <a:cxn ang="0">
                  <a:pos x="29" y="155"/>
                </a:cxn>
                <a:cxn ang="0">
                  <a:pos x="29" y="155"/>
                </a:cxn>
                <a:cxn ang="0">
                  <a:pos x="38" y="119"/>
                </a:cxn>
                <a:cxn ang="0">
                  <a:pos x="48" y="83"/>
                </a:cxn>
                <a:cxn ang="0">
                  <a:pos x="48" y="83"/>
                </a:cxn>
                <a:cxn ang="0">
                  <a:pos x="58" y="45"/>
                </a:cxn>
                <a:cxn ang="0">
                  <a:pos x="64" y="25"/>
                </a:cxn>
                <a:cxn ang="0">
                  <a:pos x="68" y="16"/>
                </a:cxn>
                <a:cxn ang="0">
                  <a:pos x="72" y="8"/>
                </a:cxn>
                <a:cxn ang="0">
                  <a:pos x="72" y="8"/>
                </a:cxn>
                <a:cxn ang="0">
                  <a:pos x="73" y="5"/>
                </a:cxn>
                <a:cxn ang="0">
                  <a:pos x="73" y="3"/>
                </a:cxn>
                <a:cxn ang="0">
                  <a:pos x="72" y="2"/>
                </a:cxn>
                <a:cxn ang="0">
                  <a:pos x="71" y="1"/>
                </a:cxn>
                <a:cxn ang="0">
                  <a:pos x="69" y="0"/>
                </a:cxn>
                <a:cxn ang="0">
                  <a:pos x="67" y="0"/>
                </a:cxn>
                <a:cxn ang="0">
                  <a:pos x="65" y="1"/>
                </a:cxn>
                <a:cxn ang="0">
                  <a:pos x="63" y="2"/>
                </a:cxn>
                <a:cxn ang="0">
                  <a:pos x="63" y="2"/>
                </a:cxn>
              </a:cxnLst>
              <a:rect l="0" t="0" r="r" b="b"/>
              <a:pathLst>
                <a:path w="73" h="296">
                  <a:moveTo>
                    <a:pt x="63" y="2"/>
                  </a:moveTo>
                  <a:lnTo>
                    <a:pt x="63" y="2"/>
                  </a:lnTo>
                  <a:lnTo>
                    <a:pt x="58" y="14"/>
                  </a:lnTo>
                  <a:lnTo>
                    <a:pt x="54" y="25"/>
                  </a:lnTo>
                  <a:lnTo>
                    <a:pt x="47" y="49"/>
                  </a:lnTo>
                  <a:lnTo>
                    <a:pt x="34" y="96"/>
                  </a:lnTo>
                  <a:lnTo>
                    <a:pt x="34" y="96"/>
                  </a:lnTo>
                  <a:lnTo>
                    <a:pt x="27" y="122"/>
                  </a:lnTo>
                  <a:lnTo>
                    <a:pt x="21" y="149"/>
                  </a:lnTo>
                  <a:lnTo>
                    <a:pt x="10" y="203"/>
                  </a:lnTo>
                  <a:lnTo>
                    <a:pt x="10" y="203"/>
                  </a:lnTo>
                  <a:lnTo>
                    <a:pt x="6" y="222"/>
                  </a:lnTo>
                  <a:lnTo>
                    <a:pt x="3" y="243"/>
                  </a:lnTo>
                  <a:lnTo>
                    <a:pt x="1" y="263"/>
                  </a:lnTo>
                  <a:lnTo>
                    <a:pt x="0" y="283"/>
                  </a:lnTo>
                  <a:lnTo>
                    <a:pt x="0" y="283"/>
                  </a:lnTo>
                  <a:lnTo>
                    <a:pt x="1" y="290"/>
                  </a:lnTo>
                  <a:lnTo>
                    <a:pt x="2" y="292"/>
                  </a:lnTo>
                  <a:lnTo>
                    <a:pt x="3" y="294"/>
                  </a:lnTo>
                  <a:lnTo>
                    <a:pt x="6" y="296"/>
                  </a:lnTo>
                  <a:lnTo>
                    <a:pt x="8" y="296"/>
                  </a:lnTo>
                  <a:lnTo>
                    <a:pt x="11" y="296"/>
                  </a:lnTo>
                  <a:lnTo>
                    <a:pt x="14" y="294"/>
                  </a:lnTo>
                  <a:lnTo>
                    <a:pt x="14" y="294"/>
                  </a:lnTo>
                  <a:lnTo>
                    <a:pt x="15" y="293"/>
                  </a:lnTo>
                  <a:lnTo>
                    <a:pt x="16" y="291"/>
                  </a:lnTo>
                  <a:lnTo>
                    <a:pt x="15" y="287"/>
                  </a:lnTo>
                  <a:lnTo>
                    <a:pt x="14" y="285"/>
                  </a:lnTo>
                  <a:lnTo>
                    <a:pt x="12" y="285"/>
                  </a:lnTo>
                  <a:lnTo>
                    <a:pt x="11" y="284"/>
                  </a:lnTo>
                  <a:lnTo>
                    <a:pt x="9" y="285"/>
                  </a:lnTo>
                  <a:lnTo>
                    <a:pt x="9" y="285"/>
                  </a:lnTo>
                  <a:lnTo>
                    <a:pt x="11" y="282"/>
                  </a:lnTo>
                  <a:lnTo>
                    <a:pt x="12" y="276"/>
                  </a:lnTo>
                  <a:lnTo>
                    <a:pt x="14" y="259"/>
                  </a:lnTo>
                  <a:lnTo>
                    <a:pt x="14" y="232"/>
                  </a:lnTo>
                  <a:lnTo>
                    <a:pt x="14" y="232"/>
                  </a:lnTo>
                  <a:lnTo>
                    <a:pt x="17" y="212"/>
                  </a:lnTo>
                  <a:lnTo>
                    <a:pt x="21" y="193"/>
                  </a:lnTo>
                  <a:lnTo>
                    <a:pt x="29" y="155"/>
                  </a:lnTo>
                  <a:lnTo>
                    <a:pt x="29" y="155"/>
                  </a:lnTo>
                  <a:lnTo>
                    <a:pt x="38" y="119"/>
                  </a:lnTo>
                  <a:lnTo>
                    <a:pt x="48" y="83"/>
                  </a:lnTo>
                  <a:lnTo>
                    <a:pt x="48" y="83"/>
                  </a:lnTo>
                  <a:lnTo>
                    <a:pt x="58" y="45"/>
                  </a:lnTo>
                  <a:lnTo>
                    <a:pt x="64" y="25"/>
                  </a:lnTo>
                  <a:lnTo>
                    <a:pt x="68" y="16"/>
                  </a:lnTo>
                  <a:lnTo>
                    <a:pt x="72" y="8"/>
                  </a:lnTo>
                  <a:lnTo>
                    <a:pt x="72" y="8"/>
                  </a:lnTo>
                  <a:lnTo>
                    <a:pt x="73" y="5"/>
                  </a:lnTo>
                  <a:lnTo>
                    <a:pt x="73" y="3"/>
                  </a:lnTo>
                  <a:lnTo>
                    <a:pt x="72" y="2"/>
                  </a:lnTo>
                  <a:lnTo>
                    <a:pt x="71" y="1"/>
                  </a:lnTo>
                  <a:lnTo>
                    <a:pt x="69" y="0"/>
                  </a:lnTo>
                  <a:lnTo>
                    <a:pt x="67" y="0"/>
                  </a:lnTo>
                  <a:lnTo>
                    <a:pt x="65" y="1"/>
                  </a:lnTo>
                  <a:lnTo>
                    <a:pt x="63" y="2"/>
                  </a:lnTo>
                  <a:lnTo>
                    <a:pt x="6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64" name="Freeform 167"/>
            <p:cNvSpPr/>
            <p:nvPr/>
          </p:nvSpPr>
          <p:spPr bwMode="auto">
            <a:xfrm>
              <a:off x="4251325" y="2206625"/>
              <a:ext cx="39688" cy="177800"/>
            </a:xfrm>
            <a:custGeom>
              <a:avLst/>
              <a:gdLst/>
              <a:ahLst/>
              <a:cxnLst>
                <a:cxn ang="0">
                  <a:pos x="66" y="3"/>
                </a:cxn>
                <a:cxn ang="0">
                  <a:pos x="66" y="3"/>
                </a:cxn>
                <a:cxn ang="0">
                  <a:pos x="51" y="40"/>
                </a:cxn>
                <a:cxn ang="0">
                  <a:pos x="44" y="59"/>
                </a:cxn>
                <a:cxn ang="0">
                  <a:pos x="38" y="78"/>
                </a:cxn>
                <a:cxn ang="0">
                  <a:pos x="38" y="78"/>
                </a:cxn>
                <a:cxn ang="0">
                  <a:pos x="33" y="101"/>
                </a:cxn>
                <a:cxn ang="0">
                  <a:pos x="29" y="124"/>
                </a:cxn>
                <a:cxn ang="0">
                  <a:pos x="20" y="170"/>
                </a:cxn>
                <a:cxn ang="0">
                  <a:pos x="20" y="170"/>
                </a:cxn>
                <a:cxn ang="0">
                  <a:pos x="5" y="249"/>
                </a:cxn>
                <a:cxn ang="0">
                  <a:pos x="5" y="249"/>
                </a:cxn>
                <a:cxn ang="0">
                  <a:pos x="2" y="270"/>
                </a:cxn>
                <a:cxn ang="0">
                  <a:pos x="1" y="290"/>
                </a:cxn>
                <a:cxn ang="0">
                  <a:pos x="0" y="311"/>
                </a:cxn>
                <a:cxn ang="0">
                  <a:pos x="0" y="332"/>
                </a:cxn>
                <a:cxn ang="0">
                  <a:pos x="0" y="332"/>
                </a:cxn>
                <a:cxn ang="0">
                  <a:pos x="0" y="334"/>
                </a:cxn>
                <a:cxn ang="0">
                  <a:pos x="1" y="336"/>
                </a:cxn>
                <a:cxn ang="0">
                  <a:pos x="3" y="336"/>
                </a:cxn>
                <a:cxn ang="0">
                  <a:pos x="5" y="337"/>
                </a:cxn>
                <a:cxn ang="0">
                  <a:pos x="6" y="336"/>
                </a:cxn>
                <a:cxn ang="0">
                  <a:pos x="8" y="336"/>
                </a:cxn>
                <a:cxn ang="0">
                  <a:pos x="9" y="334"/>
                </a:cxn>
                <a:cxn ang="0">
                  <a:pos x="9" y="332"/>
                </a:cxn>
                <a:cxn ang="0">
                  <a:pos x="9" y="332"/>
                </a:cxn>
                <a:cxn ang="0">
                  <a:pos x="9" y="310"/>
                </a:cxn>
                <a:cxn ang="0">
                  <a:pos x="10" y="288"/>
                </a:cxn>
                <a:cxn ang="0">
                  <a:pos x="12" y="265"/>
                </a:cxn>
                <a:cxn ang="0">
                  <a:pos x="16" y="244"/>
                </a:cxn>
                <a:cxn ang="0">
                  <a:pos x="16" y="244"/>
                </a:cxn>
                <a:cxn ang="0">
                  <a:pos x="32" y="164"/>
                </a:cxn>
                <a:cxn ang="0">
                  <a:pos x="32" y="164"/>
                </a:cxn>
                <a:cxn ang="0">
                  <a:pos x="39" y="122"/>
                </a:cxn>
                <a:cxn ang="0">
                  <a:pos x="47" y="81"/>
                </a:cxn>
                <a:cxn ang="0">
                  <a:pos x="47" y="81"/>
                </a:cxn>
                <a:cxn ang="0">
                  <a:pos x="52" y="61"/>
                </a:cxn>
                <a:cxn ang="0">
                  <a:pos x="60" y="43"/>
                </a:cxn>
                <a:cxn ang="0">
                  <a:pos x="75" y="6"/>
                </a:cxn>
                <a:cxn ang="0">
                  <a:pos x="75" y="6"/>
                </a:cxn>
                <a:cxn ang="0">
                  <a:pos x="76" y="4"/>
                </a:cxn>
                <a:cxn ang="0">
                  <a:pos x="75" y="2"/>
                </a:cxn>
                <a:cxn ang="0">
                  <a:pos x="74" y="1"/>
                </a:cxn>
                <a:cxn ang="0">
                  <a:pos x="72" y="0"/>
                </a:cxn>
                <a:cxn ang="0">
                  <a:pos x="69" y="1"/>
                </a:cxn>
                <a:cxn ang="0">
                  <a:pos x="67" y="2"/>
                </a:cxn>
                <a:cxn ang="0">
                  <a:pos x="66" y="3"/>
                </a:cxn>
                <a:cxn ang="0">
                  <a:pos x="66" y="3"/>
                </a:cxn>
              </a:cxnLst>
              <a:rect l="0" t="0" r="r" b="b"/>
              <a:pathLst>
                <a:path w="76" h="337">
                  <a:moveTo>
                    <a:pt x="66" y="3"/>
                  </a:moveTo>
                  <a:lnTo>
                    <a:pt x="66" y="3"/>
                  </a:lnTo>
                  <a:lnTo>
                    <a:pt x="51" y="40"/>
                  </a:lnTo>
                  <a:lnTo>
                    <a:pt x="44" y="59"/>
                  </a:lnTo>
                  <a:lnTo>
                    <a:pt x="38" y="78"/>
                  </a:lnTo>
                  <a:lnTo>
                    <a:pt x="38" y="78"/>
                  </a:lnTo>
                  <a:lnTo>
                    <a:pt x="33" y="101"/>
                  </a:lnTo>
                  <a:lnTo>
                    <a:pt x="29" y="124"/>
                  </a:lnTo>
                  <a:lnTo>
                    <a:pt x="20" y="170"/>
                  </a:lnTo>
                  <a:lnTo>
                    <a:pt x="20" y="170"/>
                  </a:lnTo>
                  <a:lnTo>
                    <a:pt x="5" y="249"/>
                  </a:lnTo>
                  <a:lnTo>
                    <a:pt x="5" y="249"/>
                  </a:lnTo>
                  <a:lnTo>
                    <a:pt x="2" y="270"/>
                  </a:lnTo>
                  <a:lnTo>
                    <a:pt x="1" y="290"/>
                  </a:lnTo>
                  <a:lnTo>
                    <a:pt x="0" y="311"/>
                  </a:lnTo>
                  <a:lnTo>
                    <a:pt x="0" y="332"/>
                  </a:lnTo>
                  <a:lnTo>
                    <a:pt x="0" y="332"/>
                  </a:lnTo>
                  <a:lnTo>
                    <a:pt x="0" y="334"/>
                  </a:lnTo>
                  <a:lnTo>
                    <a:pt x="1" y="336"/>
                  </a:lnTo>
                  <a:lnTo>
                    <a:pt x="3" y="336"/>
                  </a:lnTo>
                  <a:lnTo>
                    <a:pt x="5" y="337"/>
                  </a:lnTo>
                  <a:lnTo>
                    <a:pt x="6" y="336"/>
                  </a:lnTo>
                  <a:lnTo>
                    <a:pt x="8" y="336"/>
                  </a:lnTo>
                  <a:lnTo>
                    <a:pt x="9" y="334"/>
                  </a:lnTo>
                  <a:lnTo>
                    <a:pt x="9" y="332"/>
                  </a:lnTo>
                  <a:lnTo>
                    <a:pt x="9" y="332"/>
                  </a:lnTo>
                  <a:lnTo>
                    <a:pt x="9" y="310"/>
                  </a:lnTo>
                  <a:lnTo>
                    <a:pt x="10" y="288"/>
                  </a:lnTo>
                  <a:lnTo>
                    <a:pt x="12" y="265"/>
                  </a:lnTo>
                  <a:lnTo>
                    <a:pt x="16" y="244"/>
                  </a:lnTo>
                  <a:lnTo>
                    <a:pt x="16" y="244"/>
                  </a:lnTo>
                  <a:lnTo>
                    <a:pt x="32" y="164"/>
                  </a:lnTo>
                  <a:lnTo>
                    <a:pt x="32" y="164"/>
                  </a:lnTo>
                  <a:lnTo>
                    <a:pt x="39" y="122"/>
                  </a:lnTo>
                  <a:lnTo>
                    <a:pt x="47" y="81"/>
                  </a:lnTo>
                  <a:lnTo>
                    <a:pt x="47" y="81"/>
                  </a:lnTo>
                  <a:lnTo>
                    <a:pt x="52" y="61"/>
                  </a:lnTo>
                  <a:lnTo>
                    <a:pt x="60" y="43"/>
                  </a:lnTo>
                  <a:lnTo>
                    <a:pt x="75" y="6"/>
                  </a:lnTo>
                  <a:lnTo>
                    <a:pt x="75" y="6"/>
                  </a:lnTo>
                  <a:lnTo>
                    <a:pt x="76" y="4"/>
                  </a:lnTo>
                  <a:lnTo>
                    <a:pt x="75" y="2"/>
                  </a:lnTo>
                  <a:lnTo>
                    <a:pt x="74" y="1"/>
                  </a:lnTo>
                  <a:lnTo>
                    <a:pt x="72" y="0"/>
                  </a:lnTo>
                  <a:lnTo>
                    <a:pt x="69" y="1"/>
                  </a:lnTo>
                  <a:lnTo>
                    <a:pt x="67" y="2"/>
                  </a:lnTo>
                  <a:lnTo>
                    <a:pt x="66" y="3"/>
                  </a:lnTo>
                  <a:lnTo>
                    <a:pt x="6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65" name="Freeform 168"/>
            <p:cNvSpPr/>
            <p:nvPr/>
          </p:nvSpPr>
          <p:spPr bwMode="auto">
            <a:xfrm>
              <a:off x="4271963" y="2197100"/>
              <a:ext cx="55563" cy="195263"/>
            </a:xfrm>
            <a:custGeom>
              <a:avLst/>
              <a:gdLst/>
              <a:ahLst/>
              <a:cxnLst>
                <a:cxn ang="0">
                  <a:pos x="98" y="2"/>
                </a:cxn>
                <a:cxn ang="0">
                  <a:pos x="98" y="2"/>
                </a:cxn>
                <a:cxn ang="0">
                  <a:pos x="84" y="26"/>
                </a:cxn>
                <a:cxn ang="0">
                  <a:pos x="71" y="51"/>
                </a:cxn>
                <a:cxn ang="0">
                  <a:pos x="61" y="77"/>
                </a:cxn>
                <a:cxn ang="0">
                  <a:pos x="51" y="103"/>
                </a:cxn>
                <a:cxn ang="0">
                  <a:pos x="42" y="128"/>
                </a:cxn>
                <a:cxn ang="0">
                  <a:pos x="34" y="155"/>
                </a:cxn>
                <a:cxn ang="0">
                  <a:pos x="27" y="182"/>
                </a:cxn>
                <a:cxn ang="0">
                  <a:pos x="21" y="209"/>
                </a:cxn>
                <a:cxn ang="0">
                  <a:pos x="21" y="209"/>
                </a:cxn>
                <a:cxn ang="0">
                  <a:pos x="14" y="234"/>
                </a:cxn>
                <a:cxn ang="0">
                  <a:pos x="9" y="259"/>
                </a:cxn>
                <a:cxn ang="0">
                  <a:pos x="6" y="283"/>
                </a:cxn>
                <a:cxn ang="0">
                  <a:pos x="3" y="308"/>
                </a:cxn>
                <a:cxn ang="0">
                  <a:pos x="3" y="308"/>
                </a:cxn>
                <a:cxn ang="0">
                  <a:pos x="1" y="323"/>
                </a:cxn>
                <a:cxn ang="0">
                  <a:pos x="0" y="340"/>
                </a:cxn>
                <a:cxn ang="0">
                  <a:pos x="0" y="349"/>
                </a:cxn>
                <a:cxn ang="0">
                  <a:pos x="1" y="356"/>
                </a:cxn>
                <a:cxn ang="0">
                  <a:pos x="4" y="363"/>
                </a:cxn>
                <a:cxn ang="0">
                  <a:pos x="6" y="366"/>
                </a:cxn>
                <a:cxn ang="0">
                  <a:pos x="8" y="368"/>
                </a:cxn>
                <a:cxn ang="0">
                  <a:pos x="8" y="368"/>
                </a:cxn>
                <a:cxn ang="0">
                  <a:pos x="11" y="370"/>
                </a:cxn>
                <a:cxn ang="0">
                  <a:pos x="13" y="369"/>
                </a:cxn>
                <a:cxn ang="0">
                  <a:pos x="15" y="368"/>
                </a:cxn>
                <a:cxn ang="0">
                  <a:pos x="16" y="365"/>
                </a:cxn>
                <a:cxn ang="0">
                  <a:pos x="16" y="361"/>
                </a:cxn>
                <a:cxn ang="0">
                  <a:pos x="16" y="361"/>
                </a:cxn>
                <a:cxn ang="0">
                  <a:pos x="16" y="359"/>
                </a:cxn>
                <a:cxn ang="0">
                  <a:pos x="15" y="357"/>
                </a:cxn>
                <a:cxn ang="0">
                  <a:pos x="13" y="356"/>
                </a:cxn>
                <a:cxn ang="0">
                  <a:pos x="11" y="356"/>
                </a:cxn>
                <a:cxn ang="0">
                  <a:pos x="11" y="356"/>
                </a:cxn>
                <a:cxn ang="0">
                  <a:pos x="10" y="349"/>
                </a:cxn>
                <a:cxn ang="0">
                  <a:pos x="10" y="339"/>
                </a:cxn>
                <a:cxn ang="0">
                  <a:pos x="11" y="324"/>
                </a:cxn>
                <a:cxn ang="0">
                  <a:pos x="11" y="324"/>
                </a:cxn>
                <a:cxn ang="0">
                  <a:pos x="12" y="304"/>
                </a:cxn>
                <a:cxn ang="0">
                  <a:pos x="14" y="283"/>
                </a:cxn>
                <a:cxn ang="0">
                  <a:pos x="14" y="283"/>
                </a:cxn>
                <a:cxn ang="0">
                  <a:pos x="19" y="259"/>
                </a:cxn>
                <a:cxn ang="0">
                  <a:pos x="24" y="235"/>
                </a:cxn>
                <a:cxn ang="0">
                  <a:pos x="35" y="185"/>
                </a:cxn>
                <a:cxn ang="0">
                  <a:pos x="35" y="185"/>
                </a:cxn>
                <a:cxn ang="0">
                  <a:pos x="47" y="143"/>
                </a:cxn>
                <a:cxn ang="0">
                  <a:pos x="61" y="102"/>
                </a:cxn>
                <a:cxn ang="0">
                  <a:pos x="61" y="102"/>
                </a:cxn>
                <a:cxn ang="0">
                  <a:pos x="70" y="77"/>
                </a:cxn>
                <a:cxn ang="0">
                  <a:pos x="80" y="53"/>
                </a:cxn>
                <a:cxn ang="0">
                  <a:pos x="93" y="30"/>
                </a:cxn>
                <a:cxn ang="0">
                  <a:pos x="106" y="8"/>
                </a:cxn>
                <a:cxn ang="0">
                  <a:pos x="106" y="8"/>
                </a:cxn>
                <a:cxn ang="0">
                  <a:pos x="106" y="6"/>
                </a:cxn>
                <a:cxn ang="0">
                  <a:pos x="106" y="3"/>
                </a:cxn>
                <a:cxn ang="0">
                  <a:pos x="105" y="2"/>
                </a:cxn>
                <a:cxn ang="0">
                  <a:pos x="104" y="0"/>
                </a:cxn>
                <a:cxn ang="0">
                  <a:pos x="102" y="0"/>
                </a:cxn>
                <a:cxn ang="0">
                  <a:pos x="101" y="0"/>
                </a:cxn>
                <a:cxn ang="0">
                  <a:pos x="99" y="0"/>
                </a:cxn>
                <a:cxn ang="0">
                  <a:pos x="98" y="2"/>
                </a:cxn>
                <a:cxn ang="0">
                  <a:pos x="98" y="2"/>
                </a:cxn>
              </a:cxnLst>
              <a:rect l="0" t="0" r="r" b="b"/>
              <a:pathLst>
                <a:path w="106" h="370">
                  <a:moveTo>
                    <a:pt x="98" y="2"/>
                  </a:moveTo>
                  <a:lnTo>
                    <a:pt x="98" y="2"/>
                  </a:lnTo>
                  <a:lnTo>
                    <a:pt x="84" y="26"/>
                  </a:lnTo>
                  <a:lnTo>
                    <a:pt x="71" y="51"/>
                  </a:lnTo>
                  <a:lnTo>
                    <a:pt x="61" y="77"/>
                  </a:lnTo>
                  <a:lnTo>
                    <a:pt x="51" y="103"/>
                  </a:lnTo>
                  <a:lnTo>
                    <a:pt x="42" y="128"/>
                  </a:lnTo>
                  <a:lnTo>
                    <a:pt x="34" y="155"/>
                  </a:lnTo>
                  <a:lnTo>
                    <a:pt x="27" y="182"/>
                  </a:lnTo>
                  <a:lnTo>
                    <a:pt x="21" y="209"/>
                  </a:lnTo>
                  <a:lnTo>
                    <a:pt x="21" y="209"/>
                  </a:lnTo>
                  <a:lnTo>
                    <a:pt x="14" y="234"/>
                  </a:lnTo>
                  <a:lnTo>
                    <a:pt x="9" y="259"/>
                  </a:lnTo>
                  <a:lnTo>
                    <a:pt x="6" y="283"/>
                  </a:lnTo>
                  <a:lnTo>
                    <a:pt x="3" y="308"/>
                  </a:lnTo>
                  <a:lnTo>
                    <a:pt x="3" y="308"/>
                  </a:lnTo>
                  <a:lnTo>
                    <a:pt x="1" y="323"/>
                  </a:lnTo>
                  <a:lnTo>
                    <a:pt x="0" y="340"/>
                  </a:lnTo>
                  <a:lnTo>
                    <a:pt x="0" y="349"/>
                  </a:lnTo>
                  <a:lnTo>
                    <a:pt x="1" y="356"/>
                  </a:lnTo>
                  <a:lnTo>
                    <a:pt x="4" y="363"/>
                  </a:lnTo>
                  <a:lnTo>
                    <a:pt x="6" y="366"/>
                  </a:lnTo>
                  <a:lnTo>
                    <a:pt x="8" y="368"/>
                  </a:lnTo>
                  <a:lnTo>
                    <a:pt x="8" y="368"/>
                  </a:lnTo>
                  <a:lnTo>
                    <a:pt x="11" y="370"/>
                  </a:lnTo>
                  <a:lnTo>
                    <a:pt x="13" y="369"/>
                  </a:lnTo>
                  <a:lnTo>
                    <a:pt x="15" y="368"/>
                  </a:lnTo>
                  <a:lnTo>
                    <a:pt x="16" y="365"/>
                  </a:lnTo>
                  <a:lnTo>
                    <a:pt x="16" y="361"/>
                  </a:lnTo>
                  <a:lnTo>
                    <a:pt x="16" y="361"/>
                  </a:lnTo>
                  <a:lnTo>
                    <a:pt x="16" y="359"/>
                  </a:lnTo>
                  <a:lnTo>
                    <a:pt x="15" y="357"/>
                  </a:lnTo>
                  <a:lnTo>
                    <a:pt x="13" y="356"/>
                  </a:lnTo>
                  <a:lnTo>
                    <a:pt x="11" y="356"/>
                  </a:lnTo>
                  <a:lnTo>
                    <a:pt x="11" y="356"/>
                  </a:lnTo>
                  <a:lnTo>
                    <a:pt x="10" y="349"/>
                  </a:lnTo>
                  <a:lnTo>
                    <a:pt x="10" y="339"/>
                  </a:lnTo>
                  <a:lnTo>
                    <a:pt x="11" y="324"/>
                  </a:lnTo>
                  <a:lnTo>
                    <a:pt x="11" y="324"/>
                  </a:lnTo>
                  <a:lnTo>
                    <a:pt x="12" y="304"/>
                  </a:lnTo>
                  <a:lnTo>
                    <a:pt x="14" y="283"/>
                  </a:lnTo>
                  <a:lnTo>
                    <a:pt x="14" y="283"/>
                  </a:lnTo>
                  <a:lnTo>
                    <a:pt x="19" y="259"/>
                  </a:lnTo>
                  <a:lnTo>
                    <a:pt x="24" y="235"/>
                  </a:lnTo>
                  <a:lnTo>
                    <a:pt x="35" y="185"/>
                  </a:lnTo>
                  <a:lnTo>
                    <a:pt x="35" y="185"/>
                  </a:lnTo>
                  <a:lnTo>
                    <a:pt x="47" y="143"/>
                  </a:lnTo>
                  <a:lnTo>
                    <a:pt x="61" y="102"/>
                  </a:lnTo>
                  <a:lnTo>
                    <a:pt x="61" y="102"/>
                  </a:lnTo>
                  <a:lnTo>
                    <a:pt x="70" y="77"/>
                  </a:lnTo>
                  <a:lnTo>
                    <a:pt x="80" y="53"/>
                  </a:lnTo>
                  <a:lnTo>
                    <a:pt x="93" y="30"/>
                  </a:lnTo>
                  <a:lnTo>
                    <a:pt x="106" y="8"/>
                  </a:lnTo>
                  <a:lnTo>
                    <a:pt x="106" y="8"/>
                  </a:lnTo>
                  <a:lnTo>
                    <a:pt x="106" y="6"/>
                  </a:lnTo>
                  <a:lnTo>
                    <a:pt x="106" y="3"/>
                  </a:lnTo>
                  <a:lnTo>
                    <a:pt x="105" y="2"/>
                  </a:lnTo>
                  <a:lnTo>
                    <a:pt x="104" y="0"/>
                  </a:lnTo>
                  <a:lnTo>
                    <a:pt x="102" y="0"/>
                  </a:lnTo>
                  <a:lnTo>
                    <a:pt x="101" y="0"/>
                  </a:lnTo>
                  <a:lnTo>
                    <a:pt x="99" y="0"/>
                  </a:lnTo>
                  <a:lnTo>
                    <a:pt x="98" y="2"/>
                  </a:lnTo>
                  <a:lnTo>
                    <a:pt x="9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66" name="Freeform 169"/>
            <p:cNvSpPr/>
            <p:nvPr/>
          </p:nvSpPr>
          <p:spPr bwMode="auto">
            <a:xfrm>
              <a:off x="4305300" y="2198688"/>
              <a:ext cx="39688" cy="146050"/>
            </a:xfrm>
            <a:custGeom>
              <a:avLst/>
              <a:gdLst/>
              <a:ahLst/>
              <a:cxnLst>
                <a:cxn ang="0">
                  <a:pos x="68" y="2"/>
                </a:cxn>
                <a:cxn ang="0">
                  <a:pos x="68" y="2"/>
                </a:cxn>
                <a:cxn ang="0">
                  <a:pos x="62" y="10"/>
                </a:cxn>
                <a:cxn ang="0">
                  <a:pos x="57" y="20"/>
                </a:cxn>
                <a:cxn ang="0">
                  <a:pos x="54" y="31"/>
                </a:cxn>
                <a:cxn ang="0">
                  <a:pos x="53" y="41"/>
                </a:cxn>
                <a:cxn ang="0">
                  <a:pos x="53" y="41"/>
                </a:cxn>
                <a:cxn ang="0">
                  <a:pos x="51" y="51"/>
                </a:cxn>
                <a:cxn ang="0">
                  <a:pos x="49" y="60"/>
                </a:cxn>
                <a:cxn ang="0">
                  <a:pos x="42" y="80"/>
                </a:cxn>
                <a:cxn ang="0">
                  <a:pos x="37" y="101"/>
                </a:cxn>
                <a:cxn ang="0">
                  <a:pos x="32" y="120"/>
                </a:cxn>
                <a:cxn ang="0">
                  <a:pos x="32" y="120"/>
                </a:cxn>
                <a:cxn ang="0">
                  <a:pos x="14" y="191"/>
                </a:cxn>
                <a:cxn ang="0">
                  <a:pos x="7" y="227"/>
                </a:cxn>
                <a:cxn ang="0">
                  <a:pos x="3" y="244"/>
                </a:cxn>
                <a:cxn ang="0">
                  <a:pos x="1" y="263"/>
                </a:cxn>
                <a:cxn ang="0">
                  <a:pos x="1" y="263"/>
                </a:cxn>
                <a:cxn ang="0">
                  <a:pos x="0" y="265"/>
                </a:cxn>
                <a:cxn ang="0">
                  <a:pos x="0" y="270"/>
                </a:cxn>
                <a:cxn ang="0">
                  <a:pos x="0" y="270"/>
                </a:cxn>
                <a:cxn ang="0">
                  <a:pos x="0" y="272"/>
                </a:cxn>
                <a:cxn ang="0">
                  <a:pos x="1" y="273"/>
                </a:cxn>
                <a:cxn ang="0">
                  <a:pos x="3" y="274"/>
                </a:cxn>
                <a:cxn ang="0">
                  <a:pos x="4" y="274"/>
                </a:cxn>
                <a:cxn ang="0">
                  <a:pos x="7" y="273"/>
                </a:cxn>
                <a:cxn ang="0">
                  <a:pos x="8" y="272"/>
                </a:cxn>
                <a:cxn ang="0">
                  <a:pos x="9" y="270"/>
                </a:cxn>
                <a:cxn ang="0">
                  <a:pos x="9" y="270"/>
                </a:cxn>
                <a:cxn ang="0">
                  <a:pos x="11" y="254"/>
                </a:cxn>
                <a:cxn ang="0">
                  <a:pos x="14" y="237"/>
                </a:cxn>
                <a:cxn ang="0">
                  <a:pos x="22" y="204"/>
                </a:cxn>
                <a:cxn ang="0">
                  <a:pos x="37" y="139"/>
                </a:cxn>
                <a:cxn ang="0">
                  <a:pos x="37" y="139"/>
                </a:cxn>
                <a:cxn ang="0">
                  <a:pos x="45" y="106"/>
                </a:cxn>
                <a:cxn ang="0">
                  <a:pos x="54" y="73"/>
                </a:cxn>
                <a:cxn ang="0">
                  <a:pos x="54" y="73"/>
                </a:cxn>
                <a:cxn ang="0">
                  <a:pos x="58" y="56"/>
                </a:cxn>
                <a:cxn ang="0">
                  <a:pos x="61" y="39"/>
                </a:cxn>
                <a:cxn ang="0">
                  <a:pos x="64" y="31"/>
                </a:cxn>
                <a:cxn ang="0">
                  <a:pos x="66" y="22"/>
                </a:cxn>
                <a:cxn ang="0">
                  <a:pos x="70" y="14"/>
                </a:cxn>
                <a:cxn ang="0">
                  <a:pos x="74" y="8"/>
                </a:cxn>
                <a:cxn ang="0">
                  <a:pos x="74" y="8"/>
                </a:cxn>
                <a:cxn ang="0">
                  <a:pos x="75" y="6"/>
                </a:cxn>
                <a:cxn ang="0">
                  <a:pos x="75" y="5"/>
                </a:cxn>
                <a:cxn ang="0">
                  <a:pos x="74" y="1"/>
                </a:cxn>
                <a:cxn ang="0">
                  <a:pos x="72" y="0"/>
                </a:cxn>
                <a:cxn ang="0">
                  <a:pos x="71" y="0"/>
                </a:cxn>
                <a:cxn ang="0">
                  <a:pos x="69" y="0"/>
                </a:cxn>
                <a:cxn ang="0">
                  <a:pos x="68" y="2"/>
                </a:cxn>
                <a:cxn ang="0">
                  <a:pos x="68" y="2"/>
                </a:cxn>
              </a:cxnLst>
              <a:rect l="0" t="0" r="r" b="b"/>
              <a:pathLst>
                <a:path w="75" h="274">
                  <a:moveTo>
                    <a:pt x="68" y="2"/>
                  </a:moveTo>
                  <a:lnTo>
                    <a:pt x="68" y="2"/>
                  </a:lnTo>
                  <a:lnTo>
                    <a:pt x="62" y="10"/>
                  </a:lnTo>
                  <a:lnTo>
                    <a:pt x="57" y="20"/>
                  </a:lnTo>
                  <a:lnTo>
                    <a:pt x="54" y="31"/>
                  </a:lnTo>
                  <a:lnTo>
                    <a:pt x="53" y="41"/>
                  </a:lnTo>
                  <a:lnTo>
                    <a:pt x="53" y="41"/>
                  </a:lnTo>
                  <a:lnTo>
                    <a:pt x="51" y="51"/>
                  </a:lnTo>
                  <a:lnTo>
                    <a:pt x="49" y="60"/>
                  </a:lnTo>
                  <a:lnTo>
                    <a:pt x="42" y="80"/>
                  </a:lnTo>
                  <a:lnTo>
                    <a:pt x="37" y="101"/>
                  </a:lnTo>
                  <a:lnTo>
                    <a:pt x="32" y="120"/>
                  </a:lnTo>
                  <a:lnTo>
                    <a:pt x="32" y="120"/>
                  </a:lnTo>
                  <a:lnTo>
                    <a:pt x="14" y="191"/>
                  </a:lnTo>
                  <a:lnTo>
                    <a:pt x="7" y="227"/>
                  </a:lnTo>
                  <a:lnTo>
                    <a:pt x="3" y="244"/>
                  </a:lnTo>
                  <a:lnTo>
                    <a:pt x="1" y="263"/>
                  </a:lnTo>
                  <a:lnTo>
                    <a:pt x="1" y="263"/>
                  </a:lnTo>
                  <a:lnTo>
                    <a:pt x="0" y="265"/>
                  </a:lnTo>
                  <a:lnTo>
                    <a:pt x="0" y="270"/>
                  </a:lnTo>
                  <a:lnTo>
                    <a:pt x="0" y="270"/>
                  </a:lnTo>
                  <a:lnTo>
                    <a:pt x="0" y="272"/>
                  </a:lnTo>
                  <a:lnTo>
                    <a:pt x="1" y="273"/>
                  </a:lnTo>
                  <a:lnTo>
                    <a:pt x="3" y="274"/>
                  </a:lnTo>
                  <a:lnTo>
                    <a:pt x="4" y="274"/>
                  </a:lnTo>
                  <a:lnTo>
                    <a:pt x="7" y="273"/>
                  </a:lnTo>
                  <a:lnTo>
                    <a:pt x="8" y="272"/>
                  </a:lnTo>
                  <a:lnTo>
                    <a:pt x="9" y="270"/>
                  </a:lnTo>
                  <a:lnTo>
                    <a:pt x="9" y="270"/>
                  </a:lnTo>
                  <a:lnTo>
                    <a:pt x="11" y="254"/>
                  </a:lnTo>
                  <a:lnTo>
                    <a:pt x="14" y="237"/>
                  </a:lnTo>
                  <a:lnTo>
                    <a:pt x="22" y="204"/>
                  </a:lnTo>
                  <a:lnTo>
                    <a:pt x="37" y="139"/>
                  </a:lnTo>
                  <a:lnTo>
                    <a:pt x="37" y="139"/>
                  </a:lnTo>
                  <a:lnTo>
                    <a:pt x="45" y="106"/>
                  </a:lnTo>
                  <a:lnTo>
                    <a:pt x="54" y="73"/>
                  </a:lnTo>
                  <a:lnTo>
                    <a:pt x="54" y="73"/>
                  </a:lnTo>
                  <a:lnTo>
                    <a:pt x="58" y="56"/>
                  </a:lnTo>
                  <a:lnTo>
                    <a:pt x="61" y="39"/>
                  </a:lnTo>
                  <a:lnTo>
                    <a:pt x="64" y="31"/>
                  </a:lnTo>
                  <a:lnTo>
                    <a:pt x="66" y="22"/>
                  </a:lnTo>
                  <a:lnTo>
                    <a:pt x="70" y="14"/>
                  </a:lnTo>
                  <a:lnTo>
                    <a:pt x="74" y="8"/>
                  </a:lnTo>
                  <a:lnTo>
                    <a:pt x="74" y="8"/>
                  </a:lnTo>
                  <a:lnTo>
                    <a:pt x="75" y="6"/>
                  </a:lnTo>
                  <a:lnTo>
                    <a:pt x="75" y="5"/>
                  </a:lnTo>
                  <a:lnTo>
                    <a:pt x="74" y="1"/>
                  </a:lnTo>
                  <a:lnTo>
                    <a:pt x="72" y="0"/>
                  </a:lnTo>
                  <a:lnTo>
                    <a:pt x="71" y="0"/>
                  </a:lnTo>
                  <a:lnTo>
                    <a:pt x="69" y="0"/>
                  </a:lnTo>
                  <a:lnTo>
                    <a:pt x="68" y="2"/>
                  </a:lnTo>
                  <a:lnTo>
                    <a:pt x="6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67" name="Freeform 170"/>
            <p:cNvSpPr/>
            <p:nvPr/>
          </p:nvSpPr>
          <p:spPr bwMode="auto">
            <a:xfrm>
              <a:off x="4338638" y="2201863"/>
              <a:ext cx="31750" cy="112713"/>
            </a:xfrm>
            <a:custGeom>
              <a:avLst/>
              <a:gdLst/>
              <a:ahLst/>
              <a:cxnLst>
                <a:cxn ang="0">
                  <a:pos x="52" y="4"/>
                </a:cxn>
                <a:cxn ang="0">
                  <a:pos x="52" y="4"/>
                </a:cxn>
                <a:cxn ang="0">
                  <a:pos x="51" y="10"/>
                </a:cxn>
                <a:cxn ang="0">
                  <a:pos x="48" y="16"/>
                </a:cxn>
                <a:cxn ang="0">
                  <a:pos x="43" y="29"/>
                </a:cxn>
                <a:cxn ang="0">
                  <a:pos x="38" y="41"/>
                </a:cxn>
                <a:cxn ang="0">
                  <a:pos x="36" y="47"/>
                </a:cxn>
                <a:cxn ang="0">
                  <a:pos x="34" y="54"/>
                </a:cxn>
                <a:cxn ang="0">
                  <a:pos x="34" y="54"/>
                </a:cxn>
                <a:cxn ang="0">
                  <a:pos x="25" y="103"/>
                </a:cxn>
                <a:cxn ang="0">
                  <a:pos x="25" y="103"/>
                </a:cxn>
                <a:cxn ang="0">
                  <a:pos x="23" y="116"/>
                </a:cxn>
                <a:cxn ang="0">
                  <a:pos x="19" y="129"/>
                </a:cxn>
                <a:cxn ang="0">
                  <a:pos x="10" y="156"/>
                </a:cxn>
                <a:cxn ang="0">
                  <a:pos x="3" y="181"/>
                </a:cxn>
                <a:cxn ang="0">
                  <a:pos x="1" y="195"/>
                </a:cxn>
                <a:cxn ang="0">
                  <a:pos x="0" y="208"/>
                </a:cxn>
                <a:cxn ang="0">
                  <a:pos x="0" y="208"/>
                </a:cxn>
                <a:cxn ang="0">
                  <a:pos x="0" y="210"/>
                </a:cxn>
                <a:cxn ang="0">
                  <a:pos x="1" y="211"/>
                </a:cxn>
                <a:cxn ang="0">
                  <a:pos x="2" y="212"/>
                </a:cxn>
                <a:cxn ang="0">
                  <a:pos x="4" y="212"/>
                </a:cxn>
                <a:cxn ang="0">
                  <a:pos x="6" y="212"/>
                </a:cxn>
                <a:cxn ang="0">
                  <a:pos x="7" y="211"/>
                </a:cxn>
                <a:cxn ang="0">
                  <a:pos x="8" y="210"/>
                </a:cxn>
                <a:cxn ang="0">
                  <a:pos x="9" y="208"/>
                </a:cxn>
                <a:cxn ang="0">
                  <a:pos x="9" y="208"/>
                </a:cxn>
                <a:cxn ang="0">
                  <a:pos x="10" y="200"/>
                </a:cxn>
                <a:cxn ang="0">
                  <a:pos x="11" y="192"/>
                </a:cxn>
                <a:cxn ang="0">
                  <a:pos x="15" y="176"/>
                </a:cxn>
                <a:cxn ang="0">
                  <a:pos x="26" y="144"/>
                </a:cxn>
                <a:cxn ang="0">
                  <a:pos x="26" y="144"/>
                </a:cxn>
                <a:cxn ang="0">
                  <a:pos x="29" y="131"/>
                </a:cxn>
                <a:cxn ang="0">
                  <a:pos x="32" y="117"/>
                </a:cxn>
                <a:cxn ang="0">
                  <a:pos x="37" y="91"/>
                </a:cxn>
                <a:cxn ang="0">
                  <a:pos x="37" y="91"/>
                </a:cxn>
                <a:cxn ang="0">
                  <a:pos x="41" y="67"/>
                </a:cxn>
                <a:cxn ang="0">
                  <a:pos x="46" y="42"/>
                </a:cxn>
                <a:cxn ang="0">
                  <a:pos x="46" y="42"/>
                </a:cxn>
                <a:cxn ang="0">
                  <a:pos x="50" y="33"/>
                </a:cxn>
                <a:cxn ang="0">
                  <a:pos x="55" y="23"/>
                </a:cxn>
                <a:cxn ang="0">
                  <a:pos x="59" y="14"/>
                </a:cxn>
                <a:cxn ang="0">
                  <a:pos x="60" y="9"/>
                </a:cxn>
                <a:cxn ang="0">
                  <a:pos x="61" y="4"/>
                </a:cxn>
                <a:cxn ang="0">
                  <a:pos x="61" y="4"/>
                </a:cxn>
                <a:cxn ang="0">
                  <a:pos x="61" y="3"/>
                </a:cxn>
                <a:cxn ang="0">
                  <a:pos x="60" y="1"/>
                </a:cxn>
                <a:cxn ang="0">
                  <a:pos x="59" y="0"/>
                </a:cxn>
                <a:cxn ang="0">
                  <a:pos x="57" y="0"/>
                </a:cxn>
                <a:cxn ang="0">
                  <a:pos x="54" y="1"/>
                </a:cxn>
                <a:cxn ang="0">
                  <a:pos x="53" y="3"/>
                </a:cxn>
                <a:cxn ang="0">
                  <a:pos x="52" y="4"/>
                </a:cxn>
                <a:cxn ang="0">
                  <a:pos x="52" y="4"/>
                </a:cxn>
              </a:cxnLst>
              <a:rect l="0" t="0" r="r" b="b"/>
              <a:pathLst>
                <a:path w="61" h="212">
                  <a:moveTo>
                    <a:pt x="52" y="4"/>
                  </a:moveTo>
                  <a:lnTo>
                    <a:pt x="52" y="4"/>
                  </a:lnTo>
                  <a:lnTo>
                    <a:pt x="51" y="10"/>
                  </a:lnTo>
                  <a:lnTo>
                    <a:pt x="48" y="16"/>
                  </a:lnTo>
                  <a:lnTo>
                    <a:pt x="43" y="29"/>
                  </a:lnTo>
                  <a:lnTo>
                    <a:pt x="38" y="41"/>
                  </a:lnTo>
                  <a:lnTo>
                    <a:pt x="36" y="47"/>
                  </a:lnTo>
                  <a:lnTo>
                    <a:pt x="34" y="54"/>
                  </a:lnTo>
                  <a:lnTo>
                    <a:pt x="34" y="54"/>
                  </a:lnTo>
                  <a:lnTo>
                    <a:pt x="25" y="103"/>
                  </a:lnTo>
                  <a:lnTo>
                    <a:pt x="25" y="103"/>
                  </a:lnTo>
                  <a:lnTo>
                    <a:pt x="23" y="116"/>
                  </a:lnTo>
                  <a:lnTo>
                    <a:pt x="19" y="129"/>
                  </a:lnTo>
                  <a:lnTo>
                    <a:pt x="10" y="156"/>
                  </a:lnTo>
                  <a:lnTo>
                    <a:pt x="3" y="181"/>
                  </a:lnTo>
                  <a:lnTo>
                    <a:pt x="1" y="195"/>
                  </a:lnTo>
                  <a:lnTo>
                    <a:pt x="0" y="208"/>
                  </a:lnTo>
                  <a:lnTo>
                    <a:pt x="0" y="208"/>
                  </a:lnTo>
                  <a:lnTo>
                    <a:pt x="0" y="210"/>
                  </a:lnTo>
                  <a:lnTo>
                    <a:pt x="1" y="211"/>
                  </a:lnTo>
                  <a:lnTo>
                    <a:pt x="2" y="212"/>
                  </a:lnTo>
                  <a:lnTo>
                    <a:pt x="4" y="212"/>
                  </a:lnTo>
                  <a:lnTo>
                    <a:pt x="6" y="212"/>
                  </a:lnTo>
                  <a:lnTo>
                    <a:pt x="7" y="211"/>
                  </a:lnTo>
                  <a:lnTo>
                    <a:pt x="8" y="210"/>
                  </a:lnTo>
                  <a:lnTo>
                    <a:pt x="9" y="208"/>
                  </a:lnTo>
                  <a:lnTo>
                    <a:pt x="9" y="208"/>
                  </a:lnTo>
                  <a:lnTo>
                    <a:pt x="10" y="200"/>
                  </a:lnTo>
                  <a:lnTo>
                    <a:pt x="11" y="192"/>
                  </a:lnTo>
                  <a:lnTo>
                    <a:pt x="15" y="176"/>
                  </a:lnTo>
                  <a:lnTo>
                    <a:pt x="26" y="144"/>
                  </a:lnTo>
                  <a:lnTo>
                    <a:pt x="26" y="144"/>
                  </a:lnTo>
                  <a:lnTo>
                    <a:pt x="29" y="131"/>
                  </a:lnTo>
                  <a:lnTo>
                    <a:pt x="32" y="117"/>
                  </a:lnTo>
                  <a:lnTo>
                    <a:pt x="37" y="91"/>
                  </a:lnTo>
                  <a:lnTo>
                    <a:pt x="37" y="91"/>
                  </a:lnTo>
                  <a:lnTo>
                    <a:pt x="41" y="67"/>
                  </a:lnTo>
                  <a:lnTo>
                    <a:pt x="46" y="42"/>
                  </a:lnTo>
                  <a:lnTo>
                    <a:pt x="46" y="42"/>
                  </a:lnTo>
                  <a:lnTo>
                    <a:pt x="50" y="33"/>
                  </a:lnTo>
                  <a:lnTo>
                    <a:pt x="55" y="23"/>
                  </a:lnTo>
                  <a:lnTo>
                    <a:pt x="59" y="14"/>
                  </a:lnTo>
                  <a:lnTo>
                    <a:pt x="60" y="9"/>
                  </a:lnTo>
                  <a:lnTo>
                    <a:pt x="61" y="4"/>
                  </a:lnTo>
                  <a:lnTo>
                    <a:pt x="61" y="4"/>
                  </a:lnTo>
                  <a:lnTo>
                    <a:pt x="61" y="3"/>
                  </a:lnTo>
                  <a:lnTo>
                    <a:pt x="60" y="1"/>
                  </a:lnTo>
                  <a:lnTo>
                    <a:pt x="59" y="0"/>
                  </a:lnTo>
                  <a:lnTo>
                    <a:pt x="57" y="0"/>
                  </a:lnTo>
                  <a:lnTo>
                    <a:pt x="54" y="1"/>
                  </a:lnTo>
                  <a:lnTo>
                    <a:pt x="53" y="3"/>
                  </a:lnTo>
                  <a:lnTo>
                    <a:pt x="52" y="4"/>
                  </a:lnTo>
                  <a:lnTo>
                    <a:pt x="5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68" name="Freeform 171"/>
            <p:cNvSpPr/>
            <p:nvPr/>
          </p:nvSpPr>
          <p:spPr bwMode="auto">
            <a:xfrm>
              <a:off x="4357688" y="2209800"/>
              <a:ext cx="36513" cy="90488"/>
            </a:xfrm>
            <a:custGeom>
              <a:avLst/>
              <a:gdLst/>
              <a:ahLst/>
              <a:cxnLst>
                <a:cxn ang="0">
                  <a:pos x="60" y="1"/>
                </a:cxn>
                <a:cxn ang="0">
                  <a:pos x="60" y="1"/>
                </a:cxn>
                <a:cxn ang="0">
                  <a:pos x="51" y="10"/>
                </a:cxn>
                <a:cxn ang="0">
                  <a:pos x="43" y="22"/>
                </a:cxn>
                <a:cxn ang="0">
                  <a:pos x="37" y="34"/>
                </a:cxn>
                <a:cxn ang="0">
                  <a:pos x="33" y="48"/>
                </a:cxn>
                <a:cxn ang="0">
                  <a:pos x="29" y="61"/>
                </a:cxn>
                <a:cxn ang="0">
                  <a:pos x="25" y="75"/>
                </a:cxn>
                <a:cxn ang="0">
                  <a:pos x="20" y="100"/>
                </a:cxn>
                <a:cxn ang="0">
                  <a:pos x="20" y="100"/>
                </a:cxn>
                <a:cxn ang="0">
                  <a:pos x="15" y="115"/>
                </a:cxn>
                <a:cxn ang="0">
                  <a:pos x="6" y="135"/>
                </a:cxn>
                <a:cxn ang="0">
                  <a:pos x="3" y="147"/>
                </a:cxn>
                <a:cxn ang="0">
                  <a:pos x="0" y="156"/>
                </a:cxn>
                <a:cxn ang="0">
                  <a:pos x="0" y="164"/>
                </a:cxn>
                <a:cxn ang="0">
                  <a:pos x="1" y="166"/>
                </a:cxn>
                <a:cxn ang="0">
                  <a:pos x="3" y="170"/>
                </a:cxn>
                <a:cxn ang="0">
                  <a:pos x="3" y="170"/>
                </a:cxn>
                <a:cxn ang="0">
                  <a:pos x="4" y="170"/>
                </a:cxn>
                <a:cxn ang="0">
                  <a:pos x="6" y="171"/>
                </a:cxn>
                <a:cxn ang="0">
                  <a:pos x="9" y="169"/>
                </a:cxn>
                <a:cxn ang="0">
                  <a:pos x="10" y="167"/>
                </a:cxn>
                <a:cxn ang="0">
                  <a:pos x="11" y="165"/>
                </a:cxn>
                <a:cxn ang="0">
                  <a:pos x="10" y="164"/>
                </a:cxn>
                <a:cxn ang="0">
                  <a:pos x="9" y="162"/>
                </a:cxn>
                <a:cxn ang="0">
                  <a:pos x="9" y="162"/>
                </a:cxn>
                <a:cxn ang="0">
                  <a:pos x="10" y="159"/>
                </a:cxn>
                <a:cxn ang="0">
                  <a:pos x="14" y="152"/>
                </a:cxn>
                <a:cxn ang="0">
                  <a:pos x="18" y="138"/>
                </a:cxn>
                <a:cxn ang="0">
                  <a:pos x="18" y="138"/>
                </a:cxn>
                <a:cxn ang="0">
                  <a:pos x="24" y="119"/>
                </a:cxn>
                <a:cxn ang="0">
                  <a:pos x="29" y="100"/>
                </a:cxn>
                <a:cxn ang="0">
                  <a:pos x="29" y="100"/>
                </a:cxn>
                <a:cxn ang="0">
                  <a:pos x="34" y="76"/>
                </a:cxn>
                <a:cxn ang="0">
                  <a:pos x="38" y="63"/>
                </a:cxn>
                <a:cxn ang="0">
                  <a:pos x="41" y="51"/>
                </a:cxn>
                <a:cxn ang="0">
                  <a:pos x="47" y="38"/>
                </a:cxn>
                <a:cxn ang="0">
                  <a:pos x="52" y="27"/>
                </a:cxn>
                <a:cxn ang="0">
                  <a:pos x="58" y="17"/>
                </a:cxn>
                <a:cxn ang="0">
                  <a:pos x="66" y="7"/>
                </a:cxn>
                <a:cxn ang="0">
                  <a:pos x="66" y="7"/>
                </a:cxn>
                <a:cxn ang="0">
                  <a:pos x="67" y="6"/>
                </a:cxn>
                <a:cxn ang="0">
                  <a:pos x="68" y="4"/>
                </a:cxn>
                <a:cxn ang="0">
                  <a:pos x="67" y="3"/>
                </a:cxn>
                <a:cxn ang="0">
                  <a:pos x="66" y="1"/>
                </a:cxn>
                <a:cxn ang="0">
                  <a:pos x="65" y="0"/>
                </a:cxn>
                <a:cxn ang="0">
                  <a:pos x="63" y="0"/>
                </a:cxn>
                <a:cxn ang="0">
                  <a:pos x="61" y="0"/>
                </a:cxn>
                <a:cxn ang="0">
                  <a:pos x="60" y="1"/>
                </a:cxn>
                <a:cxn ang="0">
                  <a:pos x="60" y="1"/>
                </a:cxn>
              </a:cxnLst>
              <a:rect l="0" t="0" r="r" b="b"/>
              <a:pathLst>
                <a:path w="68" h="171">
                  <a:moveTo>
                    <a:pt x="60" y="1"/>
                  </a:moveTo>
                  <a:lnTo>
                    <a:pt x="60" y="1"/>
                  </a:lnTo>
                  <a:lnTo>
                    <a:pt x="51" y="10"/>
                  </a:lnTo>
                  <a:lnTo>
                    <a:pt x="43" y="22"/>
                  </a:lnTo>
                  <a:lnTo>
                    <a:pt x="37" y="34"/>
                  </a:lnTo>
                  <a:lnTo>
                    <a:pt x="33" y="48"/>
                  </a:lnTo>
                  <a:lnTo>
                    <a:pt x="29" y="61"/>
                  </a:lnTo>
                  <a:lnTo>
                    <a:pt x="25" y="75"/>
                  </a:lnTo>
                  <a:lnTo>
                    <a:pt x="20" y="100"/>
                  </a:lnTo>
                  <a:lnTo>
                    <a:pt x="20" y="100"/>
                  </a:lnTo>
                  <a:lnTo>
                    <a:pt x="15" y="115"/>
                  </a:lnTo>
                  <a:lnTo>
                    <a:pt x="6" y="135"/>
                  </a:lnTo>
                  <a:lnTo>
                    <a:pt x="3" y="147"/>
                  </a:lnTo>
                  <a:lnTo>
                    <a:pt x="0" y="156"/>
                  </a:lnTo>
                  <a:lnTo>
                    <a:pt x="0" y="164"/>
                  </a:lnTo>
                  <a:lnTo>
                    <a:pt x="1" y="166"/>
                  </a:lnTo>
                  <a:lnTo>
                    <a:pt x="3" y="170"/>
                  </a:lnTo>
                  <a:lnTo>
                    <a:pt x="3" y="170"/>
                  </a:lnTo>
                  <a:lnTo>
                    <a:pt x="4" y="170"/>
                  </a:lnTo>
                  <a:lnTo>
                    <a:pt x="6" y="171"/>
                  </a:lnTo>
                  <a:lnTo>
                    <a:pt x="9" y="169"/>
                  </a:lnTo>
                  <a:lnTo>
                    <a:pt x="10" y="167"/>
                  </a:lnTo>
                  <a:lnTo>
                    <a:pt x="11" y="165"/>
                  </a:lnTo>
                  <a:lnTo>
                    <a:pt x="10" y="164"/>
                  </a:lnTo>
                  <a:lnTo>
                    <a:pt x="9" y="162"/>
                  </a:lnTo>
                  <a:lnTo>
                    <a:pt x="9" y="162"/>
                  </a:lnTo>
                  <a:lnTo>
                    <a:pt x="10" y="159"/>
                  </a:lnTo>
                  <a:lnTo>
                    <a:pt x="14" y="152"/>
                  </a:lnTo>
                  <a:lnTo>
                    <a:pt x="18" y="138"/>
                  </a:lnTo>
                  <a:lnTo>
                    <a:pt x="18" y="138"/>
                  </a:lnTo>
                  <a:lnTo>
                    <a:pt x="24" y="119"/>
                  </a:lnTo>
                  <a:lnTo>
                    <a:pt x="29" y="100"/>
                  </a:lnTo>
                  <a:lnTo>
                    <a:pt x="29" y="100"/>
                  </a:lnTo>
                  <a:lnTo>
                    <a:pt x="34" y="76"/>
                  </a:lnTo>
                  <a:lnTo>
                    <a:pt x="38" y="63"/>
                  </a:lnTo>
                  <a:lnTo>
                    <a:pt x="41" y="51"/>
                  </a:lnTo>
                  <a:lnTo>
                    <a:pt x="47" y="38"/>
                  </a:lnTo>
                  <a:lnTo>
                    <a:pt x="52" y="27"/>
                  </a:lnTo>
                  <a:lnTo>
                    <a:pt x="58" y="17"/>
                  </a:lnTo>
                  <a:lnTo>
                    <a:pt x="66" y="7"/>
                  </a:lnTo>
                  <a:lnTo>
                    <a:pt x="66" y="7"/>
                  </a:lnTo>
                  <a:lnTo>
                    <a:pt x="67" y="6"/>
                  </a:lnTo>
                  <a:lnTo>
                    <a:pt x="68" y="4"/>
                  </a:lnTo>
                  <a:lnTo>
                    <a:pt x="67" y="3"/>
                  </a:lnTo>
                  <a:lnTo>
                    <a:pt x="66" y="1"/>
                  </a:lnTo>
                  <a:lnTo>
                    <a:pt x="65" y="0"/>
                  </a:lnTo>
                  <a:lnTo>
                    <a:pt x="63" y="0"/>
                  </a:lnTo>
                  <a:lnTo>
                    <a:pt x="61" y="0"/>
                  </a:lnTo>
                  <a:lnTo>
                    <a:pt x="60" y="1"/>
                  </a:lnTo>
                  <a:lnTo>
                    <a:pt x="6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69" name="Freeform 172"/>
            <p:cNvSpPr/>
            <p:nvPr/>
          </p:nvSpPr>
          <p:spPr bwMode="auto">
            <a:xfrm>
              <a:off x="4383088" y="2219325"/>
              <a:ext cx="33338" cy="63500"/>
            </a:xfrm>
            <a:custGeom>
              <a:avLst/>
              <a:gdLst/>
              <a:ahLst/>
              <a:cxnLst>
                <a:cxn ang="0">
                  <a:pos x="55" y="0"/>
                </a:cxn>
                <a:cxn ang="0">
                  <a:pos x="55" y="0"/>
                </a:cxn>
                <a:cxn ang="0">
                  <a:pos x="50" y="2"/>
                </a:cxn>
                <a:cxn ang="0">
                  <a:pos x="46" y="5"/>
                </a:cxn>
                <a:cxn ang="0">
                  <a:pos x="42" y="8"/>
                </a:cxn>
                <a:cxn ang="0">
                  <a:pos x="39" y="11"/>
                </a:cxn>
                <a:cxn ang="0">
                  <a:pos x="33" y="19"/>
                </a:cxn>
                <a:cxn ang="0">
                  <a:pos x="29" y="30"/>
                </a:cxn>
                <a:cxn ang="0">
                  <a:pos x="29" y="30"/>
                </a:cxn>
                <a:cxn ang="0">
                  <a:pos x="13" y="70"/>
                </a:cxn>
                <a:cxn ang="0">
                  <a:pos x="6" y="91"/>
                </a:cxn>
                <a:cxn ang="0">
                  <a:pos x="0" y="112"/>
                </a:cxn>
                <a:cxn ang="0">
                  <a:pos x="0" y="112"/>
                </a:cxn>
                <a:cxn ang="0">
                  <a:pos x="0" y="114"/>
                </a:cxn>
                <a:cxn ang="0">
                  <a:pos x="1" y="116"/>
                </a:cxn>
                <a:cxn ang="0">
                  <a:pos x="2" y="118"/>
                </a:cxn>
                <a:cxn ang="0">
                  <a:pos x="4" y="118"/>
                </a:cxn>
                <a:cxn ang="0">
                  <a:pos x="6" y="119"/>
                </a:cxn>
                <a:cxn ang="0">
                  <a:pos x="7" y="118"/>
                </a:cxn>
                <a:cxn ang="0">
                  <a:pos x="8" y="116"/>
                </a:cxn>
                <a:cxn ang="0">
                  <a:pos x="9" y="114"/>
                </a:cxn>
                <a:cxn ang="0">
                  <a:pos x="9" y="114"/>
                </a:cxn>
                <a:cxn ang="0">
                  <a:pos x="13" y="100"/>
                </a:cxn>
                <a:cxn ang="0">
                  <a:pos x="17" y="84"/>
                </a:cxn>
                <a:cxn ang="0">
                  <a:pos x="23" y="70"/>
                </a:cxn>
                <a:cxn ang="0">
                  <a:pos x="30" y="56"/>
                </a:cxn>
                <a:cxn ang="0">
                  <a:pos x="30" y="56"/>
                </a:cxn>
                <a:cxn ang="0">
                  <a:pos x="34" y="42"/>
                </a:cxn>
                <a:cxn ang="0">
                  <a:pos x="39" y="29"/>
                </a:cxn>
                <a:cxn ang="0">
                  <a:pos x="42" y="22"/>
                </a:cxn>
                <a:cxn ang="0">
                  <a:pos x="46" y="17"/>
                </a:cxn>
                <a:cxn ang="0">
                  <a:pos x="51" y="12"/>
                </a:cxn>
                <a:cxn ang="0">
                  <a:pos x="57" y="9"/>
                </a:cxn>
                <a:cxn ang="0">
                  <a:pos x="57" y="9"/>
                </a:cxn>
                <a:cxn ang="0">
                  <a:pos x="60" y="8"/>
                </a:cxn>
                <a:cxn ang="0">
                  <a:pos x="61" y="7"/>
                </a:cxn>
                <a:cxn ang="0">
                  <a:pos x="62" y="5"/>
                </a:cxn>
                <a:cxn ang="0">
                  <a:pos x="61" y="3"/>
                </a:cxn>
                <a:cxn ang="0">
                  <a:pos x="61" y="2"/>
                </a:cxn>
                <a:cxn ang="0">
                  <a:pos x="60" y="0"/>
                </a:cxn>
                <a:cxn ang="0">
                  <a:pos x="57" y="0"/>
                </a:cxn>
                <a:cxn ang="0">
                  <a:pos x="55" y="0"/>
                </a:cxn>
                <a:cxn ang="0">
                  <a:pos x="55" y="0"/>
                </a:cxn>
              </a:cxnLst>
              <a:rect l="0" t="0" r="r" b="b"/>
              <a:pathLst>
                <a:path w="62" h="119">
                  <a:moveTo>
                    <a:pt x="55" y="0"/>
                  </a:moveTo>
                  <a:lnTo>
                    <a:pt x="55" y="0"/>
                  </a:lnTo>
                  <a:lnTo>
                    <a:pt x="50" y="2"/>
                  </a:lnTo>
                  <a:lnTo>
                    <a:pt x="46" y="5"/>
                  </a:lnTo>
                  <a:lnTo>
                    <a:pt x="42" y="8"/>
                  </a:lnTo>
                  <a:lnTo>
                    <a:pt x="39" y="11"/>
                  </a:lnTo>
                  <a:lnTo>
                    <a:pt x="33" y="19"/>
                  </a:lnTo>
                  <a:lnTo>
                    <a:pt x="29" y="30"/>
                  </a:lnTo>
                  <a:lnTo>
                    <a:pt x="29" y="30"/>
                  </a:lnTo>
                  <a:lnTo>
                    <a:pt x="13" y="70"/>
                  </a:lnTo>
                  <a:lnTo>
                    <a:pt x="6" y="91"/>
                  </a:lnTo>
                  <a:lnTo>
                    <a:pt x="0" y="112"/>
                  </a:lnTo>
                  <a:lnTo>
                    <a:pt x="0" y="112"/>
                  </a:lnTo>
                  <a:lnTo>
                    <a:pt x="0" y="114"/>
                  </a:lnTo>
                  <a:lnTo>
                    <a:pt x="1" y="116"/>
                  </a:lnTo>
                  <a:lnTo>
                    <a:pt x="2" y="118"/>
                  </a:lnTo>
                  <a:lnTo>
                    <a:pt x="4" y="118"/>
                  </a:lnTo>
                  <a:lnTo>
                    <a:pt x="6" y="119"/>
                  </a:lnTo>
                  <a:lnTo>
                    <a:pt x="7" y="118"/>
                  </a:lnTo>
                  <a:lnTo>
                    <a:pt x="8" y="116"/>
                  </a:lnTo>
                  <a:lnTo>
                    <a:pt x="9" y="114"/>
                  </a:lnTo>
                  <a:lnTo>
                    <a:pt x="9" y="114"/>
                  </a:lnTo>
                  <a:lnTo>
                    <a:pt x="13" y="100"/>
                  </a:lnTo>
                  <a:lnTo>
                    <a:pt x="17" y="84"/>
                  </a:lnTo>
                  <a:lnTo>
                    <a:pt x="23" y="70"/>
                  </a:lnTo>
                  <a:lnTo>
                    <a:pt x="30" y="56"/>
                  </a:lnTo>
                  <a:lnTo>
                    <a:pt x="30" y="56"/>
                  </a:lnTo>
                  <a:lnTo>
                    <a:pt x="34" y="42"/>
                  </a:lnTo>
                  <a:lnTo>
                    <a:pt x="39" y="29"/>
                  </a:lnTo>
                  <a:lnTo>
                    <a:pt x="42" y="22"/>
                  </a:lnTo>
                  <a:lnTo>
                    <a:pt x="46" y="17"/>
                  </a:lnTo>
                  <a:lnTo>
                    <a:pt x="51" y="12"/>
                  </a:lnTo>
                  <a:lnTo>
                    <a:pt x="57" y="9"/>
                  </a:lnTo>
                  <a:lnTo>
                    <a:pt x="57" y="9"/>
                  </a:lnTo>
                  <a:lnTo>
                    <a:pt x="60" y="8"/>
                  </a:lnTo>
                  <a:lnTo>
                    <a:pt x="61" y="7"/>
                  </a:lnTo>
                  <a:lnTo>
                    <a:pt x="62" y="5"/>
                  </a:lnTo>
                  <a:lnTo>
                    <a:pt x="61" y="3"/>
                  </a:lnTo>
                  <a:lnTo>
                    <a:pt x="61" y="2"/>
                  </a:lnTo>
                  <a:lnTo>
                    <a:pt x="60" y="0"/>
                  </a:lnTo>
                  <a:lnTo>
                    <a:pt x="57" y="0"/>
                  </a:lnTo>
                  <a:lnTo>
                    <a:pt x="55" y="0"/>
                  </a:lnTo>
                  <a:lnTo>
                    <a:pt x="55"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0" name="Freeform 173"/>
            <p:cNvSpPr/>
            <p:nvPr/>
          </p:nvSpPr>
          <p:spPr bwMode="auto">
            <a:xfrm>
              <a:off x="4403725" y="2228850"/>
              <a:ext cx="17463" cy="52388"/>
            </a:xfrm>
            <a:custGeom>
              <a:avLst/>
              <a:gdLst/>
              <a:ahLst/>
              <a:cxnLst>
                <a:cxn ang="0">
                  <a:pos x="27" y="1"/>
                </a:cxn>
                <a:cxn ang="0">
                  <a:pos x="27" y="1"/>
                </a:cxn>
                <a:cxn ang="0">
                  <a:pos x="24" y="2"/>
                </a:cxn>
                <a:cxn ang="0">
                  <a:pos x="22" y="6"/>
                </a:cxn>
                <a:cxn ang="0">
                  <a:pos x="17" y="12"/>
                </a:cxn>
                <a:cxn ang="0">
                  <a:pos x="15" y="20"/>
                </a:cxn>
                <a:cxn ang="0">
                  <a:pos x="14" y="27"/>
                </a:cxn>
                <a:cxn ang="0">
                  <a:pos x="14" y="27"/>
                </a:cxn>
                <a:cxn ang="0">
                  <a:pos x="12" y="45"/>
                </a:cxn>
                <a:cxn ang="0">
                  <a:pos x="10" y="61"/>
                </a:cxn>
                <a:cxn ang="0">
                  <a:pos x="6" y="78"/>
                </a:cxn>
                <a:cxn ang="0">
                  <a:pos x="0" y="94"/>
                </a:cxn>
                <a:cxn ang="0">
                  <a:pos x="0" y="94"/>
                </a:cxn>
                <a:cxn ang="0">
                  <a:pos x="0" y="96"/>
                </a:cxn>
                <a:cxn ang="0">
                  <a:pos x="0" y="97"/>
                </a:cxn>
                <a:cxn ang="0">
                  <a:pos x="1" y="100"/>
                </a:cxn>
                <a:cxn ang="0">
                  <a:pos x="3" y="100"/>
                </a:cxn>
                <a:cxn ang="0">
                  <a:pos x="6" y="100"/>
                </a:cxn>
                <a:cxn ang="0">
                  <a:pos x="8" y="98"/>
                </a:cxn>
                <a:cxn ang="0">
                  <a:pos x="9" y="96"/>
                </a:cxn>
                <a:cxn ang="0">
                  <a:pos x="9" y="96"/>
                </a:cxn>
                <a:cxn ang="0">
                  <a:pos x="13" y="85"/>
                </a:cxn>
                <a:cxn ang="0">
                  <a:pos x="15" y="80"/>
                </a:cxn>
                <a:cxn ang="0">
                  <a:pos x="18" y="75"/>
                </a:cxn>
                <a:cxn ang="0">
                  <a:pos x="18" y="75"/>
                </a:cxn>
                <a:cxn ang="0">
                  <a:pos x="19" y="72"/>
                </a:cxn>
                <a:cxn ang="0">
                  <a:pos x="21" y="69"/>
                </a:cxn>
                <a:cxn ang="0">
                  <a:pos x="21" y="62"/>
                </a:cxn>
                <a:cxn ang="0">
                  <a:pos x="22" y="49"/>
                </a:cxn>
                <a:cxn ang="0">
                  <a:pos x="22" y="49"/>
                </a:cxn>
                <a:cxn ang="0">
                  <a:pos x="23" y="28"/>
                </a:cxn>
                <a:cxn ang="0">
                  <a:pos x="24" y="22"/>
                </a:cxn>
                <a:cxn ang="0">
                  <a:pos x="25" y="17"/>
                </a:cxn>
                <a:cxn ang="0">
                  <a:pos x="27" y="13"/>
                </a:cxn>
                <a:cxn ang="0">
                  <a:pos x="30" y="10"/>
                </a:cxn>
                <a:cxn ang="0">
                  <a:pos x="30" y="10"/>
                </a:cxn>
                <a:cxn ang="0">
                  <a:pos x="31" y="9"/>
                </a:cxn>
                <a:cxn ang="0">
                  <a:pos x="32" y="8"/>
                </a:cxn>
                <a:cxn ang="0">
                  <a:pos x="33" y="3"/>
                </a:cxn>
                <a:cxn ang="0">
                  <a:pos x="32" y="2"/>
                </a:cxn>
                <a:cxn ang="0">
                  <a:pos x="31" y="1"/>
                </a:cxn>
                <a:cxn ang="0">
                  <a:pos x="29" y="0"/>
                </a:cxn>
                <a:cxn ang="0">
                  <a:pos x="27" y="1"/>
                </a:cxn>
                <a:cxn ang="0">
                  <a:pos x="27" y="1"/>
                </a:cxn>
              </a:cxnLst>
              <a:rect l="0" t="0" r="r" b="b"/>
              <a:pathLst>
                <a:path w="33" h="100">
                  <a:moveTo>
                    <a:pt x="27" y="1"/>
                  </a:moveTo>
                  <a:lnTo>
                    <a:pt x="27" y="1"/>
                  </a:lnTo>
                  <a:lnTo>
                    <a:pt x="24" y="2"/>
                  </a:lnTo>
                  <a:lnTo>
                    <a:pt x="22" y="6"/>
                  </a:lnTo>
                  <a:lnTo>
                    <a:pt x="17" y="12"/>
                  </a:lnTo>
                  <a:lnTo>
                    <a:pt x="15" y="20"/>
                  </a:lnTo>
                  <a:lnTo>
                    <a:pt x="14" y="27"/>
                  </a:lnTo>
                  <a:lnTo>
                    <a:pt x="14" y="27"/>
                  </a:lnTo>
                  <a:lnTo>
                    <a:pt x="12" y="45"/>
                  </a:lnTo>
                  <a:lnTo>
                    <a:pt x="10" y="61"/>
                  </a:lnTo>
                  <a:lnTo>
                    <a:pt x="6" y="78"/>
                  </a:lnTo>
                  <a:lnTo>
                    <a:pt x="0" y="94"/>
                  </a:lnTo>
                  <a:lnTo>
                    <a:pt x="0" y="94"/>
                  </a:lnTo>
                  <a:lnTo>
                    <a:pt x="0" y="96"/>
                  </a:lnTo>
                  <a:lnTo>
                    <a:pt x="0" y="97"/>
                  </a:lnTo>
                  <a:lnTo>
                    <a:pt x="1" y="100"/>
                  </a:lnTo>
                  <a:lnTo>
                    <a:pt x="3" y="100"/>
                  </a:lnTo>
                  <a:lnTo>
                    <a:pt x="6" y="100"/>
                  </a:lnTo>
                  <a:lnTo>
                    <a:pt x="8" y="98"/>
                  </a:lnTo>
                  <a:lnTo>
                    <a:pt x="9" y="96"/>
                  </a:lnTo>
                  <a:lnTo>
                    <a:pt x="9" y="96"/>
                  </a:lnTo>
                  <a:lnTo>
                    <a:pt x="13" y="85"/>
                  </a:lnTo>
                  <a:lnTo>
                    <a:pt x="15" y="80"/>
                  </a:lnTo>
                  <a:lnTo>
                    <a:pt x="18" y="75"/>
                  </a:lnTo>
                  <a:lnTo>
                    <a:pt x="18" y="75"/>
                  </a:lnTo>
                  <a:lnTo>
                    <a:pt x="19" y="72"/>
                  </a:lnTo>
                  <a:lnTo>
                    <a:pt x="21" y="69"/>
                  </a:lnTo>
                  <a:lnTo>
                    <a:pt x="21" y="62"/>
                  </a:lnTo>
                  <a:lnTo>
                    <a:pt x="22" y="49"/>
                  </a:lnTo>
                  <a:lnTo>
                    <a:pt x="22" y="49"/>
                  </a:lnTo>
                  <a:lnTo>
                    <a:pt x="23" y="28"/>
                  </a:lnTo>
                  <a:lnTo>
                    <a:pt x="24" y="22"/>
                  </a:lnTo>
                  <a:lnTo>
                    <a:pt x="25" y="17"/>
                  </a:lnTo>
                  <a:lnTo>
                    <a:pt x="27" y="13"/>
                  </a:lnTo>
                  <a:lnTo>
                    <a:pt x="30" y="10"/>
                  </a:lnTo>
                  <a:lnTo>
                    <a:pt x="30" y="10"/>
                  </a:lnTo>
                  <a:lnTo>
                    <a:pt x="31" y="9"/>
                  </a:lnTo>
                  <a:lnTo>
                    <a:pt x="32" y="8"/>
                  </a:lnTo>
                  <a:lnTo>
                    <a:pt x="33" y="3"/>
                  </a:lnTo>
                  <a:lnTo>
                    <a:pt x="32" y="2"/>
                  </a:lnTo>
                  <a:lnTo>
                    <a:pt x="31" y="1"/>
                  </a:lnTo>
                  <a:lnTo>
                    <a:pt x="29" y="0"/>
                  </a:lnTo>
                  <a:lnTo>
                    <a:pt x="27" y="1"/>
                  </a:lnTo>
                  <a:lnTo>
                    <a:pt x="27"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1" name="Freeform 174"/>
            <p:cNvSpPr/>
            <p:nvPr/>
          </p:nvSpPr>
          <p:spPr bwMode="auto">
            <a:xfrm>
              <a:off x="4340225" y="2436813"/>
              <a:ext cx="4763" cy="42863"/>
            </a:xfrm>
            <a:custGeom>
              <a:avLst/>
              <a:gdLst/>
              <a:ahLst/>
              <a:cxnLst>
                <a:cxn ang="0">
                  <a:pos x="0" y="5"/>
                </a:cxn>
                <a:cxn ang="0">
                  <a:pos x="0" y="76"/>
                </a:cxn>
                <a:cxn ang="0">
                  <a:pos x="0" y="76"/>
                </a:cxn>
                <a:cxn ang="0">
                  <a:pos x="1" y="78"/>
                </a:cxn>
                <a:cxn ang="0">
                  <a:pos x="2" y="79"/>
                </a:cxn>
                <a:cxn ang="0">
                  <a:pos x="3" y="80"/>
                </a:cxn>
                <a:cxn ang="0">
                  <a:pos x="5" y="80"/>
                </a:cxn>
                <a:cxn ang="0">
                  <a:pos x="6" y="80"/>
                </a:cxn>
                <a:cxn ang="0">
                  <a:pos x="8" y="79"/>
                </a:cxn>
                <a:cxn ang="0">
                  <a:pos x="9" y="78"/>
                </a:cxn>
                <a:cxn ang="0">
                  <a:pos x="9" y="76"/>
                </a:cxn>
                <a:cxn ang="0">
                  <a:pos x="9" y="5"/>
                </a:cxn>
                <a:cxn ang="0">
                  <a:pos x="9" y="5"/>
                </a:cxn>
                <a:cxn ang="0">
                  <a:pos x="9" y="3"/>
                </a:cxn>
                <a:cxn ang="0">
                  <a:pos x="8" y="2"/>
                </a:cxn>
                <a:cxn ang="0">
                  <a:pos x="6" y="1"/>
                </a:cxn>
                <a:cxn ang="0">
                  <a:pos x="5" y="0"/>
                </a:cxn>
                <a:cxn ang="0">
                  <a:pos x="3" y="1"/>
                </a:cxn>
                <a:cxn ang="0">
                  <a:pos x="2" y="2"/>
                </a:cxn>
                <a:cxn ang="0">
                  <a:pos x="1" y="3"/>
                </a:cxn>
                <a:cxn ang="0">
                  <a:pos x="0" y="5"/>
                </a:cxn>
                <a:cxn ang="0">
                  <a:pos x="0" y="5"/>
                </a:cxn>
              </a:cxnLst>
              <a:rect l="0" t="0" r="r" b="b"/>
              <a:pathLst>
                <a:path w="9" h="80">
                  <a:moveTo>
                    <a:pt x="0" y="5"/>
                  </a:moveTo>
                  <a:lnTo>
                    <a:pt x="0" y="76"/>
                  </a:lnTo>
                  <a:lnTo>
                    <a:pt x="0" y="76"/>
                  </a:lnTo>
                  <a:lnTo>
                    <a:pt x="1" y="78"/>
                  </a:lnTo>
                  <a:lnTo>
                    <a:pt x="2" y="79"/>
                  </a:lnTo>
                  <a:lnTo>
                    <a:pt x="3" y="80"/>
                  </a:lnTo>
                  <a:lnTo>
                    <a:pt x="5" y="80"/>
                  </a:lnTo>
                  <a:lnTo>
                    <a:pt x="6" y="80"/>
                  </a:lnTo>
                  <a:lnTo>
                    <a:pt x="8" y="79"/>
                  </a:lnTo>
                  <a:lnTo>
                    <a:pt x="9" y="78"/>
                  </a:lnTo>
                  <a:lnTo>
                    <a:pt x="9" y="76"/>
                  </a:lnTo>
                  <a:lnTo>
                    <a:pt x="9" y="5"/>
                  </a:lnTo>
                  <a:lnTo>
                    <a:pt x="9" y="5"/>
                  </a:lnTo>
                  <a:lnTo>
                    <a:pt x="9" y="3"/>
                  </a:lnTo>
                  <a:lnTo>
                    <a:pt x="8" y="2"/>
                  </a:lnTo>
                  <a:lnTo>
                    <a:pt x="6" y="1"/>
                  </a:lnTo>
                  <a:lnTo>
                    <a:pt x="5" y="0"/>
                  </a:lnTo>
                  <a:lnTo>
                    <a:pt x="3" y="1"/>
                  </a:lnTo>
                  <a:lnTo>
                    <a:pt x="2" y="2"/>
                  </a:lnTo>
                  <a:lnTo>
                    <a:pt x="1"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2" name="Freeform 175"/>
            <p:cNvSpPr/>
            <p:nvPr/>
          </p:nvSpPr>
          <p:spPr bwMode="auto">
            <a:xfrm>
              <a:off x="4370388" y="2460625"/>
              <a:ext cx="11113" cy="65088"/>
            </a:xfrm>
            <a:custGeom>
              <a:avLst/>
              <a:gdLst/>
              <a:ahLst/>
              <a:cxnLst>
                <a:cxn ang="0">
                  <a:pos x="12" y="2"/>
                </a:cxn>
                <a:cxn ang="0">
                  <a:pos x="12" y="2"/>
                </a:cxn>
                <a:cxn ang="0">
                  <a:pos x="9" y="9"/>
                </a:cxn>
                <a:cxn ang="0">
                  <a:pos x="7" y="15"/>
                </a:cxn>
                <a:cxn ang="0">
                  <a:pos x="3" y="29"/>
                </a:cxn>
                <a:cxn ang="0">
                  <a:pos x="1" y="44"/>
                </a:cxn>
                <a:cxn ang="0">
                  <a:pos x="0" y="59"/>
                </a:cxn>
                <a:cxn ang="0">
                  <a:pos x="1" y="90"/>
                </a:cxn>
                <a:cxn ang="0">
                  <a:pos x="2" y="118"/>
                </a:cxn>
                <a:cxn ang="0">
                  <a:pos x="2" y="118"/>
                </a:cxn>
                <a:cxn ang="0">
                  <a:pos x="3" y="120"/>
                </a:cxn>
                <a:cxn ang="0">
                  <a:pos x="4" y="122"/>
                </a:cxn>
                <a:cxn ang="0">
                  <a:pos x="5" y="123"/>
                </a:cxn>
                <a:cxn ang="0">
                  <a:pos x="7" y="123"/>
                </a:cxn>
                <a:cxn ang="0">
                  <a:pos x="9" y="123"/>
                </a:cxn>
                <a:cxn ang="0">
                  <a:pos x="10" y="122"/>
                </a:cxn>
                <a:cxn ang="0">
                  <a:pos x="11" y="120"/>
                </a:cxn>
                <a:cxn ang="0">
                  <a:pos x="11" y="118"/>
                </a:cxn>
                <a:cxn ang="0">
                  <a:pos x="11" y="118"/>
                </a:cxn>
                <a:cxn ang="0">
                  <a:pos x="10" y="91"/>
                </a:cxn>
                <a:cxn ang="0">
                  <a:pos x="10" y="61"/>
                </a:cxn>
                <a:cxn ang="0">
                  <a:pos x="10" y="47"/>
                </a:cxn>
                <a:cxn ang="0">
                  <a:pos x="12" y="32"/>
                </a:cxn>
                <a:cxn ang="0">
                  <a:pos x="15" y="19"/>
                </a:cxn>
                <a:cxn ang="0">
                  <a:pos x="17" y="13"/>
                </a:cxn>
                <a:cxn ang="0">
                  <a:pos x="20" y="8"/>
                </a:cxn>
                <a:cxn ang="0">
                  <a:pos x="20" y="8"/>
                </a:cxn>
                <a:cxn ang="0">
                  <a:pos x="22" y="5"/>
                </a:cxn>
                <a:cxn ang="0">
                  <a:pos x="20" y="3"/>
                </a:cxn>
                <a:cxn ang="0">
                  <a:pos x="19" y="1"/>
                </a:cxn>
                <a:cxn ang="0">
                  <a:pos x="18" y="0"/>
                </a:cxn>
                <a:cxn ang="0">
                  <a:pos x="17" y="0"/>
                </a:cxn>
                <a:cxn ang="0">
                  <a:pos x="15" y="0"/>
                </a:cxn>
                <a:cxn ang="0">
                  <a:pos x="13" y="0"/>
                </a:cxn>
                <a:cxn ang="0">
                  <a:pos x="12" y="2"/>
                </a:cxn>
                <a:cxn ang="0">
                  <a:pos x="12" y="2"/>
                </a:cxn>
              </a:cxnLst>
              <a:rect l="0" t="0" r="r" b="b"/>
              <a:pathLst>
                <a:path w="22" h="123">
                  <a:moveTo>
                    <a:pt x="12" y="2"/>
                  </a:moveTo>
                  <a:lnTo>
                    <a:pt x="12" y="2"/>
                  </a:lnTo>
                  <a:lnTo>
                    <a:pt x="9" y="9"/>
                  </a:lnTo>
                  <a:lnTo>
                    <a:pt x="7" y="15"/>
                  </a:lnTo>
                  <a:lnTo>
                    <a:pt x="3" y="29"/>
                  </a:lnTo>
                  <a:lnTo>
                    <a:pt x="1" y="44"/>
                  </a:lnTo>
                  <a:lnTo>
                    <a:pt x="0" y="59"/>
                  </a:lnTo>
                  <a:lnTo>
                    <a:pt x="1" y="90"/>
                  </a:lnTo>
                  <a:lnTo>
                    <a:pt x="2" y="118"/>
                  </a:lnTo>
                  <a:lnTo>
                    <a:pt x="2" y="118"/>
                  </a:lnTo>
                  <a:lnTo>
                    <a:pt x="3" y="120"/>
                  </a:lnTo>
                  <a:lnTo>
                    <a:pt x="4" y="122"/>
                  </a:lnTo>
                  <a:lnTo>
                    <a:pt x="5" y="123"/>
                  </a:lnTo>
                  <a:lnTo>
                    <a:pt x="7" y="123"/>
                  </a:lnTo>
                  <a:lnTo>
                    <a:pt x="9" y="123"/>
                  </a:lnTo>
                  <a:lnTo>
                    <a:pt x="10" y="122"/>
                  </a:lnTo>
                  <a:lnTo>
                    <a:pt x="11" y="120"/>
                  </a:lnTo>
                  <a:lnTo>
                    <a:pt x="11" y="118"/>
                  </a:lnTo>
                  <a:lnTo>
                    <a:pt x="11" y="118"/>
                  </a:lnTo>
                  <a:lnTo>
                    <a:pt x="10" y="91"/>
                  </a:lnTo>
                  <a:lnTo>
                    <a:pt x="10" y="61"/>
                  </a:lnTo>
                  <a:lnTo>
                    <a:pt x="10" y="47"/>
                  </a:lnTo>
                  <a:lnTo>
                    <a:pt x="12" y="32"/>
                  </a:lnTo>
                  <a:lnTo>
                    <a:pt x="15" y="19"/>
                  </a:lnTo>
                  <a:lnTo>
                    <a:pt x="17" y="13"/>
                  </a:lnTo>
                  <a:lnTo>
                    <a:pt x="20" y="8"/>
                  </a:lnTo>
                  <a:lnTo>
                    <a:pt x="20" y="8"/>
                  </a:lnTo>
                  <a:lnTo>
                    <a:pt x="22" y="5"/>
                  </a:lnTo>
                  <a:lnTo>
                    <a:pt x="20" y="3"/>
                  </a:lnTo>
                  <a:lnTo>
                    <a:pt x="19" y="1"/>
                  </a:lnTo>
                  <a:lnTo>
                    <a:pt x="18" y="0"/>
                  </a:lnTo>
                  <a:lnTo>
                    <a:pt x="17" y="0"/>
                  </a:lnTo>
                  <a:lnTo>
                    <a:pt x="15" y="0"/>
                  </a:lnTo>
                  <a:lnTo>
                    <a:pt x="13" y="0"/>
                  </a:lnTo>
                  <a:lnTo>
                    <a:pt x="12" y="2"/>
                  </a:lnTo>
                  <a:lnTo>
                    <a:pt x="1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3" name="Freeform 176"/>
            <p:cNvSpPr/>
            <p:nvPr/>
          </p:nvSpPr>
          <p:spPr bwMode="auto">
            <a:xfrm>
              <a:off x="4395788" y="2492375"/>
              <a:ext cx="7938" cy="55563"/>
            </a:xfrm>
            <a:custGeom>
              <a:avLst/>
              <a:gdLst/>
              <a:ahLst/>
              <a:cxnLst>
                <a:cxn ang="0">
                  <a:pos x="6" y="5"/>
                </a:cxn>
                <a:cxn ang="0">
                  <a:pos x="6" y="5"/>
                </a:cxn>
                <a:cxn ang="0">
                  <a:pos x="5" y="29"/>
                </a:cxn>
                <a:cxn ang="0">
                  <a:pos x="2" y="53"/>
                </a:cxn>
                <a:cxn ang="0">
                  <a:pos x="1" y="77"/>
                </a:cxn>
                <a:cxn ang="0">
                  <a:pos x="0" y="100"/>
                </a:cxn>
                <a:cxn ang="0">
                  <a:pos x="0" y="100"/>
                </a:cxn>
                <a:cxn ang="0">
                  <a:pos x="1" y="102"/>
                </a:cxn>
                <a:cxn ang="0">
                  <a:pos x="2" y="104"/>
                </a:cxn>
                <a:cxn ang="0">
                  <a:pos x="4" y="105"/>
                </a:cxn>
                <a:cxn ang="0">
                  <a:pos x="6" y="105"/>
                </a:cxn>
                <a:cxn ang="0">
                  <a:pos x="7" y="105"/>
                </a:cxn>
                <a:cxn ang="0">
                  <a:pos x="9" y="104"/>
                </a:cxn>
                <a:cxn ang="0">
                  <a:pos x="10" y="102"/>
                </a:cxn>
                <a:cxn ang="0">
                  <a:pos x="10" y="100"/>
                </a:cxn>
                <a:cxn ang="0">
                  <a:pos x="10" y="100"/>
                </a:cxn>
                <a:cxn ang="0">
                  <a:pos x="11" y="77"/>
                </a:cxn>
                <a:cxn ang="0">
                  <a:pos x="13" y="53"/>
                </a:cxn>
                <a:cxn ang="0">
                  <a:pos x="14" y="29"/>
                </a:cxn>
                <a:cxn ang="0">
                  <a:pos x="15" y="5"/>
                </a:cxn>
                <a:cxn ang="0">
                  <a:pos x="15" y="5"/>
                </a:cxn>
                <a:cxn ang="0">
                  <a:pos x="15" y="3"/>
                </a:cxn>
                <a:cxn ang="0">
                  <a:pos x="14" y="2"/>
                </a:cxn>
                <a:cxn ang="0">
                  <a:pos x="12" y="1"/>
                </a:cxn>
                <a:cxn ang="0">
                  <a:pos x="10" y="0"/>
                </a:cxn>
                <a:cxn ang="0">
                  <a:pos x="9" y="1"/>
                </a:cxn>
                <a:cxn ang="0">
                  <a:pos x="7" y="2"/>
                </a:cxn>
                <a:cxn ang="0">
                  <a:pos x="6" y="3"/>
                </a:cxn>
                <a:cxn ang="0">
                  <a:pos x="6" y="5"/>
                </a:cxn>
                <a:cxn ang="0">
                  <a:pos x="6" y="5"/>
                </a:cxn>
              </a:cxnLst>
              <a:rect l="0" t="0" r="r" b="b"/>
              <a:pathLst>
                <a:path w="15" h="105">
                  <a:moveTo>
                    <a:pt x="6" y="5"/>
                  </a:moveTo>
                  <a:lnTo>
                    <a:pt x="6" y="5"/>
                  </a:lnTo>
                  <a:lnTo>
                    <a:pt x="5" y="29"/>
                  </a:lnTo>
                  <a:lnTo>
                    <a:pt x="2" y="53"/>
                  </a:lnTo>
                  <a:lnTo>
                    <a:pt x="1" y="77"/>
                  </a:lnTo>
                  <a:lnTo>
                    <a:pt x="0" y="100"/>
                  </a:lnTo>
                  <a:lnTo>
                    <a:pt x="0" y="100"/>
                  </a:lnTo>
                  <a:lnTo>
                    <a:pt x="1" y="102"/>
                  </a:lnTo>
                  <a:lnTo>
                    <a:pt x="2" y="104"/>
                  </a:lnTo>
                  <a:lnTo>
                    <a:pt x="4" y="105"/>
                  </a:lnTo>
                  <a:lnTo>
                    <a:pt x="6" y="105"/>
                  </a:lnTo>
                  <a:lnTo>
                    <a:pt x="7" y="105"/>
                  </a:lnTo>
                  <a:lnTo>
                    <a:pt x="9" y="104"/>
                  </a:lnTo>
                  <a:lnTo>
                    <a:pt x="10" y="102"/>
                  </a:lnTo>
                  <a:lnTo>
                    <a:pt x="10" y="100"/>
                  </a:lnTo>
                  <a:lnTo>
                    <a:pt x="10" y="100"/>
                  </a:lnTo>
                  <a:lnTo>
                    <a:pt x="11" y="77"/>
                  </a:lnTo>
                  <a:lnTo>
                    <a:pt x="13" y="53"/>
                  </a:lnTo>
                  <a:lnTo>
                    <a:pt x="14" y="29"/>
                  </a:lnTo>
                  <a:lnTo>
                    <a:pt x="15" y="5"/>
                  </a:lnTo>
                  <a:lnTo>
                    <a:pt x="15" y="5"/>
                  </a:lnTo>
                  <a:lnTo>
                    <a:pt x="15" y="3"/>
                  </a:lnTo>
                  <a:lnTo>
                    <a:pt x="14" y="2"/>
                  </a:lnTo>
                  <a:lnTo>
                    <a:pt x="12" y="1"/>
                  </a:lnTo>
                  <a:lnTo>
                    <a:pt x="10" y="0"/>
                  </a:lnTo>
                  <a:lnTo>
                    <a:pt x="9" y="1"/>
                  </a:lnTo>
                  <a:lnTo>
                    <a:pt x="7" y="2"/>
                  </a:lnTo>
                  <a:lnTo>
                    <a:pt x="6" y="3"/>
                  </a:lnTo>
                  <a:lnTo>
                    <a:pt x="6" y="5"/>
                  </a:lnTo>
                  <a:lnTo>
                    <a:pt x="6"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4" name="Freeform 177"/>
            <p:cNvSpPr/>
            <p:nvPr/>
          </p:nvSpPr>
          <p:spPr bwMode="auto">
            <a:xfrm>
              <a:off x="4424363" y="2520950"/>
              <a:ext cx="4763" cy="71438"/>
            </a:xfrm>
            <a:custGeom>
              <a:avLst/>
              <a:gdLst/>
              <a:ahLst/>
              <a:cxnLst>
                <a:cxn ang="0">
                  <a:pos x="0" y="4"/>
                </a:cxn>
                <a:cxn ang="0">
                  <a:pos x="0" y="132"/>
                </a:cxn>
                <a:cxn ang="0">
                  <a:pos x="0" y="132"/>
                </a:cxn>
                <a:cxn ang="0">
                  <a:pos x="0" y="134"/>
                </a:cxn>
                <a:cxn ang="0">
                  <a:pos x="1" y="136"/>
                </a:cxn>
                <a:cxn ang="0">
                  <a:pos x="3" y="136"/>
                </a:cxn>
                <a:cxn ang="0">
                  <a:pos x="4" y="137"/>
                </a:cxn>
                <a:cxn ang="0">
                  <a:pos x="6" y="136"/>
                </a:cxn>
                <a:cxn ang="0">
                  <a:pos x="7" y="136"/>
                </a:cxn>
                <a:cxn ang="0">
                  <a:pos x="8" y="134"/>
                </a:cxn>
                <a:cxn ang="0">
                  <a:pos x="9" y="132"/>
                </a:cxn>
                <a:cxn ang="0">
                  <a:pos x="9" y="4"/>
                </a:cxn>
                <a:cxn ang="0">
                  <a:pos x="9" y="4"/>
                </a:cxn>
                <a:cxn ang="0">
                  <a:pos x="8" y="2"/>
                </a:cxn>
                <a:cxn ang="0">
                  <a:pos x="7" y="1"/>
                </a:cxn>
                <a:cxn ang="0">
                  <a:pos x="6" y="0"/>
                </a:cxn>
                <a:cxn ang="0">
                  <a:pos x="4" y="0"/>
                </a:cxn>
                <a:cxn ang="0">
                  <a:pos x="3" y="0"/>
                </a:cxn>
                <a:cxn ang="0">
                  <a:pos x="1" y="1"/>
                </a:cxn>
                <a:cxn ang="0">
                  <a:pos x="0" y="2"/>
                </a:cxn>
                <a:cxn ang="0">
                  <a:pos x="0" y="4"/>
                </a:cxn>
                <a:cxn ang="0">
                  <a:pos x="0" y="4"/>
                </a:cxn>
              </a:cxnLst>
              <a:rect l="0" t="0" r="r" b="b"/>
              <a:pathLst>
                <a:path w="9" h="137">
                  <a:moveTo>
                    <a:pt x="0" y="4"/>
                  </a:moveTo>
                  <a:lnTo>
                    <a:pt x="0" y="132"/>
                  </a:lnTo>
                  <a:lnTo>
                    <a:pt x="0" y="132"/>
                  </a:lnTo>
                  <a:lnTo>
                    <a:pt x="0" y="134"/>
                  </a:lnTo>
                  <a:lnTo>
                    <a:pt x="1" y="136"/>
                  </a:lnTo>
                  <a:lnTo>
                    <a:pt x="3" y="136"/>
                  </a:lnTo>
                  <a:lnTo>
                    <a:pt x="4" y="137"/>
                  </a:lnTo>
                  <a:lnTo>
                    <a:pt x="6" y="136"/>
                  </a:lnTo>
                  <a:lnTo>
                    <a:pt x="7" y="136"/>
                  </a:lnTo>
                  <a:lnTo>
                    <a:pt x="8" y="134"/>
                  </a:lnTo>
                  <a:lnTo>
                    <a:pt x="9" y="132"/>
                  </a:lnTo>
                  <a:lnTo>
                    <a:pt x="9" y="4"/>
                  </a:lnTo>
                  <a:lnTo>
                    <a:pt x="9" y="4"/>
                  </a:lnTo>
                  <a:lnTo>
                    <a:pt x="8" y="2"/>
                  </a:lnTo>
                  <a:lnTo>
                    <a:pt x="7" y="1"/>
                  </a:lnTo>
                  <a:lnTo>
                    <a:pt x="6" y="0"/>
                  </a:lnTo>
                  <a:lnTo>
                    <a:pt x="4" y="0"/>
                  </a:lnTo>
                  <a:lnTo>
                    <a:pt x="3" y="0"/>
                  </a:lnTo>
                  <a:lnTo>
                    <a:pt x="1" y="1"/>
                  </a:lnTo>
                  <a:lnTo>
                    <a:pt x="0" y="2"/>
                  </a:lnTo>
                  <a:lnTo>
                    <a:pt x="0" y="4"/>
                  </a:lnTo>
                  <a:lnTo>
                    <a:pt x="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5" name="Freeform 178"/>
            <p:cNvSpPr/>
            <p:nvPr/>
          </p:nvSpPr>
          <p:spPr bwMode="auto">
            <a:xfrm>
              <a:off x="4451350" y="2547938"/>
              <a:ext cx="7938" cy="68263"/>
            </a:xfrm>
            <a:custGeom>
              <a:avLst/>
              <a:gdLst/>
              <a:ahLst/>
              <a:cxnLst>
                <a:cxn ang="0">
                  <a:pos x="5" y="5"/>
                </a:cxn>
                <a:cxn ang="0">
                  <a:pos x="5" y="5"/>
                </a:cxn>
                <a:cxn ang="0">
                  <a:pos x="2" y="33"/>
                </a:cxn>
                <a:cxn ang="0">
                  <a:pos x="1" y="47"/>
                </a:cxn>
                <a:cxn ang="0">
                  <a:pos x="0" y="62"/>
                </a:cxn>
                <a:cxn ang="0">
                  <a:pos x="0" y="124"/>
                </a:cxn>
                <a:cxn ang="0">
                  <a:pos x="0" y="124"/>
                </a:cxn>
                <a:cxn ang="0">
                  <a:pos x="1" y="126"/>
                </a:cxn>
                <a:cxn ang="0">
                  <a:pos x="2" y="127"/>
                </a:cxn>
                <a:cxn ang="0">
                  <a:pos x="3" y="128"/>
                </a:cxn>
                <a:cxn ang="0">
                  <a:pos x="5" y="128"/>
                </a:cxn>
                <a:cxn ang="0">
                  <a:pos x="6" y="128"/>
                </a:cxn>
                <a:cxn ang="0">
                  <a:pos x="8" y="127"/>
                </a:cxn>
                <a:cxn ang="0">
                  <a:pos x="9" y="126"/>
                </a:cxn>
                <a:cxn ang="0">
                  <a:pos x="9" y="124"/>
                </a:cxn>
                <a:cxn ang="0">
                  <a:pos x="9" y="69"/>
                </a:cxn>
                <a:cxn ang="0">
                  <a:pos x="9" y="69"/>
                </a:cxn>
                <a:cxn ang="0">
                  <a:pos x="10" y="52"/>
                </a:cxn>
                <a:cxn ang="0">
                  <a:pos x="11" y="37"/>
                </a:cxn>
                <a:cxn ang="0">
                  <a:pos x="14" y="5"/>
                </a:cxn>
                <a:cxn ang="0">
                  <a:pos x="14" y="5"/>
                </a:cxn>
                <a:cxn ang="0">
                  <a:pos x="14" y="3"/>
                </a:cxn>
                <a:cxn ang="0">
                  <a:pos x="13" y="2"/>
                </a:cxn>
                <a:cxn ang="0">
                  <a:pos x="11" y="1"/>
                </a:cxn>
                <a:cxn ang="0">
                  <a:pos x="10" y="0"/>
                </a:cxn>
                <a:cxn ang="0">
                  <a:pos x="6" y="2"/>
                </a:cxn>
                <a:cxn ang="0">
                  <a:pos x="5" y="3"/>
                </a:cxn>
                <a:cxn ang="0">
                  <a:pos x="5" y="5"/>
                </a:cxn>
                <a:cxn ang="0">
                  <a:pos x="5" y="5"/>
                </a:cxn>
              </a:cxnLst>
              <a:rect l="0" t="0" r="r" b="b"/>
              <a:pathLst>
                <a:path w="14" h="128">
                  <a:moveTo>
                    <a:pt x="5" y="5"/>
                  </a:moveTo>
                  <a:lnTo>
                    <a:pt x="5" y="5"/>
                  </a:lnTo>
                  <a:lnTo>
                    <a:pt x="2" y="33"/>
                  </a:lnTo>
                  <a:lnTo>
                    <a:pt x="1" y="47"/>
                  </a:lnTo>
                  <a:lnTo>
                    <a:pt x="0" y="62"/>
                  </a:lnTo>
                  <a:lnTo>
                    <a:pt x="0" y="124"/>
                  </a:lnTo>
                  <a:lnTo>
                    <a:pt x="0" y="124"/>
                  </a:lnTo>
                  <a:lnTo>
                    <a:pt x="1" y="126"/>
                  </a:lnTo>
                  <a:lnTo>
                    <a:pt x="2" y="127"/>
                  </a:lnTo>
                  <a:lnTo>
                    <a:pt x="3" y="128"/>
                  </a:lnTo>
                  <a:lnTo>
                    <a:pt x="5" y="128"/>
                  </a:lnTo>
                  <a:lnTo>
                    <a:pt x="6" y="128"/>
                  </a:lnTo>
                  <a:lnTo>
                    <a:pt x="8" y="127"/>
                  </a:lnTo>
                  <a:lnTo>
                    <a:pt x="9" y="126"/>
                  </a:lnTo>
                  <a:lnTo>
                    <a:pt x="9" y="124"/>
                  </a:lnTo>
                  <a:lnTo>
                    <a:pt x="9" y="69"/>
                  </a:lnTo>
                  <a:lnTo>
                    <a:pt x="9" y="69"/>
                  </a:lnTo>
                  <a:lnTo>
                    <a:pt x="10" y="52"/>
                  </a:lnTo>
                  <a:lnTo>
                    <a:pt x="11" y="37"/>
                  </a:lnTo>
                  <a:lnTo>
                    <a:pt x="14" y="5"/>
                  </a:lnTo>
                  <a:lnTo>
                    <a:pt x="14" y="5"/>
                  </a:lnTo>
                  <a:lnTo>
                    <a:pt x="14" y="3"/>
                  </a:lnTo>
                  <a:lnTo>
                    <a:pt x="13" y="2"/>
                  </a:lnTo>
                  <a:lnTo>
                    <a:pt x="11" y="1"/>
                  </a:lnTo>
                  <a:lnTo>
                    <a:pt x="10" y="0"/>
                  </a:lnTo>
                  <a:lnTo>
                    <a:pt x="6" y="2"/>
                  </a:lnTo>
                  <a:lnTo>
                    <a:pt x="5" y="3"/>
                  </a:lnTo>
                  <a:lnTo>
                    <a:pt x="5" y="5"/>
                  </a:lnTo>
                  <a:lnTo>
                    <a:pt x="5"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6" name="Freeform 179"/>
            <p:cNvSpPr/>
            <p:nvPr/>
          </p:nvSpPr>
          <p:spPr bwMode="auto">
            <a:xfrm>
              <a:off x="4478338" y="2578100"/>
              <a:ext cx="6350" cy="55563"/>
            </a:xfrm>
            <a:custGeom>
              <a:avLst/>
              <a:gdLst/>
              <a:ahLst/>
              <a:cxnLst>
                <a:cxn ang="0">
                  <a:pos x="0" y="5"/>
                </a:cxn>
                <a:cxn ang="0">
                  <a:pos x="0" y="100"/>
                </a:cxn>
                <a:cxn ang="0">
                  <a:pos x="0" y="100"/>
                </a:cxn>
                <a:cxn ang="0">
                  <a:pos x="0" y="102"/>
                </a:cxn>
                <a:cxn ang="0">
                  <a:pos x="1" y="103"/>
                </a:cxn>
                <a:cxn ang="0">
                  <a:pos x="4" y="104"/>
                </a:cxn>
                <a:cxn ang="0">
                  <a:pos x="5" y="104"/>
                </a:cxn>
                <a:cxn ang="0">
                  <a:pos x="7" y="104"/>
                </a:cxn>
                <a:cxn ang="0">
                  <a:pos x="8" y="103"/>
                </a:cxn>
                <a:cxn ang="0">
                  <a:pos x="9" y="102"/>
                </a:cxn>
                <a:cxn ang="0">
                  <a:pos x="10" y="100"/>
                </a:cxn>
                <a:cxn ang="0">
                  <a:pos x="10" y="5"/>
                </a:cxn>
                <a:cxn ang="0">
                  <a:pos x="10" y="5"/>
                </a:cxn>
                <a:cxn ang="0">
                  <a:pos x="9" y="2"/>
                </a:cxn>
                <a:cxn ang="0">
                  <a:pos x="8" y="1"/>
                </a:cxn>
                <a:cxn ang="0">
                  <a:pos x="7" y="0"/>
                </a:cxn>
                <a:cxn ang="0">
                  <a:pos x="5" y="0"/>
                </a:cxn>
                <a:cxn ang="0">
                  <a:pos x="4" y="0"/>
                </a:cxn>
                <a:cxn ang="0">
                  <a:pos x="1" y="1"/>
                </a:cxn>
                <a:cxn ang="0">
                  <a:pos x="0" y="2"/>
                </a:cxn>
                <a:cxn ang="0">
                  <a:pos x="0" y="5"/>
                </a:cxn>
                <a:cxn ang="0">
                  <a:pos x="0" y="5"/>
                </a:cxn>
              </a:cxnLst>
              <a:rect l="0" t="0" r="r" b="b"/>
              <a:pathLst>
                <a:path w="10" h="104">
                  <a:moveTo>
                    <a:pt x="0" y="5"/>
                  </a:moveTo>
                  <a:lnTo>
                    <a:pt x="0" y="100"/>
                  </a:lnTo>
                  <a:lnTo>
                    <a:pt x="0" y="100"/>
                  </a:lnTo>
                  <a:lnTo>
                    <a:pt x="0" y="102"/>
                  </a:lnTo>
                  <a:lnTo>
                    <a:pt x="1" y="103"/>
                  </a:lnTo>
                  <a:lnTo>
                    <a:pt x="4" y="104"/>
                  </a:lnTo>
                  <a:lnTo>
                    <a:pt x="5" y="104"/>
                  </a:lnTo>
                  <a:lnTo>
                    <a:pt x="7" y="104"/>
                  </a:lnTo>
                  <a:lnTo>
                    <a:pt x="8" y="103"/>
                  </a:lnTo>
                  <a:lnTo>
                    <a:pt x="9" y="102"/>
                  </a:lnTo>
                  <a:lnTo>
                    <a:pt x="10" y="100"/>
                  </a:lnTo>
                  <a:lnTo>
                    <a:pt x="10" y="5"/>
                  </a:lnTo>
                  <a:lnTo>
                    <a:pt x="10" y="5"/>
                  </a:lnTo>
                  <a:lnTo>
                    <a:pt x="9" y="2"/>
                  </a:lnTo>
                  <a:lnTo>
                    <a:pt x="8" y="1"/>
                  </a:lnTo>
                  <a:lnTo>
                    <a:pt x="7" y="0"/>
                  </a:lnTo>
                  <a:lnTo>
                    <a:pt x="5" y="0"/>
                  </a:lnTo>
                  <a:lnTo>
                    <a:pt x="4" y="0"/>
                  </a:lnTo>
                  <a:lnTo>
                    <a:pt x="1" y="1"/>
                  </a:lnTo>
                  <a:lnTo>
                    <a:pt x="0" y="2"/>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7" name="Freeform 180"/>
            <p:cNvSpPr/>
            <p:nvPr/>
          </p:nvSpPr>
          <p:spPr bwMode="auto">
            <a:xfrm>
              <a:off x="4500563" y="2608263"/>
              <a:ext cx="7938" cy="49213"/>
            </a:xfrm>
            <a:custGeom>
              <a:avLst/>
              <a:gdLst/>
              <a:ahLst/>
              <a:cxnLst>
                <a:cxn ang="0">
                  <a:pos x="15" y="88"/>
                </a:cxn>
                <a:cxn ang="0">
                  <a:pos x="15" y="88"/>
                </a:cxn>
                <a:cxn ang="0">
                  <a:pos x="12" y="79"/>
                </a:cxn>
                <a:cxn ang="0">
                  <a:pos x="10" y="68"/>
                </a:cxn>
                <a:cxn ang="0">
                  <a:pos x="9" y="57"/>
                </a:cxn>
                <a:cxn ang="0">
                  <a:pos x="9" y="47"/>
                </a:cxn>
                <a:cxn ang="0">
                  <a:pos x="9" y="25"/>
                </a:cxn>
                <a:cxn ang="0">
                  <a:pos x="10" y="4"/>
                </a:cxn>
                <a:cxn ang="0">
                  <a:pos x="10" y="4"/>
                </a:cxn>
                <a:cxn ang="0">
                  <a:pos x="10" y="2"/>
                </a:cxn>
                <a:cxn ang="0">
                  <a:pos x="9" y="1"/>
                </a:cxn>
                <a:cxn ang="0">
                  <a:pos x="7" y="0"/>
                </a:cxn>
                <a:cxn ang="0">
                  <a:pos x="6" y="0"/>
                </a:cxn>
                <a:cxn ang="0">
                  <a:pos x="4" y="0"/>
                </a:cxn>
                <a:cxn ang="0">
                  <a:pos x="2" y="1"/>
                </a:cxn>
                <a:cxn ang="0">
                  <a:pos x="1" y="2"/>
                </a:cxn>
                <a:cxn ang="0">
                  <a:pos x="1" y="4"/>
                </a:cxn>
                <a:cxn ang="0">
                  <a:pos x="1" y="4"/>
                </a:cxn>
                <a:cxn ang="0">
                  <a:pos x="0" y="26"/>
                </a:cxn>
                <a:cxn ang="0">
                  <a:pos x="0" y="48"/>
                </a:cxn>
                <a:cxn ang="0">
                  <a:pos x="0" y="59"/>
                </a:cxn>
                <a:cxn ang="0">
                  <a:pos x="1" y="69"/>
                </a:cxn>
                <a:cxn ang="0">
                  <a:pos x="3" y="81"/>
                </a:cxn>
                <a:cxn ang="0">
                  <a:pos x="6" y="91"/>
                </a:cxn>
                <a:cxn ang="0">
                  <a:pos x="6" y="91"/>
                </a:cxn>
                <a:cxn ang="0">
                  <a:pos x="7" y="93"/>
                </a:cxn>
                <a:cxn ang="0">
                  <a:pos x="8" y="94"/>
                </a:cxn>
                <a:cxn ang="0">
                  <a:pos x="10" y="94"/>
                </a:cxn>
                <a:cxn ang="0">
                  <a:pos x="12" y="94"/>
                </a:cxn>
                <a:cxn ang="0">
                  <a:pos x="13" y="93"/>
                </a:cxn>
                <a:cxn ang="0">
                  <a:pos x="14" y="92"/>
                </a:cxn>
                <a:cxn ang="0">
                  <a:pos x="15" y="90"/>
                </a:cxn>
                <a:cxn ang="0">
                  <a:pos x="15" y="88"/>
                </a:cxn>
                <a:cxn ang="0">
                  <a:pos x="15" y="88"/>
                </a:cxn>
              </a:cxnLst>
              <a:rect l="0" t="0" r="r" b="b"/>
              <a:pathLst>
                <a:path w="15" h="94">
                  <a:moveTo>
                    <a:pt x="15" y="88"/>
                  </a:moveTo>
                  <a:lnTo>
                    <a:pt x="15" y="88"/>
                  </a:lnTo>
                  <a:lnTo>
                    <a:pt x="12" y="79"/>
                  </a:lnTo>
                  <a:lnTo>
                    <a:pt x="10" y="68"/>
                  </a:lnTo>
                  <a:lnTo>
                    <a:pt x="9" y="57"/>
                  </a:lnTo>
                  <a:lnTo>
                    <a:pt x="9" y="47"/>
                  </a:lnTo>
                  <a:lnTo>
                    <a:pt x="9" y="25"/>
                  </a:lnTo>
                  <a:lnTo>
                    <a:pt x="10" y="4"/>
                  </a:lnTo>
                  <a:lnTo>
                    <a:pt x="10" y="4"/>
                  </a:lnTo>
                  <a:lnTo>
                    <a:pt x="10" y="2"/>
                  </a:lnTo>
                  <a:lnTo>
                    <a:pt x="9" y="1"/>
                  </a:lnTo>
                  <a:lnTo>
                    <a:pt x="7" y="0"/>
                  </a:lnTo>
                  <a:lnTo>
                    <a:pt x="6" y="0"/>
                  </a:lnTo>
                  <a:lnTo>
                    <a:pt x="4" y="0"/>
                  </a:lnTo>
                  <a:lnTo>
                    <a:pt x="2" y="1"/>
                  </a:lnTo>
                  <a:lnTo>
                    <a:pt x="1" y="2"/>
                  </a:lnTo>
                  <a:lnTo>
                    <a:pt x="1" y="4"/>
                  </a:lnTo>
                  <a:lnTo>
                    <a:pt x="1" y="4"/>
                  </a:lnTo>
                  <a:lnTo>
                    <a:pt x="0" y="26"/>
                  </a:lnTo>
                  <a:lnTo>
                    <a:pt x="0" y="48"/>
                  </a:lnTo>
                  <a:lnTo>
                    <a:pt x="0" y="59"/>
                  </a:lnTo>
                  <a:lnTo>
                    <a:pt x="1" y="69"/>
                  </a:lnTo>
                  <a:lnTo>
                    <a:pt x="3" y="81"/>
                  </a:lnTo>
                  <a:lnTo>
                    <a:pt x="6" y="91"/>
                  </a:lnTo>
                  <a:lnTo>
                    <a:pt x="6" y="91"/>
                  </a:lnTo>
                  <a:lnTo>
                    <a:pt x="7" y="93"/>
                  </a:lnTo>
                  <a:lnTo>
                    <a:pt x="8" y="94"/>
                  </a:lnTo>
                  <a:lnTo>
                    <a:pt x="10" y="94"/>
                  </a:lnTo>
                  <a:lnTo>
                    <a:pt x="12" y="94"/>
                  </a:lnTo>
                  <a:lnTo>
                    <a:pt x="13" y="93"/>
                  </a:lnTo>
                  <a:lnTo>
                    <a:pt x="14" y="92"/>
                  </a:lnTo>
                  <a:lnTo>
                    <a:pt x="15" y="90"/>
                  </a:lnTo>
                  <a:lnTo>
                    <a:pt x="15" y="88"/>
                  </a:lnTo>
                  <a:lnTo>
                    <a:pt x="15" y="8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8" name="Freeform 181"/>
            <p:cNvSpPr/>
            <p:nvPr/>
          </p:nvSpPr>
          <p:spPr bwMode="auto">
            <a:xfrm>
              <a:off x="4529138" y="2622550"/>
              <a:ext cx="7938" cy="63500"/>
            </a:xfrm>
            <a:custGeom>
              <a:avLst/>
              <a:gdLst/>
              <a:ahLst/>
              <a:cxnLst>
                <a:cxn ang="0">
                  <a:pos x="6" y="5"/>
                </a:cxn>
                <a:cxn ang="0">
                  <a:pos x="6" y="5"/>
                </a:cxn>
                <a:cxn ang="0">
                  <a:pos x="5" y="18"/>
                </a:cxn>
                <a:cxn ang="0">
                  <a:pos x="3" y="31"/>
                </a:cxn>
                <a:cxn ang="0">
                  <a:pos x="1" y="43"/>
                </a:cxn>
                <a:cxn ang="0">
                  <a:pos x="0" y="57"/>
                </a:cxn>
                <a:cxn ang="0">
                  <a:pos x="0" y="57"/>
                </a:cxn>
                <a:cxn ang="0">
                  <a:pos x="0" y="86"/>
                </a:cxn>
                <a:cxn ang="0">
                  <a:pos x="0" y="114"/>
                </a:cxn>
                <a:cxn ang="0">
                  <a:pos x="0" y="114"/>
                </a:cxn>
                <a:cxn ang="0">
                  <a:pos x="1" y="116"/>
                </a:cxn>
                <a:cxn ang="0">
                  <a:pos x="2" y="117"/>
                </a:cxn>
                <a:cxn ang="0">
                  <a:pos x="3" y="118"/>
                </a:cxn>
                <a:cxn ang="0">
                  <a:pos x="6" y="119"/>
                </a:cxn>
                <a:cxn ang="0">
                  <a:pos x="8" y="118"/>
                </a:cxn>
                <a:cxn ang="0">
                  <a:pos x="9" y="117"/>
                </a:cxn>
                <a:cxn ang="0">
                  <a:pos x="10" y="116"/>
                </a:cxn>
                <a:cxn ang="0">
                  <a:pos x="11" y="114"/>
                </a:cxn>
                <a:cxn ang="0">
                  <a:pos x="11" y="57"/>
                </a:cxn>
                <a:cxn ang="0">
                  <a:pos x="11" y="57"/>
                </a:cxn>
                <a:cxn ang="0">
                  <a:pos x="11" y="43"/>
                </a:cxn>
                <a:cxn ang="0">
                  <a:pos x="13" y="31"/>
                </a:cxn>
                <a:cxn ang="0">
                  <a:pos x="14" y="18"/>
                </a:cxn>
                <a:cxn ang="0">
                  <a:pos x="15" y="5"/>
                </a:cxn>
                <a:cxn ang="0">
                  <a:pos x="15" y="5"/>
                </a:cxn>
                <a:cxn ang="0">
                  <a:pos x="15" y="3"/>
                </a:cxn>
                <a:cxn ang="0">
                  <a:pos x="14" y="1"/>
                </a:cxn>
                <a:cxn ang="0">
                  <a:pos x="12" y="0"/>
                </a:cxn>
                <a:cxn ang="0">
                  <a:pos x="11" y="0"/>
                </a:cxn>
                <a:cxn ang="0">
                  <a:pos x="9" y="0"/>
                </a:cxn>
                <a:cxn ang="0">
                  <a:pos x="8" y="1"/>
                </a:cxn>
                <a:cxn ang="0">
                  <a:pos x="6" y="3"/>
                </a:cxn>
                <a:cxn ang="0">
                  <a:pos x="6" y="5"/>
                </a:cxn>
                <a:cxn ang="0">
                  <a:pos x="6" y="5"/>
                </a:cxn>
              </a:cxnLst>
              <a:rect l="0" t="0" r="r" b="b"/>
              <a:pathLst>
                <a:path w="15" h="119">
                  <a:moveTo>
                    <a:pt x="6" y="5"/>
                  </a:moveTo>
                  <a:lnTo>
                    <a:pt x="6" y="5"/>
                  </a:lnTo>
                  <a:lnTo>
                    <a:pt x="5" y="18"/>
                  </a:lnTo>
                  <a:lnTo>
                    <a:pt x="3" y="31"/>
                  </a:lnTo>
                  <a:lnTo>
                    <a:pt x="1" y="43"/>
                  </a:lnTo>
                  <a:lnTo>
                    <a:pt x="0" y="57"/>
                  </a:lnTo>
                  <a:lnTo>
                    <a:pt x="0" y="57"/>
                  </a:lnTo>
                  <a:lnTo>
                    <a:pt x="0" y="86"/>
                  </a:lnTo>
                  <a:lnTo>
                    <a:pt x="0" y="114"/>
                  </a:lnTo>
                  <a:lnTo>
                    <a:pt x="0" y="114"/>
                  </a:lnTo>
                  <a:lnTo>
                    <a:pt x="1" y="116"/>
                  </a:lnTo>
                  <a:lnTo>
                    <a:pt x="2" y="117"/>
                  </a:lnTo>
                  <a:lnTo>
                    <a:pt x="3" y="118"/>
                  </a:lnTo>
                  <a:lnTo>
                    <a:pt x="6" y="119"/>
                  </a:lnTo>
                  <a:lnTo>
                    <a:pt x="8" y="118"/>
                  </a:lnTo>
                  <a:lnTo>
                    <a:pt x="9" y="117"/>
                  </a:lnTo>
                  <a:lnTo>
                    <a:pt x="10" y="116"/>
                  </a:lnTo>
                  <a:lnTo>
                    <a:pt x="11" y="114"/>
                  </a:lnTo>
                  <a:lnTo>
                    <a:pt x="11" y="57"/>
                  </a:lnTo>
                  <a:lnTo>
                    <a:pt x="11" y="57"/>
                  </a:lnTo>
                  <a:lnTo>
                    <a:pt x="11" y="43"/>
                  </a:lnTo>
                  <a:lnTo>
                    <a:pt x="13" y="31"/>
                  </a:lnTo>
                  <a:lnTo>
                    <a:pt x="14" y="18"/>
                  </a:lnTo>
                  <a:lnTo>
                    <a:pt x="15" y="5"/>
                  </a:lnTo>
                  <a:lnTo>
                    <a:pt x="15" y="5"/>
                  </a:lnTo>
                  <a:lnTo>
                    <a:pt x="15" y="3"/>
                  </a:lnTo>
                  <a:lnTo>
                    <a:pt x="14" y="1"/>
                  </a:lnTo>
                  <a:lnTo>
                    <a:pt x="12" y="0"/>
                  </a:lnTo>
                  <a:lnTo>
                    <a:pt x="11" y="0"/>
                  </a:lnTo>
                  <a:lnTo>
                    <a:pt x="9" y="0"/>
                  </a:lnTo>
                  <a:lnTo>
                    <a:pt x="8" y="1"/>
                  </a:lnTo>
                  <a:lnTo>
                    <a:pt x="6" y="3"/>
                  </a:lnTo>
                  <a:lnTo>
                    <a:pt x="6" y="5"/>
                  </a:lnTo>
                  <a:lnTo>
                    <a:pt x="6"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79" name="Freeform 182"/>
            <p:cNvSpPr/>
            <p:nvPr/>
          </p:nvSpPr>
          <p:spPr bwMode="auto">
            <a:xfrm>
              <a:off x="4551363" y="2652713"/>
              <a:ext cx="4763" cy="55563"/>
            </a:xfrm>
            <a:custGeom>
              <a:avLst/>
              <a:gdLst/>
              <a:ahLst/>
              <a:cxnLst>
                <a:cxn ang="0">
                  <a:pos x="11" y="5"/>
                </a:cxn>
                <a:cxn ang="0">
                  <a:pos x="11" y="5"/>
                </a:cxn>
                <a:cxn ang="0">
                  <a:pos x="11" y="3"/>
                </a:cxn>
                <a:cxn ang="0">
                  <a:pos x="10" y="1"/>
                </a:cxn>
                <a:cxn ang="0">
                  <a:pos x="8" y="0"/>
                </a:cxn>
                <a:cxn ang="0">
                  <a:pos x="6" y="0"/>
                </a:cxn>
                <a:cxn ang="0">
                  <a:pos x="5" y="0"/>
                </a:cxn>
                <a:cxn ang="0">
                  <a:pos x="3" y="1"/>
                </a:cxn>
                <a:cxn ang="0">
                  <a:pos x="2" y="3"/>
                </a:cxn>
                <a:cxn ang="0">
                  <a:pos x="2" y="5"/>
                </a:cxn>
                <a:cxn ang="0">
                  <a:pos x="2" y="5"/>
                </a:cxn>
                <a:cxn ang="0">
                  <a:pos x="0" y="53"/>
                </a:cxn>
                <a:cxn ang="0">
                  <a:pos x="0" y="75"/>
                </a:cxn>
                <a:cxn ang="0">
                  <a:pos x="2" y="99"/>
                </a:cxn>
                <a:cxn ang="0">
                  <a:pos x="2" y="99"/>
                </a:cxn>
                <a:cxn ang="0">
                  <a:pos x="2" y="101"/>
                </a:cxn>
                <a:cxn ang="0">
                  <a:pos x="4" y="103"/>
                </a:cxn>
                <a:cxn ang="0">
                  <a:pos x="7" y="104"/>
                </a:cxn>
                <a:cxn ang="0">
                  <a:pos x="9" y="104"/>
                </a:cxn>
                <a:cxn ang="0">
                  <a:pos x="10" y="103"/>
                </a:cxn>
                <a:cxn ang="0">
                  <a:pos x="11" y="101"/>
                </a:cxn>
                <a:cxn ang="0">
                  <a:pos x="11" y="99"/>
                </a:cxn>
                <a:cxn ang="0">
                  <a:pos x="11" y="99"/>
                </a:cxn>
                <a:cxn ang="0">
                  <a:pos x="9" y="75"/>
                </a:cxn>
                <a:cxn ang="0">
                  <a:pos x="9" y="53"/>
                </a:cxn>
                <a:cxn ang="0">
                  <a:pos x="11" y="5"/>
                </a:cxn>
                <a:cxn ang="0">
                  <a:pos x="11" y="5"/>
                </a:cxn>
              </a:cxnLst>
              <a:rect l="0" t="0" r="r" b="b"/>
              <a:pathLst>
                <a:path w="11" h="104">
                  <a:moveTo>
                    <a:pt x="11" y="5"/>
                  </a:moveTo>
                  <a:lnTo>
                    <a:pt x="11" y="5"/>
                  </a:lnTo>
                  <a:lnTo>
                    <a:pt x="11" y="3"/>
                  </a:lnTo>
                  <a:lnTo>
                    <a:pt x="10" y="1"/>
                  </a:lnTo>
                  <a:lnTo>
                    <a:pt x="8" y="0"/>
                  </a:lnTo>
                  <a:lnTo>
                    <a:pt x="6" y="0"/>
                  </a:lnTo>
                  <a:lnTo>
                    <a:pt x="5" y="0"/>
                  </a:lnTo>
                  <a:lnTo>
                    <a:pt x="3" y="1"/>
                  </a:lnTo>
                  <a:lnTo>
                    <a:pt x="2" y="3"/>
                  </a:lnTo>
                  <a:lnTo>
                    <a:pt x="2" y="5"/>
                  </a:lnTo>
                  <a:lnTo>
                    <a:pt x="2" y="5"/>
                  </a:lnTo>
                  <a:lnTo>
                    <a:pt x="0" y="53"/>
                  </a:lnTo>
                  <a:lnTo>
                    <a:pt x="0" y="75"/>
                  </a:lnTo>
                  <a:lnTo>
                    <a:pt x="2" y="99"/>
                  </a:lnTo>
                  <a:lnTo>
                    <a:pt x="2" y="99"/>
                  </a:lnTo>
                  <a:lnTo>
                    <a:pt x="2" y="101"/>
                  </a:lnTo>
                  <a:lnTo>
                    <a:pt x="4" y="103"/>
                  </a:lnTo>
                  <a:lnTo>
                    <a:pt x="7" y="104"/>
                  </a:lnTo>
                  <a:lnTo>
                    <a:pt x="9" y="104"/>
                  </a:lnTo>
                  <a:lnTo>
                    <a:pt x="10" y="103"/>
                  </a:lnTo>
                  <a:lnTo>
                    <a:pt x="11" y="101"/>
                  </a:lnTo>
                  <a:lnTo>
                    <a:pt x="11" y="99"/>
                  </a:lnTo>
                  <a:lnTo>
                    <a:pt x="11" y="99"/>
                  </a:lnTo>
                  <a:lnTo>
                    <a:pt x="9" y="75"/>
                  </a:lnTo>
                  <a:lnTo>
                    <a:pt x="9" y="53"/>
                  </a:lnTo>
                  <a:lnTo>
                    <a:pt x="11" y="5"/>
                  </a:lnTo>
                  <a:lnTo>
                    <a:pt x="11"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0" name="Freeform 183"/>
            <p:cNvSpPr/>
            <p:nvPr/>
          </p:nvSpPr>
          <p:spPr bwMode="auto">
            <a:xfrm>
              <a:off x="4572000" y="2676525"/>
              <a:ext cx="6350" cy="58738"/>
            </a:xfrm>
            <a:custGeom>
              <a:avLst/>
              <a:gdLst/>
              <a:ahLst/>
              <a:cxnLst>
                <a:cxn ang="0">
                  <a:pos x="10" y="4"/>
                </a:cxn>
                <a:cxn ang="0">
                  <a:pos x="10" y="4"/>
                </a:cxn>
                <a:cxn ang="0">
                  <a:pos x="9" y="2"/>
                </a:cxn>
                <a:cxn ang="0">
                  <a:pos x="8" y="1"/>
                </a:cxn>
                <a:cxn ang="0">
                  <a:pos x="7" y="0"/>
                </a:cxn>
                <a:cxn ang="0">
                  <a:pos x="5" y="0"/>
                </a:cxn>
                <a:cxn ang="0">
                  <a:pos x="3" y="0"/>
                </a:cxn>
                <a:cxn ang="0">
                  <a:pos x="2" y="1"/>
                </a:cxn>
                <a:cxn ang="0">
                  <a:pos x="1" y="2"/>
                </a:cxn>
                <a:cxn ang="0">
                  <a:pos x="0" y="4"/>
                </a:cxn>
                <a:cxn ang="0">
                  <a:pos x="0" y="4"/>
                </a:cxn>
                <a:cxn ang="0">
                  <a:pos x="1" y="57"/>
                </a:cxn>
                <a:cxn ang="0">
                  <a:pos x="2" y="83"/>
                </a:cxn>
                <a:cxn ang="0">
                  <a:pos x="5" y="109"/>
                </a:cxn>
                <a:cxn ang="0">
                  <a:pos x="5" y="109"/>
                </a:cxn>
                <a:cxn ang="0">
                  <a:pos x="6" y="111"/>
                </a:cxn>
                <a:cxn ang="0">
                  <a:pos x="7" y="112"/>
                </a:cxn>
                <a:cxn ang="0">
                  <a:pos x="10" y="113"/>
                </a:cxn>
                <a:cxn ang="0">
                  <a:pos x="12" y="113"/>
                </a:cxn>
                <a:cxn ang="0">
                  <a:pos x="13" y="112"/>
                </a:cxn>
                <a:cxn ang="0">
                  <a:pos x="14" y="111"/>
                </a:cxn>
                <a:cxn ang="0">
                  <a:pos x="14" y="109"/>
                </a:cxn>
                <a:cxn ang="0">
                  <a:pos x="14" y="109"/>
                </a:cxn>
                <a:cxn ang="0">
                  <a:pos x="12" y="83"/>
                </a:cxn>
                <a:cxn ang="0">
                  <a:pos x="10" y="57"/>
                </a:cxn>
                <a:cxn ang="0">
                  <a:pos x="10" y="4"/>
                </a:cxn>
                <a:cxn ang="0">
                  <a:pos x="10" y="4"/>
                </a:cxn>
              </a:cxnLst>
              <a:rect l="0" t="0" r="r" b="b"/>
              <a:pathLst>
                <a:path w="14" h="113">
                  <a:moveTo>
                    <a:pt x="10" y="4"/>
                  </a:moveTo>
                  <a:lnTo>
                    <a:pt x="10" y="4"/>
                  </a:lnTo>
                  <a:lnTo>
                    <a:pt x="9" y="2"/>
                  </a:lnTo>
                  <a:lnTo>
                    <a:pt x="8" y="1"/>
                  </a:lnTo>
                  <a:lnTo>
                    <a:pt x="7" y="0"/>
                  </a:lnTo>
                  <a:lnTo>
                    <a:pt x="5" y="0"/>
                  </a:lnTo>
                  <a:lnTo>
                    <a:pt x="3" y="0"/>
                  </a:lnTo>
                  <a:lnTo>
                    <a:pt x="2" y="1"/>
                  </a:lnTo>
                  <a:lnTo>
                    <a:pt x="1" y="2"/>
                  </a:lnTo>
                  <a:lnTo>
                    <a:pt x="0" y="4"/>
                  </a:lnTo>
                  <a:lnTo>
                    <a:pt x="0" y="4"/>
                  </a:lnTo>
                  <a:lnTo>
                    <a:pt x="1" y="57"/>
                  </a:lnTo>
                  <a:lnTo>
                    <a:pt x="2" y="83"/>
                  </a:lnTo>
                  <a:lnTo>
                    <a:pt x="5" y="109"/>
                  </a:lnTo>
                  <a:lnTo>
                    <a:pt x="5" y="109"/>
                  </a:lnTo>
                  <a:lnTo>
                    <a:pt x="6" y="111"/>
                  </a:lnTo>
                  <a:lnTo>
                    <a:pt x="7" y="112"/>
                  </a:lnTo>
                  <a:lnTo>
                    <a:pt x="10" y="113"/>
                  </a:lnTo>
                  <a:lnTo>
                    <a:pt x="12" y="113"/>
                  </a:lnTo>
                  <a:lnTo>
                    <a:pt x="13" y="112"/>
                  </a:lnTo>
                  <a:lnTo>
                    <a:pt x="14" y="111"/>
                  </a:lnTo>
                  <a:lnTo>
                    <a:pt x="14" y="109"/>
                  </a:lnTo>
                  <a:lnTo>
                    <a:pt x="14" y="109"/>
                  </a:lnTo>
                  <a:lnTo>
                    <a:pt x="12" y="83"/>
                  </a:lnTo>
                  <a:lnTo>
                    <a:pt x="10" y="57"/>
                  </a:lnTo>
                  <a:lnTo>
                    <a:pt x="10" y="4"/>
                  </a:lnTo>
                  <a:lnTo>
                    <a:pt x="1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1" name="Freeform 184"/>
            <p:cNvSpPr/>
            <p:nvPr/>
          </p:nvSpPr>
          <p:spPr bwMode="auto">
            <a:xfrm>
              <a:off x="4481513" y="2305050"/>
              <a:ext cx="12700" cy="61913"/>
            </a:xfrm>
            <a:custGeom>
              <a:avLst/>
              <a:gdLst/>
              <a:ahLst/>
              <a:cxnLst>
                <a:cxn ang="0">
                  <a:pos x="21" y="109"/>
                </a:cxn>
                <a:cxn ang="0">
                  <a:pos x="21" y="109"/>
                </a:cxn>
                <a:cxn ang="0">
                  <a:pos x="16" y="105"/>
                </a:cxn>
                <a:cxn ang="0">
                  <a:pos x="13" y="101"/>
                </a:cxn>
                <a:cxn ang="0">
                  <a:pos x="11" y="95"/>
                </a:cxn>
                <a:cxn ang="0">
                  <a:pos x="9" y="89"/>
                </a:cxn>
                <a:cxn ang="0">
                  <a:pos x="9" y="76"/>
                </a:cxn>
                <a:cxn ang="0">
                  <a:pos x="9" y="64"/>
                </a:cxn>
                <a:cxn ang="0">
                  <a:pos x="9" y="64"/>
                </a:cxn>
                <a:cxn ang="0">
                  <a:pos x="10" y="34"/>
                </a:cxn>
                <a:cxn ang="0">
                  <a:pos x="9" y="5"/>
                </a:cxn>
                <a:cxn ang="0">
                  <a:pos x="9" y="5"/>
                </a:cxn>
                <a:cxn ang="0">
                  <a:pos x="9" y="3"/>
                </a:cxn>
                <a:cxn ang="0">
                  <a:pos x="8" y="1"/>
                </a:cxn>
                <a:cxn ang="0">
                  <a:pos x="6" y="0"/>
                </a:cxn>
                <a:cxn ang="0">
                  <a:pos x="5" y="0"/>
                </a:cxn>
                <a:cxn ang="0">
                  <a:pos x="3" y="0"/>
                </a:cxn>
                <a:cxn ang="0">
                  <a:pos x="2" y="1"/>
                </a:cxn>
                <a:cxn ang="0">
                  <a:pos x="1" y="3"/>
                </a:cxn>
                <a:cxn ang="0">
                  <a:pos x="0" y="5"/>
                </a:cxn>
                <a:cxn ang="0">
                  <a:pos x="0" y="5"/>
                </a:cxn>
                <a:cxn ang="0">
                  <a:pos x="0" y="77"/>
                </a:cxn>
                <a:cxn ang="0">
                  <a:pos x="0" y="77"/>
                </a:cxn>
                <a:cxn ang="0">
                  <a:pos x="0" y="89"/>
                </a:cxn>
                <a:cxn ang="0">
                  <a:pos x="1" y="95"/>
                </a:cxn>
                <a:cxn ang="0">
                  <a:pos x="3" y="100"/>
                </a:cxn>
                <a:cxn ang="0">
                  <a:pos x="5" y="105"/>
                </a:cxn>
                <a:cxn ang="0">
                  <a:pos x="8" y="110"/>
                </a:cxn>
                <a:cxn ang="0">
                  <a:pos x="12" y="115"/>
                </a:cxn>
                <a:cxn ang="0">
                  <a:pos x="16" y="118"/>
                </a:cxn>
                <a:cxn ang="0">
                  <a:pos x="16" y="118"/>
                </a:cxn>
                <a:cxn ang="0">
                  <a:pos x="18" y="119"/>
                </a:cxn>
                <a:cxn ang="0">
                  <a:pos x="20" y="119"/>
                </a:cxn>
                <a:cxn ang="0">
                  <a:pos x="21" y="118"/>
                </a:cxn>
                <a:cxn ang="0">
                  <a:pos x="22" y="117"/>
                </a:cxn>
                <a:cxn ang="0">
                  <a:pos x="23" y="115"/>
                </a:cxn>
                <a:cxn ang="0">
                  <a:pos x="23" y="112"/>
                </a:cxn>
                <a:cxn ang="0">
                  <a:pos x="22" y="111"/>
                </a:cxn>
                <a:cxn ang="0">
                  <a:pos x="21" y="109"/>
                </a:cxn>
                <a:cxn ang="0">
                  <a:pos x="21" y="109"/>
                </a:cxn>
              </a:cxnLst>
              <a:rect l="0" t="0" r="r" b="b"/>
              <a:pathLst>
                <a:path w="23" h="119">
                  <a:moveTo>
                    <a:pt x="21" y="109"/>
                  </a:moveTo>
                  <a:lnTo>
                    <a:pt x="21" y="109"/>
                  </a:lnTo>
                  <a:lnTo>
                    <a:pt x="16" y="105"/>
                  </a:lnTo>
                  <a:lnTo>
                    <a:pt x="13" y="101"/>
                  </a:lnTo>
                  <a:lnTo>
                    <a:pt x="11" y="95"/>
                  </a:lnTo>
                  <a:lnTo>
                    <a:pt x="9" y="89"/>
                  </a:lnTo>
                  <a:lnTo>
                    <a:pt x="9" y="76"/>
                  </a:lnTo>
                  <a:lnTo>
                    <a:pt x="9" y="64"/>
                  </a:lnTo>
                  <a:lnTo>
                    <a:pt x="9" y="64"/>
                  </a:lnTo>
                  <a:lnTo>
                    <a:pt x="10" y="34"/>
                  </a:lnTo>
                  <a:lnTo>
                    <a:pt x="9" y="5"/>
                  </a:lnTo>
                  <a:lnTo>
                    <a:pt x="9" y="5"/>
                  </a:lnTo>
                  <a:lnTo>
                    <a:pt x="9" y="3"/>
                  </a:lnTo>
                  <a:lnTo>
                    <a:pt x="8" y="1"/>
                  </a:lnTo>
                  <a:lnTo>
                    <a:pt x="6" y="0"/>
                  </a:lnTo>
                  <a:lnTo>
                    <a:pt x="5" y="0"/>
                  </a:lnTo>
                  <a:lnTo>
                    <a:pt x="3" y="0"/>
                  </a:lnTo>
                  <a:lnTo>
                    <a:pt x="2" y="1"/>
                  </a:lnTo>
                  <a:lnTo>
                    <a:pt x="1" y="3"/>
                  </a:lnTo>
                  <a:lnTo>
                    <a:pt x="0" y="5"/>
                  </a:lnTo>
                  <a:lnTo>
                    <a:pt x="0" y="5"/>
                  </a:lnTo>
                  <a:lnTo>
                    <a:pt x="0" y="77"/>
                  </a:lnTo>
                  <a:lnTo>
                    <a:pt x="0" y="77"/>
                  </a:lnTo>
                  <a:lnTo>
                    <a:pt x="0" y="89"/>
                  </a:lnTo>
                  <a:lnTo>
                    <a:pt x="1" y="95"/>
                  </a:lnTo>
                  <a:lnTo>
                    <a:pt x="3" y="100"/>
                  </a:lnTo>
                  <a:lnTo>
                    <a:pt x="5" y="105"/>
                  </a:lnTo>
                  <a:lnTo>
                    <a:pt x="8" y="110"/>
                  </a:lnTo>
                  <a:lnTo>
                    <a:pt x="12" y="115"/>
                  </a:lnTo>
                  <a:lnTo>
                    <a:pt x="16" y="118"/>
                  </a:lnTo>
                  <a:lnTo>
                    <a:pt x="16" y="118"/>
                  </a:lnTo>
                  <a:lnTo>
                    <a:pt x="18" y="119"/>
                  </a:lnTo>
                  <a:lnTo>
                    <a:pt x="20" y="119"/>
                  </a:lnTo>
                  <a:lnTo>
                    <a:pt x="21" y="118"/>
                  </a:lnTo>
                  <a:lnTo>
                    <a:pt x="22" y="117"/>
                  </a:lnTo>
                  <a:lnTo>
                    <a:pt x="23" y="115"/>
                  </a:lnTo>
                  <a:lnTo>
                    <a:pt x="23" y="112"/>
                  </a:lnTo>
                  <a:lnTo>
                    <a:pt x="22" y="111"/>
                  </a:lnTo>
                  <a:lnTo>
                    <a:pt x="21" y="109"/>
                  </a:lnTo>
                  <a:lnTo>
                    <a:pt x="21" y="109"/>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2" name="Freeform 185"/>
            <p:cNvSpPr/>
            <p:nvPr/>
          </p:nvSpPr>
          <p:spPr bwMode="auto">
            <a:xfrm>
              <a:off x="4519613" y="2336800"/>
              <a:ext cx="9525" cy="55563"/>
            </a:xfrm>
            <a:custGeom>
              <a:avLst/>
              <a:gdLst/>
              <a:ahLst/>
              <a:cxnLst>
                <a:cxn ang="0">
                  <a:pos x="9" y="3"/>
                </a:cxn>
                <a:cxn ang="0">
                  <a:pos x="9" y="3"/>
                </a:cxn>
                <a:cxn ang="0">
                  <a:pos x="7" y="15"/>
                </a:cxn>
                <a:cxn ang="0">
                  <a:pos x="4" y="27"/>
                </a:cxn>
                <a:cxn ang="0">
                  <a:pos x="2" y="50"/>
                </a:cxn>
                <a:cxn ang="0">
                  <a:pos x="0" y="75"/>
                </a:cxn>
                <a:cxn ang="0">
                  <a:pos x="0" y="99"/>
                </a:cxn>
                <a:cxn ang="0">
                  <a:pos x="0" y="99"/>
                </a:cxn>
                <a:cxn ang="0">
                  <a:pos x="0" y="101"/>
                </a:cxn>
                <a:cxn ang="0">
                  <a:pos x="1" y="102"/>
                </a:cxn>
                <a:cxn ang="0">
                  <a:pos x="3" y="103"/>
                </a:cxn>
                <a:cxn ang="0">
                  <a:pos x="5" y="104"/>
                </a:cxn>
                <a:cxn ang="0">
                  <a:pos x="6" y="103"/>
                </a:cxn>
                <a:cxn ang="0">
                  <a:pos x="8" y="102"/>
                </a:cxn>
                <a:cxn ang="0">
                  <a:pos x="9" y="101"/>
                </a:cxn>
                <a:cxn ang="0">
                  <a:pos x="9" y="99"/>
                </a:cxn>
                <a:cxn ang="0">
                  <a:pos x="9" y="99"/>
                </a:cxn>
                <a:cxn ang="0">
                  <a:pos x="10" y="75"/>
                </a:cxn>
                <a:cxn ang="0">
                  <a:pos x="11" y="52"/>
                </a:cxn>
                <a:cxn ang="0">
                  <a:pos x="13" y="29"/>
                </a:cxn>
                <a:cxn ang="0">
                  <a:pos x="16" y="17"/>
                </a:cxn>
                <a:cxn ang="0">
                  <a:pos x="18" y="6"/>
                </a:cxn>
                <a:cxn ang="0">
                  <a:pos x="18" y="6"/>
                </a:cxn>
                <a:cxn ang="0">
                  <a:pos x="18" y="4"/>
                </a:cxn>
                <a:cxn ang="0">
                  <a:pos x="18" y="2"/>
                </a:cxn>
                <a:cxn ang="0">
                  <a:pos x="17" y="1"/>
                </a:cxn>
                <a:cxn ang="0">
                  <a:pos x="15" y="0"/>
                </a:cxn>
                <a:cxn ang="0">
                  <a:pos x="13" y="0"/>
                </a:cxn>
                <a:cxn ang="0">
                  <a:pos x="12" y="0"/>
                </a:cxn>
                <a:cxn ang="0">
                  <a:pos x="10" y="1"/>
                </a:cxn>
                <a:cxn ang="0">
                  <a:pos x="9" y="3"/>
                </a:cxn>
                <a:cxn ang="0">
                  <a:pos x="9" y="3"/>
                </a:cxn>
              </a:cxnLst>
              <a:rect l="0" t="0" r="r" b="b"/>
              <a:pathLst>
                <a:path w="18" h="104">
                  <a:moveTo>
                    <a:pt x="9" y="3"/>
                  </a:moveTo>
                  <a:lnTo>
                    <a:pt x="9" y="3"/>
                  </a:lnTo>
                  <a:lnTo>
                    <a:pt x="7" y="15"/>
                  </a:lnTo>
                  <a:lnTo>
                    <a:pt x="4" y="27"/>
                  </a:lnTo>
                  <a:lnTo>
                    <a:pt x="2" y="50"/>
                  </a:lnTo>
                  <a:lnTo>
                    <a:pt x="0" y="75"/>
                  </a:lnTo>
                  <a:lnTo>
                    <a:pt x="0" y="99"/>
                  </a:lnTo>
                  <a:lnTo>
                    <a:pt x="0" y="99"/>
                  </a:lnTo>
                  <a:lnTo>
                    <a:pt x="0" y="101"/>
                  </a:lnTo>
                  <a:lnTo>
                    <a:pt x="1" y="102"/>
                  </a:lnTo>
                  <a:lnTo>
                    <a:pt x="3" y="103"/>
                  </a:lnTo>
                  <a:lnTo>
                    <a:pt x="5" y="104"/>
                  </a:lnTo>
                  <a:lnTo>
                    <a:pt x="6" y="103"/>
                  </a:lnTo>
                  <a:lnTo>
                    <a:pt x="8" y="102"/>
                  </a:lnTo>
                  <a:lnTo>
                    <a:pt x="9" y="101"/>
                  </a:lnTo>
                  <a:lnTo>
                    <a:pt x="9" y="99"/>
                  </a:lnTo>
                  <a:lnTo>
                    <a:pt x="9" y="99"/>
                  </a:lnTo>
                  <a:lnTo>
                    <a:pt x="10" y="75"/>
                  </a:lnTo>
                  <a:lnTo>
                    <a:pt x="11" y="52"/>
                  </a:lnTo>
                  <a:lnTo>
                    <a:pt x="13" y="29"/>
                  </a:lnTo>
                  <a:lnTo>
                    <a:pt x="16" y="17"/>
                  </a:lnTo>
                  <a:lnTo>
                    <a:pt x="18" y="6"/>
                  </a:lnTo>
                  <a:lnTo>
                    <a:pt x="18" y="6"/>
                  </a:lnTo>
                  <a:lnTo>
                    <a:pt x="18" y="4"/>
                  </a:lnTo>
                  <a:lnTo>
                    <a:pt x="18" y="2"/>
                  </a:lnTo>
                  <a:lnTo>
                    <a:pt x="17" y="1"/>
                  </a:lnTo>
                  <a:lnTo>
                    <a:pt x="15" y="0"/>
                  </a:lnTo>
                  <a:lnTo>
                    <a:pt x="13" y="0"/>
                  </a:lnTo>
                  <a:lnTo>
                    <a:pt x="12" y="0"/>
                  </a:lnTo>
                  <a:lnTo>
                    <a:pt x="10" y="1"/>
                  </a:lnTo>
                  <a:lnTo>
                    <a:pt x="9" y="3"/>
                  </a:lnTo>
                  <a:lnTo>
                    <a:pt x="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3" name="Freeform 186"/>
            <p:cNvSpPr/>
            <p:nvPr/>
          </p:nvSpPr>
          <p:spPr bwMode="auto">
            <a:xfrm>
              <a:off x="4543425" y="2370138"/>
              <a:ext cx="7938" cy="71438"/>
            </a:xfrm>
            <a:custGeom>
              <a:avLst/>
              <a:gdLst/>
              <a:ahLst/>
              <a:cxnLst>
                <a:cxn ang="0">
                  <a:pos x="5" y="4"/>
                </a:cxn>
                <a:cxn ang="0">
                  <a:pos x="5" y="4"/>
                </a:cxn>
                <a:cxn ang="0">
                  <a:pos x="4" y="36"/>
                </a:cxn>
                <a:cxn ang="0">
                  <a:pos x="3" y="68"/>
                </a:cxn>
                <a:cxn ang="0">
                  <a:pos x="1" y="100"/>
                </a:cxn>
                <a:cxn ang="0">
                  <a:pos x="0" y="132"/>
                </a:cxn>
                <a:cxn ang="0">
                  <a:pos x="0" y="132"/>
                </a:cxn>
                <a:cxn ang="0">
                  <a:pos x="0" y="134"/>
                </a:cxn>
                <a:cxn ang="0">
                  <a:pos x="1" y="135"/>
                </a:cxn>
                <a:cxn ang="0">
                  <a:pos x="3" y="136"/>
                </a:cxn>
                <a:cxn ang="0">
                  <a:pos x="4" y="136"/>
                </a:cxn>
                <a:cxn ang="0">
                  <a:pos x="7" y="136"/>
                </a:cxn>
                <a:cxn ang="0">
                  <a:pos x="9" y="135"/>
                </a:cxn>
                <a:cxn ang="0">
                  <a:pos x="10" y="134"/>
                </a:cxn>
                <a:cxn ang="0">
                  <a:pos x="10" y="132"/>
                </a:cxn>
                <a:cxn ang="0">
                  <a:pos x="10" y="132"/>
                </a:cxn>
                <a:cxn ang="0">
                  <a:pos x="11" y="100"/>
                </a:cxn>
                <a:cxn ang="0">
                  <a:pos x="13" y="68"/>
                </a:cxn>
                <a:cxn ang="0">
                  <a:pos x="14" y="36"/>
                </a:cxn>
                <a:cxn ang="0">
                  <a:pos x="15" y="4"/>
                </a:cxn>
                <a:cxn ang="0">
                  <a:pos x="15" y="4"/>
                </a:cxn>
                <a:cxn ang="0">
                  <a:pos x="14" y="2"/>
                </a:cxn>
                <a:cxn ang="0">
                  <a:pos x="13" y="1"/>
                </a:cxn>
                <a:cxn ang="0">
                  <a:pos x="12" y="0"/>
                </a:cxn>
                <a:cxn ang="0">
                  <a:pos x="10" y="0"/>
                </a:cxn>
                <a:cxn ang="0">
                  <a:pos x="8" y="0"/>
                </a:cxn>
                <a:cxn ang="0">
                  <a:pos x="7" y="1"/>
                </a:cxn>
                <a:cxn ang="0">
                  <a:pos x="5" y="2"/>
                </a:cxn>
                <a:cxn ang="0">
                  <a:pos x="5" y="4"/>
                </a:cxn>
                <a:cxn ang="0">
                  <a:pos x="5" y="4"/>
                </a:cxn>
              </a:cxnLst>
              <a:rect l="0" t="0" r="r" b="b"/>
              <a:pathLst>
                <a:path w="15" h="136">
                  <a:moveTo>
                    <a:pt x="5" y="4"/>
                  </a:moveTo>
                  <a:lnTo>
                    <a:pt x="5" y="4"/>
                  </a:lnTo>
                  <a:lnTo>
                    <a:pt x="4" y="36"/>
                  </a:lnTo>
                  <a:lnTo>
                    <a:pt x="3" y="68"/>
                  </a:lnTo>
                  <a:lnTo>
                    <a:pt x="1" y="100"/>
                  </a:lnTo>
                  <a:lnTo>
                    <a:pt x="0" y="132"/>
                  </a:lnTo>
                  <a:lnTo>
                    <a:pt x="0" y="132"/>
                  </a:lnTo>
                  <a:lnTo>
                    <a:pt x="0" y="134"/>
                  </a:lnTo>
                  <a:lnTo>
                    <a:pt x="1" y="135"/>
                  </a:lnTo>
                  <a:lnTo>
                    <a:pt x="3" y="136"/>
                  </a:lnTo>
                  <a:lnTo>
                    <a:pt x="4" y="136"/>
                  </a:lnTo>
                  <a:lnTo>
                    <a:pt x="7" y="136"/>
                  </a:lnTo>
                  <a:lnTo>
                    <a:pt x="9" y="135"/>
                  </a:lnTo>
                  <a:lnTo>
                    <a:pt x="10" y="134"/>
                  </a:lnTo>
                  <a:lnTo>
                    <a:pt x="10" y="132"/>
                  </a:lnTo>
                  <a:lnTo>
                    <a:pt x="10" y="132"/>
                  </a:lnTo>
                  <a:lnTo>
                    <a:pt x="11" y="100"/>
                  </a:lnTo>
                  <a:lnTo>
                    <a:pt x="13" y="68"/>
                  </a:lnTo>
                  <a:lnTo>
                    <a:pt x="14" y="36"/>
                  </a:lnTo>
                  <a:lnTo>
                    <a:pt x="15" y="4"/>
                  </a:lnTo>
                  <a:lnTo>
                    <a:pt x="15" y="4"/>
                  </a:lnTo>
                  <a:lnTo>
                    <a:pt x="14" y="2"/>
                  </a:lnTo>
                  <a:lnTo>
                    <a:pt x="13" y="1"/>
                  </a:lnTo>
                  <a:lnTo>
                    <a:pt x="12" y="0"/>
                  </a:lnTo>
                  <a:lnTo>
                    <a:pt x="10" y="0"/>
                  </a:lnTo>
                  <a:lnTo>
                    <a:pt x="8" y="0"/>
                  </a:lnTo>
                  <a:lnTo>
                    <a:pt x="7" y="1"/>
                  </a:lnTo>
                  <a:lnTo>
                    <a:pt x="5" y="2"/>
                  </a:lnTo>
                  <a:lnTo>
                    <a:pt x="5" y="4"/>
                  </a:lnTo>
                  <a:lnTo>
                    <a:pt x="5"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4" name="Freeform 187"/>
            <p:cNvSpPr/>
            <p:nvPr/>
          </p:nvSpPr>
          <p:spPr bwMode="auto">
            <a:xfrm>
              <a:off x="4573588" y="2406650"/>
              <a:ext cx="4763" cy="71438"/>
            </a:xfrm>
            <a:custGeom>
              <a:avLst/>
              <a:gdLst/>
              <a:ahLst/>
              <a:cxnLst>
                <a:cxn ang="0">
                  <a:pos x="0" y="5"/>
                </a:cxn>
                <a:cxn ang="0">
                  <a:pos x="0" y="128"/>
                </a:cxn>
                <a:cxn ang="0">
                  <a:pos x="0" y="128"/>
                </a:cxn>
                <a:cxn ang="0">
                  <a:pos x="0" y="130"/>
                </a:cxn>
                <a:cxn ang="0">
                  <a:pos x="1" y="131"/>
                </a:cxn>
                <a:cxn ang="0">
                  <a:pos x="3" y="132"/>
                </a:cxn>
                <a:cxn ang="0">
                  <a:pos x="5" y="133"/>
                </a:cxn>
                <a:cxn ang="0">
                  <a:pos x="6" y="132"/>
                </a:cxn>
                <a:cxn ang="0">
                  <a:pos x="8" y="131"/>
                </a:cxn>
                <a:cxn ang="0">
                  <a:pos x="9" y="130"/>
                </a:cxn>
                <a:cxn ang="0">
                  <a:pos x="9" y="128"/>
                </a:cxn>
                <a:cxn ang="0">
                  <a:pos x="9" y="5"/>
                </a:cxn>
                <a:cxn ang="0">
                  <a:pos x="9" y="5"/>
                </a:cxn>
                <a:cxn ang="0">
                  <a:pos x="9" y="3"/>
                </a:cxn>
                <a:cxn ang="0">
                  <a:pos x="8" y="1"/>
                </a:cxn>
                <a:cxn ang="0">
                  <a:pos x="6" y="1"/>
                </a:cxn>
                <a:cxn ang="0">
                  <a:pos x="5" y="0"/>
                </a:cxn>
                <a:cxn ang="0">
                  <a:pos x="3" y="1"/>
                </a:cxn>
                <a:cxn ang="0">
                  <a:pos x="1" y="1"/>
                </a:cxn>
                <a:cxn ang="0">
                  <a:pos x="0" y="3"/>
                </a:cxn>
                <a:cxn ang="0">
                  <a:pos x="0" y="5"/>
                </a:cxn>
                <a:cxn ang="0">
                  <a:pos x="0" y="5"/>
                </a:cxn>
              </a:cxnLst>
              <a:rect l="0" t="0" r="r" b="b"/>
              <a:pathLst>
                <a:path w="9" h="133">
                  <a:moveTo>
                    <a:pt x="0" y="5"/>
                  </a:moveTo>
                  <a:lnTo>
                    <a:pt x="0" y="128"/>
                  </a:lnTo>
                  <a:lnTo>
                    <a:pt x="0" y="128"/>
                  </a:lnTo>
                  <a:lnTo>
                    <a:pt x="0" y="130"/>
                  </a:lnTo>
                  <a:lnTo>
                    <a:pt x="1" y="131"/>
                  </a:lnTo>
                  <a:lnTo>
                    <a:pt x="3" y="132"/>
                  </a:lnTo>
                  <a:lnTo>
                    <a:pt x="5" y="133"/>
                  </a:lnTo>
                  <a:lnTo>
                    <a:pt x="6" y="132"/>
                  </a:lnTo>
                  <a:lnTo>
                    <a:pt x="8" y="131"/>
                  </a:lnTo>
                  <a:lnTo>
                    <a:pt x="9" y="130"/>
                  </a:lnTo>
                  <a:lnTo>
                    <a:pt x="9" y="128"/>
                  </a:lnTo>
                  <a:lnTo>
                    <a:pt x="9" y="5"/>
                  </a:lnTo>
                  <a:lnTo>
                    <a:pt x="9" y="5"/>
                  </a:lnTo>
                  <a:lnTo>
                    <a:pt x="9" y="3"/>
                  </a:lnTo>
                  <a:lnTo>
                    <a:pt x="8" y="1"/>
                  </a:lnTo>
                  <a:lnTo>
                    <a:pt x="6" y="1"/>
                  </a:lnTo>
                  <a:lnTo>
                    <a:pt x="5" y="0"/>
                  </a:lnTo>
                  <a:lnTo>
                    <a:pt x="3" y="1"/>
                  </a:lnTo>
                  <a:lnTo>
                    <a:pt x="1"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5" name="Freeform 188"/>
            <p:cNvSpPr/>
            <p:nvPr/>
          </p:nvSpPr>
          <p:spPr bwMode="auto">
            <a:xfrm>
              <a:off x="4602163" y="2432050"/>
              <a:ext cx="4763" cy="65088"/>
            </a:xfrm>
            <a:custGeom>
              <a:avLst/>
              <a:gdLst/>
              <a:ahLst/>
              <a:cxnLst>
                <a:cxn ang="0">
                  <a:pos x="0" y="5"/>
                </a:cxn>
                <a:cxn ang="0">
                  <a:pos x="0" y="118"/>
                </a:cxn>
                <a:cxn ang="0">
                  <a:pos x="0" y="118"/>
                </a:cxn>
                <a:cxn ang="0">
                  <a:pos x="0" y="120"/>
                </a:cxn>
                <a:cxn ang="0">
                  <a:pos x="1" y="121"/>
                </a:cxn>
                <a:cxn ang="0">
                  <a:pos x="2" y="123"/>
                </a:cxn>
                <a:cxn ang="0">
                  <a:pos x="4" y="123"/>
                </a:cxn>
                <a:cxn ang="0">
                  <a:pos x="6" y="123"/>
                </a:cxn>
                <a:cxn ang="0">
                  <a:pos x="7" y="121"/>
                </a:cxn>
                <a:cxn ang="0">
                  <a:pos x="8" y="120"/>
                </a:cxn>
                <a:cxn ang="0">
                  <a:pos x="9" y="118"/>
                </a:cxn>
                <a:cxn ang="0">
                  <a:pos x="9" y="5"/>
                </a:cxn>
                <a:cxn ang="0">
                  <a:pos x="9" y="5"/>
                </a:cxn>
                <a:cxn ang="0">
                  <a:pos x="8" y="3"/>
                </a:cxn>
                <a:cxn ang="0">
                  <a:pos x="7" y="1"/>
                </a:cxn>
                <a:cxn ang="0">
                  <a:pos x="6" y="1"/>
                </a:cxn>
                <a:cxn ang="0">
                  <a:pos x="4" y="0"/>
                </a:cxn>
                <a:cxn ang="0">
                  <a:pos x="2" y="1"/>
                </a:cxn>
                <a:cxn ang="0">
                  <a:pos x="1" y="1"/>
                </a:cxn>
                <a:cxn ang="0">
                  <a:pos x="0" y="3"/>
                </a:cxn>
                <a:cxn ang="0">
                  <a:pos x="0" y="5"/>
                </a:cxn>
                <a:cxn ang="0">
                  <a:pos x="0" y="5"/>
                </a:cxn>
              </a:cxnLst>
              <a:rect l="0" t="0" r="r" b="b"/>
              <a:pathLst>
                <a:path w="9" h="123">
                  <a:moveTo>
                    <a:pt x="0" y="5"/>
                  </a:moveTo>
                  <a:lnTo>
                    <a:pt x="0" y="118"/>
                  </a:lnTo>
                  <a:lnTo>
                    <a:pt x="0" y="118"/>
                  </a:lnTo>
                  <a:lnTo>
                    <a:pt x="0" y="120"/>
                  </a:lnTo>
                  <a:lnTo>
                    <a:pt x="1" y="121"/>
                  </a:lnTo>
                  <a:lnTo>
                    <a:pt x="2" y="123"/>
                  </a:lnTo>
                  <a:lnTo>
                    <a:pt x="4" y="123"/>
                  </a:lnTo>
                  <a:lnTo>
                    <a:pt x="6" y="123"/>
                  </a:lnTo>
                  <a:lnTo>
                    <a:pt x="7" y="121"/>
                  </a:lnTo>
                  <a:lnTo>
                    <a:pt x="8" y="120"/>
                  </a:lnTo>
                  <a:lnTo>
                    <a:pt x="9" y="118"/>
                  </a:lnTo>
                  <a:lnTo>
                    <a:pt x="9" y="5"/>
                  </a:lnTo>
                  <a:lnTo>
                    <a:pt x="9" y="5"/>
                  </a:lnTo>
                  <a:lnTo>
                    <a:pt x="8" y="3"/>
                  </a:lnTo>
                  <a:lnTo>
                    <a:pt x="7" y="1"/>
                  </a:lnTo>
                  <a:lnTo>
                    <a:pt x="6" y="1"/>
                  </a:lnTo>
                  <a:lnTo>
                    <a:pt x="4" y="0"/>
                  </a:lnTo>
                  <a:lnTo>
                    <a:pt x="2" y="1"/>
                  </a:lnTo>
                  <a:lnTo>
                    <a:pt x="1"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6" name="Freeform 189"/>
            <p:cNvSpPr/>
            <p:nvPr/>
          </p:nvSpPr>
          <p:spPr bwMode="auto">
            <a:xfrm>
              <a:off x="4624388" y="2457450"/>
              <a:ext cx="4763" cy="65088"/>
            </a:xfrm>
            <a:custGeom>
              <a:avLst/>
              <a:gdLst/>
              <a:ahLst/>
              <a:cxnLst>
                <a:cxn ang="0">
                  <a:pos x="0" y="5"/>
                </a:cxn>
                <a:cxn ang="0">
                  <a:pos x="0" y="119"/>
                </a:cxn>
                <a:cxn ang="0">
                  <a:pos x="0" y="119"/>
                </a:cxn>
                <a:cxn ang="0">
                  <a:pos x="0" y="121"/>
                </a:cxn>
                <a:cxn ang="0">
                  <a:pos x="1" y="122"/>
                </a:cxn>
                <a:cxn ang="0">
                  <a:pos x="3" y="123"/>
                </a:cxn>
                <a:cxn ang="0">
                  <a:pos x="4" y="123"/>
                </a:cxn>
                <a:cxn ang="0">
                  <a:pos x="6" y="123"/>
                </a:cxn>
                <a:cxn ang="0">
                  <a:pos x="8" y="122"/>
                </a:cxn>
                <a:cxn ang="0">
                  <a:pos x="9" y="121"/>
                </a:cxn>
                <a:cxn ang="0">
                  <a:pos x="9" y="119"/>
                </a:cxn>
                <a:cxn ang="0">
                  <a:pos x="9" y="5"/>
                </a:cxn>
                <a:cxn ang="0">
                  <a:pos x="9" y="5"/>
                </a:cxn>
                <a:cxn ang="0">
                  <a:pos x="9" y="3"/>
                </a:cxn>
                <a:cxn ang="0">
                  <a:pos x="8" y="1"/>
                </a:cxn>
                <a:cxn ang="0">
                  <a:pos x="6" y="0"/>
                </a:cxn>
                <a:cxn ang="0">
                  <a:pos x="4" y="0"/>
                </a:cxn>
                <a:cxn ang="0">
                  <a:pos x="3" y="0"/>
                </a:cxn>
                <a:cxn ang="0">
                  <a:pos x="1" y="1"/>
                </a:cxn>
                <a:cxn ang="0">
                  <a:pos x="0" y="3"/>
                </a:cxn>
                <a:cxn ang="0">
                  <a:pos x="0" y="5"/>
                </a:cxn>
                <a:cxn ang="0">
                  <a:pos x="0" y="5"/>
                </a:cxn>
              </a:cxnLst>
              <a:rect l="0" t="0" r="r" b="b"/>
              <a:pathLst>
                <a:path w="9" h="123">
                  <a:moveTo>
                    <a:pt x="0" y="5"/>
                  </a:moveTo>
                  <a:lnTo>
                    <a:pt x="0" y="119"/>
                  </a:lnTo>
                  <a:lnTo>
                    <a:pt x="0" y="119"/>
                  </a:lnTo>
                  <a:lnTo>
                    <a:pt x="0" y="121"/>
                  </a:lnTo>
                  <a:lnTo>
                    <a:pt x="1" y="122"/>
                  </a:lnTo>
                  <a:lnTo>
                    <a:pt x="3" y="123"/>
                  </a:lnTo>
                  <a:lnTo>
                    <a:pt x="4" y="123"/>
                  </a:lnTo>
                  <a:lnTo>
                    <a:pt x="6" y="123"/>
                  </a:lnTo>
                  <a:lnTo>
                    <a:pt x="8" y="122"/>
                  </a:lnTo>
                  <a:lnTo>
                    <a:pt x="9" y="121"/>
                  </a:lnTo>
                  <a:lnTo>
                    <a:pt x="9" y="119"/>
                  </a:lnTo>
                  <a:lnTo>
                    <a:pt x="9" y="5"/>
                  </a:lnTo>
                  <a:lnTo>
                    <a:pt x="9" y="5"/>
                  </a:lnTo>
                  <a:lnTo>
                    <a:pt x="9" y="3"/>
                  </a:lnTo>
                  <a:lnTo>
                    <a:pt x="8" y="1"/>
                  </a:lnTo>
                  <a:lnTo>
                    <a:pt x="6" y="0"/>
                  </a:lnTo>
                  <a:lnTo>
                    <a:pt x="4" y="0"/>
                  </a:lnTo>
                  <a:lnTo>
                    <a:pt x="3" y="0"/>
                  </a:lnTo>
                  <a:lnTo>
                    <a:pt x="1"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7" name="Freeform 190"/>
            <p:cNvSpPr/>
            <p:nvPr/>
          </p:nvSpPr>
          <p:spPr bwMode="auto">
            <a:xfrm>
              <a:off x="4651375" y="2482850"/>
              <a:ext cx="7938" cy="73025"/>
            </a:xfrm>
            <a:custGeom>
              <a:avLst/>
              <a:gdLst/>
              <a:ahLst/>
              <a:cxnLst>
                <a:cxn ang="0">
                  <a:pos x="5" y="5"/>
                </a:cxn>
                <a:cxn ang="0">
                  <a:pos x="5" y="5"/>
                </a:cxn>
                <a:cxn ang="0">
                  <a:pos x="2" y="30"/>
                </a:cxn>
                <a:cxn ang="0">
                  <a:pos x="1" y="42"/>
                </a:cxn>
                <a:cxn ang="0">
                  <a:pos x="0" y="55"/>
                </a:cxn>
                <a:cxn ang="0">
                  <a:pos x="0" y="132"/>
                </a:cxn>
                <a:cxn ang="0">
                  <a:pos x="0" y="132"/>
                </a:cxn>
                <a:cxn ang="0">
                  <a:pos x="1" y="134"/>
                </a:cxn>
                <a:cxn ang="0">
                  <a:pos x="2" y="136"/>
                </a:cxn>
                <a:cxn ang="0">
                  <a:pos x="3" y="137"/>
                </a:cxn>
                <a:cxn ang="0">
                  <a:pos x="5" y="137"/>
                </a:cxn>
                <a:cxn ang="0">
                  <a:pos x="7" y="137"/>
                </a:cxn>
                <a:cxn ang="0">
                  <a:pos x="8" y="136"/>
                </a:cxn>
                <a:cxn ang="0">
                  <a:pos x="9" y="134"/>
                </a:cxn>
                <a:cxn ang="0">
                  <a:pos x="10" y="132"/>
                </a:cxn>
                <a:cxn ang="0">
                  <a:pos x="10" y="62"/>
                </a:cxn>
                <a:cxn ang="0">
                  <a:pos x="10" y="62"/>
                </a:cxn>
                <a:cxn ang="0">
                  <a:pos x="10" y="47"/>
                </a:cxn>
                <a:cxn ang="0">
                  <a:pos x="11" y="33"/>
                </a:cxn>
                <a:cxn ang="0">
                  <a:pos x="14" y="5"/>
                </a:cxn>
                <a:cxn ang="0">
                  <a:pos x="14" y="5"/>
                </a:cxn>
                <a:cxn ang="0">
                  <a:pos x="14" y="3"/>
                </a:cxn>
                <a:cxn ang="0">
                  <a:pos x="13" y="1"/>
                </a:cxn>
                <a:cxn ang="0">
                  <a:pos x="12" y="0"/>
                </a:cxn>
                <a:cxn ang="0">
                  <a:pos x="10" y="0"/>
                </a:cxn>
                <a:cxn ang="0">
                  <a:pos x="7" y="1"/>
                </a:cxn>
                <a:cxn ang="0">
                  <a:pos x="6" y="3"/>
                </a:cxn>
                <a:cxn ang="0">
                  <a:pos x="5" y="5"/>
                </a:cxn>
                <a:cxn ang="0">
                  <a:pos x="5" y="5"/>
                </a:cxn>
              </a:cxnLst>
              <a:rect l="0" t="0" r="r" b="b"/>
              <a:pathLst>
                <a:path w="14" h="137">
                  <a:moveTo>
                    <a:pt x="5" y="5"/>
                  </a:moveTo>
                  <a:lnTo>
                    <a:pt x="5" y="5"/>
                  </a:lnTo>
                  <a:lnTo>
                    <a:pt x="2" y="30"/>
                  </a:lnTo>
                  <a:lnTo>
                    <a:pt x="1" y="42"/>
                  </a:lnTo>
                  <a:lnTo>
                    <a:pt x="0" y="55"/>
                  </a:lnTo>
                  <a:lnTo>
                    <a:pt x="0" y="132"/>
                  </a:lnTo>
                  <a:lnTo>
                    <a:pt x="0" y="132"/>
                  </a:lnTo>
                  <a:lnTo>
                    <a:pt x="1" y="134"/>
                  </a:lnTo>
                  <a:lnTo>
                    <a:pt x="2" y="136"/>
                  </a:lnTo>
                  <a:lnTo>
                    <a:pt x="3" y="137"/>
                  </a:lnTo>
                  <a:lnTo>
                    <a:pt x="5" y="137"/>
                  </a:lnTo>
                  <a:lnTo>
                    <a:pt x="7" y="137"/>
                  </a:lnTo>
                  <a:lnTo>
                    <a:pt x="8" y="136"/>
                  </a:lnTo>
                  <a:lnTo>
                    <a:pt x="9" y="134"/>
                  </a:lnTo>
                  <a:lnTo>
                    <a:pt x="10" y="132"/>
                  </a:lnTo>
                  <a:lnTo>
                    <a:pt x="10" y="62"/>
                  </a:lnTo>
                  <a:lnTo>
                    <a:pt x="10" y="62"/>
                  </a:lnTo>
                  <a:lnTo>
                    <a:pt x="10" y="47"/>
                  </a:lnTo>
                  <a:lnTo>
                    <a:pt x="11" y="33"/>
                  </a:lnTo>
                  <a:lnTo>
                    <a:pt x="14" y="5"/>
                  </a:lnTo>
                  <a:lnTo>
                    <a:pt x="14" y="5"/>
                  </a:lnTo>
                  <a:lnTo>
                    <a:pt x="14" y="3"/>
                  </a:lnTo>
                  <a:lnTo>
                    <a:pt x="13" y="1"/>
                  </a:lnTo>
                  <a:lnTo>
                    <a:pt x="12" y="0"/>
                  </a:lnTo>
                  <a:lnTo>
                    <a:pt x="10" y="0"/>
                  </a:lnTo>
                  <a:lnTo>
                    <a:pt x="7" y="1"/>
                  </a:lnTo>
                  <a:lnTo>
                    <a:pt x="6" y="3"/>
                  </a:lnTo>
                  <a:lnTo>
                    <a:pt x="5" y="5"/>
                  </a:lnTo>
                  <a:lnTo>
                    <a:pt x="5"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8" name="Freeform 191"/>
            <p:cNvSpPr/>
            <p:nvPr/>
          </p:nvSpPr>
          <p:spPr bwMode="auto">
            <a:xfrm>
              <a:off x="4684713" y="2500313"/>
              <a:ext cx="4763" cy="87313"/>
            </a:xfrm>
            <a:custGeom>
              <a:avLst/>
              <a:gdLst/>
              <a:ahLst/>
              <a:cxnLst>
                <a:cxn ang="0">
                  <a:pos x="0" y="5"/>
                </a:cxn>
                <a:cxn ang="0">
                  <a:pos x="0" y="161"/>
                </a:cxn>
                <a:cxn ang="0">
                  <a:pos x="0" y="161"/>
                </a:cxn>
                <a:cxn ang="0">
                  <a:pos x="0" y="163"/>
                </a:cxn>
                <a:cxn ang="0">
                  <a:pos x="1" y="164"/>
                </a:cxn>
                <a:cxn ang="0">
                  <a:pos x="3" y="165"/>
                </a:cxn>
                <a:cxn ang="0">
                  <a:pos x="5" y="166"/>
                </a:cxn>
                <a:cxn ang="0">
                  <a:pos x="6" y="165"/>
                </a:cxn>
                <a:cxn ang="0">
                  <a:pos x="8" y="164"/>
                </a:cxn>
                <a:cxn ang="0">
                  <a:pos x="9" y="163"/>
                </a:cxn>
                <a:cxn ang="0">
                  <a:pos x="9" y="161"/>
                </a:cxn>
                <a:cxn ang="0">
                  <a:pos x="9" y="5"/>
                </a:cxn>
                <a:cxn ang="0">
                  <a:pos x="9" y="5"/>
                </a:cxn>
                <a:cxn ang="0">
                  <a:pos x="9" y="3"/>
                </a:cxn>
                <a:cxn ang="0">
                  <a:pos x="8" y="1"/>
                </a:cxn>
                <a:cxn ang="0">
                  <a:pos x="6" y="0"/>
                </a:cxn>
                <a:cxn ang="0">
                  <a:pos x="5" y="0"/>
                </a:cxn>
                <a:cxn ang="0">
                  <a:pos x="3" y="0"/>
                </a:cxn>
                <a:cxn ang="0">
                  <a:pos x="1" y="1"/>
                </a:cxn>
                <a:cxn ang="0">
                  <a:pos x="0" y="3"/>
                </a:cxn>
                <a:cxn ang="0">
                  <a:pos x="0" y="5"/>
                </a:cxn>
                <a:cxn ang="0">
                  <a:pos x="0" y="5"/>
                </a:cxn>
              </a:cxnLst>
              <a:rect l="0" t="0" r="r" b="b"/>
              <a:pathLst>
                <a:path w="9" h="166">
                  <a:moveTo>
                    <a:pt x="0" y="5"/>
                  </a:moveTo>
                  <a:lnTo>
                    <a:pt x="0" y="161"/>
                  </a:lnTo>
                  <a:lnTo>
                    <a:pt x="0" y="161"/>
                  </a:lnTo>
                  <a:lnTo>
                    <a:pt x="0" y="163"/>
                  </a:lnTo>
                  <a:lnTo>
                    <a:pt x="1" y="164"/>
                  </a:lnTo>
                  <a:lnTo>
                    <a:pt x="3" y="165"/>
                  </a:lnTo>
                  <a:lnTo>
                    <a:pt x="5" y="166"/>
                  </a:lnTo>
                  <a:lnTo>
                    <a:pt x="6" y="165"/>
                  </a:lnTo>
                  <a:lnTo>
                    <a:pt x="8" y="164"/>
                  </a:lnTo>
                  <a:lnTo>
                    <a:pt x="9" y="163"/>
                  </a:lnTo>
                  <a:lnTo>
                    <a:pt x="9" y="161"/>
                  </a:lnTo>
                  <a:lnTo>
                    <a:pt x="9" y="5"/>
                  </a:lnTo>
                  <a:lnTo>
                    <a:pt x="9" y="5"/>
                  </a:lnTo>
                  <a:lnTo>
                    <a:pt x="9" y="3"/>
                  </a:lnTo>
                  <a:lnTo>
                    <a:pt x="8" y="1"/>
                  </a:lnTo>
                  <a:lnTo>
                    <a:pt x="6" y="0"/>
                  </a:lnTo>
                  <a:lnTo>
                    <a:pt x="5" y="0"/>
                  </a:lnTo>
                  <a:lnTo>
                    <a:pt x="3" y="0"/>
                  </a:lnTo>
                  <a:lnTo>
                    <a:pt x="1"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89" name="Freeform 192"/>
            <p:cNvSpPr/>
            <p:nvPr/>
          </p:nvSpPr>
          <p:spPr bwMode="auto">
            <a:xfrm>
              <a:off x="4702175" y="2540000"/>
              <a:ext cx="7938" cy="69850"/>
            </a:xfrm>
            <a:custGeom>
              <a:avLst/>
              <a:gdLst/>
              <a:ahLst/>
              <a:cxnLst>
                <a:cxn ang="0">
                  <a:pos x="6" y="3"/>
                </a:cxn>
                <a:cxn ang="0">
                  <a:pos x="6" y="3"/>
                </a:cxn>
                <a:cxn ang="0">
                  <a:pos x="3" y="19"/>
                </a:cxn>
                <a:cxn ang="0">
                  <a:pos x="1" y="34"/>
                </a:cxn>
                <a:cxn ang="0">
                  <a:pos x="0" y="50"/>
                </a:cxn>
                <a:cxn ang="0">
                  <a:pos x="0" y="65"/>
                </a:cxn>
                <a:cxn ang="0">
                  <a:pos x="1" y="96"/>
                </a:cxn>
                <a:cxn ang="0">
                  <a:pos x="1" y="127"/>
                </a:cxn>
                <a:cxn ang="0">
                  <a:pos x="1" y="127"/>
                </a:cxn>
                <a:cxn ang="0">
                  <a:pos x="2" y="129"/>
                </a:cxn>
                <a:cxn ang="0">
                  <a:pos x="3" y="131"/>
                </a:cxn>
                <a:cxn ang="0">
                  <a:pos x="4" y="132"/>
                </a:cxn>
                <a:cxn ang="0">
                  <a:pos x="6" y="132"/>
                </a:cxn>
                <a:cxn ang="0">
                  <a:pos x="7" y="132"/>
                </a:cxn>
                <a:cxn ang="0">
                  <a:pos x="9" y="131"/>
                </a:cxn>
                <a:cxn ang="0">
                  <a:pos x="10" y="129"/>
                </a:cxn>
                <a:cxn ang="0">
                  <a:pos x="10" y="127"/>
                </a:cxn>
                <a:cxn ang="0">
                  <a:pos x="10" y="127"/>
                </a:cxn>
                <a:cxn ang="0">
                  <a:pos x="10" y="97"/>
                </a:cxn>
                <a:cxn ang="0">
                  <a:pos x="9" y="66"/>
                </a:cxn>
                <a:cxn ang="0">
                  <a:pos x="9" y="51"/>
                </a:cxn>
                <a:cxn ang="0">
                  <a:pos x="10" y="36"/>
                </a:cxn>
                <a:cxn ang="0">
                  <a:pos x="12" y="21"/>
                </a:cxn>
                <a:cxn ang="0">
                  <a:pos x="15" y="5"/>
                </a:cxn>
                <a:cxn ang="0">
                  <a:pos x="15" y="5"/>
                </a:cxn>
                <a:cxn ang="0">
                  <a:pos x="15" y="3"/>
                </a:cxn>
                <a:cxn ang="0">
                  <a:pos x="14" y="2"/>
                </a:cxn>
                <a:cxn ang="0">
                  <a:pos x="13" y="0"/>
                </a:cxn>
                <a:cxn ang="0">
                  <a:pos x="11" y="0"/>
                </a:cxn>
                <a:cxn ang="0">
                  <a:pos x="10" y="0"/>
                </a:cxn>
                <a:cxn ang="0">
                  <a:pos x="8" y="0"/>
                </a:cxn>
                <a:cxn ang="0">
                  <a:pos x="7" y="1"/>
                </a:cxn>
                <a:cxn ang="0">
                  <a:pos x="6" y="3"/>
                </a:cxn>
                <a:cxn ang="0">
                  <a:pos x="6" y="3"/>
                </a:cxn>
              </a:cxnLst>
              <a:rect l="0" t="0" r="r" b="b"/>
              <a:pathLst>
                <a:path w="15" h="132">
                  <a:moveTo>
                    <a:pt x="6" y="3"/>
                  </a:moveTo>
                  <a:lnTo>
                    <a:pt x="6" y="3"/>
                  </a:lnTo>
                  <a:lnTo>
                    <a:pt x="3" y="19"/>
                  </a:lnTo>
                  <a:lnTo>
                    <a:pt x="1" y="34"/>
                  </a:lnTo>
                  <a:lnTo>
                    <a:pt x="0" y="50"/>
                  </a:lnTo>
                  <a:lnTo>
                    <a:pt x="0" y="65"/>
                  </a:lnTo>
                  <a:lnTo>
                    <a:pt x="1" y="96"/>
                  </a:lnTo>
                  <a:lnTo>
                    <a:pt x="1" y="127"/>
                  </a:lnTo>
                  <a:lnTo>
                    <a:pt x="1" y="127"/>
                  </a:lnTo>
                  <a:lnTo>
                    <a:pt x="2" y="129"/>
                  </a:lnTo>
                  <a:lnTo>
                    <a:pt x="3" y="131"/>
                  </a:lnTo>
                  <a:lnTo>
                    <a:pt x="4" y="132"/>
                  </a:lnTo>
                  <a:lnTo>
                    <a:pt x="6" y="132"/>
                  </a:lnTo>
                  <a:lnTo>
                    <a:pt x="7" y="132"/>
                  </a:lnTo>
                  <a:lnTo>
                    <a:pt x="9" y="131"/>
                  </a:lnTo>
                  <a:lnTo>
                    <a:pt x="10" y="129"/>
                  </a:lnTo>
                  <a:lnTo>
                    <a:pt x="10" y="127"/>
                  </a:lnTo>
                  <a:lnTo>
                    <a:pt x="10" y="127"/>
                  </a:lnTo>
                  <a:lnTo>
                    <a:pt x="10" y="97"/>
                  </a:lnTo>
                  <a:lnTo>
                    <a:pt x="9" y="66"/>
                  </a:lnTo>
                  <a:lnTo>
                    <a:pt x="9" y="51"/>
                  </a:lnTo>
                  <a:lnTo>
                    <a:pt x="10" y="36"/>
                  </a:lnTo>
                  <a:lnTo>
                    <a:pt x="12" y="21"/>
                  </a:lnTo>
                  <a:lnTo>
                    <a:pt x="15" y="5"/>
                  </a:lnTo>
                  <a:lnTo>
                    <a:pt x="15" y="5"/>
                  </a:lnTo>
                  <a:lnTo>
                    <a:pt x="15" y="3"/>
                  </a:lnTo>
                  <a:lnTo>
                    <a:pt x="14" y="2"/>
                  </a:lnTo>
                  <a:lnTo>
                    <a:pt x="13" y="0"/>
                  </a:lnTo>
                  <a:lnTo>
                    <a:pt x="11" y="0"/>
                  </a:lnTo>
                  <a:lnTo>
                    <a:pt x="10" y="0"/>
                  </a:lnTo>
                  <a:lnTo>
                    <a:pt x="8" y="0"/>
                  </a:lnTo>
                  <a:lnTo>
                    <a:pt x="7" y="1"/>
                  </a:lnTo>
                  <a:lnTo>
                    <a:pt x="6" y="3"/>
                  </a:lnTo>
                  <a:lnTo>
                    <a:pt x="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0" name="Freeform 193"/>
            <p:cNvSpPr/>
            <p:nvPr/>
          </p:nvSpPr>
          <p:spPr bwMode="auto">
            <a:xfrm>
              <a:off x="4727575" y="2568575"/>
              <a:ext cx="9525" cy="52388"/>
            </a:xfrm>
            <a:custGeom>
              <a:avLst/>
              <a:gdLst/>
              <a:ahLst/>
              <a:cxnLst>
                <a:cxn ang="0">
                  <a:pos x="10" y="3"/>
                </a:cxn>
                <a:cxn ang="0">
                  <a:pos x="10" y="3"/>
                </a:cxn>
                <a:cxn ang="0">
                  <a:pos x="3" y="48"/>
                </a:cxn>
                <a:cxn ang="0">
                  <a:pos x="1" y="72"/>
                </a:cxn>
                <a:cxn ang="0">
                  <a:pos x="0" y="95"/>
                </a:cxn>
                <a:cxn ang="0">
                  <a:pos x="0" y="95"/>
                </a:cxn>
                <a:cxn ang="0">
                  <a:pos x="0" y="97"/>
                </a:cxn>
                <a:cxn ang="0">
                  <a:pos x="1" y="98"/>
                </a:cxn>
                <a:cxn ang="0">
                  <a:pos x="3" y="99"/>
                </a:cxn>
                <a:cxn ang="0">
                  <a:pos x="6" y="99"/>
                </a:cxn>
                <a:cxn ang="0">
                  <a:pos x="7" y="99"/>
                </a:cxn>
                <a:cxn ang="0">
                  <a:pos x="9" y="98"/>
                </a:cxn>
                <a:cxn ang="0">
                  <a:pos x="10" y="97"/>
                </a:cxn>
                <a:cxn ang="0">
                  <a:pos x="10" y="95"/>
                </a:cxn>
                <a:cxn ang="0">
                  <a:pos x="10" y="95"/>
                </a:cxn>
                <a:cxn ang="0">
                  <a:pos x="11" y="72"/>
                </a:cxn>
                <a:cxn ang="0">
                  <a:pos x="13" y="50"/>
                </a:cxn>
                <a:cxn ang="0">
                  <a:pos x="19" y="6"/>
                </a:cxn>
                <a:cxn ang="0">
                  <a:pos x="19" y="6"/>
                </a:cxn>
                <a:cxn ang="0">
                  <a:pos x="19" y="4"/>
                </a:cxn>
                <a:cxn ang="0">
                  <a:pos x="18" y="2"/>
                </a:cxn>
                <a:cxn ang="0">
                  <a:pos x="15" y="0"/>
                </a:cxn>
                <a:cxn ang="0">
                  <a:pos x="14" y="0"/>
                </a:cxn>
                <a:cxn ang="0">
                  <a:pos x="12" y="0"/>
                </a:cxn>
                <a:cxn ang="0">
                  <a:pos x="11" y="2"/>
                </a:cxn>
                <a:cxn ang="0">
                  <a:pos x="10" y="3"/>
                </a:cxn>
                <a:cxn ang="0">
                  <a:pos x="10" y="3"/>
                </a:cxn>
              </a:cxnLst>
              <a:rect l="0" t="0" r="r" b="b"/>
              <a:pathLst>
                <a:path w="19" h="99">
                  <a:moveTo>
                    <a:pt x="10" y="3"/>
                  </a:moveTo>
                  <a:lnTo>
                    <a:pt x="10" y="3"/>
                  </a:lnTo>
                  <a:lnTo>
                    <a:pt x="3" y="48"/>
                  </a:lnTo>
                  <a:lnTo>
                    <a:pt x="1" y="72"/>
                  </a:lnTo>
                  <a:lnTo>
                    <a:pt x="0" y="95"/>
                  </a:lnTo>
                  <a:lnTo>
                    <a:pt x="0" y="95"/>
                  </a:lnTo>
                  <a:lnTo>
                    <a:pt x="0" y="97"/>
                  </a:lnTo>
                  <a:lnTo>
                    <a:pt x="1" y="98"/>
                  </a:lnTo>
                  <a:lnTo>
                    <a:pt x="3" y="99"/>
                  </a:lnTo>
                  <a:lnTo>
                    <a:pt x="6" y="99"/>
                  </a:lnTo>
                  <a:lnTo>
                    <a:pt x="7" y="99"/>
                  </a:lnTo>
                  <a:lnTo>
                    <a:pt x="9" y="98"/>
                  </a:lnTo>
                  <a:lnTo>
                    <a:pt x="10" y="97"/>
                  </a:lnTo>
                  <a:lnTo>
                    <a:pt x="10" y="95"/>
                  </a:lnTo>
                  <a:lnTo>
                    <a:pt x="10" y="95"/>
                  </a:lnTo>
                  <a:lnTo>
                    <a:pt x="11" y="72"/>
                  </a:lnTo>
                  <a:lnTo>
                    <a:pt x="13" y="50"/>
                  </a:lnTo>
                  <a:lnTo>
                    <a:pt x="19" y="6"/>
                  </a:lnTo>
                  <a:lnTo>
                    <a:pt x="19" y="6"/>
                  </a:lnTo>
                  <a:lnTo>
                    <a:pt x="19" y="4"/>
                  </a:lnTo>
                  <a:lnTo>
                    <a:pt x="18" y="2"/>
                  </a:lnTo>
                  <a:lnTo>
                    <a:pt x="15" y="0"/>
                  </a:lnTo>
                  <a:lnTo>
                    <a:pt x="14" y="0"/>
                  </a:lnTo>
                  <a:lnTo>
                    <a:pt x="12" y="0"/>
                  </a:lnTo>
                  <a:lnTo>
                    <a:pt x="11" y="2"/>
                  </a:lnTo>
                  <a:lnTo>
                    <a:pt x="10" y="3"/>
                  </a:lnTo>
                  <a:lnTo>
                    <a:pt x="10"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1" name="Freeform 194"/>
            <p:cNvSpPr/>
            <p:nvPr/>
          </p:nvSpPr>
          <p:spPr bwMode="auto">
            <a:xfrm>
              <a:off x="4748213" y="2590800"/>
              <a:ext cx="4763" cy="57150"/>
            </a:xfrm>
            <a:custGeom>
              <a:avLst/>
              <a:gdLst/>
              <a:ahLst/>
              <a:cxnLst>
                <a:cxn ang="0">
                  <a:pos x="0" y="5"/>
                </a:cxn>
                <a:cxn ang="0">
                  <a:pos x="0" y="104"/>
                </a:cxn>
                <a:cxn ang="0">
                  <a:pos x="0" y="104"/>
                </a:cxn>
                <a:cxn ang="0">
                  <a:pos x="0" y="107"/>
                </a:cxn>
                <a:cxn ang="0">
                  <a:pos x="1" y="109"/>
                </a:cxn>
                <a:cxn ang="0">
                  <a:pos x="3" y="109"/>
                </a:cxn>
                <a:cxn ang="0">
                  <a:pos x="4" y="110"/>
                </a:cxn>
                <a:cxn ang="0">
                  <a:pos x="6" y="109"/>
                </a:cxn>
                <a:cxn ang="0">
                  <a:pos x="7" y="109"/>
                </a:cxn>
                <a:cxn ang="0">
                  <a:pos x="9" y="107"/>
                </a:cxn>
                <a:cxn ang="0">
                  <a:pos x="9" y="104"/>
                </a:cxn>
                <a:cxn ang="0">
                  <a:pos x="9" y="5"/>
                </a:cxn>
                <a:cxn ang="0">
                  <a:pos x="9" y="5"/>
                </a:cxn>
                <a:cxn ang="0">
                  <a:pos x="9" y="3"/>
                </a:cxn>
                <a:cxn ang="0">
                  <a:pos x="7" y="2"/>
                </a:cxn>
                <a:cxn ang="0">
                  <a:pos x="6" y="1"/>
                </a:cxn>
                <a:cxn ang="0">
                  <a:pos x="4" y="0"/>
                </a:cxn>
                <a:cxn ang="0">
                  <a:pos x="3" y="1"/>
                </a:cxn>
                <a:cxn ang="0">
                  <a:pos x="1" y="2"/>
                </a:cxn>
                <a:cxn ang="0">
                  <a:pos x="0" y="3"/>
                </a:cxn>
                <a:cxn ang="0">
                  <a:pos x="0" y="5"/>
                </a:cxn>
                <a:cxn ang="0">
                  <a:pos x="0" y="5"/>
                </a:cxn>
              </a:cxnLst>
              <a:rect l="0" t="0" r="r" b="b"/>
              <a:pathLst>
                <a:path w="9" h="110">
                  <a:moveTo>
                    <a:pt x="0" y="5"/>
                  </a:moveTo>
                  <a:lnTo>
                    <a:pt x="0" y="104"/>
                  </a:lnTo>
                  <a:lnTo>
                    <a:pt x="0" y="104"/>
                  </a:lnTo>
                  <a:lnTo>
                    <a:pt x="0" y="107"/>
                  </a:lnTo>
                  <a:lnTo>
                    <a:pt x="1" y="109"/>
                  </a:lnTo>
                  <a:lnTo>
                    <a:pt x="3" y="109"/>
                  </a:lnTo>
                  <a:lnTo>
                    <a:pt x="4" y="110"/>
                  </a:lnTo>
                  <a:lnTo>
                    <a:pt x="6" y="109"/>
                  </a:lnTo>
                  <a:lnTo>
                    <a:pt x="7" y="109"/>
                  </a:lnTo>
                  <a:lnTo>
                    <a:pt x="9" y="107"/>
                  </a:lnTo>
                  <a:lnTo>
                    <a:pt x="9" y="104"/>
                  </a:lnTo>
                  <a:lnTo>
                    <a:pt x="9" y="5"/>
                  </a:lnTo>
                  <a:lnTo>
                    <a:pt x="9" y="5"/>
                  </a:lnTo>
                  <a:lnTo>
                    <a:pt x="9" y="3"/>
                  </a:lnTo>
                  <a:lnTo>
                    <a:pt x="7" y="2"/>
                  </a:lnTo>
                  <a:lnTo>
                    <a:pt x="6" y="1"/>
                  </a:lnTo>
                  <a:lnTo>
                    <a:pt x="4" y="0"/>
                  </a:lnTo>
                  <a:lnTo>
                    <a:pt x="3" y="1"/>
                  </a:lnTo>
                  <a:lnTo>
                    <a:pt x="1" y="2"/>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2" name="Freeform 195"/>
            <p:cNvSpPr/>
            <p:nvPr/>
          </p:nvSpPr>
          <p:spPr bwMode="auto">
            <a:xfrm>
              <a:off x="4641850" y="2751138"/>
              <a:ext cx="7938" cy="26988"/>
            </a:xfrm>
            <a:custGeom>
              <a:avLst/>
              <a:gdLst/>
              <a:ahLst/>
              <a:cxnLst>
                <a:cxn ang="0">
                  <a:pos x="15" y="46"/>
                </a:cxn>
                <a:cxn ang="0">
                  <a:pos x="15" y="46"/>
                </a:cxn>
                <a:cxn ang="0">
                  <a:pos x="12" y="36"/>
                </a:cxn>
                <a:cxn ang="0">
                  <a:pos x="11" y="26"/>
                </a:cxn>
                <a:cxn ang="0">
                  <a:pos x="10" y="5"/>
                </a:cxn>
                <a:cxn ang="0">
                  <a:pos x="10" y="5"/>
                </a:cxn>
                <a:cxn ang="0">
                  <a:pos x="10" y="3"/>
                </a:cxn>
                <a:cxn ang="0">
                  <a:pos x="8" y="1"/>
                </a:cxn>
                <a:cxn ang="0">
                  <a:pos x="6" y="1"/>
                </a:cxn>
                <a:cxn ang="0">
                  <a:pos x="5" y="0"/>
                </a:cxn>
                <a:cxn ang="0">
                  <a:pos x="3" y="1"/>
                </a:cxn>
                <a:cxn ang="0">
                  <a:pos x="1" y="1"/>
                </a:cxn>
                <a:cxn ang="0">
                  <a:pos x="0" y="3"/>
                </a:cxn>
                <a:cxn ang="0">
                  <a:pos x="0" y="5"/>
                </a:cxn>
                <a:cxn ang="0">
                  <a:pos x="0" y="5"/>
                </a:cxn>
                <a:cxn ang="0">
                  <a:pos x="1" y="27"/>
                </a:cxn>
                <a:cxn ang="0">
                  <a:pos x="2" y="38"/>
                </a:cxn>
                <a:cxn ang="0">
                  <a:pos x="5" y="48"/>
                </a:cxn>
                <a:cxn ang="0">
                  <a:pos x="5" y="48"/>
                </a:cxn>
                <a:cxn ang="0">
                  <a:pos x="6" y="50"/>
                </a:cxn>
                <a:cxn ang="0">
                  <a:pos x="7" y="51"/>
                </a:cxn>
                <a:cxn ang="0">
                  <a:pos x="10" y="51"/>
                </a:cxn>
                <a:cxn ang="0">
                  <a:pos x="11" y="51"/>
                </a:cxn>
                <a:cxn ang="0">
                  <a:pos x="13" y="51"/>
                </a:cxn>
                <a:cxn ang="0">
                  <a:pos x="14" y="49"/>
                </a:cxn>
                <a:cxn ang="0">
                  <a:pos x="15" y="48"/>
                </a:cxn>
                <a:cxn ang="0">
                  <a:pos x="15" y="46"/>
                </a:cxn>
                <a:cxn ang="0">
                  <a:pos x="15" y="46"/>
                </a:cxn>
              </a:cxnLst>
              <a:rect l="0" t="0" r="r" b="b"/>
              <a:pathLst>
                <a:path w="15" h="51">
                  <a:moveTo>
                    <a:pt x="15" y="46"/>
                  </a:moveTo>
                  <a:lnTo>
                    <a:pt x="15" y="46"/>
                  </a:lnTo>
                  <a:lnTo>
                    <a:pt x="12" y="36"/>
                  </a:lnTo>
                  <a:lnTo>
                    <a:pt x="11" y="26"/>
                  </a:lnTo>
                  <a:lnTo>
                    <a:pt x="10" y="5"/>
                  </a:lnTo>
                  <a:lnTo>
                    <a:pt x="10" y="5"/>
                  </a:lnTo>
                  <a:lnTo>
                    <a:pt x="10" y="3"/>
                  </a:lnTo>
                  <a:lnTo>
                    <a:pt x="8" y="1"/>
                  </a:lnTo>
                  <a:lnTo>
                    <a:pt x="6" y="1"/>
                  </a:lnTo>
                  <a:lnTo>
                    <a:pt x="5" y="0"/>
                  </a:lnTo>
                  <a:lnTo>
                    <a:pt x="3" y="1"/>
                  </a:lnTo>
                  <a:lnTo>
                    <a:pt x="1" y="1"/>
                  </a:lnTo>
                  <a:lnTo>
                    <a:pt x="0" y="3"/>
                  </a:lnTo>
                  <a:lnTo>
                    <a:pt x="0" y="5"/>
                  </a:lnTo>
                  <a:lnTo>
                    <a:pt x="0" y="5"/>
                  </a:lnTo>
                  <a:lnTo>
                    <a:pt x="1" y="27"/>
                  </a:lnTo>
                  <a:lnTo>
                    <a:pt x="2" y="38"/>
                  </a:lnTo>
                  <a:lnTo>
                    <a:pt x="5" y="48"/>
                  </a:lnTo>
                  <a:lnTo>
                    <a:pt x="5" y="48"/>
                  </a:lnTo>
                  <a:lnTo>
                    <a:pt x="6" y="50"/>
                  </a:lnTo>
                  <a:lnTo>
                    <a:pt x="7" y="51"/>
                  </a:lnTo>
                  <a:lnTo>
                    <a:pt x="10" y="51"/>
                  </a:lnTo>
                  <a:lnTo>
                    <a:pt x="11" y="51"/>
                  </a:lnTo>
                  <a:lnTo>
                    <a:pt x="13" y="51"/>
                  </a:lnTo>
                  <a:lnTo>
                    <a:pt x="14" y="49"/>
                  </a:lnTo>
                  <a:lnTo>
                    <a:pt x="15" y="48"/>
                  </a:lnTo>
                  <a:lnTo>
                    <a:pt x="15" y="46"/>
                  </a:lnTo>
                  <a:lnTo>
                    <a:pt x="15" y="4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3" name="Freeform 196"/>
            <p:cNvSpPr/>
            <p:nvPr/>
          </p:nvSpPr>
          <p:spPr bwMode="auto">
            <a:xfrm>
              <a:off x="4675188" y="2751138"/>
              <a:ext cx="12700" cy="34925"/>
            </a:xfrm>
            <a:custGeom>
              <a:avLst/>
              <a:gdLst/>
              <a:ahLst/>
              <a:cxnLst>
                <a:cxn ang="0">
                  <a:pos x="18" y="39"/>
                </a:cxn>
                <a:cxn ang="0">
                  <a:pos x="18" y="39"/>
                </a:cxn>
                <a:cxn ang="0">
                  <a:pos x="14" y="31"/>
                </a:cxn>
                <a:cxn ang="0">
                  <a:pos x="12" y="23"/>
                </a:cxn>
                <a:cxn ang="0">
                  <a:pos x="9" y="13"/>
                </a:cxn>
                <a:cxn ang="0">
                  <a:pos x="9" y="5"/>
                </a:cxn>
                <a:cxn ang="0">
                  <a:pos x="9" y="5"/>
                </a:cxn>
                <a:cxn ang="0">
                  <a:pos x="8" y="3"/>
                </a:cxn>
                <a:cxn ang="0">
                  <a:pos x="7" y="1"/>
                </a:cxn>
                <a:cxn ang="0">
                  <a:pos x="6" y="1"/>
                </a:cxn>
                <a:cxn ang="0">
                  <a:pos x="4" y="0"/>
                </a:cxn>
                <a:cxn ang="0">
                  <a:pos x="3" y="1"/>
                </a:cxn>
                <a:cxn ang="0">
                  <a:pos x="1" y="1"/>
                </a:cxn>
                <a:cxn ang="0">
                  <a:pos x="0" y="3"/>
                </a:cxn>
                <a:cxn ang="0">
                  <a:pos x="0" y="5"/>
                </a:cxn>
                <a:cxn ang="0">
                  <a:pos x="0" y="5"/>
                </a:cxn>
                <a:cxn ang="0">
                  <a:pos x="0" y="17"/>
                </a:cxn>
                <a:cxn ang="0">
                  <a:pos x="1" y="24"/>
                </a:cxn>
                <a:cxn ang="0">
                  <a:pos x="3" y="30"/>
                </a:cxn>
                <a:cxn ang="0">
                  <a:pos x="3" y="30"/>
                </a:cxn>
                <a:cxn ang="0">
                  <a:pos x="6" y="38"/>
                </a:cxn>
                <a:cxn ang="0">
                  <a:pos x="9" y="45"/>
                </a:cxn>
                <a:cxn ang="0">
                  <a:pos x="13" y="54"/>
                </a:cxn>
                <a:cxn ang="0">
                  <a:pos x="14" y="62"/>
                </a:cxn>
                <a:cxn ang="0">
                  <a:pos x="14" y="62"/>
                </a:cxn>
                <a:cxn ang="0">
                  <a:pos x="15" y="64"/>
                </a:cxn>
                <a:cxn ang="0">
                  <a:pos x="16" y="65"/>
                </a:cxn>
                <a:cxn ang="0">
                  <a:pos x="18" y="66"/>
                </a:cxn>
                <a:cxn ang="0">
                  <a:pos x="19" y="66"/>
                </a:cxn>
                <a:cxn ang="0">
                  <a:pos x="21" y="66"/>
                </a:cxn>
                <a:cxn ang="0">
                  <a:pos x="22" y="65"/>
                </a:cxn>
                <a:cxn ang="0">
                  <a:pos x="23" y="64"/>
                </a:cxn>
                <a:cxn ang="0">
                  <a:pos x="24" y="62"/>
                </a:cxn>
                <a:cxn ang="0">
                  <a:pos x="24" y="62"/>
                </a:cxn>
                <a:cxn ang="0">
                  <a:pos x="23" y="56"/>
                </a:cxn>
                <a:cxn ang="0">
                  <a:pos x="22" y="49"/>
                </a:cxn>
                <a:cxn ang="0">
                  <a:pos x="18" y="39"/>
                </a:cxn>
                <a:cxn ang="0">
                  <a:pos x="18" y="39"/>
                </a:cxn>
              </a:cxnLst>
              <a:rect l="0" t="0" r="r" b="b"/>
              <a:pathLst>
                <a:path w="24" h="66">
                  <a:moveTo>
                    <a:pt x="18" y="39"/>
                  </a:moveTo>
                  <a:lnTo>
                    <a:pt x="18" y="39"/>
                  </a:lnTo>
                  <a:lnTo>
                    <a:pt x="14" y="31"/>
                  </a:lnTo>
                  <a:lnTo>
                    <a:pt x="12" y="23"/>
                  </a:lnTo>
                  <a:lnTo>
                    <a:pt x="9" y="13"/>
                  </a:lnTo>
                  <a:lnTo>
                    <a:pt x="9" y="5"/>
                  </a:lnTo>
                  <a:lnTo>
                    <a:pt x="9" y="5"/>
                  </a:lnTo>
                  <a:lnTo>
                    <a:pt x="8" y="3"/>
                  </a:lnTo>
                  <a:lnTo>
                    <a:pt x="7" y="1"/>
                  </a:lnTo>
                  <a:lnTo>
                    <a:pt x="6" y="1"/>
                  </a:lnTo>
                  <a:lnTo>
                    <a:pt x="4" y="0"/>
                  </a:lnTo>
                  <a:lnTo>
                    <a:pt x="3" y="1"/>
                  </a:lnTo>
                  <a:lnTo>
                    <a:pt x="1" y="1"/>
                  </a:lnTo>
                  <a:lnTo>
                    <a:pt x="0" y="3"/>
                  </a:lnTo>
                  <a:lnTo>
                    <a:pt x="0" y="5"/>
                  </a:lnTo>
                  <a:lnTo>
                    <a:pt x="0" y="5"/>
                  </a:lnTo>
                  <a:lnTo>
                    <a:pt x="0" y="17"/>
                  </a:lnTo>
                  <a:lnTo>
                    <a:pt x="1" y="24"/>
                  </a:lnTo>
                  <a:lnTo>
                    <a:pt x="3" y="30"/>
                  </a:lnTo>
                  <a:lnTo>
                    <a:pt x="3" y="30"/>
                  </a:lnTo>
                  <a:lnTo>
                    <a:pt x="6" y="38"/>
                  </a:lnTo>
                  <a:lnTo>
                    <a:pt x="9" y="45"/>
                  </a:lnTo>
                  <a:lnTo>
                    <a:pt x="13" y="54"/>
                  </a:lnTo>
                  <a:lnTo>
                    <a:pt x="14" y="62"/>
                  </a:lnTo>
                  <a:lnTo>
                    <a:pt x="14" y="62"/>
                  </a:lnTo>
                  <a:lnTo>
                    <a:pt x="15" y="64"/>
                  </a:lnTo>
                  <a:lnTo>
                    <a:pt x="16" y="65"/>
                  </a:lnTo>
                  <a:lnTo>
                    <a:pt x="18" y="66"/>
                  </a:lnTo>
                  <a:lnTo>
                    <a:pt x="19" y="66"/>
                  </a:lnTo>
                  <a:lnTo>
                    <a:pt x="21" y="66"/>
                  </a:lnTo>
                  <a:lnTo>
                    <a:pt x="22" y="65"/>
                  </a:lnTo>
                  <a:lnTo>
                    <a:pt x="23" y="64"/>
                  </a:lnTo>
                  <a:lnTo>
                    <a:pt x="24" y="62"/>
                  </a:lnTo>
                  <a:lnTo>
                    <a:pt x="24" y="62"/>
                  </a:lnTo>
                  <a:lnTo>
                    <a:pt x="23" y="56"/>
                  </a:lnTo>
                  <a:lnTo>
                    <a:pt x="22" y="49"/>
                  </a:lnTo>
                  <a:lnTo>
                    <a:pt x="18" y="39"/>
                  </a:lnTo>
                  <a:lnTo>
                    <a:pt x="18" y="39"/>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4" name="Freeform 197"/>
            <p:cNvSpPr/>
            <p:nvPr/>
          </p:nvSpPr>
          <p:spPr bwMode="auto">
            <a:xfrm>
              <a:off x="4710113" y="2759075"/>
              <a:ext cx="9525" cy="44450"/>
            </a:xfrm>
            <a:custGeom>
              <a:avLst/>
              <a:gdLst/>
              <a:ahLst/>
              <a:cxnLst>
                <a:cxn ang="0">
                  <a:pos x="10" y="4"/>
                </a:cxn>
                <a:cxn ang="0">
                  <a:pos x="10" y="4"/>
                </a:cxn>
                <a:cxn ang="0">
                  <a:pos x="10" y="2"/>
                </a:cxn>
                <a:cxn ang="0">
                  <a:pos x="9" y="1"/>
                </a:cxn>
                <a:cxn ang="0">
                  <a:pos x="6" y="0"/>
                </a:cxn>
                <a:cxn ang="0">
                  <a:pos x="4" y="0"/>
                </a:cxn>
                <a:cxn ang="0">
                  <a:pos x="3" y="0"/>
                </a:cxn>
                <a:cxn ang="0">
                  <a:pos x="1" y="1"/>
                </a:cxn>
                <a:cxn ang="0">
                  <a:pos x="0" y="2"/>
                </a:cxn>
                <a:cxn ang="0">
                  <a:pos x="0" y="4"/>
                </a:cxn>
                <a:cxn ang="0">
                  <a:pos x="0" y="4"/>
                </a:cxn>
                <a:cxn ang="0">
                  <a:pos x="1" y="24"/>
                </a:cxn>
                <a:cxn ang="0">
                  <a:pos x="3" y="44"/>
                </a:cxn>
                <a:cxn ang="0">
                  <a:pos x="6" y="63"/>
                </a:cxn>
                <a:cxn ang="0">
                  <a:pos x="10" y="82"/>
                </a:cxn>
                <a:cxn ang="0">
                  <a:pos x="10" y="82"/>
                </a:cxn>
                <a:cxn ang="0">
                  <a:pos x="11" y="84"/>
                </a:cxn>
                <a:cxn ang="0">
                  <a:pos x="12" y="85"/>
                </a:cxn>
                <a:cxn ang="0">
                  <a:pos x="14" y="85"/>
                </a:cxn>
                <a:cxn ang="0">
                  <a:pos x="16" y="85"/>
                </a:cxn>
                <a:cxn ang="0">
                  <a:pos x="17" y="84"/>
                </a:cxn>
                <a:cxn ang="0">
                  <a:pos x="18" y="83"/>
                </a:cxn>
                <a:cxn ang="0">
                  <a:pos x="19" y="82"/>
                </a:cxn>
                <a:cxn ang="0">
                  <a:pos x="19" y="80"/>
                </a:cxn>
                <a:cxn ang="0">
                  <a:pos x="19" y="80"/>
                </a:cxn>
                <a:cxn ang="0">
                  <a:pos x="16" y="61"/>
                </a:cxn>
                <a:cxn ang="0">
                  <a:pos x="13" y="43"/>
                </a:cxn>
                <a:cxn ang="0">
                  <a:pos x="11" y="24"/>
                </a:cxn>
                <a:cxn ang="0">
                  <a:pos x="10" y="4"/>
                </a:cxn>
                <a:cxn ang="0">
                  <a:pos x="10" y="4"/>
                </a:cxn>
              </a:cxnLst>
              <a:rect l="0" t="0" r="r" b="b"/>
              <a:pathLst>
                <a:path w="19" h="85">
                  <a:moveTo>
                    <a:pt x="10" y="4"/>
                  </a:moveTo>
                  <a:lnTo>
                    <a:pt x="10" y="4"/>
                  </a:lnTo>
                  <a:lnTo>
                    <a:pt x="10" y="2"/>
                  </a:lnTo>
                  <a:lnTo>
                    <a:pt x="9" y="1"/>
                  </a:lnTo>
                  <a:lnTo>
                    <a:pt x="6" y="0"/>
                  </a:lnTo>
                  <a:lnTo>
                    <a:pt x="4" y="0"/>
                  </a:lnTo>
                  <a:lnTo>
                    <a:pt x="3" y="0"/>
                  </a:lnTo>
                  <a:lnTo>
                    <a:pt x="1" y="1"/>
                  </a:lnTo>
                  <a:lnTo>
                    <a:pt x="0" y="2"/>
                  </a:lnTo>
                  <a:lnTo>
                    <a:pt x="0" y="4"/>
                  </a:lnTo>
                  <a:lnTo>
                    <a:pt x="0" y="4"/>
                  </a:lnTo>
                  <a:lnTo>
                    <a:pt x="1" y="24"/>
                  </a:lnTo>
                  <a:lnTo>
                    <a:pt x="3" y="44"/>
                  </a:lnTo>
                  <a:lnTo>
                    <a:pt x="6" y="63"/>
                  </a:lnTo>
                  <a:lnTo>
                    <a:pt x="10" y="82"/>
                  </a:lnTo>
                  <a:lnTo>
                    <a:pt x="10" y="82"/>
                  </a:lnTo>
                  <a:lnTo>
                    <a:pt x="11" y="84"/>
                  </a:lnTo>
                  <a:lnTo>
                    <a:pt x="12" y="85"/>
                  </a:lnTo>
                  <a:lnTo>
                    <a:pt x="14" y="85"/>
                  </a:lnTo>
                  <a:lnTo>
                    <a:pt x="16" y="85"/>
                  </a:lnTo>
                  <a:lnTo>
                    <a:pt x="17" y="84"/>
                  </a:lnTo>
                  <a:lnTo>
                    <a:pt x="18" y="83"/>
                  </a:lnTo>
                  <a:lnTo>
                    <a:pt x="19" y="82"/>
                  </a:lnTo>
                  <a:lnTo>
                    <a:pt x="19" y="80"/>
                  </a:lnTo>
                  <a:lnTo>
                    <a:pt x="19" y="80"/>
                  </a:lnTo>
                  <a:lnTo>
                    <a:pt x="16" y="61"/>
                  </a:lnTo>
                  <a:lnTo>
                    <a:pt x="13" y="43"/>
                  </a:lnTo>
                  <a:lnTo>
                    <a:pt x="11" y="24"/>
                  </a:lnTo>
                  <a:lnTo>
                    <a:pt x="10" y="4"/>
                  </a:lnTo>
                  <a:lnTo>
                    <a:pt x="1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5" name="Freeform 198"/>
            <p:cNvSpPr/>
            <p:nvPr/>
          </p:nvSpPr>
          <p:spPr bwMode="auto">
            <a:xfrm>
              <a:off x="4416425" y="2370138"/>
              <a:ext cx="15875" cy="106363"/>
            </a:xfrm>
            <a:custGeom>
              <a:avLst/>
              <a:gdLst/>
              <a:ahLst/>
              <a:cxnLst>
                <a:cxn ang="0">
                  <a:pos x="19" y="3"/>
                </a:cxn>
                <a:cxn ang="0">
                  <a:pos x="19" y="3"/>
                </a:cxn>
                <a:cxn ang="0">
                  <a:pos x="14" y="24"/>
                </a:cxn>
                <a:cxn ang="0">
                  <a:pos x="13" y="34"/>
                </a:cxn>
                <a:cxn ang="0">
                  <a:pos x="13" y="45"/>
                </a:cxn>
                <a:cxn ang="0">
                  <a:pos x="13" y="98"/>
                </a:cxn>
                <a:cxn ang="0">
                  <a:pos x="13" y="98"/>
                </a:cxn>
                <a:cxn ang="0">
                  <a:pos x="13" y="124"/>
                </a:cxn>
                <a:cxn ang="0">
                  <a:pos x="12" y="136"/>
                </a:cxn>
                <a:cxn ang="0">
                  <a:pos x="10" y="149"/>
                </a:cxn>
                <a:cxn ang="0">
                  <a:pos x="10" y="149"/>
                </a:cxn>
                <a:cxn ang="0">
                  <a:pos x="4" y="171"/>
                </a:cxn>
                <a:cxn ang="0">
                  <a:pos x="2" y="183"/>
                </a:cxn>
                <a:cxn ang="0">
                  <a:pos x="0" y="194"/>
                </a:cxn>
                <a:cxn ang="0">
                  <a:pos x="0" y="194"/>
                </a:cxn>
                <a:cxn ang="0">
                  <a:pos x="1" y="196"/>
                </a:cxn>
                <a:cxn ang="0">
                  <a:pos x="2" y="197"/>
                </a:cxn>
                <a:cxn ang="0">
                  <a:pos x="3" y="198"/>
                </a:cxn>
                <a:cxn ang="0">
                  <a:pos x="5" y="199"/>
                </a:cxn>
                <a:cxn ang="0">
                  <a:pos x="6" y="198"/>
                </a:cxn>
                <a:cxn ang="0">
                  <a:pos x="8" y="197"/>
                </a:cxn>
                <a:cxn ang="0">
                  <a:pos x="9" y="196"/>
                </a:cxn>
                <a:cxn ang="0">
                  <a:pos x="10" y="194"/>
                </a:cxn>
                <a:cxn ang="0">
                  <a:pos x="10" y="194"/>
                </a:cxn>
                <a:cxn ang="0">
                  <a:pos x="11" y="182"/>
                </a:cxn>
                <a:cxn ang="0">
                  <a:pos x="14" y="169"/>
                </a:cxn>
                <a:cxn ang="0">
                  <a:pos x="20" y="144"/>
                </a:cxn>
                <a:cxn ang="0">
                  <a:pos x="20" y="144"/>
                </a:cxn>
                <a:cxn ang="0">
                  <a:pos x="22" y="135"/>
                </a:cxn>
                <a:cxn ang="0">
                  <a:pos x="22" y="125"/>
                </a:cxn>
                <a:cxn ang="0">
                  <a:pos x="22" y="105"/>
                </a:cxn>
                <a:cxn ang="0">
                  <a:pos x="22" y="105"/>
                </a:cxn>
                <a:cxn ang="0">
                  <a:pos x="22" y="80"/>
                </a:cxn>
                <a:cxn ang="0">
                  <a:pos x="22" y="55"/>
                </a:cxn>
                <a:cxn ang="0">
                  <a:pos x="23" y="31"/>
                </a:cxn>
                <a:cxn ang="0">
                  <a:pos x="25" y="18"/>
                </a:cxn>
                <a:cxn ang="0">
                  <a:pos x="29" y="6"/>
                </a:cxn>
                <a:cxn ang="0">
                  <a:pos x="29" y="6"/>
                </a:cxn>
                <a:cxn ang="0">
                  <a:pos x="29" y="4"/>
                </a:cxn>
                <a:cxn ang="0">
                  <a:pos x="28" y="2"/>
                </a:cxn>
                <a:cxn ang="0">
                  <a:pos x="27" y="1"/>
                </a:cxn>
                <a:cxn ang="0">
                  <a:pos x="24" y="0"/>
                </a:cxn>
                <a:cxn ang="0">
                  <a:pos x="23" y="0"/>
                </a:cxn>
                <a:cxn ang="0">
                  <a:pos x="21" y="0"/>
                </a:cxn>
                <a:cxn ang="0">
                  <a:pos x="20" y="2"/>
                </a:cxn>
                <a:cxn ang="0">
                  <a:pos x="19" y="3"/>
                </a:cxn>
                <a:cxn ang="0">
                  <a:pos x="19" y="3"/>
                </a:cxn>
              </a:cxnLst>
              <a:rect l="0" t="0" r="r" b="b"/>
              <a:pathLst>
                <a:path w="29" h="199">
                  <a:moveTo>
                    <a:pt x="19" y="3"/>
                  </a:moveTo>
                  <a:lnTo>
                    <a:pt x="19" y="3"/>
                  </a:lnTo>
                  <a:lnTo>
                    <a:pt x="14" y="24"/>
                  </a:lnTo>
                  <a:lnTo>
                    <a:pt x="13" y="34"/>
                  </a:lnTo>
                  <a:lnTo>
                    <a:pt x="13" y="45"/>
                  </a:lnTo>
                  <a:lnTo>
                    <a:pt x="13" y="98"/>
                  </a:lnTo>
                  <a:lnTo>
                    <a:pt x="13" y="98"/>
                  </a:lnTo>
                  <a:lnTo>
                    <a:pt x="13" y="124"/>
                  </a:lnTo>
                  <a:lnTo>
                    <a:pt x="12" y="136"/>
                  </a:lnTo>
                  <a:lnTo>
                    <a:pt x="10" y="149"/>
                  </a:lnTo>
                  <a:lnTo>
                    <a:pt x="10" y="149"/>
                  </a:lnTo>
                  <a:lnTo>
                    <a:pt x="4" y="171"/>
                  </a:lnTo>
                  <a:lnTo>
                    <a:pt x="2" y="183"/>
                  </a:lnTo>
                  <a:lnTo>
                    <a:pt x="0" y="194"/>
                  </a:lnTo>
                  <a:lnTo>
                    <a:pt x="0" y="194"/>
                  </a:lnTo>
                  <a:lnTo>
                    <a:pt x="1" y="196"/>
                  </a:lnTo>
                  <a:lnTo>
                    <a:pt x="2" y="197"/>
                  </a:lnTo>
                  <a:lnTo>
                    <a:pt x="3" y="198"/>
                  </a:lnTo>
                  <a:lnTo>
                    <a:pt x="5" y="199"/>
                  </a:lnTo>
                  <a:lnTo>
                    <a:pt x="6" y="198"/>
                  </a:lnTo>
                  <a:lnTo>
                    <a:pt x="8" y="197"/>
                  </a:lnTo>
                  <a:lnTo>
                    <a:pt x="9" y="196"/>
                  </a:lnTo>
                  <a:lnTo>
                    <a:pt x="10" y="194"/>
                  </a:lnTo>
                  <a:lnTo>
                    <a:pt x="10" y="194"/>
                  </a:lnTo>
                  <a:lnTo>
                    <a:pt x="11" y="182"/>
                  </a:lnTo>
                  <a:lnTo>
                    <a:pt x="14" y="169"/>
                  </a:lnTo>
                  <a:lnTo>
                    <a:pt x="20" y="144"/>
                  </a:lnTo>
                  <a:lnTo>
                    <a:pt x="20" y="144"/>
                  </a:lnTo>
                  <a:lnTo>
                    <a:pt x="22" y="135"/>
                  </a:lnTo>
                  <a:lnTo>
                    <a:pt x="22" y="125"/>
                  </a:lnTo>
                  <a:lnTo>
                    <a:pt x="22" y="105"/>
                  </a:lnTo>
                  <a:lnTo>
                    <a:pt x="22" y="105"/>
                  </a:lnTo>
                  <a:lnTo>
                    <a:pt x="22" y="80"/>
                  </a:lnTo>
                  <a:lnTo>
                    <a:pt x="22" y="55"/>
                  </a:lnTo>
                  <a:lnTo>
                    <a:pt x="23" y="31"/>
                  </a:lnTo>
                  <a:lnTo>
                    <a:pt x="25" y="18"/>
                  </a:lnTo>
                  <a:lnTo>
                    <a:pt x="29" y="6"/>
                  </a:lnTo>
                  <a:lnTo>
                    <a:pt x="29" y="6"/>
                  </a:lnTo>
                  <a:lnTo>
                    <a:pt x="29" y="4"/>
                  </a:lnTo>
                  <a:lnTo>
                    <a:pt x="28" y="2"/>
                  </a:lnTo>
                  <a:lnTo>
                    <a:pt x="27" y="1"/>
                  </a:lnTo>
                  <a:lnTo>
                    <a:pt x="24" y="0"/>
                  </a:lnTo>
                  <a:lnTo>
                    <a:pt x="23" y="0"/>
                  </a:lnTo>
                  <a:lnTo>
                    <a:pt x="21" y="0"/>
                  </a:lnTo>
                  <a:lnTo>
                    <a:pt x="20" y="2"/>
                  </a:lnTo>
                  <a:lnTo>
                    <a:pt x="19" y="3"/>
                  </a:lnTo>
                  <a:lnTo>
                    <a:pt x="1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6" name="Freeform 199"/>
            <p:cNvSpPr/>
            <p:nvPr/>
          </p:nvSpPr>
          <p:spPr bwMode="auto">
            <a:xfrm>
              <a:off x="4464050" y="2424113"/>
              <a:ext cx="19050" cy="88900"/>
            </a:xfrm>
            <a:custGeom>
              <a:avLst/>
              <a:gdLst/>
              <a:ahLst/>
              <a:cxnLst>
                <a:cxn ang="0">
                  <a:pos x="26" y="3"/>
                </a:cxn>
                <a:cxn ang="0">
                  <a:pos x="26" y="3"/>
                </a:cxn>
                <a:cxn ang="0">
                  <a:pos x="18" y="42"/>
                </a:cxn>
                <a:cxn ang="0">
                  <a:pos x="11" y="83"/>
                </a:cxn>
                <a:cxn ang="0">
                  <a:pos x="6" y="123"/>
                </a:cxn>
                <a:cxn ang="0">
                  <a:pos x="0" y="162"/>
                </a:cxn>
                <a:cxn ang="0">
                  <a:pos x="0" y="162"/>
                </a:cxn>
                <a:cxn ang="0">
                  <a:pos x="0" y="164"/>
                </a:cxn>
                <a:cxn ang="0">
                  <a:pos x="2" y="166"/>
                </a:cxn>
                <a:cxn ang="0">
                  <a:pos x="3" y="167"/>
                </a:cxn>
                <a:cxn ang="0">
                  <a:pos x="5" y="167"/>
                </a:cxn>
                <a:cxn ang="0">
                  <a:pos x="8" y="166"/>
                </a:cxn>
                <a:cxn ang="0">
                  <a:pos x="10" y="164"/>
                </a:cxn>
                <a:cxn ang="0">
                  <a:pos x="10" y="162"/>
                </a:cxn>
                <a:cxn ang="0">
                  <a:pos x="10" y="162"/>
                </a:cxn>
                <a:cxn ang="0">
                  <a:pos x="15" y="123"/>
                </a:cxn>
                <a:cxn ang="0">
                  <a:pos x="20" y="84"/>
                </a:cxn>
                <a:cxn ang="0">
                  <a:pos x="26" y="45"/>
                </a:cxn>
                <a:cxn ang="0">
                  <a:pos x="36" y="6"/>
                </a:cxn>
                <a:cxn ang="0">
                  <a:pos x="36" y="6"/>
                </a:cxn>
                <a:cxn ang="0">
                  <a:pos x="36" y="4"/>
                </a:cxn>
                <a:cxn ang="0">
                  <a:pos x="35" y="2"/>
                </a:cxn>
                <a:cxn ang="0">
                  <a:pos x="34" y="1"/>
                </a:cxn>
                <a:cxn ang="0">
                  <a:pos x="31" y="0"/>
                </a:cxn>
                <a:cxn ang="0">
                  <a:pos x="29" y="0"/>
                </a:cxn>
                <a:cxn ang="0">
                  <a:pos x="28" y="0"/>
                </a:cxn>
                <a:cxn ang="0">
                  <a:pos x="26" y="1"/>
                </a:cxn>
                <a:cxn ang="0">
                  <a:pos x="26" y="3"/>
                </a:cxn>
                <a:cxn ang="0">
                  <a:pos x="26" y="3"/>
                </a:cxn>
              </a:cxnLst>
              <a:rect l="0" t="0" r="r" b="b"/>
              <a:pathLst>
                <a:path w="36" h="167">
                  <a:moveTo>
                    <a:pt x="26" y="3"/>
                  </a:moveTo>
                  <a:lnTo>
                    <a:pt x="26" y="3"/>
                  </a:lnTo>
                  <a:lnTo>
                    <a:pt x="18" y="42"/>
                  </a:lnTo>
                  <a:lnTo>
                    <a:pt x="11" y="83"/>
                  </a:lnTo>
                  <a:lnTo>
                    <a:pt x="6" y="123"/>
                  </a:lnTo>
                  <a:lnTo>
                    <a:pt x="0" y="162"/>
                  </a:lnTo>
                  <a:lnTo>
                    <a:pt x="0" y="162"/>
                  </a:lnTo>
                  <a:lnTo>
                    <a:pt x="0" y="164"/>
                  </a:lnTo>
                  <a:lnTo>
                    <a:pt x="2" y="166"/>
                  </a:lnTo>
                  <a:lnTo>
                    <a:pt x="3" y="167"/>
                  </a:lnTo>
                  <a:lnTo>
                    <a:pt x="5" y="167"/>
                  </a:lnTo>
                  <a:lnTo>
                    <a:pt x="8" y="166"/>
                  </a:lnTo>
                  <a:lnTo>
                    <a:pt x="10" y="164"/>
                  </a:lnTo>
                  <a:lnTo>
                    <a:pt x="10" y="162"/>
                  </a:lnTo>
                  <a:lnTo>
                    <a:pt x="10" y="162"/>
                  </a:lnTo>
                  <a:lnTo>
                    <a:pt x="15" y="123"/>
                  </a:lnTo>
                  <a:lnTo>
                    <a:pt x="20" y="84"/>
                  </a:lnTo>
                  <a:lnTo>
                    <a:pt x="26" y="45"/>
                  </a:lnTo>
                  <a:lnTo>
                    <a:pt x="36" y="6"/>
                  </a:lnTo>
                  <a:lnTo>
                    <a:pt x="36" y="6"/>
                  </a:lnTo>
                  <a:lnTo>
                    <a:pt x="36" y="4"/>
                  </a:lnTo>
                  <a:lnTo>
                    <a:pt x="35" y="2"/>
                  </a:lnTo>
                  <a:lnTo>
                    <a:pt x="34" y="1"/>
                  </a:lnTo>
                  <a:lnTo>
                    <a:pt x="31" y="0"/>
                  </a:lnTo>
                  <a:lnTo>
                    <a:pt x="29" y="0"/>
                  </a:lnTo>
                  <a:lnTo>
                    <a:pt x="28" y="0"/>
                  </a:lnTo>
                  <a:lnTo>
                    <a:pt x="26" y="1"/>
                  </a:lnTo>
                  <a:lnTo>
                    <a:pt x="26" y="3"/>
                  </a:lnTo>
                  <a:lnTo>
                    <a:pt x="2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7" name="Freeform 200"/>
            <p:cNvSpPr/>
            <p:nvPr/>
          </p:nvSpPr>
          <p:spPr bwMode="auto">
            <a:xfrm>
              <a:off x="4521200" y="2484438"/>
              <a:ext cx="17463" cy="95250"/>
            </a:xfrm>
            <a:custGeom>
              <a:avLst/>
              <a:gdLst/>
              <a:ahLst/>
              <a:cxnLst>
                <a:cxn ang="0">
                  <a:pos x="26" y="5"/>
                </a:cxn>
                <a:cxn ang="0">
                  <a:pos x="26" y="5"/>
                </a:cxn>
                <a:cxn ang="0">
                  <a:pos x="25" y="26"/>
                </a:cxn>
                <a:cxn ang="0">
                  <a:pos x="23" y="46"/>
                </a:cxn>
                <a:cxn ang="0">
                  <a:pos x="20" y="67"/>
                </a:cxn>
                <a:cxn ang="0">
                  <a:pos x="14" y="88"/>
                </a:cxn>
                <a:cxn ang="0">
                  <a:pos x="14" y="88"/>
                </a:cxn>
                <a:cxn ang="0">
                  <a:pos x="11" y="98"/>
                </a:cxn>
                <a:cxn ang="0">
                  <a:pos x="9" y="109"/>
                </a:cxn>
                <a:cxn ang="0">
                  <a:pos x="6" y="131"/>
                </a:cxn>
                <a:cxn ang="0">
                  <a:pos x="3" y="153"/>
                </a:cxn>
                <a:cxn ang="0">
                  <a:pos x="0" y="174"/>
                </a:cxn>
                <a:cxn ang="0">
                  <a:pos x="0" y="174"/>
                </a:cxn>
                <a:cxn ang="0">
                  <a:pos x="0" y="176"/>
                </a:cxn>
                <a:cxn ang="0">
                  <a:pos x="1" y="177"/>
                </a:cxn>
                <a:cxn ang="0">
                  <a:pos x="4" y="179"/>
                </a:cxn>
                <a:cxn ang="0">
                  <a:pos x="6" y="179"/>
                </a:cxn>
                <a:cxn ang="0">
                  <a:pos x="7" y="179"/>
                </a:cxn>
                <a:cxn ang="0">
                  <a:pos x="8" y="178"/>
                </a:cxn>
                <a:cxn ang="0">
                  <a:pos x="9" y="176"/>
                </a:cxn>
                <a:cxn ang="0">
                  <a:pos x="9" y="176"/>
                </a:cxn>
                <a:cxn ang="0">
                  <a:pos x="12" y="155"/>
                </a:cxn>
                <a:cxn ang="0">
                  <a:pos x="15" y="133"/>
                </a:cxn>
                <a:cxn ang="0">
                  <a:pos x="18" y="111"/>
                </a:cxn>
                <a:cxn ang="0">
                  <a:pos x="24" y="91"/>
                </a:cxn>
                <a:cxn ang="0">
                  <a:pos x="24" y="91"/>
                </a:cxn>
                <a:cxn ang="0">
                  <a:pos x="28" y="69"/>
                </a:cxn>
                <a:cxn ang="0">
                  <a:pos x="32" y="48"/>
                </a:cxn>
                <a:cxn ang="0">
                  <a:pos x="34" y="27"/>
                </a:cxn>
                <a:cxn ang="0">
                  <a:pos x="35" y="5"/>
                </a:cxn>
                <a:cxn ang="0">
                  <a:pos x="35" y="5"/>
                </a:cxn>
                <a:cxn ang="0">
                  <a:pos x="34" y="3"/>
                </a:cxn>
                <a:cxn ang="0">
                  <a:pos x="33" y="1"/>
                </a:cxn>
                <a:cxn ang="0">
                  <a:pos x="32" y="0"/>
                </a:cxn>
                <a:cxn ang="0">
                  <a:pos x="30" y="0"/>
                </a:cxn>
                <a:cxn ang="0">
                  <a:pos x="28" y="0"/>
                </a:cxn>
                <a:cxn ang="0">
                  <a:pos x="27" y="1"/>
                </a:cxn>
                <a:cxn ang="0">
                  <a:pos x="26" y="3"/>
                </a:cxn>
                <a:cxn ang="0">
                  <a:pos x="26" y="5"/>
                </a:cxn>
                <a:cxn ang="0">
                  <a:pos x="26" y="5"/>
                </a:cxn>
              </a:cxnLst>
              <a:rect l="0" t="0" r="r" b="b"/>
              <a:pathLst>
                <a:path w="35" h="179">
                  <a:moveTo>
                    <a:pt x="26" y="5"/>
                  </a:moveTo>
                  <a:lnTo>
                    <a:pt x="26" y="5"/>
                  </a:lnTo>
                  <a:lnTo>
                    <a:pt x="25" y="26"/>
                  </a:lnTo>
                  <a:lnTo>
                    <a:pt x="23" y="46"/>
                  </a:lnTo>
                  <a:lnTo>
                    <a:pt x="20" y="67"/>
                  </a:lnTo>
                  <a:lnTo>
                    <a:pt x="14" y="88"/>
                  </a:lnTo>
                  <a:lnTo>
                    <a:pt x="14" y="88"/>
                  </a:lnTo>
                  <a:lnTo>
                    <a:pt x="11" y="98"/>
                  </a:lnTo>
                  <a:lnTo>
                    <a:pt x="9" y="109"/>
                  </a:lnTo>
                  <a:lnTo>
                    <a:pt x="6" y="131"/>
                  </a:lnTo>
                  <a:lnTo>
                    <a:pt x="3" y="153"/>
                  </a:lnTo>
                  <a:lnTo>
                    <a:pt x="0" y="174"/>
                  </a:lnTo>
                  <a:lnTo>
                    <a:pt x="0" y="174"/>
                  </a:lnTo>
                  <a:lnTo>
                    <a:pt x="0" y="176"/>
                  </a:lnTo>
                  <a:lnTo>
                    <a:pt x="1" y="177"/>
                  </a:lnTo>
                  <a:lnTo>
                    <a:pt x="4" y="179"/>
                  </a:lnTo>
                  <a:lnTo>
                    <a:pt x="6" y="179"/>
                  </a:lnTo>
                  <a:lnTo>
                    <a:pt x="7" y="179"/>
                  </a:lnTo>
                  <a:lnTo>
                    <a:pt x="8" y="178"/>
                  </a:lnTo>
                  <a:lnTo>
                    <a:pt x="9" y="176"/>
                  </a:lnTo>
                  <a:lnTo>
                    <a:pt x="9" y="176"/>
                  </a:lnTo>
                  <a:lnTo>
                    <a:pt x="12" y="155"/>
                  </a:lnTo>
                  <a:lnTo>
                    <a:pt x="15" y="133"/>
                  </a:lnTo>
                  <a:lnTo>
                    <a:pt x="18" y="111"/>
                  </a:lnTo>
                  <a:lnTo>
                    <a:pt x="24" y="91"/>
                  </a:lnTo>
                  <a:lnTo>
                    <a:pt x="24" y="91"/>
                  </a:lnTo>
                  <a:lnTo>
                    <a:pt x="28" y="69"/>
                  </a:lnTo>
                  <a:lnTo>
                    <a:pt x="32" y="48"/>
                  </a:lnTo>
                  <a:lnTo>
                    <a:pt x="34" y="27"/>
                  </a:lnTo>
                  <a:lnTo>
                    <a:pt x="35" y="5"/>
                  </a:lnTo>
                  <a:lnTo>
                    <a:pt x="35" y="5"/>
                  </a:lnTo>
                  <a:lnTo>
                    <a:pt x="34" y="3"/>
                  </a:lnTo>
                  <a:lnTo>
                    <a:pt x="33" y="1"/>
                  </a:lnTo>
                  <a:lnTo>
                    <a:pt x="32" y="0"/>
                  </a:lnTo>
                  <a:lnTo>
                    <a:pt x="30" y="0"/>
                  </a:lnTo>
                  <a:lnTo>
                    <a:pt x="28" y="0"/>
                  </a:lnTo>
                  <a:lnTo>
                    <a:pt x="27" y="1"/>
                  </a:lnTo>
                  <a:lnTo>
                    <a:pt x="26" y="3"/>
                  </a:lnTo>
                  <a:lnTo>
                    <a:pt x="26" y="5"/>
                  </a:lnTo>
                  <a:lnTo>
                    <a:pt x="26"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8" name="Freeform 201"/>
            <p:cNvSpPr/>
            <p:nvPr/>
          </p:nvSpPr>
          <p:spPr bwMode="auto">
            <a:xfrm>
              <a:off x="4570413" y="2508250"/>
              <a:ext cx="12700" cy="41275"/>
            </a:xfrm>
            <a:custGeom>
              <a:avLst/>
              <a:gdLst/>
              <a:ahLst/>
              <a:cxnLst>
                <a:cxn ang="0">
                  <a:pos x="12" y="3"/>
                </a:cxn>
                <a:cxn ang="0">
                  <a:pos x="12" y="3"/>
                </a:cxn>
                <a:cxn ang="0">
                  <a:pos x="8" y="21"/>
                </a:cxn>
                <a:cxn ang="0">
                  <a:pos x="6" y="38"/>
                </a:cxn>
                <a:cxn ang="0">
                  <a:pos x="3" y="56"/>
                </a:cxn>
                <a:cxn ang="0">
                  <a:pos x="0" y="73"/>
                </a:cxn>
                <a:cxn ang="0">
                  <a:pos x="0" y="73"/>
                </a:cxn>
                <a:cxn ang="0">
                  <a:pos x="0" y="76"/>
                </a:cxn>
                <a:cxn ang="0">
                  <a:pos x="1" y="77"/>
                </a:cxn>
                <a:cxn ang="0">
                  <a:pos x="2" y="78"/>
                </a:cxn>
                <a:cxn ang="0">
                  <a:pos x="3" y="79"/>
                </a:cxn>
                <a:cxn ang="0">
                  <a:pos x="5" y="79"/>
                </a:cxn>
                <a:cxn ang="0">
                  <a:pos x="7" y="79"/>
                </a:cxn>
                <a:cxn ang="0">
                  <a:pos x="8" y="78"/>
                </a:cxn>
                <a:cxn ang="0">
                  <a:pos x="9" y="76"/>
                </a:cxn>
                <a:cxn ang="0">
                  <a:pos x="9" y="76"/>
                </a:cxn>
                <a:cxn ang="0">
                  <a:pos x="12" y="58"/>
                </a:cxn>
                <a:cxn ang="0">
                  <a:pos x="14" y="40"/>
                </a:cxn>
                <a:cxn ang="0">
                  <a:pos x="17" y="23"/>
                </a:cxn>
                <a:cxn ang="0">
                  <a:pos x="22" y="6"/>
                </a:cxn>
                <a:cxn ang="0">
                  <a:pos x="22" y="6"/>
                </a:cxn>
                <a:cxn ang="0">
                  <a:pos x="22" y="4"/>
                </a:cxn>
                <a:cxn ang="0">
                  <a:pos x="22" y="2"/>
                </a:cxn>
                <a:cxn ang="0">
                  <a:pos x="21" y="1"/>
                </a:cxn>
                <a:cxn ang="0">
                  <a:pos x="19" y="0"/>
                </a:cxn>
                <a:cxn ang="0">
                  <a:pos x="16" y="0"/>
                </a:cxn>
                <a:cxn ang="0">
                  <a:pos x="15" y="0"/>
                </a:cxn>
                <a:cxn ang="0">
                  <a:pos x="13" y="1"/>
                </a:cxn>
                <a:cxn ang="0">
                  <a:pos x="12" y="3"/>
                </a:cxn>
                <a:cxn ang="0">
                  <a:pos x="12" y="3"/>
                </a:cxn>
              </a:cxnLst>
              <a:rect l="0" t="0" r="r" b="b"/>
              <a:pathLst>
                <a:path w="22" h="79">
                  <a:moveTo>
                    <a:pt x="12" y="3"/>
                  </a:moveTo>
                  <a:lnTo>
                    <a:pt x="12" y="3"/>
                  </a:lnTo>
                  <a:lnTo>
                    <a:pt x="8" y="21"/>
                  </a:lnTo>
                  <a:lnTo>
                    <a:pt x="6" y="38"/>
                  </a:lnTo>
                  <a:lnTo>
                    <a:pt x="3" y="56"/>
                  </a:lnTo>
                  <a:lnTo>
                    <a:pt x="0" y="73"/>
                  </a:lnTo>
                  <a:lnTo>
                    <a:pt x="0" y="73"/>
                  </a:lnTo>
                  <a:lnTo>
                    <a:pt x="0" y="76"/>
                  </a:lnTo>
                  <a:lnTo>
                    <a:pt x="1" y="77"/>
                  </a:lnTo>
                  <a:lnTo>
                    <a:pt x="2" y="78"/>
                  </a:lnTo>
                  <a:lnTo>
                    <a:pt x="3" y="79"/>
                  </a:lnTo>
                  <a:lnTo>
                    <a:pt x="5" y="79"/>
                  </a:lnTo>
                  <a:lnTo>
                    <a:pt x="7" y="79"/>
                  </a:lnTo>
                  <a:lnTo>
                    <a:pt x="8" y="78"/>
                  </a:lnTo>
                  <a:lnTo>
                    <a:pt x="9" y="76"/>
                  </a:lnTo>
                  <a:lnTo>
                    <a:pt x="9" y="76"/>
                  </a:lnTo>
                  <a:lnTo>
                    <a:pt x="12" y="58"/>
                  </a:lnTo>
                  <a:lnTo>
                    <a:pt x="14" y="40"/>
                  </a:lnTo>
                  <a:lnTo>
                    <a:pt x="17" y="23"/>
                  </a:lnTo>
                  <a:lnTo>
                    <a:pt x="22" y="6"/>
                  </a:lnTo>
                  <a:lnTo>
                    <a:pt x="22" y="6"/>
                  </a:lnTo>
                  <a:lnTo>
                    <a:pt x="22" y="4"/>
                  </a:lnTo>
                  <a:lnTo>
                    <a:pt x="22" y="2"/>
                  </a:lnTo>
                  <a:lnTo>
                    <a:pt x="21" y="1"/>
                  </a:lnTo>
                  <a:lnTo>
                    <a:pt x="19" y="0"/>
                  </a:lnTo>
                  <a:lnTo>
                    <a:pt x="16" y="0"/>
                  </a:lnTo>
                  <a:lnTo>
                    <a:pt x="15" y="0"/>
                  </a:lnTo>
                  <a:lnTo>
                    <a:pt x="13" y="1"/>
                  </a:lnTo>
                  <a:lnTo>
                    <a:pt x="12" y="3"/>
                  </a:lnTo>
                  <a:lnTo>
                    <a:pt x="12"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99" name="Freeform 202"/>
            <p:cNvSpPr/>
            <p:nvPr/>
          </p:nvSpPr>
          <p:spPr bwMode="auto">
            <a:xfrm>
              <a:off x="4603750" y="2557463"/>
              <a:ext cx="15875" cy="46038"/>
            </a:xfrm>
            <a:custGeom>
              <a:avLst/>
              <a:gdLst/>
              <a:ahLst/>
              <a:cxnLst>
                <a:cxn ang="0">
                  <a:pos x="20" y="3"/>
                </a:cxn>
                <a:cxn ang="0">
                  <a:pos x="20" y="3"/>
                </a:cxn>
                <a:cxn ang="0">
                  <a:pos x="0" y="79"/>
                </a:cxn>
                <a:cxn ang="0">
                  <a:pos x="0" y="79"/>
                </a:cxn>
                <a:cxn ang="0">
                  <a:pos x="0" y="81"/>
                </a:cxn>
                <a:cxn ang="0">
                  <a:pos x="1" y="83"/>
                </a:cxn>
                <a:cxn ang="0">
                  <a:pos x="2" y="84"/>
                </a:cxn>
                <a:cxn ang="0">
                  <a:pos x="4" y="85"/>
                </a:cxn>
                <a:cxn ang="0">
                  <a:pos x="5" y="85"/>
                </a:cxn>
                <a:cxn ang="0">
                  <a:pos x="7" y="85"/>
                </a:cxn>
                <a:cxn ang="0">
                  <a:pos x="8" y="84"/>
                </a:cxn>
                <a:cxn ang="0">
                  <a:pos x="9" y="82"/>
                </a:cxn>
                <a:cxn ang="0">
                  <a:pos x="9" y="82"/>
                </a:cxn>
                <a:cxn ang="0">
                  <a:pos x="28" y="5"/>
                </a:cxn>
                <a:cxn ang="0">
                  <a:pos x="28" y="5"/>
                </a:cxn>
                <a:cxn ang="0">
                  <a:pos x="29" y="3"/>
                </a:cxn>
                <a:cxn ang="0">
                  <a:pos x="28" y="2"/>
                </a:cxn>
                <a:cxn ang="0">
                  <a:pos x="27" y="1"/>
                </a:cxn>
                <a:cxn ang="0">
                  <a:pos x="25" y="0"/>
                </a:cxn>
                <a:cxn ang="0">
                  <a:pos x="23" y="0"/>
                </a:cxn>
                <a:cxn ang="0">
                  <a:pos x="22" y="0"/>
                </a:cxn>
                <a:cxn ang="0">
                  <a:pos x="20" y="1"/>
                </a:cxn>
                <a:cxn ang="0">
                  <a:pos x="20" y="3"/>
                </a:cxn>
                <a:cxn ang="0">
                  <a:pos x="20" y="3"/>
                </a:cxn>
              </a:cxnLst>
              <a:rect l="0" t="0" r="r" b="b"/>
              <a:pathLst>
                <a:path w="29" h="85">
                  <a:moveTo>
                    <a:pt x="20" y="3"/>
                  </a:moveTo>
                  <a:lnTo>
                    <a:pt x="20" y="3"/>
                  </a:lnTo>
                  <a:lnTo>
                    <a:pt x="0" y="79"/>
                  </a:lnTo>
                  <a:lnTo>
                    <a:pt x="0" y="79"/>
                  </a:lnTo>
                  <a:lnTo>
                    <a:pt x="0" y="81"/>
                  </a:lnTo>
                  <a:lnTo>
                    <a:pt x="1" y="83"/>
                  </a:lnTo>
                  <a:lnTo>
                    <a:pt x="2" y="84"/>
                  </a:lnTo>
                  <a:lnTo>
                    <a:pt x="4" y="85"/>
                  </a:lnTo>
                  <a:lnTo>
                    <a:pt x="5" y="85"/>
                  </a:lnTo>
                  <a:lnTo>
                    <a:pt x="7" y="85"/>
                  </a:lnTo>
                  <a:lnTo>
                    <a:pt x="8" y="84"/>
                  </a:lnTo>
                  <a:lnTo>
                    <a:pt x="9" y="82"/>
                  </a:lnTo>
                  <a:lnTo>
                    <a:pt x="9" y="82"/>
                  </a:lnTo>
                  <a:lnTo>
                    <a:pt x="28" y="5"/>
                  </a:lnTo>
                  <a:lnTo>
                    <a:pt x="28" y="5"/>
                  </a:lnTo>
                  <a:lnTo>
                    <a:pt x="29" y="3"/>
                  </a:lnTo>
                  <a:lnTo>
                    <a:pt x="28" y="2"/>
                  </a:lnTo>
                  <a:lnTo>
                    <a:pt x="27" y="1"/>
                  </a:lnTo>
                  <a:lnTo>
                    <a:pt x="25" y="0"/>
                  </a:lnTo>
                  <a:lnTo>
                    <a:pt x="23" y="0"/>
                  </a:lnTo>
                  <a:lnTo>
                    <a:pt x="22" y="0"/>
                  </a:lnTo>
                  <a:lnTo>
                    <a:pt x="20" y="1"/>
                  </a:lnTo>
                  <a:lnTo>
                    <a:pt x="20" y="3"/>
                  </a:lnTo>
                  <a:lnTo>
                    <a:pt x="20"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00" name="Freeform 203"/>
            <p:cNvSpPr/>
            <p:nvPr/>
          </p:nvSpPr>
          <p:spPr bwMode="auto">
            <a:xfrm>
              <a:off x="4687888" y="2668588"/>
              <a:ext cx="15875" cy="61913"/>
            </a:xfrm>
            <a:custGeom>
              <a:avLst/>
              <a:gdLst/>
              <a:ahLst/>
              <a:cxnLst>
                <a:cxn ang="0">
                  <a:pos x="19" y="4"/>
                </a:cxn>
                <a:cxn ang="0">
                  <a:pos x="19" y="4"/>
                </a:cxn>
                <a:cxn ang="0">
                  <a:pos x="19" y="12"/>
                </a:cxn>
                <a:cxn ang="0">
                  <a:pos x="17" y="19"/>
                </a:cxn>
                <a:cxn ang="0">
                  <a:pos x="12" y="35"/>
                </a:cxn>
                <a:cxn ang="0">
                  <a:pos x="8" y="50"/>
                </a:cxn>
                <a:cxn ang="0">
                  <a:pos x="7" y="58"/>
                </a:cxn>
                <a:cxn ang="0">
                  <a:pos x="6" y="65"/>
                </a:cxn>
                <a:cxn ang="0">
                  <a:pos x="6" y="65"/>
                </a:cxn>
                <a:cxn ang="0">
                  <a:pos x="6" y="76"/>
                </a:cxn>
                <a:cxn ang="0">
                  <a:pos x="5" y="89"/>
                </a:cxn>
                <a:cxn ang="0">
                  <a:pos x="4" y="99"/>
                </a:cxn>
                <a:cxn ang="0">
                  <a:pos x="0" y="110"/>
                </a:cxn>
                <a:cxn ang="0">
                  <a:pos x="0" y="110"/>
                </a:cxn>
                <a:cxn ang="0">
                  <a:pos x="0" y="112"/>
                </a:cxn>
                <a:cxn ang="0">
                  <a:pos x="0" y="113"/>
                </a:cxn>
                <a:cxn ang="0">
                  <a:pos x="1" y="116"/>
                </a:cxn>
                <a:cxn ang="0">
                  <a:pos x="3" y="116"/>
                </a:cxn>
                <a:cxn ang="0">
                  <a:pos x="6" y="116"/>
                </a:cxn>
                <a:cxn ang="0">
                  <a:pos x="8" y="114"/>
                </a:cxn>
                <a:cxn ang="0">
                  <a:pos x="9" y="112"/>
                </a:cxn>
                <a:cxn ang="0">
                  <a:pos x="9" y="112"/>
                </a:cxn>
                <a:cxn ang="0">
                  <a:pos x="12" y="102"/>
                </a:cxn>
                <a:cxn ang="0">
                  <a:pos x="14" y="92"/>
                </a:cxn>
                <a:cxn ang="0">
                  <a:pos x="15" y="80"/>
                </a:cxn>
                <a:cxn ang="0">
                  <a:pos x="15" y="70"/>
                </a:cxn>
                <a:cxn ang="0">
                  <a:pos x="15" y="70"/>
                </a:cxn>
                <a:cxn ang="0">
                  <a:pos x="17" y="62"/>
                </a:cxn>
                <a:cxn ang="0">
                  <a:pos x="18" y="54"/>
                </a:cxn>
                <a:cxn ang="0">
                  <a:pos x="22" y="37"/>
                </a:cxn>
                <a:cxn ang="0">
                  <a:pos x="26" y="20"/>
                </a:cxn>
                <a:cxn ang="0">
                  <a:pos x="28" y="12"/>
                </a:cxn>
                <a:cxn ang="0">
                  <a:pos x="29" y="4"/>
                </a:cxn>
                <a:cxn ang="0">
                  <a:pos x="29"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9" h="116">
                  <a:moveTo>
                    <a:pt x="19" y="4"/>
                  </a:moveTo>
                  <a:lnTo>
                    <a:pt x="19" y="4"/>
                  </a:lnTo>
                  <a:lnTo>
                    <a:pt x="19" y="12"/>
                  </a:lnTo>
                  <a:lnTo>
                    <a:pt x="17" y="19"/>
                  </a:lnTo>
                  <a:lnTo>
                    <a:pt x="12" y="35"/>
                  </a:lnTo>
                  <a:lnTo>
                    <a:pt x="8" y="50"/>
                  </a:lnTo>
                  <a:lnTo>
                    <a:pt x="7" y="58"/>
                  </a:lnTo>
                  <a:lnTo>
                    <a:pt x="6" y="65"/>
                  </a:lnTo>
                  <a:lnTo>
                    <a:pt x="6" y="65"/>
                  </a:lnTo>
                  <a:lnTo>
                    <a:pt x="6" y="76"/>
                  </a:lnTo>
                  <a:lnTo>
                    <a:pt x="5" y="89"/>
                  </a:lnTo>
                  <a:lnTo>
                    <a:pt x="4" y="99"/>
                  </a:lnTo>
                  <a:lnTo>
                    <a:pt x="0" y="110"/>
                  </a:lnTo>
                  <a:lnTo>
                    <a:pt x="0" y="110"/>
                  </a:lnTo>
                  <a:lnTo>
                    <a:pt x="0" y="112"/>
                  </a:lnTo>
                  <a:lnTo>
                    <a:pt x="0" y="113"/>
                  </a:lnTo>
                  <a:lnTo>
                    <a:pt x="1" y="116"/>
                  </a:lnTo>
                  <a:lnTo>
                    <a:pt x="3" y="116"/>
                  </a:lnTo>
                  <a:lnTo>
                    <a:pt x="6" y="116"/>
                  </a:lnTo>
                  <a:lnTo>
                    <a:pt x="8" y="114"/>
                  </a:lnTo>
                  <a:lnTo>
                    <a:pt x="9" y="112"/>
                  </a:lnTo>
                  <a:lnTo>
                    <a:pt x="9" y="112"/>
                  </a:lnTo>
                  <a:lnTo>
                    <a:pt x="12" y="102"/>
                  </a:lnTo>
                  <a:lnTo>
                    <a:pt x="14" y="92"/>
                  </a:lnTo>
                  <a:lnTo>
                    <a:pt x="15" y="80"/>
                  </a:lnTo>
                  <a:lnTo>
                    <a:pt x="15" y="70"/>
                  </a:lnTo>
                  <a:lnTo>
                    <a:pt x="15" y="70"/>
                  </a:lnTo>
                  <a:lnTo>
                    <a:pt x="17" y="62"/>
                  </a:lnTo>
                  <a:lnTo>
                    <a:pt x="18" y="54"/>
                  </a:lnTo>
                  <a:lnTo>
                    <a:pt x="22" y="37"/>
                  </a:lnTo>
                  <a:lnTo>
                    <a:pt x="26" y="20"/>
                  </a:lnTo>
                  <a:lnTo>
                    <a:pt x="28" y="12"/>
                  </a:lnTo>
                  <a:lnTo>
                    <a:pt x="29" y="4"/>
                  </a:lnTo>
                  <a:lnTo>
                    <a:pt x="29" y="4"/>
                  </a:lnTo>
                  <a:lnTo>
                    <a:pt x="28" y="2"/>
                  </a:lnTo>
                  <a:lnTo>
                    <a:pt x="27" y="1"/>
                  </a:lnTo>
                  <a:lnTo>
                    <a:pt x="26" y="0"/>
                  </a:lnTo>
                  <a:lnTo>
                    <a:pt x="24" y="0"/>
                  </a:lnTo>
                  <a:lnTo>
                    <a:pt x="22" y="0"/>
                  </a:lnTo>
                  <a:lnTo>
                    <a:pt x="21" y="1"/>
                  </a:lnTo>
                  <a:lnTo>
                    <a:pt x="20" y="2"/>
                  </a:lnTo>
                  <a:lnTo>
                    <a:pt x="19" y="4"/>
                  </a:lnTo>
                  <a:lnTo>
                    <a:pt x="1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01" name="Freeform 204"/>
            <p:cNvSpPr/>
            <p:nvPr/>
          </p:nvSpPr>
          <p:spPr bwMode="auto">
            <a:xfrm>
              <a:off x="4714875" y="2657475"/>
              <a:ext cx="11113" cy="61913"/>
            </a:xfrm>
            <a:custGeom>
              <a:avLst/>
              <a:gdLst/>
              <a:ahLst/>
              <a:cxnLst>
                <a:cxn ang="0">
                  <a:pos x="12" y="5"/>
                </a:cxn>
                <a:cxn ang="0">
                  <a:pos x="12" y="5"/>
                </a:cxn>
                <a:cxn ang="0">
                  <a:pos x="10" y="32"/>
                </a:cxn>
                <a:cxn ang="0">
                  <a:pos x="6" y="59"/>
                </a:cxn>
                <a:cxn ang="0">
                  <a:pos x="2" y="86"/>
                </a:cxn>
                <a:cxn ang="0">
                  <a:pos x="0" y="113"/>
                </a:cxn>
                <a:cxn ang="0">
                  <a:pos x="0" y="113"/>
                </a:cxn>
                <a:cxn ang="0">
                  <a:pos x="0" y="115"/>
                </a:cxn>
                <a:cxn ang="0">
                  <a:pos x="1" y="116"/>
                </a:cxn>
                <a:cxn ang="0">
                  <a:pos x="3" y="117"/>
                </a:cxn>
                <a:cxn ang="0">
                  <a:pos x="4" y="117"/>
                </a:cxn>
                <a:cxn ang="0">
                  <a:pos x="6" y="117"/>
                </a:cxn>
                <a:cxn ang="0">
                  <a:pos x="8" y="116"/>
                </a:cxn>
                <a:cxn ang="0">
                  <a:pos x="9" y="115"/>
                </a:cxn>
                <a:cxn ang="0">
                  <a:pos x="9" y="113"/>
                </a:cxn>
                <a:cxn ang="0">
                  <a:pos x="9" y="113"/>
                </a:cxn>
                <a:cxn ang="0">
                  <a:pos x="11" y="86"/>
                </a:cxn>
                <a:cxn ang="0">
                  <a:pos x="15" y="59"/>
                </a:cxn>
                <a:cxn ang="0">
                  <a:pos x="19" y="32"/>
                </a:cxn>
                <a:cxn ang="0">
                  <a:pos x="21" y="5"/>
                </a:cxn>
                <a:cxn ang="0">
                  <a:pos x="21" y="5"/>
                </a:cxn>
                <a:cxn ang="0">
                  <a:pos x="21" y="3"/>
                </a:cxn>
                <a:cxn ang="0">
                  <a:pos x="20" y="2"/>
                </a:cxn>
                <a:cxn ang="0">
                  <a:pos x="19" y="1"/>
                </a:cxn>
                <a:cxn ang="0">
                  <a:pos x="17" y="0"/>
                </a:cxn>
                <a:cxn ang="0">
                  <a:pos x="15" y="1"/>
                </a:cxn>
                <a:cxn ang="0">
                  <a:pos x="14" y="2"/>
                </a:cxn>
                <a:cxn ang="0">
                  <a:pos x="13" y="3"/>
                </a:cxn>
                <a:cxn ang="0">
                  <a:pos x="12" y="5"/>
                </a:cxn>
                <a:cxn ang="0">
                  <a:pos x="12" y="5"/>
                </a:cxn>
              </a:cxnLst>
              <a:rect l="0" t="0" r="r" b="b"/>
              <a:pathLst>
                <a:path w="21" h="117">
                  <a:moveTo>
                    <a:pt x="12" y="5"/>
                  </a:moveTo>
                  <a:lnTo>
                    <a:pt x="12" y="5"/>
                  </a:lnTo>
                  <a:lnTo>
                    <a:pt x="10" y="32"/>
                  </a:lnTo>
                  <a:lnTo>
                    <a:pt x="6" y="59"/>
                  </a:lnTo>
                  <a:lnTo>
                    <a:pt x="2" y="86"/>
                  </a:lnTo>
                  <a:lnTo>
                    <a:pt x="0" y="113"/>
                  </a:lnTo>
                  <a:lnTo>
                    <a:pt x="0" y="113"/>
                  </a:lnTo>
                  <a:lnTo>
                    <a:pt x="0" y="115"/>
                  </a:lnTo>
                  <a:lnTo>
                    <a:pt x="1" y="116"/>
                  </a:lnTo>
                  <a:lnTo>
                    <a:pt x="3" y="117"/>
                  </a:lnTo>
                  <a:lnTo>
                    <a:pt x="4" y="117"/>
                  </a:lnTo>
                  <a:lnTo>
                    <a:pt x="6" y="117"/>
                  </a:lnTo>
                  <a:lnTo>
                    <a:pt x="8" y="116"/>
                  </a:lnTo>
                  <a:lnTo>
                    <a:pt x="9" y="115"/>
                  </a:lnTo>
                  <a:lnTo>
                    <a:pt x="9" y="113"/>
                  </a:lnTo>
                  <a:lnTo>
                    <a:pt x="9" y="113"/>
                  </a:lnTo>
                  <a:lnTo>
                    <a:pt x="11" y="86"/>
                  </a:lnTo>
                  <a:lnTo>
                    <a:pt x="15" y="59"/>
                  </a:lnTo>
                  <a:lnTo>
                    <a:pt x="19" y="32"/>
                  </a:lnTo>
                  <a:lnTo>
                    <a:pt x="21" y="5"/>
                  </a:lnTo>
                  <a:lnTo>
                    <a:pt x="21" y="5"/>
                  </a:lnTo>
                  <a:lnTo>
                    <a:pt x="21" y="3"/>
                  </a:lnTo>
                  <a:lnTo>
                    <a:pt x="20" y="2"/>
                  </a:lnTo>
                  <a:lnTo>
                    <a:pt x="19" y="1"/>
                  </a:lnTo>
                  <a:lnTo>
                    <a:pt x="17" y="0"/>
                  </a:lnTo>
                  <a:lnTo>
                    <a:pt x="15" y="1"/>
                  </a:lnTo>
                  <a:lnTo>
                    <a:pt x="14" y="2"/>
                  </a:lnTo>
                  <a:lnTo>
                    <a:pt x="13" y="3"/>
                  </a:lnTo>
                  <a:lnTo>
                    <a:pt x="12" y="5"/>
                  </a:lnTo>
                  <a:lnTo>
                    <a:pt x="12"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02" name="Freeform 206"/>
            <p:cNvSpPr>
              <a:spLocks noEditPoints="1"/>
            </p:cNvSpPr>
            <p:nvPr/>
          </p:nvSpPr>
          <p:spPr bwMode="auto">
            <a:xfrm>
              <a:off x="4249738" y="2249488"/>
              <a:ext cx="555625" cy="574675"/>
            </a:xfrm>
            <a:custGeom>
              <a:avLst/>
              <a:gdLst/>
              <a:ahLst/>
              <a:cxnLst>
                <a:cxn ang="0">
                  <a:pos x="817" y="1056"/>
                </a:cxn>
                <a:cxn ang="0">
                  <a:pos x="716" y="1035"/>
                </a:cxn>
                <a:cxn ang="0">
                  <a:pos x="659" y="1016"/>
                </a:cxn>
                <a:cxn ang="0">
                  <a:pos x="645" y="1010"/>
                </a:cxn>
                <a:cxn ang="0">
                  <a:pos x="623" y="986"/>
                </a:cxn>
                <a:cxn ang="0">
                  <a:pos x="608" y="970"/>
                </a:cxn>
                <a:cxn ang="0">
                  <a:pos x="577" y="929"/>
                </a:cxn>
                <a:cxn ang="0">
                  <a:pos x="513" y="864"/>
                </a:cxn>
                <a:cxn ang="0">
                  <a:pos x="403" y="767"/>
                </a:cxn>
                <a:cxn ang="0">
                  <a:pos x="307" y="683"/>
                </a:cxn>
                <a:cxn ang="0">
                  <a:pos x="222" y="574"/>
                </a:cxn>
                <a:cxn ang="0">
                  <a:pos x="139" y="472"/>
                </a:cxn>
                <a:cxn ang="0">
                  <a:pos x="97" y="439"/>
                </a:cxn>
                <a:cxn ang="0">
                  <a:pos x="31" y="360"/>
                </a:cxn>
                <a:cxn ang="0">
                  <a:pos x="27" y="300"/>
                </a:cxn>
                <a:cxn ang="0">
                  <a:pos x="84" y="371"/>
                </a:cxn>
                <a:cxn ang="0">
                  <a:pos x="141" y="426"/>
                </a:cxn>
                <a:cxn ang="0">
                  <a:pos x="208" y="491"/>
                </a:cxn>
                <a:cxn ang="0">
                  <a:pos x="305" y="624"/>
                </a:cxn>
                <a:cxn ang="0">
                  <a:pos x="398" y="714"/>
                </a:cxn>
                <a:cxn ang="0">
                  <a:pos x="481" y="790"/>
                </a:cxn>
                <a:cxn ang="0">
                  <a:pos x="571" y="872"/>
                </a:cxn>
                <a:cxn ang="0">
                  <a:pos x="646" y="943"/>
                </a:cxn>
                <a:cxn ang="0">
                  <a:pos x="724" y="871"/>
                </a:cxn>
                <a:cxn ang="0">
                  <a:pos x="843" y="787"/>
                </a:cxn>
                <a:cxn ang="0">
                  <a:pos x="981" y="693"/>
                </a:cxn>
                <a:cxn ang="0">
                  <a:pos x="917" y="620"/>
                </a:cxn>
                <a:cxn ang="0">
                  <a:pos x="751" y="446"/>
                </a:cxn>
                <a:cxn ang="0">
                  <a:pos x="583" y="291"/>
                </a:cxn>
                <a:cxn ang="0">
                  <a:pos x="501" y="195"/>
                </a:cxn>
                <a:cxn ang="0">
                  <a:pos x="431" y="116"/>
                </a:cxn>
                <a:cxn ang="0">
                  <a:pos x="378" y="54"/>
                </a:cxn>
                <a:cxn ang="0">
                  <a:pos x="377" y="0"/>
                </a:cxn>
                <a:cxn ang="0">
                  <a:pos x="496" y="134"/>
                </a:cxn>
                <a:cxn ang="0">
                  <a:pos x="631" y="290"/>
                </a:cxn>
                <a:cxn ang="0">
                  <a:pos x="729" y="380"/>
                </a:cxn>
                <a:cxn ang="0">
                  <a:pos x="900" y="546"/>
                </a:cxn>
                <a:cxn ang="0">
                  <a:pos x="980" y="641"/>
                </a:cxn>
                <a:cxn ang="0">
                  <a:pos x="1020" y="678"/>
                </a:cxn>
                <a:cxn ang="0">
                  <a:pos x="1032" y="689"/>
                </a:cxn>
                <a:cxn ang="0">
                  <a:pos x="1037" y="700"/>
                </a:cxn>
                <a:cxn ang="0">
                  <a:pos x="1051" y="800"/>
                </a:cxn>
                <a:cxn ang="0">
                  <a:pos x="1037" y="911"/>
                </a:cxn>
                <a:cxn ang="0">
                  <a:pos x="1029" y="991"/>
                </a:cxn>
                <a:cxn ang="0">
                  <a:pos x="1023" y="1039"/>
                </a:cxn>
                <a:cxn ang="0">
                  <a:pos x="1016" y="1079"/>
                </a:cxn>
                <a:cxn ang="0">
                  <a:pos x="1002" y="1088"/>
                </a:cxn>
                <a:cxn ang="0">
                  <a:pos x="996" y="1087"/>
                </a:cxn>
                <a:cxn ang="0">
                  <a:pos x="954" y="761"/>
                </a:cxn>
                <a:cxn ang="0">
                  <a:pos x="842" y="830"/>
                </a:cxn>
                <a:cxn ang="0">
                  <a:pos x="729" y="917"/>
                </a:cxn>
                <a:cxn ang="0">
                  <a:pos x="672" y="967"/>
                </a:cxn>
                <a:cxn ang="0">
                  <a:pos x="699" y="991"/>
                </a:cxn>
                <a:cxn ang="0">
                  <a:pos x="772" y="1010"/>
                </a:cxn>
                <a:cxn ang="0">
                  <a:pos x="941" y="1046"/>
                </a:cxn>
                <a:cxn ang="0">
                  <a:pos x="989" y="1039"/>
                </a:cxn>
                <a:cxn ang="0">
                  <a:pos x="990" y="1018"/>
                </a:cxn>
                <a:cxn ang="0">
                  <a:pos x="995" y="957"/>
                </a:cxn>
                <a:cxn ang="0">
                  <a:pos x="1010" y="856"/>
                </a:cxn>
                <a:cxn ang="0">
                  <a:pos x="1010" y="734"/>
                </a:cxn>
              </a:cxnLst>
              <a:rect l="0" t="0" r="r" b="b"/>
              <a:pathLst>
                <a:path w="1051" h="1088">
                  <a:moveTo>
                    <a:pt x="991" y="1088"/>
                  </a:moveTo>
                  <a:lnTo>
                    <a:pt x="991" y="1088"/>
                  </a:lnTo>
                  <a:lnTo>
                    <a:pt x="952" y="1084"/>
                  </a:lnTo>
                  <a:lnTo>
                    <a:pt x="911" y="1078"/>
                  </a:lnTo>
                  <a:lnTo>
                    <a:pt x="866" y="1069"/>
                  </a:lnTo>
                  <a:lnTo>
                    <a:pt x="817" y="1056"/>
                  </a:lnTo>
                  <a:lnTo>
                    <a:pt x="817" y="1056"/>
                  </a:lnTo>
                  <a:lnTo>
                    <a:pt x="773" y="1046"/>
                  </a:lnTo>
                  <a:lnTo>
                    <a:pt x="751" y="1041"/>
                  </a:lnTo>
                  <a:lnTo>
                    <a:pt x="728" y="1037"/>
                  </a:lnTo>
                  <a:lnTo>
                    <a:pt x="728" y="1037"/>
                  </a:lnTo>
                  <a:lnTo>
                    <a:pt x="716" y="1035"/>
                  </a:lnTo>
                  <a:lnTo>
                    <a:pt x="706" y="1031"/>
                  </a:lnTo>
                  <a:lnTo>
                    <a:pt x="686" y="1025"/>
                  </a:lnTo>
                  <a:lnTo>
                    <a:pt x="686" y="1025"/>
                  </a:lnTo>
                  <a:lnTo>
                    <a:pt x="673" y="1020"/>
                  </a:lnTo>
                  <a:lnTo>
                    <a:pt x="659" y="1016"/>
                  </a:lnTo>
                  <a:lnTo>
                    <a:pt x="659" y="1016"/>
                  </a:lnTo>
                  <a:lnTo>
                    <a:pt x="654" y="1015"/>
                  </a:lnTo>
                  <a:lnTo>
                    <a:pt x="651" y="1013"/>
                  </a:lnTo>
                  <a:lnTo>
                    <a:pt x="650" y="1012"/>
                  </a:lnTo>
                  <a:lnTo>
                    <a:pt x="649" y="1011"/>
                  </a:lnTo>
                  <a:lnTo>
                    <a:pt x="649" y="1011"/>
                  </a:lnTo>
                  <a:lnTo>
                    <a:pt x="645" y="1010"/>
                  </a:lnTo>
                  <a:lnTo>
                    <a:pt x="645" y="1010"/>
                  </a:lnTo>
                  <a:lnTo>
                    <a:pt x="640" y="1006"/>
                  </a:lnTo>
                  <a:lnTo>
                    <a:pt x="635" y="1001"/>
                  </a:lnTo>
                  <a:lnTo>
                    <a:pt x="628" y="991"/>
                  </a:lnTo>
                  <a:lnTo>
                    <a:pt x="623" y="986"/>
                  </a:lnTo>
                  <a:lnTo>
                    <a:pt x="623" y="986"/>
                  </a:lnTo>
                  <a:lnTo>
                    <a:pt x="620" y="983"/>
                  </a:lnTo>
                  <a:lnTo>
                    <a:pt x="619" y="982"/>
                  </a:lnTo>
                  <a:lnTo>
                    <a:pt x="619" y="982"/>
                  </a:lnTo>
                  <a:lnTo>
                    <a:pt x="614" y="979"/>
                  </a:lnTo>
                  <a:lnTo>
                    <a:pt x="611" y="976"/>
                  </a:lnTo>
                  <a:lnTo>
                    <a:pt x="608" y="970"/>
                  </a:lnTo>
                  <a:lnTo>
                    <a:pt x="608" y="965"/>
                  </a:lnTo>
                  <a:lnTo>
                    <a:pt x="608" y="963"/>
                  </a:lnTo>
                  <a:lnTo>
                    <a:pt x="606" y="961"/>
                  </a:lnTo>
                  <a:lnTo>
                    <a:pt x="606" y="961"/>
                  </a:lnTo>
                  <a:lnTo>
                    <a:pt x="591" y="946"/>
                  </a:lnTo>
                  <a:lnTo>
                    <a:pt x="577" y="929"/>
                  </a:lnTo>
                  <a:lnTo>
                    <a:pt x="577" y="929"/>
                  </a:lnTo>
                  <a:lnTo>
                    <a:pt x="561" y="912"/>
                  </a:lnTo>
                  <a:lnTo>
                    <a:pt x="546" y="895"/>
                  </a:lnTo>
                  <a:lnTo>
                    <a:pt x="529" y="879"/>
                  </a:lnTo>
                  <a:lnTo>
                    <a:pt x="513" y="864"/>
                  </a:lnTo>
                  <a:lnTo>
                    <a:pt x="513" y="864"/>
                  </a:lnTo>
                  <a:lnTo>
                    <a:pt x="490" y="846"/>
                  </a:lnTo>
                  <a:lnTo>
                    <a:pt x="469" y="827"/>
                  </a:lnTo>
                  <a:lnTo>
                    <a:pt x="428" y="789"/>
                  </a:lnTo>
                  <a:lnTo>
                    <a:pt x="428" y="789"/>
                  </a:lnTo>
                  <a:lnTo>
                    <a:pt x="416" y="777"/>
                  </a:lnTo>
                  <a:lnTo>
                    <a:pt x="403" y="767"/>
                  </a:lnTo>
                  <a:lnTo>
                    <a:pt x="378" y="745"/>
                  </a:lnTo>
                  <a:lnTo>
                    <a:pt x="378" y="745"/>
                  </a:lnTo>
                  <a:lnTo>
                    <a:pt x="356" y="729"/>
                  </a:lnTo>
                  <a:lnTo>
                    <a:pt x="336" y="711"/>
                  </a:lnTo>
                  <a:lnTo>
                    <a:pt x="317" y="693"/>
                  </a:lnTo>
                  <a:lnTo>
                    <a:pt x="307" y="683"/>
                  </a:lnTo>
                  <a:lnTo>
                    <a:pt x="299" y="673"/>
                  </a:lnTo>
                  <a:lnTo>
                    <a:pt x="299" y="673"/>
                  </a:lnTo>
                  <a:lnTo>
                    <a:pt x="271" y="638"/>
                  </a:lnTo>
                  <a:lnTo>
                    <a:pt x="271" y="638"/>
                  </a:lnTo>
                  <a:lnTo>
                    <a:pt x="238" y="596"/>
                  </a:lnTo>
                  <a:lnTo>
                    <a:pt x="222" y="574"/>
                  </a:lnTo>
                  <a:lnTo>
                    <a:pt x="207" y="552"/>
                  </a:lnTo>
                  <a:lnTo>
                    <a:pt x="207" y="552"/>
                  </a:lnTo>
                  <a:lnTo>
                    <a:pt x="194" y="534"/>
                  </a:lnTo>
                  <a:lnTo>
                    <a:pt x="178" y="514"/>
                  </a:lnTo>
                  <a:lnTo>
                    <a:pt x="160" y="493"/>
                  </a:lnTo>
                  <a:lnTo>
                    <a:pt x="139" y="472"/>
                  </a:lnTo>
                  <a:lnTo>
                    <a:pt x="139" y="472"/>
                  </a:lnTo>
                  <a:lnTo>
                    <a:pt x="128" y="461"/>
                  </a:lnTo>
                  <a:lnTo>
                    <a:pt x="115" y="453"/>
                  </a:lnTo>
                  <a:lnTo>
                    <a:pt x="115" y="453"/>
                  </a:lnTo>
                  <a:lnTo>
                    <a:pt x="103" y="444"/>
                  </a:lnTo>
                  <a:lnTo>
                    <a:pt x="97" y="439"/>
                  </a:lnTo>
                  <a:lnTo>
                    <a:pt x="92" y="433"/>
                  </a:lnTo>
                  <a:lnTo>
                    <a:pt x="92" y="433"/>
                  </a:lnTo>
                  <a:lnTo>
                    <a:pt x="74" y="414"/>
                  </a:lnTo>
                  <a:lnTo>
                    <a:pt x="57" y="393"/>
                  </a:lnTo>
                  <a:lnTo>
                    <a:pt x="57" y="393"/>
                  </a:lnTo>
                  <a:lnTo>
                    <a:pt x="31" y="360"/>
                  </a:lnTo>
                  <a:lnTo>
                    <a:pt x="16" y="345"/>
                  </a:lnTo>
                  <a:lnTo>
                    <a:pt x="2" y="329"/>
                  </a:lnTo>
                  <a:lnTo>
                    <a:pt x="2" y="329"/>
                  </a:lnTo>
                  <a:lnTo>
                    <a:pt x="0" y="327"/>
                  </a:lnTo>
                  <a:lnTo>
                    <a:pt x="0" y="327"/>
                  </a:lnTo>
                  <a:lnTo>
                    <a:pt x="27" y="300"/>
                  </a:lnTo>
                  <a:lnTo>
                    <a:pt x="27" y="300"/>
                  </a:lnTo>
                  <a:lnTo>
                    <a:pt x="45" y="322"/>
                  </a:lnTo>
                  <a:lnTo>
                    <a:pt x="45" y="322"/>
                  </a:lnTo>
                  <a:lnTo>
                    <a:pt x="68" y="351"/>
                  </a:lnTo>
                  <a:lnTo>
                    <a:pt x="68" y="351"/>
                  </a:lnTo>
                  <a:lnTo>
                    <a:pt x="84" y="371"/>
                  </a:lnTo>
                  <a:lnTo>
                    <a:pt x="102" y="392"/>
                  </a:lnTo>
                  <a:lnTo>
                    <a:pt x="111" y="401"/>
                  </a:lnTo>
                  <a:lnTo>
                    <a:pt x="120" y="411"/>
                  </a:lnTo>
                  <a:lnTo>
                    <a:pt x="131" y="419"/>
                  </a:lnTo>
                  <a:lnTo>
                    <a:pt x="141" y="426"/>
                  </a:lnTo>
                  <a:lnTo>
                    <a:pt x="141" y="426"/>
                  </a:lnTo>
                  <a:lnTo>
                    <a:pt x="151" y="434"/>
                  </a:lnTo>
                  <a:lnTo>
                    <a:pt x="163" y="444"/>
                  </a:lnTo>
                  <a:lnTo>
                    <a:pt x="174" y="454"/>
                  </a:lnTo>
                  <a:lnTo>
                    <a:pt x="186" y="465"/>
                  </a:lnTo>
                  <a:lnTo>
                    <a:pt x="197" y="478"/>
                  </a:lnTo>
                  <a:lnTo>
                    <a:pt x="208" y="491"/>
                  </a:lnTo>
                  <a:lnTo>
                    <a:pt x="219" y="506"/>
                  </a:lnTo>
                  <a:lnTo>
                    <a:pt x="229" y="521"/>
                  </a:lnTo>
                  <a:lnTo>
                    <a:pt x="229" y="521"/>
                  </a:lnTo>
                  <a:lnTo>
                    <a:pt x="261" y="567"/>
                  </a:lnTo>
                  <a:lnTo>
                    <a:pt x="291" y="607"/>
                  </a:lnTo>
                  <a:lnTo>
                    <a:pt x="305" y="624"/>
                  </a:lnTo>
                  <a:lnTo>
                    <a:pt x="319" y="640"/>
                  </a:lnTo>
                  <a:lnTo>
                    <a:pt x="332" y="654"/>
                  </a:lnTo>
                  <a:lnTo>
                    <a:pt x="346" y="668"/>
                  </a:lnTo>
                  <a:lnTo>
                    <a:pt x="346" y="668"/>
                  </a:lnTo>
                  <a:lnTo>
                    <a:pt x="371" y="692"/>
                  </a:lnTo>
                  <a:lnTo>
                    <a:pt x="398" y="714"/>
                  </a:lnTo>
                  <a:lnTo>
                    <a:pt x="398" y="714"/>
                  </a:lnTo>
                  <a:lnTo>
                    <a:pt x="429" y="741"/>
                  </a:lnTo>
                  <a:lnTo>
                    <a:pt x="445" y="755"/>
                  </a:lnTo>
                  <a:lnTo>
                    <a:pt x="459" y="769"/>
                  </a:lnTo>
                  <a:lnTo>
                    <a:pt x="459" y="769"/>
                  </a:lnTo>
                  <a:lnTo>
                    <a:pt x="481" y="790"/>
                  </a:lnTo>
                  <a:lnTo>
                    <a:pt x="504" y="809"/>
                  </a:lnTo>
                  <a:lnTo>
                    <a:pt x="504" y="809"/>
                  </a:lnTo>
                  <a:lnTo>
                    <a:pt x="526" y="828"/>
                  </a:lnTo>
                  <a:lnTo>
                    <a:pt x="548" y="849"/>
                  </a:lnTo>
                  <a:lnTo>
                    <a:pt x="548" y="849"/>
                  </a:lnTo>
                  <a:lnTo>
                    <a:pt x="571" y="872"/>
                  </a:lnTo>
                  <a:lnTo>
                    <a:pt x="594" y="896"/>
                  </a:lnTo>
                  <a:lnTo>
                    <a:pt x="594" y="896"/>
                  </a:lnTo>
                  <a:lnTo>
                    <a:pt x="615" y="920"/>
                  </a:lnTo>
                  <a:lnTo>
                    <a:pt x="638" y="943"/>
                  </a:lnTo>
                  <a:lnTo>
                    <a:pt x="643" y="948"/>
                  </a:lnTo>
                  <a:lnTo>
                    <a:pt x="646" y="943"/>
                  </a:lnTo>
                  <a:lnTo>
                    <a:pt x="646" y="943"/>
                  </a:lnTo>
                  <a:lnTo>
                    <a:pt x="658" y="929"/>
                  </a:lnTo>
                  <a:lnTo>
                    <a:pt x="669" y="917"/>
                  </a:lnTo>
                  <a:lnTo>
                    <a:pt x="682" y="904"/>
                  </a:lnTo>
                  <a:lnTo>
                    <a:pt x="696" y="893"/>
                  </a:lnTo>
                  <a:lnTo>
                    <a:pt x="724" y="871"/>
                  </a:lnTo>
                  <a:lnTo>
                    <a:pt x="753" y="851"/>
                  </a:lnTo>
                  <a:lnTo>
                    <a:pt x="753" y="851"/>
                  </a:lnTo>
                  <a:lnTo>
                    <a:pt x="784" y="829"/>
                  </a:lnTo>
                  <a:lnTo>
                    <a:pt x="784" y="829"/>
                  </a:lnTo>
                  <a:lnTo>
                    <a:pt x="812" y="807"/>
                  </a:lnTo>
                  <a:lnTo>
                    <a:pt x="843" y="787"/>
                  </a:lnTo>
                  <a:lnTo>
                    <a:pt x="906" y="748"/>
                  </a:lnTo>
                  <a:lnTo>
                    <a:pt x="906" y="748"/>
                  </a:lnTo>
                  <a:lnTo>
                    <a:pt x="944" y="725"/>
                  </a:lnTo>
                  <a:lnTo>
                    <a:pt x="980" y="702"/>
                  </a:lnTo>
                  <a:lnTo>
                    <a:pt x="986" y="698"/>
                  </a:lnTo>
                  <a:lnTo>
                    <a:pt x="981" y="693"/>
                  </a:lnTo>
                  <a:lnTo>
                    <a:pt x="981" y="693"/>
                  </a:lnTo>
                  <a:lnTo>
                    <a:pt x="964" y="676"/>
                  </a:lnTo>
                  <a:lnTo>
                    <a:pt x="949" y="660"/>
                  </a:lnTo>
                  <a:lnTo>
                    <a:pt x="920" y="624"/>
                  </a:lnTo>
                  <a:lnTo>
                    <a:pt x="917" y="620"/>
                  </a:lnTo>
                  <a:lnTo>
                    <a:pt x="917" y="620"/>
                  </a:lnTo>
                  <a:lnTo>
                    <a:pt x="882" y="579"/>
                  </a:lnTo>
                  <a:lnTo>
                    <a:pt x="850" y="543"/>
                  </a:lnTo>
                  <a:lnTo>
                    <a:pt x="819" y="510"/>
                  </a:lnTo>
                  <a:lnTo>
                    <a:pt x="789" y="480"/>
                  </a:lnTo>
                  <a:lnTo>
                    <a:pt x="789" y="480"/>
                  </a:lnTo>
                  <a:lnTo>
                    <a:pt x="751" y="446"/>
                  </a:lnTo>
                  <a:lnTo>
                    <a:pt x="712" y="412"/>
                  </a:lnTo>
                  <a:lnTo>
                    <a:pt x="712" y="412"/>
                  </a:lnTo>
                  <a:lnTo>
                    <a:pt x="668" y="372"/>
                  </a:lnTo>
                  <a:lnTo>
                    <a:pt x="624" y="332"/>
                  </a:lnTo>
                  <a:lnTo>
                    <a:pt x="604" y="313"/>
                  </a:lnTo>
                  <a:lnTo>
                    <a:pt x="583" y="291"/>
                  </a:lnTo>
                  <a:lnTo>
                    <a:pt x="564" y="269"/>
                  </a:lnTo>
                  <a:lnTo>
                    <a:pt x="544" y="246"/>
                  </a:lnTo>
                  <a:lnTo>
                    <a:pt x="544" y="246"/>
                  </a:lnTo>
                  <a:lnTo>
                    <a:pt x="522" y="221"/>
                  </a:lnTo>
                  <a:lnTo>
                    <a:pt x="501" y="195"/>
                  </a:lnTo>
                  <a:lnTo>
                    <a:pt x="501" y="195"/>
                  </a:lnTo>
                  <a:lnTo>
                    <a:pt x="475" y="165"/>
                  </a:lnTo>
                  <a:lnTo>
                    <a:pt x="450" y="135"/>
                  </a:lnTo>
                  <a:lnTo>
                    <a:pt x="450" y="135"/>
                  </a:lnTo>
                  <a:lnTo>
                    <a:pt x="441" y="125"/>
                  </a:lnTo>
                  <a:lnTo>
                    <a:pt x="431" y="116"/>
                  </a:lnTo>
                  <a:lnTo>
                    <a:pt x="431" y="116"/>
                  </a:lnTo>
                  <a:lnTo>
                    <a:pt x="422" y="107"/>
                  </a:lnTo>
                  <a:lnTo>
                    <a:pt x="413" y="98"/>
                  </a:lnTo>
                  <a:lnTo>
                    <a:pt x="413" y="98"/>
                  </a:lnTo>
                  <a:lnTo>
                    <a:pt x="400" y="81"/>
                  </a:lnTo>
                  <a:lnTo>
                    <a:pt x="389" y="67"/>
                  </a:lnTo>
                  <a:lnTo>
                    <a:pt x="378" y="54"/>
                  </a:lnTo>
                  <a:lnTo>
                    <a:pt x="366" y="44"/>
                  </a:lnTo>
                  <a:lnTo>
                    <a:pt x="366" y="44"/>
                  </a:lnTo>
                  <a:lnTo>
                    <a:pt x="355" y="33"/>
                  </a:lnTo>
                  <a:lnTo>
                    <a:pt x="346" y="21"/>
                  </a:lnTo>
                  <a:lnTo>
                    <a:pt x="346" y="21"/>
                  </a:lnTo>
                  <a:lnTo>
                    <a:pt x="377" y="0"/>
                  </a:lnTo>
                  <a:lnTo>
                    <a:pt x="377" y="0"/>
                  </a:lnTo>
                  <a:lnTo>
                    <a:pt x="382" y="6"/>
                  </a:lnTo>
                  <a:lnTo>
                    <a:pt x="382" y="6"/>
                  </a:lnTo>
                  <a:lnTo>
                    <a:pt x="433" y="64"/>
                  </a:lnTo>
                  <a:lnTo>
                    <a:pt x="433" y="64"/>
                  </a:lnTo>
                  <a:lnTo>
                    <a:pt x="496" y="134"/>
                  </a:lnTo>
                  <a:lnTo>
                    <a:pt x="527" y="170"/>
                  </a:lnTo>
                  <a:lnTo>
                    <a:pt x="558" y="207"/>
                  </a:lnTo>
                  <a:lnTo>
                    <a:pt x="558" y="207"/>
                  </a:lnTo>
                  <a:lnTo>
                    <a:pt x="585" y="239"/>
                  </a:lnTo>
                  <a:lnTo>
                    <a:pt x="614" y="273"/>
                  </a:lnTo>
                  <a:lnTo>
                    <a:pt x="631" y="290"/>
                  </a:lnTo>
                  <a:lnTo>
                    <a:pt x="647" y="307"/>
                  </a:lnTo>
                  <a:lnTo>
                    <a:pt x="665" y="324"/>
                  </a:lnTo>
                  <a:lnTo>
                    <a:pt x="683" y="341"/>
                  </a:lnTo>
                  <a:lnTo>
                    <a:pt x="683" y="341"/>
                  </a:lnTo>
                  <a:lnTo>
                    <a:pt x="729" y="380"/>
                  </a:lnTo>
                  <a:lnTo>
                    <a:pt x="729" y="380"/>
                  </a:lnTo>
                  <a:lnTo>
                    <a:pt x="765" y="411"/>
                  </a:lnTo>
                  <a:lnTo>
                    <a:pt x="801" y="444"/>
                  </a:lnTo>
                  <a:lnTo>
                    <a:pt x="801" y="444"/>
                  </a:lnTo>
                  <a:lnTo>
                    <a:pt x="836" y="477"/>
                  </a:lnTo>
                  <a:lnTo>
                    <a:pt x="869" y="511"/>
                  </a:lnTo>
                  <a:lnTo>
                    <a:pt x="900" y="546"/>
                  </a:lnTo>
                  <a:lnTo>
                    <a:pt x="930" y="581"/>
                  </a:lnTo>
                  <a:lnTo>
                    <a:pt x="930" y="581"/>
                  </a:lnTo>
                  <a:lnTo>
                    <a:pt x="946" y="600"/>
                  </a:lnTo>
                  <a:lnTo>
                    <a:pt x="946" y="600"/>
                  </a:lnTo>
                  <a:lnTo>
                    <a:pt x="962" y="620"/>
                  </a:lnTo>
                  <a:lnTo>
                    <a:pt x="980" y="641"/>
                  </a:lnTo>
                  <a:lnTo>
                    <a:pt x="998" y="661"/>
                  </a:lnTo>
                  <a:lnTo>
                    <a:pt x="1008" y="669"/>
                  </a:lnTo>
                  <a:lnTo>
                    <a:pt x="1018" y="677"/>
                  </a:lnTo>
                  <a:lnTo>
                    <a:pt x="1019" y="678"/>
                  </a:lnTo>
                  <a:lnTo>
                    <a:pt x="1020" y="678"/>
                  </a:lnTo>
                  <a:lnTo>
                    <a:pt x="1020" y="678"/>
                  </a:lnTo>
                  <a:lnTo>
                    <a:pt x="1025" y="680"/>
                  </a:lnTo>
                  <a:lnTo>
                    <a:pt x="1029" y="684"/>
                  </a:lnTo>
                  <a:lnTo>
                    <a:pt x="1029" y="685"/>
                  </a:lnTo>
                  <a:lnTo>
                    <a:pt x="1030" y="686"/>
                  </a:lnTo>
                  <a:lnTo>
                    <a:pt x="1030" y="686"/>
                  </a:lnTo>
                  <a:lnTo>
                    <a:pt x="1032" y="689"/>
                  </a:lnTo>
                  <a:lnTo>
                    <a:pt x="1035" y="692"/>
                  </a:lnTo>
                  <a:lnTo>
                    <a:pt x="1036" y="695"/>
                  </a:lnTo>
                  <a:lnTo>
                    <a:pt x="1037" y="698"/>
                  </a:lnTo>
                  <a:lnTo>
                    <a:pt x="1037" y="699"/>
                  </a:lnTo>
                  <a:lnTo>
                    <a:pt x="1037" y="700"/>
                  </a:lnTo>
                  <a:lnTo>
                    <a:pt x="1037" y="700"/>
                  </a:lnTo>
                  <a:lnTo>
                    <a:pt x="1041" y="711"/>
                  </a:lnTo>
                  <a:lnTo>
                    <a:pt x="1045" y="723"/>
                  </a:lnTo>
                  <a:lnTo>
                    <a:pt x="1047" y="735"/>
                  </a:lnTo>
                  <a:lnTo>
                    <a:pt x="1049" y="748"/>
                  </a:lnTo>
                  <a:lnTo>
                    <a:pt x="1051" y="774"/>
                  </a:lnTo>
                  <a:lnTo>
                    <a:pt x="1051" y="800"/>
                  </a:lnTo>
                  <a:lnTo>
                    <a:pt x="1050" y="826"/>
                  </a:lnTo>
                  <a:lnTo>
                    <a:pt x="1047" y="851"/>
                  </a:lnTo>
                  <a:lnTo>
                    <a:pt x="1044" y="872"/>
                  </a:lnTo>
                  <a:lnTo>
                    <a:pt x="1040" y="892"/>
                  </a:lnTo>
                  <a:lnTo>
                    <a:pt x="1040" y="892"/>
                  </a:lnTo>
                  <a:lnTo>
                    <a:pt x="1037" y="911"/>
                  </a:lnTo>
                  <a:lnTo>
                    <a:pt x="1035" y="929"/>
                  </a:lnTo>
                  <a:lnTo>
                    <a:pt x="1030" y="967"/>
                  </a:lnTo>
                  <a:lnTo>
                    <a:pt x="1030" y="973"/>
                  </a:lnTo>
                  <a:lnTo>
                    <a:pt x="1030" y="973"/>
                  </a:lnTo>
                  <a:lnTo>
                    <a:pt x="1029" y="991"/>
                  </a:lnTo>
                  <a:lnTo>
                    <a:pt x="1029" y="991"/>
                  </a:lnTo>
                  <a:lnTo>
                    <a:pt x="1029" y="1009"/>
                  </a:lnTo>
                  <a:lnTo>
                    <a:pt x="1028" y="1017"/>
                  </a:lnTo>
                  <a:lnTo>
                    <a:pt x="1026" y="1024"/>
                  </a:lnTo>
                  <a:lnTo>
                    <a:pt x="1026" y="1024"/>
                  </a:lnTo>
                  <a:lnTo>
                    <a:pt x="1024" y="1031"/>
                  </a:lnTo>
                  <a:lnTo>
                    <a:pt x="1023" y="1039"/>
                  </a:lnTo>
                  <a:lnTo>
                    <a:pt x="1023" y="1051"/>
                  </a:lnTo>
                  <a:lnTo>
                    <a:pt x="1023" y="1051"/>
                  </a:lnTo>
                  <a:lnTo>
                    <a:pt x="1023" y="1059"/>
                  </a:lnTo>
                  <a:lnTo>
                    <a:pt x="1021" y="1068"/>
                  </a:lnTo>
                  <a:lnTo>
                    <a:pt x="1019" y="1075"/>
                  </a:lnTo>
                  <a:lnTo>
                    <a:pt x="1016" y="1079"/>
                  </a:lnTo>
                  <a:lnTo>
                    <a:pt x="1013" y="1083"/>
                  </a:lnTo>
                  <a:lnTo>
                    <a:pt x="1013" y="1083"/>
                  </a:lnTo>
                  <a:lnTo>
                    <a:pt x="1010" y="1085"/>
                  </a:lnTo>
                  <a:lnTo>
                    <a:pt x="1008" y="1086"/>
                  </a:lnTo>
                  <a:lnTo>
                    <a:pt x="1005" y="1087"/>
                  </a:lnTo>
                  <a:lnTo>
                    <a:pt x="1002" y="1088"/>
                  </a:lnTo>
                  <a:lnTo>
                    <a:pt x="1002" y="1088"/>
                  </a:lnTo>
                  <a:lnTo>
                    <a:pt x="1002" y="1088"/>
                  </a:lnTo>
                  <a:lnTo>
                    <a:pt x="998" y="1087"/>
                  </a:lnTo>
                  <a:lnTo>
                    <a:pt x="997" y="1087"/>
                  </a:lnTo>
                  <a:lnTo>
                    <a:pt x="996" y="1087"/>
                  </a:lnTo>
                  <a:lnTo>
                    <a:pt x="996" y="1087"/>
                  </a:lnTo>
                  <a:lnTo>
                    <a:pt x="992" y="1088"/>
                  </a:lnTo>
                  <a:lnTo>
                    <a:pt x="991" y="1088"/>
                  </a:lnTo>
                  <a:close/>
                  <a:moveTo>
                    <a:pt x="1002" y="731"/>
                  </a:moveTo>
                  <a:lnTo>
                    <a:pt x="1002" y="731"/>
                  </a:lnTo>
                  <a:lnTo>
                    <a:pt x="954" y="761"/>
                  </a:lnTo>
                  <a:lnTo>
                    <a:pt x="954" y="761"/>
                  </a:lnTo>
                  <a:lnTo>
                    <a:pt x="918" y="784"/>
                  </a:lnTo>
                  <a:lnTo>
                    <a:pt x="918" y="784"/>
                  </a:lnTo>
                  <a:lnTo>
                    <a:pt x="885" y="803"/>
                  </a:lnTo>
                  <a:lnTo>
                    <a:pt x="885" y="803"/>
                  </a:lnTo>
                  <a:lnTo>
                    <a:pt x="856" y="821"/>
                  </a:lnTo>
                  <a:lnTo>
                    <a:pt x="842" y="830"/>
                  </a:lnTo>
                  <a:lnTo>
                    <a:pt x="829" y="839"/>
                  </a:lnTo>
                  <a:lnTo>
                    <a:pt x="819" y="847"/>
                  </a:lnTo>
                  <a:lnTo>
                    <a:pt x="819" y="847"/>
                  </a:lnTo>
                  <a:lnTo>
                    <a:pt x="773" y="881"/>
                  </a:lnTo>
                  <a:lnTo>
                    <a:pt x="729" y="917"/>
                  </a:lnTo>
                  <a:lnTo>
                    <a:pt x="729" y="917"/>
                  </a:lnTo>
                  <a:lnTo>
                    <a:pt x="717" y="925"/>
                  </a:lnTo>
                  <a:lnTo>
                    <a:pt x="717" y="925"/>
                  </a:lnTo>
                  <a:lnTo>
                    <a:pt x="704" y="936"/>
                  </a:lnTo>
                  <a:lnTo>
                    <a:pt x="691" y="948"/>
                  </a:lnTo>
                  <a:lnTo>
                    <a:pt x="678" y="960"/>
                  </a:lnTo>
                  <a:lnTo>
                    <a:pt x="672" y="967"/>
                  </a:lnTo>
                  <a:lnTo>
                    <a:pt x="668" y="974"/>
                  </a:lnTo>
                  <a:lnTo>
                    <a:pt x="664" y="980"/>
                  </a:lnTo>
                  <a:lnTo>
                    <a:pt x="671" y="982"/>
                  </a:lnTo>
                  <a:lnTo>
                    <a:pt x="671" y="982"/>
                  </a:lnTo>
                  <a:lnTo>
                    <a:pt x="699" y="991"/>
                  </a:lnTo>
                  <a:lnTo>
                    <a:pt x="699" y="991"/>
                  </a:lnTo>
                  <a:lnTo>
                    <a:pt x="718" y="996"/>
                  </a:lnTo>
                  <a:lnTo>
                    <a:pt x="738" y="1003"/>
                  </a:lnTo>
                  <a:lnTo>
                    <a:pt x="738" y="1003"/>
                  </a:lnTo>
                  <a:lnTo>
                    <a:pt x="756" y="1007"/>
                  </a:lnTo>
                  <a:lnTo>
                    <a:pt x="772" y="1010"/>
                  </a:lnTo>
                  <a:lnTo>
                    <a:pt x="772" y="1010"/>
                  </a:lnTo>
                  <a:lnTo>
                    <a:pt x="792" y="1014"/>
                  </a:lnTo>
                  <a:lnTo>
                    <a:pt x="811" y="1018"/>
                  </a:lnTo>
                  <a:lnTo>
                    <a:pt x="811" y="1018"/>
                  </a:lnTo>
                  <a:lnTo>
                    <a:pt x="854" y="1028"/>
                  </a:lnTo>
                  <a:lnTo>
                    <a:pt x="897" y="1039"/>
                  </a:lnTo>
                  <a:lnTo>
                    <a:pt x="941" y="1046"/>
                  </a:lnTo>
                  <a:lnTo>
                    <a:pt x="962" y="1049"/>
                  </a:lnTo>
                  <a:lnTo>
                    <a:pt x="984" y="1051"/>
                  </a:lnTo>
                  <a:lnTo>
                    <a:pt x="991" y="1052"/>
                  </a:lnTo>
                  <a:lnTo>
                    <a:pt x="990" y="1045"/>
                  </a:lnTo>
                  <a:lnTo>
                    <a:pt x="990" y="1045"/>
                  </a:lnTo>
                  <a:lnTo>
                    <a:pt x="989" y="1039"/>
                  </a:lnTo>
                  <a:lnTo>
                    <a:pt x="989" y="1039"/>
                  </a:lnTo>
                  <a:lnTo>
                    <a:pt x="987" y="1032"/>
                  </a:lnTo>
                  <a:lnTo>
                    <a:pt x="987" y="1029"/>
                  </a:lnTo>
                  <a:lnTo>
                    <a:pt x="987" y="1027"/>
                  </a:lnTo>
                  <a:lnTo>
                    <a:pt x="987" y="1027"/>
                  </a:lnTo>
                  <a:lnTo>
                    <a:pt x="990" y="1018"/>
                  </a:lnTo>
                  <a:lnTo>
                    <a:pt x="992" y="1008"/>
                  </a:lnTo>
                  <a:lnTo>
                    <a:pt x="993" y="988"/>
                  </a:lnTo>
                  <a:lnTo>
                    <a:pt x="993" y="988"/>
                  </a:lnTo>
                  <a:lnTo>
                    <a:pt x="994" y="974"/>
                  </a:lnTo>
                  <a:lnTo>
                    <a:pt x="994" y="974"/>
                  </a:lnTo>
                  <a:lnTo>
                    <a:pt x="995" y="957"/>
                  </a:lnTo>
                  <a:lnTo>
                    <a:pt x="995" y="957"/>
                  </a:lnTo>
                  <a:lnTo>
                    <a:pt x="998" y="925"/>
                  </a:lnTo>
                  <a:lnTo>
                    <a:pt x="1000" y="910"/>
                  </a:lnTo>
                  <a:lnTo>
                    <a:pt x="1004" y="893"/>
                  </a:lnTo>
                  <a:lnTo>
                    <a:pt x="1004" y="893"/>
                  </a:lnTo>
                  <a:lnTo>
                    <a:pt x="1010" y="856"/>
                  </a:lnTo>
                  <a:lnTo>
                    <a:pt x="1013" y="835"/>
                  </a:lnTo>
                  <a:lnTo>
                    <a:pt x="1015" y="813"/>
                  </a:lnTo>
                  <a:lnTo>
                    <a:pt x="1016" y="793"/>
                  </a:lnTo>
                  <a:lnTo>
                    <a:pt x="1015" y="772"/>
                  </a:lnTo>
                  <a:lnTo>
                    <a:pt x="1014" y="753"/>
                  </a:lnTo>
                  <a:lnTo>
                    <a:pt x="1010" y="734"/>
                  </a:lnTo>
                  <a:lnTo>
                    <a:pt x="1008" y="726"/>
                  </a:lnTo>
                  <a:lnTo>
                    <a:pt x="1002" y="73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03" name="Freeform 207"/>
            <p:cNvSpPr/>
            <p:nvPr/>
          </p:nvSpPr>
          <p:spPr bwMode="auto">
            <a:xfrm>
              <a:off x="4251325" y="2251075"/>
              <a:ext cx="195263" cy="161925"/>
            </a:xfrm>
            <a:custGeom>
              <a:avLst/>
              <a:gdLst/>
              <a:ahLst/>
              <a:cxnLst>
                <a:cxn ang="0">
                  <a:pos x="15" y="307"/>
                </a:cxn>
                <a:cxn ang="0">
                  <a:pos x="9" y="306"/>
                </a:cxn>
                <a:cxn ang="0">
                  <a:pos x="2" y="298"/>
                </a:cxn>
                <a:cxn ang="0">
                  <a:pos x="0" y="293"/>
                </a:cxn>
                <a:cxn ang="0">
                  <a:pos x="2" y="281"/>
                </a:cxn>
                <a:cxn ang="0">
                  <a:pos x="6" y="275"/>
                </a:cxn>
                <a:cxn ang="0">
                  <a:pos x="12" y="272"/>
                </a:cxn>
                <a:cxn ang="0">
                  <a:pos x="18" y="269"/>
                </a:cxn>
                <a:cxn ang="0">
                  <a:pos x="30" y="259"/>
                </a:cxn>
                <a:cxn ang="0">
                  <a:pos x="48" y="238"/>
                </a:cxn>
                <a:cxn ang="0">
                  <a:pos x="59" y="222"/>
                </a:cxn>
                <a:cxn ang="0">
                  <a:pos x="75" y="201"/>
                </a:cxn>
                <a:cxn ang="0">
                  <a:pos x="94" y="180"/>
                </a:cxn>
                <a:cxn ang="0">
                  <a:pos x="136" y="143"/>
                </a:cxn>
                <a:cxn ang="0">
                  <a:pos x="160" y="124"/>
                </a:cxn>
                <a:cxn ang="0">
                  <a:pos x="174" y="112"/>
                </a:cxn>
                <a:cxn ang="0">
                  <a:pos x="224" y="83"/>
                </a:cxn>
                <a:cxn ang="0">
                  <a:pos x="241" y="73"/>
                </a:cxn>
                <a:cxn ang="0">
                  <a:pos x="259" y="63"/>
                </a:cxn>
                <a:cxn ang="0">
                  <a:pos x="305" y="32"/>
                </a:cxn>
                <a:cxn ang="0">
                  <a:pos x="345" y="3"/>
                </a:cxn>
                <a:cxn ang="0">
                  <a:pos x="354" y="0"/>
                </a:cxn>
                <a:cxn ang="0">
                  <a:pos x="359" y="1"/>
                </a:cxn>
                <a:cxn ang="0">
                  <a:pos x="366" y="8"/>
                </a:cxn>
                <a:cxn ang="0">
                  <a:pos x="368" y="12"/>
                </a:cxn>
                <a:cxn ang="0">
                  <a:pos x="369" y="22"/>
                </a:cxn>
                <a:cxn ang="0">
                  <a:pos x="367" y="29"/>
                </a:cxn>
                <a:cxn ang="0">
                  <a:pos x="362" y="35"/>
                </a:cxn>
                <a:cxn ang="0">
                  <a:pos x="339" y="51"/>
                </a:cxn>
                <a:cxn ang="0">
                  <a:pos x="270" y="96"/>
                </a:cxn>
                <a:cxn ang="0">
                  <a:pos x="240" y="115"/>
                </a:cxn>
                <a:cxn ang="0">
                  <a:pos x="180" y="157"/>
                </a:cxn>
                <a:cxn ang="0">
                  <a:pos x="151" y="179"/>
                </a:cxn>
                <a:cxn ang="0">
                  <a:pos x="109" y="218"/>
                </a:cxn>
                <a:cxn ang="0">
                  <a:pos x="78" y="252"/>
                </a:cxn>
                <a:cxn ang="0">
                  <a:pos x="69" y="264"/>
                </a:cxn>
                <a:cxn ang="0">
                  <a:pos x="47" y="290"/>
                </a:cxn>
                <a:cxn ang="0">
                  <a:pos x="35" y="300"/>
                </a:cxn>
                <a:cxn ang="0">
                  <a:pos x="21" y="306"/>
                </a:cxn>
                <a:cxn ang="0">
                  <a:pos x="15" y="307"/>
                </a:cxn>
              </a:cxnLst>
              <a:rect l="0" t="0" r="r" b="b"/>
              <a:pathLst>
                <a:path w="369" h="307">
                  <a:moveTo>
                    <a:pt x="15" y="307"/>
                  </a:moveTo>
                  <a:lnTo>
                    <a:pt x="15" y="307"/>
                  </a:lnTo>
                  <a:lnTo>
                    <a:pt x="12" y="307"/>
                  </a:lnTo>
                  <a:lnTo>
                    <a:pt x="9" y="306"/>
                  </a:lnTo>
                  <a:lnTo>
                    <a:pt x="5" y="303"/>
                  </a:lnTo>
                  <a:lnTo>
                    <a:pt x="2" y="298"/>
                  </a:lnTo>
                  <a:lnTo>
                    <a:pt x="0" y="293"/>
                  </a:lnTo>
                  <a:lnTo>
                    <a:pt x="0" y="293"/>
                  </a:lnTo>
                  <a:lnTo>
                    <a:pt x="0" y="287"/>
                  </a:lnTo>
                  <a:lnTo>
                    <a:pt x="2" y="281"/>
                  </a:lnTo>
                  <a:lnTo>
                    <a:pt x="4" y="277"/>
                  </a:lnTo>
                  <a:lnTo>
                    <a:pt x="6" y="275"/>
                  </a:lnTo>
                  <a:lnTo>
                    <a:pt x="9" y="273"/>
                  </a:lnTo>
                  <a:lnTo>
                    <a:pt x="12" y="272"/>
                  </a:lnTo>
                  <a:lnTo>
                    <a:pt x="12" y="272"/>
                  </a:lnTo>
                  <a:lnTo>
                    <a:pt x="18" y="269"/>
                  </a:lnTo>
                  <a:lnTo>
                    <a:pt x="24" y="265"/>
                  </a:lnTo>
                  <a:lnTo>
                    <a:pt x="30" y="259"/>
                  </a:lnTo>
                  <a:lnTo>
                    <a:pt x="36" y="253"/>
                  </a:lnTo>
                  <a:lnTo>
                    <a:pt x="48" y="238"/>
                  </a:lnTo>
                  <a:lnTo>
                    <a:pt x="59" y="222"/>
                  </a:lnTo>
                  <a:lnTo>
                    <a:pt x="59" y="222"/>
                  </a:lnTo>
                  <a:lnTo>
                    <a:pt x="68" y="210"/>
                  </a:lnTo>
                  <a:lnTo>
                    <a:pt x="75" y="201"/>
                  </a:lnTo>
                  <a:lnTo>
                    <a:pt x="75" y="201"/>
                  </a:lnTo>
                  <a:lnTo>
                    <a:pt x="94" y="180"/>
                  </a:lnTo>
                  <a:lnTo>
                    <a:pt x="114" y="162"/>
                  </a:lnTo>
                  <a:lnTo>
                    <a:pt x="136" y="143"/>
                  </a:lnTo>
                  <a:lnTo>
                    <a:pt x="157" y="126"/>
                  </a:lnTo>
                  <a:lnTo>
                    <a:pt x="160" y="124"/>
                  </a:lnTo>
                  <a:lnTo>
                    <a:pt x="160" y="124"/>
                  </a:lnTo>
                  <a:lnTo>
                    <a:pt x="174" y="112"/>
                  </a:lnTo>
                  <a:lnTo>
                    <a:pt x="190" y="102"/>
                  </a:lnTo>
                  <a:lnTo>
                    <a:pt x="224" y="83"/>
                  </a:lnTo>
                  <a:lnTo>
                    <a:pt x="224" y="83"/>
                  </a:lnTo>
                  <a:lnTo>
                    <a:pt x="241" y="73"/>
                  </a:lnTo>
                  <a:lnTo>
                    <a:pt x="259" y="63"/>
                  </a:lnTo>
                  <a:lnTo>
                    <a:pt x="259" y="63"/>
                  </a:lnTo>
                  <a:lnTo>
                    <a:pt x="283" y="47"/>
                  </a:lnTo>
                  <a:lnTo>
                    <a:pt x="305" y="32"/>
                  </a:lnTo>
                  <a:lnTo>
                    <a:pt x="345" y="3"/>
                  </a:lnTo>
                  <a:lnTo>
                    <a:pt x="345" y="3"/>
                  </a:lnTo>
                  <a:lnTo>
                    <a:pt x="350" y="1"/>
                  </a:lnTo>
                  <a:lnTo>
                    <a:pt x="354" y="0"/>
                  </a:lnTo>
                  <a:lnTo>
                    <a:pt x="354" y="0"/>
                  </a:lnTo>
                  <a:lnTo>
                    <a:pt x="359" y="1"/>
                  </a:lnTo>
                  <a:lnTo>
                    <a:pt x="363" y="4"/>
                  </a:lnTo>
                  <a:lnTo>
                    <a:pt x="366" y="8"/>
                  </a:lnTo>
                  <a:lnTo>
                    <a:pt x="368" y="12"/>
                  </a:lnTo>
                  <a:lnTo>
                    <a:pt x="368" y="12"/>
                  </a:lnTo>
                  <a:lnTo>
                    <a:pt x="369" y="16"/>
                  </a:lnTo>
                  <a:lnTo>
                    <a:pt x="369" y="22"/>
                  </a:lnTo>
                  <a:lnTo>
                    <a:pt x="369" y="25"/>
                  </a:lnTo>
                  <a:lnTo>
                    <a:pt x="367" y="29"/>
                  </a:lnTo>
                  <a:lnTo>
                    <a:pt x="365" y="32"/>
                  </a:lnTo>
                  <a:lnTo>
                    <a:pt x="362" y="35"/>
                  </a:lnTo>
                  <a:lnTo>
                    <a:pt x="362" y="35"/>
                  </a:lnTo>
                  <a:lnTo>
                    <a:pt x="339" y="51"/>
                  </a:lnTo>
                  <a:lnTo>
                    <a:pt x="317" y="67"/>
                  </a:lnTo>
                  <a:lnTo>
                    <a:pt x="270" y="96"/>
                  </a:lnTo>
                  <a:lnTo>
                    <a:pt x="270" y="96"/>
                  </a:lnTo>
                  <a:lnTo>
                    <a:pt x="240" y="115"/>
                  </a:lnTo>
                  <a:lnTo>
                    <a:pt x="210" y="135"/>
                  </a:lnTo>
                  <a:lnTo>
                    <a:pt x="180" y="157"/>
                  </a:lnTo>
                  <a:lnTo>
                    <a:pt x="151" y="179"/>
                  </a:lnTo>
                  <a:lnTo>
                    <a:pt x="151" y="179"/>
                  </a:lnTo>
                  <a:lnTo>
                    <a:pt x="131" y="198"/>
                  </a:lnTo>
                  <a:lnTo>
                    <a:pt x="109" y="218"/>
                  </a:lnTo>
                  <a:lnTo>
                    <a:pt x="88" y="239"/>
                  </a:lnTo>
                  <a:lnTo>
                    <a:pt x="78" y="252"/>
                  </a:lnTo>
                  <a:lnTo>
                    <a:pt x="69" y="264"/>
                  </a:lnTo>
                  <a:lnTo>
                    <a:pt x="69" y="264"/>
                  </a:lnTo>
                  <a:lnTo>
                    <a:pt x="59" y="277"/>
                  </a:lnTo>
                  <a:lnTo>
                    <a:pt x="47" y="290"/>
                  </a:lnTo>
                  <a:lnTo>
                    <a:pt x="42" y="295"/>
                  </a:lnTo>
                  <a:lnTo>
                    <a:pt x="35" y="300"/>
                  </a:lnTo>
                  <a:lnTo>
                    <a:pt x="29" y="304"/>
                  </a:lnTo>
                  <a:lnTo>
                    <a:pt x="21" y="306"/>
                  </a:lnTo>
                  <a:lnTo>
                    <a:pt x="21" y="306"/>
                  </a:lnTo>
                  <a:lnTo>
                    <a:pt x="15" y="307"/>
                  </a:lnTo>
                  <a:lnTo>
                    <a:pt x="15" y="307"/>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04" name="Freeform 208"/>
            <p:cNvSpPr/>
            <p:nvPr/>
          </p:nvSpPr>
          <p:spPr bwMode="auto">
            <a:xfrm>
              <a:off x="4284663" y="2282825"/>
              <a:ext cx="195263" cy="171450"/>
            </a:xfrm>
            <a:custGeom>
              <a:avLst/>
              <a:gdLst/>
              <a:ahLst/>
              <a:cxnLst>
                <a:cxn ang="0">
                  <a:pos x="15" y="323"/>
                </a:cxn>
                <a:cxn ang="0">
                  <a:pos x="6" y="319"/>
                </a:cxn>
                <a:cxn ang="0">
                  <a:pos x="1" y="309"/>
                </a:cxn>
                <a:cxn ang="0">
                  <a:pos x="0" y="306"/>
                </a:cxn>
                <a:cxn ang="0">
                  <a:pos x="0" y="297"/>
                </a:cxn>
                <a:cxn ang="0">
                  <a:pos x="4" y="290"/>
                </a:cxn>
                <a:cxn ang="0">
                  <a:pos x="7" y="287"/>
                </a:cxn>
                <a:cxn ang="0">
                  <a:pos x="15" y="277"/>
                </a:cxn>
                <a:cxn ang="0">
                  <a:pos x="20" y="266"/>
                </a:cxn>
                <a:cxn ang="0">
                  <a:pos x="29" y="253"/>
                </a:cxn>
                <a:cxn ang="0">
                  <a:pos x="48" y="230"/>
                </a:cxn>
                <a:cxn ang="0">
                  <a:pos x="68" y="211"/>
                </a:cxn>
                <a:cxn ang="0">
                  <a:pos x="94" y="190"/>
                </a:cxn>
                <a:cxn ang="0">
                  <a:pos x="126" y="162"/>
                </a:cxn>
                <a:cxn ang="0">
                  <a:pos x="159" y="135"/>
                </a:cxn>
                <a:cxn ang="0">
                  <a:pos x="187" y="111"/>
                </a:cxn>
                <a:cxn ang="0">
                  <a:pos x="236" y="73"/>
                </a:cxn>
                <a:cxn ang="0">
                  <a:pos x="254" y="61"/>
                </a:cxn>
                <a:cxn ang="0">
                  <a:pos x="311" y="23"/>
                </a:cxn>
                <a:cxn ang="0">
                  <a:pos x="344" y="3"/>
                </a:cxn>
                <a:cxn ang="0">
                  <a:pos x="348" y="1"/>
                </a:cxn>
                <a:cxn ang="0">
                  <a:pos x="352" y="0"/>
                </a:cxn>
                <a:cxn ang="0">
                  <a:pos x="358" y="2"/>
                </a:cxn>
                <a:cxn ang="0">
                  <a:pos x="366" y="9"/>
                </a:cxn>
                <a:cxn ang="0">
                  <a:pos x="368" y="14"/>
                </a:cxn>
                <a:cxn ang="0">
                  <a:pos x="369" y="22"/>
                </a:cxn>
                <a:cxn ang="0">
                  <a:pos x="366" y="29"/>
                </a:cxn>
                <a:cxn ang="0">
                  <a:pos x="361" y="35"/>
                </a:cxn>
                <a:cxn ang="0">
                  <a:pos x="325" y="57"/>
                </a:cxn>
                <a:cxn ang="0">
                  <a:pos x="271" y="92"/>
                </a:cxn>
                <a:cxn ang="0">
                  <a:pos x="250" y="107"/>
                </a:cxn>
                <a:cxn ang="0">
                  <a:pos x="190" y="157"/>
                </a:cxn>
                <a:cxn ang="0">
                  <a:pos x="164" y="179"/>
                </a:cxn>
                <a:cxn ang="0">
                  <a:pos x="134" y="203"/>
                </a:cxn>
                <a:cxn ang="0">
                  <a:pos x="102" y="229"/>
                </a:cxn>
                <a:cxn ang="0">
                  <a:pos x="72" y="258"/>
                </a:cxn>
                <a:cxn ang="0">
                  <a:pos x="66" y="264"/>
                </a:cxn>
                <a:cxn ang="0">
                  <a:pos x="51" y="286"/>
                </a:cxn>
                <a:cxn ang="0">
                  <a:pos x="46" y="295"/>
                </a:cxn>
                <a:cxn ang="0">
                  <a:pos x="33" y="312"/>
                </a:cxn>
                <a:cxn ang="0">
                  <a:pos x="24" y="319"/>
                </a:cxn>
                <a:cxn ang="0">
                  <a:pos x="15" y="323"/>
                </a:cxn>
              </a:cxnLst>
              <a:rect l="0" t="0" r="r" b="b"/>
              <a:pathLst>
                <a:path w="369" h="323">
                  <a:moveTo>
                    <a:pt x="15" y="323"/>
                  </a:moveTo>
                  <a:lnTo>
                    <a:pt x="15" y="323"/>
                  </a:lnTo>
                  <a:lnTo>
                    <a:pt x="10" y="322"/>
                  </a:lnTo>
                  <a:lnTo>
                    <a:pt x="6" y="319"/>
                  </a:lnTo>
                  <a:lnTo>
                    <a:pt x="3" y="315"/>
                  </a:lnTo>
                  <a:lnTo>
                    <a:pt x="1" y="309"/>
                  </a:lnTo>
                  <a:lnTo>
                    <a:pt x="1" y="309"/>
                  </a:lnTo>
                  <a:lnTo>
                    <a:pt x="0" y="306"/>
                  </a:lnTo>
                  <a:lnTo>
                    <a:pt x="0" y="300"/>
                  </a:lnTo>
                  <a:lnTo>
                    <a:pt x="0" y="297"/>
                  </a:lnTo>
                  <a:lnTo>
                    <a:pt x="2" y="294"/>
                  </a:lnTo>
                  <a:lnTo>
                    <a:pt x="4" y="290"/>
                  </a:lnTo>
                  <a:lnTo>
                    <a:pt x="7" y="287"/>
                  </a:lnTo>
                  <a:lnTo>
                    <a:pt x="7" y="287"/>
                  </a:lnTo>
                  <a:lnTo>
                    <a:pt x="11" y="283"/>
                  </a:lnTo>
                  <a:lnTo>
                    <a:pt x="15" y="277"/>
                  </a:lnTo>
                  <a:lnTo>
                    <a:pt x="20" y="266"/>
                  </a:lnTo>
                  <a:lnTo>
                    <a:pt x="20" y="266"/>
                  </a:lnTo>
                  <a:lnTo>
                    <a:pt x="24" y="259"/>
                  </a:lnTo>
                  <a:lnTo>
                    <a:pt x="29" y="253"/>
                  </a:lnTo>
                  <a:lnTo>
                    <a:pt x="29" y="253"/>
                  </a:lnTo>
                  <a:lnTo>
                    <a:pt x="48" y="230"/>
                  </a:lnTo>
                  <a:lnTo>
                    <a:pt x="59" y="221"/>
                  </a:lnTo>
                  <a:lnTo>
                    <a:pt x="68" y="211"/>
                  </a:lnTo>
                  <a:lnTo>
                    <a:pt x="68" y="211"/>
                  </a:lnTo>
                  <a:lnTo>
                    <a:pt x="94" y="190"/>
                  </a:lnTo>
                  <a:lnTo>
                    <a:pt x="94" y="190"/>
                  </a:lnTo>
                  <a:lnTo>
                    <a:pt x="126" y="162"/>
                  </a:lnTo>
                  <a:lnTo>
                    <a:pt x="159" y="135"/>
                  </a:lnTo>
                  <a:lnTo>
                    <a:pt x="159" y="135"/>
                  </a:lnTo>
                  <a:lnTo>
                    <a:pt x="187" y="111"/>
                  </a:lnTo>
                  <a:lnTo>
                    <a:pt x="187" y="111"/>
                  </a:lnTo>
                  <a:lnTo>
                    <a:pt x="220" y="85"/>
                  </a:lnTo>
                  <a:lnTo>
                    <a:pt x="236" y="73"/>
                  </a:lnTo>
                  <a:lnTo>
                    <a:pt x="254" y="61"/>
                  </a:lnTo>
                  <a:lnTo>
                    <a:pt x="254" y="61"/>
                  </a:lnTo>
                  <a:lnTo>
                    <a:pt x="282" y="41"/>
                  </a:lnTo>
                  <a:lnTo>
                    <a:pt x="311" y="23"/>
                  </a:lnTo>
                  <a:lnTo>
                    <a:pt x="311" y="23"/>
                  </a:lnTo>
                  <a:lnTo>
                    <a:pt x="344" y="3"/>
                  </a:lnTo>
                  <a:lnTo>
                    <a:pt x="344" y="3"/>
                  </a:lnTo>
                  <a:lnTo>
                    <a:pt x="348" y="1"/>
                  </a:lnTo>
                  <a:lnTo>
                    <a:pt x="352" y="0"/>
                  </a:lnTo>
                  <a:lnTo>
                    <a:pt x="352" y="0"/>
                  </a:lnTo>
                  <a:lnTo>
                    <a:pt x="355" y="1"/>
                  </a:lnTo>
                  <a:lnTo>
                    <a:pt x="358" y="2"/>
                  </a:lnTo>
                  <a:lnTo>
                    <a:pt x="363" y="5"/>
                  </a:lnTo>
                  <a:lnTo>
                    <a:pt x="366" y="9"/>
                  </a:lnTo>
                  <a:lnTo>
                    <a:pt x="368" y="14"/>
                  </a:lnTo>
                  <a:lnTo>
                    <a:pt x="368" y="14"/>
                  </a:lnTo>
                  <a:lnTo>
                    <a:pt x="369" y="17"/>
                  </a:lnTo>
                  <a:lnTo>
                    <a:pt x="369" y="22"/>
                  </a:lnTo>
                  <a:lnTo>
                    <a:pt x="368" y="25"/>
                  </a:lnTo>
                  <a:lnTo>
                    <a:pt x="366" y="29"/>
                  </a:lnTo>
                  <a:lnTo>
                    <a:pt x="364" y="32"/>
                  </a:lnTo>
                  <a:lnTo>
                    <a:pt x="361" y="35"/>
                  </a:lnTo>
                  <a:lnTo>
                    <a:pt x="361" y="35"/>
                  </a:lnTo>
                  <a:lnTo>
                    <a:pt x="325" y="57"/>
                  </a:lnTo>
                  <a:lnTo>
                    <a:pt x="325" y="57"/>
                  </a:lnTo>
                  <a:lnTo>
                    <a:pt x="271" y="92"/>
                  </a:lnTo>
                  <a:lnTo>
                    <a:pt x="271" y="92"/>
                  </a:lnTo>
                  <a:lnTo>
                    <a:pt x="250" y="107"/>
                  </a:lnTo>
                  <a:lnTo>
                    <a:pt x="229" y="123"/>
                  </a:lnTo>
                  <a:lnTo>
                    <a:pt x="190" y="157"/>
                  </a:lnTo>
                  <a:lnTo>
                    <a:pt x="190" y="157"/>
                  </a:lnTo>
                  <a:lnTo>
                    <a:pt x="164" y="179"/>
                  </a:lnTo>
                  <a:lnTo>
                    <a:pt x="164" y="179"/>
                  </a:lnTo>
                  <a:lnTo>
                    <a:pt x="134" y="203"/>
                  </a:lnTo>
                  <a:lnTo>
                    <a:pt x="134" y="203"/>
                  </a:lnTo>
                  <a:lnTo>
                    <a:pt x="102" y="229"/>
                  </a:lnTo>
                  <a:lnTo>
                    <a:pt x="86" y="242"/>
                  </a:lnTo>
                  <a:lnTo>
                    <a:pt x="72" y="258"/>
                  </a:lnTo>
                  <a:lnTo>
                    <a:pt x="72" y="258"/>
                  </a:lnTo>
                  <a:lnTo>
                    <a:pt x="66" y="264"/>
                  </a:lnTo>
                  <a:lnTo>
                    <a:pt x="61" y="271"/>
                  </a:lnTo>
                  <a:lnTo>
                    <a:pt x="51" y="286"/>
                  </a:lnTo>
                  <a:lnTo>
                    <a:pt x="51" y="286"/>
                  </a:lnTo>
                  <a:lnTo>
                    <a:pt x="46" y="295"/>
                  </a:lnTo>
                  <a:lnTo>
                    <a:pt x="40" y="303"/>
                  </a:lnTo>
                  <a:lnTo>
                    <a:pt x="33" y="312"/>
                  </a:lnTo>
                  <a:lnTo>
                    <a:pt x="24" y="319"/>
                  </a:lnTo>
                  <a:lnTo>
                    <a:pt x="24" y="319"/>
                  </a:lnTo>
                  <a:lnTo>
                    <a:pt x="19" y="322"/>
                  </a:lnTo>
                  <a:lnTo>
                    <a:pt x="15" y="323"/>
                  </a:lnTo>
                  <a:lnTo>
                    <a:pt x="15" y="32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05" name="Freeform 209"/>
            <p:cNvSpPr/>
            <p:nvPr/>
          </p:nvSpPr>
          <p:spPr bwMode="auto">
            <a:xfrm>
              <a:off x="4446588" y="2346325"/>
              <a:ext cx="285750" cy="307975"/>
            </a:xfrm>
            <a:custGeom>
              <a:avLst/>
              <a:gdLst/>
              <a:ahLst/>
              <a:cxnLst>
                <a:cxn ang="0">
                  <a:pos x="524" y="583"/>
                </a:cxn>
                <a:cxn ang="0">
                  <a:pos x="515" y="580"/>
                </a:cxn>
                <a:cxn ang="0">
                  <a:pos x="501" y="571"/>
                </a:cxn>
                <a:cxn ang="0">
                  <a:pos x="476" y="549"/>
                </a:cxn>
                <a:cxn ang="0">
                  <a:pos x="437" y="513"/>
                </a:cxn>
                <a:cxn ang="0">
                  <a:pos x="414" y="488"/>
                </a:cxn>
                <a:cxn ang="0">
                  <a:pos x="388" y="460"/>
                </a:cxn>
                <a:cxn ang="0">
                  <a:pos x="339" y="409"/>
                </a:cxn>
                <a:cxn ang="0">
                  <a:pos x="300" y="361"/>
                </a:cxn>
                <a:cxn ang="0">
                  <a:pos x="288" y="344"/>
                </a:cxn>
                <a:cxn ang="0">
                  <a:pos x="246" y="293"/>
                </a:cxn>
                <a:cxn ang="0">
                  <a:pos x="202" y="245"/>
                </a:cxn>
                <a:cxn ang="0">
                  <a:pos x="167" y="208"/>
                </a:cxn>
                <a:cxn ang="0">
                  <a:pos x="134" y="170"/>
                </a:cxn>
                <a:cxn ang="0">
                  <a:pos x="121" y="153"/>
                </a:cxn>
                <a:cxn ang="0">
                  <a:pos x="95" y="121"/>
                </a:cxn>
                <a:cxn ang="0">
                  <a:pos x="54" y="76"/>
                </a:cxn>
                <a:cxn ang="0">
                  <a:pos x="24" y="48"/>
                </a:cxn>
                <a:cxn ang="0">
                  <a:pos x="8" y="36"/>
                </a:cxn>
                <a:cxn ang="0">
                  <a:pos x="3" y="29"/>
                </a:cxn>
                <a:cxn ang="0">
                  <a:pos x="0" y="22"/>
                </a:cxn>
                <a:cxn ang="0">
                  <a:pos x="1" y="13"/>
                </a:cxn>
                <a:cxn ang="0">
                  <a:pos x="4" y="8"/>
                </a:cxn>
                <a:cxn ang="0">
                  <a:pos x="12" y="1"/>
                </a:cxn>
                <a:cxn ang="0">
                  <a:pos x="16" y="0"/>
                </a:cxn>
                <a:cxn ang="0">
                  <a:pos x="25" y="3"/>
                </a:cxn>
                <a:cxn ang="0">
                  <a:pos x="41" y="15"/>
                </a:cxn>
                <a:cxn ang="0">
                  <a:pos x="70" y="41"/>
                </a:cxn>
                <a:cxn ang="0">
                  <a:pos x="110" y="84"/>
                </a:cxn>
                <a:cxn ang="0">
                  <a:pos x="136" y="115"/>
                </a:cxn>
                <a:cxn ang="0">
                  <a:pos x="206" y="198"/>
                </a:cxn>
                <a:cxn ang="0">
                  <a:pos x="290" y="291"/>
                </a:cxn>
                <a:cxn ang="0">
                  <a:pos x="303" y="306"/>
                </a:cxn>
                <a:cxn ang="0">
                  <a:pos x="341" y="353"/>
                </a:cxn>
                <a:cxn ang="0">
                  <a:pos x="371" y="390"/>
                </a:cxn>
                <a:cxn ang="0">
                  <a:pos x="403" y="425"/>
                </a:cxn>
                <a:cxn ang="0">
                  <a:pos x="433" y="457"/>
                </a:cxn>
                <a:cxn ang="0">
                  <a:pos x="457" y="482"/>
                </a:cxn>
                <a:cxn ang="0">
                  <a:pos x="493" y="518"/>
                </a:cxn>
                <a:cxn ang="0">
                  <a:pos x="519" y="540"/>
                </a:cxn>
                <a:cxn ang="0">
                  <a:pos x="532" y="549"/>
                </a:cxn>
                <a:cxn ang="0">
                  <a:pos x="539" y="554"/>
                </a:cxn>
                <a:cxn ang="0">
                  <a:pos x="541" y="560"/>
                </a:cxn>
                <a:cxn ang="0">
                  <a:pos x="541" y="570"/>
                </a:cxn>
                <a:cxn ang="0">
                  <a:pos x="539" y="575"/>
                </a:cxn>
                <a:cxn ang="0">
                  <a:pos x="530" y="582"/>
                </a:cxn>
                <a:cxn ang="0">
                  <a:pos x="524" y="583"/>
                </a:cxn>
              </a:cxnLst>
              <a:rect l="0" t="0" r="r" b="b"/>
              <a:pathLst>
                <a:path w="541" h="583">
                  <a:moveTo>
                    <a:pt x="524" y="583"/>
                  </a:moveTo>
                  <a:lnTo>
                    <a:pt x="524" y="583"/>
                  </a:lnTo>
                  <a:lnTo>
                    <a:pt x="520" y="582"/>
                  </a:lnTo>
                  <a:lnTo>
                    <a:pt x="515" y="580"/>
                  </a:lnTo>
                  <a:lnTo>
                    <a:pt x="515" y="580"/>
                  </a:lnTo>
                  <a:lnTo>
                    <a:pt x="501" y="571"/>
                  </a:lnTo>
                  <a:lnTo>
                    <a:pt x="488" y="560"/>
                  </a:lnTo>
                  <a:lnTo>
                    <a:pt x="476" y="549"/>
                  </a:lnTo>
                  <a:lnTo>
                    <a:pt x="462" y="538"/>
                  </a:lnTo>
                  <a:lnTo>
                    <a:pt x="437" y="513"/>
                  </a:lnTo>
                  <a:lnTo>
                    <a:pt x="414" y="488"/>
                  </a:lnTo>
                  <a:lnTo>
                    <a:pt x="414" y="488"/>
                  </a:lnTo>
                  <a:lnTo>
                    <a:pt x="388" y="460"/>
                  </a:lnTo>
                  <a:lnTo>
                    <a:pt x="388" y="460"/>
                  </a:lnTo>
                  <a:lnTo>
                    <a:pt x="365" y="437"/>
                  </a:lnTo>
                  <a:lnTo>
                    <a:pt x="339" y="409"/>
                  </a:lnTo>
                  <a:lnTo>
                    <a:pt x="313" y="377"/>
                  </a:lnTo>
                  <a:lnTo>
                    <a:pt x="300" y="361"/>
                  </a:lnTo>
                  <a:lnTo>
                    <a:pt x="288" y="344"/>
                  </a:lnTo>
                  <a:lnTo>
                    <a:pt x="288" y="344"/>
                  </a:lnTo>
                  <a:lnTo>
                    <a:pt x="268" y="319"/>
                  </a:lnTo>
                  <a:lnTo>
                    <a:pt x="246" y="293"/>
                  </a:lnTo>
                  <a:lnTo>
                    <a:pt x="224" y="269"/>
                  </a:lnTo>
                  <a:lnTo>
                    <a:pt x="202" y="245"/>
                  </a:lnTo>
                  <a:lnTo>
                    <a:pt x="202" y="245"/>
                  </a:lnTo>
                  <a:lnTo>
                    <a:pt x="167" y="208"/>
                  </a:lnTo>
                  <a:lnTo>
                    <a:pt x="150" y="189"/>
                  </a:lnTo>
                  <a:lnTo>
                    <a:pt x="134" y="170"/>
                  </a:lnTo>
                  <a:lnTo>
                    <a:pt x="134" y="170"/>
                  </a:lnTo>
                  <a:lnTo>
                    <a:pt x="121" y="153"/>
                  </a:lnTo>
                  <a:lnTo>
                    <a:pt x="121" y="153"/>
                  </a:lnTo>
                  <a:lnTo>
                    <a:pt x="95" y="121"/>
                  </a:lnTo>
                  <a:lnTo>
                    <a:pt x="69" y="90"/>
                  </a:lnTo>
                  <a:lnTo>
                    <a:pt x="54" y="76"/>
                  </a:lnTo>
                  <a:lnTo>
                    <a:pt x="40" y="61"/>
                  </a:lnTo>
                  <a:lnTo>
                    <a:pt x="24" y="48"/>
                  </a:lnTo>
                  <a:lnTo>
                    <a:pt x="8" y="36"/>
                  </a:lnTo>
                  <a:lnTo>
                    <a:pt x="8" y="36"/>
                  </a:lnTo>
                  <a:lnTo>
                    <a:pt x="5" y="32"/>
                  </a:lnTo>
                  <a:lnTo>
                    <a:pt x="3" y="29"/>
                  </a:lnTo>
                  <a:lnTo>
                    <a:pt x="0" y="25"/>
                  </a:lnTo>
                  <a:lnTo>
                    <a:pt x="0" y="22"/>
                  </a:lnTo>
                  <a:lnTo>
                    <a:pt x="0" y="17"/>
                  </a:lnTo>
                  <a:lnTo>
                    <a:pt x="1" y="13"/>
                  </a:lnTo>
                  <a:lnTo>
                    <a:pt x="1" y="13"/>
                  </a:lnTo>
                  <a:lnTo>
                    <a:pt x="4" y="8"/>
                  </a:lnTo>
                  <a:lnTo>
                    <a:pt x="7" y="3"/>
                  </a:lnTo>
                  <a:lnTo>
                    <a:pt x="12" y="1"/>
                  </a:lnTo>
                  <a:lnTo>
                    <a:pt x="16" y="0"/>
                  </a:lnTo>
                  <a:lnTo>
                    <a:pt x="16" y="0"/>
                  </a:lnTo>
                  <a:lnTo>
                    <a:pt x="21" y="0"/>
                  </a:lnTo>
                  <a:lnTo>
                    <a:pt x="25" y="3"/>
                  </a:lnTo>
                  <a:lnTo>
                    <a:pt x="25" y="3"/>
                  </a:lnTo>
                  <a:lnTo>
                    <a:pt x="41" y="15"/>
                  </a:lnTo>
                  <a:lnTo>
                    <a:pt x="55" y="28"/>
                  </a:lnTo>
                  <a:lnTo>
                    <a:pt x="70" y="41"/>
                  </a:lnTo>
                  <a:lnTo>
                    <a:pt x="83" y="55"/>
                  </a:lnTo>
                  <a:lnTo>
                    <a:pt x="110" y="84"/>
                  </a:lnTo>
                  <a:lnTo>
                    <a:pt x="136" y="115"/>
                  </a:lnTo>
                  <a:lnTo>
                    <a:pt x="136" y="115"/>
                  </a:lnTo>
                  <a:lnTo>
                    <a:pt x="170" y="156"/>
                  </a:lnTo>
                  <a:lnTo>
                    <a:pt x="206" y="198"/>
                  </a:lnTo>
                  <a:lnTo>
                    <a:pt x="246" y="242"/>
                  </a:lnTo>
                  <a:lnTo>
                    <a:pt x="290" y="291"/>
                  </a:lnTo>
                  <a:lnTo>
                    <a:pt x="290" y="291"/>
                  </a:lnTo>
                  <a:lnTo>
                    <a:pt x="303" y="306"/>
                  </a:lnTo>
                  <a:lnTo>
                    <a:pt x="317" y="322"/>
                  </a:lnTo>
                  <a:lnTo>
                    <a:pt x="341" y="353"/>
                  </a:lnTo>
                  <a:lnTo>
                    <a:pt x="341" y="353"/>
                  </a:lnTo>
                  <a:lnTo>
                    <a:pt x="371" y="390"/>
                  </a:lnTo>
                  <a:lnTo>
                    <a:pt x="387" y="407"/>
                  </a:lnTo>
                  <a:lnTo>
                    <a:pt x="403" y="425"/>
                  </a:lnTo>
                  <a:lnTo>
                    <a:pt x="403" y="425"/>
                  </a:lnTo>
                  <a:lnTo>
                    <a:pt x="433" y="457"/>
                  </a:lnTo>
                  <a:lnTo>
                    <a:pt x="433" y="457"/>
                  </a:lnTo>
                  <a:lnTo>
                    <a:pt x="457" y="482"/>
                  </a:lnTo>
                  <a:lnTo>
                    <a:pt x="481" y="507"/>
                  </a:lnTo>
                  <a:lnTo>
                    <a:pt x="493" y="518"/>
                  </a:lnTo>
                  <a:lnTo>
                    <a:pt x="507" y="529"/>
                  </a:lnTo>
                  <a:lnTo>
                    <a:pt x="519" y="540"/>
                  </a:lnTo>
                  <a:lnTo>
                    <a:pt x="532" y="549"/>
                  </a:lnTo>
                  <a:lnTo>
                    <a:pt x="532" y="549"/>
                  </a:lnTo>
                  <a:lnTo>
                    <a:pt x="537" y="552"/>
                  </a:lnTo>
                  <a:lnTo>
                    <a:pt x="539" y="554"/>
                  </a:lnTo>
                  <a:lnTo>
                    <a:pt x="540" y="557"/>
                  </a:lnTo>
                  <a:lnTo>
                    <a:pt x="541" y="560"/>
                  </a:lnTo>
                  <a:lnTo>
                    <a:pt x="541" y="565"/>
                  </a:lnTo>
                  <a:lnTo>
                    <a:pt x="541" y="570"/>
                  </a:lnTo>
                  <a:lnTo>
                    <a:pt x="541" y="570"/>
                  </a:lnTo>
                  <a:lnTo>
                    <a:pt x="539" y="575"/>
                  </a:lnTo>
                  <a:lnTo>
                    <a:pt x="534" y="579"/>
                  </a:lnTo>
                  <a:lnTo>
                    <a:pt x="530" y="582"/>
                  </a:lnTo>
                  <a:lnTo>
                    <a:pt x="527" y="583"/>
                  </a:lnTo>
                  <a:lnTo>
                    <a:pt x="524" y="583"/>
                  </a:lnTo>
                  <a:lnTo>
                    <a:pt x="524" y="58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06" name="Freeform 210"/>
            <p:cNvSpPr/>
            <p:nvPr/>
          </p:nvSpPr>
          <p:spPr bwMode="auto">
            <a:xfrm>
              <a:off x="4349750" y="2435225"/>
              <a:ext cx="273050" cy="288925"/>
            </a:xfrm>
            <a:custGeom>
              <a:avLst/>
              <a:gdLst/>
              <a:ahLst/>
              <a:cxnLst>
                <a:cxn ang="0">
                  <a:pos x="493" y="546"/>
                </a:cxn>
                <a:cxn ang="0">
                  <a:pos x="481" y="537"/>
                </a:cxn>
                <a:cxn ang="0">
                  <a:pos x="475" y="524"/>
                </a:cxn>
                <a:cxn ang="0">
                  <a:pos x="457" y="505"/>
                </a:cxn>
                <a:cxn ang="0">
                  <a:pos x="444" y="490"/>
                </a:cxn>
                <a:cxn ang="0">
                  <a:pos x="436" y="479"/>
                </a:cxn>
                <a:cxn ang="0">
                  <a:pos x="411" y="452"/>
                </a:cxn>
                <a:cxn ang="0">
                  <a:pos x="402" y="443"/>
                </a:cxn>
                <a:cxn ang="0">
                  <a:pos x="387" y="420"/>
                </a:cxn>
                <a:cxn ang="0">
                  <a:pos x="376" y="410"/>
                </a:cxn>
                <a:cxn ang="0">
                  <a:pos x="345" y="378"/>
                </a:cxn>
                <a:cxn ang="0">
                  <a:pos x="321" y="352"/>
                </a:cxn>
                <a:cxn ang="0">
                  <a:pos x="280" y="313"/>
                </a:cxn>
                <a:cxn ang="0">
                  <a:pos x="252" y="285"/>
                </a:cxn>
                <a:cxn ang="0">
                  <a:pos x="151" y="183"/>
                </a:cxn>
                <a:cxn ang="0">
                  <a:pos x="106" y="136"/>
                </a:cxn>
                <a:cxn ang="0">
                  <a:pos x="64" y="92"/>
                </a:cxn>
                <a:cxn ang="0">
                  <a:pos x="33" y="58"/>
                </a:cxn>
                <a:cxn ang="0">
                  <a:pos x="13" y="39"/>
                </a:cxn>
                <a:cxn ang="0">
                  <a:pos x="3" y="26"/>
                </a:cxn>
                <a:cxn ang="0">
                  <a:pos x="0" y="14"/>
                </a:cxn>
                <a:cxn ang="0">
                  <a:pos x="5" y="6"/>
                </a:cxn>
                <a:cxn ang="0">
                  <a:pos x="19" y="0"/>
                </a:cxn>
                <a:cxn ang="0">
                  <a:pos x="26" y="2"/>
                </a:cxn>
                <a:cxn ang="0">
                  <a:pos x="34" y="8"/>
                </a:cxn>
                <a:cxn ang="0">
                  <a:pos x="72" y="47"/>
                </a:cxn>
                <a:cxn ang="0">
                  <a:pos x="94" y="67"/>
                </a:cxn>
                <a:cxn ang="0">
                  <a:pos x="151" y="133"/>
                </a:cxn>
                <a:cxn ang="0">
                  <a:pos x="191" y="176"/>
                </a:cxn>
                <a:cxn ang="0">
                  <a:pos x="275" y="260"/>
                </a:cxn>
                <a:cxn ang="0">
                  <a:pos x="311" y="293"/>
                </a:cxn>
                <a:cxn ang="0">
                  <a:pos x="364" y="343"/>
                </a:cxn>
                <a:cxn ang="0">
                  <a:pos x="407" y="387"/>
                </a:cxn>
                <a:cxn ang="0">
                  <a:pos x="423" y="411"/>
                </a:cxn>
                <a:cxn ang="0">
                  <a:pos x="440" y="429"/>
                </a:cxn>
                <a:cxn ang="0">
                  <a:pos x="452" y="440"/>
                </a:cxn>
                <a:cxn ang="0">
                  <a:pos x="460" y="452"/>
                </a:cxn>
                <a:cxn ang="0">
                  <a:pos x="481" y="478"/>
                </a:cxn>
                <a:cxn ang="0">
                  <a:pos x="496" y="493"/>
                </a:cxn>
                <a:cxn ang="0">
                  <a:pos x="508" y="510"/>
                </a:cxn>
                <a:cxn ang="0">
                  <a:pos x="512" y="513"/>
                </a:cxn>
                <a:cxn ang="0">
                  <a:pos x="515" y="524"/>
                </a:cxn>
                <a:cxn ang="0">
                  <a:pos x="515" y="533"/>
                </a:cxn>
                <a:cxn ang="0">
                  <a:pos x="510" y="542"/>
                </a:cxn>
                <a:cxn ang="0">
                  <a:pos x="499" y="546"/>
                </a:cxn>
              </a:cxnLst>
              <a:rect l="0" t="0" r="r" b="b"/>
              <a:pathLst>
                <a:path w="515" h="546">
                  <a:moveTo>
                    <a:pt x="499" y="546"/>
                  </a:moveTo>
                  <a:lnTo>
                    <a:pt x="499" y="546"/>
                  </a:lnTo>
                  <a:lnTo>
                    <a:pt x="493" y="546"/>
                  </a:lnTo>
                  <a:lnTo>
                    <a:pt x="488" y="543"/>
                  </a:lnTo>
                  <a:lnTo>
                    <a:pt x="483" y="540"/>
                  </a:lnTo>
                  <a:lnTo>
                    <a:pt x="481" y="537"/>
                  </a:lnTo>
                  <a:lnTo>
                    <a:pt x="480" y="534"/>
                  </a:lnTo>
                  <a:lnTo>
                    <a:pt x="480" y="534"/>
                  </a:lnTo>
                  <a:lnTo>
                    <a:pt x="475" y="524"/>
                  </a:lnTo>
                  <a:lnTo>
                    <a:pt x="470" y="517"/>
                  </a:lnTo>
                  <a:lnTo>
                    <a:pt x="463" y="511"/>
                  </a:lnTo>
                  <a:lnTo>
                    <a:pt x="457" y="505"/>
                  </a:lnTo>
                  <a:lnTo>
                    <a:pt x="457" y="505"/>
                  </a:lnTo>
                  <a:lnTo>
                    <a:pt x="450" y="498"/>
                  </a:lnTo>
                  <a:lnTo>
                    <a:pt x="444" y="490"/>
                  </a:lnTo>
                  <a:lnTo>
                    <a:pt x="444" y="490"/>
                  </a:lnTo>
                  <a:lnTo>
                    <a:pt x="436" y="479"/>
                  </a:lnTo>
                  <a:lnTo>
                    <a:pt x="436" y="479"/>
                  </a:lnTo>
                  <a:lnTo>
                    <a:pt x="425" y="466"/>
                  </a:lnTo>
                  <a:lnTo>
                    <a:pt x="419" y="458"/>
                  </a:lnTo>
                  <a:lnTo>
                    <a:pt x="411" y="452"/>
                  </a:lnTo>
                  <a:lnTo>
                    <a:pt x="411" y="452"/>
                  </a:lnTo>
                  <a:lnTo>
                    <a:pt x="407" y="448"/>
                  </a:lnTo>
                  <a:lnTo>
                    <a:pt x="402" y="443"/>
                  </a:lnTo>
                  <a:lnTo>
                    <a:pt x="395" y="433"/>
                  </a:lnTo>
                  <a:lnTo>
                    <a:pt x="395" y="433"/>
                  </a:lnTo>
                  <a:lnTo>
                    <a:pt x="387" y="420"/>
                  </a:lnTo>
                  <a:lnTo>
                    <a:pt x="382" y="415"/>
                  </a:lnTo>
                  <a:lnTo>
                    <a:pt x="376" y="410"/>
                  </a:lnTo>
                  <a:lnTo>
                    <a:pt x="376" y="410"/>
                  </a:lnTo>
                  <a:lnTo>
                    <a:pt x="367" y="404"/>
                  </a:lnTo>
                  <a:lnTo>
                    <a:pt x="360" y="395"/>
                  </a:lnTo>
                  <a:lnTo>
                    <a:pt x="345" y="378"/>
                  </a:lnTo>
                  <a:lnTo>
                    <a:pt x="345" y="378"/>
                  </a:lnTo>
                  <a:lnTo>
                    <a:pt x="333" y="364"/>
                  </a:lnTo>
                  <a:lnTo>
                    <a:pt x="321" y="352"/>
                  </a:lnTo>
                  <a:lnTo>
                    <a:pt x="321" y="352"/>
                  </a:lnTo>
                  <a:lnTo>
                    <a:pt x="299" y="332"/>
                  </a:lnTo>
                  <a:lnTo>
                    <a:pt x="280" y="313"/>
                  </a:lnTo>
                  <a:lnTo>
                    <a:pt x="280" y="313"/>
                  </a:lnTo>
                  <a:lnTo>
                    <a:pt x="252" y="285"/>
                  </a:lnTo>
                  <a:lnTo>
                    <a:pt x="252" y="285"/>
                  </a:lnTo>
                  <a:lnTo>
                    <a:pt x="225" y="260"/>
                  </a:lnTo>
                  <a:lnTo>
                    <a:pt x="200" y="234"/>
                  </a:lnTo>
                  <a:lnTo>
                    <a:pt x="151" y="183"/>
                  </a:lnTo>
                  <a:lnTo>
                    <a:pt x="151" y="183"/>
                  </a:lnTo>
                  <a:lnTo>
                    <a:pt x="106" y="136"/>
                  </a:lnTo>
                  <a:lnTo>
                    <a:pt x="106" y="136"/>
                  </a:lnTo>
                  <a:lnTo>
                    <a:pt x="87" y="116"/>
                  </a:lnTo>
                  <a:lnTo>
                    <a:pt x="87" y="116"/>
                  </a:lnTo>
                  <a:lnTo>
                    <a:pt x="64" y="92"/>
                  </a:lnTo>
                  <a:lnTo>
                    <a:pt x="40" y="66"/>
                  </a:lnTo>
                  <a:lnTo>
                    <a:pt x="40" y="66"/>
                  </a:lnTo>
                  <a:lnTo>
                    <a:pt x="33" y="58"/>
                  </a:lnTo>
                  <a:lnTo>
                    <a:pt x="24" y="50"/>
                  </a:lnTo>
                  <a:lnTo>
                    <a:pt x="24" y="50"/>
                  </a:lnTo>
                  <a:lnTo>
                    <a:pt x="13" y="39"/>
                  </a:lnTo>
                  <a:lnTo>
                    <a:pt x="8" y="33"/>
                  </a:lnTo>
                  <a:lnTo>
                    <a:pt x="3" y="26"/>
                  </a:lnTo>
                  <a:lnTo>
                    <a:pt x="3" y="26"/>
                  </a:lnTo>
                  <a:lnTo>
                    <a:pt x="1" y="22"/>
                  </a:lnTo>
                  <a:lnTo>
                    <a:pt x="0" y="18"/>
                  </a:lnTo>
                  <a:lnTo>
                    <a:pt x="0" y="14"/>
                  </a:lnTo>
                  <a:lnTo>
                    <a:pt x="2" y="10"/>
                  </a:lnTo>
                  <a:lnTo>
                    <a:pt x="2" y="10"/>
                  </a:lnTo>
                  <a:lnTo>
                    <a:pt x="5" y="6"/>
                  </a:lnTo>
                  <a:lnTo>
                    <a:pt x="9" y="3"/>
                  </a:lnTo>
                  <a:lnTo>
                    <a:pt x="14" y="1"/>
                  </a:lnTo>
                  <a:lnTo>
                    <a:pt x="19" y="0"/>
                  </a:lnTo>
                  <a:lnTo>
                    <a:pt x="19" y="0"/>
                  </a:lnTo>
                  <a:lnTo>
                    <a:pt x="22" y="1"/>
                  </a:lnTo>
                  <a:lnTo>
                    <a:pt x="26" y="2"/>
                  </a:lnTo>
                  <a:lnTo>
                    <a:pt x="31" y="4"/>
                  </a:lnTo>
                  <a:lnTo>
                    <a:pt x="34" y="8"/>
                  </a:lnTo>
                  <a:lnTo>
                    <a:pt x="34" y="8"/>
                  </a:lnTo>
                  <a:lnTo>
                    <a:pt x="42" y="18"/>
                  </a:lnTo>
                  <a:lnTo>
                    <a:pt x="51" y="29"/>
                  </a:lnTo>
                  <a:lnTo>
                    <a:pt x="72" y="47"/>
                  </a:lnTo>
                  <a:lnTo>
                    <a:pt x="72" y="47"/>
                  </a:lnTo>
                  <a:lnTo>
                    <a:pt x="83" y="57"/>
                  </a:lnTo>
                  <a:lnTo>
                    <a:pt x="94" y="67"/>
                  </a:lnTo>
                  <a:lnTo>
                    <a:pt x="94" y="67"/>
                  </a:lnTo>
                  <a:lnTo>
                    <a:pt x="124" y="100"/>
                  </a:lnTo>
                  <a:lnTo>
                    <a:pt x="151" y="133"/>
                  </a:lnTo>
                  <a:lnTo>
                    <a:pt x="164" y="146"/>
                  </a:lnTo>
                  <a:lnTo>
                    <a:pt x="164" y="146"/>
                  </a:lnTo>
                  <a:lnTo>
                    <a:pt x="191" y="176"/>
                  </a:lnTo>
                  <a:lnTo>
                    <a:pt x="219" y="205"/>
                  </a:lnTo>
                  <a:lnTo>
                    <a:pt x="247" y="232"/>
                  </a:lnTo>
                  <a:lnTo>
                    <a:pt x="275" y="260"/>
                  </a:lnTo>
                  <a:lnTo>
                    <a:pt x="275" y="260"/>
                  </a:lnTo>
                  <a:lnTo>
                    <a:pt x="311" y="293"/>
                  </a:lnTo>
                  <a:lnTo>
                    <a:pt x="311" y="293"/>
                  </a:lnTo>
                  <a:lnTo>
                    <a:pt x="342" y="321"/>
                  </a:lnTo>
                  <a:lnTo>
                    <a:pt x="342" y="321"/>
                  </a:lnTo>
                  <a:lnTo>
                    <a:pt x="364" y="343"/>
                  </a:lnTo>
                  <a:lnTo>
                    <a:pt x="386" y="363"/>
                  </a:lnTo>
                  <a:lnTo>
                    <a:pt x="396" y="375"/>
                  </a:lnTo>
                  <a:lnTo>
                    <a:pt x="407" y="387"/>
                  </a:lnTo>
                  <a:lnTo>
                    <a:pt x="415" y="398"/>
                  </a:lnTo>
                  <a:lnTo>
                    <a:pt x="423" y="411"/>
                  </a:lnTo>
                  <a:lnTo>
                    <a:pt x="423" y="411"/>
                  </a:lnTo>
                  <a:lnTo>
                    <a:pt x="426" y="416"/>
                  </a:lnTo>
                  <a:lnTo>
                    <a:pt x="430" y="421"/>
                  </a:lnTo>
                  <a:lnTo>
                    <a:pt x="440" y="429"/>
                  </a:lnTo>
                  <a:lnTo>
                    <a:pt x="440" y="429"/>
                  </a:lnTo>
                  <a:lnTo>
                    <a:pt x="446" y="435"/>
                  </a:lnTo>
                  <a:lnTo>
                    <a:pt x="452" y="440"/>
                  </a:lnTo>
                  <a:lnTo>
                    <a:pt x="452" y="440"/>
                  </a:lnTo>
                  <a:lnTo>
                    <a:pt x="460" y="452"/>
                  </a:lnTo>
                  <a:lnTo>
                    <a:pt x="460" y="452"/>
                  </a:lnTo>
                  <a:lnTo>
                    <a:pt x="470" y="466"/>
                  </a:lnTo>
                  <a:lnTo>
                    <a:pt x="475" y="472"/>
                  </a:lnTo>
                  <a:lnTo>
                    <a:pt x="481" y="478"/>
                  </a:lnTo>
                  <a:lnTo>
                    <a:pt x="481" y="478"/>
                  </a:lnTo>
                  <a:lnTo>
                    <a:pt x="489" y="486"/>
                  </a:lnTo>
                  <a:lnTo>
                    <a:pt x="496" y="493"/>
                  </a:lnTo>
                  <a:lnTo>
                    <a:pt x="502" y="501"/>
                  </a:lnTo>
                  <a:lnTo>
                    <a:pt x="507" y="509"/>
                  </a:lnTo>
                  <a:lnTo>
                    <a:pt x="508" y="510"/>
                  </a:lnTo>
                  <a:lnTo>
                    <a:pt x="509" y="511"/>
                  </a:lnTo>
                  <a:lnTo>
                    <a:pt x="509" y="511"/>
                  </a:lnTo>
                  <a:lnTo>
                    <a:pt x="512" y="513"/>
                  </a:lnTo>
                  <a:lnTo>
                    <a:pt x="514" y="516"/>
                  </a:lnTo>
                  <a:lnTo>
                    <a:pt x="515" y="520"/>
                  </a:lnTo>
                  <a:lnTo>
                    <a:pt x="515" y="524"/>
                  </a:lnTo>
                  <a:lnTo>
                    <a:pt x="515" y="530"/>
                  </a:lnTo>
                  <a:lnTo>
                    <a:pt x="515" y="530"/>
                  </a:lnTo>
                  <a:lnTo>
                    <a:pt x="515" y="533"/>
                  </a:lnTo>
                  <a:lnTo>
                    <a:pt x="514" y="537"/>
                  </a:lnTo>
                  <a:lnTo>
                    <a:pt x="513" y="540"/>
                  </a:lnTo>
                  <a:lnTo>
                    <a:pt x="510" y="542"/>
                  </a:lnTo>
                  <a:lnTo>
                    <a:pt x="510" y="542"/>
                  </a:lnTo>
                  <a:lnTo>
                    <a:pt x="506" y="545"/>
                  </a:lnTo>
                  <a:lnTo>
                    <a:pt x="499" y="546"/>
                  </a:lnTo>
                  <a:lnTo>
                    <a:pt x="499" y="54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07" name="Freeform 211"/>
            <p:cNvSpPr/>
            <p:nvPr/>
          </p:nvSpPr>
          <p:spPr bwMode="auto">
            <a:xfrm>
              <a:off x="4708525" y="2740025"/>
              <a:ext cx="77788" cy="74613"/>
            </a:xfrm>
            <a:custGeom>
              <a:avLst/>
              <a:gdLst/>
              <a:ahLst/>
              <a:cxnLst>
                <a:cxn ang="0">
                  <a:pos x="116" y="142"/>
                </a:cxn>
                <a:cxn ang="0">
                  <a:pos x="111" y="142"/>
                </a:cxn>
                <a:cxn ang="0">
                  <a:pos x="101" y="140"/>
                </a:cxn>
                <a:cxn ang="0">
                  <a:pos x="90" y="136"/>
                </a:cxn>
                <a:cxn ang="0">
                  <a:pos x="88" y="139"/>
                </a:cxn>
                <a:cxn ang="0">
                  <a:pos x="79" y="141"/>
                </a:cxn>
                <a:cxn ang="0">
                  <a:pos x="77" y="141"/>
                </a:cxn>
                <a:cxn ang="0">
                  <a:pos x="63" y="139"/>
                </a:cxn>
                <a:cxn ang="0">
                  <a:pos x="49" y="136"/>
                </a:cxn>
                <a:cxn ang="0">
                  <a:pos x="42" y="134"/>
                </a:cxn>
                <a:cxn ang="0">
                  <a:pos x="33" y="127"/>
                </a:cxn>
                <a:cxn ang="0">
                  <a:pos x="30" y="129"/>
                </a:cxn>
                <a:cxn ang="0">
                  <a:pos x="21" y="131"/>
                </a:cxn>
                <a:cxn ang="0">
                  <a:pos x="18" y="130"/>
                </a:cxn>
                <a:cxn ang="0">
                  <a:pos x="12" y="127"/>
                </a:cxn>
                <a:cxn ang="0">
                  <a:pos x="7" y="122"/>
                </a:cxn>
                <a:cxn ang="0">
                  <a:pos x="6" y="117"/>
                </a:cxn>
                <a:cxn ang="0">
                  <a:pos x="5" y="115"/>
                </a:cxn>
                <a:cxn ang="0">
                  <a:pos x="1" y="108"/>
                </a:cxn>
                <a:cxn ang="0">
                  <a:pos x="1" y="101"/>
                </a:cxn>
                <a:cxn ang="0">
                  <a:pos x="3" y="95"/>
                </a:cxn>
                <a:cxn ang="0">
                  <a:pos x="13" y="83"/>
                </a:cxn>
                <a:cxn ang="0">
                  <a:pos x="31" y="62"/>
                </a:cxn>
                <a:cxn ang="0">
                  <a:pos x="63" y="34"/>
                </a:cxn>
                <a:cxn ang="0">
                  <a:pos x="92" y="13"/>
                </a:cxn>
                <a:cxn ang="0">
                  <a:pos x="98" y="8"/>
                </a:cxn>
                <a:cxn ang="0">
                  <a:pos x="113" y="1"/>
                </a:cxn>
                <a:cxn ang="0">
                  <a:pos x="121" y="0"/>
                </a:cxn>
                <a:cxn ang="0">
                  <a:pos x="131" y="2"/>
                </a:cxn>
                <a:cxn ang="0">
                  <a:pos x="137" y="5"/>
                </a:cxn>
                <a:cxn ang="0">
                  <a:pos x="143" y="15"/>
                </a:cxn>
                <a:cxn ang="0">
                  <a:pos x="147" y="29"/>
                </a:cxn>
                <a:cxn ang="0">
                  <a:pos x="148" y="35"/>
                </a:cxn>
                <a:cxn ang="0">
                  <a:pos x="147" y="53"/>
                </a:cxn>
                <a:cxn ang="0">
                  <a:pos x="148" y="84"/>
                </a:cxn>
                <a:cxn ang="0">
                  <a:pos x="148" y="100"/>
                </a:cxn>
                <a:cxn ang="0">
                  <a:pos x="146" y="116"/>
                </a:cxn>
                <a:cxn ang="0">
                  <a:pos x="145" y="125"/>
                </a:cxn>
                <a:cxn ang="0">
                  <a:pos x="141" y="132"/>
                </a:cxn>
                <a:cxn ang="0">
                  <a:pos x="136" y="136"/>
                </a:cxn>
                <a:cxn ang="0">
                  <a:pos x="128" y="141"/>
                </a:cxn>
                <a:cxn ang="0">
                  <a:pos x="126" y="141"/>
                </a:cxn>
                <a:cxn ang="0">
                  <a:pos x="121" y="142"/>
                </a:cxn>
                <a:cxn ang="0">
                  <a:pos x="116" y="142"/>
                </a:cxn>
              </a:cxnLst>
              <a:rect l="0" t="0" r="r" b="b"/>
              <a:pathLst>
                <a:path w="148" h="142">
                  <a:moveTo>
                    <a:pt x="116" y="142"/>
                  </a:moveTo>
                  <a:lnTo>
                    <a:pt x="116" y="142"/>
                  </a:lnTo>
                  <a:lnTo>
                    <a:pt x="111" y="142"/>
                  </a:lnTo>
                  <a:lnTo>
                    <a:pt x="111" y="142"/>
                  </a:lnTo>
                  <a:lnTo>
                    <a:pt x="101" y="140"/>
                  </a:lnTo>
                  <a:lnTo>
                    <a:pt x="101" y="140"/>
                  </a:lnTo>
                  <a:lnTo>
                    <a:pt x="93" y="136"/>
                  </a:lnTo>
                  <a:lnTo>
                    <a:pt x="90" y="136"/>
                  </a:lnTo>
                  <a:lnTo>
                    <a:pt x="88" y="139"/>
                  </a:lnTo>
                  <a:lnTo>
                    <a:pt x="88" y="139"/>
                  </a:lnTo>
                  <a:lnTo>
                    <a:pt x="84" y="141"/>
                  </a:lnTo>
                  <a:lnTo>
                    <a:pt x="79" y="141"/>
                  </a:lnTo>
                  <a:lnTo>
                    <a:pt x="79" y="141"/>
                  </a:lnTo>
                  <a:lnTo>
                    <a:pt x="77" y="141"/>
                  </a:lnTo>
                  <a:lnTo>
                    <a:pt x="77" y="141"/>
                  </a:lnTo>
                  <a:lnTo>
                    <a:pt x="63" y="139"/>
                  </a:lnTo>
                  <a:lnTo>
                    <a:pt x="63" y="139"/>
                  </a:lnTo>
                  <a:lnTo>
                    <a:pt x="49" y="136"/>
                  </a:lnTo>
                  <a:lnTo>
                    <a:pt x="49" y="136"/>
                  </a:lnTo>
                  <a:lnTo>
                    <a:pt x="42" y="134"/>
                  </a:lnTo>
                  <a:lnTo>
                    <a:pt x="36" y="130"/>
                  </a:lnTo>
                  <a:lnTo>
                    <a:pt x="33" y="127"/>
                  </a:lnTo>
                  <a:lnTo>
                    <a:pt x="30" y="129"/>
                  </a:lnTo>
                  <a:lnTo>
                    <a:pt x="30" y="129"/>
                  </a:lnTo>
                  <a:lnTo>
                    <a:pt x="25" y="130"/>
                  </a:lnTo>
                  <a:lnTo>
                    <a:pt x="21" y="131"/>
                  </a:lnTo>
                  <a:lnTo>
                    <a:pt x="21" y="131"/>
                  </a:lnTo>
                  <a:lnTo>
                    <a:pt x="18" y="130"/>
                  </a:lnTo>
                  <a:lnTo>
                    <a:pt x="13" y="129"/>
                  </a:lnTo>
                  <a:lnTo>
                    <a:pt x="12" y="127"/>
                  </a:lnTo>
                  <a:lnTo>
                    <a:pt x="10" y="125"/>
                  </a:lnTo>
                  <a:lnTo>
                    <a:pt x="7" y="122"/>
                  </a:lnTo>
                  <a:lnTo>
                    <a:pt x="6" y="119"/>
                  </a:lnTo>
                  <a:lnTo>
                    <a:pt x="6" y="117"/>
                  </a:lnTo>
                  <a:lnTo>
                    <a:pt x="5" y="115"/>
                  </a:lnTo>
                  <a:lnTo>
                    <a:pt x="5" y="115"/>
                  </a:lnTo>
                  <a:lnTo>
                    <a:pt x="2" y="112"/>
                  </a:lnTo>
                  <a:lnTo>
                    <a:pt x="1" y="108"/>
                  </a:lnTo>
                  <a:lnTo>
                    <a:pt x="0" y="104"/>
                  </a:lnTo>
                  <a:lnTo>
                    <a:pt x="1" y="101"/>
                  </a:lnTo>
                  <a:lnTo>
                    <a:pt x="2" y="98"/>
                  </a:lnTo>
                  <a:lnTo>
                    <a:pt x="3" y="95"/>
                  </a:lnTo>
                  <a:lnTo>
                    <a:pt x="3" y="95"/>
                  </a:lnTo>
                  <a:lnTo>
                    <a:pt x="13" y="83"/>
                  </a:lnTo>
                  <a:lnTo>
                    <a:pt x="22" y="72"/>
                  </a:lnTo>
                  <a:lnTo>
                    <a:pt x="31" y="62"/>
                  </a:lnTo>
                  <a:lnTo>
                    <a:pt x="42" y="52"/>
                  </a:lnTo>
                  <a:lnTo>
                    <a:pt x="63" y="34"/>
                  </a:lnTo>
                  <a:lnTo>
                    <a:pt x="87" y="17"/>
                  </a:lnTo>
                  <a:lnTo>
                    <a:pt x="92" y="13"/>
                  </a:lnTo>
                  <a:lnTo>
                    <a:pt x="92" y="13"/>
                  </a:lnTo>
                  <a:lnTo>
                    <a:pt x="98" y="8"/>
                  </a:lnTo>
                  <a:lnTo>
                    <a:pt x="105" y="4"/>
                  </a:lnTo>
                  <a:lnTo>
                    <a:pt x="113" y="1"/>
                  </a:lnTo>
                  <a:lnTo>
                    <a:pt x="121" y="0"/>
                  </a:lnTo>
                  <a:lnTo>
                    <a:pt x="121" y="0"/>
                  </a:lnTo>
                  <a:lnTo>
                    <a:pt x="126" y="1"/>
                  </a:lnTo>
                  <a:lnTo>
                    <a:pt x="131" y="2"/>
                  </a:lnTo>
                  <a:lnTo>
                    <a:pt x="131" y="2"/>
                  </a:lnTo>
                  <a:lnTo>
                    <a:pt x="137" y="5"/>
                  </a:lnTo>
                  <a:lnTo>
                    <a:pt x="141" y="9"/>
                  </a:lnTo>
                  <a:lnTo>
                    <a:pt x="143" y="15"/>
                  </a:lnTo>
                  <a:lnTo>
                    <a:pt x="145" y="20"/>
                  </a:lnTo>
                  <a:lnTo>
                    <a:pt x="147" y="29"/>
                  </a:lnTo>
                  <a:lnTo>
                    <a:pt x="148" y="35"/>
                  </a:lnTo>
                  <a:lnTo>
                    <a:pt x="148" y="35"/>
                  </a:lnTo>
                  <a:lnTo>
                    <a:pt x="147" y="53"/>
                  </a:lnTo>
                  <a:lnTo>
                    <a:pt x="147" y="53"/>
                  </a:lnTo>
                  <a:lnTo>
                    <a:pt x="147" y="81"/>
                  </a:lnTo>
                  <a:lnTo>
                    <a:pt x="148" y="84"/>
                  </a:lnTo>
                  <a:lnTo>
                    <a:pt x="148" y="84"/>
                  </a:lnTo>
                  <a:lnTo>
                    <a:pt x="148" y="100"/>
                  </a:lnTo>
                  <a:lnTo>
                    <a:pt x="147" y="108"/>
                  </a:lnTo>
                  <a:lnTo>
                    <a:pt x="146" y="116"/>
                  </a:lnTo>
                  <a:lnTo>
                    <a:pt x="146" y="116"/>
                  </a:lnTo>
                  <a:lnTo>
                    <a:pt x="145" y="125"/>
                  </a:lnTo>
                  <a:lnTo>
                    <a:pt x="143" y="128"/>
                  </a:lnTo>
                  <a:lnTo>
                    <a:pt x="141" y="132"/>
                  </a:lnTo>
                  <a:lnTo>
                    <a:pt x="139" y="134"/>
                  </a:lnTo>
                  <a:lnTo>
                    <a:pt x="136" y="136"/>
                  </a:lnTo>
                  <a:lnTo>
                    <a:pt x="128" y="141"/>
                  </a:lnTo>
                  <a:lnTo>
                    <a:pt x="128" y="141"/>
                  </a:lnTo>
                  <a:lnTo>
                    <a:pt x="127" y="141"/>
                  </a:lnTo>
                  <a:lnTo>
                    <a:pt x="126" y="141"/>
                  </a:lnTo>
                  <a:lnTo>
                    <a:pt x="126" y="141"/>
                  </a:lnTo>
                  <a:lnTo>
                    <a:pt x="121" y="142"/>
                  </a:lnTo>
                  <a:lnTo>
                    <a:pt x="116" y="142"/>
                  </a:lnTo>
                  <a:lnTo>
                    <a:pt x="116" y="1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08" name="Freeform 212"/>
            <p:cNvSpPr/>
            <p:nvPr/>
          </p:nvSpPr>
          <p:spPr bwMode="auto">
            <a:xfrm>
              <a:off x="4197350" y="2182813"/>
              <a:ext cx="260350" cy="244475"/>
            </a:xfrm>
            <a:custGeom>
              <a:avLst/>
              <a:gdLst/>
              <a:ahLst/>
              <a:cxnLst>
                <a:cxn ang="0">
                  <a:pos x="106" y="462"/>
                </a:cxn>
                <a:cxn ang="0">
                  <a:pos x="96" y="455"/>
                </a:cxn>
                <a:cxn ang="0">
                  <a:pos x="94" y="452"/>
                </a:cxn>
                <a:cxn ang="0">
                  <a:pos x="85" y="442"/>
                </a:cxn>
                <a:cxn ang="0">
                  <a:pos x="76" y="430"/>
                </a:cxn>
                <a:cxn ang="0">
                  <a:pos x="53" y="411"/>
                </a:cxn>
                <a:cxn ang="0">
                  <a:pos x="35" y="386"/>
                </a:cxn>
                <a:cxn ang="0">
                  <a:pos x="15" y="339"/>
                </a:cxn>
                <a:cxn ang="0">
                  <a:pos x="5" y="299"/>
                </a:cxn>
                <a:cxn ang="0">
                  <a:pos x="0" y="253"/>
                </a:cxn>
                <a:cxn ang="0">
                  <a:pos x="3" y="202"/>
                </a:cxn>
                <a:cxn ang="0">
                  <a:pos x="8" y="172"/>
                </a:cxn>
                <a:cxn ang="0">
                  <a:pos x="24" y="124"/>
                </a:cxn>
                <a:cxn ang="0">
                  <a:pos x="48" y="85"/>
                </a:cxn>
                <a:cxn ang="0">
                  <a:pos x="68" y="64"/>
                </a:cxn>
                <a:cxn ang="0">
                  <a:pos x="124" y="25"/>
                </a:cxn>
                <a:cxn ang="0">
                  <a:pos x="193" y="4"/>
                </a:cxn>
                <a:cxn ang="0">
                  <a:pos x="241" y="0"/>
                </a:cxn>
                <a:cxn ang="0">
                  <a:pos x="298" y="5"/>
                </a:cxn>
                <a:cxn ang="0">
                  <a:pos x="352" y="20"/>
                </a:cxn>
                <a:cxn ang="0">
                  <a:pos x="401" y="44"/>
                </a:cxn>
                <a:cxn ang="0">
                  <a:pos x="445" y="76"/>
                </a:cxn>
                <a:cxn ang="0">
                  <a:pos x="480" y="115"/>
                </a:cxn>
                <a:cxn ang="0">
                  <a:pos x="492" y="135"/>
                </a:cxn>
                <a:cxn ang="0">
                  <a:pos x="491" y="146"/>
                </a:cxn>
                <a:cxn ang="0">
                  <a:pos x="483" y="153"/>
                </a:cxn>
                <a:cxn ang="0">
                  <a:pos x="473" y="157"/>
                </a:cxn>
                <a:cxn ang="0">
                  <a:pos x="465" y="154"/>
                </a:cxn>
                <a:cxn ang="0">
                  <a:pos x="458" y="147"/>
                </a:cxn>
                <a:cxn ang="0">
                  <a:pos x="429" y="112"/>
                </a:cxn>
                <a:cxn ang="0">
                  <a:pos x="395" y="85"/>
                </a:cxn>
                <a:cxn ang="0">
                  <a:pos x="356" y="65"/>
                </a:cxn>
                <a:cxn ang="0">
                  <a:pos x="289" y="42"/>
                </a:cxn>
                <a:cxn ang="0">
                  <a:pos x="247" y="34"/>
                </a:cxn>
                <a:cxn ang="0">
                  <a:pos x="219" y="34"/>
                </a:cxn>
                <a:cxn ang="0">
                  <a:pos x="182" y="40"/>
                </a:cxn>
                <a:cxn ang="0">
                  <a:pos x="144" y="53"/>
                </a:cxn>
                <a:cxn ang="0">
                  <a:pos x="109" y="74"/>
                </a:cxn>
                <a:cxn ang="0">
                  <a:pos x="80" y="100"/>
                </a:cxn>
                <a:cxn ang="0">
                  <a:pos x="59" y="133"/>
                </a:cxn>
                <a:cxn ang="0">
                  <a:pos x="48" y="163"/>
                </a:cxn>
                <a:cxn ang="0">
                  <a:pos x="39" y="210"/>
                </a:cxn>
                <a:cxn ang="0">
                  <a:pos x="38" y="259"/>
                </a:cxn>
                <a:cxn ang="0">
                  <a:pos x="45" y="304"/>
                </a:cxn>
                <a:cxn ang="0">
                  <a:pos x="60" y="348"/>
                </a:cxn>
                <a:cxn ang="0">
                  <a:pos x="76" y="373"/>
                </a:cxn>
                <a:cxn ang="0">
                  <a:pos x="101" y="402"/>
                </a:cxn>
                <a:cxn ang="0">
                  <a:pos x="122" y="429"/>
                </a:cxn>
                <a:cxn ang="0">
                  <a:pos x="125" y="431"/>
                </a:cxn>
                <a:cxn ang="0">
                  <a:pos x="131" y="446"/>
                </a:cxn>
                <a:cxn ang="0">
                  <a:pos x="129" y="455"/>
                </a:cxn>
                <a:cxn ang="0">
                  <a:pos x="121" y="462"/>
                </a:cxn>
                <a:cxn ang="0">
                  <a:pos x="110" y="463"/>
                </a:cxn>
              </a:cxnLst>
              <a:rect l="0" t="0" r="r" b="b"/>
              <a:pathLst>
                <a:path w="492" h="463">
                  <a:moveTo>
                    <a:pt x="110" y="463"/>
                  </a:moveTo>
                  <a:lnTo>
                    <a:pt x="110" y="463"/>
                  </a:lnTo>
                  <a:lnTo>
                    <a:pt x="106" y="462"/>
                  </a:lnTo>
                  <a:lnTo>
                    <a:pt x="102" y="461"/>
                  </a:lnTo>
                  <a:lnTo>
                    <a:pt x="98" y="458"/>
                  </a:lnTo>
                  <a:lnTo>
                    <a:pt x="96" y="455"/>
                  </a:lnTo>
                  <a:lnTo>
                    <a:pt x="96" y="455"/>
                  </a:lnTo>
                  <a:lnTo>
                    <a:pt x="94" y="453"/>
                  </a:lnTo>
                  <a:lnTo>
                    <a:pt x="94" y="452"/>
                  </a:lnTo>
                  <a:lnTo>
                    <a:pt x="91" y="450"/>
                  </a:lnTo>
                  <a:lnTo>
                    <a:pt x="91" y="450"/>
                  </a:lnTo>
                  <a:lnTo>
                    <a:pt x="85" y="442"/>
                  </a:lnTo>
                  <a:lnTo>
                    <a:pt x="85" y="442"/>
                  </a:lnTo>
                  <a:lnTo>
                    <a:pt x="80" y="435"/>
                  </a:lnTo>
                  <a:lnTo>
                    <a:pt x="76" y="430"/>
                  </a:lnTo>
                  <a:lnTo>
                    <a:pt x="65" y="421"/>
                  </a:lnTo>
                  <a:lnTo>
                    <a:pt x="65" y="421"/>
                  </a:lnTo>
                  <a:lnTo>
                    <a:pt x="53" y="411"/>
                  </a:lnTo>
                  <a:lnTo>
                    <a:pt x="53" y="411"/>
                  </a:lnTo>
                  <a:lnTo>
                    <a:pt x="44" y="399"/>
                  </a:lnTo>
                  <a:lnTo>
                    <a:pt x="35" y="386"/>
                  </a:lnTo>
                  <a:lnTo>
                    <a:pt x="27" y="370"/>
                  </a:lnTo>
                  <a:lnTo>
                    <a:pt x="21" y="355"/>
                  </a:lnTo>
                  <a:lnTo>
                    <a:pt x="15" y="339"/>
                  </a:lnTo>
                  <a:lnTo>
                    <a:pt x="11" y="325"/>
                  </a:lnTo>
                  <a:lnTo>
                    <a:pt x="5" y="299"/>
                  </a:lnTo>
                  <a:lnTo>
                    <a:pt x="5" y="299"/>
                  </a:lnTo>
                  <a:lnTo>
                    <a:pt x="3" y="285"/>
                  </a:lnTo>
                  <a:lnTo>
                    <a:pt x="0" y="269"/>
                  </a:lnTo>
                  <a:lnTo>
                    <a:pt x="0" y="253"/>
                  </a:lnTo>
                  <a:lnTo>
                    <a:pt x="0" y="235"/>
                  </a:lnTo>
                  <a:lnTo>
                    <a:pt x="0" y="218"/>
                  </a:lnTo>
                  <a:lnTo>
                    <a:pt x="3" y="202"/>
                  </a:lnTo>
                  <a:lnTo>
                    <a:pt x="5" y="186"/>
                  </a:lnTo>
                  <a:lnTo>
                    <a:pt x="8" y="172"/>
                  </a:lnTo>
                  <a:lnTo>
                    <a:pt x="8" y="172"/>
                  </a:lnTo>
                  <a:lnTo>
                    <a:pt x="13" y="154"/>
                  </a:lnTo>
                  <a:lnTo>
                    <a:pt x="18" y="139"/>
                  </a:lnTo>
                  <a:lnTo>
                    <a:pt x="24" y="124"/>
                  </a:lnTo>
                  <a:lnTo>
                    <a:pt x="31" y="110"/>
                  </a:lnTo>
                  <a:lnTo>
                    <a:pt x="39" y="98"/>
                  </a:lnTo>
                  <a:lnTo>
                    <a:pt x="48" y="85"/>
                  </a:lnTo>
                  <a:lnTo>
                    <a:pt x="57" y="74"/>
                  </a:lnTo>
                  <a:lnTo>
                    <a:pt x="68" y="64"/>
                  </a:lnTo>
                  <a:lnTo>
                    <a:pt x="68" y="64"/>
                  </a:lnTo>
                  <a:lnTo>
                    <a:pt x="85" y="49"/>
                  </a:lnTo>
                  <a:lnTo>
                    <a:pt x="105" y="36"/>
                  </a:lnTo>
                  <a:lnTo>
                    <a:pt x="124" y="25"/>
                  </a:lnTo>
                  <a:lnTo>
                    <a:pt x="146" y="16"/>
                  </a:lnTo>
                  <a:lnTo>
                    <a:pt x="169" y="9"/>
                  </a:lnTo>
                  <a:lnTo>
                    <a:pt x="193" y="4"/>
                  </a:lnTo>
                  <a:lnTo>
                    <a:pt x="216" y="1"/>
                  </a:lnTo>
                  <a:lnTo>
                    <a:pt x="241" y="0"/>
                  </a:lnTo>
                  <a:lnTo>
                    <a:pt x="241" y="0"/>
                  </a:lnTo>
                  <a:lnTo>
                    <a:pt x="260" y="1"/>
                  </a:lnTo>
                  <a:lnTo>
                    <a:pt x="279" y="2"/>
                  </a:lnTo>
                  <a:lnTo>
                    <a:pt x="298" y="5"/>
                  </a:lnTo>
                  <a:lnTo>
                    <a:pt x="316" y="9"/>
                  </a:lnTo>
                  <a:lnTo>
                    <a:pt x="334" y="14"/>
                  </a:lnTo>
                  <a:lnTo>
                    <a:pt x="352" y="20"/>
                  </a:lnTo>
                  <a:lnTo>
                    <a:pt x="368" y="27"/>
                  </a:lnTo>
                  <a:lnTo>
                    <a:pt x="385" y="35"/>
                  </a:lnTo>
                  <a:lnTo>
                    <a:pt x="401" y="44"/>
                  </a:lnTo>
                  <a:lnTo>
                    <a:pt x="416" y="54"/>
                  </a:lnTo>
                  <a:lnTo>
                    <a:pt x="430" y="65"/>
                  </a:lnTo>
                  <a:lnTo>
                    <a:pt x="445" y="76"/>
                  </a:lnTo>
                  <a:lnTo>
                    <a:pt x="457" y="88"/>
                  </a:lnTo>
                  <a:lnTo>
                    <a:pt x="469" y="102"/>
                  </a:lnTo>
                  <a:lnTo>
                    <a:pt x="480" y="115"/>
                  </a:lnTo>
                  <a:lnTo>
                    <a:pt x="490" y="130"/>
                  </a:lnTo>
                  <a:lnTo>
                    <a:pt x="490" y="130"/>
                  </a:lnTo>
                  <a:lnTo>
                    <a:pt x="492" y="135"/>
                  </a:lnTo>
                  <a:lnTo>
                    <a:pt x="492" y="139"/>
                  </a:lnTo>
                  <a:lnTo>
                    <a:pt x="492" y="143"/>
                  </a:lnTo>
                  <a:lnTo>
                    <a:pt x="491" y="146"/>
                  </a:lnTo>
                  <a:lnTo>
                    <a:pt x="491" y="146"/>
                  </a:lnTo>
                  <a:lnTo>
                    <a:pt x="487" y="150"/>
                  </a:lnTo>
                  <a:lnTo>
                    <a:pt x="483" y="153"/>
                  </a:lnTo>
                  <a:lnTo>
                    <a:pt x="478" y="155"/>
                  </a:lnTo>
                  <a:lnTo>
                    <a:pt x="473" y="157"/>
                  </a:lnTo>
                  <a:lnTo>
                    <a:pt x="473" y="157"/>
                  </a:lnTo>
                  <a:lnTo>
                    <a:pt x="473" y="157"/>
                  </a:lnTo>
                  <a:lnTo>
                    <a:pt x="469" y="155"/>
                  </a:lnTo>
                  <a:lnTo>
                    <a:pt x="465" y="154"/>
                  </a:lnTo>
                  <a:lnTo>
                    <a:pt x="462" y="151"/>
                  </a:lnTo>
                  <a:lnTo>
                    <a:pt x="458" y="147"/>
                  </a:lnTo>
                  <a:lnTo>
                    <a:pt x="458" y="147"/>
                  </a:lnTo>
                  <a:lnTo>
                    <a:pt x="450" y="135"/>
                  </a:lnTo>
                  <a:lnTo>
                    <a:pt x="439" y="123"/>
                  </a:lnTo>
                  <a:lnTo>
                    <a:pt x="429" y="112"/>
                  </a:lnTo>
                  <a:lnTo>
                    <a:pt x="419" y="102"/>
                  </a:lnTo>
                  <a:lnTo>
                    <a:pt x="407" y="94"/>
                  </a:lnTo>
                  <a:lnTo>
                    <a:pt x="395" y="85"/>
                  </a:lnTo>
                  <a:lnTo>
                    <a:pt x="383" y="77"/>
                  </a:lnTo>
                  <a:lnTo>
                    <a:pt x="369" y="71"/>
                  </a:lnTo>
                  <a:lnTo>
                    <a:pt x="356" y="65"/>
                  </a:lnTo>
                  <a:lnTo>
                    <a:pt x="342" y="59"/>
                  </a:lnTo>
                  <a:lnTo>
                    <a:pt x="316" y="50"/>
                  </a:lnTo>
                  <a:lnTo>
                    <a:pt x="289" y="42"/>
                  </a:lnTo>
                  <a:lnTo>
                    <a:pt x="263" y="36"/>
                  </a:lnTo>
                  <a:lnTo>
                    <a:pt x="263" y="36"/>
                  </a:lnTo>
                  <a:lnTo>
                    <a:pt x="247" y="34"/>
                  </a:lnTo>
                  <a:lnTo>
                    <a:pt x="232" y="33"/>
                  </a:lnTo>
                  <a:lnTo>
                    <a:pt x="232" y="33"/>
                  </a:lnTo>
                  <a:lnTo>
                    <a:pt x="219" y="34"/>
                  </a:lnTo>
                  <a:lnTo>
                    <a:pt x="207" y="35"/>
                  </a:lnTo>
                  <a:lnTo>
                    <a:pt x="195" y="37"/>
                  </a:lnTo>
                  <a:lnTo>
                    <a:pt x="182" y="40"/>
                  </a:lnTo>
                  <a:lnTo>
                    <a:pt x="169" y="44"/>
                  </a:lnTo>
                  <a:lnTo>
                    <a:pt x="156" y="48"/>
                  </a:lnTo>
                  <a:lnTo>
                    <a:pt x="144" y="53"/>
                  </a:lnTo>
                  <a:lnTo>
                    <a:pt x="133" y="59"/>
                  </a:lnTo>
                  <a:lnTo>
                    <a:pt x="120" y="66"/>
                  </a:lnTo>
                  <a:lnTo>
                    <a:pt x="109" y="74"/>
                  </a:lnTo>
                  <a:lnTo>
                    <a:pt x="99" y="82"/>
                  </a:lnTo>
                  <a:lnTo>
                    <a:pt x="89" y="90"/>
                  </a:lnTo>
                  <a:lnTo>
                    <a:pt x="80" y="100"/>
                  </a:lnTo>
                  <a:lnTo>
                    <a:pt x="72" y="110"/>
                  </a:lnTo>
                  <a:lnTo>
                    <a:pt x="66" y="121"/>
                  </a:lnTo>
                  <a:lnTo>
                    <a:pt x="59" y="133"/>
                  </a:lnTo>
                  <a:lnTo>
                    <a:pt x="59" y="133"/>
                  </a:lnTo>
                  <a:lnTo>
                    <a:pt x="53" y="147"/>
                  </a:lnTo>
                  <a:lnTo>
                    <a:pt x="48" y="163"/>
                  </a:lnTo>
                  <a:lnTo>
                    <a:pt x="44" y="178"/>
                  </a:lnTo>
                  <a:lnTo>
                    <a:pt x="41" y="195"/>
                  </a:lnTo>
                  <a:lnTo>
                    <a:pt x="39" y="210"/>
                  </a:lnTo>
                  <a:lnTo>
                    <a:pt x="38" y="227"/>
                  </a:lnTo>
                  <a:lnTo>
                    <a:pt x="37" y="242"/>
                  </a:lnTo>
                  <a:lnTo>
                    <a:pt x="38" y="259"/>
                  </a:lnTo>
                  <a:lnTo>
                    <a:pt x="39" y="274"/>
                  </a:lnTo>
                  <a:lnTo>
                    <a:pt x="42" y="290"/>
                  </a:lnTo>
                  <a:lnTo>
                    <a:pt x="45" y="304"/>
                  </a:lnTo>
                  <a:lnTo>
                    <a:pt x="49" y="320"/>
                  </a:lnTo>
                  <a:lnTo>
                    <a:pt x="54" y="334"/>
                  </a:lnTo>
                  <a:lnTo>
                    <a:pt x="60" y="348"/>
                  </a:lnTo>
                  <a:lnTo>
                    <a:pt x="68" y="361"/>
                  </a:lnTo>
                  <a:lnTo>
                    <a:pt x="76" y="373"/>
                  </a:lnTo>
                  <a:lnTo>
                    <a:pt x="76" y="373"/>
                  </a:lnTo>
                  <a:lnTo>
                    <a:pt x="87" y="389"/>
                  </a:lnTo>
                  <a:lnTo>
                    <a:pt x="101" y="402"/>
                  </a:lnTo>
                  <a:lnTo>
                    <a:pt x="101" y="402"/>
                  </a:lnTo>
                  <a:lnTo>
                    <a:pt x="112" y="416"/>
                  </a:lnTo>
                  <a:lnTo>
                    <a:pt x="121" y="428"/>
                  </a:lnTo>
                  <a:lnTo>
                    <a:pt x="122" y="429"/>
                  </a:lnTo>
                  <a:lnTo>
                    <a:pt x="123" y="430"/>
                  </a:lnTo>
                  <a:lnTo>
                    <a:pt x="123" y="430"/>
                  </a:lnTo>
                  <a:lnTo>
                    <a:pt x="125" y="431"/>
                  </a:lnTo>
                  <a:lnTo>
                    <a:pt x="128" y="434"/>
                  </a:lnTo>
                  <a:lnTo>
                    <a:pt x="130" y="440"/>
                  </a:lnTo>
                  <a:lnTo>
                    <a:pt x="131" y="446"/>
                  </a:lnTo>
                  <a:lnTo>
                    <a:pt x="130" y="451"/>
                  </a:lnTo>
                  <a:lnTo>
                    <a:pt x="130" y="451"/>
                  </a:lnTo>
                  <a:lnTo>
                    <a:pt x="129" y="455"/>
                  </a:lnTo>
                  <a:lnTo>
                    <a:pt x="125" y="458"/>
                  </a:lnTo>
                  <a:lnTo>
                    <a:pt x="123" y="460"/>
                  </a:lnTo>
                  <a:lnTo>
                    <a:pt x="121" y="462"/>
                  </a:lnTo>
                  <a:lnTo>
                    <a:pt x="117" y="463"/>
                  </a:lnTo>
                  <a:lnTo>
                    <a:pt x="114" y="463"/>
                  </a:lnTo>
                  <a:lnTo>
                    <a:pt x="110" y="46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grpSp>
        <p:nvGrpSpPr>
          <p:cNvPr id="21" name="组合 20"/>
          <p:cNvGrpSpPr/>
          <p:nvPr/>
        </p:nvGrpSpPr>
        <p:grpSpPr>
          <a:xfrm>
            <a:off x="1606404" y="4087776"/>
            <a:ext cx="535424" cy="556112"/>
            <a:chOff x="2254250" y="2162175"/>
            <a:chExt cx="657225" cy="682625"/>
          </a:xfrm>
          <a:solidFill>
            <a:schemeClr val="tx1"/>
          </a:solidFill>
        </p:grpSpPr>
        <p:sp>
          <p:nvSpPr>
            <p:cNvPr id="136" name="Freeform 262"/>
            <p:cNvSpPr/>
            <p:nvPr/>
          </p:nvSpPr>
          <p:spPr bwMode="auto">
            <a:xfrm>
              <a:off x="2292350" y="2236788"/>
              <a:ext cx="38100" cy="179388"/>
            </a:xfrm>
            <a:custGeom>
              <a:avLst/>
              <a:gdLst/>
              <a:ahLst/>
              <a:cxnLst>
                <a:cxn ang="0">
                  <a:pos x="65" y="0"/>
                </a:cxn>
                <a:cxn ang="0">
                  <a:pos x="58" y="7"/>
                </a:cxn>
                <a:cxn ang="0">
                  <a:pos x="52" y="16"/>
                </a:cxn>
                <a:cxn ang="0">
                  <a:pos x="50" y="36"/>
                </a:cxn>
                <a:cxn ang="0">
                  <a:pos x="48" y="64"/>
                </a:cxn>
                <a:cxn ang="0">
                  <a:pos x="41" y="122"/>
                </a:cxn>
                <a:cxn ang="0">
                  <a:pos x="36" y="150"/>
                </a:cxn>
                <a:cxn ang="0">
                  <a:pos x="14" y="245"/>
                </a:cxn>
                <a:cxn ang="0">
                  <a:pos x="9" y="267"/>
                </a:cxn>
                <a:cxn ang="0">
                  <a:pos x="1" y="311"/>
                </a:cxn>
                <a:cxn ang="0">
                  <a:pos x="0" y="333"/>
                </a:cxn>
                <a:cxn ang="0">
                  <a:pos x="0" y="335"/>
                </a:cxn>
                <a:cxn ang="0">
                  <a:pos x="2" y="338"/>
                </a:cxn>
                <a:cxn ang="0">
                  <a:pos x="10" y="338"/>
                </a:cxn>
                <a:cxn ang="0">
                  <a:pos x="12" y="338"/>
                </a:cxn>
                <a:cxn ang="0">
                  <a:pos x="14" y="335"/>
                </a:cxn>
                <a:cxn ang="0">
                  <a:pos x="14" y="331"/>
                </a:cxn>
                <a:cxn ang="0">
                  <a:pos x="12" y="328"/>
                </a:cxn>
                <a:cxn ang="0">
                  <a:pos x="9" y="328"/>
                </a:cxn>
                <a:cxn ang="0">
                  <a:pos x="10" y="310"/>
                </a:cxn>
                <a:cxn ang="0">
                  <a:pos x="16" y="272"/>
                </a:cxn>
                <a:cxn ang="0">
                  <a:pos x="31" y="215"/>
                </a:cxn>
                <a:cxn ang="0">
                  <a:pos x="39" y="178"/>
                </a:cxn>
                <a:cxn ang="0">
                  <a:pos x="50" y="118"/>
                </a:cxn>
                <a:cxn ang="0">
                  <a:pos x="52" y="98"/>
                </a:cxn>
                <a:cxn ang="0">
                  <a:pos x="58" y="54"/>
                </a:cxn>
                <a:cxn ang="0">
                  <a:pos x="61" y="24"/>
                </a:cxn>
                <a:cxn ang="0">
                  <a:pos x="65" y="14"/>
                </a:cxn>
                <a:cxn ang="0">
                  <a:pos x="67" y="15"/>
                </a:cxn>
                <a:cxn ang="0">
                  <a:pos x="71" y="13"/>
                </a:cxn>
                <a:cxn ang="0">
                  <a:pos x="72" y="4"/>
                </a:cxn>
                <a:cxn ang="0">
                  <a:pos x="71" y="2"/>
                </a:cxn>
                <a:cxn ang="0">
                  <a:pos x="67" y="0"/>
                </a:cxn>
                <a:cxn ang="0">
                  <a:pos x="65" y="0"/>
                </a:cxn>
              </a:cxnLst>
              <a:rect l="0" t="0" r="r" b="b"/>
              <a:pathLst>
                <a:path w="72" h="338">
                  <a:moveTo>
                    <a:pt x="65" y="0"/>
                  </a:moveTo>
                  <a:lnTo>
                    <a:pt x="65" y="0"/>
                  </a:lnTo>
                  <a:lnTo>
                    <a:pt x="61" y="4"/>
                  </a:lnTo>
                  <a:lnTo>
                    <a:pt x="58" y="7"/>
                  </a:lnTo>
                  <a:lnTo>
                    <a:pt x="55" y="11"/>
                  </a:lnTo>
                  <a:lnTo>
                    <a:pt x="52" y="16"/>
                  </a:lnTo>
                  <a:lnTo>
                    <a:pt x="50" y="26"/>
                  </a:lnTo>
                  <a:lnTo>
                    <a:pt x="50" y="36"/>
                  </a:lnTo>
                  <a:lnTo>
                    <a:pt x="50" y="36"/>
                  </a:lnTo>
                  <a:lnTo>
                    <a:pt x="48" y="64"/>
                  </a:lnTo>
                  <a:lnTo>
                    <a:pt x="45" y="93"/>
                  </a:lnTo>
                  <a:lnTo>
                    <a:pt x="41" y="122"/>
                  </a:lnTo>
                  <a:lnTo>
                    <a:pt x="36" y="150"/>
                  </a:lnTo>
                  <a:lnTo>
                    <a:pt x="36" y="150"/>
                  </a:lnTo>
                  <a:lnTo>
                    <a:pt x="25" y="197"/>
                  </a:lnTo>
                  <a:lnTo>
                    <a:pt x="14" y="245"/>
                  </a:lnTo>
                  <a:lnTo>
                    <a:pt x="14" y="245"/>
                  </a:lnTo>
                  <a:lnTo>
                    <a:pt x="9" y="267"/>
                  </a:lnTo>
                  <a:lnTo>
                    <a:pt x="4" y="289"/>
                  </a:lnTo>
                  <a:lnTo>
                    <a:pt x="1" y="311"/>
                  </a:lnTo>
                  <a:lnTo>
                    <a:pt x="0" y="322"/>
                  </a:lnTo>
                  <a:lnTo>
                    <a:pt x="0" y="333"/>
                  </a:lnTo>
                  <a:lnTo>
                    <a:pt x="0" y="333"/>
                  </a:lnTo>
                  <a:lnTo>
                    <a:pt x="0" y="335"/>
                  </a:lnTo>
                  <a:lnTo>
                    <a:pt x="1" y="337"/>
                  </a:lnTo>
                  <a:lnTo>
                    <a:pt x="2" y="338"/>
                  </a:lnTo>
                  <a:lnTo>
                    <a:pt x="4" y="338"/>
                  </a:lnTo>
                  <a:lnTo>
                    <a:pt x="10" y="338"/>
                  </a:lnTo>
                  <a:lnTo>
                    <a:pt x="10" y="338"/>
                  </a:lnTo>
                  <a:lnTo>
                    <a:pt x="12" y="338"/>
                  </a:lnTo>
                  <a:lnTo>
                    <a:pt x="14" y="337"/>
                  </a:lnTo>
                  <a:lnTo>
                    <a:pt x="14" y="335"/>
                  </a:lnTo>
                  <a:lnTo>
                    <a:pt x="15" y="333"/>
                  </a:lnTo>
                  <a:lnTo>
                    <a:pt x="14" y="331"/>
                  </a:lnTo>
                  <a:lnTo>
                    <a:pt x="14" y="329"/>
                  </a:lnTo>
                  <a:lnTo>
                    <a:pt x="12" y="328"/>
                  </a:lnTo>
                  <a:lnTo>
                    <a:pt x="10" y="328"/>
                  </a:lnTo>
                  <a:lnTo>
                    <a:pt x="9" y="328"/>
                  </a:lnTo>
                  <a:lnTo>
                    <a:pt x="9" y="328"/>
                  </a:lnTo>
                  <a:lnTo>
                    <a:pt x="10" y="310"/>
                  </a:lnTo>
                  <a:lnTo>
                    <a:pt x="13" y="290"/>
                  </a:lnTo>
                  <a:lnTo>
                    <a:pt x="16" y="272"/>
                  </a:lnTo>
                  <a:lnTo>
                    <a:pt x="20" y="253"/>
                  </a:lnTo>
                  <a:lnTo>
                    <a:pt x="31" y="215"/>
                  </a:lnTo>
                  <a:lnTo>
                    <a:pt x="39" y="178"/>
                  </a:lnTo>
                  <a:lnTo>
                    <a:pt x="39" y="178"/>
                  </a:lnTo>
                  <a:lnTo>
                    <a:pt x="46" y="138"/>
                  </a:lnTo>
                  <a:lnTo>
                    <a:pt x="50" y="118"/>
                  </a:lnTo>
                  <a:lnTo>
                    <a:pt x="52" y="98"/>
                  </a:lnTo>
                  <a:lnTo>
                    <a:pt x="52" y="98"/>
                  </a:lnTo>
                  <a:lnTo>
                    <a:pt x="58" y="54"/>
                  </a:lnTo>
                  <a:lnTo>
                    <a:pt x="58" y="54"/>
                  </a:lnTo>
                  <a:lnTo>
                    <a:pt x="59" y="34"/>
                  </a:lnTo>
                  <a:lnTo>
                    <a:pt x="61" y="24"/>
                  </a:lnTo>
                  <a:lnTo>
                    <a:pt x="62" y="18"/>
                  </a:lnTo>
                  <a:lnTo>
                    <a:pt x="65" y="14"/>
                  </a:lnTo>
                  <a:lnTo>
                    <a:pt x="65" y="14"/>
                  </a:lnTo>
                  <a:lnTo>
                    <a:pt x="67" y="15"/>
                  </a:lnTo>
                  <a:lnTo>
                    <a:pt x="69" y="15"/>
                  </a:lnTo>
                  <a:lnTo>
                    <a:pt x="71" y="13"/>
                  </a:lnTo>
                  <a:lnTo>
                    <a:pt x="72" y="10"/>
                  </a:lnTo>
                  <a:lnTo>
                    <a:pt x="72" y="4"/>
                  </a:lnTo>
                  <a:lnTo>
                    <a:pt x="72" y="4"/>
                  </a:lnTo>
                  <a:lnTo>
                    <a:pt x="71" y="2"/>
                  </a:lnTo>
                  <a:lnTo>
                    <a:pt x="70" y="0"/>
                  </a:lnTo>
                  <a:lnTo>
                    <a:pt x="67" y="0"/>
                  </a:lnTo>
                  <a:lnTo>
                    <a:pt x="65" y="0"/>
                  </a:lnTo>
                  <a:lnTo>
                    <a:pt x="65"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7" name="Freeform 263"/>
            <p:cNvSpPr/>
            <p:nvPr/>
          </p:nvSpPr>
          <p:spPr bwMode="auto">
            <a:xfrm>
              <a:off x="2309813" y="2203450"/>
              <a:ext cx="53975" cy="276225"/>
            </a:xfrm>
            <a:custGeom>
              <a:avLst/>
              <a:gdLst/>
              <a:ahLst/>
              <a:cxnLst>
                <a:cxn ang="0">
                  <a:pos x="104" y="4"/>
                </a:cxn>
                <a:cxn ang="0">
                  <a:pos x="103" y="1"/>
                </a:cxn>
                <a:cxn ang="0">
                  <a:pos x="100" y="0"/>
                </a:cxn>
                <a:cxn ang="0">
                  <a:pos x="97" y="1"/>
                </a:cxn>
                <a:cxn ang="0">
                  <a:pos x="95" y="4"/>
                </a:cxn>
                <a:cxn ang="0">
                  <a:pos x="94" y="16"/>
                </a:cxn>
                <a:cxn ang="0">
                  <a:pos x="90" y="42"/>
                </a:cxn>
                <a:cxn ang="0">
                  <a:pos x="89" y="55"/>
                </a:cxn>
                <a:cxn ang="0">
                  <a:pos x="89" y="103"/>
                </a:cxn>
                <a:cxn ang="0">
                  <a:pos x="87" y="120"/>
                </a:cxn>
                <a:cxn ang="0">
                  <a:pos x="62" y="234"/>
                </a:cxn>
                <a:cxn ang="0">
                  <a:pos x="52" y="273"/>
                </a:cxn>
                <a:cxn ang="0">
                  <a:pos x="32" y="341"/>
                </a:cxn>
                <a:cxn ang="0">
                  <a:pos x="17" y="391"/>
                </a:cxn>
                <a:cxn ang="0">
                  <a:pos x="14" y="409"/>
                </a:cxn>
                <a:cxn ang="0">
                  <a:pos x="12" y="437"/>
                </a:cxn>
                <a:cxn ang="0">
                  <a:pos x="10" y="465"/>
                </a:cxn>
                <a:cxn ang="0">
                  <a:pos x="9" y="478"/>
                </a:cxn>
                <a:cxn ang="0">
                  <a:pos x="9" y="497"/>
                </a:cxn>
                <a:cxn ang="0">
                  <a:pos x="5" y="508"/>
                </a:cxn>
                <a:cxn ang="0">
                  <a:pos x="1" y="513"/>
                </a:cxn>
                <a:cxn ang="0">
                  <a:pos x="0" y="516"/>
                </a:cxn>
                <a:cxn ang="0">
                  <a:pos x="2" y="519"/>
                </a:cxn>
                <a:cxn ang="0">
                  <a:pos x="5" y="520"/>
                </a:cxn>
                <a:cxn ang="0">
                  <a:pos x="8" y="519"/>
                </a:cxn>
                <a:cxn ang="0">
                  <a:pos x="13" y="513"/>
                </a:cxn>
                <a:cxn ang="0">
                  <a:pos x="18" y="502"/>
                </a:cxn>
                <a:cxn ang="0">
                  <a:pos x="18" y="494"/>
                </a:cxn>
                <a:cxn ang="0">
                  <a:pos x="22" y="433"/>
                </a:cxn>
                <a:cxn ang="0">
                  <a:pos x="24" y="413"/>
                </a:cxn>
                <a:cxn ang="0">
                  <a:pos x="31" y="376"/>
                </a:cxn>
                <a:cxn ang="0">
                  <a:pos x="47" y="321"/>
                </a:cxn>
                <a:cxn ang="0">
                  <a:pos x="59" y="285"/>
                </a:cxn>
                <a:cxn ang="0">
                  <a:pos x="79" y="203"/>
                </a:cxn>
                <a:cxn ang="0">
                  <a:pos x="96" y="122"/>
                </a:cxn>
                <a:cxn ang="0">
                  <a:pos x="98" y="92"/>
                </a:cxn>
                <a:cxn ang="0">
                  <a:pos x="98" y="62"/>
                </a:cxn>
                <a:cxn ang="0">
                  <a:pos x="101" y="33"/>
                </a:cxn>
                <a:cxn ang="0">
                  <a:pos x="104" y="4"/>
                </a:cxn>
              </a:cxnLst>
              <a:rect l="0" t="0" r="r" b="b"/>
              <a:pathLst>
                <a:path w="104" h="520">
                  <a:moveTo>
                    <a:pt x="104" y="4"/>
                  </a:moveTo>
                  <a:lnTo>
                    <a:pt x="104" y="4"/>
                  </a:lnTo>
                  <a:lnTo>
                    <a:pt x="104" y="2"/>
                  </a:lnTo>
                  <a:lnTo>
                    <a:pt x="103" y="1"/>
                  </a:lnTo>
                  <a:lnTo>
                    <a:pt x="101" y="0"/>
                  </a:lnTo>
                  <a:lnTo>
                    <a:pt x="100" y="0"/>
                  </a:lnTo>
                  <a:lnTo>
                    <a:pt x="98" y="0"/>
                  </a:lnTo>
                  <a:lnTo>
                    <a:pt x="97" y="1"/>
                  </a:lnTo>
                  <a:lnTo>
                    <a:pt x="95" y="2"/>
                  </a:lnTo>
                  <a:lnTo>
                    <a:pt x="95" y="4"/>
                  </a:lnTo>
                  <a:lnTo>
                    <a:pt x="95" y="4"/>
                  </a:lnTo>
                  <a:lnTo>
                    <a:pt x="94" y="16"/>
                  </a:lnTo>
                  <a:lnTo>
                    <a:pt x="92" y="30"/>
                  </a:lnTo>
                  <a:lnTo>
                    <a:pt x="90" y="42"/>
                  </a:lnTo>
                  <a:lnTo>
                    <a:pt x="89" y="55"/>
                  </a:lnTo>
                  <a:lnTo>
                    <a:pt x="89" y="55"/>
                  </a:lnTo>
                  <a:lnTo>
                    <a:pt x="90" y="88"/>
                  </a:lnTo>
                  <a:lnTo>
                    <a:pt x="89" y="103"/>
                  </a:lnTo>
                  <a:lnTo>
                    <a:pt x="87" y="120"/>
                  </a:lnTo>
                  <a:lnTo>
                    <a:pt x="87" y="120"/>
                  </a:lnTo>
                  <a:lnTo>
                    <a:pt x="71" y="196"/>
                  </a:lnTo>
                  <a:lnTo>
                    <a:pt x="62" y="234"/>
                  </a:lnTo>
                  <a:lnTo>
                    <a:pt x="52" y="273"/>
                  </a:lnTo>
                  <a:lnTo>
                    <a:pt x="52" y="273"/>
                  </a:lnTo>
                  <a:lnTo>
                    <a:pt x="42" y="307"/>
                  </a:lnTo>
                  <a:lnTo>
                    <a:pt x="32" y="341"/>
                  </a:lnTo>
                  <a:lnTo>
                    <a:pt x="21" y="375"/>
                  </a:lnTo>
                  <a:lnTo>
                    <a:pt x="17" y="391"/>
                  </a:lnTo>
                  <a:lnTo>
                    <a:pt x="14" y="409"/>
                  </a:lnTo>
                  <a:lnTo>
                    <a:pt x="14" y="409"/>
                  </a:lnTo>
                  <a:lnTo>
                    <a:pt x="13" y="423"/>
                  </a:lnTo>
                  <a:lnTo>
                    <a:pt x="12" y="437"/>
                  </a:lnTo>
                  <a:lnTo>
                    <a:pt x="11" y="451"/>
                  </a:lnTo>
                  <a:lnTo>
                    <a:pt x="10" y="465"/>
                  </a:lnTo>
                  <a:lnTo>
                    <a:pt x="10" y="465"/>
                  </a:lnTo>
                  <a:lnTo>
                    <a:pt x="9" y="478"/>
                  </a:lnTo>
                  <a:lnTo>
                    <a:pt x="10" y="490"/>
                  </a:lnTo>
                  <a:lnTo>
                    <a:pt x="9" y="497"/>
                  </a:lnTo>
                  <a:lnTo>
                    <a:pt x="8" y="502"/>
                  </a:lnTo>
                  <a:lnTo>
                    <a:pt x="5" y="508"/>
                  </a:lnTo>
                  <a:lnTo>
                    <a:pt x="1" y="513"/>
                  </a:lnTo>
                  <a:lnTo>
                    <a:pt x="1" y="513"/>
                  </a:lnTo>
                  <a:lnTo>
                    <a:pt x="0" y="514"/>
                  </a:lnTo>
                  <a:lnTo>
                    <a:pt x="0" y="516"/>
                  </a:lnTo>
                  <a:lnTo>
                    <a:pt x="1" y="518"/>
                  </a:lnTo>
                  <a:lnTo>
                    <a:pt x="2" y="519"/>
                  </a:lnTo>
                  <a:lnTo>
                    <a:pt x="3" y="520"/>
                  </a:lnTo>
                  <a:lnTo>
                    <a:pt x="5" y="520"/>
                  </a:lnTo>
                  <a:lnTo>
                    <a:pt x="6" y="520"/>
                  </a:lnTo>
                  <a:lnTo>
                    <a:pt x="8" y="519"/>
                  </a:lnTo>
                  <a:lnTo>
                    <a:pt x="8" y="519"/>
                  </a:lnTo>
                  <a:lnTo>
                    <a:pt x="13" y="513"/>
                  </a:lnTo>
                  <a:lnTo>
                    <a:pt x="16" y="508"/>
                  </a:lnTo>
                  <a:lnTo>
                    <a:pt x="18" y="502"/>
                  </a:lnTo>
                  <a:lnTo>
                    <a:pt x="18" y="494"/>
                  </a:lnTo>
                  <a:lnTo>
                    <a:pt x="18" y="494"/>
                  </a:lnTo>
                  <a:lnTo>
                    <a:pt x="20" y="463"/>
                  </a:lnTo>
                  <a:lnTo>
                    <a:pt x="22" y="433"/>
                  </a:lnTo>
                  <a:lnTo>
                    <a:pt x="22" y="433"/>
                  </a:lnTo>
                  <a:lnTo>
                    <a:pt x="24" y="413"/>
                  </a:lnTo>
                  <a:lnTo>
                    <a:pt x="27" y="394"/>
                  </a:lnTo>
                  <a:lnTo>
                    <a:pt x="31" y="376"/>
                  </a:lnTo>
                  <a:lnTo>
                    <a:pt x="36" y="357"/>
                  </a:lnTo>
                  <a:lnTo>
                    <a:pt x="47" y="321"/>
                  </a:lnTo>
                  <a:lnTo>
                    <a:pt x="59" y="285"/>
                  </a:lnTo>
                  <a:lnTo>
                    <a:pt x="59" y="285"/>
                  </a:lnTo>
                  <a:lnTo>
                    <a:pt x="69" y="245"/>
                  </a:lnTo>
                  <a:lnTo>
                    <a:pt x="79" y="203"/>
                  </a:lnTo>
                  <a:lnTo>
                    <a:pt x="96" y="122"/>
                  </a:lnTo>
                  <a:lnTo>
                    <a:pt x="96" y="122"/>
                  </a:lnTo>
                  <a:lnTo>
                    <a:pt x="98" y="107"/>
                  </a:lnTo>
                  <a:lnTo>
                    <a:pt x="98" y="92"/>
                  </a:lnTo>
                  <a:lnTo>
                    <a:pt x="98" y="62"/>
                  </a:lnTo>
                  <a:lnTo>
                    <a:pt x="98" y="62"/>
                  </a:lnTo>
                  <a:lnTo>
                    <a:pt x="99" y="47"/>
                  </a:lnTo>
                  <a:lnTo>
                    <a:pt x="101" y="33"/>
                  </a:lnTo>
                  <a:lnTo>
                    <a:pt x="103" y="18"/>
                  </a:lnTo>
                  <a:lnTo>
                    <a:pt x="104" y="4"/>
                  </a:lnTo>
                  <a:lnTo>
                    <a:pt x="10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8" name="Freeform 264"/>
            <p:cNvSpPr/>
            <p:nvPr/>
          </p:nvSpPr>
          <p:spPr bwMode="auto">
            <a:xfrm>
              <a:off x="2349500" y="2176463"/>
              <a:ext cx="61913" cy="349250"/>
            </a:xfrm>
            <a:custGeom>
              <a:avLst/>
              <a:gdLst/>
              <a:ahLst/>
              <a:cxnLst>
                <a:cxn ang="0">
                  <a:pos x="108" y="2"/>
                </a:cxn>
                <a:cxn ang="0">
                  <a:pos x="100" y="16"/>
                </a:cxn>
                <a:cxn ang="0">
                  <a:pos x="96" y="30"/>
                </a:cxn>
                <a:cxn ang="0">
                  <a:pos x="93" y="61"/>
                </a:cxn>
                <a:cxn ang="0">
                  <a:pos x="90" y="83"/>
                </a:cxn>
                <a:cxn ang="0">
                  <a:pos x="78" y="150"/>
                </a:cxn>
                <a:cxn ang="0">
                  <a:pos x="69" y="192"/>
                </a:cxn>
                <a:cxn ang="0">
                  <a:pos x="39" y="318"/>
                </a:cxn>
                <a:cxn ang="0">
                  <a:pos x="30" y="360"/>
                </a:cxn>
                <a:cxn ang="0">
                  <a:pos x="18" y="444"/>
                </a:cxn>
                <a:cxn ang="0">
                  <a:pos x="14" y="487"/>
                </a:cxn>
                <a:cxn ang="0">
                  <a:pos x="7" y="577"/>
                </a:cxn>
                <a:cxn ang="0">
                  <a:pos x="2" y="616"/>
                </a:cxn>
                <a:cxn ang="0">
                  <a:pos x="0" y="656"/>
                </a:cxn>
                <a:cxn ang="0">
                  <a:pos x="0" y="657"/>
                </a:cxn>
                <a:cxn ang="0">
                  <a:pos x="2" y="660"/>
                </a:cxn>
                <a:cxn ang="0">
                  <a:pos x="6" y="660"/>
                </a:cxn>
                <a:cxn ang="0">
                  <a:pos x="8" y="657"/>
                </a:cxn>
                <a:cxn ang="0">
                  <a:pos x="9" y="656"/>
                </a:cxn>
                <a:cxn ang="0">
                  <a:pos x="15" y="576"/>
                </a:cxn>
                <a:cxn ang="0">
                  <a:pos x="22" y="496"/>
                </a:cxn>
                <a:cxn ang="0">
                  <a:pos x="26" y="452"/>
                </a:cxn>
                <a:cxn ang="0">
                  <a:pos x="39" y="364"/>
                </a:cxn>
                <a:cxn ang="0">
                  <a:pos x="49" y="320"/>
                </a:cxn>
                <a:cxn ang="0">
                  <a:pos x="85" y="161"/>
                </a:cxn>
                <a:cxn ang="0">
                  <a:pos x="92" y="123"/>
                </a:cxn>
                <a:cxn ang="0">
                  <a:pos x="99" y="86"/>
                </a:cxn>
                <a:cxn ang="0">
                  <a:pos x="103" y="45"/>
                </a:cxn>
                <a:cxn ang="0">
                  <a:pos x="108" y="25"/>
                </a:cxn>
                <a:cxn ang="0">
                  <a:pos x="116" y="6"/>
                </a:cxn>
                <a:cxn ang="0">
                  <a:pos x="117" y="5"/>
                </a:cxn>
                <a:cxn ang="0">
                  <a:pos x="116" y="2"/>
                </a:cxn>
                <a:cxn ang="0">
                  <a:pos x="111" y="0"/>
                </a:cxn>
                <a:cxn ang="0">
                  <a:pos x="108" y="2"/>
                </a:cxn>
              </a:cxnLst>
              <a:rect l="0" t="0" r="r" b="b"/>
              <a:pathLst>
                <a:path w="117" h="660">
                  <a:moveTo>
                    <a:pt x="108" y="2"/>
                  </a:moveTo>
                  <a:lnTo>
                    <a:pt x="108" y="2"/>
                  </a:lnTo>
                  <a:lnTo>
                    <a:pt x="103" y="8"/>
                  </a:lnTo>
                  <a:lnTo>
                    <a:pt x="100" y="16"/>
                  </a:lnTo>
                  <a:lnTo>
                    <a:pt x="98" y="23"/>
                  </a:lnTo>
                  <a:lnTo>
                    <a:pt x="96" y="30"/>
                  </a:lnTo>
                  <a:lnTo>
                    <a:pt x="94" y="46"/>
                  </a:lnTo>
                  <a:lnTo>
                    <a:pt x="93" y="61"/>
                  </a:lnTo>
                  <a:lnTo>
                    <a:pt x="93" y="61"/>
                  </a:lnTo>
                  <a:lnTo>
                    <a:pt x="90" y="83"/>
                  </a:lnTo>
                  <a:lnTo>
                    <a:pt x="87" y="106"/>
                  </a:lnTo>
                  <a:lnTo>
                    <a:pt x="78" y="150"/>
                  </a:lnTo>
                  <a:lnTo>
                    <a:pt x="78" y="150"/>
                  </a:lnTo>
                  <a:lnTo>
                    <a:pt x="69" y="192"/>
                  </a:lnTo>
                  <a:lnTo>
                    <a:pt x="60" y="235"/>
                  </a:lnTo>
                  <a:lnTo>
                    <a:pt x="39" y="318"/>
                  </a:lnTo>
                  <a:lnTo>
                    <a:pt x="39" y="318"/>
                  </a:lnTo>
                  <a:lnTo>
                    <a:pt x="30" y="360"/>
                  </a:lnTo>
                  <a:lnTo>
                    <a:pt x="23" y="402"/>
                  </a:lnTo>
                  <a:lnTo>
                    <a:pt x="18" y="444"/>
                  </a:lnTo>
                  <a:lnTo>
                    <a:pt x="14" y="487"/>
                  </a:lnTo>
                  <a:lnTo>
                    <a:pt x="14" y="487"/>
                  </a:lnTo>
                  <a:lnTo>
                    <a:pt x="11" y="532"/>
                  </a:lnTo>
                  <a:lnTo>
                    <a:pt x="7" y="577"/>
                  </a:lnTo>
                  <a:lnTo>
                    <a:pt x="7" y="577"/>
                  </a:lnTo>
                  <a:lnTo>
                    <a:pt x="2" y="616"/>
                  </a:lnTo>
                  <a:lnTo>
                    <a:pt x="1" y="637"/>
                  </a:lnTo>
                  <a:lnTo>
                    <a:pt x="0" y="656"/>
                  </a:lnTo>
                  <a:lnTo>
                    <a:pt x="0" y="656"/>
                  </a:lnTo>
                  <a:lnTo>
                    <a:pt x="0" y="657"/>
                  </a:lnTo>
                  <a:lnTo>
                    <a:pt x="1" y="659"/>
                  </a:lnTo>
                  <a:lnTo>
                    <a:pt x="2" y="660"/>
                  </a:lnTo>
                  <a:lnTo>
                    <a:pt x="4" y="660"/>
                  </a:lnTo>
                  <a:lnTo>
                    <a:pt x="6" y="660"/>
                  </a:lnTo>
                  <a:lnTo>
                    <a:pt x="7" y="659"/>
                  </a:lnTo>
                  <a:lnTo>
                    <a:pt x="8" y="657"/>
                  </a:lnTo>
                  <a:lnTo>
                    <a:pt x="9" y="656"/>
                  </a:lnTo>
                  <a:lnTo>
                    <a:pt x="9" y="656"/>
                  </a:lnTo>
                  <a:lnTo>
                    <a:pt x="12" y="616"/>
                  </a:lnTo>
                  <a:lnTo>
                    <a:pt x="15" y="576"/>
                  </a:lnTo>
                  <a:lnTo>
                    <a:pt x="19" y="535"/>
                  </a:lnTo>
                  <a:lnTo>
                    <a:pt x="22" y="496"/>
                  </a:lnTo>
                  <a:lnTo>
                    <a:pt x="22" y="496"/>
                  </a:lnTo>
                  <a:lnTo>
                    <a:pt x="26" y="452"/>
                  </a:lnTo>
                  <a:lnTo>
                    <a:pt x="32" y="408"/>
                  </a:lnTo>
                  <a:lnTo>
                    <a:pt x="39" y="364"/>
                  </a:lnTo>
                  <a:lnTo>
                    <a:pt x="49" y="320"/>
                  </a:lnTo>
                  <a:lnTo>
                    <a:pt x="49" y="320"/>
                  </a:lnTo>
                  <a:lnTo>
                    <a:pt x="67" y="241"/>
                  </a:lnTo>
                  <a:lnTo>
                    <a:pt x="85" y="161"/>
                  </a:lnTo>
                  <a:lnTo>
                    <a:pt x="85" y="161"/>
                  </a:lnTo>
                  <a:lnTo>
                    <a:pt x="92" y="123"/>
                  </a:lnTo>
                  <a:lnTo>
                    <a:pt x="99" y="86"/>
                  </a:lnTo>
                  <a:lnTo>
                    <a:pt x="99" y="86"/>
                  </a:lnTo>
                  <a:lnTo>
                    <a:pt x="101" y="65"/>
                  </a:lnTo>
                  <a:lnTo>
                    <a:pt x="103" y="45"/>
                  </a:lnTo>
                  <a:lnTo>
                    <a:pt x="106" y="34"/>
                  </a:lnTo>
                  <a:lnTo>
                    <a:pt x="108" y="25"/>
                  </a:lnTo>
                  <a:lnTo>
                    <a:pt x="111" y="16"/>
                  </a:lnTo>
                  <a:lnTo>
                    <a:pt x="116" y="6"/>
                  </a:lnTo>
                  <a:lnTo>
                    <a:pt x="116" y="6"/>
                  </a:lnTo>
                  <a:lnTo>
                    <a:pt x="117" y="5"/>
                  </a:lnTo>
                  <a:lnTo>
                    <a:pt x="117" y="3"/>
                  </a:lnTo>
                  <a:lnTo>
                    <a:pt x="116" y="2"/>
                  </a:lnTo>
                  <a:lnTo>
                    <a:pt x="115" y="1"/>
                  </a:lnTo>
                  <a:lnTo>
                    <a:pt x="111" y="0"/>
                  </a:lnTo>
                  <a:lnTo>
                    <a:pt x="110" y="0"/>
                  </a:lnTo>
                  <a:lnTo>
                    <a:pt x="108" y="2"/>
                  </a:lnTo>
                  <a:lnTo>
                    <a:pt x="10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9" name="Freeform 265"/>
            <p:cNvSpPr/>
            <p:nvPr/>
          </p:nvSpPr>
          <p:spPr bwMode="auto">
            <a:xfrm>
              <a:off x="2386013" y="2193925"/>
              <a:ext cx="58738" cy="395288"/>
            </a:xfrm>
            <a:custGeom>
              <a:avLst/>
              <a:gdLst/>
              <a:ahLst/>
              <a:cxnLst>
                <a:cxn ang="0">
                  <a:pos x="102" y="5"/>
                </a:cxn>
                <a:cxn ang="0">
                  <a:pos x="94" y="49"/>
                </a:cxn>
                <a:cxn ang="0">
                  <a:pos x="89" y="93"/>
                </a:cxn>
                <a:cxn ang="0">
                  <a:pos x="88" y="142"/>
                </a:cxn>
                <a:cxn ang="0">
                  <a:pos x="85" y="190"/>
                </a:cxn>
                <a:cxn ang="0">
                  <a:pos x="81" y="216"/>
                </a:cxn>
                <a:cxn ang="0">
                  <a:pos x="73" y="268"/>
                </a:cxn>
                <a:cxn ang="0">
                  <a:pos x="54" y="343"/>
                </a:cxn>
                <a:cxn ang="0">
                  <a:pos x="41" y="394"/>
                </a:cxn>
                <a:cxn ang="0">
                  <a:pos x="30" y="438"/>
                </a:cxn>
                <a:cxn ang="0">
                  <a:pos x="24" y="484"/>
                </a:cxn>
                <a:cxn ang="0">
                  <a:pos x="16" y="576"/>
                </a:cxn>
                <a:cxn ang="0">
                  <a:pos x="13" y="618"/>
                </a:cxn>
                <a:cxn ang="0">
                  <a:pos x="12" y="628"/>
                </a:cxn>
                <a:cxn ang="0">
                  <a:pos x="8" y="648"/>
                </a:cxn>
                <a:cxn ang="0">
                  <a:pos x="7" y="657"/>
                </a:cxn>
                <a:cxn ang="0">
                  <a:pos x="7" y="705"/>
                </a:cxn>
                <a:cxn ang="0">
                  <a:pos x="6" y="715"/>
                </a:cxn>
                <a:cxn ang="0">
                  <a:pos x="1" y="735"/>
                </a:cxn>
                <a:cxn ang="0">
                  <a:pos x="0" y="745"/>
                </a:cxn>
                <a:cxn ang="0">
                  <a:pos x="1" y="748"/>
                </a:cxn>
                <a:cxn ang="0">
                  <a:pos x="5" y="749"/>
                </a:cxn>
                <a:cxn ang="0">
                  <a:pos x="10" y="747"/>
                </a:cxn>
                <a:cxn ang="0">
                  <a:pos x="10" y="745"/>
                </a:cxn>
                <a:cxn ang="0">
                  <a:pos x="13" y="729"/>
                </a:cxn>
                <a:cxn ang="0">
                  <a:pos x="16" y="713"/>
                </a:cxn>
                <a:cxn ang="0">
                  <a:pos x="17" y="701"/>
                </a:cxn>
                <a:cxn ang="0">
                  <a:pos x="16" y="662"/>
                </a:cxn>
                <a:cxn ang="0">
                  <a:pos x="17" y="655"/>
                </a:cxn>
                <a:cxn ang="0">
                  <a:pos x="21" y="633"/>
                </a:cxn>
                <a:cxn ang="0">
                  <a:pos x="23" y="609"/>
                </a:cxn>
                <a:cxn ang="0">
                  <a:pos x="25" y="585"/>
                </a:cxn>
                <a:cxn ang="0">
                  <a:pos x="34" y="481"/>
                </a:cxn>
                <a:cxn ang="0">
                  <a:pos x="43" y="430"/>
                </a:cxn>
                <a:cxn ang="0">
                  <a:pos x="54" y="379"/>
                </a:cxn>
                <a:cxn ang="0">
                  <a:pos x="66" y="335"/>
                </a:cxn>
                <a:cxn ang="0">
                  <a:pos x="86" y="245"/>
                </a:cxn>
                <a:cxn ang="0">
                  <a:pos x="93" y="200"/>
                </a:cxn>
                <a:cxn ang="0">
                  <a:pos x="97" y="151"/>
                </a:cxn>
                <a:cxn ang="0">
                  <a:pos x="99" y="102"/>
                </a:cxn>
                <a:cxn ang="0">
                  <a:pos x="100" y="78"/>
                </a:cxn>
                <a:cxn ang="0">
                  <a:pos x="108" y="29"/>
                </a:cxn>
                <a:cxn ang="0">
                  <a:pos x="111" y="5"/>
                </a:cxn>
                <a:cxn ang="0">
                  <a:pos x="110" y="1"/>
                </a:cxn>
                <a:cxn ang="0">
                  <a:pos x="107" y="0"/>
                </a:cxn>
                <a:cxn ang="0">
                  <a:pos x="102" y="3"/>
                </a:cxn>
                <a:cxn ang="0">
                  <a:pos x="102" y="5"/>
                </a:cxn>
              </a:cxnLst>
              <a:rect l="0" t="0" r="r" b="b"/>
              <a:pathLst>
                <a:path w="111" h="749">
                  <a:moveTo>
                    <a:pt x="102" y="5"/>
                  </a:moveTo>
                  <a:lnTo>
                    <a:pt x="102" y="5"/>
                  </a:lnTo>
                  <a:lnTo>
                    <a:pt x="99" y="27"/>
                  </a:lnTo>
                  <a:lnTo>
                    <a:pt x="94" y="49"/>
                  </a:lnTo>
                  <a:lnTo>
                    <a:pt x="91" y="71"/>
                  </a:lnTo>
                  <a:lnTo>
                    <a:pt x="89" y="93"/>
                  </a:lnTo>
                  <a:lnTo>
                    <a:pt x="89" y="93"/>
                  </a:lnTo>
                  <a:lnTo>
                    <a:pt x="88" y="142"/>
                  </a:lnTo>
                  <a:lnTo>
                    <a:pt x="87" y="167"/>
                  </a:lnTo>
                  <a:lnTo>
                    <a:pt x="85" y="190"/>
                  </a:lnTo>
                  <a:lnTo>
                    <a:pt x="85" y="190"/>
                  </a:lnTo>
                  <a:lnTo>
                    <a:pt x="81" y="216"/>
                  </a:lnTo>
                  <a:lnTo>
                    <a:pt x="77" y="242"/>
                  </a:lnTo>
                  <a:lnTo>
                    <a:pt x="73" y="268"/>
                  </a:lnTo>
                  <a:lnTo>
                    <a:pt x="66" y="293"/>
                  </a:lnTo>
                  <a:lnTo>
                    <a:pt x="54" y="343"/>
                  </a:lnTo>
                  <a:lnTo>
                    <a:pt x="41" y="394"/>
                  </a:lnTo>
                  <a:lnTo>
                    <a:pt x="41" y="394"/>
                  </a:lnTo>
                  <a:lnTo>
                    <a:pt x="36" y="416"/>
                  </a:lnTo>
                  <a:lnTo>
                    <a:pt x="30" y="438"/>
                  </a:lnTo>
                  <a:lnTo>
                    <a:pt x="27" y="461"/>
                  </a:lnTo>
                  <a:lnTo>
                    <a:pt x="24" y="484"/>
                  </a:lnTo>
                  <a:lnTo>
                    <a:pt x="19" y="530"/>
                  </a:lnTo>
                  <a:lnTo>
                    <a:pt x="16" y="576"/>
                  </a:lnTo>
                  <a:lnTo>
                    <a:pt x="16" y="576"/>
                  </a:lnTo>
                  <a:lnTo>
                    <a:pt x="13" y="618"/>
                  </a:lnTo>
                  <a:lnTo>
                    <a:pt x="13" y="618"/>
                  </a:lnTo>
                  <a:lnTo>
                    <a:pt x="12" y="628"/>
                  </a:lnTo>
                  <a:lnTo>
                    <a:pt x="10" y="638"/>
                  </a:lnTo>
                  <a:lnTo>
                    <a:pt x="8" y="648"/>
                  </a:lnTo>
                  <a:lnTo>
                    <a:pt x="7" y="657"/>
                  </a:lnTo>
                  <a:lnTo>
                    <a:pt x="7" y="657"/>
                  </a:lnTo>
                  <a:lnTo>
                    <a:pt x="7" y="681"/>
                  </a:lnTo>
                  <a:lnTo>
                    <a:pt x="7" y="705"/>
                  </a:lnTo>
                  <a:lnTo>
                    <a:pt x="7" y="705"/>
                  </a:lnTo>
                  <a:lnTo>
                    <a:pt x="6" y="715"/>
                  </a:lnTo>
                  <a:lnTo>
                    <a:pt x="3" y="724"/>
                  </a:lnTo>
                  <a:lnTo>
                    <a:pt x="1" y="735"/>
                  </a:lnTo>
                  <a:lnTo>
                    <a:pt x="0" y="745"/>
                  </a:lnTo>
                  <a:lnTo>
                    <a:pt x="0" y="745"/>
                  </a:lnTo>
                  <a:lnTo>
                    <a:pt x="0" y="747"/>
                  </a:lnTo>
                  <a:lnTo>
                    <a:pt x="1" y="748"/>
                  </a:lnTo>
                  <a:lnTo>
                    <a:pt x="2" y="749"/>
                  </a:lnTo>
                  <a:lnTo>
                    <a:pt x="5" y="749"/>
                  </a:lnTo>
                  <a:lnTo>
                    <a:pt x="8" y="748"/>
                  </a:lnTo>
                  <a:lnTo>
                    <a:pt x="10" y="747"/>
                  </a:lnTo>
                  <a:lnTo>
                    <a:pt x="10" y="745"/>
                  </a:lnTo>
                  <a:lnTo>
                    <a:pt x="10" y="745"/>
                  </a:lnTo>
                  <a:lnTo>
                    <a:pt x="11" y="737"/>
                  </a:lnTo>
                  <a:lnTo>
                    <a:pt x="13" y="729"/>
                  </a:lnTo>
                  <a:lnTo>
                    <a:pt x="15" y="721"/>
                  </a:lnTo>
                  <a:lnTo>
                    <a:pt x="16" y="713"/>
                  </a:lnTo>
                  <a:lnTo>
                    <a:pt x="16" y="713"/>
                  </a:lnTo>
                  <a:lnTo>
                    <a:pt x="17" y="701"/>
                  </a:lnTo>
                  <a:lnTo>
                    <a:pt x="17" y="688"/>
                  </a:lnTo>
                  <a:lnTo>
                    <a:pt x="16" y="662"/>
                  </a:lnTo>
                  <a:lnTo>
                    <a:pt x="16" y="662"/>
                  </a:lnTo>
                  <a:lnTo>
                    <a:pt x="17" y="655"/>
                  </a:lnTo>
                  <a:lnTo>
                    <a:pt x="18" y="648"/>
                  </a:lnTo>
                  <a:lnTo>
                    <a:pt x="21" y="633"/>
                  </a:lnTo>
                  <a:lnTo>
                    <a:pt x="21" y="633"/>
                  </a:lnTo>
                  <a:lnTo>
                    <a:pt x="23" y="609"/>
                  </a:lnTo>
                  <a:lnTo>
                    <a:pt x="25" y="585"/>
                  </a:lnTo>
                  <a:lnTo>
                    <a:pt x="25" y="585"/>
                  </a:lnTo>
                  <a:lnTo>
                    <a:pt x="29" y="532"/>
                  </a:lnTo>
                  <a:lnTo>
                    <a:pt x="34" y="481"/>
                  </a:lnTo>
                  <a:lnTo>
                    <a:pt x="39" y="456"/>
                  </a:lnTo>
                  <a:lnTo>
                    <a:pt x="43" y="430"/>
                  </a:lnTo>
                  <a:lnTo>
                    <a:pt x="48" y="404"/>
                  </a:lnTo>
                  <a:lnTo>
                    <a:pt x="54" y="379"/>
                  </a:lnTo>
                  <a:lnTo>
                    <a:pt x="54" y="379"/>
                  </a:lnTo>
                  <a:lnTo>
                    <a:pt x="66" y="335"/>
                  </a:lnTo>
                  <a:lnTo>
                    <a:pt x="77" y="289"/>
                  </a:lnTo>
                  <a:lnTo>
                    <a:pt x="86" y="245"/>
                  </a:lnTo>
                  <a:lnTo>
                    <a:pt x="93" y="200"/>
                  </a:lnTo>
                  <a:lnTo>
                    <a:pt x="93" y="200"/>
                  </a:lnTo>
                  <a:lnTo>
                    <a:pt x="95" y="175"/>
                  </a:lnTo>
                  <a:lnTo>
                    <a:pt x="97" y="151"/>
                  </a:lnTo>
                  <a:lnTo>
                    <a:pt x="99" y="102"/>
                  </a:lnTo>
                  <a:lnTo>
                    <a:pt x="99" y="102"/>
                  </a:lnTo>
                  <a:lnTo>
                    <a:pt x="99" y="90"/>
                  </a:lnTo>
                  <a:lnTo>
                    <a:pt x="100" y="78"/>
                  </a:lnTo>
                  <a:lnTo>
                    <a:pt x="104" y="54"/>
                  </a:lnTo>
                  <a:lnTo>
                    <a:pt x="108" y="29"/>
                  </a:lnTo>
                  <a:lnTo>
                    <a:pt x="111" y="5"/>
                  </a:lnTo>
                  <a:lnTo>
                    <a:pt x="111" y="5"/>
                  </a:lnTo>
                  <a:lnTo>
                    <a:pt x="111" y="3"/>
                  </a:lnTo>
                  <a:lnTo>
                    <a:pt x="110" y="1"/>
                  </a:lnTo>
                  <a:lnTo>
                    <a:pt x="108" y="1"/>
                  </a:lnTo>
                  <a:lnTo>
                    <a:pt x="107" y="0"/>
                  </a:lnTo>
                  <a:lnTo>
                    <a:pt x="104" y="1"/>
                  </a:lnTo>
                  <a:lnTo>
                    <a:pt x="102" y="3"/>
                  </a:lnTo>
                  <a:lnTo>
                    <a:pt x="102" y="5"/>
                  </a:lnTo>
                  <a:lnTo>
                    <a:pt x="102"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0" name="Freeform 266"/>
            <p:cNvSpPr/>
            <p:nvPr/>
          </p:nvSpPr>
          <p:spPr bwMode="auto">
            <a:xfrm>
              <a:off x="2413000" y="2193925"/>
              <a:ext cx="79375" cy="442913"/>
            </a:xfrm>
            <a:custGeom>
              <a:avLst/>
              <a:gdLst/>
              <a:ahLst/>
              <a:cxnLst>
                <a:cxn ang="0">
                  <a:pos x="139" y="5"/>
                </a:cxn>
                <a:cxn ang="0">
                  <a:pos x="135" y="30"/>
                </a:cxn>
                <a:cxn ang="0">
                  <a:pos x="128" y="56"/>
                </a:cxn>
                <a:cxn ang="0">
                  <a:pos x="116" y="93"/>
                </a:cxn>
                <a:cxn ang="0">
                  <a:pos x="113" y="106"/>
                </a:cxn>
                <a:cxn ang="0">
                  <a:pos x="106" y="155"/>
                </a:cxn>
                <a:cxn ang="0">
                  <a:pos x="102" y="206"/>
                </a:cxn>
                <a:cxn ang="0">
                  <a:pos x="95" y="257"/>
                </a:cxn>
                <a:cxn ang="0">
                  <a:pos x="85" y="309"/>
                </a:cxn>
                <a:cxn ang="0">
                  <a:pos x="77" y="337"/>
                </a:cxn>
                <a:cxn ang="0">
                  <a:pos x="62" y="392"/>
                </a:cxn>
                <a:cxn ang="0">
                  <a:pos x="56" y="420"/>
                </a:cxn>
                <a:cxn ang="0">
                  <a:pos x="36" y="532"/>
                </a:cxn>
                <a:cxn ang="0">
                  <a:pos x="19" y="646"/>
                </a:cxn>
                <a:cxn ang="0">
                  <a:pos x="7" y="719"/>
                </a:cxn>
                <a:cxn ang="0">
                  <a:pos x="6" y="744"/>
                </a:cxn>
                <a:cxn ang="0">
                  <a:pos x="3" y="788"/>
                </a:cxn>
                <a:cxn ang="0">
                  <a:pos x="0" y="834"/>
                </a:cxn>
                <a:cxn ang="0">
                  <a:pos x="0" y="835"/>
                </a:cxn>
                <a:cxn ang="0">
                  <a:pos x="3" y="838"/>
                </a:cxn>
                <a:cxn ang="0">
                  <a:pos x="6" y="838"/>
                </a:cxn>
                <a:cxn ang="0">
                  <a:pos x="9" y="835"/>
                </a:cxn>
                <a:cxn ang="0">
                  <a:pos x="9" y="834"/>
                </a:cxn>
                <a:cxn ang="0">
                  <a:pos x="12" y="792"/>
                </a:cxn>
                <a:cxn ang="0">
                  <a:pos x="15" y="752"/>
                </a:cxn>
                <a:cxn ang="0">
                  <a:pos x="18" y="721"/>
                </a:cxn>
                <a:cxn ang="0">
                  <a:pos x="26" y="660"/>
                </a:cxn>
                <a:cxn ang="0">
                  <a:pos x="31" y="629"/>
                </a:cxn>
                <a:cxn ang="0">
                  <a:pos x="58" y="461"/>
                </a:cxn>
                <a:cxn ang="0">
                  <a:pos x="68" y="405"/>
                </a:cxn>
                <a:cxn ang="0">
                  <a:pos x="82" y="353"/>
                </a:cxn>
                <a:cxn ang="0">
                  <a:pos x="96" y="304"/>
                </a:cxn>
                <a:cxn ang="0">
                  <a:pos x="101" y="279"/>
                </a:cxn>
                <a:cxn ang="0">
                  <a:pos x="112" y="206"/>
                </a:cxn>
                <a:cxn ang="0">
                  <a:pos x="115" y="179"/>
                </a:cxn>
                <a:cxn ang="0">
                  <a:pos x="120" y="126"/>
                </a:cxn>
                <a:cxn ang="0">
                  <a:pos x="124" y="100"/>
                </a:cxn>
                <a:cxn ang="0">
                  <a:pos x="130" y="76"/>
                </a:cxn>
                <a:cxn ang="0">
                  <a:pos x="142" y="42"/>
                </a:cxn>
                <a:cxn ang="0">
                  <a:pos x="147" y="18"/>
                </a:cxn>
                <a:cxn ang="0">
                  <a:pos x="149" y="5"/>
                </a:cxn>
                <a:cxn ang="0">
                  <a:pos x="147" y="1"/>
                </a:cxn>
                <a:cxn ang="0">
                  <a:pos x="144" y="0"/>
                </a:cxn>
                <a:cxn ang="0">
                  <a:pos x="140" y="1"/>
                </a:cxn>
                <a:cxn ang="0">
                  <a:pos x="139" y="5"/>
                </a:cxn>
              </a:cxnLst>
              <a:rect l="0" t="0" r="r" b="b"/>
              <a:pathLst>
                <a:path w="149" h="838">
                  <a:moveTo>
                    <a:pt x="139" y="5"/>
                  </a:moveTo>
                  <a:lnTo>
                    <a:pt x="139" y="5"/>
                  </a:lnTo>
                  <a:lnTo>
                    <a:pt x="137" y="18"/>
                  </a:lnTo>
                  <a:lnTo>
                    <a:pt x="135" y="30"/>
                  </a:lnTo>
                  <a:lnTo>
                    <a:pt x="131" y="44"/>
                  </a:lnTo>
                  <a:lnTo>
                    <a:pt x="128" y="56"/>
                  </a:lnTo>
                  <a:lnTo>
                    <a:pt x="120" y="81"/>
                  </a:lnTo>
                  <a:lnTo>
                    <a:pt x="116" y="93"/>
                  </a:lnTo>
                  <a:lnTo>
                    <a:pt x="113" y="106"/>
                  </a:lnTo>
                  <a:lnTo>
                    <a:pt x="113" y="106"/>
                  </a:lnTo>
                  <a:lnTo>
                    <a:pt x="109" y="130"/>
                  </a:lnTo>
                  <a:lnTo>
                    <a:pt x="106" y="155"/>
                  </a:lnTo>
                  <a:lnTo>
                    <a:pt x="102" y="206"/>
                  </a:lnTo>
                  <a:lnTo>
                    <a:pt x="102" y="206"/>
                  </a:lnTo>
                  <a:lnTo>
                    <a:pt x="99" y="232"/>
                  </a:lnTo>
                  <a:lnTo>
                    <a:pt x="95" y="257"/>
                  </a:lnTo>
                  <a:lnTo>
                    <a:pt x="90" y="283"/>
                  </a:lnTo>
                  <a:lnTo>
                    <a:pt x="85" y="309"/>
                  </a:lnTo>
                  <a:lnTo>
                    <a:pt x="85" y="309"/>
                  </a:lnTo>
                  <a:lnTo>
                    <a:pt x="77" y="337"/>
                  </a:lnTo>
                  <a:lnTo>
                    <a:pt x="69" y="364"/>
                  </a:lnTo>
                  <a:lnTo>
                    <a:pt x="62" y="392"/>
                  </a:lnTo>
                  <a:lnTo>
                    <a:pt x="56" y="420"/>
                  </a:lnTo>
                  <a:lnTo>
                    <a:pt x="56" y="420"/>
                  </a:lnTo>
                  <a:lnTo>
                    <a:pt x="45" y="476"/>
                  </a:lnTo>
                  <a:lnTo>
                    <a:pt x="36" y="532"/>
                  </a:lnTo>
                  <a:lnTo>
                    <a:pt x="19" y="646"/>
                  </a:lnTo>
                  <a:lnTo>
                    <a:pt x="19" y="646"/>
                  </a:lnTo>
                  <a:lnTo>
                    <a:pt x="10" y="694"/>
                  </a:lnTo>
                  <a:lnTo>
                    <a:pt x="7" y="719"/>
                  </a:lnTo>
                  <a:lnTo>
                    <a:pt x="6" y="744"/>
                  </a:lnTo>
                  <a:lnTo>
                    <a:pt x="6" y="744"/>
                  </a:lnTo>
                  <a:lnTo>
                    <a:pt x="5" y="767"/>
                  </a:lnTo>
                  <a:lnTo>
                    <a:pt x="3" y="788"/>
                  </a:lnTo>
                  <a:lnTo>
                    <a:pt x="1" y="811"/>
                  </a:lnTo>
                  <a:lnTo>
                    <a:pt x="0" y="834"/>
                  </a:lnTo>
                  <a:lnTo>
                    <a:pt x="0" y="834"/>
                  </a:lnTo>
                  <a:lnTo>
                    <a:pt x="0" y="835"/>
                  </a:lnTo>
                  <a:lnTo>
                    <a:pt x="1" y="837"/>
                  </a:lnTo>
                  <a:lnTo>
                    <a:pt x="3" y="838"/>
                  </a:lnTo>
                  <a:lnTo>
                    <a:pt x="4" y="838"/>
                  </a:lnTo>
                  <a:lnTo>
                    <a:pt x="6" y="838"/>
                  </a:lnTo>
                  <a:lnTo>
                    <a:pt x="8" y="837"/>
                  </a:lnTo>
                  <a:lnTo>
                    <a:pt x="9" y="835"/>
                  </a:lnTo>
                  <a:lnTo>
                    <a:pt x="9" y="834"/>
                  </a:lnTo>
                  <a:lnTo>
                    <a:pt x="9" y="834"/>
                  </a:lnTo>
                  <a:lnTo>
                    <a:pt x="10" y="813"/>
                  </a:lnTo>
                  <a:lnTo>
                    <a:pt x="12" y="792"/>
                  </a:lnTo>
                  <a:lnTo>
                    <a:pt x="14" y="773"/>
                  </a:lnTo>
                  <a:lnTo>
                    <a:pt x="15" y="752"/>
                  </a:lnTo>
                  <a:lnTo>
                    <a:pt x="15" y="752"/>
                  </a:lnTo>
                  <a:lnTo>
                    <a:pt x="18" y="721"/>
                  </a:lnTo>
                  <a:lnTo>
                    <a:pt x="21" y="690"/>
                  </a:lnTo>
                  <a:lnTo>
                    <a:pt x="26" y="660"/>
                  </a:lnTo>
                  <a:lnTo>
                    <a:pt x="31" y="629"/>
                  </a:lnTo>
                  <a:lnTo>
                    <a:pt x="31" y="629"/>
                  </a:lnTo>
                  <a:lnTo>
                    <a:pt x="49" y="517"/>
                  </a:lnTo>
                  <a:lnTo>
                    <a:pt x="58" y="461"/>
                  </a:lnTo>
                  <a:lnTo>
                    <a:pt x="68" y="405"/>
                  </a:lnTo>
                  <a:lnTo>
                    <a:pt x="68" y="405"/>
                  </a:lnTo>
                  <a:lnTo>
                    <a:pt x="74" y="379"/>
                  </a:lnTo>
                  <a:lnTo>
                    <a:pt x="82" y="353"/>
                  </a:lnTo>
                  <a:lnTo>
                    <a:pt x="89" y="329"/>
                  </a:lnTo>
                  <a:lnTo>
                    <a:pt x="96" y="304"/>
                  </a:lnTo>
                  <a:lnTo>
                    <a:pt x="96" y="304"/>
                  </a:lnTo>
                  <a:lnTo>
                    <a:pt x="101" y="279"/>
                  </a:lnTo>
                  <a:lnTo>
                    <a:pt x="105" y="255"/>
                  </a:lnTo>
                  <a:lnTo>
                    <a:pt x="112" y="206"/>
                  </a:lnTo>
                  <a:lnTo>
                    <a:pt x="112" y="206"/>
                  </a:lnTo>
                  <a:lnTo>
                    <a:pt x="115" y="179"/>
                  </a:lnTo>
                  <a:lnTo>
                    <a:pt x="117" y="153"/>
                  </a:lnTo>
                  <a:lnTo>
                    <a:pt x="120" y="126"/>
                  </a:lnTo>
                  <a:lnTo>
                    <a:pt x="124" y="100"/>
                  </a:lnTo>
                  <a:lnTo>
                    <a:pt x="124" y="100"/>
                  </a:lnTo>
                  <a:lnTo>
                    <a:pt x="126" y="88"/>
                  </a:lnTo>
                  <a:lnTo>
                    <a:pt x="130" y="76"/>
                  </a:lnTo>
                  <a:lnTo>
                    <a:pt x="137" y="53"/>
                  </a:lnTo>
                  <a:lnTo>
                    <a:pt x="142" y="42"/>
                  </a:lnTo>
                  <a:lnTo>
                    <a:pt x="145" y="29"/>
                  </a:lnTo>
                  <a:lnTo>
                    <a:pt x="147" y="18"/>
                  </a:lnTo>
                  <a:lnTo>
                    <a:pt x="149" y="5"/>
                  </a:lnTo>
                  <a:lnTo>
                    <a:pt x="149" y="5"/>
                  </a:lnTo>
                  <a:lnTo>
                    <a:pt x="148" y="3"/>
                  </a:lnTo>
                  <a:lnTo>
                    <a:pt x="147" y="1"/>
                  </a:lnTo>
                  <a:lnTo>
                    <a:pt x="146" y="1"/>
                  </a:lnTo>
                  <a:lnTo>
                    <a:pt x="144" y="0"/>
                  </a:lnTo>
                  <a:lnTo>
                    <a:pt x="143" y="1"/>
                  </a:lnTo>
                  <a:lnTo>
                    <a:pt x="140" y="1"/>
                  </a:lnTo>
                  <a:lnTo>
                    <a:pt x="139" y="3"/>
                  </a:lnTo>
                  <a:lnTo>
                    <a:pt x="139" y="5"/>
                  </a:lnTo>
                  <a:lnTo>
                    <a:pt x="13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1" name="Freeform 267"/>
            <p:cNvSpPr/>
            <p:nvPr/>
          </p:nvSpPr>
          <p:spPr bwMode="auto">
            <a:xfrm>
              <a:off x="2476500" y="2239963"/>
              <a:ext cx="38100" cy="149225"/>
            </a:xfrm>
            <a:custGeom>
              <a:avLst/>
              <a:gdLst/>
              <a:ahLst/>
              <a:cxnLst>
                <a:cxn ang="0">
                  <a:pos x="65" y="1"/>
                </a:cxn>
                <a:cxn ang="0">
                  <a:pos x="65" y="1"/>
                </a:cxn>
                <a:cxn ang="0">
                  <a:pos x="56" y="13"/>
                </a:cxn>
                <a:cxn ang="0">
                  <a:pos x="48" y="26"/>
                </a:cxn>
                <a:cxn ang="0">
                  <a:pos x="42" y="39"/>
                </a:cxn>
                <a:cxn ang="0">
                  <a:pos x="38" y="53"/>
                </a:cxn>
                <a:cxn ang="0">
                  <a:pos x="35" y="67"/>
                </a:cxn>
                <a:cxn ang="0">
                  <a:pos x="32" y="82"/>
                </a:cxn>
                <a:cxn ang="0">
                  <a:pos x="29" y="111"/>
                </a:cxn>
                <a:cxn ang="0">
                  <a:pos x="29" y="111"/>
                </a:cxn>
                <a:cxn ang="0">
                  <a:pos x="26" y="132"/>
                </a:cxn>
                <a:cxn ang="0">
                  <a:pos x="22" y="153"/>
                </a:cxn>
                <a:cxn ang="0">
                  <a:pos x="12" y="193"/>
                </a:cxn>
                <a:cxn ang="0">
                  <a:pos x="8" y="214"/>
                </a:cxn>
                <a:cxn ang="0">
                  <a:pos x="4" y="235"/>
                </a:cxn>
                <a:cxn ang="0">
                  <a:pos x="1" y="255"/>
                </a:cxn>
                <a:cxn ang="0">
                  <a:pos x="0" y="277"/>
                </a:cxn>
                <a:cxn ang="0">
                  <a:pos x="0" y="277"/>
                </a:cxn>
                <a:cxn ang="0">
                  <a:pos x="1" y="279"/>
                </a:cxn>
                <a:cxn ang="0">
                  <a:pos x="2" y="280"/>
                </a:cxn>
                <a:cxn ang="0">
                  <a:pos x="3" y="281"/>
                </a:cxn>
                <a:cxn ang="0">
                  <a:pos x="5" y="281"/>
                </a:cxn>
                <a:cxn ang="0">
                  <a:pos x="6" y="281"/>
                </a:cxn>
                <a:cxn ang="0">
                  <a:pos x="8" y="280"/>
                </a:cxn>
                <a:cxn ang="0">
                  <a:pos x="9" y="279"/>
                </a:cxn>
                <a:cxn ang="0">
                  <a:pos x="9" y="277"/>
                </a:cxn>
                <a:cxn ang="0">
                  <a:pos x="9" y="277"/>
                </a:cxn>
                <a:cxn ang="0">
                  <a:pos x="10" y="258"/>
                </a:cxn>
                <a:cxn ang="0">
                  <a:pos x="12" y="240"/>
                </a:cxn>
                <a:cxn ang="0">
                  <a:pos x="14" y="222"/>
                </a:cxn>
                <a:cxn ang="0">
                  <a:pos x="18" y="204"/>
                </a:cxn>
                <a:cxn ang="0">
                  <a:pos x="18" y="204"/>
                </a:cxn>
                <a:cxn ang="0">
                  <a:pos x="23" y="186"/>
                </a:cxn>
                <a:cxn ang="0">
                  <a:pos x="28" y="168"/>
                </a:cxn>
                <a:cxn ang="0">
                  <a:pos x="32" y="150"/>
                </a:cxn>
                <a:cxn ang="0">
                  <a:pos x="35" y="132"/>
                </a:cxn>
                <a:cxn ang="0">
                  <a:pos x="35" y="132"/>
                </a:cxn>
                <a:cxn ang="0">
                  <a:pos x="39" y="99"/>
                </a:cxn>
                <a:cxn ang="0">
                  <a:pos x="41" y="83"/>
                </a:cxn>
                <a:cxn ang="0">
                  <a:pos x="44" y="67"/>
                </a:cxn>
                <a:cxn ang="0">
                  <a:pos x="48" y="51"/>
                </a:cxn>
                <a:cxn ang="0">
                  <a:pos x="54" y="35"/>
                </a:cxn>
                <a:cxn ang="0">
                  <a:pos x="57" y="28"/>
                </a:cxn>
                <a:cxn ang="0">
                  <a:pos x="61" y="21"/>
                </a:cxn>
                <a:cxn ang="0">
                  <a:pos x="66" y="14"/>
                </a:cxn>
                <a:cxn ang="0">
                  <a:pos x="71" y="8"/>
                </a:cxn>
                <a:cxn ang="0">
                  <a:pos x="71" y="8"/>
                </a:cxn>
                <a:cxn ang="0">
                  <a:pos x="72" y="6"/>
                </a:cxn>
                <a:cxn ang="0">
                  <a:pos x="72" y="4"/>
                </a:cxn>
                <a:cxn ang="0">
                  <a:pos x="72" y="3"/>
                </a:cxn>
                <a:cxn ang="0">
                  <a:pos x="71" y="1"/>
                </a:cxn>
                <a:cxn ang="0">
                  <a:pos x="70" y="0"/>
                </a:cxn>
                <a:cxn ang="0">
                  <a:pos x="68" y="0"/>
                </a:cxn>
                <a:cxn ang="0">
                  <a:pos x="66" y="0"/>
                </a:cxn>
                <a:cxn ang="0">
                  <a:pos x="65" y="1"/>
                </a:cxn>
                <a:cxn ang="0">
                  <a:pos x="65" y="1"/>
                </a:cxn>
              </a:cxnLst>
              <a:rect l="0" t="0" r="r" b="b"/>
              <a:pathLst>
                <a:path w="72" h="281">
                  <a:moveTo>
                    <a:pt x="65" y="1"/>
                  </a:moveTo>
                  <a:lnTo>
                    <a:pt x="65" y="1"/>
                  </a:lnTo>
                  <a:lnTo>
                    <a:pt x="56" y="13"/>
                  </a:lnTo>
                  <a:lnTo>
                    <a:pt x="48" y="26"/>
                  </a:lnTo>
                  <a:lnTo>
                    <a:pt x="42" y="39"/>
                  </a:lnTo>
                  <a:lnTo>
                    <a:pt x="38" y="53"/>
                  </a:lnTo>
                  <a:lnTo>
                    <a:pt x="35" y="67"/>
                  </a:lnTo>
                  <a:lnTo>
                    <a:pt x="32" y="82"/>
                  </a:lnTo>
                  <a:lnTo>
                    <a:pt x="29" y="111"/>
                  </a:lnTo>
                  <a:lnTo>
                    <a:pt x="29" y="111"/>
                  </a:lnTo>
                  <a:lnTo>
                    <a:pt x="26" y="132"/>
                  </a:lnTo>
                  <a:lnTo>
                    <a:pt x="22" y="153"/>
                  </a:lnTo>
                  <a:lnTo>
                    <a:pt x="12" y="193"/>
                  </a:lnTo>
                  <a:lnTo>
                    <a:pt x="8" y="214"/>
                  </a:lnTo>
                  <a:lnTo>
                    <a:pt x="4" y="235"/>
                  </a:lnTo>
                  <a:lnTo>
                    <a:pt x="1" y="255"/>
                  </a:lnTo>
                  <a:lnTo>
                    <a:pt x="0" y="277"/>
                  </a:lnTo>
                  <a:lnTo>
                    <a:pt x="0" y="277"/>
                  </a:lnTo>
                  <a:lnTo>
                    <a:pt x="1" y="279"/>
                  </a:lnTo>
                  <a:lnTo>
                    <a:pt x="2" y="280"/>
                  </a:lnTo>
                  <a:lnTo>
                    <a:pt x="3" y="281"/>
                  </a:lnTo>
                  <a:lnTo>
                    <a:pt x="5" y="281"/>
                  </a:lnTo>
                  <a:lnTo>
                    <a:pt x="6" y="281"/>
                  </a:lnTo>
                  <a:lnTo>
                    <a:pt x="8" y="280"/>
                  </a:lnTo>
                  <a:lnTo>
                    <a:pt x="9" y="279"/>
                  </a:lnTo>
                  <a:lnTo>
                    <a:pt x="9" y="277"/>
                  </a:lnTo>
                  <a:lnTo>
                    <a:pt x="9" y="277"/>
                  </a:lnTo>
                  <a:lnTo>
                    <a:pt x="10" y="258"/>
                  </a:lnTo>
                  <a:lnTo>
                    <a:pt x="12" y="240"/>
                  </a:lnTo>
                  <a:lnTo>
                    <a:pt x="14" y="222"/>
                  </a:lnTo>
                  <a:lnTo>
                    <a:pt x="18" y="204"/>
                  </a:lnTo>
                  <a:lnTo>
                    <a:pt x="18" y="204"/>
                  </a:lnTo>
                  <a:lnTo>
                    <a:pt x="23" y="186"/>
                  </a:lnTo>
                  <a:lnTo>
                    <a:pt x="28" y="168"/>
                  </a:lnTo>
                  <a:lnTo>
                    <a:pt x="32" y="150"/>
                  </a:lnTo>
                  <a:lnTo>
                    <a:pt x="35" y="132"/>
                  </a:lnTo>
                  <a:lnTo>
                    <a:pt x="35" y="132"/>
                  </a:lnTo>
                  <a:lnTo>
                    <a:pt x="39" y="99"/>
                  </a:lnTo>
                  <a:lnTo>
                    <a:pt x="41" y="83"/>
                  </a:lnTo>
                  <a:lnTo>
                    <a:pt x="44" y="67"/>
                  </a:lnTo>
                  <a:lnTo>
                    <a:pt x="48" y="51"/>
                  </a:lnTo>
                  <a:lnTo>
                    <a:pt x="54" y="35"/>
                  </a:lnTo>
                  <a:lnTo>
                    <a:pt x="57" y="28"/>
                  </a:lnTo>
                  <a:lnTo>
                    <a:pt x="61" y="21"/>
                  </a:lnTo>
                  <a:lnTo>
                    <a:pt x="66" y="14"/>
                  </a:lnTo>
                  <a:lnTo>
                    <a:pt x="71" y="8"/>
                  </a:lnTo>
                  <a:lnTo>
                    <a:pt x="71" y="8"/>
                  </a:lnTo>
                  <a:lnTo>
                    <a:pt x="72" y="6"/>
                  </a:lnTo>
                  <a:lnTo>
                    <a:pt x="72" y="4"/>
                  </a:lnTo>
                  <a:lnTo>
                    <a:pt x="72" y="3"/>
                  </a:lnTo>
                  <a:lnTo>
                    <a:pt x="71" y="1"/>
                  </a:lnTo>
                  <a:lnTo>
                    <a:pt x="70" y="0"/>
                  </a:lnTo>
                  <a:lnTo>
                    <a:pt x="68" y="0"/>
                  </a:lnTo>
                  <a:lnTo>
                    <a:pt x="66" y="0"/>
                  </a:lnTo>
                  <a:lnTo>
                    <a:pt x="65" y="1"/>
                  </a:lnTo>
                  <a:lnTo>
                    <a:pt x="65"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2" name="Freeform 268"/>
            <p:cNvSpPr/>
            <p:nvPr/>
          </p:nvSpPr>
          <p:spPr bwMode="auto">
            <a:xfrm>
              <a:off x="2516188" y="2290763"/>
              <a:ext cx="19050" cy="74613"/>
            </a:xfrm>
            <a:custGeom>
              <a:avLst/>
              <a:gdLst/>
              <a:ahLst/>
              <a:cxnLst>
                <a:cxn ang="0">
                  <a:pos x="26" y="4"/>
                </a:cxn>
                <a:cxn ang="0">
                  <a:pos x="26" y="4"/>
                </a:cxn>
                <a:cxn ang="0">
                  <a:pos x="25" y="11"/>
                </a:cxn>
                <a:cxn ang="0">
                  <a:pos x="23" y="19"/>
                </a:cxn>
                <a:cxn ang="0">
                  <a:pos x="19" y="32"/>
                </a:cxn>
                <a:cxn ang="0">
                  <a:pos x="14" y="46"/>
                </a:cxn>
                <a:cxn ang="0">
                  <a:pos x="13" y="53"/>
                </a:cxn>
                <a:cxn ang="0">
                  <a:pos x="12" y="60"/>
                </a:cxn>
                <a:cxn ang="0">
                  <a:pos x="12" y="60"/>
                </a:cxn>
                <a:cxn ang="0">
                  <a:pos x="10" y="79"/>
                </a:cxn>
                <a:cxn ang="0">
                  <a:pos x="8" y="98"/>
                </a:cxn>
                <a:cxn ang="0">
                  <a:pos x="5" y="117"/>
                </a:cxn>
                <a:cxn ang="0">
                  <a:pos x="4" y="126"/>
                </a:cxn>
                <a:cxn ang="0">
                  <a:pos x="1" y="136"/>
                </a:cxn>
                <a:cxn ang="0">
                  <a:pos x="1" y="136"/>
                </a:cxn>
                <a:cxn ang="0">
                  <a:pos x="0" y="138"/>
                </a:cxn>
                <a:cxn ang="0">
                  <a:pos x="1" y="140"/>
                </a:cxn>
                <a:cxn ang="0">
                  <a:pos x="2" y="141"/>
                </a:cxn>
                <a:cxn ang="0">
                  <a:pos x="4" y="142"/>
                </a:cxn>
                <a:cxn ang="0">
                  <a:pos x="5" y="142"/>
                </a:cxn>
                <a:cxn ang="0">
                  <a:pos x="7" y="142"/>
                </a:cxn>
                <a:cxn ang="0">
                  <a:pos x="10" y="141"/>
                </a:cxn>
                <a:cxn ang="0">
                  <a:pos x="11" y="138"/>
                </a:cxn>
                <a:cxn ang="0">
                  <a:pos x="11" y="138"/>
                </a:cxn>
                <a:cxn ang="0">
                  <a:pos x="15" y="123"/>
                </a:cxn>
                <a:cxn ang="0">
                  <a:pos x="17" y="109"/>
                </a:cxn>
                <a:cxn ang="0">
                  <a:pos x="19" y="93"/>
                </a:cxn>
                <a:cxn ang="0">
                  <a:pos x="20" y="77"/>
                </a:cxn>
                <a:cxn ang="0">
                  <a:pos x="20" y="77"/>
                </a:cxn>
                <a:cxn ang="0">
                  <a:pos x="21" y="67"/>
                </a:cxn>
                <a:cxn ang="0">
                  <a:pos x="22" y="58"/>
                </a:cxn>
                <a:cxn ang="0">
                  <a:pos x="27" y="40"/>
                </a:cxn>
                <a:cxn ang="0">
                  <a:pos x="32" y="23"/>
                </a:cxn>
                <a:cxn ang="0">
                  <a:pos x="34" y="13"/>
                </a:cxn>
                <a:cxn ang="0">
                  <a:pos x="35" y="4"/>
                </a:cxn>
                <a:cxn ang="0">
                  <a:pos x="35" y="4"/>
                </a:cxn>
                <a:cxn ang="0">
                  <a:pos x="35" y="2"/>
                </a:cxn>
                <a:cxn ang="0">
                  <a:pos x="34" y="1"/>
                </a:cxn>
                <a:cxn ang="0">
                  <a:pos x="33" y="0"/>
                </a:cxn>
                <a:cxn ang="0">
                  <a:pos x="31" y="0"/>
                </a:cxn>
                <a:cxn ang="0">
                  <a:pos x="28" y="1"/>
                </a:cxn>
                <a:cxn ang="0">
                  <a:pos x="27" y="2"/>
                </a:cxn>
                <a:cxn ang="0">
                  <a:pos x="26" y="4"/>
                </a:cxn>
                <a:cxn ang="0">
                  <a:pos x="26" y="4"/>
                </a:cxn>
              </a:cxnLst>
              <a:rect l="0" t="0" r="r" b="b"/>
              <a:pathLst>
                <a:path w="35" h="142">
                  <a:moveTo>
                    <a:pt x="26" y="4"/>
                  </a:moveTo>
                  <a:lnTo>
                    <a:pt x="26" y="4"/>
                  </a:lnTo>
                  <a:lnTo>
                    <a:pt x="25" y="11"/>
                  </a:lnTo>
                  <a:lnTo>
                    <a:pt x="23" y="19"/>
                  </a:lnTo>
                  <a:lnTo>
                    <a:pt x="19" y="32"/>
                  </a:lnTo>
                  <a:lnTo>
                    <a:pt x="14" y="46"/>
                  </a:lnTo>
                  <a:lnTo>
                    <a:pt x="13" y="53"/>
                  </a:lnTo>
                  <a:lnTo>
                    <a:pt x="12" y="60"/>
                  </a:lnTo>
                  <a:lnTo>
                    <a:pt x="12" y="60"/>
                  </a:lnTo>
                  <a:lnTo>
                    <a:pt x="10" y="79"/>
                  </a:lnTo>
                  <a:lnTo>
                    <a:pt x="8" y="98"/>
                  </a:lnTo>
                  <a:lnTo>
                    <a:pt x="5" y="117"/>
                  </a:lnTo>
                  <a:lnTo>
                    <a:pt x="4" y="126"/>
                  </a:lnTo>
                  <a:lnTo>
                    <a:pt x="1" y="136"/>
                  </a:lnTo>
                  <a:lnTo>
                    <a:pt x="1" y="136"/>
                  </a:lnTo>
                  <a:lnTo>
                    <a:pt x="0" y="138"/>
                  </a:lnTo>
                  <a:lnTo>
                    <a:pt x="1" y="140"/>
                  </a:lnTo>
                  <a:lnTo>
                    <a:pt x="2" y="141"/>
                  </a:lnTo>
                  <a:lnTo>
                    <a:pt x="4" y="142"/>
                  </a:lnTo>
                  <a:lnTo>
                    <a:pt x="5" y="142"/>
                  </a:lnTo>
                  <a:lnTo>
                    <a:pt x="7" y="142"/>
                  </a:lnTo>
                  <a:lnTo>
                    <a:pt x="10" y="141"/>
                  </a:lnTo>
                  <a:lnTo>
                    <a:pt x="11" y="138"/>
                  </a:lnTo>
                  <a:lnTo>
                    <a:pt x="11" y="138"/>
                  </a:lnTo>
                  <a:lnTo>
                    <a:pt x="15" y="123"/>
                  </a:lnTo>
                  <a:lnTo>
                    <a:pt x="17" y="109"/>
                  </a:lnTo>
                  <a:lnTo>
                    <a:pt x="19" y="93"/>
                  </a:lnTo>
                  <a:lnTo>
                    <a:pt x="20" y="77"/>
                  </a:lnTo>
                  <a:lnTo>
                    <a:pt x="20" y="77"/>
                  </a:lnTo>
                  <a:lnTo>
                    <a:pt x="21" y="67"/>
                  </a:lnTo>
                  <a:lnTo>
                    <a:pt x="22" y="58"/>
                  </a:lnTo>
                  <a:lnTo>
                    <a:pt x="27" y="40"/>
                  </a:lnTo>
                  <a:lnTo>
                    <a:pt x="32" y="23"/>
                  </a:lnTo>
                  <a:lnTo>
                    <a:pt x="34" y="13"/>
                  </a:lnTo>
                  <a:lnTo>
                    <a:pt x="35" y="4"/>
                  </a:lnTo>
                  <a:lnTo>
                    <a:pt x="35" y="4"/>
                  </a:lnTo>
                  <a:lnTo>
                    <a:pt x="35" y="2"/>
                  </a:lnTo>
                  <a:lnTo>
                    <a:pt x="34" y="1"/>
                  </a:lnTo>
                  <a:lnTo>
                    <a:pt x="33" y="0"/>
                  </a:lnTo>
                  <a:lnTo>
                    <a:pt x="31" y="0"/>
                  </a:lnTo>
                  <a:lnTo>
                    <a:pt x="28" y="1"/>
                  </a:lnTo>
                  <a:lnTo>
                    <a:pt x="27" y="2"/>
                  </a:lnTo>
                  <a:lnTo>
                    <a:pt x="26" y="4"/>
                  </a:lnTo>
                  <a:lnTo>
                    <a:pt x="26"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3" name="Freeform 269"/>
            <p:cNvSpPr/>
            <p:nvPr/>
          </p:nvSpPr>
          <p:spPr bwMode="auto">
            <a:xfrm>
              <a:off x="2443163" y="2420938"/>
              <a:ext cx="38100" cy="215900"/>
            </a:xfrm>
            <a:custGeom>
              <a:avLst/>
              <a:gdLst/>
              <a:ahLst/>
              <a:cxnLst>
                <a:cxn ang="0">
                  <a:pos x="65" y="2"/>
                </a:cxn>
                <a:cxn ang="0">
                  <a:pos x="53" y="21"/>
                </a:cxn>
                <a:cxn ang="0">
                  <a:pos x="48" y="39"/>
                </a:cxn>
                <a:cxn ang="0">
                  <a:pos x="44" y="82"/>
                </a:cxn>
                <a:cxn ang="0">
                  <a:pos x="35" y="143"/>
                </a:cxn>
                <a:cxn ang="0">
                  <a:pos x="23" y="204"/>
                </a:cxn>
                <a:cxn ang="0">
                  <a:pos x="19" y="217"/>
                </a:cxn>
                <a:cxn ang="0">
                  <a:pos x="16" y="241"/>
                </a:cxn>
                <a:cxn ang="0">
                  <a:pos x="13" y="252"/>
                </a:cxn>
                <a:cxn ang="0">
                  <a:pos x="5" y="289"/>
                </a:cxn>
                <a:cxn ang="0">
                  <a:pos x="3" y="303"/>
                </a:cxn>
                <a:cxn ang="0">
                  <a:pos x="0" y="352"/>
                </a:cxn>
                <a:cxn ang="0">
                  <a:pos x="1" y="404"/>
                </a:cxn>
                <a:cxn ang="0">
                  <a:pos x="2" y="407"/>
                </a:cxn>
                <a:cxn ang="0">
                  <a:pos x="6" y="408"/>
                </a:cxn>
                <a:cxn ang="0">
                  <a:pos x="9" y="407"/>
                </a:cxn>
                <a:cxn ang="0">
                  <a:pos x="10" y="404"/>
                </a:cxn>
                <a:cxn ang="0">
                  <a:pos x="10" y="361"/>
                </a:cxn>
                <a:cxn ang="0">
                  <a:pos x="11" y="319"/>
                </a:cxn>
                <a:cxn ang="0">
                  <a:pos x="13" y="294"/>
                </a:cxn>
                <a:cxn ang="0">
                  <a:pos x="25" y="245"/>
                </a:cxn>
                <a:cxn ang="0">
                  <a:pos x="29" y="220"/>
                </a:cxn>
                <a:cxn ang="0">
                  <a:pos x="31" y="206"/>
                </a:cxn>
                <a:cxn ang="0">
                  <a:pos x="39" y="164"/>
                </a:cxn>
                <a:cxn ang="0">
                  <a:pos x="49" y="108"/>
                </a:cxn>
                <a:cxn ang="0">
                  <a:pos x="51" y="95"/>
                </a:cxn>
                <a:cxn ang="0">
                  <a:pos x="55" y="56"/>
                </a:cxn>
                <a:cxn ang="0">
                  <a:pos x="60" y="30"/>
                </a:cxn>
                <a:cxn ang="0">
                  <a:pos x="68" y="13"/>
                </a:cxn>
                <a:cxn ang="0">
                  <a:pos x="72" y="8"/>
                </a:cxn>
                <a:cxn ang="0">
                  <a:pos x="73" y="5"/>
                </a:cxn>
                <a:cxn ang="0">
                  <a:pos x="72" y="2"/>
                </a:cxn>
                <a:cxn ang="0">
                  <a:pos x="69" y="0"/>
                </a:cxn>
                <a:cxn ang="0">
                  <a:pos x="65" y="2"/>
                </a:cxn>
              </a:cxnLst>
              <a:rect l="0" t="0" r="r" b="b"/>
              <a:pathLst>
                <a:path w="73" h="408">
                  <a:moveTo>
                    <a:pt x="65" y="2"/>
                  </a:moveTo>
                  <a:lnTo>
                    <a:pt x="65" y="2"/>
                  </a:lnTo>
                  <a:lnTo>
                    <a:pt x="59" y="11"/>
                  </a:lnTo>
                  <a:lnTo>
                    <a:pt x="53" y="21"/>
                  </a:lnTo>
                  <a:lnTo>
                    <a:pt x="50" y="30"/>
                  </a:lnTo>
                  <a:lnTo>
                    <a:pt x="48" y="39"/>
                  </a:lnTo>
                  <a:lnTo>
                    <a:pt x="46" y="60"/>
                  </a:lnTo>
                  <a:lnTo>
                    <a:pt x="44" y="82"/>
                  </a:lnTo>
                  <a:lnTo>
                    <a:pt x="44" y="82"/>
                  </a:lnTo>
                  <a:lnTo>
                    <a:pt x="35" y="143"/>
                  </a:lnTo>
                  <a:lnTo>
                    <a:pt x="29" y="173"/>
                  </a:lnTo>
                  <a:lnTo>
                    <a:pt x="23" y="204"/>
                  </a:lnTo>
                  <a:lnTo>
                    <a:pt x="23" y="204"/>
                  </a:lnTo>
                  <a:lnTo>
                    <a:pt x="19" y="217"/>
                  </a:lnTo>
                  <a:lnTo>
                    <a:pt x="17" y="228"/>
                  </a:lnTo>
                  <a:lnTo>
                    <a:pt x="16" y="241"/>
                  </a:lnTo>
                  <a:lnTo>
                    <a:pt x="13" y="252"/>
                  </a:lnTo>
                  <a:lnTo>
                    <a:pt x="13" y="252"/>
                  </a:lnTo>
                  <a:lnTo>
                    <a:pt x="7" y="277"/>
                  </a:lnTo>
                  <a:lnTo>
                    <a:pt x="5" y="289"/>
                  </a:lnTo>
                  <a:lnTo>
                    <a:pt x="3" y="303"/>
                  </a:lnTo>
                  <a:lnTo>
                    <a:pt x="3" y="303"/>
                  </a:lnTo>
                  <a:lnTo>
                    <a:pt x="1" y="327"/>
                  </a:lnTo>
                  <a:lnTo>
                    <a:pt x="0" y="352"/>
                  </a:lnTo>
                  <a:lnTo>
                    <a:pt x="1" y="404"/>
                  </a:lnTo>
                  <a:lnTo>
                    <a:pt x="1" y="404"/>
                  </a:lnTo>
                  <a:lnTo>
                    <a:pt x="1" y="405"/>
                  </a:lnTo>
                  <a:lnTo>
                    <a:pt x="2" y="407"/>
                  </a:lnTo>
                  <a:lnTo>
                    <a:pt x="4" y="408"/>
                  </a:lnTo>
                  <a:lnTo>
                    <a:pt x="6" y="408"/>
                  </a:lnTo>
                  <a:lnTo>
                    <a:pt x="7" y="408"/>
                  </a:lnTo>
                  <a:lnTo>
                    <a:pt x="9" y="407"/>
                  </a:lnTo>
                  <a:lnTo>
                    <a:pt x="10" y="405"/>
                  </a:lnTo>
                  <a:lnTo>
                    <a:pt x="10" y="404"/>
                  </a:lnTo>
                  <a:lnTo>
                    <a:pt x="10" y="404"/>
                  </a:lnTo>
                  <a:lnTo>
                    <a:pt x="10" y="361"/>
                  </a:lnTo>
                  <a:lnTo>
                    <a:pt x="11" y="319"/>
                  </a:lnTo>
                  <a:lnTo>
                    <a:pt x="11" y="319"/>
                  </a:lnTo>
                  <a:lnTo>
                    <a:pt x="12" y="307"/>
                  </a:lnTo>
                  <a:lnTo>
                    <a:pt x="13" y="294"/>
                  </a:lnTo>
                  <a:lnTo>
                    <a:pt x="19" y="270"/>
                  </a:lnTo>
                  <a:lnTo>
                    <a:pt x="25" y="245"/>
                  </a:lnTo>
                  <a:lnTo>
                    <a:pt x="28" y="232"/>
                  </a:lnTo>
                  <a:lnTo>
                    <a:pt x="29" y="220"/>
                  </a:lnTo>
                  <a:lnTo>
                    <a:pt x="29" y="220"/>
                  </a:lnTo>
                  <a:lnTo>
                    <a:pt x="31" y="206"/>
                  </a:lnTo>
                  <a:lnTo>
                    <a:pt x="33" y="192"/>
                  </a:lnTo>
                  <a:lnTo>
                    <a:pt x="39" y="164"/>
                  </a:lnTo>
                  <a:lnTo>
                    <a:pt x="45" y="136"/>
                  </a:lnTo>
                  <a:lnTo>
                    <a:pt x="49" y="108"/>
                  </a:lnTo>
                  <a:lnTo>
                    <a:pt x="49" y="108"/>
                  </a:lnTo>
                  <a:lnTo>
                    <a:pt x="51" y="95"/>
                  </a:lnTo>
                  <a:lnTo>
                    <a:pt x="52" y="83"/>
                  </a:lnTo>
                  <a:lnTo>
                    <a:pt x="55" y="56"/>
                  </a:lnTo>
                  <a:lnTo>
                    <a:pt x="57" y="42"/>
                  </a:lnTo>
                  <a:lnTo>
                    <a:pt x="60" y="30"/>
                  </a:lnTo>
                  <a:lnTo>
                    <a:pt x="65" y="19"/>
                  </a:lnTo>
                  <a:lnTo>
                    <a:pt x="68" y="13"/>
                  </a:lnTo>
                  <a:lnTo>
                    <a:pt x="72" y="8"/>
                  </a:lnTo>
                  <a:lnTo>
                    <a:pt x="72" y="8"/>
                  </a:lnTo>
                  <a:lnTo>
                    <a:pt x="73" y="6"/>
                  </a:lnTo>
                  <a:lnTo>
                    <a:pt x="73" y="5"/>
                  </a:lnTo>
                  <a:lnTo>
                    <a:pt x="73" y="3"/>
                  </a:lnTo>
                  <a:lnTo>
                    <a:pt x="72" y="2"/>
                  </a:lnTo>
                  <a:lnTo>
                    <a:pt x="70" y="1"/>
                  </a:lnTo>
                  <a:lnTo>
                    <a:pt x="69" y="0"/>
                  </a:lnTo>
                  <a:lnTo>
                    <a:pt x="67" y="1"/>
                  </a:lnTo>
                  <a:lnTo>
                    <a:pt x="65" y="2"/>
                  </a:lnTo>
                  <a:lnTo>
                    <a:pt x="65"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4" name="Freeform 270"/>
            <p:cNvSpPr/>
            <p:nvPr/>
          </p:nvSpPr>
          <p:spPr bwMode="auto">
            <a:xfrm>
              <a:off x="2463800" y="2487613"/>
              <a:ext cx="34925" cy="169863"/>
            </a:xfrm>
            <a:custGeom>
              <a:avLst/>
              <a:gdLst/>
              <a:ahLst/>
              <a:cxnLst>
                <a:cxn ang="0">
                  <a:pos x="57" y="4"/>
                </a:cxn>
                <a:cxn ang="0">
                  <a:pos x="57" y="4"/>
                </a:cxn>
                <a:cxn ang="0">
                  <a:pos x="55" y="22"/>
                </a:cxn>
                <a:cxn ang="0">
                  <a:pos x="51" y="40"/>
                </a:cxn>
                <a:cxn ang="0">
                  <a:pos x="42" y="75"/>
                </a:cxn>
                <a:cxn ang="0">
                  <a:pos x="42" y="75"/>
                </a:cxn>
                <a:cxn ang="0">
                  <a:pos x="25" y="161"/>
                </a:cxn>
                <a:cxn ang="0">
                  <a:pos x="25" y="161"/>
                </a:cxn>
                <a:cxn ang="0">
                  <a:pos x="17" y="199"/>
                </a:cxn>
                <a:cxn ang="0">
                  <a:pos x="9" y="238"/>
                </a:cxn>
                <a:cxn ang="0">
                  <a:pos x="5" y="256"/>
                </a:cxn>
                <a:cxn ang="0">
                  <a:pos x="3" y="276"/>
                </a:cxn>
                <a:cxn ang="0">
                  <a:pos x="1" y="295"/>
                </a:cxn>
                <a:cxn ang="0">
                  <a:pos x="0" y="314"/>
                </a:cxn>
                <a:cxn ang="0">
                  <a:pos x="0" y="314"/>
                </a:cxn>
                <a:cxn ang="0">
                  <a:pos x="0" y="316"/>
                </a:cxn>
                <a:cxn ang="0">
                  <a:pos x="1" y="318"/>
                </a:cxn>
                <a:cxn ang="0">
                  <a:pos x="3" y="318"/>
                </a:cxn>
                <a:cxn ang="0">
                  <a:pos x="4" y="319"/>
                </a:cxn>
                <a:cxn ang="0">
                  <a:pos x="6" y="318"/>
                </a:cxn>
                <a:cxn ang="0">
                  <a:pos x="7" y="318"/>
                </a:cxn>
                <a:cxn ang="0">
                  <a:pos x="8" y="316"/>
                </a:cxn>
                <a:cxn ang="0">
                  <a:pos x="9" y="314"/>
                </a:cxn>
                <a:cxn ang="0">
                  <a:pos x="9" y="314"/>
                </a:cxn>
                <a:cxn ang="0">
                  <a:pos x="10" y="294"/>
                </a:cxn>
                <a:cxn ang="0">
                  <a:pos x="12" y="274"/>
                </a:cxn>
                <a:cxn ang="0">
                  <a:pos x="16" y="254"/>
                </a:cxn>
                <a:cxn ang="0">
                  <a:pos x="19" y="234"/>
                </a:cxn>
                <a:cxn ang="0">
                  <a:pos x="36" y="155"/>
                </a:cxn>
                <a:cxn ang="0">
                  <a:pos x="36" y="155"/>
                </a:cxn>
                <a:cxn ang="0">
                  <a:pos x="54" y="69"/>
                </a:cxn>
                <a:cxn ang="0">
                  <a:pos x="54" y="69"/>
                </a:cxn>
                <a:cxn ang="0">
                  <a:pos x="61" y="37"/>
                </a:cxn>
                <a:cxn ang="0">
                  <a:pos x="64" y="21"/>
                </a:cxn>
                <a:cxn ang="0">
                  <a:pos x="66" y="4"/>
                </a:cxn>
                <a:cxn ang="0">
                  <a:pos x="66" y="4"/>
                </a:cxn>
                <a:cxn ang="0">
                  <a:pos x="66" y="2"/>
                </a:cxn>
                <a:cxn ang="0">
                  <a:pos x="65" y="1"/>
                </a:cxn>
                <a:cxn ang="0">
                  <a:pos x="63" y="0"/>
                </a:cxn>
                <a:cxn ang="0">
                  <a:pos x="62" y="0"/>
                </a:cxn>
                <a:cxn ang="0">
                  <a:pos x="60" y="0"/>
                </a:cxn>
                <a:cxn ang="0">
                  <a:pos x="58" y="1"/>
                </a:cxn>
                <a:cxn ang="0">
                  <a:pos x="57" y="2"/>
                </a:cxn>
                <a:cxn ang="0">
                  <a:pos x="57" y="4"/>
                </a:cxn>
                <a:cxn ang="0">
                  <a:pos x="57" y="4"/>
                </a:cxn>
              </a:cxnLst>
              <a:rect l="0" t="0" r="r" b="b"/>
              <a:pathLst>
                <a:path w="66" h="319">
                  <a:moveTo>
                    <a:pt x="57" y="4"/>
                  </a:moveTo>
                  <a:lnTo>
                    <a:pt x="57" y="4"/>
                  </a:lnTo>
                  <a:lnTo>
                    <a:pt x="55" y="22"/>
                  </a:lnTo>
                  <a:lnTo>
                    <a:pt x="51" y="40"/>
                  </a:lnTo>
                  <a:lnTo>
                    <a:pt x="42" y="75"/>
                  </a:lnTo>
                  <a:lnTo>
                    <a:pt x="42" y="75"/>
                  </a:lnTo>
                  <a:lnTo>
                    <a:pt x="25" y="161"/>
                  </a:lnTo>
                  <a:lnTo>
                    <a:pt x="25" y="161"/>
                  </a:lnTo>
                  <a:lnTo>
                    <a:pt x="17" y="199"/>
                  </a:lnTo>
                  <a:lnTo>
                    <a:pt x="9" y="238"/>
                  </a:lnTo>
                  <a:lnTo>
                    <a:pt x="5" y="256"/>
                  </a:lnTo>
                  <a:lnTo>
                    <a:pt x="3" y="276"/>
                  </a:lnTo>
                  <a:lnTo>
                    <a:pt x="1" y="295"/>
                  </a:lnTo>
                  <a:lnTo>
                    <a:pt x="0" y="314"/>
                  </a:lnTo>
                  <a:lnTo>
                    <a:pt x="0" y="314"/>
                  </a:lnTo>
                  <a:lnTo>
                    <a:pt x="0" y="316"/>
                  </a:lnTo>
                  <a:lnTo>
                    <a:pt x="1" y="318"/>
                  </a:lnTo>
                  <a:lnTo>
                    <a:pt x="3" y="318"/>
                  </a:lnTo>
                  <a:lnTo>
                    <a:pt x="4" y="319"/>
                  </a:lnTo>
                  <a:lnTo>
                    <a:pt x="6" y="318"/>
                  </a:lnTo>
                  <a:lnTo>
                    <a:pt x="7" y="318"/>
                  </a:lnTo>
                  <a:lnTo>
                    <a:pt x="8" y="316"/>
                  </a:lnTo>
                  <a:lnTo>
                    <a:pt x="9" y="314"/>
                  </a:lnTo>
                  <a:lnTo>
                    <a:pt x="9" y="314"/>
                  </a:lnTo>
                  <a:lnTo>
                    <a:pt x="10" y="294"/>
                  </a:lnTo>
                  <a:lnTo>
                    <a:pt x="12" y="274"/>
                  </a:lnTo>
                  <a:lnTo>
                    <a:pt x="16" y="254"/>
                  </a:lnTo>
                  <a:lnTo>
                    <a:pt x="19" y="234"/>
                  </a:lnTo>
                  <a:lnTo>
                    <a:pt x="36" y="155"/>
                  </a:lnTo>
                  <a:lnTo>
                    <a:pt x="36" y="155"/>
                  </a:lnTo>
                  <a:lnTo>
                    <a:pt x="54" y="69"/>
                  </a:lnTo>
                  <a:lnTo>
                    <a:pt x="54" y="69"/>
                  </a:lnTo>
                  <a:lnTo>
                    <a:pt x="61" y="37"/>
                  </a:lnTo>
                  <a:lnTo>
                    <a:pt x="64" y="21"/>
                  </a:lnTo>
                  <a:lnTo>
                    <a:pt x="66" y="4"/>
                  </a:lnTo>
                  <a:lnTo>
                    <a:pt x="66" y="4"/>
                  </a:lnTo>
                  <a:lnTo>
                    <a:pt x="66" y="2"/>
                  </a:lnTo>
                  <a:lnTo>
                    <a:pt x="65" y="1"/>
                  </a:lnTo>
                  <a:lnTo>
                    <a:pt x="63" y="0"/>
                  </a:lnTo>
                  <a:lnTo>
                    <a:pt x="62" y="0"/>
                  </a:lnTo>
                  <a:lnTo>
                    <a:pt x="60" y="0"/>
                  </a:lnTo>
                  <a:lnTo>
                    <a:pt x="58" y="1"/>
                  </a:lnTo>
                  <a:lnTo>
                    <a:pt x="57" y="2"/>
                  </a:lnTo>
                  <a:lnTo>
                    <a:pt x="57" y="4"/>
                  </a:lnTo>
                  <a:lnTo>
                    <a:pt x="57"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5" name="Freeform 271"/>
            <p:cNvSpPr/>
            <p:nvPr/>
          </p:nvSpPr>
          <p:spPr bwMode="auto">
            <a:xfrm>
              <a:off x="2482850" y="2514600"/>
              <a:ext cx="46038" cy="158750"/>
            </a:xfrm>
            <a:custGeom>
              <a:avLst/>
              <a:gdLst/>
              <a:ahLst/>
              <a:cxnLst>
                <a:cxn ang="0">
                  <a:pos x="77" y="4"/>
                </a:cxn>
                <a:cxn ang="0">
                  <a:pos x="77" y="4"/>
                </a:cxn>
                <a:cxn ang="0">
                  <a:pos x="76" y="13"/>
                </a:cxn>
                <a:cxn ang="0">
                  <a:pos x="73" y="22"/>
                </a:cxn>
                <a:cxn ang="0">
                  <a:pos x="66" y="40"/>
                </a:cxn>
                <a:cxn ang="0">
                  <a:pos x="59" y="57"/>
                </a:cxn>
                <a:cxn ang="0">
                  <a:pos x="52" y="74"/>
                </a:cxn>
                <a:cxn ang="0">
                  <a:pos x="52" y="74"/>
                </a:cxn>
                <a:cxn ang="0">
                  <a:pos x="47" y="94"/>
                </a:cxn>
                <a:cxn ang="0">
                  <a:pos x="42" y="113"/>
                </a:cxn>
                <a:cxn ang="0">
                  <a:pos x="34" y="152"/>
                </a:cxn>
                <a:cxn ang="0">
                  <a:pos x="34" y="152"/>
                </a:cxn>
                <a:cxn ang="0">
                  <a:pos x="30" y="170"/>
                </a:cxn>
                <a:cxn ang="0">
                  <a:pos x="25" y="188"/>
                </a:cxn>
                <a:cxn ang="0">
                  <a:pos x="15" y="223"/>
                </a:cxn>
                <a:cxn ang="0">
                  <a:pos x="10" y="240"/>
                </a:cxn>
                <a:cxn ang="0">
                  <a:pos x="5" y="258"/>
                </a:cxn>
                <a:cxn ang="0">
                  <a:pos x="2" y="276"/>
                </a:cxn>
                <a:cxn ang="0">
                  <a:pos x="0" y="295"/>
                </a:cxn>
                <a:cxn ang="0">
                  <a:pos x="0" y="295"/>
                </a:cxn>
                <a:cxn ang="0">
                  <a:pos x="1" y="297"/>
                </a:cxn>
                <a:cxn ang="0">
                  <a:pos x="2" y="298"/>
                </a:cxn>
                <a:cxn ang="0">
                  <a:pos x="3" y="299"/>
                </a:cxn>
                <a:cxn ang="0">
                  <a:pos x="5" y="299"/>
                </a:cxn>
                <a:cxn ang="0">
                  <a:pos x="7" y="299"/>
                </a:cxn>
                <a:cxn ang="0">
                  <a:pos x="8" y="298"/>
                </a:cxn>
                <a:cxn ang="0">
                  <a:pos x="10" y="297"/>
                </a:cxn>
                <a:cxn ang="0">
                  <a:pos x="11" y="295"/>
                </a:cxn>
                <a:cxn ang="0">
                  <a:pos x="11" y="295"/>
                </a:cxn>
                <a:cxn ang="0">
                  <a:pos x="12" y="275"/>
                </a:cxn>
                <a:cxn ang="0">
                  <a:pos x="15" y="257"/>
                </a:cxn>
                <a:cxn ang="0">
                  <a:pos x="19" y="238"/>
                </a:cxn>
                <a:cxn ang="0">
                  <a:pos x="24" y="220"/>
                </a:cxn>
                <a:cxn ang="0">
                  <a:pos x="35" y="183"/>
                </a:cxn>
                <a:cxn ang="0">
                  <a:pos x="40" y="165"/>
                </a:cxn>
                <a:cxn ang="0">
                  <a:pos x="45" y="146"/>
                </a:cxn>
                <a:cxn ang="0">
                  <a:pos x="45" y="146"/>
                </a:cxn>
                <a:cxn ang="0">
                  <a:pos x="48" y="127"/>
                </a:cxn>
                <a:cxn ang="0">
                  <a:pos x="53" y="107"/>
                </a:cxn>
                <a:cxn ang="0">
                  <a:pos x="58" y="88"/>
                </a:cxn>
                <a:cxn ang="0">
                  <a:pos x="64" y="70"/>
                </a:cxn>
                <a:cxn ang="0">
                  <a:pos x="64" y="70"/>
                </a:cxn>
                <a:cxn ang="0">
                  <a:pos x="70" y="53"/>
                </a:cxn>
                <a:cxn ang="0">
                  <a:pos x="78" y="38"/>
                </a:cxn>
                <a:cxn ang="0">
                  <a:pos x="83" y="21"/>
                </a:cxn>
                <a:cxn ang="0">
                  <a:pos x="85" y="13"/>
                </a:cxn>
                <a:cxn ang="0">
                  <a:pos x="86" y="4"/>
                </a:cxn>
                <a:cxn ang="0">
                  <a:pos x="86" y="4"/>
                </a:cxn>
                <a:cxn ang="0">
                  <a:pos x="86" y="2"/>
                </a:cxn>
                <a:cxn ang="0">
                  <a:pos x="85" y="1"/>
                </a:cxn>
                <a:cxn ang="0">
                  <a:pos x="83" y="0"/>
                </a:cxn>
                <a:cxn ang="0">
                  <a:pos x="82" y="0"/>
                </a:cxn>
                <a:cxn ang="0">
                  <a:pos x="79" y="1"/>
                </a:cxn>
                <a:cxn ang="0">
                  <a:pos x="77" y="2"/>
                </a:cxn>
                <a:cxn ang="0">
                  <a:pos x="77" y="4"/>
                </a:cxn>
                <a:cxn ang="0">
                  <a:pos x="77" y="4"/>
                </a:cxn>
              </a:cxnLst>
              <a:rect l="0" t="0" r="r" b="b"/>
              <a:pathLst>
                <a:path w="86" h="299">
                  <a:moveTo>
                    <a:pt x="77" y="4"/>
                  </a:moveTo>
                  <a:lnTo>
                    <a:pt x="77" y="4"/>
                  </a:lnTo>
                  <a:lnTo>
                    <a:pt x="76" y="13"/>
                  </a:lnTo>
                  <a:lnTo>
                    <a:pt x="73" y="22"/>
                  </a:lnTo>
                  <a:lnTo>
                    <a:pt x="66" y="40"/>
                  </a:lnTo>
                  <a:lnTo>
                    <a:pt x="59" y="57"/>
                  </a:lnTo>
                  <a:lnTo>
                    <a:pt x="52" y="74"/>
                  </a:lnTo>
                  <a:lnTo>
                    <a:pt x="52" y="74"/>
                  </a:lnTo>
                  <a:lnTo>
                    <a:pt x="47" y="94"/>
                  </a:lnTo>
                  <a:lnTo>
                    <a:pt x="42" y="113"/>
                  </a:lnTo>
                  <a:lnTo>
                    <a:pt x="34" y="152"/>
                  </a:lnTo>
                  <a:lnTo>
                    <a:pt x="34" y="152"/>
                  </a:lnTo>
                  <a:lnTo>
                    <a:pt x="30" y="170"/>
                  </a:lnTo>
                  <a:lnTo>
                    <a:pt x="25" y="188"/>
                  </a:lnTo>
                  <a:lnTo>
                    <a:pt x="15" y="223"/>
                  </a:lnTo>
                  <a:lnTo>
                    <a:pt x="10" y="240"/>
                  </a:lnTo>
                  <a:lnTo>
                    <a:pt x="5" y="258"/>
                  </a:lnTo>
                  <a:lnTo>
                    <a:pt x="2" y="276"/>
                  </a:lnTo>
                  <a:lnTo>
                    <a:pt x="0" y="295"/>
                  </a:lnTo>
                  <a:lnTo>
                    <a:pt x="0" y="295"/>
                  </a:lnTo>
                  <a:lnTo>
                    <a:pt x="1" y="297"/>
                  </a:lnTo>
                  <a:lnTo>
                    <a:pt x="2" y="298"/>
                  </a:lnTo>
                  <a:lnTo>
                    <a:pt x="3" y="299"/>
                  </a:lnTo>
                  <a:lnTo>
                    <a:pt x="5" y="299"/>
                  </a:lnTo>
                  <a:lnTo>
                    <a:pt x="7" y="299"/>
                  </a:lnTo>
                  <a:lnTo>
                    <a:pt x="8" y="298"/>
                  </a:lnTo>
                  <a:lnTo>
                    <a:pt x="10" y="297"/>
                  </a:lnTo>
                  <a:lnTo>
                    <a:pt x="11" y="295"/>
                  </a:lnTo>
                  <a:lnTo>
                    <a:pt x="11" y="295"/>
                  </a:lnTo>
                  <a:lnTo>
                    <a:pt x="12" y="275"/>
                  </a:lnTo>
                  <a:lnTo>
                    <a:pt x="15" y="257"/>
                  </a:lnTo>
                  <a:lnTo>
                    <a:pt x="19" y="238"/>
                  </a:lnTo>
                  <a:lnTo>
                    <a:pt x="24" y="220"/>
                  </a:lnTo>
                  <a:lnTo>
                    <a:pt x="35" y="183"/>
                  </a:lnTo>
                  <a:lnTo>
                    <a:pt x="40" y="165"/>
                  </a:lnTo>
                  <a:lnTo>
                    <a:pt x="45" y="146"/>
                  </a:lnTo>
                  <a:lnTo>
                    <a:pt x="45" y="146"/>
                  </a:lnTo>
                  <a:lnTo>
                    <a:pt x="48" y="127"/>
                  </a:lnTo>
                  <a:lnTo>
                    <a:pt x="53" y="107"/>
                  </a:lnTo>
                  <a:lnTo>
                    <a:pt x="58" y="88"/>
                  </a:lnTo>
                  <a:lnTo>
                    <a:pt x="64" y="70"/>
                  </a:lnTo>
                  <a:lnTo>
                    <a:pt x="64" y="70"/>
                  </a:lnTo>
                  <a:lnTo>
                    <a:pt x="70" y="53"/>
                  </a:lnTo>
                  <a:lnTo>
                    <a:pt x="78" y="38"/>
                  </a:lnTo>
                  <a:lnTo>
                    <a:pt x="83" y="21"/>
                  </a:lnTo>
                  <a:lnTo>
                    <a:pt x="85" y="13"/>
                  </a:lnTo>
                  <a:lnTo>
                    <a:pt x="86" y="4"/>
                  </a:lnTo>
                  <a:lnTo>
                    <a:pt x="86" y="4"/>
                  </a:lnTo>
                  <a:lnTo>
                    <a:pt x="86" y="2"/>
                  </a:lnTo>
                  <a:lnTo>
                    <a:pt x="85" y="1"/>
                  </a:lnTo>
                  <a:lnTo>
                    <a:pt x="83" y="0"/>
                  </a:lnTo>
                  <a:lnTo>
                    <a:pt x="82" y="0"/>
                  </a:lnTo>
                  <a:lnTo>
                    <a:pt x="79" y="1"/>
                  </a:lnTo>
                  <a:lnTo>
                    <a:pt x="77" y="2"/>
                  </a:lnTo>
                  <a:lnTo>
                    <a:pt x="77" y="4"/>
                  </a:lnTo>
                  <a:lnTo>
                    <a:pt x="77"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6" name="Freeform 272"/>
            <p:cNvSpPr/>
            <p:nvPr/>
          </p:nvSpPr>
          <p:spPr bwMode="auto">
            <a:xfrm>
              <a:off x="2516188" y="2557463"/>
              <a:ext cx="28575" cy="163513"/>
            </a:xfrm>
            <a:custGeom>
              <a:avLst/>
              <a:gdLst/>
              <a:ahLst/>
              <a:cxnLst>
                <a:cxn ang="0">
                  <a:pos x="45" y="4"/>
                </a:cxn>
                <a:cxn ang="0">
                  <a:pos x="45" y="4"/>
                </a:cxn>
                <a:cxn ang="0">
                  <a:pos x="29" y="78"/>
                </a:cxn>
                <a:cxn ang="0">
                  <a:pos x="16" y="152"/>
                </a:cxn>
                <a:cxn ang="0">
                  <a:pos x="10" y="189"/>
                </a:cxn>
                <a:cxn ang="0">
                  <a:pos x="4" y="226"/>
                </a:cxn>
                <a:cxn ang="0">
                  <a:pos x="1" y="265"/>
                </a:cxn>
                <a:cxn ang="0">
                  <a:pos x="0" y="303"/>
                </a:cxn>
                <a:cxn ang="0">
                  <a:pos x="0" y="303"/>
                </a:cxn>
                <a:cxn ang="0">
                  <a:pos x="0" y="304"/>
                </a:cxn>
                <a:cxn ang="0">
                  <a:pos x="1" y="306"/>
                </a:cxn>
                <a:cxn ang="0">
                  <a:pos x="2" y="307"/>
                </a:cxn>
                <a:cxn ang="0">
                  <a:pos x="4" y="307"/>
                </a:cxn>
                <a:cxn ang="0">
                  <a:pos x="6" y="307"/>
                </a:cxn>
                <a:cxn ang="0">
                  <a:pos x="7" y="306"/>
                </a:cxn>
                <a:cxn ang="0">
                  <a:pos x="9" y="304"/>
                </a:cxn>
                <a:cxn ang="0">
                  <a:pos x="10" y="303"/>
                </a:cxn>
                <a:cxn ang="0">
                  <a:pos x="10" y="303"/>
                </a:cxn>
                <a:cxn ang="0">
                  <a:pos x="11" y="265"/>
                </a:cxn>
                <a:cxn ang="0">
                  <a:pos x="14" y="227"/>
                </a:cxn>
                <a:cxn ang="0">
                  <a:pos x="19" y="190"/>
                </a:cxn>
                <a:cxn ang="0">
                  <a:pos x="25" y="153"/>
                </a:cxn>
                <a:cxn ang="0">
                  <a:pos x="38" y="80"/>
                </a:cxn>
                <a:cxn ang="0">
                  <a:pos x="53" y="6"/>
                </a:cxn>
                <a:cxn ang="0">
                  <a:pos x="53" y="6"/>
                </a:cxn>
                <a:cxn ang="0">
                  <a:pos x="53" y="4"/>
                </a:cxn>
                <a:cxn ang="0">
                  <a:pos x="53" y="2"/>
                </a:cxn>
                <a:cxn ang="0">
                  <a:pos x="50" y="1"/>
                </a:cxn>
                <a:cxn ang="0">
                  <a:pos x="48" y="0"/>
                </a:cxn>
                <a:cxn ang="0">
                  <a:pos x="47" y="1"/>
                </a:cxn>
                <a:cxn ang="0">
                  <a:pos x="45" y="2"/>
                </a:cxn>
                <a:cxn ang="0">
                  <a:pos x="45" y="4"/>
                </a:cxn>
                <a:cxn ang="0">
                  <a:pos x="45" y="4"/>
                </a:cxn>
              </a:cxnLst>
              <a:rect l="0" t="0" r="r" b="b"/>
              <a:pathLst>
                <a:path w="53" h="307">
                  <a:moveTo>
                    <a:pt x="45" y="4"/>
                  </a:moveTo>
                  <a:lnTo>
                    <a:pt x="45" y="4"/>
                  </a:lnTo>
                  <a:lnTo>
                    <a:pt x="29" y="78"/>
                  </a:lnTo>
                  <a:lnTo>
                    <a:pt x="16" y="152"/>
                  </a:lnTo>
                  <a:lnTo>
                    <a:pt x="10" y="189"/>
                  </a:lnTo>
                  <a:lnTo>
                    <a:pt x="4" y="226"/>
                  </a:lnTo>
                  <a:lnTo>
                    <a:pt x="1" y="265"/>
                  </a:lnTo>
                  <a:lnTo>
                    <a:pt x="0" y="303"/>
                  </a:lnTo>
                  <a:lnTo>
                    <a:pt x="0" y="303"/>
                  </a:lnTo>
                  <a:lnTo>
                    <a:pt x="0" y="304"/>
                  </a:lnTo>
                  <a:lnTo>
                    <a:pt x="1" y="306"/>
                  </a:lnTo>
                  <a:lnTo>
                    <a:pt x="2" y="307"/>
                  </a:lnTo>
                  <a:lnTo>
                    <a:pt x="4" y="307"/>
                  </a:lnTo>
                  <a:lnTo>
                    <a:pt x="6" y="307"/>
                  </a:lnTo>
                  <a:lnTo>
                    <a:pt x="7" y="306"/>
                  </a:lnTo>
                  <a:lnTo>
                    <a:pt x="9" y="304"/>
                  </a:lnTo>
                  <a:lnTo>
                    <a:pt x="10" y="303"/>
                  </a:lnTo>
                  <a:lnTo>
                    <a:pt x="10" y="303"/>
                  </a:lnTo>
                  <a:lnTo>
                    <a:pt x="11" y="265"/>
                  </a:lnTo>
                  <a:lnTo>
                    <a:pt x="14" y="227"/>
                  </a:lnTo>
                  <a:lnTo>
                    <a:pt x="19" y="190"/>
                  </a:lnTo>
                  <a:lnTo>
                    <a:pt x="25" y="153"/>
                  </a:lnTo>
                  <a:lnTo>
                    <a:pt x="38" y="80"/>
                  </a:lnTo>
                  <a:lnTo>
                    <a:pt x="53" y="6"/>
                  </a:lnTo>
                  <a:lnTo>
                    <a:pt x="53" y="6"/>
                  </a:lnTo>
                  <a:lnTo>
                    <a:pt x="53" y="4"/>
                  </a:lnTo>
                  <a:lnTo>
                    <a:pt x="53" y="2"/>
                  </a:lnTo>
                  <a:lnTo>
                    <a:pt x="50" y="1"/>
                  </a:lnTo>
                  <a:lnTo>
                    <a:pt x="48" y="0"/>
                  </a:lnTo>
                  <a:lnTo>
                    <a:pt x="47" y="1"/>
                  </a:lnTo>
                  <a:lnTo>
                    <a:pt x="45" y="2"/>
                  </a:lnTo>
                  <a:lnTo>
                    <a:pt x="45" y="4"/>
                  </a:lnTo>
                  <a:lnTo>
                    <a:pt x="45"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7" name="Freeform 273"/>
            <p:cNvSpPr/>
            <p:nvPr/>
          </p:nvSpPr>
          <p:spPr bwMode="auto">
            <a:xfrm>
              <a:off x="2549525" y="2571750"/>
              <a:ext cx="28575" cy="161925"/>
            </a:xfrm>
            <a:custGeom>
              <a:avLst/>
              <a:gdLst/>
              <a:ahLst/>
              <a:cxnLst>
                <a:cxn ang="0">
                  <a:pos x="45" y="4"/>
                </a:cxn>
                <a:cxn ang="0">
                  <a:pos x="45" y="4"/>
                </a:cxn>
                <a:cxn ang="0">
                  <a:pos x="44" y="12"/>
                </a:cxn>
                <a:cxn ang="0">
                  <a:pos x="42" y="21"/>
                </a:cxn>
                <a:cxn ang="0">
                  <a:pos x="37" y="37"/>
                </a:cxn>
                <a:cxn ang="0">
                  <a:pos x="33" y="53"/>
                </a:cxn>
                <a:cxn ang="0">
                  <a:pos x="29" y="68"/>
                </a:cxn>
                <a:cxn ang="0">
                  <a:pos x="29" y="68"/>
                </a:cxn>
                <a:cxn ang="0">
                  <a:pos x="27" y="88"/>
                </a:cxn>
                <a:cxn ang="0">
                  <a:pos x="25" y="107"/>
                </a:cxn>
                <a:cxn ang="0">
                  <a:pos x="21" y="147"/>
                </a:cxn>
                <a:cxn ang="0">
                  <a:pos x="21" y="147"/>
                </a:cxn>
                <a:cxn ang="0">
                  <a:pos x="15" y="185"/>
                </a:cxn>
                <a:cxn ang="0">
                  <a:pos x="7" y="224"/>
                </a:cxn>
                <a:cxn ang="0">
                  <a:pos x="2" y="262"/>
                </a:cxn>
                <a:cxn ang="0">
                  <a:pos x="1" y="282"/>
                </a:cxn>
                <a:cxn ang="0">
                  <a:pos x="0" y="302"/>
                </a:cxn>
                <a:cxn ang="0">
                  <a:pos x="0" y="302"/>
                </a:cxn>
                <a:cxn ang="0">
                  <a:pos x="0" y="304"/>
                </a:cxn>
                <a:cxn ang="0">
                  <a:pos x="1" y="305"/>
                </a:cxn>
                <a:cxn ang="0">
                  <a:pos x="3" y="306"/>
                </a:cxn>
                <a:cxn ang="0">
                  <a:pos x="4" y="306"/>
                </a:cxn>
                <a:cxn ang="0">
                  <a:pos x="6" y="306"/>
                </a:cxn>
                <a:cxn ang="0">
                  <a:pos x="7" y="305"/>
                </a:cxn>
                <a:cxn ang="0">
                  <a:pos x="10" y="304"/>
                </a:cxn>
                <a:cxn ang="0">
                  <a:pos x="10" y="302"/>
                </a:cxn>
                <a:cxn ang="0">
                  <a:pos x="10" y="302"/>
                </a:cxn>
                <a:cxn ang="0">
                  <a:pos x="11" y="281"/>
                </a:cxn>
                <a:cxn ang="0">
                  <a:pos x="13" y="261"/>
                </a:cxn>
                <a:cxn ang="0">
                  <a:pos x="18" y="221"/>
                </a:cxn>
                <a:cxn ang="0">
                  <a:pos x="24" y="181"/>
                </a:cxn>
                <a:cxn ang="0">
                  <a:pos x="31" y="140"/>
                </a:cxn>
                <a:cxn ang="0">
                  <a:pos x="31" y="140"/>
                </a:cxn>
                <a:cxn ang="0">
                  <a:pos x="35" y="102"/>
                </a:cxn>
                <a:cxn ang="0">
                  <a:pos x="37" y="83"/>
                </a:cxn>
                <a:cxn ang="0">
                  <a:pos x="40" y="64"/>
                </a:cxn>
                <a:cxn ang="0">
                  <a:pos x="40" y="64"/>
                </a:cxn>
                <a:cxn ang="0">
                  <a:pos x="43" y="49"/>
                </a:cxn>
                <a:cxn ang="0">
                  <a:pos x="48" y="34"/>
                </a:cxn>
                <a:cxn ang="0">
                  <a:pos x="52" y="20"/>
                </a:cxn>
                <a:cxn ang="0">
                  <a:pos x="53" y="12"/>
                </a:cxn>
                <a:cxn ang="0">
                  <a:pos x="54" y="4"/>
                </a:cxn>
                <a:cxn ang="0">
                  <a:pos x="54" y="4"/>
                </a:cxn>
                <a:cxn ang="0">
                  <a:pos x="54" y="2"/>
                </a:cxn>
                <a:cxn ang="0">
                  <a:pos x="53" y="1"/>
                </a:cxn>
                <a:cxn ang="0">
                  <a:pos x="51" y="0"/>
                </a:cxn>
                <a:cxn ang="0">
                  <a:pos x="49" y="0"/>
                </a:cxn>
                <a:cxn ang="0">
                  <a:pos x="48" y="0"/>
                </a:cxn>
                <a:cxn ang="0">
                  <a:pos x="46" y="1"/>
                </a:cxn>
                <a:cxn ang="0">
                  <a:pos x="45" y="2"/>
                </a:cxn>
                <a:cxn ang="0">
                  <a:pos x="45" y="4"/>
                </a:cxn>
                <a:cxn ang="0">
                  <a:pos x="45" y="4"/>
                </a:cxn>
              </a:cxnLst>
              <a:rect l="0" t="0" r="r" b="b"/>
              <a:pathLst>
                <a:path w="54" h="306">
                  <a:moveTo>
                    <a:pt x="45" y="4"/>
                  </a:moveTo>
                  <a:lnTo>
                    <a:pt x="45" y="4"/>
                  </a:lnTo>
                  <a:lnTo>
                    <a:pt x="44" y="12"/>
                  </a:lnTo>
                  <a:lnTo>
                    <a:pt x="42" y="21"/>
                  </a:lnTo>
                  <a:lnTo>
                    <a:pt x="37" y="37"/>
                  </a:lnTo>
                  <a:lnTo>
                    <a:pt x="33" y="53"/>
                  </a:lnTo>
                  <a:lnTo>
                    <a:pt x="29" y="68"/>
                  </a:lnTo>
                  <a:lnTo>
                    <a:pt x="29" y="68"/>
                  </a:lnTo>
                  <a:lnTo>
                    <a:pt x="27" y="88"/>
                  </a:lnTo>
                  <a:lnTo>
                    <a:pt x="25" y="107"/>
                  </a:lnTo>
                  <a:lnTo>
                    <a:pt x="21" y="147"/>
                  </a:lnTo>
                  <a:lnTo>
                    <a:pt x="21" y="147"/>
                  </a:lnTo>
                  <a:lnTo>
                    <a:pt x="15" y="185"/>
                  </a:lnTo>
                  <a:lnTo>
                    <a:pt x="7" y="224"/>
                  </a:lnTo>
                  <a:lnTo>
                    <a:pt x="2" y="262"/>
                  </a:lnTo>
                  <a:lnTo>
                    <a:pt x="1" y="282"/>
                  </a:lnTo>
                  <a:lnTo>
                    <a:pt x="0" y="302"/>
                  </a:lnTo>
                  <a:lnTo>
                    <a:pt x="0" y="302"/>
                  </a:lnTo>
                  <a:lnTo>
                    <a:pt x="0" y="304"/>
                  </a:lnTo>
                  <a:lnTo>
                    <a:pt x="1" y="305"/>
                  </a:lnTo>
                  <a:lnTo>
                    <a:pt x="3" y="306"/>
                  </a:lnTo>
                  <a:lnTo>
                    <a:pt x="4" y="306"/>
                  </a:lnTo>
                  <a:lnTo>
                    <a:pt x="6" y="306"/>
                  </a:lnTo>
                  <a:lnTo>
                    <a:pt x="7" y="305"/>
                  </a:lnTo>
                  <a:lnTo>
                    <a:pt x="10" y="304"/>
                  </a:lnTo>
                  <a:lnTo>
                    <a:pt x="10" y="302"/>
                  </a:lnTo>
                  <a:lnTo>
                    <a:pt x="10" y="302"/>
                  </a:lnTo>
                  <a:lnTo>
                    <a:pt x="11" y="281"/>
                  </a:lnTo>
                  <a:lnTo>
                    <a:pt x="13" y="261"/>
                  </a:lnTo>
                  <a:lnTo>
                    <a:pt x="18" y="221"/>
                  </a:lnTo>
                  <a:lnTo>
                    <a:pt x="24" y="181"/>
                  </a:lnTo>
                  <a:lnTo>
                    <a:pt x="31" y="140"/>
                  </a:lnTo>
                  <a:lnTo>
                    <a:pt x="31" y="140"/>
                  </a:lnTo>
                  <a:lnTo>
                    <a:pt x="35" y="102"/>
                  </a:lnTo>
                  <a:lnTo>
                    <a:pt x="37" y="83"/>
                  </a:lnTo>
                  <a:lnTo>
                    <a:pt x="40" y="64"/>
                  </a:lnTo>
                  <a:lnTo>
                    <a:pt x="40" y="64"/>
                  </a:lnTo>
                  <a:lnTo>
                    <a:pt x="43" y="49"/>
                  </a:lnTo>
                  <a:lnTo>
                    <a:pt x="48" y="34"/>
                  </a:lnTo>
                  <a:lnTo>
                    <a:pt x="52" y="20"/>
                  </a:lnTo>
                  <a:lnTo>
                    <a:pt x="53" y="12"/>
                  </a:lnTo>
                  <a:lnTo>
                    <a:pt x="54" y="4"/>
                  </a:lnTo>
                  <a:lnTo>
                    <a:pt x="54" y="4"/>
                  </a:lnTo>
                  <a:lnTo>
                    <a:pt x="54" y="2"/>
                  </a:lnTo>
                  <a:lnTo>
                    <a:pt x="53" y="1"/>
                  </a:lnTo>
                  <a:lnTo>
                    <a:pt x="51" y="0"/>
                  </a:lnTo>
                  <a:lnTo>
                    <a:pt x="49" y="0"/>
                  </a:lnTo>
                  <a:lnTo>
                    <a:pt x="48" y="0"/>
                  </a:lnTo>
                  <a:lnTo>
                    <a:pt x="46" y="1"/>
                  </a:lnTo>
                  <a:lnTo>
                    <a:pt x="45" y="2"/>
                  </a:lnTo>
                  <a:lnTo>
                    <a:pt x="45" y="4"/>
                  </a:lnTo>
                  <a:lnTo>
                    <a:pt x="45"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8" name="Freeform 274"/>
            <p:cNvSpPr/>
            <p:nvPr/>
          </p:nvSpPr>
          <p:spPr bwMode="auto">
            <a:xfrm>
              <a:off x="2579688" y="2598738"/>
              <a:ext cx="15875" cy="155575"/>
            </a:xfrm>
            <a:custGeom>
              <a:avLst/>
              <a:gdLst/>
              <a:ahLst/>
              <a:cxnLst>
                <a:cxn ang="0">
                  <a:pos x="28" y="4"/>
                </a:cxn>
                <a:cxn ang="0">
                  <a:pos x="28" y="4"/>
                </a:cxn>
                <a:cxn ang="0">
                  <a:pos x="28" y="2"/>
                </a:cxn>
                <a:cxn ang="0">
                  <a:pos x="27" y="1"/>
                </a:cxn>
                <a:cxn ang="0">
                  <a:pos x="26" y="0"/>
                </a:cxn>
                <a:cxn ang="0">
                  <a:pos x="24" y="0"/>
                </a:cxn>
                <a:cxn ang="0">
                  <a:pos x="22" y="0"/>
                </a:cxn>
                <a:cxn ang="0">
                  <a:pos x="21" y="1"/>
                </a:cxn>
                <a:cxn ang="0">
                  <a:pos x="20" y="2"/>
                </a:cxn>
                <a:cxn ang="0">
                  <a:pos x="19" y="4"/>
                </a:cxn>
                <a:cxn ang="0">
                  <a:pos x="19" y="4"/>
                </a:cxn>
                <a:cxn ang="0">
                  <a:pos x="18" y="40"/>
                </a:cxn>
                <a:cxn ang="0">
                  <a:pos x="16" y="75"/>
                </a:cxn>
                <a:cxn ang="0">
                  <a:pos x="12" y="110"/>
                </a:cxn>
                <a:cxn ang="0">
                  <a:pos x="8" y="146"/>
                </a:cxn>
                <a:cxn ang="0">
                  <a:pos x="8" y="146"/>
                </a:cxn>
                <a:cxn ang="0">
                  <a:pos x="6" y="164"/>
                </a:cxn>
                <a:cxn ang="0">
                  <a:pos x="6" y="181"/>
                </a:cxn>
                <a:cxn ang="0">
                  <a:pos x="5" y="217"/>
                </a:cxn>
                <a:cxn ang="0">
                  <a:pos x="4" y="252"/>
                </a:cxn>
                <a:cxn ang="0">
                  <a:pos x="3" y="269"/>
                </a:cxn>
                <a:cxn ang="0">
                  <a:pos x="0" y="287"/>
                </a:cxn>
                <a:cxn ang="0">
                  <a:pos x="0" y="287"/>
                </a:cxn>
                <a:cxn ang="0">
                  <a:pos x="0" y="289"/>
                </a:cxn>
                <a:cxn ang="0">
                  <a:pos x="1" y="291"/>
                </a:cxn>
                <a:cxn ang="0">
                  <a:pos x="4" y="293"/>
                </a:cxn>
                <a:cxn ang="0">
                  <a:pos x="5" y="293"/>
                </a:cxn>
                <a:cxn ang="0">
                  <a:pos x="7" y="293"/>
                </a:cxn>
                <a:cxn ang="0">
                  <a:pos x="8" y="292"/>
                </a:cxn>
                <a:cxn ang="0">
                  <a:pos x="9" y="290"/>
                </a:cxn>
                <a:cxn ang="0">
                  <a:pos x="9" y="290"/>
                </a:cxn>
                <a:cxn ang="0">
                  <a:pos x="11" y="274"/>
                </a:cxn>
                <a:cxn ang="0">
                  <a:pos x="13" y="258"/>
                </a:cxn>
                <a:cxn ang="0">
                  <a:pos x="16" y="226"/>
                </a:cxn>
                <a:cxn ang="0">
                  <a:pos x="16" y="194"/>
                </a:cxn>
                <a:cxn ang="0">
                  <a:pos x="16" y="162"/>
                </a:cxn>
                <a:cxn ang="0">
                  <a:pos x="16" y="162"/>
                </a:cxn>
                <a:cxn ang="0">
                  <a:pos x="17" y="143"/>
                </a:cxn>
                <a:cxn ang="0">
                  <a:pos x="19" y="125"/>
                </a:cxn>
                <a:cxn ang="0">
                  <a:pos x="22" y="106"/>
                </a:cxn>
                <a:cxn ang="0">
                  <a:pos x="24" y="87"/>
                </a:cxn>
                <a:cxn ang="0">
                  <a:pos x="24" y="87"/>
                </a:cxn>
                <a:cxn ang="0">
                  <a:pos x="27" y="46"/>
                </a:cxn>
                <a:cxn ang="0">
                  <a:pos x="28" y="4"/>
                </a:cxn>
                <a:cxn ang="0">
                  <a:pos x="28" y="4"/>
                </a:cxn>
              </a:cxnLst>
              <a:rect l="0" t="0" r="r" b="b"/>
              <a:pathLst>
                <a:path w="28" h="293">
                  <a:moveTo>
                    <a:pt x="28" y="4"/>
                  </a:moveTo>
                  <a:lnTo>
                    <a:pt x="28" y="4"/>
                  </a:lnTo>
                  <a:lnTo>
                    <a:pt x="28" y="2"/>
                  </a:lnTo>
                  <a:lnTo>
                    <a:pt x="27" y="1"/>
                  </a:lnTo>
                  <a:lnTo>
                    <a:pt x="26" y="0"/>
                  </a:lnTo>
                  <a:lnTo>
                    <a:pt x="24" y="0"/>
                  </a:lnTo>
                  <a:lnTo>
                    <a:pt x="22" y="0"/>
                  </a:lnTo>
                  <a:lnTo>
                    <a:pt x="21" y="1"/>
                  </a:lnTo>
                  <a:lnTo>
                    <a:pt x="20" y="2"/>
                  </a:lnTo>
                  <a:lnTo>
                    <a:pt x="19" y="4"/>
                  </a:lnTo>
                  <a:lnTo>
                    <a:pt x="19" y="4"/>
                  </a:lnTo>
                  <a:lnTo>
                    <a:pt x="18" y="40"/>
                  </a:lnTo>
                  <a:lnTo>
                    <a:pt x="16" y="75"/>
                  </a:lnTo>
                  <a:lnTo>
                    <a:pt x="12" y="110"/>
                  </a:lnTo>
                  <a:lnTo>
                    <a:pt x="8" y="146"/>
                  </a:lnTo>
                  <a:lnTo>
                    <a:pt x="8" y="146"/>
                  </a:lnTo>
                  <a:lnTo>
                    <a:pt x="6" y="164"/>
                  </a:lnTo>
                  <a:lnTo>
                    <a:pt x="6" y="181"/>
                  </a:lnTo>
                  <a:lnTo>
                    <a:pt x="5" y="217"/>
                  </a:lnTo>
                  <a:lnTo>
                    <a:pt x="4" y="252"/>
                  </a:lnTo>
                  <a:lnTo>
                    <a:pt x="3" y="269"/>
                  </a:lnTo>
                  <a:lnTo>
                    <a:pt x="0" y="287"/>
                  </a:lnTo>
                  <a:lnTo>
                    <a:pt x="0" y="287"/>
                  </a:lnTo>
                  <a:lnTo>
                    <a:pt x="0" y="289"/>
                  </a:lnTo>
                  <a:lnTo>
                    <a:pt x="1" y="291"/>
                  </a:lnTo>
                  <a:lnTo>
                    <a:pt x="4" y="293"/>
                  </a:lnTo>
                  <a:lnTo>
                    <a:pt x="5" y="293"/>
                  </a:lnTo>
                  <a:lnTo>
                    <a:pt x="7" y="293"/>
                  </a:lnTo>
                  <a:lnTo>
                    <a:pt x="8" y="292"/>
                  </a:lnTo>
                  <a:lnTo>
                    <a:pt x="9" y="290"/>
                  </a:lnTo>
                  <a:lnTo>
                    <a:pt x="9" y="290"/>
                  </a:lnTo>
                  <a:lnTo>
                    <a:pt x="11" y="274"/>
                  </a:lnTo>
                  <a:lnTo>
                    <a:pt x="13" y="258"/>
                  </a:lnTo>
                  <a:lnTo>
                    <a:pt x="16" y="226"/>
                  </a:lnTo>
                  <a:lnTo>
                    <a:pt x="16" y="194"/>
                  </a:lnTo>
                  <a:lnTo>
                    <a:pt x="16" y="162"/>
                  </a:lnTo>
                  <a:lnTo>
                    <a:pt x="16" y="162"/>
                  </a:lnTo>
                  <a:lnTo>
                    <a:pt x="17" y="143"/>
                  </a:lnTo>
                  <a:lnTo>
                    <a:pt x="19" y="125"/>
                  </a:lnTo>
                  <a:lnTo>
                    <a:pt x="22" y="106"/>
                  </a:lnTo>
                  <a:lnTo>
                    <a:pt x="24" y="87"/>
                  </a:lnTo>
                  <a:lnTo>
                    <a:pt x="24" y="87"/>
                  </a:lnTo>
                  <a:lnTo>
                    <a:pt x="27" y="46"/>
                  </a:lnTo>
                  <a:lnTo>
                    <a:pt x="28" y="4"/>
                  </a:lnTo>
                  <a:lnTo>
                    <a:pt x="28"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49" name="Freeform 275"/>
            <p:cNvSpPr/>
            <p:nvPr/>
          </p:nvSpPr>
          <p:spPr bwMode="auto">
            <a:xfrm>
              <a:off x="2609850" y="2592388"/>
              <a:ext cx="25400" cy="158750"/>
            </a:xfrm>
            <a:custGeom>
              <a:avLst/>
              <a:gdLst/>
              <a:ahLst/>
              <a:cxnLst>
                <a:cxn ang="0">
                  <a:pos x="38" y="4"/>
                </a:cxn>
                <a:cxn ang="0">
                  <a:pos x="38" y="4"/>
                </a:cxn>
                <a:cxn ang="0">
                  <a:pos x="37" y="23"/>
                </a:cxn>
                <a:cxn ang="0">
                  <a:pos x="36" y="42"/>
                </a:cxn>
                <a:cxn ang="0">
                  <a:pos x="32" y="78"/>
                </a:cxn>
                <a:cxn ang="0">
                  <a:pos x="26" y="114"/>
                </a:cxn>
                <a:cxn ang="0">
                  <a:pos x="18" y="150"/>
                </a:cxn>
                <a:cxn ang="0">
                  <a:pos x="12" y="186"/>
                </a:cxn>
                <a:cxn ang="0">
                  <a:pos x="6" y="222"/>
                </a:cxn>
                <a:cxn ang="0">
                  <a:pos x="2" y="258"/>
                </a:cxn>
                <a:cxn ang="0">
                  <a:pos x="1" y="277"/>
                </a:cxn>
                <a:cxn ang="0">
                  <a:pos x="0" y="296"/>
                </a:cxn>
                <a:cxn ang="0">
                  <a:pos x="0" y="296"/>
                </a:cxn>
                <a:cxn ang="0">
                  <a:pos x="0" y="298"/>
                </a:cxn>
                <a:cxn ang="0">
                  <a:pos x="1" y="299"/>
                </a:cxn>
                <a:cxn ang="0">
                  <a:pos x="3" y="300"/>
                </a:cxn>
                <a:cxn ang="0">
                  <a:pos x="4" y="300"/>
                </a:cxn>
                <a:cxn ang="0">
                  <a:pos x="6" y="300"/>
                </a:cxn>
                <a:cxn ang="0">
                  <a:pos x="8" y="299"/>
                </a:cxn>
                <a:cxn ang="0">
                  <a:pos x="9" y="298"/>
                </a:cxn>
                <a:cxn ang="0">
                  <a:pos x="9" y="296"/>
                </a:cxn>
                <a:cxn ang="0">
                  <a:pos x="9" y="296"/>
                </a:cxn>
                <a:cxn ang="0">
                  <a:pos x="10" y="277"/>
                </a:cxn>
                <a:cxn ang="0">
                  <a:pos x="11" y="258"/>
                </a:cxn>
                <a:cxn ang="0">
                  <a:pos x="15" y="222"/>
                </a:cxn>
                <a:cxn ang="0">
                  <a:pos x="22" y="186"/>
                </a:cxn>
                <a:cxn ang="0">
                  <a:pos x="29" y="150"/>
                </a:cxn>
                <a:cxn ang="0">
                  <a:pos x="35" y="114"/>
                </a:cxn>
                <a:cxn ang="0">
                  <a:pos x="41" y="78"/>
                </a:cxn>
                <a:cxn ang="0">
                  <a:pos x="45" y="42"/>
                </a:cxn>
                <a:cxn ang="0">
                  <a:pos x="46" y="23"/>
                </a:cxn>
                <a:cxn ang="0">
                  <a:pos x="47" y="4"/>
                </a:cxn>
                <a:cxn ang="0">
                  <a:pos x="47" y="4"/>
                </a:cxn>
                <a:cxn ang="0">
                  <a:pos x="46" y="2"/>
                </a:cxn>
                <a:cxn ang="0">
                  <a:pos x="45" y="1"/>
                </a:cxn>
                <a:cxn ang="0">
                  <a:pos x="44" y="0"/>
                </a:cxn>
                <a:cxn ang="0">
                  <a:pos x="42" y="0"/>
                </a:cxn>
                <a:cxn ang="0">
                  <a:pos x="41" y="0"/>
                </a:cxn>
                <a:cxn ang="0">
                  <a:pos x="39" y="1"/>
                </a:cxn>
                <a:cxn ang="0">
                  <a:pos x="38" y="2"/>
                </a:cxn>
                <a:cxn ang="0">
                  <a:pos x="38" y="4"/>
                </a:cxn>
                <a:cxn ang="0">
                  <a:pos x="38" y="4"/>
                </a:cxn>
              </a:cxnLst>
              <a:rect l="0" t="0" r="r" b="b"/>
              <a:pathLst>
                <a:path w="47" h="300">
                  <a:moveTo>
                    <a:pt x="38" y="4"/>
                  </a:moveTo>
                  <a:lnTo>
                    <a:pt x="38" y="4"/>
                  </a:lnTo>
                  <a:lnTo>
                    <a:pt x="37" y="23"/>
                  </a:lnTo>
                  <a:lnTo>
                    <a:pt x="36" y="42"/>
                  </a:lnTo>
                  <a:lnTo>
                    <a:pt x="32" y="78"/>
                  </a:lnTo>
                  <a:lnTo>
                    <a:pt x="26" y="114"/>
                  </a:lnTo>
                  <a:lnTo>
                    <a:pt x="18" y="150"/>
                  </a:lnTo>
                  <a:lnTo>
                    <a:pt x="12" y="186"/>
                  </a:lnTo>
                  <a:lnTo>
                    <a:pt x="6" y="222"/>
                  </a:lnTo>
                  <a:lnTo>
                    <a:pt x="2" y="258"/>
                  </a:lnTo>
                  <a:lnTo>
                    <a:pt x="1" y="277"/>
                  </a:lnTo>
                  <a:lnTo>
                    <a:pt x="0" y="296"/>
                  </a:lnTo>
                  <a:lnTo>
                    <a:pt x="0" y="296"/>
                  </a:lnTo>
                  <a:lnTo>
                    <a:pt x="0" y="298"/>
                  </a:lnTo>
                  <a:lnTo>
                    <a:pt x="1" y="299"/>
                  </a:lnTo>
                  <a:lnTo>
                    <a:pt x="3" y="300"/>
                  </a:lnTo>
                  <a:lnTo>
                    <a:pt x="4" y="300"/>
                  </a:lnTo>
                  <a:lnTo>
                    <a:pt x="6" y="300"/>
                  </a:lnTo>
                  <a:lnTo>
                    <a:pt x="8" y="299"/>
                  </a:lnTo>
                  <a:lnTo>
                    <a:pt x="9" y="298"/>
                  </a:lnTo>
                  <a:lnTo>
                    <a:pt x="9" y="296"/>
                  </a:lnTo>
                  <a:lnTo>
                    <a:pt x="9" y="296"/>
                  </a:lnTo>
                  <a:lnTo>
                    <a:pt x="10" y="277"/>
                  </a:lnTo>
                  <a:lnTo>
                    <a:pt x="11" y="258"/>
                  </a:lnTo>
                  <a:lnTo>
                    <a:pt x="15" y="222"/>
                  </a:lnTo>
                  <a:lnTo>
                    <a:pt x="22" y="186"/>
                  </a:lnTo>
                  <a:lnTo>
                    <a:pt x="29" y="150"/>
                  </a:lnTo>
                  <a:lnTo>
                    <a:pt x="35" y="114"/>
                  </a:lnTo>
                  <a:lnTo>
                    <a:pt x="41" y="78"/>
                  </a:lnTo>
                  <a:lnTo>
                    <a:pt x="45" y="42"/>
                  </a:lnTo>
                  <a:lnTo>
                    <a:pt x="46" y="23"/>
                  </a:lnTo>
                  <a:lnTo>
                    <a:pt x="47" y="4"/>
                  </a:lnTo>
                  <a:lnTo>
                    <a:pt x="47" y="4"/>
                  </a:lnTo>
                  <a:lnTo>
                    <a:pt x="46" y="2"/>
                  </a:lnTo>
                  <a:lnTo>
                    <a:pt x="45" y="1"/>
                  </a:lnTo>
                  <a:lnTo>
                    <a:pt x="44" y="0"/>
                  </a:lnTo>
                  <a:lnTo>
                    <a:pt x="42" y="0"/>
                  </a:lnTo>
                  <a:lnTo>
                    <a:pt x="41" y="0"/>
                  </a:lnTo>
                  <a:lnTo>
                    <a:pt x="39" y="1"/>
                  </a:lnTo>
                  <a:lnTo>
                    <a:pt x="38" y="2"/>
                  </a:lnTo>
                  <a:lnTo>
                    <a:pt x="38" y="4"/>
                  </a:lnTo>
                  <a:lnTo>
                    <a:pt x="38"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0" name="Freeform 276"/>
            <p:cNvSpPr/>
            <p:nvPr/>
          </p:nvSpPr>
          <p:spPr bwMode="auto">
            <a:xfrm>
              <a:off x="2649538" y="2581275"/>
              <a:ext cx="22225" cy="206375"/>
            </a:xfrm>
            <a:custGeom>
              <a:avLst/>
              <a:gdLst/>
              <a:ahLst/>
              <a:cxnLst>
                <a:cxn ang="0">
                  <a:pos x="34" y="5"/>
                </a:cxn>
                <a:cxn ang="0">
                  <a:pos x="34" y="5"/>
                </a:cxn>
                <a:cxn ang="0">
                  <a:pos x="33" y="25"/>
                </a:cxn>
                <a:cxn ang="0">
                  <a:pos x="30" y="47"/>
                </a:cxn>
                <a:cxn ang="0">
                  <a:pos x="24" y="89"/>
                </a:cxn>
                <a:cxn ang="0">
                  <a:pos x="19" y="133"/>
                </a:cxn>
                <a:cxn ang="0">
                  <a:pos x="17" y="154"/>
                </a:cxn>
                <a:cxn ang="0">
                  <a:pos x="16" y="175"/>
                </a:cxn>
                <a:cxn ang="0">
                  <a:pos x="16" y="175"/>
                </a:cxn>
                <a:cxn ang="0">
                  <a:pos x="15" y="191"/>
                </a:cxn>
                <a:cxn ang="0">
                  <a:pos x="14" y="207"/>
                </a:cxn>
                <a:cxn ang="0">
                  <a:pos x="11" y="239"/>
                </a:cxn>
                <a:cxn ang="0">
                  <a:pos x="11" y="239"/>
                </a:cxn>
                <a:cxn ang="0">
                  <a:pos x="6" y="290"/>
                </a:cxn>
                <a:cxn ang="0">
                  <a:pos x="2" y="340"/>
                </a:cxn>
                <a:cxn ang="0">
                  <a:pos x="2" y="340"/>
                </a:cxn>
                <a:cxn ang="0">
                  <a:pos x="1" y="351"/>
                </a:cxn>
                <a:cxn ang="0">
                  <a:pos x="0" y="365"/>
                </a:cxn>
                <a:cxn ang="0">
                  <a:pos x="0" y="372"/>
                </a:cxn>
                <a:cxn ang="0">
                  <a:pos x="0" y="380"/>
                </a:cxn>
                <a:cxn ang="0">
                  <a:pos x="2" y="385"/>
                </a:cxn>
                <a:cxn ang="0">
                  <a:pos x="3" y="387"/>
                </a:cxn>
                <a:cxn ang="0">
                  <a:pos x="5" y="388"/>
                </a:cxn>
                <a:cxn ang="0">
                  <a:pos x="5" y="388"/>
                </a:cxn>
                <a:cxn ang="0">
                  <a:pos x="7" y="388"/>
                </a:cxn>
                <a:cxn ang="0">
                  <a:pos x="8" y="388"/>
                </a:cxn>
                <a:cxn ang="0">
                  <a:pos x="11" y="387"/>
                </a:cxn>
                <a:cxn ang="0">
                  <a:pos x="12" y="386"/>
                </a:cxn>
                <a:cxn ang="0">
                  <a:pos x="13" y="384"/>
                </a:cxn>
                <a:cxn ang="0">
                  <a:pos x="13" y="383"/>
                </a:cxn>
                <a:cxn ang="0">
                  <a:pos x="12" y="381"/>
                </a:cxn>
                <a:cxn ang="0">
                  <a:pos x="10" y="380"/>
                </a:cxn>
                <a:cxn ang="0">
                  <a:pos x="10" y="380"/>
                </a:cxn>
                <a:cxn ang="0">
                  <a:pos x="12" y="380"/>
                </a:cxn>
                <a:cxn ang="0">
                  <a:pos x="12" y="380"/>
                </a:cxn>
                <a:cxn ang="0">
                  <a:pos x="11" y="375"/>
                </a:cxn>
                <a:cxn ang="0">
                  <a:pos x="11" y="375"/>
                </a:cxn>
                <a:cxn ang="0">
                  <a:pos x="12" y="362"/>
                </a:cxn>
                <a:cxn ang="0">
                  <a:pos x="12" y="362"/>
                </a:cxn>
                <a:cxn ang="0">
                  <a:pos x="14" y="324"/>
                </a:cxn>
                <a:cxn ang="0">
                  <a:pos x="14" y="324"/>
                </a:cxn>
                <a:cxn ang="0">
                  <a:pos x="21" y="226"/>
                </a:cxn>
                <a:cxn ang="0">
                  <a:pos x="21" y="226"/>
                </a:cxn>
                <a:cxn ang="0">
                  <a:pos x="23" y="197"/>
                </a:cxn>
                <a:cxn ang="0">
                  <a:pos x="26" y="168"/>
                </a:cxn>
                <a:cxn ang="0">
                  <a:pos x="26" y="168"/>
                </a:cxn>
                <a:cxn ang="0">
                  <a:pos x="30" y="127"/>
                </a:cxn>
                <a:cxn ang="0">
                  <a:pos x="33" y="86"/>
                </a:cxn>
                <a:cxn ang="0">
                  <a:pos x="33" y="86"/>
                </a:cxn>
                <a:cxn ang="0">
                  <a:pos x="36" y="66"/>
                </a:cxn>
                <a:cxn ang="0">
                  <a:pos x="39" y="45"/>
                </a:cxn>
                <a:cxn ang="0">
                  <a:pos x="42" y="25"/>
                </a:cxn>
                <a:cxn ang="0">
                  <a:pos x="44" y="5"/>
                </a:cxn>
                <a:cxn ang="0">
                  <a:pos x="44" y="5"/>
                </a:cxn>
                <a:cxn ang="0">
                  <a:pos x="44" y="3"/>
                </a:cxn>
                <a:cxn ang="0">
                  <a:pos x="43" y="1"/>
                </a:cxn>
                <a:cxn ang="0">
                  <a:pos x="41" y="1"/>
                </a:cxn>
                <a:cxn ang="0">
                  <a:pos x="39" y="0"/>
                </a:cxn>
                <a:cxn ang="0">
                  <a:pos x="37" y="1"/>
                </a:cxn>
                <a:cxn ang="0">
                  <a:pos x="36" y="1"/>
                </a:cxn>
                <a:cxn ang="0">
                  <a:pos x="34" y="3"/>
                </a:cxn>
                <a:cxn ang="0">
                  <a:pos x="34" y="5"/>
                </a:cxn>
                <a:cxn ang="0">
                  <a:pos x="34" y="5"/>
                </a:cxn>
              </a:cxnLst>
              <a:rect l="0" t="0" r="r" b="b"/>
              <a:pathLst>
                <a:path w="44" h="388">
                  <a:moveTo>
                    <a:pt x="34" y="5"/>
                  </a:moveTo>
                  <a:lnTo>
                    <a:pt x="34" y="5"/>
                  </a:lnTo>
                  <a:lnTo>
                    <a:pt x="33" y="25"/>
                  </a:lnTo>
                  <a:lnTo>
                    <a:pt x="30" y="47"/>
                  </a:lnTo>
                  <a:lnTo>
                    <a:pt x="24" y="89"/>
                  </a:lnTo>
                  <a:lnTo>
                    <a:pt x="19" y="133"/>
                  </a:lnTo>
                  <a:lnTo>
                    <a:pt x="17" y="154"/>
                  </a:lnTo>
                  <a:lnTo>
                    <a:pt x="16" y="175"/>
                  </a:lnTo>
                  <a:lnTo>
                    <a:pt x="16" y="175"/>
                  </a:lnTo>
                  <a:lnTo>
                    <a:pt x="15" y="191"/>
                  </a:lnTo>
                  <a:lnTo>
                    <a:pt x="14" y="207"/>
                  </a:lnTo>
                  <a:lnTo>
                    <a:pt x="11" y="239"/>
                  </a:lnTo>
                  <a:lnTo>
                    <a:pt x="11" y="239"/>
                  </a:lnTo>
                  <a:lnTo>
                    <a:pt x="6" y="290"/>
                  </a:lnTo>
                  <a:lnTo>
                    <a:pt x="2" y="340"/>
                  </a:lnTo>
                  <a:lnTo>
                    <a:pt x="2" y="340"/>
                  </a:lnTo>
                  <a:lnTo>
                    <a:pt x="1" y="351"/>
                  </a:lnTo>
                  <a:lnTo>
                    <a:pt x="0" y="365"/>
                  </a:lnTo>
                  <a:lnTo>
                    <a:pt x="0" y="372"/>
                  </a:lnTo>
                  <a:lnTo>
                    <a:pt x="0" y="380"/>
                  </a:lnTo>
                  <a:lnTo>
                    <a:pt x="2" y="385"/>
                  </a:lnTo>
                  <a:lnTo>
                    <a:pt x="3" y="387"/>
                  </a:lnTo>
                  <a:lnTo>
                    <a:pt x="5" y="388"/>
                  </a:lnTo>
                  <a:lnTo>
                    <a:pt x="5" y="388"/>
                  </a:lnTo>
                  <a:lnTo>
                    <a:pt x="7" y="388"/>
                  </a:lnTo>
                  <a:lnTo>
                    <a:pt x="8" y="388"/>
                  </a:lnTo>
                  <a:lnTo>
                    <a:pt x="11" y="387"/>
                  </a:lnTo>
                  <a:lnTo>
                    <a:pt x="12" y="386"/>
                  </a:lnTo>
                  <a:lnTo>
                    <a:pt x="13" y="384"/>
                  </a:lnTo>
                  <a:lnTo>
                    <a:pt x="13" y="383"/>
                  </a:lnTo>
                  <a:lnTo>
                    <a:pt x="12" y="381"/>
                  </a:lnTo>
                  <a:lnTo>
                    <a:pt x="10" y="380"/>
                  </a:lnTo>
                  <a:lnTo>
                    <a:pt x="10" y="380"/>
                  </a:lnTo>
                  <a:lnTo>
                    <a:pt x="12" y="380"/>
                  </a:lnTo>
                  <a:lnTo>
                    <a:pt x="12" y="380"/>
                  </a:lnTo>
                  <a:lnTo>
                    <a:pt x="11" y="375"/>
                  </a:lnTo>
                  <a:lnTo>
                    <a:pt x="11" y="375"/>
                  </a:lnTo>
                  <a:lnTo>
                    <a:pt x="12" y="362"/>
                  </a:lnTo>
                  <a:lnTo>
                    <a:pt x="12" y="362"/>
                  </a:lnTo>
                  <a:lnTo>
                    <a:pt x="14" y="324"/>
                  </a:lnTo>
                  <a:lnTo>
                    <a:pt x="14" y="324"/>
                  </a:lnTo>
                  <a:lnTo>
                    <a:pt x="21" y="226"/>
                  </a:lnTo>
                  <a:lnTo>
                    <a:pt x="21" y="226"/>
                  </a:lnTo>
                  <a:lnTo>
                    <a:pt x="23" y="197"/>
                  </a:lnTo>
                  <a:lnTo>
                    <a:pt x="26" y="168"/>
                  </a:lnTo>
                  <a:lnTo>
                    <a:pt x="26" y="168"/>
                  </a:lnTo>
                  <a:lnTo>
                    <a:pt x="30" y="127"/>
                  </a:lnTo>
                  <a:lnTo>
                    <a:pt x="33" y="86"/>
                  </a:lnTo>
                  <a:lnTo>
                    <a:pt x="33" y="86"/>
                  </a:lnTo>
                  <a:lnTo>
                    <a:pt x="36" y="66"/>
                  </a:lnTo>
                  <a:lnTo>
                    <a:pt x="39" y="45"/>
                  </a:lnTo>
                  <a:lnTo>
                    <a:pt x="42" y="25"/>
                  </a:lnTo>
                  <a:lnTo>
                    <a:pt x="44" y="5"/>
                  </a:lnTo>
                  <a:lnTo>
                    <a:pt x="44" y="5"/>
                  </a:lnTo>
                  <a:lnTo>
                    <a:pt x="44" y="3"/>
                  </a:lnTo>
                  <a:lnTo>
                    <a:pt x="43" y="1"/>
                  </a:lnTo>
                  <a:lnTo>
                    <a:pt x="41" y="1"/>
                  </a:lnTo>
                  <a:lnTo>
                    <a:pt x="39" y="0"/>
                  </a:lnTo>
                  <a:lnTo>
                    <a:pt x="37" y="1"/>
                  </a:lnTo>
                  <a:lnTo>
                    <a:pt x="36" y="1"/>
                  </a:lnTo>
                  <a:lnTo>
                    <a:pt x="34" y="3"/>
                  </a:lnTo>
                  <a:lnTo>
                    <a:pt x="34" y="5"/>
                  </a:lnTo>
                  <a:lnTo>
                    <a:pt x="34"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1" name="Freeform 277"/>
            <p:cNvSpPr/>
            <p:nvPr/>
          </p:nvSpPr>
          <p:spPr bwMode="auto">
            <a:xfrm>
              <a:off x="2687638" y="2544763"/>
              <a:ext cx="20638" cy="236538"/>
            </a:xfrm>
            <a:custGeom>
              <a:avLst/>
              <a:gdLst/>
              <a:ahLst/>
              <a:cxnLst>
                <a:cxn ang="0">
                  <a:pos x="31" y="5"/>
                </a:cxn>
                <a:cxn ang="0">
                  <a:pos x="31" y="5"/>
                </a:cxn>
                <a:cxn ang="0">
                  <a:pos x="29" y="58"/>
                </a:cxn>
                <a:cxn ang="0">
                  <a:pos x="26" y="113"/>
                </a:cxn>
                <a:cxn ang="0">
                  <a:pos x="23" y="167"/>
                </a:cxn>
                <a:cxn ang="0">
                  <a:pos x="18" y="219"/>
                </a:cxn>
                <a:cxn ang="0">
                  <a:pos x="18" y="219"/>
                </a:cxn>
                <a:cxn ang="0">
                  <a:pos x="13" y="275"/>
                </a:cxn>
                <a:cxn ang="0">
                  <a:pos x="7" y="330"/>
                </a:cxn>
                <a:cxn ang="0">
                  <a:pos x="2" y="386"/>
                </a:cxn>
                <a:cxn ang="0">
                  <a:pos x="0" y="414"/>
                </a:cxn>
                <a:cxn ang="0">
                  <a:pos x="0" y="441"/>
                </a:cxn>
                <a:cxn ang="0">
                  <a:pos x="0" y="441"/>
                </a:cxn>
                <a:cxn ang="0">
                  <a:pos x="0" y="444"/>
                </a:cxn>
                <a:cxn ang="0">
                  <a:pos x="1" y="445"/>
                </a:cxn>
                <a:cxn ang="0">
                  <a:pos x="3" y="446"/>
                </a:cxn>
                <a:cxn ang="0">
                  <a:pos x="4" y="446"/>
                </a:cxn>
                <a:cxn ang="0">
                  <a:pos x="6" y="446"/>
                </a:cxn>
                <a:cxn ang="0">
                  <a:pos x="7" y="445"/>
                </a:cxn>
                <a:cxn ang="0">
                  <a:pos x="8" y="444"/>
                </a:cxn>
                <a:cxn ang="0">
                  <a:pos x="9" y="441"/>
                </a:cxn>
                <a:cxn ang="0">
                  <a:pos x="9" y="441"/>
                </a:cxn>
                <a:cxn ang="0">
                  <a:pos x="10" y="414"/>
                </a:cxn>
                <a:cxn ang="0">
                  <a:pos x="11" y="386"/>
                </a:cxn>
                <a:cxn ang="0">
                  <a:pos x="16" y="330"/>
                </a:cxn>
                <a:cxn ang="0">
                  <a:pos x="22" y="275"/>
                </a:cxn>
                <a:cxn ang="0">
                  <a:pos x="27" y="219"/>
                </a:cxn>
                <a:cxn ang="0">
                  <a:pos x="27" y="219"/>
                </a:cxn>
                <a:cxn ang="0">
                  <a:pos x="33" y="167"/>
                </a:cxn>
                <a:cxn ang="0">
                  <a:pos x="37" y="113"/>
                </a:cxn>
                <a:cxn ang="0">
                  <a:pos x="39" y="59"/>
                </a:cxn>
                <a:cxn ang="0">
                  <a:pos x="40" y="5"/>
                </a:cxn>
                <a:cxn ang="0">
                  <a:pos x="40" y="5"/>
                </a:cxn>
                <a:cxn ang="0">
                  <a:pos x="40" y="2"/>
                </a:cxn>
                <a:cxn ang="0">
                  <a:pos x="39" y="1"/>
                </a:cxn>
                <a:cxn ang="0">
                  <a:pos x="38" y="0"/>
                </a:cxn>
                <a:cxn ang="0">
                  <a:pos x="36" y="0"/>
                </a:cxn>
                <a:cxn ang="0">
                  <a:pos x="34" y="0"/>
                </a:cxn>
                <a:cxn ang="0">
                  <a:pos x="33" y="1"/>
                </a:cxn>
                <a:cxn ang="0">
                  <a:pos x="32" y="2"/>
                </a:cxn>
                <a:cxn ang="0">
                  <a:pos x="31" y="5"/>
                </a:cxn>
                <a:cxn ang="0">
                  <a:pos x="31" y="5"/>
                </a:cxn>
              </a:cxnLst>
              <a:rect l="0" t="0" r="r" b="b"/>
              <a:pathLst>
                <a:path w="40" h="446">
                  <a:moveTo>
                    <a:pt x="31" y="5"/>
                  </a:moveTo>
                  <a:lnTo>
                    <a:pt x="31" y="5"/>
                  </a:lnTo>
                  <a:lnTo>
                    <a:pt x="29" y="58"/>
                  </a:lnTo>
                  <a:lnTo>
                    <a:pt x="26" y="113"/>
                  </a:lnTo>
                  <a:lnTo>
                    <a:pt x="23" y="167"/>
                  </a:lnTo>
                  <a:lnTo>
                    <a:pt x="18" y="219"/>
                  </a:lnTo>
                  <a:lnTo>
                    <a:pt x="18" y="219"/>
                  </a:lnTo>
                  <a:lnTo>
                    <a:pt x="13" y="275"/>
                  </a:lnTo>
                  <a:lnTo>
                    <a:pt x="7" y="330"/>
                  </a:lnTo>
                  <a:lnTo>
                    <a:pt x="2" y="386"/>
                  </a:lnTo>
                  <a:lnTo>
                    <a:pt x="0" y="414"/>
                  </a:lnTo>
                  <a:lnTo>
                    <a:pt x="0" y="441"/>
                  </a:lnTo>
                  <a:lnTo>
                    <a:pt x="0" y="441"/>
                  </a:lnTo>
                  <a:lnTo>
                    <a:pt x="0" y="444"/>
                  </a:lnTo>
                  <a:lnTo>
                    <a:pt x="1" y="445"/>
                  </a:lnTo>
                  <a:lnTo>
                    <a:pt x="3" y="446"/>
                  </a:lnTo>
                  <a:lnTo>
                    <a:pt x="4" y="446"/>
                  </a:lnTo>
                  <a:lnTo>
                    <a:pt x="6" y="446"/>
                  </a:lnTo>
                  <a:lnTo>
                    <a:pt x="7" y="445"/>
                  </a:lnTo>
                  <a:lnTo>
                    <a:pt x="8" y="444"/>
                  </a:lnTo>
                  <a:lnTo>
                    <a:pt x="9" y="441"/>
                  </a:lnTo>
                  <a:lnTo>
                    <a:pt x="9" y="441"/>
                  </a:lnTo>
                  <a:lnTo>
                    <a:pt x="10" y="414"/>
                  </a:lnTo>
                  <a:lnTo>
                    <a:pt x="11" y="386"/>
                  </a:lnTo>
                  <a:lnTo>
                    <a:pt x="16" y="330"/>
                  </a:lnTo>
                  <a:lnTo>
                    <a:pt x="22" y="275"/>
                  </a:lnTo>
                  <a:lnTo>
                    <a:pt x="27" y="219"/>
                  </a:lnTo>
                  <a:lnTo>
                    <a:pt x="27" y="219"/>
                  </a:lnTo>
                  <a:lnTo>
                    <a:pt x="33" y="167"/>
                  </a:lnTo>
                  <a:lnTo>
                    <a:pt x="37" y="113"/>
                  </a:lnTo>
                  <a:lnTo>
                    <a:pt x="39" y="59"/>
                  </a:lnTo>
                  <a:lnTo>
                    <a:pt x="40" y="5"/>
                  </a:lnTo>
                  <a:lnTo>
                    <a:pt x="40" y="5"/>
                  </a:lnTo>
                  <a:lnTo>
                    <a:pt x="40" y="2"/>
                  </a:lnTo>
                  <a:lnTo>
                    <a:pt x="39" y="1"/>
                  </a:lnTo>
                  <a:lnTo>
                    <a:pt x="38" y="0"/>
                  </a:lnTo>
                  <a:lnTo>
                    <a:pt x="36" y="0"/>
                  </a:lnTo>
                  <a:lnTo>
                    <a:pt x="34" y="0"/>
                  </a:lnTo>
                  <a:lnTo>
                    <a:pt x="33" y="1"/>
                  </a:lnTo>
                  <a:lnTo>
                    <a:pt x="32" y="2"/>
                  </a:lnTo>
                  <a:lnTo>
                    <a:pt x="31" y="5"/>
                  </a:lnTo>
                  <a:lnTo>
                    <a:pt x="31"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2" name="Freeform 278"/>
            <p:cNvSpPr/>
            <p:nvPr/>
          </p:nvSpPr>
          <p:spPr bwMode="auto">
            <a:xfrm>
              <a:off x="2714625" y="2535238"/>
              <a:ext cx="17463" cy="265113"/>
            </a:xfrm>
            <a:custGeom>
              <a:avLst/>
              <a:gdLst/>
              <a:ahLst/>
              <a:cxnLst>
                <a:cxn ang="0">
                  <a:pos x="28" y="4"/>
                </a:cxn>
                <a:cxn ang="0">
                  <a:pos x="28" y="4"/>
                </a:cxn>
                <a:cxn ang="0">
                  <a:pos x="28" y="2"/>
                </a:cxn>
                <a:cxn ang="0">
                  <a:pos x="27" y="1"/>
                </a:cxn>
                <a:cxn ang="0">
                  <a:pos x="25" y="0"/>
                </a:cxn>
                <a:cxn ang="0">
                  <a:pos x="24" y="0"/>
                </a:cxn>
                <a:cxn ang="0">
                  <a:pos x="22" y="0"/>
                </a:cxn>
                <a:cxn ang="0">
                  <a:pos x="20" y="1"/>
                </a:cxn>
                <a:cxn ang="0">
                  <a:pos x="19" y="2"/>
                </a:cxn>
                <a:cxn ang="0">
                  <a:pos x="19" y="4"/>
                </a:cxn>
                <a:cxn ang="0">
                  <a:pos x="19" y="4"/>
                </a:cxn>
                <a:cxn ang="0">
                  <a:pos x="20" y="34"/>
                </a:cxn>
                <a:cxn ang="0">
                  <a:pos x="21" y="64"/>
                </a:cxn>
                <a:cxn ang="0">
                  <a:pos x="23" y="125"/>
                </a:cxn>
                <a:cxn ang="0">
                  <a:pos x="24" y="155"/>
                </a:cxn>
                <a:cxn ang="0">
                  <a:pos x="24" y="185"/>
                </a:cxn>
                <a:cxn ang="0">
                  <a:pos x="23" y="215"/>
                </a:cxn>
                <a:cxn ang="0">
                  <a:pos x="20" y="245"/>
                </a:cxn>
                <a:cxn ang="0">
                  <a:pos x="20" y="245"/>
                </a:cxn>
                <a:cxn ang="0">
                  <a:pos x="13" y="306"/>
                </a:cxn>
                <a:cxn ang="0">
                  <a:pos x="9" y="335"/>
                </a:cxn>
                <a:cxn ang="0">
                  <a:pos x="7" y="366"/>
                </a:cxn>
                <a:cxn ang="0">
                  <a:pos x="7" y="366"/>
                </a:cxn>
                <a:cxn ang="0">
                  <a:pos x="3" y="427"/>
                </a:cxn>
                <a:cxn ang="0">
                  <a:pos x="1" y="458"/>
                </a:cxn>
                <a:cxn ang="0">
                  <a:pos x="0" y="489"/>
                </a:cxn>
                <a:cxn ang="0">
                  <a:pos x="0" y="489"/>
                </a:cxn>
                <a:cxn ang="0">
                  <a:pos x="0" y="490"/>
                </a:cxn>
                <a:cxn ang="0">
                  <a:pos x="0" y="497"/>
                </a:cxn>
                <a:cxn ang="0">
                  <a:pos x="0" y="497"/>
                </a:cxn>
                <a:cxn ang="0">
                  <a:pos x="0" y="499"/>
                </a:cxn>
                <a:cxn ang="0">
                  <a:pos x="1" y="501"/>
                </a:cxn>
                <a:cxn ang="0">
                  <a:pos x="3" y="502"/>
                </a:cxn>
                <a:cxn ang="0">
                  <a:pos x="4" y="502"/>
                </a:cxn>
                <a:cxn ang="0">
                  <a:pos x="6" y="502"/>
                </a:cxn>
                <a:cxn ang="0">
                  <a:pos x="7" y="501"/>
                </a:cxn>
                <a:cxn ang="0">
                  <a:pos x="8" y="499"/>
                </a:cxn>
                <a:cxn ang="0">
                  <a:pos x="9" y="497"/>
                </a:cxn>
                <a:cxn ang="0">
                  <a:pos x="9" y="497"/>
                </a:cxn>
                <a:cxn ang="0">
                  <a:pos x="10" y="467"/>
                </a:cxn>
                <a:cxn ang="0">
                  <a:pos x="13" y="436"/>
                </a:cxn>
                <a:cxn ang="0">
                  <a:pos x="15" y="406"/>
                </a:cxn>
                <a:cxn ang="0">
                  <a:pos x="17" y="376"/>
                </a:cxn>
                <a:cxn ang="0">
                  <a:pos x="17" y="376"/>
                </a:cxn>
                <a:cxn ang="0">
                  <a:pos x="18" y="345"/>
                </a:cxn>
                <a:cxn ang="0">
                  <a:pos x="21" y="314"/>
                </a:cxn>
                <a:cxn ang="0">
                  <a:pos x="29" y="253"/>
                </a:cxn>
                <a:cxn ang="0">
                  <a:pos x="29" y="253"/>
                </a:cxn>
                <a:cxn ang="0">
                  <a:pos x="32" y="222"/>
                </a:cxn>
                <a:cxn ang="0">
                  <a:pos x="33" y="191"/>
                </a:cxn>
                <a:cxn ang="0">
                  <a:pos x="33" y="160"/>
                </a:cxn>
                <a:cxn ang="0">
                  <a:pos x="32" y="129"/>
                </a:cxn>
                <a:cxn ang="0">
                  <a:pos x="30" y="67"/>
                </a:cxn>
                <a:cxn ang="0">
                  <a:pos x="29" y="35"/>
                </a:cxn>
                <a:cxn ang="0">
                  <a:pos x="28" y="4"/>
                </a:cxn>
                <a:cxn ang="0">
                  <a:pos x="28" y="4"/>
                </a:cxn>
              </a:cxnLst>
              <a:rect l="0" t="0" r="r" b="b"/>
              <a:pathLst>
                <a:path w="33" h="502">
                  <a:moveTo>
                    <a:pt x="28" y="4"/>
                  </a:moveTo>
                  <a:lnTo>
                    <a:pt x="28" y="4"/>
                  </a:lnTo>
                  <a:lnTo>
                    <a:pt x="28" y="2"/>
                  </a:lnTo>
                  <a:lnTo>
                    <a:pt x="27" y="1"/>
                  </a:lnTo>
                  <a:lnTo>
                    <a:pt x="25" y="0"/>
                  </a:lnTo>
                  <a:lnTo>
                    <a:pt x="24" y="0"/>
                  </a:lnTo>
                  <a:lnTo>
                    <a:pt x="22" y="0"/>
                  </a:lnTo>
                  <a:lnTo>
                    <a:pt x="20" y="1"/>
                  </a:lnTo>
                  <a:lnTo>
                    <a:pt x="19" y="2"/>
                  </a:lnTo>
                  <a:lnTo>
                    <a:pt x="19" y="4"/>
                  </a:lnTo>
                  <a:lnTo>
                    <a:pt x="19" y="4"/>
                  </a:lnTo>
                  <a:lnTo>
                    <a:pt x="20" y="34"/>
                  </a:lnTo>
                  <a:lnTo>
                    <a:pt x="21" y="64"/>
                  </a:lnTo>
                  <a:lnTo>
                    <a:pt x="23" y="125"/>
                  </a:lnTo>
                  <a:lnTo>
                    <a:pt x="24" y="155"/>
                  </a:lnTo>
                  <a:lnTo>
                    <a:pt x="24" y="185"/>
                  </a:lnTo>
                  <a:lnTo>
                    <a:pt x="23" y="215"/>
                  </a:lnTo>
                  <a:lnTo>
                    <a:pt x="20" y="245"/>
                  </a:lnTo>
                  <a:lnTo>
                    <a:pt x="20" y="245"/>
                  </a:lnTo>
                  <a:lnTo>
                    <a:pt x="13" y="306"/>
                  </a:lnTo>
                  <a:lnTo>
                    <a:pt x="9" y="335"/>
                  </a:lnTo>
                  <a:lnTo>
                    <a:pt x="7" y="366"/>
                  </a:lnTo>
                  <a:lnTo>
                    <a:pt x="7" y="366"/>
                  </a:lnTo>
                  <a:lnTo>
                    <a:pt x="3" y="427"/>
                  </a:lnTo>
                  <a:lnTo>
                    <a:pt x="1" y="458"/>
                  </a:lnTo>
                  <a:lnTo>
                    <a:pt x="0" y="489"/>
                  </a:lnTo>
                  <a:lnTo>
                    <a:pt x="0" y="489"/>
                  </a:lnTo>
                  <a:lnTo>
                    <a:pt x="0" y="490"/>
                  </a:lnTo>
                  <a:lnTo>
                    <a:pt x="0" y="497"/>
                  </a:lnTo>
                  <a:lnTo>
                    <a:pt x="0" y="497"/>
                  </a:lnTo>
                  <a:lnTo>
                    <a:pt x="0" y="499"/>
                  </a:lnTo>
                  <a:lnTo>
                    <a:pt x="1" y="501"/>
                  </a:lnTo>
                  <a:lnTo>
                    <a:pt x="3" y="502"/>
                  </a:lnTo>
                  <a:lnTo>
                    <a:pt x="4" y="502"/>
                  </a:lnTo>
                  <a:lnTo>
                    <a:pt x="6" y="502"/>
                  </a:lnTo>
                  <a:lnTo>
                    <a:pt x="7" y="501"/>
                  </a:lnTo>
                  <a:lnTo>
                    <a:pt x="8" y="499"/>
                  </a:lnTo>
                  <a:lnTo>
                    <a:pt x="9" y="497"/>
                  </a:lnTo>
                  <a:lnTo>
                    <a:pt x="9" y="497"/>
                  </a:lnTo>
                  <a:lnTo>
                    <a:pt x="10" y="467"/>
                  </a:lnTo>
                  <a:lnTo>
                    <a:pt x="13" y="436"/>
                  </a:lnTo>
                  <a:lnTo>
                    <a:pt x="15" y="406"/>
                  </a:lnTo>
                  <a:lnTo>
                    <a:pt x="17" y="376"/>
                  </a:lnTo>
                  <a:lnTo>
                    <a:pt x="17" y="376"/>
                  </a:lnTo>
                  <a:lnTo>
                    <a:pt x="18" y="345"/>
                  </a:lnTo>
                  <a:lnTo>
                    <a:pt x="21" y="314"/>
                  </a:lnTo>
                  <a:lnTo>
                    <a:pt x="29" y="253"/>
                  </a:lnTo>
                  <a:lnTo>
                    <a:pt x="29" y="253"/>
                  </a:lnTo>
                  <a:lnTo>
                    <a:pt x="32" y="222"/>
                  </a:lnTo>
                  <a:lnTo>
                    <a:pt x="33" y="191"/>
                  </a:lnTo>
                  <a:lnTo>
                    <a:pt x="33" y="160"/>
                  </a:lnTo>
                  <a:lnTo>
                    <a:pt x="32" y="129"/>
                  </a:lnTo>
                  <a:lnTo>
                    <a:pt x="30" y="67"/>
                  </a:lnTo>
                  <a:lnTo>
                    <a:pt x="29" y="35"/>
                  </a:lnTo>
                  <a:lnTo>
                    <a:pt x="28" y="4"/>
                  </a:lnTo>
                  <a:lnTo>
                    <a:pt x="28"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3" name="Freeform 279"/>
            <p:cNvSpPr/>
            <p:nvPr/>
          </p:nvSpPr>
          <p:spPr bwMode="auto">
            <a:xfrm>
              <a:off x="2744788" y="2547938"/>
              <a:ext cx="19050" cy="252413"/>
            </a:xfrm>
            <a:custGeom>
              <a:avLst/>
              <a:gdLst/>
              <a:ahLst/>
              <a:cxnLst>
                <a:cxn ang="0">
                  <a:pos x="34" y="5"/>
                </a:cxn>
                <a:cxn ang="0">
                  <a:pos x="34" y="5"/>
                </a:cxn>
                <a:cxn ang="0">
                  <a:pos x="34" y="3"/>
                </a:cxn>
                <a:cxn ang="0">
                  <a:pos x="33" y="1"/>
                </a:cxn>
                <a:cxn ang="0">
                  <a:pos x="31" y="0"/>
                </a:cxn>
                <a:cxn ang="0">
                  <a:pos x="30" y="0"/>
                </a:cxn>
                <a:cxn ang="0">
                  <a:pos x="28" y="0"/>
                </a:cxn>
                <a:cxn ang="0">
                  <a:pos x="27" y="1"/>
                </a:cxn>
                <a:cxn ang="0">
                  <a:pos x="26" y="3"/>
                </a:cxn>
                <a:cxn ang="0">
                  <a:pos x="25" y="5"/>
                </a:cxn>
                <a:cxn ang="0">
                  <a:pos x="25" y="5"/>
                </a:cxn>
                <a:cxn ang="0">
                  <a:pos x="26" y="64"/>
                </a:cxn>
                <a:cxn ang="0">
                  <a:pos x="27" y="123"/>
                </a:cxn>
                <a:cxn ang="0">
                  <a:pos x="27" y="123"/>
                </a:cxn>
                <a:cxn ang="0">
                  <a:pos x="25" y="151"/>
                </a:cxn>
                <a:cxn ang="0">
                  <a:pos x="23" y="180"/>
                </a:cxn>
                <a:cxn ang="0">
                  <a:pos x="16" y="238"/>
                </a:cxn>
                <a:cxn ang="0">
                  <a:pos x="16" y="238"/>
                </a:cxn>
                <a:cxn ang="0">
                  <a:pos x="6" y="355"/>
                </a:cxn>
                <a:cxn ang="0">
                  <a:pos x="2" y="414"/>
                </a:cxn>
                <a:cxn ang="0">
                  <a:pos x="0" y="443"/>
                </a:cxn>
                <a:cxn ang="0">
                  <a:pos x="0" y="472"/>
                </a:cxn>
                <a:cxn ang="0">
                  <a:pos x="0" y="472"/>
                </a:cxn>
                <a:cxn ang="0">
                  <a:pos x="0" y="474"/>
                </a:cxn>
                <a:cxn ang="0">
                  <a:pos x="1" y="476"/>
                </a:cxn>
                <a:cxn ang="0">
                  <a:pos x="3" y="477"/>
                </a:cxn>
                <a:cxn ang="0">
                  <a:pos x="4" y="477"/>
                </a:cxn>
                <a:cxn ang="0">
                  <a:pos x="6" y="477"/>
                </a:cxn>
                <a:cxn ang="0">
                  <a:pos x="7" y="476"/>
                </a:cxn>
                <a:cxn ang="0">
                  <a:pos x="9" y="474"/>
                </a:cxn>
                <a:cxn ang="0">
                  <a:pos x="9" y="472"/>
                </a:cxn>
                <a:cxn ang="0">
                  <a:pos x="9" y="472"/>
                </a:cxn>
                <a:cxn ang="0">
                  <a:pos x="9" y="443"/>
                </a:cxn>
                <a:cxn ang="0">
                  <a:pos x="11" y="414"/>
                </a:cxn>
                <a:cxn ang="0">
                  <a:pos x="15" y="355"/>
                </a:cxn>
                <a:cxn ang="0">
                  <a:pos x="26" y="238"/>
                </a:cxn>
                <a:cxn ang="0">
                  <a:pos x="26" y="238"/>
                </a:cxn>
                <a:cxn ang="0">
                  <a:pos x="32" y="180"/>
                </a:cxn>
                <a:cxn ang="0">
                  <a:pos x="35" y="151"/>
                </a:cxn>
                <a:cxn ang="0">
                  <a:pos x="36" y="123"/>
                </a:cxn>
                <a:cxn ang="0">
                  <a:pos x="36" y="123"/>
                </a:cxn>
                <a:cxn ang="0">
                  <a:pos x="36" y="93"/>
                </a:cxn>
                <a:cxn ang="0">
                  <a:pos x="35" y="64"/>
                </a:cxn>
                <a:cxn ang="0">
                  <a:pos x="34" y="5"/>
                </a:cxn>
                <a:cxn ang="0">
                  <a:pos x="34" y="5"/>
                </a:cxn>
              </a:cxnLst>
              <a:rect l="0" t="0" r="r" b="b"/>
              <a:pathLst>
                <a:path w="36" h="477">
                  <a:moveTo>
                    <a:pt x="34" y="5"/>
                  </a:moveTo>
                  <a:lnTo>
                    <a:pt x="34" y="5"/>
                  </a:lnTo>
                  <a:lnTo>
                    <a:pt x="34" y="3"/>
                  </a:lnTo>
                  <a:lnTo>
                    <a:pt x="33" y="1"/>
                  </a:lnTo>
                  <a:lnTo>
                    <a:pt x="31" y="0"/>
                  </a:lnTo>
                  <a:lnTo>
                    <a:pt x="30" y="0"/>
                  </a:lnTo>
                  <a:lnTo>
                    <a:pt x="28" y="0"/>
                  </a:lnTo>
                  <a:lnTo>
                    <a:pt x="27" y="1"/>
                  </a:lnTo>
                  <a:lnTo>
                    <a:pt x="26" y="3"/>
                  </a:lnTo>
                  <a:lnTo>
                    <a:pt x="25" y="5"/>
                  </a:lnTo>
                  <a:lnTo>
                    <a:pt x="25" y="5"/>
                  </a:lnTo>
                  <a:lnTo>
                    <a:pt x="26" y="64"/>
                  </a:lnTo>
                  <a:lnTo>
                    <a:pt x="27" y="123"/>
                  </a:lnTo>
                  <a:lnTo>
                    <a:pt x="27" y="123"/>
                  </a:lnTo>
                  <a:lnTo>
                    <a:pt x="25" y="151"/>
                  </a:lnTo>
                  <a:lnTo>
                    <a:pt x="23" y="180"/>
                  </a:lnTo>
                  <a:lnTo>
                    <a:pt x="16" y="238"/>
                  </a:lnTo>
                  <a:lnTo>
                    <a:pt x="16" y="238"/>
                  </a:lnTo>
                  <a:lnTo>
                    <a:pt x="6" y="355"/>
                  </a:lnTo>
                  <a:lnTo>
                    <a:pt x="2" y="414"/>
                  </a:lnTo>
                  <a:lnTo>
                    <a:pt x="0" y="443"/>
                  </a:lnTo>
                  <a:lnTo>
                    <a:pt x="0" y="472"/>
                  </a:lnTo>
                  <a:lnTo>
                    <a:pt x="0" y="472"/>
                  </a:lnTo>
                  <a:lnTo>
                    <a:pt x="0" y="474"/>
                  </a:lnTo>
                  <a:lnTo>
                    <a:pt x="1" y="476"/>
                  </a:lnTo>
                  <a:lnTo>
                    <a:pt x="3" y="477"/>
                  </a:lnTo>
                  <a:lnTo>
                    <a:pt x="4" y="477"/>
                  </a:lnTo>
                  <a:lnTo>
                    <a:pt x="6" y="477"/>
                  </a:lnTo>
                  <a:lnTo>
                    <a:pt x="7" y="476"/>
                  </a:lnTo>
                  <a:lnTo>
                    <a:pt x="9" y="474"/>
                  </a:lnTo>
                  <a:lnTo>
                    <a:pt x="9" y="472"/>
                  </a:lnTo>
                  <a:lnTo>
                    <a:pt x="9" y="472"/>
                  </a:lnTo>
                  <a:lnTo>
                    <a:pt x="9" y="443"/>
                  </a:lnTo>
                  <a:lnTo>
                    <a:pt x="11" y="414"/>
                  </a:lnTo>
                  <a:lnTo>
                    <a:pt x="15" y="355"/>
                  </a:lnTo>
                  <a:lnTo>
                    <a:pt x="26" y="238"/>
                  </a:lnTo>
                  <a:lnTo>
                    <a:pt x="26" y="238"/>
                  </a:lnTo>
                  <a:lnTo>
                    <a:pt x="32" y="180"/>
                  </a:lnTo>
                  <a:lnTo>
                    <a:pt x="35" y="151"/>
                  </a:lnTo>
                  <a:lnTo>
                    <a:pt x="36" y="123"/>
                  </a:lnTo>
                  <a:lnTo>
                    <a:pt x="36" y="123"/>
                  </a:lnTo>
                  <a:lnTo>
                    <a:pt x="36" y="93"/>
                  </a:lnTo>
                  <a:lnTo>
                    <a:pt x="35" y="64"/>
                  </a:lnTo>
                  <a:lnTo>
                    <a:pt x="34" y="5"/>
                  </a:lnTo>
                  <a:lnTo>
                    <a:pt x="34"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4" name="Freeform 280"/>
            <p:cNvSpPr/>
            <p:nvPr/>
          </p:nvSpPr>
          <p:spPr bwMode="auto">
            <a:xfrm>
              <a:off x="2774950" y="2544763"/>
              <a:ext cx="25400" cy="242888"/>
            </a:xfrm>
            <a:custGeom>
              <a:avLst/>
              <a:gdLst/>
              <a:ahLst/>
              <a:cxnLst>
                <a:cxn ang="0">
                  <a:pos x="47" y="5"/>
                </a:cxn>
                <a:cxn ang="0">
                  <a:pos x="47" y="5"/>
                </a:cxn>
                <a:cxn ang="0">
                  <a:pos x="46" y="2"/>
                </a:cxn>
                <a:cxn ang="0">
                  <a:pos x="45" y="1"/>
                </a:cxn>
                <a:cxn ang="0">
                  <a:pos x="44" y="0"/>
                </a:cxn>
                <a:cxn ang="0">
                  <a:pos x="42" y="0"/>
                </a:cxn>
                <a:cxn ang="0">
                  <a:pos x="40" y="0"/>
                </a:cxn>
                <a:cxn ang="0">
                  <a:pos x="39" y="1"/>
                </a:cxn>
                <a:cxn ang="0">
                  <a:pos x="38" y="2"/>
                </a:cxn>
                <a:cxn ang="0">
                  <a:pos x="38" y="5"/>
                </a:cxn>
                <a:cxn ang="0">
                  <a:pos x="38" y="5"/>
                </a:cxn>
                <a:cxn ang="0">
                  <a:pos x="38" y="60"/>
                </a:cxn>
                <a:cxn ang="0">
                  <a:pos x="39" y="116"/>
                </a:cxn>
                <a:cxn ang="0">
                  <a:pos x="39" y="144"/>
                </a:cxn>
                <a:cxn ang="0">
                  <a:pos x="39" y="172"/>
                </a:cxn>
                <a:cxn ang="0">
                  <a:pos x="37" y="200"/>
                </a:cxn>
                <a:cxn ang="0">
                  <a:pos x="35" y="228"/>
                </a:cxn>
                <a:cxn ang="0">
                  <a:pos x="35" y="228"/>
                </a:cxn>
                <a:cxn ang="0">
                  <a:pos x="27" y="291"/>
                </a:cxn>
                <a:cxn ang="0">
                  <a:pos x="21" y="322"/>
                </a:cxn>
                <a:cxn ang="0">
                  <a:pos x="16" y="353"/>
                </a:cxn>
                <a:cxn ang="0">
                  <a:pos x="16" y="353"/>
                </a:cxn>
                <a:cxn ang="0">
                  <a:pos x="7" y="395"/>
                </a:cxn>
                <a:cxn ang="0">
                  <a:pos x="3" y="417"/>
                </a:cxn>
                <a:cxn ang="0">
                  <a:pos x="1" y="438"/>
                </a:cxn>
                <a:cxn ang="0">
                  <a:pos x="1" y="438"/>
                </a:cxn>
                <a:cxn ang="0">
                  <a:pos x="0" y="441"/>
                </a:cxn>
                <a:cxn ang="0">
                  <a:pos x="0" y="454"/>
                </a:cxn>
                <a:cxn ang="0">
                  <a:pos x="0" y="454"/>
                </a:cxn>
                <a:cxn ang="0">
                  <a:pos x="0" y="456"/>
                </a:cxn>
                <a:cxn ang="0">
                  <a:pos x="1" y="457"/>
                </a:cxn>
                <a:cxn ang="0">
                  <a:pos x="3" y="458"/>
                </a:cxn>
                <a:cxn ang="0">
                  <a:pos x="4" y="458"/>
                </a:cxn>
                <a:cxn ang="0">
                  <a:pos x="6" y="458"/>
                </a:cxn>
                <a:cxn ang="0">
                  <a:pos x="8" y="457"/>
                </a:cxn>
                <a:cxn ang="0">
                  <a:pos x="9" y="456"/>
                </a:cxn>
                <a:cxn ang="0">
                  <a:pos x="9" y="454"/>
                </a:cxn>
                <a:cxn ang="0">
                  <a:pos x="9" y="454"/>
                </a:cxn>
                <a:cxn ang="0">
                  <a:pos x="10" y="440"/>
                </a:cxn>
                <a:cxn ang="0">
                  <a:pos x="11" y="426"/>
                </a:cxn>
                <a:cxn ang="0">
                  <a:pos x="15" y="399"/>
                </a:cxn>
                <a:cxn ang="0">
                  <a:pos x="27" y="345"/>
                </a:cxn>
                <a:cxn ang="0">
                  <a:pos x="27" y="345"/>
                </a:cxn>
                <a:cxn ang="0">
                  <a:pos x="32" y="319"/>
                </a:cxn>
                <a:cxn ang="0">
                  <a:pos x="36" y="292"/>
                </a:cxn>
                <a:cxn ang="0">
                  <a:pos x="43" y="237"/>
                </a:cxn>
                <a:cxn ang="0">
                  <a:pos x="43" y="237"/>
                </a:cxn>
                <a:cxn ang="0">
                  <a:pos x="46" y="208"/>
                </a:cxn>
                <a:cxn ang="0">
                  <a:pos x="47" y="179"/>
                </a:cxn>
                <a:cxn ang="0">
                  <a:pos x="48" y="150"/>
                </a:cxn>
                <a:cxn ang="0">
                  <a:pos x="48" y="121"/>
                </a:cxn>
                <a:cxn ang="0">
                  <a:pos x="48" y="63"/>
                </a:cxn>
                <a:cxn ang="0">
                  <a:pos x="47" y="5"/>
                </a:cxn>
                <a:cxn ang="0">
                  <a:pos x="47" y="5"/>
                </a:cxn>
              </a:cxnLst>
              <a:rect l="0" t="0" r="r" b="b"/>
              <a:pathLst>
                <a:path w="48" h="458">
                  <a:moveTo>
                    <a:pt x="47" y="5"/>
                  </a:moveTo>
                  <a:lnTo>
                    <a:pt x="47" y="5"/>
                  </a:lnTo>
                  <a:lnTo>
                    <a:pt x="46" y="2"/>
                  </a:lnTo>
                  <a:lnTo>
                    <a:pt x="45" y="1"/>
                  </a:lnTo>
                  <a:lnTo>
                    <a:pt x="44" y="0"/>
                  </a:lnTo>
                  <a:lnTo>
                    <a:pt x="42" y="0"/>
                  </a:lnTo>
                  <a:lnTo>
                    <a:pt x="40" y="0"/>
                  </a:lnTo>
                  <a:lnTo>
                    <a:pt x="39" y="1"/>
                  </a:lnTo>
                  <a:lnTo>
                    <a:pt x="38" y="2"/>
                  </a:lnTo>
                  <a:lnTo>
                    <a:pt x="38" y="5"/>
                  </a:lnTo>
                  <a:lnTo>
                    <a:pt x="38" y="5"/>
                  </a:lnTo>
                  <a:lnTo>
                    <a:pt x="38" y="60"/>
                  </a:lnTo>
                  <a:lnTo>
                    <a:pt x="39" y="116"/>
                  </a:lnTo>
                  <a:lnTo>
                    <a:pt x="39" y="144"/>
                  </a:lnTo>
                  <a:lnTo>
                    <a:pt x="39" y="172"/>
                  </a:lnTo>
                  <a:lnTo>
                    <a:pt x="37" y="200"/>
                  </a:lnTo>
                  <a:lnTo>
                    <a:pt x="35" y="228"/>
                  </a:lnTo>
                  <a:lnTo>
                    <a:pt x="35" y="228"/>
                  </a:lnTo>
                  <a:lnTo>
                    <a:pt x="27" y="291"/>
                  </a:lnTo>
                  <a:lnTo>
                    <a:pt x="21" y="322"/>
                  </a:lnTo>
                  <a:lnTo>
                    <a:pt x="16" y="353"/>
                  </a:lnTo>
                  <a:lnTo>
                    <a:pt x="16" y="353"/>
                  </a:lnTo>
                  <a:lnTo>
                    <a:pt x="7" y="395"/>
                  </a:lnTo>
                  <a:lnTo>
                    <a:pt x="3" y="417"/>
                  </a:lnTo>
                  <a:lnTo>
                    <a:pt x="1" y="438"/>
                  </a:lnTo>
                  <a:lnTo>
                    <a:pt x="1" y="438"/>
                  </a:lnTo>
                  <a:lnTo>
                    <a:pt x="0" y="441"/>
                  </a:lnTo>
                  <a:lnTo>
                    <a:pt x="0" y="454"/>
                  </a:lnTo>
                  <a:lnTo>
                    <a:pt x="0" y="454"/>
                  </a:lnTo>
                  <a:lnTo>
                    <a:pt x="0" y="456"/>
                  </a:lnTo>
                  <a:lnTo>
                    <a:pt x="1" y="457"/>
                  </a:lnTo>
                  <a:lnTo>
                    <a:pt x="3" y="458"/>
                  </a:lnTo>
                  <a:lnTo>
                    <a:pt x="4" y="458"/>
                  </a:lnTo>
                  <a:lnTo>
                    <a:pt x="6" y="458"/>
                  </a:lnTo>
                  <a:lnTo>
                    <a:pt x="8" y="457"/>
                  </a:lnTo>
                  <a:lnTo>
                    <a:pt x="9" y="456"/>
                  </a:lnTo>
                  <a:lnTo>
                    <a:pt x="9" y="454"/>
                  </a:lnTo>
                  <a:lnTo>
                    <a:pt x="9" y="454"/>
                  </a:lnTo>
                  <a:lnTo>
                    <a:pt x="10" y="440"/>
                  </a:lnTo>
                  <a:lnTo>
                    <a:pt x="11" y="426"/>
                  </a:lnTo>
                  <a:lnTo>
                    <a:pt x="15" y="399"/>
                  </a:lnTo>
                  <a:lnTo>
                    <a:pt x="27" y="345"/>
                  </a:lnTo>
                  <a:lnTo>
                    <a:pt x="27" y="345"/>
                  </a:lnTo>
                  <a:lnTo>
                    <a:pt x="32" y="319"/>
                  </a:lnTo>
                  <a:lnTo>
                    <a:pt x="36" y="292"/>
                  </a:lnTo>
                  <a:lnTo>
                    <a:pt x="43" y="237"/>
                  </a:lnTo>
                  <a:lnTo>
                    <a:pt x="43" y="237"/>
                  </a:lnTo>
                  <a:lnTo>
                    <a:pt x="46" y="208"/>
                  </a:lnTo>
                  <a:lnTo>
                    <a:pt x="47" y="179"/>
                  </a:lnTo>
                  <a:lnTo>
                    <a:pt x="48" y="150"/>
                  </a:lnTo>
                  <a:lnTo>
                    <a:pt x="48" y="121"/>
                  </a:lnTo>
                  <a:lnTo>
                    <a:pt x="48" y="63"/>
                  </a:lnTo>
                  <a:lnTo>
                    <a:pt x="47" y="5"/>
                  </a:lnTo>
                  <a:lnTo>
                    <a:pt x="47"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5" name="Freeform 281"/>
            <p:cNvSpPr/>
            <p:nvPr/>
          </p:nvSpPr>
          <p:spPr bwMode="auto">
            <a:xfrm>
              <a:off x="2808288" y="2571750"/>
              <a:ext cx="20638" cy="209550"/>
            </a:xfrm>
            <a:custGeom>
              <a:avLst/>
              <a:gdLst/>
              <a:ahLst/>
              <a:cxnLst>
                <a:cxn ang="0">
                  <a:pos x="32" y="4"/>
                </a:cxn>
                <a:cxn ang="0">
                  <a:pos x="32" y="4"/>
                </a:cxn>
                <a:cxn ang="0">
                  <a:pos x="31" y="50"/>
                </a:cxn>
                <a:cxn ang="0">
                  <a:pos x="30" y="95"/>
                </a:cxn>
                <a:cxn ang="0">
                  <a:pos x="30" y="95"/>
                </a:cxn>
                <a:cxn ang="0">
                  <a:pos x="28" y="121"/>
                </a:cxn>
                <a:cxn ang="0">
                  <a:pos x="24" y="147"/>
                </a:cxn>
                <a:cxn ang="0">
                  <a:pos x="20" y="171"/>
                </a:cxn>
                <a:cxn ang="0">
                  <a:pos x="17" y="197"/>
                </a:cxn>
                <a:cxn ang="0">
                  <a:pos x="17" y="197"/>
                </a:cxn>
                <a:cxn ang="0">
                  <a:pos x="6" y="293"/>
                </a:cxn>
                <a:cxn ang="0">
                  <a:pos x="2" y="342"/>
                </a:cxn>
                <a:cxn ang="0">
                  <a:pos x="0" y="366"/>
                </a:cxn>
                <a:cxn ang="0">
                  <a:pos x="0" y="390"/>
                </a:cxn>
                <a:cxn ang="0">
                  <a:pos x="0" y="390"/>
                </a:cxn>
                <a:cxn ang="0">
                  <a:pos x="0" y="393"/>
                </a:cxn>
                <a:cxn ang="0">
                  <a:pos x="1" y="394"/>
                </a:cxn>
                <a:cxn ang="0">
                  <a:pos x="3" y="395"/>
                </a:cxn>
                <a:cxn ang="0">
                  <a:pos x="5" y="395"/>
                </a:cxn>
                <a:cxn ang="0">
                  <a:pos x="6" y="395"/>
                </a:cxn>
                <a:cxn ang="0">
                  <a:pos x="8" y="394"/>
                </a:cxn>
                <a:cxn ang="0">
                  <a:pos x="9" y="393"/>
                </a:cxn>
                <a:cxn ang="0">
                  <a:pos x="9" y="390"/>
                </a:cxn>
                <a:cxn ang="0">
                  <a:pos x="9" y="390"/>
                </a:cxn>
                <a:cxn ang="0">
                  <a:pos x="10" y="366"/>
                </a:cxn>
                <a:cxn ang="0">
                  <a:pos x="11" y="342"/>
                </a:cxn>
                <a:cxn ang="0">
                  <a:pos x="15" y="293"/>
                </a:cxn>
                <a:cxn ang="0">
                  <a:pos x="21" y="246"/>
                </a:cxn>
                <a:cxn ang="0">
                  <a:pos x="27" y="197"/>
                </a:cxn>
                <a:cxn ang="0">
                  <a:pos x="27" y="197"/>
                </a:cxn>
                <a:cxn ang="0">
                  <a:pos x="30" y="174"/>
                </a:cxn>
                <a:cxn ang="0">
                  <a:pos x="33" y="151"/>
                </a:cxn>
                <a:cxn ang="0">
                  <a:pos x="36" y="127"/>
                </a:cxn>
                <a:cxn ang="0">
                  <a:pos x="39" y="103"/>
                </a:cxn>
                <a:cxn ang="0">
                  <a:pos x="39" y="103"/>
                </a:cxn>
                <a:cxn ang="0">
                  <a:pos x="40" y="79"/>
                </a:cxn>
                <a:cxn ang="0">
                  <a:pos x="41" y="54"/>
                </a:cxn>
                <a:cxn ang="0">
                  <a:pos x="41" y="4"/>
                </a:cxn>
                <a:cxn ang="0">
                  <a:pos x="41" y="4"/>
                </a:cxn>
                <a:cxn ang="0">
                  <a:pos x="40" y="2"/>
                </a:cxn>
                <a:cxn ang="0">
                  <a:pos x="39" y="1"/>
                </a:cxn>
                <a:cxn ang="0">
                  <a:pos x="38" y="0"/>
                </a:cxn>
                <a:cxn ang="0">
                  <a:pos x="36" y="0"/>
                </a:cxn>
                <a:cxn ang="0">
                  <a:pos x="35" y="0"/>
                </a:cxn>
                <a:cxn ang="0">
                  <a:pos x="33" y="1"/>
                </a:cxn>
                <a:cxn ang="0">
                  <a:pos x="32" y="2"/>
                </a:cxn>
                <a:cxn ang="0">
                  <a:pos x="32" y="4"/>
                </a:cxn>
                <a:cxn ang="0">
                  <a:pos x="32" y="4"/>
                </a:cxn>
              </a:cxnLst>
              <a:rect l="0" t="0" r="r" b="b"/>
              <a:pathLst>
                <a:path w="41" h="395">
                  <a:moveTo>
                    <a:pt x="32" y="4"/>
                  </a:moveTo>
                  <a:lnTo>
                    <a:pt x="32" y="4"/>
                  </a:lnTo>
                  <a:lnTo>
                    <a:pt x="31" y="50"/>
                  </a:lnTo>
                  <a:lnTo>
                    <a:pt x="30" y="95"/>
                  </a:lnTo>
                  <a:lnTo>
                    <a:pt x="30" y="95"/>
                  </a:lnTo>
                  <a:lnTo>
                    <a:pt x="28" y="121"/>
                  </a:lnTo>
                  <a:lnTo>
                    <a:pt x="24" y="147"/>
                  </a:lnTo>
                  <a:lnTo>
                    <a:pt x="20" y="171"/>
                  </a:lnTo>
                  <a:lnTo>
                    <a:pt x="17" y="197"/>
                  </a:lnTo>
                  <a:lnTo>
                    <a:pt x="17" y="197"/>
                  </a:lnTo>
                  <a:lnTo>
                    <a:pt x="6" y="293"/>
                  </a:lnTo>
                  <a:lnTo>
                    <a:pt x="2" y="342"/>
                  </a:lnTo>
                  <a:lnTo>
                    <a:pt x="0" y="366"/>
                  </a:lnTo>
                  <a:lnTo>
                    <a:pt x="0" y="390"/>
                  </a:lnTo>
                  <a:lnTo>
                    <a:pt x="0" y="390"/>
                  </a:lnTo>
                  <a:lnTo>
                    <a:pt x="0" y="393"/>
                  </a:lnTo>
                  <a:lnTo>
                    <a:pt x="1" y="394"/>
                  </a:lnTo>
                  <a:lnTo>
                    <a:pt x="3" y="395"/>
                  </a:lnTo>
                  <a:lnTo>
                    <a:pt x="5" y="395"/>
                  </a:lnTo>
                  <a:lnTo>
                    <a:pt x="6" y="395"/>
                  </a:lnTo>
                  <a:lnTo>
                    <a:pt x="8" y="394"/>
                  </a:lnTo>
                  <a:lnTo>
                    <a:pt x="9" y="393"/>
                  </a:lnTo>
                  <a:lnTo>
                    <a:pt x="9" y="390"/>
                  </a:lnTo>
                  <a:lnTo>
                    <a:pt x="9" y="390"/>
                  </a:lnTo>
                  <a:lnTo>
                    <a:pt x="10" y="366"/>
                  </a:lnTo>
                  <a:lnTo>
                    <a:pt x="11" y="342"/>
                  </a:lnTo>
                  <a:lnTo>
                    <a:pt x="15" y="293"/>
                  </a:lnTo>
                  <a:lnTo>
                    <a:pt x="21" y="246"/>
                  </a:lnTo>
                  <a:lnTo>
                    <a:pt x="27" y="197"/>
                  </a:lnTo>
                  <a:lnTo>
                    <a:pt x="27" y="197"/>
                  </a:lnTo>
                  <a:lnTo>
                    <a:pt x="30" y="174"/>
                  </a:lnTo>
                  <a:lnTo>
                    <a:pt x="33" y="151"/>
                  </a:lnTo>
                  <a:lnTo>
                    <a:pt x="36" y="127"/>
                  </a:lnTo>
                  <a:lnTo>
                    <a:pt x="39" y="103"/>
                  </a:lnTo>
                  <a:lnTo>
                    <a:pt x="39" y="103"/>
                  </a:lnTo>
                  <a:lnTo>
                    <a:pt x="40" y="79"/>
                  </a:lnTo>
                  <a:lnTo>
                    <a:pt x="41" y="54"/>
                  </a:lnTo>
                  <a:lnTo>
                    <a:pt x="41" y="4"/>
                  </a:lnTo>
                  <a:lnTo>
                    <a:pt x="41" y="4"/>
                  </a:lnTo>
                  <a:lnTo>
                    <a:pt x="40" y="2"/>
                  </a:lnTo>
                  <a:lnTo>
                    <a:pt x="39" y="1"/>
                  </a:lnTo>
                  <a:lnTo>
                    <a:pt x="38" y="0"/>
                  </a:lnTo>
                  <a:lnTo>
                    <a:pt x="36" y="0"/>
                  </a:lnTo>
                  <a:lnTo>
                    <a:pt x="35" y="0"/>
                  </a:lnTo>
                  <a:lnTo>
                    <a:pt x="33" y="1"/>
                  </a:lnTo>
                  <a:lnTo>
                    <a:pt x="32" y="2"/>
                  </a:lnTo>
                  <a:lnTo>
                    <a:pt x="32" y="4"/>
                  </a:lnTo>
                  <a:lnTo>
                    <a:pt x="3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6" name="Freeform 282"/>
            <p:cNvSpPr/>
            <p:nvPr/>
          </p:nvSpPr>
          <p:spPr bwMode="auto">
            <a:xfrm>
              <a:off x="2847975" y="2592388"/>
              <a:ext cx="14288" cy="144463"/>
            </a:xfrm>
            <a:custGeom>
              <a:avLst/>
              <a:gdLst/>
              <a:ahLst/>
              <a:cxnLst>
                <a:cxn ang="0">
                  <a:pos x="20" y="4"/>
                </a:cxn>
                <a:cxn ang="0">
                  <a:pos x="20" y="4"/>
                </a:cxn>
                <a:cxn ang="0">
                  <a:pos x="19" y="18"/>
                </a:cxn>
                <a:cxn ang="0">
                  <a:pos x="17" y="31"/>
                </a:cxn>
                <a:cxn ang="0">
                  <a:pos x="15" y="44"/>
                </a:cxn>
                <a:cxn ang="0">
                  <a:pos x="14" y="57"/>
                </a:cxn>
                <a:cxn ang="0">
                  <a:pos x="14" y="133"/>
                </a:cxn>
                <a:cxn ang="0">
                  <a:pos x="14" y="133"/>
                </a:cxn>
                <a:cxn ang="0">
                  <a:pos x="13" y="151"/>
                </a:cxn>
                <a:cxn ang="0">
                  <a:pos x="12" y="168"/>
                </a:cxn>
                <a:cxn ang="0">
                  <a:pos x="7" y="202"/>
                </a:cxn>
                <a:cxn ang="0">
                  <a:pos x="3" y="236"/>
                </a:cxn>
                <a:cxn ang="0">
                  <a:pos x="1" y="253"/>
                </a:cxn>
                <a:cxn ang="0">
                  <a:pos x="0" y="270"/>
                </a:cxn>
                <a:cxn ang="0">
                  <a:pos x="0" y="270"/>
                </a:cxn>
                <a:cxn ang="0">
                  <a:pos x="1" y="272"/>
                </a:cxn>
                <a:cxn ang="0">
                  <a:pos x="2" y="273"/>
                </a:cxn>
                <a:cxn ang="0">
                  <a:pos x="3" y="274"/>
                </a:cxn>
                <a:cxn ang="0">
                  <a:pos x="5" y="275"/>
                </a:cxn>
                <a:cxn ang="0">
                  <a:pos x="7" y="274"/>
                </a:cxn>
                <a:cxn ang="0">
                  <a:pos x="8" y="273"/>
                </a:cxn>
                <a:cxn ang="0">
                  <a:pos x="9" y="272"/>
                </a:cxn>
                <a:cxn ang="0">
                  <a:pos x="10" y="270"/>
                </a:cxn>
                <a:cxn ang="0">
                  <a:pos x="10" y="270"/>
                </a:cxn>
                <a:cxn ang="0">
                  <a:pos x="10" y="253"/>
                </a:cxn>
                <a:cxn ang="0">
                  <a:pos x="13" y="236"/>
                </a:cxn>
                <a:cxn ang="0">
                  <a:pos x="17" y="202"/>
                </a:cxn>
                <a:cxn ang="0">
                  <a:pos x="21" y="168"/>
                </a:cxn>
                <a:cxn ang="0">
                  <a:pos x="22" y="151"/>
                </a:cxn>
                <a:cxn ang="0">
                  <a:pos x="23" y="133"/>
                </a:cxn>
                <a:cxn ang="0">
                  <a:pos x="23" y="57"/>
                </a:cxn>
                <a:cxn ang="0">
                  <a:pos x="23" y="57"/>
                </a:cxn>
                <a:cxn ang="0">
                  <a:pos x="24" y="44"/>
                </a:cxn>
                <a:cxn ang="0">
                  <a:pos x="26" y="31"/>
                </a:cxn>
                <a:cxn ang="0">
                  <a:pos x="28" y="18"/>
                </a:cxn>
                <a:cxn ang="0">
                  <a:pos x="29" y="4"/>
                </a:cxn>
                <a:cxn ang="0">
                  <a:pos x="29" y="4"/>
                </a:cxn>
                <a:cxn ang="0">
                  <a:pos x="29" y="2"/>
                </a:cxn>
                <a:cxn ang="0">
                  <a:pos x="28" y="1"/>
                </a:cxn>
                <a:cxn ang="0">
                  <a:pos x="26" y="0"/>
                </a:cxn>
                <a:cxn ang="0">
                  <a:pos x="24" y="0"/>
                </a:cxn>
                <a:cxn ang="0">
                  <a:pos x="23" y="0"/>
                </a:cxn>
                <a:cxn ang="0">
                  <a:pos x="21" y="1"/>
                </a:cxn>
                <a:cxn ang="0">
                  <a:pos x="20" y="2"/>
                </a:cxn>
                <a:cxn ang="0">
                  <a:pos x="20" y="4"/>
                </a:cxn>
                <a:cxn ang="0">
                  <a:pos x="20" y="4"/>
                </a:cxn>
              </a:cxnLst>
              <a:rect l="0" t="0" r="r" b="b"/>
              <a:pathLst>
                <a:path w="29" h="275">
                  <a:moveTo>
                    <a:pt x="20" y="4"/>
                  </a:moveTo>
                  <a:lnTo>
                    <a:pt x="20" y="4"/>
                  </a:lnTo>
                  <a:lnTo>
                    <a:pt x="19" y="18"/>
                  </a:lnTo>
                  <a:lnTo>
                    <a:pt x="17" y="31"/>
                  </a:lnTo>
                  <a:lnTo>
                    <a:pt x="15" y="44"/>
                  </a:lnTo>
                  <a:lnTo>
                    <a:pt x="14" y="57"/>
                  </a:lnTo>
                  <a:lnTo>
                    <a:pt x="14" y="133"/>
                  </a:lnTo>
                  <a:lnTo>
                    <a:pt x="14" y="133"/>
                  </a:lnTo>
                  <a:lnTo>
                    <a:pt x="13" y="151"/>
                  </a:lnTo>
                  <a:lnTo>
                    <a:pt x="12" y="168"/>
                  </a:lnTo>
                  <a:lnTo>
                    <a:pt x="7" y="202"/>
                  </a:lnTo>
                  <a:lnTo>
                    <a:pt x="3" y="236"/>
                  </a:lnTo>
                  <a:lnTo>
                    <a:pt x="1" y="253"/>
                  </a:lnTo>
                  <a:lnTo>
                    <a:pt x="0" y="270"/>
                  </a:lnTo>
                  <a:lnTo>
                    <a:pt x="0" y="270"/>
                  </a:lnTo>
                  <a:lnTo>
                    <a:pt x="1" y="272"/>
                  </a:lnTo>
                  <a:lnTo>
                    <a:pt x="2" y="273"/>
                  </a:lnTo>
                  <a:lnTo>
                    <a:pt x="3" y="274"/>
                  </a:lnTo>
                  <a:lnTo>
                    <a:pt x="5" y="275"/>
                  </a:lnTo>
                  <a:lnTo>
                    <a:pt x="7" y="274"/>
                  </a:lnTo>
                  <a:lnTo>
                    <a:pt x="8" y="273"/>
                  </a:lnTo>
                  <a:lnTo>
                    <a:pt x="9" y="272"/>
                  </a:lnTo>
                  <a:lnTo>
                    <a:pt x="10" y="270"/>
                  </a:lnTo>
                  <a:lnTo>
                    <a:pt x="10" y="270"/>
                  </a:lnTo>
                  <a:lnTo>
                    <a:pt x="10" y="253"/>
                  </a:lnTo>
                  <a:lnTo>
                    <a:pt x="13" y="236"/>
                  </a:lnTo>
                  <a:lnTo>
                    <a:pt x="17" y="202"/>
                  </a:lnTo>
                  <a:lnTo>
                    <a:pt x="21" y="168"/>
                  </a:lnTo>
                  <a:lnTo>
                    <a:pt x="22" y="151"/>
                  </a:lnTo>
                  <a:lnTo>
                    <a:pt x="23" y="133"/>
                  </a:lnTo>
                  <a:lnTo>
                    <a:pt x="23" y="57"/>
                  </a:lnTo>
                  <a:lnTo>
                    <a:pt x="23" y="57"/>
                  </a:lnTo>
                  <a:lnTo>
                    <a:pt x="24" y="44"/>
                  </a:lnTo>
                  <a:lnTo>
                    <a:pt x="26" y="31"/>
                  </a:lnTo>
                  <a:lnTo>
                    <a:pt x="28" y="18"/>
                  </a:lnTo>
                  <a:lnTo>
                    <a:pt x="29" y="4"/>
                  </a:lnTo>
                  <a:lnTo>
                    <a:pt x="29" y="4"/>
                  </a:lnTo>
                  <a:lnTo>
                    <a:pt x="29" y="2"/>
                  </a:lnTo>
                  <a:lnTo>
                    <a:pt x="28" y="1"/>
                  </a:lnTo>
                  <a:lnTo>
                    <a:pt x="26" y="0"/>
                  </a:lnTo>
                  <a:lnTo>
                    <a:pt x="24" y="0"/>
                  </a:lnTo>
                  <a:lnTo>
                    <a:pt x="23" y="0"/>
                  </a:lnTo>
                  <a:lnTo>
                    <a:pt x="21" y="1"/>
                  </a:lnTo>
                  <a:lnTo>
                    <a:pt x="20" y="2"/>
                  </a:lnTo>
                  <a:lnTo>
                    <a:pt x="20" y="4"/>
                  </a:lnTo>
                  <a:lnTo>
                    <a:pt x="2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7" name="Freeform 283"/>
            <p:cNvSpPr/>
            <p:nvPr/>
          </p:nvSpPr>
          <p:spPr bwMode="auto">
            <a:xfrm>
              <a:off x="2874963" y="2625725"/>
              <a:ext cx="14288" cy="101600"/>
            </a:xfrm>
            <a:custGeom>
              <a:avLst/>
              <a:gdLst/>
              <a:ahLst/>
              <a:cxnLst>
                <a:cxn ang="0">
                  <a:pos x="29" y="4"/>
                </a:cxn>
                <a:cxn ang="0">
                  <a:pos x="29" y="4"/>
                </a:cxn>
                <a:cxn ang="0">
                  <a:pos x="29" y="2"/>
                </a:cxn>
                <a:cxn ang="0">
                  <a:pos x="28" y="1"/>
                </a:cxn>
                <a:cxn ang="0">
                  <a:pos x="26" y="0"/>
                </a:cxn>
                <a:cxn ang="0">
                  <a:pos x="24" y="0"/>
                </a:cxn>
                <a:cxn ang="0">
                  <a:pos x="23" y="0"/>
                </a:cxn>
                <a:cxn ang="0">
                  <a:pos x="20" y="1"/>
                </a:cxn>
                <a:cxn ang="0">
                  <a:pos x="19" y="2"/>
                </a:cxn>
                <a:cxn ang="0">
                  <a:pos x="19" y="4"/>
                </a:cxn>
                <a:cxn ang="0">
                  <a:pos x="19" y="4"/>
                </a:cxn>
                <a:cxn ang="0">
                  <a:pos x="19" y="51"/>
                </a:cxn>
                <a:cxn ang="0">
                  <a:pos x="19" y="74"/>
                </a:cxn>
                <a:cxn ang="0">
                  <a:pos x="18" y="96"/>
                </a:cxn>
                <a:cxn ang="0">
                  <a:pos x="16" y="120"/>
                </a:cxn>
                <a:cxn ang="0">
                  <a:pos x="12" y="142"/>
                </a:cxn>
                <a:cxn ang="0">
                  <a:pos x="8" y="164"/>
                </a:cxn>
                <a:cxn ang="0">
                  <a:pos x="1" y="187"/>
                </a:cxn>
                <a:cxn ang="0">
                  <a:pos x="1" y="187"/>
                </a:cxn>
                <a:cxn ang="0">
                  <a:pos x="0" y="188"/>
                </a:cxn>
                <a:cxn ang="0">
                  <a:pos x="1" y="190"/>
                </a:cxn>
                <a:cxn ang="0">
                  <a:pos x="2" y="191"/>
                </a:cxn>
                <a:cxn ang="0">
                  <a:pos x="3" y="192"/>
                </a:cxn>
                <a:cxn ang="0">
                  <a:pos x="7" y="192"/>
                </a:cxn>
                <a:cxn ang="0">
                  <a:pos x="8" y="191"/>
                </a:cxn>
                <a:cxn ang="0">
                  <a:pos x="9" y="189"/>
                </a:cxn>
                <a:cxn ang="0">
                  <a:pos x="9" y="189"/>
                </a:cxn>
                <a:cxn ang="0">
                  <a:pos x="16" y="167"/>
                </a:cxn>
                <a:cxn ang="0">
                  <a:pos x="23" y="144"/>
                </a:cxn>
                <a:cxn ang="0">
                  <a:pos x="26" y="121"/>
                </a:cxn>
                <a:cxn ang="0">
                  <a:pos x="28" y="98"/>
                </a:cxn>
                <a:cxn ang="0">
                  <a:pos x="29" y="75"/>
                </a:cxn>
                <a:cxn ang="0">
                  <a:pos x="29" y="52"/>
                </a:cxn>
                <a:cxn ang="0">
                  <a:pos x="29" y="4"/>
                </a:cxn>
                <a:cxn ang="0">
                  <a:pos x="29" y="4"/>
                </a:cxn>
              </a:cxnLst>
              <a:rect l="0" t="0" r="r" b="b"/>
              <a:pathLst>
                <a:path w="29" h="192">
                  <a:moveTo>
                    <a:pt x="29" y="4"/>
                  </a:moveTo>
                  <a:lnTo>
                    <a:pt x="29" y="4"/>
                  </a:lnTo>
                  <a:lnTo>
                    <a:pt x="29" y="2"/>
                  </a:lnTo>
                  <a:lnTo>
                    <a:pt x="28" y="1"/>
                  </a:lnTo>
                  <a:lnTo>
                    <a:pt x="26" y="0"/>
                  </a:lnTo>
                  <a:lnTo>
                    <a:pt x="24" y="0"/>
                  </a:lnTo>
                  <a:lnTo>
                    <a:pt x="23" y="0"/>
                  </a:lnTo>
                  <a:lnTo>
                    <a:pt x="20" y="1"/>
                  </a:lnTo>
                  <a:lnTo>
                    <a:pt x="19" y="2"/>
                  </a:lnTo>
                  <a:lnTo>
                    <a:pt x="19" y="4"/>
                  </a:lnTo>
                  <a:lnTo>
                    <a:pt x="19" y="4"/>
                  </a:lnTo>
                  <a:lnTo>
                    <a:pt x="19" y="51"/>
                  </a:lnTo>
                  <a:lnTo>
                    <a:pt x="19" y="74"/>
                  </a:lnTo>
                  <a:lnTo>
                    <a:pt x="18" y="96"/>
                  </a:lnTo>
                  <a:lnTo>
                    <a:pt x="16" y="120"/>
                  </a:lnTo>
                  <a:lnTo>
                    <a:pt x="12" y="142"/>
                  </a:lnTo>
                  <a:lnTo>
                    <a:pt x="8" y="164"/>
                  </a:lnTo>
                  <a:lnTo>
                    <a:pt x="1" y="187"/>
                  </a:lnTo>
                  <a:lnTo>
                    <a:pt x="1" y="187"/>
                  </a:lnTo>
                  <a:lnTo>
                    <a:pt x="0" y="188"/>
                  </a:lnTo>
                  <a:lnTo>
                    <a:pt x="1" y="190"/>
                  </a:lnTo>
                  <a:lnTo>
                    <a:pt x="2" y="191"/>
                  </a:lnTo>
                  <a:lnTo>
                    <a:pt x="3" y="192"/>
                  </a:lnTo>
                  <a:lnTo>
                    <a:pt x="7" y="192"/>
                  </a:lnTo>
                  <a:lnTo>
                    <a:pt x="8" y="191"/>
                  </a:lnTo>
                  <a:lnTo>
                    <a:pt x="9" y="189"/>
                  </a:lnTo>
                  <a:lnTo>
                    <a:pt x="9" y="189"/>
                  </a:lnTo>
                  <a:lnTo>
                    <a:pt x="16" y="167"/>
                  </a:lnTo>
                  <a:lnTo>
                    <a:pt x="23" y="144"/>
                  </a:lnTo>
                  <a:lnTo>
                    <a:pt x="26" y="121"/>
                  </a:lnTo>
                  <a:lnTo>
                    <a:pt x="28" y="98"/>
                  </a:lnTo>
                  <a:lnTo>
                    <a:pt x="29" y="75"/>
                  </a:lnTo>
                  <a:lnTo>
                    <a:pt x="29" y="52"/>
                  </a:lnTo>
                  <a:lnTo>
                    <a:pt x="29" y="4"/>
                  </a:lnTo>
                  <a:lnTo>
                    <a:pt x="2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8" name="Freeform 284"/>
            <p:cNvSpPr/>
            <p:nvPr/>
          </p:nvSpPr>
          <p:spPr bwMode="auto">
            <a:xfrm>
              <a:off x="2254250" y="2162175"/>
              <a:ext cx="657225" cy="652463"/>
            </a:xfrm>
            <a:custGeom>
              <a:avLst/>
              <a:gdLst/>
              <a:ahLst/>
              <a:cxnLst>
                <a:cxn ang="0">
                  <a:pos x="794" y="1224"/>
                </a:cxn>
                <a:cxn ang="0">
                  <a:pos x="567" y="1137"/>
                </a:cxn>
                <a:cxn ang="0">
                  <a:pos x="468" y="1063"/>
                </a:cxn>
                <a:cxn ang="0">
                  <a:pos x="325" y="941"/>
                </a:cxn>
                <a:cxn ang="0">
                  <a:pos x="171" y="752"/>
                </a:cxn>
                <a:cxn ang="0">
                  <a:pos x="109" y="650"/>
                </a:cxn>
                <a:cxn ang="0">
                  <a:pos x="52" y="558"/>
                </a:cxn>
                <a:cxn ang="0">
                  <a:pos x="12" y="442"/>
                </a:cxn>
                <a:cxn ang="0">
                  <a:pos x="2" y="323"/>
                </a:cxn>
                <a:cxn ang="0">
                  <a:pos x="45" y="213"/>
                </a:cxn>
                <a:cxn ang="0">
                  <a:pos x="165" y="75"/>
                </a:cxn>
                <a:cxn ang="0">
                  <a:pos x="261" y="10"/>
                </a:cxn>
                <a:cxn ang="0">
                  <a:pos x="280" y="1"/>
                </a:cxn>
                <a:cxn ang="0">
                  <a:pos x="336" y="9"/>
                </a:cxn>
                <a:cxn ang="0">
                  <a:pos x="412" y="44"/>
                </a:cxn>
                <a:cxn ang="0">
                  <a:pos x="470" y="93"/>
                </a:cxn>
                <a:cxn ang="0">
                  <a:pos x="549" y="207"/>
                </a:cxn>
                <a:cxn ang="0">
                  <a:pos x="570" y="271"/>
                </a:cxn>
                <a:cxn ang="0">
                  <a:pos x="583" y="316"/>
                </a:cxn>
                <a:cxn ang="0">
                  <a:pos x="563" y="330"/>
                </a:cxn>
                <a:cxn ang="0">
                  <a:pos x="541" y="302"/>
                </a:cxn>
                <a:cxn ang="0">
                  <a:pos x="522" y="232"/>
                </a:cxn>
                <a:cxn ang="0">
                  <a:pos x="429" y="102"/>
                </a:cxn>
                <a:cxn ang="0">
                  <a:pos x="351" y="54"/>
                </a:cxn>
                <a:cxn ang="0">
                  <a:pos x="283" y="42"/>
                </a:cxn>
                <a:cxn ang="0">
                  <a:pos x="169" y="115"/>
                </a:cxn>
                <a:cxn ang="0">
                  <a:pos x="95" y="197"/>
                </a:cxn>
                <a:cxn ang="0">
                  <a:pos x="52" y="278"/>
                </a:cxn>
                <a:cxn ang="0">
                  <a:pos x="37" y="361"/>
                </a:cxn>
                <a:cxn ang="0">
                  <a:pos x="59" y="479"/>
                </a:cxn>
                <a:cxn ang="0">
                  <a:pos x="113" y="593"/>
                </a:cxn>
                <a:cxn ang="0">
                  <a:pos x="154" y="647"/>
                </a:cxn>
                <a:cxn ang="0">
                  <a:pos x="194" y="713"/>
                </a:cxn>
                <a:cxn ang="0">
                  <a:pos x="265" y="822"/>
                </a:cxn>
                <a:cxn ang="0">
                  <a:pos x="440" y="993"/>
                </a:cxn>
                <a:cxn ang="0">
                  <a:pos x="526" y="1068"/>
                </a:cxn>
                <a:cxn ang="0">
                  <a:pos x="682" y="1151"/>
                </a:cxn>
                <a:cxn ang="0">
                  <a:pos x="831" y="1193"/>
                </a:cxn>
                <a:cxn ang="0">
                  <a:pos x="961" y="1178"/>
                </a:cxn>
                <a:cxn ang="0">
                  <a:pos x="1063" y="1130"/>
                </a:cxn>
                <a:cxn ang="0">
                  <a:pos x="1149" y="1057"/>
                </a:cxn>
                <a:cxn ang="0">
                  <a:pos x="1198" y="1006"/>
                </a:cxn>
                <a:cxn ang="0">
                  <a:pos x="1193" y="930"/>
                </a:cxn>
                <a:cxn ang="0">
                  <a:pos x="1158" y="869"/>
                </a:cxn>
                <a:cxn ang="0">
                  <a:pos x="1126" y="834"/>
                </a:cxn>
                <a:cxn ang="0">
                  <a:pos x="1059" y="783"/>
                </a:cxn>
                <a:cxn ang="0">
                  <a:pos x="892" y="720"/>
                </a:cxn>
                <a:cxn ang="0">
                  <a:pos x="875" y="706"/>
                </a:cxn>
                <a:cxn ang="0">
                  <a:pos x="886" y="684"/>
                </a:cxn>
                <a:cxn ang="0">
                  <a:pos x="923" y="690"/>
                </a:cxn>
                <a:cxn ang="0">
                  <a:pos x="1000" y="705"/>
                </a:cxn>
                <a:cxn ang="0">
                  <a:pos x="1112" y="776"/>
                </a:cxn>
                <a:cxn ang="0">
                  <a:pos x="1192" y="850"/>
                </a:cxn>
                <a:cxn ang="0">
                  <a:pos x="1228" y="925"/>
                </a:cxn>
                <a:cxn ang="0">
                  <a:pos x="1242" y="1015"/>
                </a:cxn>
                <a:cxn ang="0">
                  <a:pos x="1224" y="1029"/>
                </a:cxn>
                <a:cxn ang="0">
                  <a:pos x="1165" y="1095"/>
                </a:cxn>
                <a:cxn ang="0">
                  <a:pos x="1111" y="1141"/>
                </a:cxn>
                <a:cxn ang="0">
                  <a:pos x="1027" y="1191"/>
                </a:cxn>
                <a:cxn ang="0">
                  <a:pos x="858" y="1232"/>
                </a:cxn>
              </a:cxnLst>
              <a:rect l="0" t="0" r="r" b="b"/>
              <a:pathLst>
                <a:path w="1242" h="1232">
                  <a:moveTo>
                    <a:pt x="858" y="1232"/>
                  </a:moveTo>
                  <a:lnTo>
                    <a:pt x="858" y="1232"/>
                  </a:lnTo>
                  <a:lnTo>
                    <a:pt x="841" y="1232"/>
                  </a:lnTo>
                  <a:lnTo>
                    <a:pt x="825" y="1230"/>
                  </a:lnTo>
                  <a:lnTo>
                    <a:pt x="809" y="1227"/>
                  </a:lnTo>
                  <a:lnTo>
                    <a:pt x="794" y="1224"/>
                  </a:lnTo>
                  <a:lnTo>
                    <a:pt x="794" y="1224"/>
                  </a:lnTo>
                  <a:lnTo>
                    <a:pt x="761" y="1216"/>
                  </a:lnTo>
                  <a:lnTo>
                    <a:pt x="728" y="1206"/>
                  </a:lnTo>
                  <a:lnTo>
                    <a:pt x="696" y="1194"/>
                  </a:lnTo>
                  <a:lnTo>
                    <a:pt x="663" y="1182"/>
                  </a:lnTo>
                  <a:lnTo>
                    <a:pt x="630" y="1168"/>
                  </a:lnTo>
                  <a:lnTo>
                    <a:pt x="598" y="1152"/>
                  </a:lnTo>
                  <a:lnTo>
                    <a:pt x="567" y="1137"/>
                  </a:lnTo>
                  <a:lnTo>
                    <a:pt x="538" y="1119"/>
                  </a:lnTo>
                  <a:lnTo>
                    <a:pt x="538" y="1119"/>
                  </a:lnTo>
                  <a:lnTo>
                    <a:pt x="519" y="1107"/>
                  </a:lnTo>
                  <a:lnTo>
                    <a:pt x="501" y="1092"/>
                  </a:lnTo>
                  <a:lnTo>
                    <a:pt x="484" y="1078"/>
                  </a:lnTo>
                  <a:lnTo>
                    <a:pt x="468" y="1063"/>
                  </a:lnTo>
                  <a:lnTo>
                    <a:pt x="468" y="1063"/>
                  </a:lnTo>
                  <a:lnTo>
                    <a:pt x="448" y="1046"/>
                  </a:lnTo>
                  <a:lnTo>
                    <a:pt x="427" y="1028"/>
                  </a:lnTo>
                  <a:lnTo>
                    <a:pt x="427" y="1028"/>
                  </a:lnTo>
                  <a:lnTo>
                    <a:pt x="400" y="1006"/>
                  </a:lnTo>
                  <a:lnTo>
                    <a:pt x="374" y="985"/>
                  </a:lnTo>
                  <a:lnTo>
                    <a:pt x="350" y="963"/>
                  </a:lnTo>
                  <a:lnTo>
                    <a:pt x="325" y="941"/>
                  </a:lnTo>
                  <a:lnTo>
                    <a:pt x="325" y="941"/>
                  </a:lnTo>
                  <a:lnTo>
                    <a:pt x="297" y="913"/>
                  </a:lnTo>
                  <a:lnTo>
                    <a:pt x="270" y="885"/>
                  </a:lnTo>
                  <a:lnTo>
                    <a:pt x="243" y="854"/>
                  </a:lnTo>
                  <a:lnTo>
                    <a:pt x="218" y="822"/>
                  </a:lnTo>
                  <a:lnTo>
                    <a:pt x="194" y="787"/>
                  </a:lnTo>
                  <a:lnTo>
                    <a:pt x="171" y="752"/>
                  </a:lnTo>
                  <a:lnTo>
                    <a:pt x="150" y="715"/>
                  </a:lnTo>
                  <a:lnTo>
                    <a:pt x="130" y="678"/>
                  </a:lnTo>
                  <a:lnTo>
                    <a:pt x="130" y="678"/>
                  </a:lnTo>
                  <a:lnTo>
                    <a:pt x="125" y="671"/>
                  </a:lnTo>
                  <a:lnTo>
                    <a:pt x="120" y="663"/>
                  </a:lnTo>
                  <a:lnTo>
                    <a:pt x="109" y="650"/>
                  </a:lnTo>
                  <a:lnTo>
                    <a:pt x="109" y="650"/>
                  </a:lnTo>
                  <a:lnTo>
                    <a:pt x="98" y="639"/>
                  </a:lnTo>
                  <a:lnTo>
                    <a:pt x="93" y="632"/>
                  </a:lnTo>
                  <a:lnTo>
                    <a:pt x="89" y="626"/>
                  </a:lnTo>
                  <a:lnTo>
                    <a:pt x="89" y="626"/>
                  </a:lnTo>
                  <a:lnTo>
                    <a:pt x="75" y="598"/>
                  </a:lnTo>
                  <a:lnTo>
                    <a:pt x="60" y="573"/>
                  </a:lnTo>
                  <a:lnTo>
                    <a:pt x="52" y="558"/>
                  </a:lnTo>
                  <a:lnTo>
                    <a:pt x="52" y="558"/>
                  </a:lnTo>
                  <a:lnTo>
                    <a:pt x="44" y="544"/>
                  </a:lnTo>
                  <a:lnTo>
                    <a:pt x="38" y="528"/>
                  </a:lnTo>
                  <a:lnTo>
                    <a:pt x="31" y="514"/>
                  </a:lnTo>
                  <a:lnTo>
                    <a:pt x="26" y="498"/>
                  </a:lnTo>
                  <a:lnTo>
                    <a:pt x="17" y="468"/>
                  </a:lnTo>
                  <a:lnTo>
                    <a:pt x="12" y="442"/>
                  </a:lnTo>
                  <a:lnTo>
                    <a:pt x="12" y="442"/>
                  </a:lnTo>
                  <a:lnTo>
                    <a:pt x="5" y="409"/>
                  </a:lnTo>
                  <a:lnTo>
                    <a:pt x="2" y="392"/>
                  </a:lnTo>
                  <a:lnTo>
                    <a:pt x="0" y="374"/>
                  </a:lnTo>
                  <a:lnTo>
                    <a:pt x="0" y="358"/>
                  </a:lnTo>
                  <a:lnTo>
                    <a:pt x="0" y="340"/>
                  </a:lnTo>
                  <a:lnTo>
                    <a:pt x="2" y="323"/>
                  </a:lnTo>
                  <a:lnTo>
                    <a:pt x="6" y="305"/>
                  </a:lnTo>
                  <a:lnTo>
                    <a:pt x="6" y="305"/>
                  </a:lnTo>
                  <a:lnTo>
                    <a:pt x="11" y="289"/>
                  </a:lnTo>
                  <a:lnTo>
                    <a:pt x="16" y="273"/>
                  </a:lnTo>
                  <a:lnTo>
                    <a:pt x="22" y="258"/>
                  </a:lnTo>
                  <a:lnTo>
                    <a:pt x="29" y="243"/>
                  </a:lnTo>
                  <a:lnTo>
                    <a:pt x="45" y="213"/>
                  </a:lnTo>
                  <a:lnTo>
                    <a:pt x="64" y="181"/>
                  </a:lnTo>
                  <a:lnTo>
                    <a:pt x="64" y="181"/>
                  </a:lnTo>
                  <a:lnTo>
                    <a:pt x="80" y="158"/>
                  </a:lnTo>
                  <a:lnTo>
                    <a:pt x="98" y="137"/>
                  </a:lnTo>
                  <a:lnTo>
                    <a:pt x="117" y="115"/>
                  </a:lnTo>
                  <a:lnTo>
                    <a:pt x="140" y="94"/>
                  </a:lnTo>
                  <a:lnTo>
                    <a:pt x="165" y="75"/>
                  </a:lnTo>
                  <a:lnTo>
                    <a:pt x="193" y="55"/>
                  </a:lnTo>
                  <a:lnTo>
                    <a:pt x="224" y="35"/>
                  </a:lnTo>
                  <a:lnTo>
                    <a:pt x="257" y="16"/>
                  </a:lnTo>
                  <a:lnTo>
                    <a:pt x="259" y="15"/>
                  </a:lnTo>
                  <a:lnTo>
                    <a:pt x="260" y="13"/>
                  </a:lnTo>
                  <a:lnTo>
                    <a:pt x="260" y="13"/>
                  </a:lnTo>
                  <a:lnTo>
                    <a:pt x="261" y="10"/>
                  </a:lnTo>
                  <a:lnTo>
                    <a:pt x="264" y="5"/>
                  </a:lnTo>
                  <a:lnTo>
                    <a:pt x="268" y="2"/>
                  </a:lnTo>
                  <a:lnTo>
                    <a:pt x="271" y="1"/>
                  </a:lnTo>
                  <a:lnTo>
                    <a:pt x="274" y="0"/>
                  </a:lnTo>
                  <a:lnTo>
                    <a:pt x="274" y="0"/>
                  </a:lnTo>
                  <a:lnTo>
                    <a:pt x="280" y="1"/>
                  </a:lnTo>
                  <a:lnTo>
                    <a:pt x="280" y="1"/>
                  </a:lnTo>
                  <a:lnTo>
                    <a:pt x="288" y="3"/>
                  </a:lnTo>
                  <a:lnTo>
                    <a:pt x="294" y="4"/>
                  </a:lnTo>
                  <a:lnTo>
                    <a:pt x="308" y="4"/>
                  </a:lnTo>
                  <a:lnTo>
                    <a:pt x="308" y="4"/>
                  </a:lnTo>
                  <a:lnTo>
                    <a:pt x="323" y="5"/>
                  </a:lnTo>
                  <a:lnTo>
                    <a:pt x="330" y="7"/>
                  </a:lnTo>
                  <a:lnTo>
                    <a:pt x="336" y="9"/>
                  </a:lnTo>
                  <a:lnTo>
                    <a:pt x="336" y="9"/>
                  </a:lnTo>
                  <a:lnTo>
                    <a:pt x="351" y="15"/>
                  </a:lnTo>
                  <a:lnTo>
                    <a:pt x="351" y="15"/>
                  </a:lnTo>
                  <a:lnTo>
                    <a:pt x="367" y="21"/>
                  </a:lnTo>
                  <a:lnTo>
                    <a:pt x="385" y="29"/>
                  </a:lnTo>
                  <a:lnTo>
                    <a:pt x="385" y="29"/>
                  </a:lnTo>
                  <a:lnTo>
                    <a:pt x="412" y="44"/>
                  </a:lnTo>
                  <a:lnTo>
                    <a:pt x="424" y="52"/>
                  </a:lnTo>
                  <a:lnTo>
                    <a:pt x="435" y="59"/>
                  </a:lnTo>
                  <a:lnTo>
                    <a:pt x="446" y="67"/>
                  </a:lnTo>
                  <a:lnTo>
                    <a:pt x="455" y="76"/>
                  </a:lnTo>
                  <a:lnTo>
                    <a:pt x="463" y="84"/>
                  </a:lnTo>
                  <a:lnTo>
                    <a:pt x="470" y="93"/>
                  </a:lnTo>
                  <a:lnTo>
                    <a:pt x="470" y="93"/>
                  </a:lnTo>
                  <a:lnTo>
                    <a:pt x="487" y="115"/>
                  </a:lnTo>
                  <a:lnTo>
                    <a:pt x="503" y="138"/>
                  </a:lnTo>
                  <a:lnTo>
                    <a:pt x="533" y="184"/>
                  </a:lnTo>
                  <a:lnTo>
                    <a:pt x="544" y="200"/>
                  </a:lnTo>
                  <a:lnTo>
                    <a:pt x="544" y="200"/>
                  </a:lnTo>
                  <a:lnTo>
                    <a:pt x="549" y="207"/>
                  </a:lnTo>
                  <a:lnTo>
                    <a:pt x="549" y="207"/>
                  </a:lnTo>
                  <a:lnTo>
                    <a:pt x="554" y="214"/>
                  </a:lnTo>
                  <a:lnTo>
                    <a:pt x="559" y="222"/>
                  </a:lnTo>
                  <a:lnTo>
                    <a:pt x="562" y="230"/>
                  </a:lnTo>
                  <a:lnTo>
                    <a:pt x="563" y="238"/>
                  </a:lnTo>
                  <a:lnTo>
                    <a:pt x="563" y="238"/>
                  </a:lnTo>
                  <a:lnTo>
                    <a:pt x="565" y="251"/>
                  </a:lnTo>
                  <a:lnTo>
                    <a:pt x="570" y="271"/>
                  </a:lnTo>
                  <a:lnTo>
                    <a:pt x="575" y="291"/>
                  </a:lnTo>
                  <a:lnTo>
                    <a:pt x="578" y="299"/>
                  </a:lnTo>
                  <a:lnTo>
                    <a:pt x="580" y="304"/>
                  </a:lnTo>
                  <a:lnTo>
                    <a:pt x="580" y="304"/>
                  </a:lnTo>
                  <a:lnTo>
                    <a:pt x="582" y="308"/>
                  </a:lnTo>
                  <a:lnTo>
                    <a:pt x="583" y="312"/>
                  </a:lnTo>
                  <a:lnTo>
                    <a:pt x="583" y="316"/>
                  </a:lnTo>
                  <a:lnTo>
                    <a:pt x="582" y="321"/>
                  </a:lnTo>
                  <a:lnTo>
                    <a:pt x="582" y="321"/>
                  </a:lnTo>
                  <a:lnTo>
                    <a:pt x="579" y="325"/>
                  </a:lnTo>
                  <a:lnTo>
                    <a:pt x="574" y="328"/>
                  </a:lnTo>
                  <a:lnTo>
                    <a:pt x="570" y="330"/>
                  </a:lnTo>
                  <a:lnTo>
                    <a:pt x="563" y="330"/>
                  </a:lnTo>
                  <a:lnTo>
                    <a:pt x="563" y="330"/>
                  </a:lnTo>
                  <a:lnTo>
                    <a:pt x="560" y="330"/>
                  </a:lnTo>
                  <a:lnTo>
                    <a:pt x="556" y="329"/>
                  </a:lnTo>
                  <a:lnTo>
                    <a:pt x="553" y="326"/>
                  </a:lnTo>
                  <a:lnTo>
                    <a:pt x="549" y="322"/>
                  </a:lnTo>
                  <a:lnTo>
                    <a:pt x="549" y="322"/>
                  </a:lnTo>
                  <a:lnTo>
                    <a:pt x="544" y="312"/>
                  </a:lnTo>
                  <a:lnTo>
                    <a:pt x="541" y="302"/>
                  </a:lnTo>
                  <a:lnTo>
                    <a:pt x="539" y="291"/>
                  </a:lnTo>
                  <a:lnTo>
                    <a:pt x="537" y="278"/>
                  </a:lnTo>
                  <a:lnTo>
                    <a:pt x="537" y="278"/>
                  </a:lnTo>
                  <a:lnTo>
                    <a:pt x="534" y="267"/>
                  </a:lnTo>
                  <a:lnTo>
                    <a:pt x="531" y="254"/>
                  </a:lnTo>
                  <a:lnTo>
                    <a:pt x="528" y="243"/>
                  </a:lnTo>
                  <a:lnTo>
                    <a:pt x="522" y="232"/>
                  </a:lnTo>
                  <a:lnTo>
                    <a:pt x="522" y="232"/>
                  </a:lnTo>
                  <a:lnTo>
                    <a:pt x="490" y="183"/>
                  </a:lnTo>
                  <a:lnTo>
                    <a:pt x="459" y="137"/>
                  </a:lnTo>
                  <a:lnTo>
                    <a:pt x="459" y="137"/>
                  </a:lnTo>
                  <a:lnTo>
                    <a:pt x="450" y="124"/>
                  </a:lnTo>
                  <a:lnTo>
                    <a:pt x="439" y="113"/>
                  </a:lnTo>
                  <a:lnTo>
                    <a:pt x="429" y="102"/>
                  </a:lnTo>
                  <a:lnTo>
                    <a:pt x="418" y="91"/>
                  </a:lnTo>
                  <a:lnTo>
                    <a:pt x="405" y="82"/>
                  </a:lnTo>
                  <a:lnTo>
                    <a:pt x="392" y="74"/>
                  </a:lnTo>
                  <a:lnTo>
                    <a:pt x="378" y="66"/>
                  </a:lnTo>
                  <a:lnTo>
                    <a:pt x="365" y="59"/>
                  </a:lnTo>
                  <a:lnTo>
                    <a:pt x="365" y="59"/>
                  </a:lnTo>
                  <a:lnTo>
                    <a:pt x="351" y="54"/>
                  </a:lnTo>
                  <a:lnTo>
                    <a:pt x="337" y="50"/>
                  </a:lnTo>
                  <a:lnTo>
                    <a:pt x="323" y="47"/>
                  </a:lnTo>
                  <a:lnTo>
                    <a:pt x="309" y="45"/>
                  </a:lnTo>
                  <a:lnTo>
                    <a:pt x="309" y="45"/>
                  </a:lnTo>
                  <a:lnTo>
                    <a:pt x="288" y="41"/>
                  </a:lnTo>
                  <a:lnTo>
                    <a:pt x="286" y="41"/>
                  </a:lnTo>
                  <a:lnTo>
                    <a:pt x="283" y="42"/>
                  </a:lnTo>
                  <a:lnTo>
                    <a:pt x="283" y="42"/>
                  </a:lnTo>
                  <a:lnTo>
                    <a:pt x="280" y="44"/>
                  </a:lnTo>
                  <a:lnTo>
                    <a:pt x="280" y="44"/>
                  </a:lnTo>
                  <a:lnTo>
                    <a:pt x="251" y="60"/>
                  </a:lnTo>
                  <a:lnTo>
                    <a:pt x="222" y="77"/>
                  </a:lnTo>
                  <a:lnTo>
                    <a:pt x="195" y="95"/>
                  </a:lnTo>
                  <a:lnTo>
                    <a:pt x="169" y="115"/>
                  </a:lnTo>
                  <a:lnTo>
                    <a:pt x="155" y="125"/>
                  </a:lnTo>
                  <a:lnTo>
                    <a:pt x="144" y="137"/>
                  </a:lnTo>
                  <a:lnTo>
                    <a:pt x="133" y="148"/>
                  </a:lnTo>
                  <a:lnTo>
                    <a:pt x="121" y="159"/>
                  </a:lnTo>
                  <a:lnTo>
                    <a:pt x="112" y="172"/>
                  </a:lnTo>
                  <a:lnTo>
                    <a:pt x="103" y="184"/>
                  </a:lnTo>
                  <a:lnTo>
                    <a:pt x="95" y="197"/>
                  </a:lnTo>
                  <a:lnTo>
                    <a:pt x="88" y="210"/>
                  </a:lnTo>
                  <a:lnTo>
                    <a:pt x="88" y="210"/>
                  </a:lnTo>
                  <a:lnTo>
                    <a:pt x="79" y="228"/>
                  </a:lnTo>
                  <a:lnTo>
                    <a:pt x="70" y="244"/>
                  </a:lnTo>
                  <a:lnTo>
                    <a:pt x="70" y="244"/>
                  </a:lnTo>
                  <a:lnTo>
                    <a:pt x="58" y="267"/>
                  </a:lnTo>
                  <a:lnTo>
                    <a:pt x="52" y="278"/>
                  </a:lnTo>
                  <a:lnTo>
                    <a:pt x="47" y="290"/>
                  </a:lnTo>
                  <a:lnTo>
                    <a:pt x="43" y="302"/>
                  </a:lnTo>
                  <a:lnTo>
                    <a:pt x="40" y="315"/>
                  </a:lnTo>
                  <a:lnTo>
                    <a:pt x="38" y="329"/>
                  </a:lnTo>
                  <a:lnTo>
                    <a:pt x="37" y="343"/>
                  </a:lnTo>
                  <a:lnTo>
                    <a:pt x="37" y="343"/>
                  </a:lnTo>
                  <a:lnTo>
                    <a:pt x="37" y="361"/>
                  </a:lnTo>
                  <a:lnTo>
                    <a:pt x="38" y="378"/>
                  </a:lnTo>
                  <a:lnTo>
                    <a:pt x="40" y="396"/>
                  </a:lnTo>
                  <a:lnTo>
                    <a:pt x="42" y="414"/>
                  </a:lnTo>
                  <a:lnTo>
                    <a:pt x="46" y="430"/>
                  </a:lnTo>
                  <a:lnTo>
                    <a:pt x="49" y="447"/>
                  </a:lnTo>
                  <a:lnTo>
                    <a:pt x="54" y="463"/>
                  </a:lnTo>
                  <a:lnTo>
                    <a:pt x="59" y="479"/>
                  </a:lnTo>
                  <a:lnTo>
                    <a:pt x="59" y="479"/>
                  </a:lnTo>
                  <a:lnTo>
                    <a:pt x="68" y="501"/>
                  </a:lnTo>
                  <a:lnTo>
                    <a:pt x="78" y="523"/>
                  </a:lnTo>
                  <a:lnTo>
                    <a:pt x="100" y="566"/>
                  </a:lnTo>
                  <a:lnTo>
                    <a:pt x="100" y="566"/>
                  </a:lnTo>
                  <a:lnTo>
                    <a:pt x="113" y="593"/>
                  </a:lnTo>
                  <a:lnTo>
                    <a:pt x="113" y="593"/>
                  </a:lnTo>
                  <a:lnTo>
                    <a:pt x="118" y="603"/>
                  </a:lnTo>
                  <a:lnTo>
                    <a:pt x="124" y="611"/>
                  </a:lnTo>
                  <a:lnTo>
                    <a:pt x="138" y="626"/>
                  </a:lnTo>
                  <a:lnTo>
                    <a:pt x="138" y="626"/>
                  </a:lnTo>
                  <a:lnTo>
                    <a:pt x="150" y="641"/>
                  </a:lnTo>
                  <a:lnTo>
                    <a:pt x="150" y="641"/>
                  </a:lnTo>
                  <a:lnTo>
                    <a:pt x="154" y="647"/>
                  </a:lnTo>
                  <a:lnTo>
                    <a:pt x="157" y="653"/>
                  </a:lnTo>
                  <a:lnTo>
                    <a:pt x="165" y="666"/>
                  </a:lnTo>
                  <a:lnTo>
                    <a:pt x="165" y="666"/>
                  </a:lnTo>
                  <a:lnTo>
                    <a:pt x="171" y="677"/>
                  </a:lnTo>
                  <a:lnTo>
                    <a:pt x="177" y="688"/>
                  </a:lnTo>
                  <a:lnTo>
                    <a:pt x="177" y="688"/>
                  </a:lnTo>
                  <a:lnTo>
                    <a:pt x="194" y="713"/>
                  </a:lnTo>
                  <a:lnTo>
                    <a:pt x="208" y="738"/>
                  </a:lnTo>
                  <a:lnTo>
                    <a:pt x="208" y="738"/>
                  </a:lnTo>
                  <a:lnTo>
                    <a:pt x="231" y="776"/>
                  </a:lnTo>
                  <a:lnTo>
                    <a:pt x="243" y="795"/>
                  </a:lnTo>
                  <a:lnTo>
                    <a:pt x="257" y="812"/>
                  </a:lnTo>
                  <a:lnTo>
                    <a:pt x="265" y="822"/>
                  </a:lnTo>
                  <a:lnTo>
                    <a:pt x="265" y="822"/>
                  </a:lnTo>
                  <a:lnTo>
                    <a:pt x="286" y="846"/>
                  </a:lnTo>
                  <a:lnTo>
                    <a:pt x="306" y="870"/>
                  </a:lnTo>
                  <a:lnTo>
                    <a:pt x="328" y="894"/>
                  </a:lnTo>
                  <a:lnTo>
                    <a:pt x="351" y="916"/>
                  </a:lnTo>
                  <a:lnTo>
                    <a:pt x="351" y="916"/>
                  </a:lnTo>
                  <a:lnTo>
                    <a:pt x="398" y="958"/>
                  </a:lnTo>
                  <a:lnTo>
                    <a:pt x="440" y="993"/>
                  </a:lnTo>
                  <a:lnTo>
                    <a:pt x="440" y="993"/>
                  </a:lnTo>
                  <a:lnTo>
                    <a:pt x="460" y="1010"/>
                  </a:lnTo>
                  <a:lnTo>
                    <a:pt x="479" y="1027"/>
                  </a:lnTo>
                  <a:lnTo>
                    <a:pt x="479" y="1027"/>
                  </a:lnTo>
                  <a:lnTo>
                    <a:pt x="494" y="1042"/>
                  </a:lnTo>
                  <a:lnTo>
                    <a:pt x="510" y="1055"/>
                  </a:lnTo>
                  <a:lnTo>
                    <a:pt x="526" y="1068"/>
                  </a:lnTo>
                  <a:lnTo>
                    <a:pt x="543" y="1080"/>
                  </a:lnTo>
                  <a:lnTo>
                    <a:pt x="543" y="1080"/>
                  </a:lnTo>
                  <a:lnTo>
                    <a:pt x="570" y="1095"/>
                  </a:lnTo>
                  <a:lnTo>
                    <a:pt x="597" y="1111"/>
                  </a:lnTo>
                  <a:lnTo>
                    <a:pt x="625" y="1125"/>
                  </a:lnTo>
                  <a:lnTo>
                    <a:pt x="653" y="1139"/>
                  </a:lnTo>
                  <a:lnTo>
                    <a:pt x="682" y="1151"/>
                  </a:lnTo>
                  <a:lnTo>
                    <a:pt x="710" y="1162"/>
                  </a:lnTo>
                  <a:lnTo>
                    <a:pt x="738" y="1173"/>
                  </a:lnTo>
                  <a:lnTo>
                    <a:pt x="767" y="1182"/>
                  </a:lnTo>
                  <a:lnTo>
                    <a:pt x="767" y="1182"/>
                  </a:lnTo>
                  <a:lnTo>
                    <a:pt x="788" y="1187"/>
                  </a:lnTo>
                  <a:lnTo>
                    <a:pt x="809" y="1191"/>
                  </a:lnTo>
                  <a:lnTo>
                    <a:pt x="831" y="1193"/>
                  </a:lnTo>
                  <a:lnTo>
                    <a:pt x="854" y="1194"/>
                  </a:lnTo>
                  <a:lnTo>
                    <a:pt x="854" y="1194"/>
                  </a:lnTo>
                  <a:lnTo>
                    <a:pt x="874" y="1193"/>
                  </a:lnTo>
                  <a:lnTo>
                    <a:pt x="896" y="1191"/>
                  </a:lnTo>
                  <a:lnTo>
                    <a:pt x="918" y="1188"/>
                  </a:lnTo>
                  <a:lnTo>
                    <a:pt x="939" y="1184"/>
                  </a:lnTo>
                  <a:lnTo>
                    <a:pt x="961" y="1178"/>
                  </a:lnTo>
                  <a:lnTo>
                    <a:pt x="983" y="1171"/>
                  </a:lnTo>
                  <a:lnTo>
                    <a:pt x="1004" y="1162"/>
                  </a:lnTo>
                  <a:lnTo>
                    <a:pt x="1026" y="1152"/>
                  </a:lnTo>
                  <a:lnTo>
                    <a:pt x="1026" y="1152"/>
                  </a:lnTo>
                  <a:lnTo>
                    <a:pt x="1038" y="1146"/>
                  </a:lnTo>
                  <a:lnTo>
                    <a:pt x="1051" y="1139"/>
                  </a:lnTo>
                  <a:lnTo>
                    <a:pt x="1063" y="1130"/>
                  </a:lnTo>
                  <a:lnTo>
                    <a:pt x="1076" y="1122"/>
                  </a:lnTo>
                  <a:lnTo>
                    <a:pt x="1088" y="1112"/>
                  </a:lnTo>
                  <a:lnTo>
                    <a:pt x="1100" y="1101"/>
                  </a:lnTo>
                  <a:lnTo>
                    <a:pt x="1125" y="1078"/>
                  </a:lnTo>
                  <a:lnTo>
                    <a:pt x="1125" y="1078"/>
                  </a:lnTo>
                  <a:lnTo>
                    <a:pt x="1138" y="1067"/>
                  </a:lnTo>
                  <a:lnTo>
                    <a:pt x="1149" y="1057"/>
                  </a:lnTo>
                  <a:lnTo>
                    <a:pt x="1149" y="1057"/>
                  </a:lnTo>
                  <a:lnTo>
                    <a:pt x="1161" y="1047"/>
                  </a:lnTo>
                  <a:lnTo>
                    <a:pt x="1173" y="1035"/>
                  </a:lnTo>
                  <a:lnTo>
                    <a:pt x="1184" y="1024"/>
                  </a:lnTo>
                  <a:lnTo>
                    <a:pt x="1193" y="1011"/>
                  </a:lnTo>
                  <a:lnTo>
                    <a:pt x="1193" y="1011"/>
                  </a:lnTo>
                  <a:lnTo>
                    <a:pt x="1198" y="1006"/>
                  </a:lnTo>
                  <a:lnTo>
                    <a:pt x="1202" y="1003"/>
                  </a:lnTo>
                  <a:lnTo>
                    <a:pt x="1205" y="1002"/>
                  </a:lnTo>
                  <a:lnTo>
                    <a:pt x="1205" y="998"/>
                  </a:lnTo>
                  <a:lnTo>
                    <a:pt x="1205" y="998"/>
                  </a:lnTo>
                  <a:lnTo>
                    <a:pt x="1201" y="968"/>
                  </a:lnTo>
                  <a:lnTo>
                    <a:pt x="1198" y="950"/>
                  </a:lnTo>
                  <a:lnTo>
                    <a:pt x="1193" y="930"/>
                  </a:lnTo>
                  <a:lnTo>
                    <a:pt x="1187" y="911"/>
                  </a:lnTo>
                  <a:lnTo>
                    <a:pt x="1183" y="903"/>
                  </a:lnTo>
                  <a:lnTo>
                    <a:pt x="1179" y="895"/>
                  </a:lnTo>
                  <a:lnTo>
                    <a:pt x="1175" y="887"/>
                  </a:lnTo>
                  <a:lnTo>
                    <a:pt x="1170" y="880"/>
                  </a:lnTo>
                  <a:lnTo>
                    <a:pt x="1165" y="874"/>
                  </a:lnTo>
                  <a:lnTo>
                    <a:pt x="1158" y="869"/>
                  </a:lnTo>
                  <a:lnTo>
                    <a:pt x="1158" y="869"/>
                  </a:lnTo>
                  <a:lnTo>
                    <a:pt x="1152" y="865"/>
                  </a:lnTo>
                  <a:lnTo>
                    <a:pt x="1147" y="859"/>
                  </a:lnTo>
                  <a:lnTo>
                    <a:pt x="1137" y="846"/>
                  </a:lnTo>
                  <a:lnTo>
                    <a:pt x="1135" y="843"/>
                  </a:lnTo>
                  <a:lnTo>
                    <a:pt x="1135" y="843"/>
                  </a:lnTo>
                  <a:lnTo>
                    <a:pt x="1126" y="834"/>
                  </a:lnTo>
                  <a:lnTo>
                    <a:pt x="1117" y="825"/>
                  </a:lnTo>
                  <a:lnTo>
                    <a:pt x="1107" y="817"/>
                  </a:lnTo>
                  <a:lnTo>
                    <a:pt x="1096" y="810"/>
                  </a:lnTo>
                  <a:lnTo>
                    <a:pt x="1096" y="810"/>
                  </a:lnTo>
                  <a:lnTo>
                    <a:pt x="1082" y="800"/>
                  </a:lnTo>
                  <a:lnTo>
                    <a:pt x="1082" y="800"/>
                  </a:lnTo>
                  <a:lnTo>
                    <a:pt x="1059" y="783"/>
                  </a:lnTo>
                  <a:lnTo>
                    <a:pt x="1036" y="769"/>
                  </a:lnTo>
                  <a:lnTo>
                    <a:pt x="1012" y="755"/>
                  </a:lnTo>
                  <a:lnTo>
                    <a:pt x="988" y="744"/>
                  </a:lnTo>
                  <a:lnTo>
                    <a:pt x="964" y="735"/>
                  </a:lnTo>
                  <a:lnTo>
                    <a:pt x="939" y="728"/>
                  </a:lnTo>
                  <a:lnTo>
                    <a:pt x="916" y="723"/>
                  </a:lnTo>
                  <a:lnTo>
                    <a:pt x="892" y="720"/>
                  </a:lnTo>
                  <a:lnTo>
                    <a:pt x="892" y="720"/>
                  </a:lnTo>
                  <a:lnTo>
                    <a:pt x="888" y="719"/>
                  </a:lnTo>
                  <a:lnTo>
                    <a:pt x="885" y="717"/>
                  </a:lnTo>
                  <a:lnTo>
                    <a:pt x="881" y="715"/>
                  </a:lnTo>
                  <a:lnTo>
                    <a:pt x="878" y="713"/>
                  </a:lnTo>
                  <a:lnTo>
                    <a:pt x="877" y="710"/>
                  </a:lnTo>
                  <a:lnTo>
                    <a:pt x="875" y="706"/>
                  </a:lnTo>
                  <a:lnTo>
                    <a:pt x="874" y="699"/>
                  </a:lnTo>
                  <a:lnTo>
                    <a:pt x="874" y="699"/>
                  </a:lnTo>
                  <a:lnTo>
                    <a:pt x="875" y="693"/>
                  </a:lnTo>
                  <a:lnTo>
                    <a:pt x="878" y="688"/>
                  </a:lnTo>
                  <a:lnTo>
                    <a:pt x="880" y="686"/>
                  </a:lnTo>
                  <a:lnTo>
                    <a:pt x="883" y="685"/>
                  </a:lnTo>
                  <a:lnTo>
                    <a:pt x="886" y="684"/>
                  </a:lnTo>
                  <a:lnTo>
                    <a:pt x="890" y="684"/>
                  </a:lnTo>
                  <a:lnTo>
                    <a:pt x="890" y="684"/>
                  </a:lnTo>
                  <a:lnTo>
                    <a:pt x="892" y="684"/>
                  </a:lnTo>
                  <a:lnTo>
                    <a:pt x="892" y="684"/>
                  </a:lnTo>
                  <a:lnTo>
                    <a:pt x="907" y="686"/>
                  </a:lnTo>
                  <a:lnTo>
                    <a:pt x="923" y="690"/>
                  </a:lnTo>
                  <a:lnTo>
                    <a:pt x="923" y="690"/>
                  </a:lnTo>
                  <a:lnTo>
                    <a:pt x="939" y="694"/>
                  </a:lnTo>
                  <a:lnTo>
                    <a:pt x="939" y="694"/>
                  </a:lnTo>
                  <a:lnTo>
                    <a:pt x="960" y="698"/>
                  </a:lnTo>
                  <a:lnTo>
                    <a:pt x="960" y="698"/>
                  </a:lnTo>
                  <a:lnTo>
                    <a:pt x="974" y="700"/>
                  </a:lnTo>
                  <a:lnTo>
                    <a:pt x="988" y="702"/>
                  </a:lnTo>
                  <a:lnTo>
                    <a:pt x="1000" y="705"/>
                  </a:lnTo>
                  <a:lnTo>
                    <a:pt x="1005" y="707"/>
                  </a:lnTo>
                  <a:lnTo>
                    <a:pt x="1010" y="710"/>
                  </a:lnTo>
                  <a:lnTo>
                    <a:pt x="1010" y="710"/>
                  </a:lnTo>
                  <a:lnTo>
                    <a:pt x="1050" y="736"/>
                  </a:lnTo>
                  <a:lnTo>
                    <a:pt x="1050" y="736"/>
                  </a:lnTo>
                  <a:lnTo>
                    <a:pt x="1091" y="763"/>
                  </a:lnTo>
                  <a:lnTo>
                    <a:pt x="1112" y="776"/>
                  </a:lnTo>
                  <a:lnTo>
                    <a:pt x="1131" y="792"/>
                  </a:lnTo>
                  <a:lnTo>
                    <a:pt x="1131" y="792"/>
                  </a:lnTo>
                  <a:lnTo>
                    <a:pt x="1147" y="804"/>
                  </a:lnTo>
                  <a:lnTo>
                    <a:pt x="1160" y="816"/>
                  </a:lnTo>
                  <a:lnTo>
                    <a:pt x="1172" y="828"/>
                  </a:lnTo>
                  <a:lnTo>
                    <a:pt x="1183" y="839"/>
                  </a:lnTo>
                  <a:lnTo>
                    <a:pt x="1192" y="850"/>
                  </a:lnTo>
                  <a:lnTo>
                    <a:pt x="1201" y="861"/>
                  </a:lnTo>
                  <a:lnTo>
                    <a:pt x="1207" y="871"/>
                  </a:lnTo>
                  <a:lnTo>
                    <a:pt x="1212" y="881"/>
                  </a:lnTo>
                  <a:lnTo>
                    <a:pt x="1212" y="881"/>
                  </a:lnTo>
                  <a:lnTo>
                    <a:pt x="1218" y="896"/>
                  </a:lnTo>
                  <a:lnTo>
                    <a:pt x="1223" y="910"/>
                  </a:lnTo>
                  <a:lnTo>
                    <a:pt x="1228" y="925"/>
                  </a:lnTo>
                  <a:lnTo>
                    <a:pt x="1232" y="941"/>
                  </a:lnTo>
                  <a:lnTo>
                    <a:pt x="1236" y="958"/>
                  </a:lnTo>
                  <a:lnTo>
                    <a:pt x="1238" y="975"/>
                  </a:lnTo>
                  <a:lnTo>
                    <a:pt x="1240" y="993"/>
                  </a:lnTo>
                  <a:lnTo>
                    <a:pt x="1242" y="1011"/>
                  </a:lnTo>
                  <a:lnTo>
                    <a:pt x="1242" y="1011"/>
                  </a:lnTo>
                  <a:lnTo>
                    <a:pt x="1242" y="1015"/>
                  </a:lnTo>
                  <a:lnTo>
                    <a:pt x="1240" y="1019"/>
                  </a:lnTo>
                  <a:lnTo>
                    <a:pt x="1239" y="1021"/>
                  </a:lnTo>
                  <a:lnTo>
                    <a:pt x="1237" y="1023"/>
                  </a:lnTo>
                  <a:lnTo>
                    <a:pt x="1232" y="1026"/>
                  </a:lnTo>
                  <a:lnTo>
                    <a:pt x="1229" y="1027"/>
                  </a:lnTo>
                  <a:lnTo>
                    <a:pt x="1225" y="1027"/>
                  </a:lnTo>
                  <a:lnTo>
                    <a:pt x="1224" y="1029"/>
                  </a:lnTo>
                  <a:lnTo>
                    <a:pt x="1224" y="1029"/>
                  </a:lnTo>
                  <a:lnTo>
                    <a:pt x="1217" y="1039"/>
                  </a:lnTo>
                  <a:lnTo>
                    <a:pt x="1210" y="1050"/>
                  </a:lnTo>
                  <a:lnTo>
                    <a:pt x="1192" y="1069"/>
                  </a:lnTo>
                  <a:lnTo>
                    <a:pt x="1183" y="1079"/>
                  </a:lnTo>
                  <a:lnTo>
                    <a:pt x="1174" y="1087"/>
                  </a:lnTo>
                  <a:lnTo>
                    <a:pt x="1165" y="1095"/>
                  </a:lnTo>
                  <a:lnTo>
                    <a:pt x="1155" y="1101"/>
                  </a:lnTo>
                  <a:lnTo>
                    <a:pt x="1155" y="1101"/>
                  </a:lnTo>
                  <a:lnTo>
                    <a:pt x="1146" y="1108"/>
                  </a:lnTo>
                  <a:lnTo>
                    <a:pt x="1138" y="1115"/>
                  </a:lnTo>
                  <a:lnTo>
                    <a:pt x="1122" y="1129"/>
                  </a:lnTo>
                  <a:lnTo>
                    <a:pt x="1122" y="1129"/>
                  </a:lnTo>
                  <a:lnTo>
                    <a:pt x="1111" y="1141"/>
                  </a:lnTo>
                  <a:lnTo>
                    <a:pt x="1099" y="1150"/>
                  </a:lnTo>
                  <a:lnTo>
                    <a:pt x="1099" y="1150"/>
                  </a:lnTo>
                  <a:lnTo>
                    <a:pt x="1087" y="1159"/>
                  </a:lnTo>
                  <a:lnTo>
                    <a:pt x="1074" y="1168"/>
                  </a:lnTo>
                  <a:lnTo>
                    <a:pt x="1045" y="1183"/>
                  </a:lnTo>
                  <a:lnTo>
                    <a:pt x="1045" y="1183"/>
                  </a:lnTo>
                  <a:lnTo>
                    <a:pt x="1027" y="1191"/>
                  </a:lnTo>
                  <a:lnTo>
                    <a:pt x="1008" y="1200"/>
                  </a:lnTo>
                  <a:lnTo>
                    <a:pt x="986" y="1208"/>
                  </a:lnTo>
                  <a:lnTo>
                    <a:pt x="962" y="1216"/>
                  </a:lnTo>
                  <a:lnTo>
                    <a:pt x="937" y="1222"/>
                  </a:lnTo>
                  <a:lnTo>
                    <a:pt x="911" y="1227"/>
                  </a:lnTo>
                  <a:lnTo>
                    <a:pt x="886" y="1231"/>
                  </a:lnTo>
                  <a:lnTo>
                    <a:pt x="858" y="1232"/>
                  </a:lnTo>
                  <a:lnTo>
                    <a:pt x="858" y="1232"/>
                  </a:lnTo>
                  <a:lnTo>
                    <a:pt x="858" y="1232"/>
                  </a:lnTo>
                  <a:lnTo>
                    <a:pt x="858" y="123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59" name="Freeform 285"/>
            <p:cNvSpPr/>
            <p:nvPr/>
          </p:nvSpPr>
          <p:spPr bwMode="auto">
            <a:xfrm>
              <a:off x="2463800" y="2317750"/>
              <a:ext cx="261938" cy="290513"/>
            </a:xfrm>
            <a:custGeom>
              <a:avLst/>
              <a:gdLst/>
              <a:ahLst/>
              <a:cxnLst>
                <a:cxn ang="0">
                  <a:pos x="314" y="547"/>
                </a:cxn>
                <a:cxn ang="0">
                  <a:pos x="288" y="541"/>
                </a:cxn>
                <a:cxn ang="0">
                  <a:pos x="245" y="523"/>
                </a:cxn>
                <a:cxn ang="0">
                  <a:pos x="210" y="499"/>
                </a:cxn>
                <a:cxn ang="0">
                  <a:pos x="170" y="460"/>
                </a:cxn>
                <a:cxn ang="0">
                  <a:pos x="135" y="426"/>
                </a:cxn>
                <a:cxn ang="0">
                  <a:pos x="104" y="390"/>
                </a:cxn>
                <a:cxn ang="0">
                  <a:pos x="40" y="301"/>
                </a:cxn>
                <a:cxn ang="0">
                  <a:pos x="16" y="260"/>
                </a:cxn>
                <a:cxn ang="0">
                  <a:pos x="3" y="221"/>
                </a:cxn>
                <a:cxn ang="0">
                  <a:pos x="1" y="180"/>
                </a:cxn>
                <a:cxn ang="0">
                  <a:pos x="8" y="157"/>
                </a:cxn>
                <a:cxn ang="0">
                  <a:pos x="29" y="121"/>
                </a:cxn>
                <a:cxn ang="0">
                  <a:pos x="71" y="67"/>
                </a:cxn>
                <a:cxn ang="0">
                  <a:pos x="89" y="48"/>
                </a:cxn>
                <a:cxn ang="0">
                  <a:pos x="150" y="3"/>
                </a:cxn>
                <a:cxn ang="0">
                  <a:pos x="158" y="0"/>
                </a:cxn>
                <a:cxn ang="0">
                  <a:pos x="168" y="3"/>
                </a:cxn>
                <a:cxn ang="0">
                  <a:pos x="175" y="13"/>
                </a:cxn>
                <a:cxn ang="0">
                  <a:pos x="175" y="25"/>
                </a:cxn>
                <a:cxn ang="0">
                  <a:pos x="167" y="34"/>
                </a:cxn>
                <a:cxn ang="0">
                  <a:pos x="144" y="49"/>
                </a:cxn>
                <a:cxn ang="0">
                  <a:pos x="106" y="81"/>
                </a:cxn>
                <a:cxn ang="0">
                  <a:pos x="91" y="101"/>
                </a:cxn>
                <a:cxn ang="0">
                  <a:pos x="72" y="124"/>
                </a:cxn>
                <a:cxn ang="0">
                  <a:pos x="47" y="158"/>
                </a:cxn>
                <a:cxn ang="0">
                  <a:pos x="38" y="188"/>
                </a:cxn>
                <a:cxn ang="0">
                  <a:pos x="42" y="216"/>
                </a:cxn>
                <a:cxn ang="0">
                  <a:pos x="46" y="234"/>
                </a:cxn>
                <a:cxn ang="0">
                  <a:pos x="53" y="253"/>
                </a:cxn>
                <a:cxn ang="0">
                  <a:pos x="66" y="272"/>
                </a:cxn>
                <a:cxn ang="0">
                  <a:pos x="80" y="290"/>
                </a:cxn>
                <a:cxn ang="0">
                  <a:pos x="127" y="361"/>
                </a:cxn>
                <a:cxn ang="0">
                  <a:pos x="179" y="417"/>
                </a:cxn>
                <a:cxn ang="0">
                  <a:pos x="208" y="446"/>
                </a:cxn>
                <a:cxn ang="0">
                  <a:pos x="233" y="472"/>
                </a:cxn>
                <a:cxn ang="0">
                  <a:pos x="263" y="493"/>
                </a:cxn>
                <a:cxn ang="0">
                  <a:pos x="286" y="503"/>
                </a:cxn>
                <a:cxn ang="0">
                  <a:pos x="312" y="507"/>
                </a:cxn>
                <a:cxn ang="0">
                  <a:pos x="345" y="501"/>
                </a:cxn>
                <a:cxn ang="0">
                  <a:pos x="375" y="486"/>
                </a:cxn>
                <a:cxn ang="0">
                  <a:pos x="412" y="455"/>
                </a:cxn>
                <a:cxn ang="0">
                  <a:pos x="460" y="398"/>
                </a:cxn>
                <a:cxn ang="0">
                  <a:pos x="468" y="392"/>
                </a:cxn>
                <a:cxn ang="0">
                  <a:pos x="475" y="390"/>
                </a:cxn>
                <a:cxn ang="0">
                  <a:pos x="491" y="396"/>
                </a:cxn>
                <a:cxn ang="0">
                  <a:pos x="495" y="405"/>
                </a:cxn>
                <a:cxn ang="0">
                  <a:pos x="492" y="415"/>
                </a:cxn>
                <a:cxn ang="0">
                  <a:pos x="444" y="473"/>
                </a:cxn>
                <a:cxn ang="0">
                  <a:pos x="401" y="514"/>
                </a:cxn>
                <a:cxn ang="0">
                  <a:pos x="370" y="535"/>
                </a:cxn>
                <a:cxn ang="0">
                  <a:pos x="341" y="546"/>
                </a:cxn>
                <a:cxn ang="0">
                  <a:pos x="322" y="548"/>
                </a:cxn>
              </a:cxnLst>
              <a:rect l="0" t="0" r="r" b="b"/>
              <a:pathLst>
                <a:path w="495" h="548">
                  <a:moveTo>
                    <a:pt x="322" y="548"/>
                  </a:moveTo>
                  <a:lnTo>
                    <a:pt x="322" y="548"/>
                  </a:lnTo>
                  <a:lnTo>
                    <a:pt x="314" y="547"/>
                  </a:lnTo>
                  <a:lnTo>
                    <a:pt x="305" y="546"/>
                  </a:lnTo>
                  <a:lnTo>
                    <a:pt x="305" y="546"/>
                  </a:lnTo>
                  <a:lnTo>
                    <a:pt x="288" y="541"/>
                  </a:lnTo>
                  <a:lnTo>
                    <a:pt x="273" y="536"/>
                  </a:lnTo>
                  <a:lnTo>
                    <a:pt x="258" y="530"/>
                  </a:lnTo>
                  <a:lnTo>
                    <a:pt x="245" y="523"/>
                  </a:lnTo>
                  <a:lnTo>
                    <a:pt x="232" y="516"/>
                  </a:lnTo>
                  <a:lnTo>
                    <a:pt x="221" y="508"/>
                  </a:lnTo>
                  <a:lnTo>
                    <a:pt x="210" y="499"/>
                  </a:lnTo>
                  <a:lnTo>
                    <a:pt x="198" y="488"/>
                  </a:lnTo>
                  <a:lnTo>
                    <a:pt x="198" y="488"/>
                  </a:lnTo>
                  <a:lnTo>
                    <a:pt x="170" y="460"/>
                  </a:lnTo>
                  <a:lnTo>
                    <a:pt x="170" y="460"/>
                  </a:lnTo>
                  <a:lnTo>
                    <a:pt x="153" y="444"/>
                  </a:lnTo>
                  <a:lnTo>
                    <a:pt x="135" y="426"/>
                  </a:lnTo>
                  <a:lnTo>
                    <a:pt x="119" y="409"/>
                  </a:lnTo>
                  <a:lnTo>
                    <a:pt x="104" y="390"/>
                  </a:lnTo>
                  <a:lnTo>
                    <a:pt x="104" y="390"/>
                  </a:lnTo>
                  <a:lnTo>
                    <a:pt x="82" y="360"/>
                  </a:lnTo>
                  <a:lnTo>
                    <a:pt x="61" y="330"/>
                  </a:lnTo>
                  <a:lnTo>
                    <a:pt x="40" y="301"/>
                  </a:lnTo>
                  <a:lnTo>
                    <a:pt x="22" y="271"/>
                  </a:lnTo>
                  <a:lnTo>
                    <a:pt x="22" y="271"/>
                  </a:lnTo>
                  <a:lnTo>
                    <a:pt x="16" y="260"/>
                  </a:lnTo>
                  <a:lnTo>
                    <a:pt x="11" y="248"/>
                  </a:lnTo>
                  <a:lnTo>
                    <a:pt x="6" y="235"/>
                  </a:lnTo>
                  <a:lnTo>
                    <a:pt x="3" y="221"/>
                  </a:lnTo>
                  <a:lnTo>
                    <a:pt x="1" y="207"/>
                  </a:lnTo>
                  <a:lnTo>
                    <a:pt x="0" y="194"/>
                  </a:lnTo>
                  <a:lnTo>
                    <a:pt x="1" y="180"/>
                  </a:lnTo>
                  <a:lnTo>
                    <a:pt x="3" y="170"/>
                  </a:lnTo>
                  <a:lnTo>
                    <a:pt x="3" y="170"/>
                  </a:lnTo>
                  <a:lnTo>
                    <a:pt x="8" y="157"/>
                  </a:lnTo>
                  <a:lnTo>
                    <a:pt x="15" y="144"/>
                  </a:lnTo>
                  <a:lnTo>
                    <a:pt x="21" y="133"/>
                  </a:lnTo>
                  <a:lnTo>
                    <a:pt x="29" y="121"/>
                  </a:lnTo>
                  <a:lnTo>
                    <a:pt x="46" y="98"/>
                  </a:lnTo>
                  <a:lnTo>
                    <a:pt x="64" y="76"/>
                  </a:lnTo>
                  <a:lnTo>
                    <a:pt x="71" y="67"/>
                  </a:lnTo>
                  <a:lnTo>
                    <a:pt x="71" y="67"/>
                  </a:lnTo>
                  <a:lnTo>
                    <a:pt x="80" y="58"/>
                  </a:lnTo>
                  <a:lnTo>
                    <a:pt x="89" y="48"/>
                  </a:lnTo>
                  <a:lnTo>
                    <a:pt x="107" y="32"/>
                  </a:lnTo>
                  <a:lnTo>
                    <a:pt x="128" y="17"/>
                  </a:lnTo>
                  <a:lnTo>
                    <a:pt x="150" y="3"/>
                  </a:lnTo>
                  <a:lnTo>
                    <a:pt x="150" y="3"/>
                  </a:lnTo>
                  <a:lnTo>
                    <a:pt x="154" y="0"/>
                  </a:lnTo>
                  <a:lnTo>
                    <a:pt x="158" y="0"/>
                  </a:lnTo>
                  <a:lnTo>
                    <a:pt x="158" y="0"/>
                  </a:lnTo>
                  <a:lnTo>
                    <a:pt x="163" y="0"/>
                  </a:lnTo>
                  <a:lnTo>
                    <a:pt x="168" y="3"/>
                  </a:lnTo>
                  <a:lnTo>
                    <a:pt x="172" y="7"/>
                  </a:lnTo>
                  <a:lnTo>
                    <a:pt x="175" y="13"/>
                  </a:lnTo>
                  <a:lnTo>
                    <a:pt x="175" y="13"/>
                  </a:lnTo>
                  <a:lnTo>
                    <a:pt x="175" y="16"/>
                  </a:lnTo>
                  <a:lnTo>
                    <a:pt x="175" y="21"/>
                  </a:lnTo>
                  <a:lnTo>
                    <a:pt x="175" y="25"/>
                  </a:lnTo>
                  <a:lnTo>
                    <a:pt x="173" y="28"/>
                  </a:lnTo>
                  <a:lnTo>
                    <a:pt x="170" y="31"/>
                  </a:lnTo>
                  <a:lnTo>
                    <a:pt x="167" y="34"/>
                  </a:lnTo>
                  <a:lnTo>
                    <a:pt x="164" y="36"/>
                  </a:lnTo>
                  <a:lnTo>
                    <a:pt x="164" y="36"/>
                  </a:lnTo>
                  <a:lnTo>
                    <a:pt x="144" y="49"/>
                  </a:lnTo>
                  <a:lnTo>
                    <a:pt x="124" y="64"/>
                  </a:lnTo>
                  <a:lnTo>
                    <a:pt x="115" y="72"/>
                  </a:lnTo>
                  <a:lnTo>
                    <a:pt x="106" y="81"/>
                  </a:lnTo>
                  <a:lnTo>
                    <a:pt x="98" y="91"/>
                  </a:lnTo>
                  <a:lnTo>
                    <a:pt x="91" y="101"/>
                  </a:lnTo>
                  <a:lnTo>
                    <a:pt x="91" y="101"/>
                  </a:lnTo>
                  <a:lnTo>
                    <a:pt x="83" y="112"/>
                  </a:lnTo>
                  <a:lnTo>
                    <a:pt x="72" y="124"/>
                  </a:lnTo>
                  <a:lnTo>
                    <a:pt x="72" y="124"/>
                  </a:lnTo>
                  <a:lnTo>
                    <a:pt x="59" y="140"/>
                  </a:lnTo>
                  <a:lnTo>
                    <a:pt x="52" y="149"/>
                  </a:lnTo>
                  <a:lnTo>
                    <a:pt x="47" y="158"/>
                  </a:lnTo>
                  <a:lnTo>
                    <a:pt x="42" y="167"/>
                  </a:lnTo>
                  <a:lnTo>
                    <a:pt x="39" y="177"/>
                  </a:lnTo>
                  <a:lnTo>
                    <a:pt x="38" y="188"/>
                  </a:lnTo>
                  <a:lnTo>
                    <a:pt x="39" y="198"/>
                  </a:lnTo>
                  <a:lnTo>
                    <a:pt x="39" y="198"/>
                  </a:lnTo>
                  <a:lnTo>
                    <a:pt x="42" y="216"/>
                  </a:lnTo>
                  <a:lnTo>
                    <a:pt x="42" y="216"/>
                  </a:lnTo>
                  <a:lnTo>
                    <a:pt x="43" y="225"/>
                  </a:lnTo>
                  <a:lnTo>
                    <a:pt x="46" y="234"/>
                  </a:lnTo>
                  <a:lnTo>
                    <a:pt x="49" y="245"/>
                  </a:lnTo>
                  <a:lnTo>
                    <a:pt x="53" y="253"/>
                  </a:lnTo>
                  <a:lnTo>
                    <a:pt x="53" y="253"/>
                  </a:lnTo>
                  <a:lnTo>
                    <a:pt x="60" y="263"/>
                  </a:lnTo>
                  <a:lnTo>
                    <a:pt x="66" y="272"/>
                  </a:lnTo>
                  <a:lnTo>
                    <a:pt x="66" y="272"/>
                  </a:lnTo>
                  <a:lnTo>
                    <a:pt x="73" y="281"/>
                  </a:lnTo>
                  <a:lnTo>
                    <a:pt x="80" y="290"/>
                  </a:lnTo>
                  <a:lnTo>
                    <a:pt x="80" y="290"/>
                  </a:lnTo>
                  <a:lnTo>
                    <a:pt x="104" y="328"/>
                  </a:lnTo>
                  <a:lnTo>
                    <a:pt x="127" y="361"/>
                  </a:lnTo>
                  <a:lnTo>
                    <a:pt x="127" y="361"/>
                  </a:lnTo>
                  <a:lnTo>
                    <a:pt x="140" y="377"/>
                  </a:lnTo>
                  <a:lnTo>
                    <a:pt x="152" y="390"/>
                  </a:lnTo>
                  <a:lnTo>
                    <a:pt x="179" y="417"/>
                  </a:lnTo>
                  <a:lnTo>
                    <a:pt x="179" y="417"/>
                  </a:lnTo>
                  <a:lnTo>
                    <a:pt x="205" y="443"/>
                  </a:lnTo>
                  <a:lnTo>
                    <a:pt x="208" y="446"/>
                  </a:lnTo>
                  <a:lnTo>
                    <a:pt x="208" y="446"/>
                  </a:lnTo>
                  <a:lnTo>
                    <a:pt x="224" y="462"/>
                  </a:lnTo>
                  <a:lnTo>
                    <a:pt x="233" y="472"/>
                  </a:lnTo>
                  <a:lnTo>
                    <a:pt x="243" y="479"/>
                  </a:lnTo>
                  <a:lnTo>
                    <a:pt x="252" y="487"/>
                  </a:lnTo>
                  <a:lnTo>
                    <a:pt x="263" y="493"/>
                  </a:lnTo>
                  <a:lnTo>
                    <a:pt x="274" y="499"/>
                  </a:lnTo>
                  <a:lnTo>
                    <a:pt x="286" y="503"/>
                  </a:lnTo>
                  <a:lnTo>
                    <a:pt x="286" y="503"/>
                  </a:lnTo>
                  <a:lnTo>
                    <a:pt x="299" y="506"/>
                  </a:lnTo>
                  <a:lnTo>
                    <a:pt x="312" y="507"/>
                  </a:lnTo>
                  <a:lnTo>
                    <a:pt x="312" y="507"/>
                  </a:lnTo>
                  <a:lnTo>
                    <a:pt x="323" y="506"/>
                  </a:lnTo>
                  <a:lnTo>
                    <a:pt x="334" y="504"/>
                  </a:lnTo>
                  <a:lnTo>
                    <a:pt x="345" y="501"/>
                  </a:lnTo>
                  <a:lnTo>
                    <a:pt x="355" y="497"/>
                  </a:lnTo>
                  <a:lnTo>
                    <a:pt x="366" y="491"/>
                  </a:lnTo>
                  <a:lnTo>
                    <a:pt x="375" y="486"/>
                  </a:lnTo>
                  <a:lnTo>
                    <a:pt x="385" y="479"/>
                  </a:lnTo>
                  <a:lnTo>
                    <a:pt x="395" y="472"/>
                  </a:lnTo>
                  <a:lnTo>
                    <a:pt x="412" y="455"/>
                  </a:lnTo>
                  <a:lnTo>
                    <a:pt x="430" y="437"/>
                  </a:lnTo>
                  <a:lnTo>
                    <a:pt x="445" y="417"/>
                  </a:lnTo>
                  <a:lnTo>
                    <a:pt x="460" y="398"/>
                  </a:lnTo>
                  <a:lnTo>
                    <a:pt x="460" y="398"/>
                  </a:lnTo>
                  <a:lnTo>
                    <a:pt x="464" y="394"/>
                  </a:lnTo>
                  <a:lnTo>
                    <a:pt x="468" y="392"/>
                  </a:lnTo>
                  <a:lnTo>
                    <a:pt x="472" y="390"/>
                  </a:lnTo>
                  <a:lnTo>
                    <a:pt x="475" y="390"/>
                  </a:lnTo>
                  <a:lnTo>
                    <a:pt x="475" y="390"/>
                  </a:lnTo>
                  <a:lnTo>
                    <a:pt x="481" y="391"/>
                  </a:lnTo>
                  <a:lnTo>
                    <a:pt x="487" y="393"/>
                  </a:lnTo>
                  <a:lnTo>
                    <a:pt x="491" y="396"/>
                  </a:lnTo>
                  <a:lnTo>
                    <a:pt x="494" y="400"/>
                  </a:lnTo>
                  <a:lnTo>
                    <a:pt x="494" y="400"/>
                  </a:lnTo>
                  <a:lnTo>
                    <a:pt x="495" y="405"/>
                  </a:lnTo>
                  <a:lnTo>
                    <a:pt x="495" y="408"/>
                  </a:lnTo>
                  <a:lnTo>
                    <a:pt x="494" y="412"/>
                  </a:lnTo>
                  <a:lnTo>
                    <a:pt x="492" y="415"/>
                  </a:lnTo>
                  <a:lnTo>
                    <a:pt x="492" y="415"/>
                  </a:lnTo>
                  <a:lnTo>
                    <a:pt x="468" y="446"/>
                  </a:lnTo>
                  <a:lnTo>
                    <a:pt x="444" y="473"/>
                  </a:lnTo>
                  <a:lnTo>
                    <a:pt x="423" y="496"/>
                  </a:lnTo>
                  <a:lnTo>
                    <a:pt x="411" y="506"/>
                  </a:lnTo>
                  <a:lnTo>
                    <a:pt x="401" y="514"/>
                  </a:lnTo>
                  <a:lnTo>
                    <a:pt x="391" y="522"/>
                  </a:lnTo>
                  <a:lnTo>
                    <a:pt x="380" y="530"/>
                  </a:lnTo>
                  <a:lnTo>
                    <a:pt x="370" y="535"/>
                  </a:lnTo>
                  <a:lnTo>
                    <a:pt x="360" y="540"/>
                  </a:lnTo>
                  <a:lnTo>
                    <a:pt x="350" y="543"/>
                  </a:lnTo>
                  <a:lnTo>
                    <a:pt x="341" y="546"/>
                  </a:lnTo>
                  <a:lnTo>
                    <a:pt x="332" y="547"/>
                  </a:lnTo>
                  <a:lnTo>
                    <a:pt x="322" y="548"/>
                  </a:lnTo>
                  <a:lnTo>
                    <a:pt x="322" y="54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60" name="Freeform 286"/>
            <p:cNvSpPr>
              <a:spLocks noEditPoints="1"/>
            </p:cNvSpPr>
            <p:nvPr/>
          </p:nvSpPr>
          <p:spPr bwMode="auto">
            <a:xfrm>
              <a:off x="2262188" y="2705100"/>
              <a:ext cx="312738" cy="139700"/>
            </a:xfrm>
            <a:custGeom>
              <a:avLst/>
              <a:gdLst/>
              <a:ahLst/>
              <a:cxnLst>
                <a:cxn ang="0">
                  <a:pos x="146" y="262"/>
                </a:cxn>
                <a:cxn ang="0">
                  <a:pos x="69" y="253"/>
                </a:cxn>
                <a:cxn ang="0">
                  <a:pos x="30" y="239"/>
                </a:cxn>
                <a:cxn ang="0">
                  <a:pos x="2" y="212"/>
                </a:cxn>
                <a:cxn ang="0">
                  <a:pos x="1" y="197"/>
                </a:cxn>
                <a:cxn ang="0">
                  <a:pos x="10" y="187"/>
                </a:cxn>
                <a:cxn ang="0">
                  <a:pos x="23" y="184"/>
                </a:cxn>
                <a:cxn ang="0">
                  <a:pos x="33" y="193"/>
                </a:cxn>
                <a:cxn ang="0">
                  <a:pos x="58" y="213"/>
                </a:cxn>
                <a:cxn ang="0">
                  <a:pos x="111" y="225"/>
                </a:cxn>
                <a:cxn ang="0">
                  <a:pos x="159" y="226"/>
                </a:cxn>
                <a:cxn ang="0">
                  <a:pos x="199" y="218"/>
                </a:cxn>
                <a:cxn ang="0">
                  <a:pos x="160" y="192"/>
                </a:cxn>
                <a:cxn ang="0">
                  <a:pos x="126" y="150"/>
                </a:cxn>
                <a:cxn ang="0">
                  <a:pos x="119" y="111"/>
                </a:cxn>
                <a:cxn ang="0">
                  <a:pos x="127" y="56"/>
                </a:cxn>
                <a:cxn ang="0">
                  <a:pos x="146" y="24"/>
                </a:cxn>
                <a:cxn ang="0">
                  <a:pos x="178" y="4"/>
                </a:cxn>
                <a:cxn ang="0">
                  <a:pos x="209" y="0"/>
                </a:cxn>
                <a:cxn ang="0">
                  <a:pos x="265" y="17"/>
                </a:cxn>
                <a:cxn ang="0">
                  <a:pos x="307" y="66"/>
                </a:cxn>
                <a:cxn ang="0">
                  <a:pos x="322" y="113"/>
                </a:cxn>
                <a:cxn ang="0">
                  <a:pos x="322" y="146"/>
                </a:cxn>
                <a:cxn ang="0">
                  <a:pos x="310" y="177"/>
                </a:cxn>
                <a:cxn ang="0">
                  <a:pos x="284" y="210"/>
                </a:cxn>
                <a:cxn ang="0">
                  <a:pos x="312" y="212"/>
                </a:cxn>
                <a:cxn ang="0">
                  <a:pos x="366" y="205"/>
                </a:cxn>
                <a:cxn ang="0">
                  <a:pos x="453" y="185"/>
                </a:cxn>
                <a:cxn ang="0">
                  <a:pos x="498" y="166"/>
                </a:cxn>
                <a:cxn ang="0">
                  <a:pos x="540" y="135"/>
                </a:cxn>
                <a:cxn ang="0">
                  <a:pos x="555" y="106"/>
                </a:cxn>
                <a:cxn ang="0">
                  <a:pos x="560" y="98"/>
                </a:cxn>
                <a:cxn ang="0">
                  <a:pos x="570" y="94"/>
                </a:cxn>
                <a:cxn ang="0">
                  <a:pos x="587" y="102"/>
                </a:cxn>
                <a:cxn ang="0">
                  <a:pos x="590" y="113"/>
                </a:cxn>
                <a:cxn ang="0">
                  <a:pos x="582" y="138"/>
                </a:cxn>
                <a:cxn ang="0">
                  <a:pos x="554" y="174"/>
                </a:cxn>
                <a:cxn ang="0">
                  <a:pos x="513" y="199"/>
                </a:cxn>
                <a:cxn ang="0">
                  <a:pos x="447" y="224"/>
                </a:cxn>
                <a:cxn ang="0">
                  <a:pos x="344" y="246"/>
                </a:cxn>
                <a:cxn ang="0">
                  <a:pos x="314" y="248"/>
                </a:cxn>
                <a:cxn ang="0">
                  <a:pos x="247" y="238"/>
                </a:cxn>
                <a:cxn ang="0">
                  <a:pos x="231" y="244"/>
                </a:cxn>
                <a:cxn ang="0">
                  <a:pos x="186" y="259"/>
                </a:cxn>
                <a:cxn ang="0">
                  <a:pos x="152" y="263"/>
                </a:cxn>
                <a:cxn ang="0">
                  <a:pos x="188" y="40"/>
                </a:cxn>
                <a:cxn ang="0">
                  <a:pos x="160" y="66"/>
                </a:cxn>
                <a:cxn ang="0">
                  <a:pos x="155" y="101"/>
                </a:cxn>
                <a:cxn ang="0">
                  <a:pos x="161" y="132"/>
                </a:cxn>
                <a:cxn ang="0">
                  <a:pos x="192" y="170"/>
                </a:cxn>
                <a:cxn ang="0">
                  <a:pos x="226" y="191"/>
                </a:cxn>
                <a:cxn ang="0">
                  <a:pos x="244" y="196"/>
                </a:cxn>
                <a:cxn ang="0">
                  <a:pos x="272" y="168"/>
                </a:cxn>
                <a:cxn ang="0">
                  <a:pos x="286" y="135"/>
                </a:cxn>
                <a:cxn ang="0">
                  <a:pos x="285" y="108"/>
                </a:cxn>
                <a:cxn ang="0">
                  <a:pos x="270" y="73"/>
                </a:cxn>
                <a:cxn ang="0">
                  <a:pos x="241" y="48"/>
                </a:cxn>
                <a:cxn ang="0">
                  <a:pos x="204" y="37"/>
                </a:cxn>
              </a:cxnLst>
              <a:rect l="0" t="0" r="r" b="b"/>
              <a:pathLst>
                <a:path w="590" h="263">
                  <a:moveTo>
                    <a:pt x="152" y="263"/>
                  </a:moveTo>
                  <a:lnTo>
                    <a:pt x="152" y="263"/>
                  </a:lnTo>
                  <a:lnTo>
                    <a:pt x="146" y="262"/>
                  </a:lnTo>
                  <a:lnTo>
                    <a:pt x="146" y="262"/>
                  </a:lnTo>
                  <a:lnTo>
                    <a:pt x="130" y="262"/>
                  </a:lnTo>
                  <a:lnTo>
                    <a:pt x="111" y="260"/>
                  </a:lnTo>
                  <a:lnTo>
                    <a:pt x="91" y="258"/>
                  </a:lnTo>
                  <a:lnTo>
                    <a:pt x="69" y="253"/>
                  </a:lnTo>
                  <a:lnTo>
                    <a:pt x="59" y="251"/>
                  </a:lnTo>
                  <a:lnTo>
                    <a:pt x="48" y="247"/>
                  </a:lnTo>
                  <a:lnTo>
                    <a:pt x="39" y="243"/>
                  </a:lnTo>
                  <a:lnTo>
                    <a:pt x="30" y="239"/>
                  </a:lnTo>
                  <a:lnTo>
                    <a:pt x="22" y="233"/>
                  </a:lnTo>
                  <a:lnTo>
                    <a:pt x="13" y="226"/>
                  </a:lnTo>
                  <a:lnTo>
                    <a:pt x="7" y="219"/>
                  </a:lnTo>
                  <a:lnTo>
                    <a:pt x="2" y="212"/>
                  </a:lnTo>
                  <a:lnTo>
                    <a:pt x="2" y="212"/>
                  </a:lnTo>
                  <a:lnTo>
                    <a:pt x="0" y="206"/>
                  </a:lnTo>
                  <a:lnTo>
                    <a:pt x="0" y="201"/>
                  </a:lnTo>
                  <a:lnTo>
                    <a:pt x="1" y="197"/>
                  </a:lnTo>
                  <a:lnTo>
                    <a:pt x="3" y="194"/>
                  </a:lnTo>
                  <a:lnTo>
                    <a:pt x="3" y="194"/>
                  </a:lnTo>
                  <a:lnTo>
                    <a:pt x="6" y="190"/>
                  </a:lnTo>
                  <a:lnTo>
                    <a:pt x="10" y="187"/>
                  </a:lnTo>
                  <a:lnTo>
                    <a:pt x="14" y="185"/>
                  </a:lnTo>
                  <a:lnTo>
                    <a:pt x="20" y="184"/>
                  </a:lnTo>
                  <a:lnTo>
                    <a:pt x="20" y="184"/>
                  </a:lnTo>
                  <a:lnTo>
                    <a:pt x="23" y="184"/>
                  </a:lnTo>
                  <a:lnTo>
                    <a:pt x="27" y="186"/>
                  </a:lnTo>
                  <a:lnTo>
                    <a:pt x="30" y="188"/>
                  </a:lnTo>
                  <a:lnTo>
                    <a:pt x="33" y="193"/>
                  </a:lnTo>
                  <a:lnTo>
                    <a:pt x="33" y="193"/>
                  </a:lnTo>
                  <a:lnTo>
                    <a:pt x="37" y="198"/>
                  </a:lnTo>
                  <a:lnTo>
                    <a:pt x="42" y="204"/>
                  </a:lnTo>
                  <a:lnTo>
                    <a:pt x="49" y="209"/>
                  </a:lnTo>
                  <a:lnTo>
                    <a:pt x="58" y="213"/>
                  </a:lnTo>
                  <a:lnTo>
                    <a:pt x="66" y="216"/>
                  </a:lnTo>
                  <a:lnTo>
                    <a:pt x="75" y="219"/>
                  </a:lnTo>
                  <a:lnTo>
                    <a:pt x="94" y="223"/>
                  </a:lnTo>
                  <a:lnTo>
                    <a:pt x="111" y="225"/>
                  </a:lnTo>
                  <a:lnTo>
                    <a:pt x="128" y="226"/>
                  </a:lnTo>
                  <a:lnTo>
                    <a:pt x="145" y="227"/>
                  </a:lnTo>
                  <a:lnTo>
                    <a:pt x="145" y="227"/>
                  </a:lnTo>
                  <a:lnTo>
                    <a:pt x="159" y="226"/>
                  </a:lnTo>
                  <a:lnTo>
                    <a:pt x="159" y="226"/>
                  </a:lnTo>
                  <a:lnTo>
                    <a:pt x="171" y="224"/>
                  </a:lnTo>
                  <a:lnTo>
                    <a:pt x="186" y="221"/>
                  </a:lnTo>
                  <a:lnTo>
                    <a:pt x="199" y="218"/>
                  </a:lnTo>
                  <a:lnTo>
                    <a:pt x="187" y="211"/>
                  </a:lnTo>
                  <a:lnTo>
                    <a:pt x="187" y="211"/>
                  </a:lnTo>
                  <a:lnTo>
                    <a:pt x="172" y="201"/>
                  </a:lnTo>
                  <a:lnTo>
                    <a:pt x="160" y="192"/>
                  </a:lnTo>
                  <a:lnTo>
                    <a:pt x="149" y="182"/>
                  </a:lnTo>
                  <a:lnTo>
                    <a:pt x="139" y="172"/>
                  </a:lnTo>
                  <a:lnTo>
                    <a:pt x="132" y="161"/>
                  </a:lnTo>
                  <a:lnTo>
                    <a:pt x="126" y="150"/>
                  </a:lnTo>
                  <a:lnTo>
                    <a:pt x="122" y="138"/>
                  </a:lnTo>
                  <a:lnTo>
                    <a:pt x="120" y="127"/>
                  </a:lnTo>
                  <a:lnTo>
                    <a:pt x="120" y="127"/>
                  </a:lnTo>
                  <a:lnTo>
                    <a:pt x="119" y="111"/>
                  </a:lnTo>
                  <a:lnTo>
                    <a:pt x="119" y="92"/>
                  </a:lnTo>
                  <a:lnTo>
                    <a:pt x="122" y="73"/>
                  </a:lnTo>
                  <a:lnTo>
                    <a:pt x="124" y="65"/>
                  </a:lnTo>
                  <a:lnTo>
                    <a:pt x="127" y="56"/>
                  </a:lnTo>
                  <a:lnTo>
                    <a:pt x="130" y="47"/>
                  </a:lnTo>
                  <a:lnTo>
                    <a:pt x="134" y="38"/>
                  </a:lnTo>
                  <a:lnTo>
                    <a:pt x="139" y="31"/>
                  </a:lnTo>
                  <a:lnTo>
                    <a:pt x="146" y="24"/>
                  </a:lnTo>
                  <a:lnTo>
                    <a:pt x="152" y="18"/>
                  </a:lnTo>
                  <a:lnTo>
                    <a:pt x="159" y="12"/>
                  </a:lnTo>
                  <a:lnTo>
                    <a:pt x="168" y="7"/>
                  </a:lnTo>
                  <a:lnTo>
                    <a:pt x="178" y="4"/>
                  </a:lnTo>
                  <a:lnTo>
                    <a:pt x="178" y="4"/>
                  </a:lnTo>
                  <a:lnTo>
                    <a:pt x="193" y="1"/>
                  </a:lnTo>
                  <a:lnTo>
                    <a:pt x="209" y="0"/>
                  </a:lnTo>
                  <a:lnTo>
                    <a:pt x="209" y="0"/>
                  </a:lnTo>
                  <a:lnTo>
                    <a:pt x="224" y="1"/>
                  </a:lnTo>
                  <a:lnTo>
                    <a:pt x="239" y="4"/>
                  </a:lnTo>
                  <a:lnTo>
                    <a:pt x="252" y="9"/>
                  </a:lnTo>
                  <a:lnTo>
                    <a:pt x="265" y="17"/>
                  </a:lnTo>
                  <a:lnTo>
                    <a:pt x="278" y="27"/>
                  </a:lnTo>
                  <a:lnTo>
                    <a:pt x="288" y="38"/>
                  </a:lnTo>
                  <a:lnTo>
                    <a:pt x="297" y="51"/>
                  </a:lnTo>
                  <a:lnTo>
                    <a:pt x="307" y="66"/>
                  </a:lnTo>
                  <a:lnTo>
                    <a:pt x="307" y="66"/>
                  </a:lnTo>
                  <a:lnTo>
                    <a:pt x="315" y="86"/>
                  </a:lnTo>
                  <a:lnTo>
                    <a:pt x="321" y="103"/>
                  </a:lnTo>
                  <a:lnTo>
                    <a:pt x="322" y="113"/>
                  </a:lnTo>
                  <a:lnTo>
                    <a:pt x="323" y="121"/>
                  </a:lnTo>
                  <a:lnTo>
                    <a:pt x="324" y="129"/>
                  </a:lnTo>
                  <a:lnTo>
                    <a:pt x="323" y="137"/>
                  </a:lnTo>
                  <a:lnTo>
                    <a:pt x="322" y="146"/>
                  </a:lnTo>
                  <a:lnTo>
                    <a:pt x="320" y="153"/>
                  </a:lnTo>
                  <a:lnTo>
                    <a:pt x="318" y="161"/>
                  </a:lnTo>
                  <a:lnTo>
                    <a:pt x="314" y="168"/>
                  </a:lnTo>
                  <a:lnTo>
                    <a:pt x="310" y="177"/>
                  </a:lnTo>
                  <a:lnTo>
                    <a:pt x="306" y="184"/>
                  </a:lnTo>
                  <a:lnTo>
                    <a:pt x="293" y="199"/>
                  </a:lnTo>
                  <a:lnTo>
                    <a:pt x="291" y="201"/>
                  </a:lnTo>
                  <a:lnTo>
                    <a:pt x="284" y="210"/>
                  </a:lnTo>
                  <a:lnTo>
                    <a:pt x="295" y="211"/>
                  </a:lnTo>
                  <a:lnTo>
                    <a:pt x="295" y="211"/>
                  </a:lnTo>
                  <a:lnTo>
                    <a:pt x="312" y="212"/>
                  </a:lnTo>
                  <a:lnTo>
                    <a:pt x="312" y="212"/>
                  </a:lnTo>
                  <a:lnTo>
                    <a:pt x="328" y="211"/>
                  </a:lnTo>
                  <a:lnTo>
                    <a:pt x="344" y="209"/>
                  </a:lnTo>
                  <a:lnTo>
                    <a:pt x="344" y="209"/>
                  </a:lnTo>
                  <a:lnTo>
                    <a:pt x="366" y="205"/>
                  </a:lnTo>
                  <a:lnTo>
                    <a:pt x="366" y="205"/>
                  </a:lnTo>
                  <a:lnTo>
                    <a:pt x="410" y="196"/>
                  </a:lnTo>
                  <a:lnTo>
                    <a:pt x="432" y="191"/>
                  </a:lnTo>
                  <a:lnTo>
                    <a:pt x="453" y="185"/>
                  </a:lnTo>
                  <a:lnTo>
                    <a:pt x="453" y="185"/>
                  </a:lnTo>
                  <a:lnTo>
                    <a:pt x="467" y="180"/>
                  </a:lnTo>
                  <a:lnTo>
                    <a:pt x="482" y="174"/>
                  </a:lnTo>
                  <a:lnTo>
                    <a:pt x="498" y="166"/>
                  </a:lnTo>
                  <a:lnTo>
                    <a:pt x="513" y="157"/>
                  </a:lnTo>
                  <a:lnTo>
                    <a:pt x="528" y="147"/>
                  </a:lnTo>
                  <a:lnTo>
                    <a:pt x="534" y="142"/>
                  </a:lnTo>
                  <a:lnTo>
                    <a:pt x="540" y="135"/>
                  </a:lnTo>
                  <a:lnTo>
                    <a:pt x="545" y="129"/>
                  </a:lnTo>
                  <a:lnTo>
                    <a:pt x="549" y="122"/>
                  </a:lnTo>
                  <a:lnTo>
                    <a:pt x="553" y="115"/>
                  </a:lnTo>
                  <a:lnTo>
                    <a:pt x="555" y="106"/>
                  </a:lnTo>
                  <a:lnTo>
                    <a:pt x="555" y="106"/>
                  </a:lnTo>
                  <a:lnTo>
                    <a:pt x="557" y="103"/>
                  </a:lnTo>
                  <a:lnTo>
                    <a:pt x="558" y="100"/>
                  </a:lnTo>
                  <a:lnTo>
                    <a:pt x="560" y="98"/>
                  </a:lnTo>
                  <a:lnTo>
                    <a:pt x="562" y="96"/>
                  </a:lnTo>
                  <a:lnTo>
                    <a:pt x="567" y="95"/>
                  </a:lnTo>
                  <a:lnTo>
                    <a:pt x="570" y="94"/>
                  </a:lnTo>
                  <a:lnTo>
                    <a:pt x="570" y="94"/>
                  </a:lnTo>
                  <a:lnTo>
                    <a:pt x="575" y="95"/>
                  </a:lnTo>
                  <a:lnTo>
                    <a:pt x="579" y="96"/>
                  </a:lnTo>
                  <a:lnTo>
                    <a:pt x="584" y="99"/>
                  </a:lnTo>
                  <a:lnTo>
                    <a:pt x="587" y="102"/>
                  </a:lnTo>
                  <a:lnTo>
                    <a:pt x="587" y="102"/>
                  </a:lnTo>
                  <a:lnTo>
                    <a:pt x="588" y="104"/>
                  </a:lnTo>
                  <a:lnTo>
                    <a:pt x="590" y="107"/>
                  </a:lnTo>
                  <a:lnTo>
                    <a:pt x="590" y="113"/>
                  </a:lnTo>
                  <a:lnTo>
                    <a:pt x="590" y="117"/>
                  </a:lnTo>
                  <a:lnTo>
                    <a:pt x="590" y="117"/>
                  </a:lnTo>
                  <a:lnTo>
                    <a:pt x="587" y="128"/>
                  </a:lnTo>
                  <a:lnTo>
                    <a:pt x="582" y="138"/>
                  </a:lnTo>
                  <a:lnTo>
                    <a:pt x="576" y="149"/>
                  </a:lnTo>
                  <a:lnTo>
                    <a:pt x="570" y="157"/>
                  </a:lnTo>
                  <a:lnTo>
                    <a:pt x="562" y="165"/>
                  </a:lnTo>
                  <a:lnTo>
                    <a:pt x="554" y="174"/>
                  </a:lnTo>
                  <a:lnTo>
                    <a:pt x="544" y="181"/>
                  </a:lnTo>
                  <a:lnTo>
                    <a:pt x="534" y="187"/>
                  </a:lnTo>
                  <a:lnTo>
                    <a:pt x="524" y="193"/>
                  </a:lnTo>
                  <a:lnTo>
                    <a:pt x="513" y="199"/>
                  </a:lnTo>
                  <a:lnTo>
                    <a:pt x="491" y="209"/>
                  </a:lnTo>
                  <a:lnTo>
                    <a:pt x="469" y="217"/>
                  </a:lnTo>
                  <a:lnTo>
                    <a:pt x="447" y="224"/>
                  </a:lnTo>
                  <a:lnTo>
                    <a:pt x="447" y="224"/>
                  </a:lnTo>
                  <a:lnTo>
                    <a:pt x="410" y="235"/>
                  </a:lnTo>
                  <a:lnTo>
                    <a:pt x="376" y="242"/>
                  </a:lnTo>
                  <a:lnTo>
                    <a:pt x="359" y="245"/>
                  </a:lnTo>
                  <a:lnTo>
                    <a:pt x="344" y="246"/>
                  </a:lnTo>
                  <a:lnTo>
                    <a:pt x="328" y="247"/>
                  </a:lnTo>
                  <a:lnTo>
                    <a:pt x="314" y="248"/>
                  </a:lnTo>
                  <a:lnTo>
                    <a:pt x="314" y="248"/>
                  </a:lnTo>
                  <a:lnTo>
                    <a:pt x="314" y="248"/>
                  </a:lnTo>
                  <a:lnTo>
                    <a:pt x="296" y="247"/>
                  </a:lnTo>
                  <a:lnTo>
                    <a:pt x="279" y="245"/>
                  </a:lnTo>
                  <a:lnTo>
                    <a:pt x="262" y="242"/>
                  </a:lnTo>
                  <a:lnTo>
                    <a:pt x="247" y="238"/>
                  </a:lnTo>
                  <a:lnTo>
                    <a:pt x="245" y="238"/>
                  </a:lnTo>
                  <a:lnTo>
                    <a:pt x="243" y="239"/>
                  </a:lnTo>
                  <a:lnTo>
                    <a:pt x="243" y="239"/>
                  </a:lnTo>
                  <a:lnTo>
                    <a:pt x="231" y="244"/>
                  </a:lnTo>
                  <a:lnTo>
                    <a:pt x="220" y="249"/>
                  </a:lnTo>
                  <a:lnTo>
                    <a:pt x="209" y="253"/>
                  </a:lnTo>
                  <a:lnTo>
                    <a:pt x="197" y="256"/>
                  </a:lnTo>
                  <a:lnTo>
                    <a:pt x="186" y="259"/>
                  </a:lnTo>
                  <a:lnTo>
                    <a:pt x="174" y="261"/>
                  </a:lnTo>
                  <a:lnTo>
                    <a:pt x="163" y="262"/>
                  </a:lnTo>
                  <a:lnTo>
                    <a:pt x="152" y="263"/>
                  </a:lnTo>
                  <a:lnTo>
                    <a:pt x="152" y="263"/>
                  </a:lnTo>
                  <a:close/>
                  <a:moveTo>
                    <a:pt x="204" y="37"/>
                  </a:moveTo>
                  <a:lnTo>
                    <a:pt x="204" y="37"/>
                  </a:lnTo>
                  <a:lnTo>
                    <a:pt x="196" y="38"/>
                  </a:lnTo>
                  <a:lnTo>
                    <a:pt x="188" y="40"/>
                  </a:lnTo>
                  <a:lnTo>
                    <a:pt x="180" y="43"/>
                  </a:lnTo>
                  <a:lnTo>
                    <a:pt x="171" y="50"/>
                  </a:lnTo>
                  <a:lnTo>
                    <a:pt x="165" y="57"/>
                  </a:lnTo>
                  <a:lnTo>
                    <a:pt x="160" y="66"/>
                  </a:lnTo>
                  <a:lnTo>
                    <a:pt x="157" y="79"/>
                  </a:lnTo>
                  <a:lnTo>
                    <a:pt x="155" y="92"/>
                  </a:lnTo>
                  <a:lnTo>
                    <a:pt x="155" y="92"/>
                  </a:lnTo>
                  <a:lnTo>
                    <a:pt x="155" y="101"/>
                  </a:lnTo>
                  <a:lnTo>
                    <a:pt x="156" y="110"/>
                  </a:lnTo>
                  <a:lnTo>
                    <a:pt x="157" y="118"/>
                  </a:lnTo>
                  <a:lnTo>
                    <a:pt x="159" y="125"/>
                  </a:lnTo>
                  <a:lnTo>
                    <a:pt x="161" y="132"/>
                  </a:lnTo>
                  <a:lnTo>
                    <a:pt x="164" y="139"/>
                  </a:lnTo>
                  <a:lnTo>
                    <a:pt x="172" y="151"/>
                  </a:lnTo>
                  <a:lnTo>
                    <a:pt x="182" y="161"/>
                  </a:lnTo>
                  <a:lnTo>
                    <a:pt x="192" y="170"/>
                  </a:lnTo>
                  <a:lnTo>
                    <a:pt x="202" y="178"/>
                  </a:lnTo>
                  <a:lnTo>
                    <a:pt x="214" y="185"/>
                  </a:lnTo>
                  <a:lnTo>
                    <a:pt x="214" y="185"/>
                  </a:lnTo>
                  <a:lnTo>
                    <a:pt x="226" y="191"/>
                  </a:lnTo>
                  <a:lnTo>
                    <a:pt x="239" y="196"/>
                  </a:lnTo>
                  <a:lnTo>
                    <a:pt x="242" y="197"/>
                  </a:lnTo>
                  <a:lnTo>
                    <a:pt x="244" y="196"/>
                  </a:lnTo>
                  <a:lnTo>
                    <a:pt x="244" y="196"/>
                  </a:lnTo>
                  <a:lnTo>
                    <a:pt x="253" y="189"/>
                  </a:lnTo>
                  <a:lnTo>
                    <a:pt x="260" y="182"/>
                  </a:lnTo>
                  <a:lnTo>
                    <a:pt x="260" y="182"/>
                  </a:lnTo>
                  <a:lnTo>
                    <a:pt x="272" y="168"/>
                  </a:lnTo>
                  <a:lnTo>
                    <a:pt x="279" y="155"/>
                  </a:lnTo>
                  <a:lnTo>
                    <a:pt x="282" y="149"/>
                  </a:lnTo>
                  <a:lnTo>
                    <a:pt x="284" y="142"/>
                  </a:lnTo>
                  <a:lnTo>
                    <a:pt x="286" y="135"/>
                  </a:lnTo>
                  <a:lnTo>
                    <a:pt x="287" y="128"/>
                  </a:lnTo>
                  <a:lnTo>
                    <a:pt x="287" y="122"/>
                  </a:lnTo>
                  <a:lnTo>
                    <a:pt x="286" y="116"/>
                  </a:lnTo>
                  <a:lnTo>
                    <a:pt x="285" y="108"/>
                  </a:lnTo>
                  <a:lnTo>
                    <a:pt x="283" y="102"/>
                  </a:lnTo>
                  <a:lnTo>
                    <a:pt x="278" y="88"/>
                  </a:lnTo>
                  <a:lnTo>
                    <a:pt x="270" y="73"/>
                  </a:lnTo>
                  <a:lnTo>
                    <a:pt x="270" y="73"/>
                  </a:lnTo>
                  <a:lnTo>
                    <a:pt x="263" y="66"/>
                  </a:lnTo>
                  <a:lnTo>
                    <a:pt x="256" y="59"/>
                  </a:lnTo>
                  <a:lnTo>
                    <a:pt x="249" y="53"/>
                  </a:lnTo>
                  <a:lnTo>
                    <a:pt x="241" y="48"/>
                  </a:lnTo>
                  <a:lnTo>
                    <a:pt x="231" y="43"/>
                  </a:lnTo>
                  <a:lnTo>
                    <a:pt x="223" y="40"/>
                  </a:lnTo>
                  <a:lnTo>
                    <a:pt x="214" y="38"/>
                  </a:lnTo>
                  <a:lnTo>
                    <a:pt x="204" y="37"/>
                  </a:lnTo>
                  <a:lnTo>
                    <a:pt x="204" y="37"/>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61" name="Freeform 287"/>
            <p:cNvSpPr/>
            <p:nvPr/>
          </p:nvSpPr>
          <p:spPr bwMode="auto">
            <a:xfrm>
              <a:off x="2338388" y="2205038"/>
              <a:ext cx="153988" cy="179388"/>
            </a:xfrm>
            <a:custGeom>
              <a:avLst/>
              <a:gdLst/>
              <a:ahLst/>
              <a:cxnLst>
                <a:cxn ang="0">
                  <a:pos x="273" y="340"/>
                </a:cxn>
                <a:cxn ang="0">
                  <a:pos x="263" y="337"/>
                </a:cxn>
                <a:cxn ang="0">
                  <a:pos x="259" y="333"/>
                </a:cxn>
                <a:cxn ang="0">
                  <a:pos x="256" y="326"/>
                </a:cxn>
                <a:cxn ang="0">
                  <a:pos x="255" y="319"/>
                </a:cxn>
                <a:cxn ang="0">
                  <a:pos x="253" y="317"/>
                </a:cxn>
                <a:cxn ang="0">
                  <a:pos x="250" y="316"/>
                </a:cxn>
                <a:cxn ang="0">
                  <a:pos x="246" y="308"/>
                </a:cxn>
                <a:cxn ang="0">
                  <a:pos x="244" y="298"/>
                </a:cxn>
                <a:cxn ang="0">
                  <a:pos x="242" y="288"/>
                </a:cxn>
                <a:cxn ang="0">
                  <a:pos x="236" y="260"/>
                </a:cxn>
                <a:cxn ang="0">
                  <a:pos x="233" y="253"/>
                </a:cxn>
                <a:cxn ang="0">
                  <a:pos x="221" y="231"/>
                </a:cxn>
                <a:cxn ang="0">
                  <a:pos x="215" y="222"/>
                </a:cxn>
                <a:cxn ang="0">
                  <a:pos x="210" y="213"/>
                </a:cxn>
                <a:cxn ang="0">
                  <a:pos x="203" y="195"/>
                </a:cxn>
                <a:cxn ang="0">
                  <a:pos x="194" y="174"/>
                </a:cxn>
                <a:cxn ang="0">
                  <a:pos x="191" y="168"/>
                </a:cxn>
                <a:cxn ang="0">
                  <a:pos x="175" y="146"/>
                </a:cxn>
                <a:cxn ang="0">
                  <a:pos x="157" y="125"/>
                </a:cxn>
                <a:cxn ang="0">
                  <a:pos x="138" y="106"/>
                </a:cxn>
                <a:cxn ang="0">
                  <a:pos x="93" y="73"/>
                </a:cxn>
                <a:cxn ang="0">
                  <a:pos x="41" y="46"/>
                </a:cxn>
                <a:cxn ang="0">
                  <a:pos x="13" y="36"/>
                </a:cxn>
                <a:cxn ang="0">
                  <a:pos x="6" y="32"/>
                </a:cxn>
                <a:cxn ang="0">
                  <a:pos x="2" y="27"/>
                </a:cxn>
                <a:cxn ang="0">
                  <a:pos x="0" y="15"/>
                </a:cxn>
                <a:cxn ang="0">
                  <a:pos x="2" y="9"/>
                </a:cxn>
                <a:cxn ang="0">
                  <a:pos x="10" y="2"/>
                </a:cxn>
                <a:cxn ang="0">
                  <a:pos x="15" y="0"/>
                </a:cxn>
                <a:cxn ang="0">
                  <a:pos x="21" y="1"/>
                </a:cxn>
                <a:cxn ang="0">
                  <a:pos x="50" y="11"/>
                </a:cxn>
                <a:cxn ang="0">
                  <a:pos x="101" y="36"/>
                </a:cxn>
                <a:cxn ang="0">
                  <a:pos x="146" y="66"/>
                </a:cxn>
                <a:cxn ang="0">
                  <a:pos x="184" y="101"/>
                </a:cxn>
                <a:cxn ang="0">
                  <a:pos x="201" y="121"/>
                </a:cxn>
                <a:cxn ang="0">
                  <a:pos x="214" y="142"/>
                </a:cxn>
                <a:cxn ang="0">
                  <a:pos x="226" y="166"/>
                </a:cxn>
                <a:cxn ang="0">
                  <a:pos x="239" y="194"/>
                </a:cxn>
                <a:cxn ang="0">
                  <a:pos x="257" y="219"/>
                </a:cxn>
                <a:cxn ang="0">
                  <a:pos x="263" y="226"/>
                </a:cxn>
                <a:cxn ang="0">
                  <a:pos x="271" y="243"/>
                </a:cxn>
                <a:cxn ang="0">
                  <a:pos x="276" y="263"/>
                </a:cxn>
                <a:cxn ang="0">
                  <a:pos x="281" y="293"/>
                </a:cxn>
                <a:cxn ang="0">
                  <a:pos x="282" y="296"/>
                </a:cxn>
                <a:cxn ang="0">
                  <a:pos x="287" y="302"/>
                </a:cxn>
                <a:cxn ang="0">
                  <a:pos x="291" y="314"/>
                </a:cxn>
                <a:cxn ang="0">
                  <a:pos x="291" y="322"/>
                </a:cxn>
                <a:cxn ang="0">
                  <a:pos x="290" y="329"/>
                </a:cxn>
                <a:cxn ang="0">
                  <a:pos x="286" y="336"/>
                </a:cxn>
                <a:cxn ang="0">
                  <a:pos x="279" y="339"/>
                </a:cxn>
                <a:cxn ang="0">
                  <a:pos x="273" y="340"/>
                </a:cxn>
              </a:cxnLst>
              <a:rect l="0" t="0" r="r" b="b"/>
              <a:pathLst>
                <a:path w="291" h="340">
                  <a:moveTo>
                    <a:pt x="273" y="340"/>
                  </a:moveTo>
                  <a:lnTo>
                    <a:pt x="273" y="340"/>
                  </a:lnTo>
                  <a:lnTo>
                    <a:pt x="266" y="339"/>
                  </a:lnTo>
                  <a:lnTo>
                    <a:pt x="263" y="337"/>
                  </a:lnTo>
                  <a:lnTo>
                    <a:pt x="261" y="336"/>
                  </a:lnTo>
                  <a:lnTo>
                    <a:pt x="259" y="333"/>
                  </a:lnTo>
                  <a:lnTo>
                    <a:pt x="257" y="329"/>
                  </a:lnTo>
                  <a:lnTo>
                    <a:pt x="256" y="326"/>
                  </a:lnTo>
                  <a:lnTo>
                    <a:pt x="255" y="322"/>
                  </a:lnTo>
                  <a:lnTo>
                    <a:pt x="255" y="319"/>
                  </a:lnTo>
                  <a:lnTo>
                    <a:pt x="253" y="317"/>
                  </a:lnTo>
                  <a:lnTo>
                    <a:pt x="253" y="317"/>
                  </a:lnTo>
                  <a:lnTo>
                    <a:pt x="250" y="316"/>
                  </a:lnTo>
                  <a:lnTo>
                    <a:pt x="250" y="316"/>
                  </a:lnTo>
                  <a:lnTo>
                    <a:pt x="247" y="312"/>
                  </a:lnTo>
                  <a:lnTo>
                    <a:pt x="246" y="308"/>
                  </a:lnTo>
                  <a:lnTo>
                    <a:pt x="246" y="308"/>
                  </a:lnTo>
                  <a:lnTo>
                    <a:pt x="244" y="298"/>
                  </a:lnTo>
                  <a:lnTo>
                    <a:pt x="242" y="288"/>
                  </a:lnTo>
                  <a:lnTo>
                    <a:pt x="242" y="288"/>
                  </a:lnTo>
                  <a:lnTo>
                    <a:pt x="240" y="275"/>
                  </a:lnTo>
                  <a:lnTo>
                    <a:pt x="236" y="260"/>
                  </a:lnTo>
                  <a:lnTo>
                    <a:pt x="236" y="260"/>
                  </a:lnTo>
                  <a:lnTo>
                    <a:pt x="233" y="253"/>
                  </a:lnTo>
                  <a:lnTo>
                    <a:pt x="230" y="246"/>
                  </a:lnTo>
                  <a:lnTo>
                    <a:pt x="221" y="231"/>
                  </a:lnTo>
                  <a:lnTo>
                    <a:pt x="221" y="231"/>
                  </a:lnTo>
                  <a:lnTo>
                    <a:pt x="215" y="222"/>
                  </a:lnTo>
                  <a:lnTo>
                    <a:pt x="210" y="213"/>
                  </a:lnTo>
                  <a:lnTo>
                    <a:pt x="210" y="213"/>
                  </a:lnTo>
                  <a:lnTo>
                    <a:pt x="203" y="195"/>
                  </a:lnTo>
                  <a:lnTo>
                    <a:pt x="203" y="195"/>
                  </a:lnTo>
                  <a:lnTo>
                    <a:pt x="197" y="181"/>
                  </a:lnTo>
                  <a:lnTo>
                    <a:pt x="194" y="174"/>
                  </a:lnTo>
                  <a:lnTo>
                    <a:pt x="191" y="168"/>
                  </a:lnTo>
                  <a:lnTo>
                    <a:pt x="191" y="168"/>
                  </a:lnTo>
                  <a:lnTo>
                    <a:pt x="183" y="157"/>
                  </a:lnTo>
                  <a:lnTo>
                    <a:pt x="175" y="146"/>
                  </a:lnTo>
                  <a:lnTo>
                    <a:pt x="167" y="135"/>
                  </a:lnTo>
                  <a:lnTo>
                    <a:pt x="157" y="125"/>
                  </a:lnTo>
                  <a:lnTo>
                    <a:pt x="148" y="116"/>
                  </a:lnTo>
                  <a:lnTo>
                    <a:pt x="138" y="106"/>
                  </a:lnTo>
                  <a:lnTo>
                    <a:pt x="116" y="89"/>
                  </a:lnTo>
                  <a:lnTo>
                    <a:pt x="93" y="73"/>
                  </a:lnTo>
                  <a:lnTo>
                    <a:pt x="68" y="59"/>
                  </a:lnTo>
                  <a:lnTo>
                    <a:pt x="41" y="46"/>
                  </a:lnTo>
                  <a:lnTo>
                    <a:pt x="13" y="36"/>
                  </a:lnTo>
                  <a:lnTo>
                    <a:pt x="13" y="36"/>
                  </a:lnTo>
                  <a:lnTo>
                    <a:pt x="9" y="35"/>
                  </a:lnTo>
                  <a:lnTo>
                    <a:pt x="6" y="32"/>
                  </a:lnTo>
                  <a:lnTo>
                    <a:pt x="4" y="30"/>
                  </a:lnTo>
                  <a:lnTo>
                    <a:pt x="2" y="27"/>
                  </a:lnTo>
                  <a:lnTo>
                    <a:pt x="0" y="22"/>
                  </a:lnTo>
                  <a:lnTo>
                    <a:pt x="0" y="15"/>
                  </a:lnTo>
                  <a:lnTo>
                    <a:pt x="0" y="15"/>
                  </a:lnTo>
                  <a:lnTo>
                    <a:pt x="2" y="9"/>
                  </a:lnTo>
                  <a:lnTo>
                    <a:pt x="5" y="5"/>
                  </a:lnTo>
                  <a:lnTo>
                    <a:pt x="10" y="2"/>
                  </a:lnTo>
                  <a:lnTo>
                    <a:pt x="12" y="1"/>
                  </a:lnTo>
                  <a:lnTo>
                    <a:pt x="15" y="0"/>
                  </a:lnTo>
                  <a:lnTo>
                    <a:pt x="15" y="0"/>
                  </a:lnTo>
                  <a:lnTo>
                    <a:pt x="21" y="1"/>
                  </a:lnTo>
                  <a:lnTo>
                    <a:pt x="21" y="1"/>
                  </a:lnTo>
                  <a:lnTo>
                    <a:pt x="50" y="11"/>
                  </a:lnTo>
                  <a:lnTo>
                    <a:pt x="76" y="24"/>
                  </a:lnTo>
                  <a:lnTo>
                    <a:pt x="101" y="36"/>
                  </a:lnTo>
                  <a:lnTo>
                    <a:pt x="124" y="51"/>
                  </a:lnTo>
                  <a:lnTo>
                    <a:pt x="146" y="66"/>
                  </a:lnTo>
                  <a:lnTo>
                    <a:pt x="166" y="83"/>
                  </a:lnTo>
                  <a:lnTo>
                    <a:pt x="184" y="101"/>
                  </a:lnTo>
                  <a:lnTo>
                    <a:pt x="201" y="121"/>
                  </a:lnTo>
                  <a:lnTo>
                    <a:pt x="201" y="121"/>
                  </a:lnTo>
                  <a:lnTo>
                    <a:pt x="208" y="131"/>
                  </a:lnTo>
                  <a:lnTo>
                    <a:pt x="214" y="142"/>
                  </a:lnTo>
                  <a:lnTo>
                    <a:pt x="226" y="166"/>
                  </a:lnTo>
                  <a:lnTo>
                    <a:pt x="226" y="166"/>
                  </a:lnTo>
                  <a:lnTo>
                    <a:pt x="232" y="180"/>
                  </a:lnTo>
                  <a:lnTo>
                    <a:pt x="239" y="194"/>
                  </a:lnTo>
                  <a:lnTo>
                    <a:pt x="247" y="208"/>
                  </a:lnTo>
                  <a:lnTo>
                    <a:pt x="257" y="219"/>
                  </a:lnTo>
                  <a:lnTo>
                    <a:pt x="257" y="219"/>
                  </a:lnTo>
                  <a:lnTo>
                    <a:pt x="263" y="226"/>
                  </a:lnTo>
                  <a:lnTo>
                    <a:pt x="267" y="234"/>
                  </a:lnTo>
                  <a:lnTo>
                    <a:pt x="271" y="243"/>
                  </a:lnTo>
                  <a:lnTo>
                    <a:pt x="274" y="253"/>
                  </a:lnTo>
                  <a:lnTo>
                    <a:pt x="276" y="263"/>
                  </a:lnTo>
                  <a:lnTo>
                    <a:pt x="278" y="274"/>
                  </a:lnTo>
                  <a:lnTo>
                    <a:pt x="281" y="293"/>
                  </a:lnTo>
                  <a:lnTo>
                    <a:pt x="281" y="295"/>
                  </a:lnTo>
                  <a:lnTo>
                    <a:pt x="282" y="296"/>
                  </a:lnTo>
                  <a:lnTo>
                    <a:pt x="282" y="296"/>
                  </a:lnTo>
                  <a:lnTo>
                    <a:pt x="287" y="302"/>
                  </a:lnTo>
                  <a:lnTo>
                    <a:pt x="289" y="308"/>
                  </a:lnTo>
                  <a:lnTo>
                    <a:pt x="291" y="314"/>
                  </a:lnTo>
                  <a:lnTo>
                    <a:pt x="291" y="322"/>
                  </a:lnTo>
                  <a:lnTo>
                    <a:pt x="291" y="322"/>
                  </a:lnTo>
                  <a:lnTo>
                    <a:pt x="291" y="326"/>
                  </a:lnTo>
                  <a:lnTo>
                    <a:pt x="290" y="329"/>
                  </a:lnTo>
                  <a:lnTo>
                    <a:pt x="288" y="333"/>
                  </a:lnTo>
                  <a:lnTo>
                    <a:pt x="286" y="336"/>
                  </a:lnTo>
                  <a:lnTo>
                    <a:pt x="282" y="337"/>
                  </a:lnTo>
                  <a:lnTo>
                    <a:pt x="279" y="339"/>
                  </a:lnTo>
                  <a:lnTo>
                    <a:pt x="273" y="340"/>
                  </a:lnTo>
                  <a:lnTo>
                    <a:pt x="273" y="34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62" name="Freeform 288"/>
            <p:cNvSpPr/>
            <p:nvPr/>
          </p:nvSpPr>
          <p:spPr bwMode="auto">
            <a:xfrm>
              <a:off x="2679700" y="2560638"/>
              <a:ext cx="160338" cy="195263"/>
            </a:xfrm>
            <a:custGeom>
              <a:avLst/>
              <a:gdLst/>
              <a:ahLst/>
              <a:cxnLst>
                <a:cxn ang="0">
                  <a:pos x="287" y="368"/>
                </a:cxn>
                <a:cxn ang="0">
                  <a:pos x="277" y="366"/>
                </a:cxn>
                <a:cxn ang="0">
                  <a:pos x="273" y="362"/>
                </a:cxn>
                <a:cxn ang="0">
                  <a:pos x="270" y="355"/>
                </a:cxn>
                <a:cxn ang="0">
                  <a:pos x="269" y="351"/>
                </a:cxn>
                <a:cxn ang="0">
                  <a:pos x="268" y="325"/>
                </a:cxn>
                <a:cxn ang="0">
                  <a:pos x="262" y="297"/>
                </a:cxn>
                <a:cxn ang="0">
                  <a:pos x="246" y="240"/>
                </a:cxn>
                <a:cxn ang="0">
                  <a:pos x="220" y="187"/>
                </a:cxn>
                <a:cxn ang="0">
                  <a:pos x="205" y="165"/>
                </a:cxn>
                <a:cxn ang="0">
                  <a:pos x="188" y="144"/>
                </a:cxn>
                <a:cxn ang="0">
                  <a:pos x="169" y="123"/>
                </a:cxn>
                <a:cxn ang="0">
                  <a:pos x="137" y="92"/>
                </a:cxn>
                <a:cxn ang="0">
                  <a:pos x="114" y="74"/>
                </a:cxn>
                <a:cxn ang="0">
                  <a:pos x="101" y="65"/>
                </a:cxn>
                <a:cxn ang="0">
                  <a:pos x="70" y="52"/>
                </a:cxn>
                <a:cxn ang="0">
                  <a:pos x="39" y="44"/>
                </a:cxn>
                <a:cxn ang="0">
                  <a:pos x="12" y="37"/>
                </a:cxn>
                <a:cxn ang="0">
                  <a:pos x="8" y="34"/>
                </a:cxn>
                <a:cxn ang="0">
                  <a:pos x="3" y="30"/>
                </a:cxn>
                <a:cxn ang="0">
                  <a:pos x="0" y="22"/>
                </a:cxn>
                <a:cxn ang="0">
                  <a:pos x="0" y="16"/>
                </a:cxn>
                <a:cxn ang="0">
                  <a:pos x="4" y="6"/>
                </a:cxn>
                <a:cxn ang="0">
                  <a:pos x="12" y="1"/>
                </a:cxn>
                <a:cxn ang="0">
                  <a:pos x="16" y="0"/>
                </a:cxn>
                <a:cxn ang="0">
                  <a:pos x="22" y="1"/>
                </a:cxn>
                <a:cxn ang="0">
                  <a:pos x="51" y="10"/>
                </a:cxn>
                <a:cxn ang="0">
                  <a:pos x="92" y="22"/>
                </a:cxn>
                <a:cxn ang="0">
                  <a:pos x="112" y="30"/>
                </a:cxn>
                <a:cxn ang="0">
                  <a:pos x="131" y="43"/>
                </a:cxn>
                <a:cxn ang="0">
                  <a:pos x="159" y="64"/>
                </a:cxn>
                <a:cxn ang="0">
                  <a:pos x="205" y="108"/>
                </a:cxn>
                <a:cxn ang="0">
                  <a:pos x="223" y="128"/>
                </a:cxn>
                <a:cxn ang="0">
                  <a:pos x="256" y="178"/>
                </a:cxn>
                <a:cxn ang="0">
                  <a:pos x="281" y="233"/>
                </a:cxn>
                <a:cxn ang="0">
                  <a:pos x="298" y="290"/>
                </a:cxn>
                <a:cxn ang="0">
                  <a:pos x="304" y="331"/>
                </a:cxn>
                <a:cxn ang="0">
                  <a:pos x="305" y="345"/>
                </a:cxn>
                <a:cxn ang="0">
                  <a:pos x="305" y="351"/>
                </a:cxn>
                <a:cxn ang="0">
                  <a:pos x="304" y="359"/>
                </a:cxn>
                <a:cxn ang="0">
                  <a:pos x="300" y="364"/>
                </a:cxn>
                <a:cxn ang="0">
                  <a:pos x="293" y="367"/>
                </a:cxn>
                <a:cxn ang="0">
                  <a:pos x="287" y="368"/>
                </a:cxn>
              </a:cxnLst>
              <a:rect l="0" t="0" r="r" b="b"/>
              <a:pathLst>
                <a:path w="305" h="368">
                  <a:moveTo>
                    <a:pt x="287" y="368"/>
                  </a:moveTo>
                  <a:lnTo>
                    <a:pt x="287" y="368"/>
                  </a:lnTo>
                  <a:lnTo>
                    <a:pt x="280" y="367"/>
                  </a:lnTo>
                  <a:lnTo>
                    <a:pt x="277" y="366"/>
                  </a:lnTo>
                  <a:lnTo>
                    <a:pt x="275" y="364"/>
                  </a:lnTo>
                  <a:lnTo>
                    <a:pt x="273" y="362"/>
                  </a:lnTo>
                  <a:lnTo>
                    <a:pt x="271" y="359"/>
                  </a:lnTo>
                  <a:lnTo>
                    <a:pt x="270" y="355"/>
                  </a:lnTo>
                  <a:lnTo>
                    <a:pt x="269" y="351"/>
                  </a:lnTo>
                  <a:lnTo>
                    <a:pt x="269" y="351"/>
                  </a:lnTo>
                  <a:lnTo>
                    <a:pt x="269" y="338"/>
                  </a:lnTo>
                  <a:lnTo>
                    <a:pt x="268" y="325"/>
                  </a:lnTo>
                  <a:lnTo>
                    <a:pt x="265" y="310"/>
                  </a:lnTo>
                  <a:lnTo>
                    <a:pt x="262" y="297"/>
                  </a:lnTo>
                  <a:lnTo>
                    <a:pt x="255" y="269"/>
                  </a:lnTo>
                  <a:lnTo>
                    <a:pt x="246" y="240"/>
                  </a:lnTo>
                  <a:lnTo>
                    <a:pt x="234" y="213"/>
                  </a:lnTo>
                  <a:lnTo>
                    <a:pt x="220" y="187"/>
                  </a:lnTo>
                  <a:lnTo>
                    <a:pt x="213" y="176"/>
                  </a:lnTo>
                  <a:lnTo>
                    <a:pt x="205" y="165"/>
                  </a:lnTo>
                  <a:lnTo>
                    <a:pt x="197" y="153"/>
                  </a:lnTo>
                  <a:lnTo>
                    <a:pt x="188" y="144"/>
                  </a:lnTo>
                  <a:lnTo>
                    <a:pt x="188" y="144"/>
                  </a:lnTo>
                  <a:lnTo>
                    <a:pt x="169" y="123"/>
                  </a:lnTo>
                  <a:lnTo>
                    <a:pt x="149" y="103"/>
                  </a:lnTo>
                  <a:lnTo>
                    <a:pt x="137" y="92"/>
                  </a:lnTo>
                  <a:lnTo>
                    <a:pt x="126" y="83"/>
                  </a:lnTo>
                  <a:lnTo>
                    <a:pt x="114" y="74"/>
                  </a:lnTo>
                  <a:lnTo>
                    <a:pt x="101" y="65"/>
                  </a:lnTo>
                  <a:lnTo>
                    <a:pt x="101" y="65"/>
                  </a:lnTo>
                  <a:lnTo>
                    <a:pt x="86" y="58"/>
                  </a:lnTo>
                  <a:lnTo>
                    <a:pt x="70" y="52"/>
                  </a:lnTo>
                  <a:lnTo>
                    <a:pt x="55" y="48"/>
                  </a:lnTo>
                  <a:lnTo>
                    <a:pt x="39" y="44"/>
                  </a:lnTo>
                  <a:lnTo>
                    <a:pt x="39" y="44"/>
                  </a:lnTo>
                  <a:lnTo>
                    <a:pt x="12" y="37"/>
                  </a:lnTo>
                  <a:lnTo>
                    <a:pt x="12" y="37"/>
                  </a:lnTo>
                  <a:lnTo>
                    <a:pt x="8" y="34"/>
                  </a:lnTo>
                  <a:lnTo>
                    <a:pt x="5" y="32"/>
                  </a:lnTo>
                  <a:lnTo>
                    <a:pt x="3" y="30"/>
                  </a:lnTo>
                  <a:lnTo>
                    <a:pt x="1" y="28"/>
                  </a:lnTo>
                  <a:lnTo>
                    <a:pt x="0" y="22"/>
                  </a:lnTo>
                  <a:lnTo>
                    <a:pt x="0" y="16"/>
                  </a:lnTo>
                  <a:lnTo>
                    <a:pt x="0" y="16"/>
                  </a:lnTo>
                  <a:lnTo>
                    <a:pt x="1" y="11"/>
                  </a:lnTo>
                  <a:lnTo>
                    <a:pt x="4" y="6"/>
                  </a:lnTo>
                  <a:lnTo>
                    <a:pt x="9" y="2"/>
                  </a:lnTo>
                  <a:lnTo>
                    <a:pt x="12" y="1"/>
                  </a:lnTo>
                  <a:lnTo>
                    <a:pt x="16" y="0"/>
                  </a:lnTo>
                  <a:lnTo>
                    <a:pt x="16" y="0"/>
                  </a:lnTo>
                  <a:lnTo>
                    <a:pt x="22" y="1"/>
                  </a:lnTo>
                  <a:lnTo>
                    <a:pt x="22" y="1"/>
                  </a:lnTo>
                  <a:lnTo>
                    <a:pt x="51" y="10"/>
                  </a:lnTo>
                  <a:lnTo>
                    <a:pt x="51" y="10"/>
                  </a:lnTo>
                  <a:lnTo>
                    <a:pt x="71" y="16"/>
                  </a:lnTo>
                  <a:lnTo>
                    <a:pt x="92" y="22"/>
                  </a:lnTo>
                  <a:lnTo>
                    <a:pt x="102" y="26"/>
                  </a:lnTo>
                  <a:lnTo>
                    <a:pt x="112" y="30"/>
                  </a:lnTo>
                  <a:lnTo>
                    <a:pt x="122" y="37"/>
                  </a:lnTo>
                  <a:lnTo>
                    <a:pt x="131" y="43"/>
                  </a:lnTo>
                  <a:lnTo>
                    <a:pt x="131" y="43"/>
                  </a:lnTo>
                  <a:lnTo>
                    <a:pt x="159" y="64"/>
                  </a:lnTo>
                  <a:lnTo>
                    <a:pt x="184" y="86"/>
                  </a:lnTo>
                  <a:lnTo>
                    <a:pt x="205" y="108"/>
                  </a:lnTo>
                  <a:lnTo>
                    <a:pt x="223" y="128"/>
                  </a:lnTo>
                  <a:lnTo>
                    <a:pt x="223" y="128"/>
                  </a:lnTo>
                  <a:lnTo>
                    <a:pt x="241" y="152"/>
                  </a:lnTo>
                  <a:lnTo>
                    <a:pt x="256" y="178"/>
                  </a:lnTo>
                  <a:lnTo>
                    <a:pt x="270" y="205"/>
                  </a:lnTo>
                  <a:lnTo>
                    <a:pt x="281" y="233"/>
                  </a:lnTo>
                  <a:lnTo>
                    <a:pt x="290" y="262"/>
                  </a:lnTo>
                  <a:lnTo>
                    <a:pt x="298" y="290"/>
                  </a:lnTo>
                  <a:lnTo>
                    <a:pt x="303" y="317"/>
                  </a:lnTo>
                  <a:lnTo>
                    <a:pt x="304" y="331"/>
                  </a:lnTo>
                  <a:lnTo>
                    <a:pt x="305" y="344"/>
                  </a:lnTo>
                  <a:lnTo>
                    <a:pt x="305" y="345"/>
                  </a:lnTo>
                  <a:lnTo>
                    <a:pt x="305" y="351"/>
                  </a:lnTo>
                  <a:lnTo>
                    <a:pt x="305" y="351"/>
                  </a:lnTo>
                  <a:lnTo>
                    <a:pt x="305" y="355"/>
                  </a:lnTo>
                  <a:lnTo>
                    <a:pt x="304" y="359"/>
                  </a:lnTo>
                  <a:lnTo>
                    <a:pt x="302" y="362"/>
                  </a:lnTo>
                  <a:lnTo>
                    <a:pt x="300" y="364"/>
                  </a:lnTo>
                  <a:lnTo>
                    <a:pt x="296" y="366"/>
                  </a:lnTo>
                  <a:lnTo>
                    <a:pt x="293" y="367"/>
                  </a:lnTo>
                  <a:lnTo>
                    <a:pt x="287" y="368"/>
                  </a:lnTo>
                  <a:lnTo>
                    <a:pt x="287" y="36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grpSp>
        <p:nvGrpSpPr>
          <p:cNvPr id="22" name="组合 21"/>
          <p:cNvGrpSpPr/>
          <p:nvPr/>
        </p:nvGrpSpPr>
        <p:grpSpPr>
          <a:xfrm>
            <a:off x="4817918" y="1993550"/>
            <a:ext cx="541884" cy="572922"/>
            <a:chOff x="5181601" y="2120900"/>
            <a:chExt cx="665163" cy="703263"/>
          </a:xfrm>
          <a:solidFill>
            <a:schemeClr val="tx1"/>
          </a:solidFill>
        </p:grpSpPr>
        <p:sp>
          <p:nvSpPr>
            <p:cNvPr id="69" name="Freeform 540"/>
            <p:cNvSpPr/>
            <p:nvPr/>
          </p:nvSpPr>
          <p:spPr bwMode="auto">
            <a:xfrm>
              <a:off x="5226051" y="2433638"/>
              <a:ext cx="6350" cy="44450"/>
            </a:xfrm>
            <a:custGeom>
              <a:avLst/>
              <a:gdLst/>
              <a:ahLst/>
              <a:cxnLst>
                <a:cxn ang="0">
                  <a:pos x="11" y="47"/>
                </a:cxn>
                <a:cxn ang="0">
                  <a:pos x="11" y="47"/>
                </a:cxn>
                <a:cxn ang="0">
                  <a:pos x="11" y="36"/>
                </a:cxn>
                <a:cxn ang="0">
                  <a:pos x="11" y="26"/>
                </a:cxn>
                <a:cxn ang="0">
                  <a:pos x="11" y="4"/>
                </a:cxn>
                <a:cxn ang="0">
                  <a:pos x="11" y="4"/>
                </a:cxn>
                <a:cxn ang="0">
                  <a:pos x="10" y="3"/>
                </a:cxn>
                <a:cxn ang="0">
                  <a:pos x="9" y="1"/>
                </a:cxn>
                <a:cxn ang="0">
                  <a:pos x="8" y="0"/>
                </a:cxn>
                <a:cxn ang="0">
                  <a:pos x="6" y="0"/>
                </a:cxn>
                <a:cxn ang="0">
                  <a:pos x="3" y="0"/>
                </a:cxn>
                <a:cxn ang="0">
                  <a:pos x="2" y="1"/>
                </a:cxn>
                <a:cxn ang="0">
                  <a:pos x="1" y="3"/>
                </a:cxn>
                <a:cxn ang="0">
                  <a:pos x="1" y="4"/>
                </a:cxn>
                <a:cxn ang="0">
                  <a:pos x="1" y="4"/>
                </a:cxn>
                <a:cxn ang="0">
                  <a:pos x="1" y="40"/>
                </a:cxn>
                <a:cxn ang="0">
                  <a:pos x="1" y="40"/>
                </a:cxn>
                <a:cxn ang="0">
                  <a:pos x="3" y="60"/>
                </a:cxn>
                <a:cxn ang="0">
                  <a:pos x="3" y="70"/>
                </a:cxn>
                <a:cxn ang="0">
                  <a:pos x="2" y="74"/>
                </a:cxn>
                <a:cxn ang="0">
                  <a:pos x="1" y="79"/>
                </a:cxn>
                <a:cxn ang="0">
                  <a:pos x="1" y="79"/>
                </a:cxn>
                <a:cxn ang="0">
                  <a:pos x="0" y="81"/>
                </a:cxn>
                <a:cxn ang="0">
                  <a:pos x="1" y="82"/>
                </a:cxn>
                <a:cxn ang="0">
                  <a:pos x="2" y="83"/>
                </a:cxn>
                <a:cxn ang="0">
                  <a:pos x="4" y="84"/>
                </a:cxn>
                <a:cxn ang="0">
                  <a:pos x="8" y="84"/>
                </a:cxn>
                <a:cxn ang="0">
                  <a:pos x="10" y="83"/>
                </a:cxn>
                <a:cxn ang="0">
                  <a:pos x="11" y="81"/>
                </a:cxn>
                <a:cxn ang="0">
                  <a:pos x="11" y="81"/>
                </a:cxn>
                <a:cxn ang="0">
                  <a:pos x="13" y="73"/>
                </a:cxn>
                <a:cxn ang="0">
                  <a:pos x="13" y="64"/>
                </a:cxn>
                <a:cxn ang="0">
                  <a:pos x="11" y="47"/>
                </a:cxn>
                <a:cxn ang="0">
                  <a:pos x="11" y="47"/>
                </a:cxn>
              </a:cxnLst>
              <a:rect l="0" t="0" r="r" b="b"/>
              <a:pathLst>
                <a:path w="13" h="84">
                  <a:moveTo>
                    <a:pt x="11" y="47"/>
                  </a:moveTo>
                  <a:lnTo>
                    <a:pt x="11" y="47"/>
                  </a:lnTo>
                  <a:lnTo>
                    <a:pt x="11" y="36"/>
                  </a:lnTo>
                  <a:lnTo>
                    <a:pt x="11" y="26"/>
                  </a:lnTo>
                  <a:lnTo>
                    <a:pt x="11" y="4"/>
                  </a:lnTo>
                  <a:lnTo>
                    <a:pt x="11" y="4"/>
                  </a:lnTo>
                  <a:lnTo>
                    <a:pt x="10" y="3"/>
                  </a:lnTo>
                  <a:lnTo>
                    <a:pt x="9" y="1"/>
                  </a:lnTo>
                  <a:lnTo>
                    <a:pt x="8" y="0"/>
                  </a:lnTo>
                  <a:lnTo>
                    <a:pt x="6" y="0"/>
                  </a:lnTo>
                  <a:lnTo>
                    <a:pt x="3" y="0"/>
                  </a:lnTo>
                  <a:lnTo>
                    <a:pt x="2" y="1"/>
                  </a:lnTo>
                  <a:lnTo>
                    <a:pt x="1" y="3"/>
                  </a:lnTo>
                  <a:lnTo>
                    <a:pt x="1" y="4"/>
                  </a:lnTo>
                  <a:lnTo>
                    <a:pt x="1" y="4"/>
                  </a:lnTo>
                  <a:lnTo>
                    <a:pt x="1" y="40"/>
                  </a:lnTo>
                  <a:lnTo>
                    <a:pt x="1" y="40"/>
                  </a:lnTo>
                  <a:lnTo>
                    <a:pt x="3" y="60"/>
                  </a:lnTo>
                  <a:lnTo>
                    <a:pt x="3" y="70"/>
                  </a:lnTo>
                  <a:lnTo>
                    <a:pt x="2" y="74"/>
                  </a:lnTo>
                  <a:lnTo>
                    <a:pt x="1" y="79"/>
                  </a:lnTo>
                  <a:lnTo>
                    <a:pt x="1" y="79"/>
                  </a:lnTo>
                  <a:lnTo>
                    <a:pt x="0" y="81"/>
                  </a:lnTo>
                  <a:lnTo>
                    <a:pt x="1" y="82"/>
                  </a:lnTo>
                  <a:lnTo>
                    <a:pt x="2" y="83"/>
                  </a:lnTo>
                  <a:lnTo>
                    <a:pt x="4" y="84"/>
                  </a:lnTo>
                  <a:lnTo>
                    <a:pt x="8" y="84"/>
                  </a:lnTo>
                  <a:lnTo>
                    <a:pt x="10" y="83"/>
                  </a:lnTo>
                  <a:lnTo>
                    <a:pt x="11" y="81"/>
                  </a:lnTo>
                  <a:lnTo>
                    <a:pt x="11" y="81"/>
                  </a:lnTo>
                  <a:lnTo>
                    <a:pt x="13" y="73"/>
                  </a:lnTo>
                  <a:lnTo>
                    <a:pt x="13" y="64"/>
                  </a:lnTo>
                  <a:lnTo>
                    <a:pt x="11" y="47"/>
                  </a:lnTo>
                  <a:lnTo>
                    <a:pt x="11" y="47"/>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0" name="Freeform 541"/>
            <p:cNvSpPr/>
            <p:nvPr/>
          </p:nvSpPr>
          <p:spPr bwMode="auto">
            <a:xfrm>
              <a:off x="5240338" y="2468563"/>
              <a:ext cx="12700" cy="46038"/>
            </a:xfrm>
            <a:custGeom>
              <a:avLst/>
              <a:gdLst/>
              <a:ahLst/>
              <a:cxnLst>
                <a:cxn ang="0">
                  <a:pos x="23" y="76"/>
                </a:cxn>
                <a:cxn ang="0">
                  <a:pos x="23" y="76"/>
                </a:cxn>
                <a:cxn ang="0">
                  <a:pos x="19" y="73"/>
                </a:cxn>
                <a:cxn ang="0">
                  <a:pos x="15" y="70"/>
                </a:cxn>
                <a:cxn ang="0">
                  <a:pos x="13" y="66"/>
                </a:cxn>
                <a:cxn ang="0">
                  <a:pos x="11" y="62"/>
                </a:cxn>
                <a:cxn ang="0">
                  <a:pos x="10" y="58"/>
                </a:cxn>
                <a:cxn ang="0">
                  <a:pos x="10" y="54"/>
                </a:cxn>
                <a:cxn ang="0">
                  <a:pos x="10" y="43"/>
                </a:cxn>
                <a:cxn ang="0">
                  <a:pos x="11" y="34"/>
                </a:cxn>
                <a:cxn ang="0">
                  <a:pos x="13" y="24"/>
                </a:cxn>
                <a:cxn ang="0">
                  <a:pos x="15" y="13"/>
                </a:cxn>
                <a:cxn ang="0">
                  <a:pos x="16" y="5"/>
                </a:cxn>
                <a:cxn ang="0">
                  <a:pos x="16" y="5"/>
                </a:cxn>
                <a:cxn ang="0">
                  <a:pos x="16" y="3"/>
                </a:cxn>
                <a:cxn ang="0">
                  <a:pos x="15" y="1"/>
                </a:cxn>
                <a:cxn ang="0">
                  <a:pos x="13" y="1"/>
                </a:cxn>
                <a:cxn ang="0">
                  <a:pos x="11" y="0"/>
                </a:cxn>
                <a:cxn ang="0">
                  <a:pos x="10" y="1"/>
                </a:cxn>
                <a:cxn ang="0">
                  <a:pos x="7" y="1"/>
                </a:cxn>
                <a:cxn ang="0">
                  <a:pos x="6" y="3"/>
                </a:cxn>
                <a:cxn ang="0">
                  <a:pos x="6" y="5"/>
                </a:cxn>
                <a:cxn ang="0">
                  <a:pos x="6" y="5"/>
                </a:cxn>
                <a:cxn ang="0">
                  <a:pos x="5" y="15"/>
                </a:cxn>
                <a:cxn ang="0">
                  <a:pos x="3" y="26"/>
                </a:cxn>
                <a:cxn ang="0">
                  <a:pos x="1" y="37"/>
                </a:cxn>
                <a:cxn ang="0">
                  <a:pos x="0" y="48"/>
                </a:cxn>
                <a:cxn ang="0">
                  <a:pos x="0" y="59"/>
                </a:cxn>
                <a:cxn ang="0">
                  <a:pos x="1" y="64"/>
                </a:cxn>
                <a:cxn ang="0">
                  <a:pos x="3" y="69"/>
                </a:cxn>
                <a:cxn ang="0">
                  <a:pos x="5" y="73"/>
                </a:cxn>
                <a:cxn ang="0">
                  <a:pos x="9" y="77"/>
                </a:cxn>
                <a:cxn ang="0">
                  <a:pos x="13" y="81"/>
                </a:cxn>
                <a:cxn ang="0">
                  <a:pos x="18" y="85"/>
                </a:cxn>
                <a:cxn ang="0">
                  <a:pos x="18" y="85"/>
                </a:cxn>
                <a:cxn ang="0">
                  <a:pos x="20" y="86"/>
                </a:cxn>
                <a:cxn ang="0">
                  <a:pos x="22" y="86"/>
                </a:cxn>
                <a:cxn ang="0">
                  <a:pos x="23" y="85"/>
                </a:cxn>
                <a:cxn ang="0">
                  <a:pos x="24" y="82"/>
                </a:cxn>
                <a:cxn ang="0">
                  <a:pos x="25" y="81"/>
                </a:cxn>
                <a:cxn ang="0">
                  <a:pos x="25" y="79"/>
                </a:cxn>
                <a:cxn ang="0">
                  <a:pos x="24" y="77"/>
                </a:cxn>
                <a:cxn ang="0">
                  <a:pos x="23" y="76"/>
                </a:cxn>
                <a:cxn ang="0">
                  <a:pos x="23" y="76"/>
                </a:cxn>
              </a:cxnLst>
              <a:rect l="0" t="0" r="r" b="b"/>
              <a:pathLst>
                <a:path w="25" h="86">
                  <a:moveTo>
                    <a:pt x="23" y="76"/>
                  </a:moveTo>
                  <a:lnTo>
                    <a:pt x="23" y="76"/>
                  </a:lnTo>
                  <a:lnTo>
                    <a:pt x="19" y="73"/>
                  </a:lnTo>
                  <a:lnTo>
                    <a:pt x="15" y="70"/>
                  </a:lnTo>
                  <a:lnTo>
                    <a:pt x="13" y="66"/>
                  </a:lnTo>
                  <a:lnTo>
                    <a:pt x="11" y="62"/>
                  </a:lnTo>
                  <a:lnTo>
                    <a:pt x="10" y="58"/>
                  </a:lnTo>
                  <a:lnTo>
                    <a:pt x="10" y="54"/>
                  </a:lnTo>
                  <a:lnTo>
                    <a:pt x="10" y="43"/>
                  </a:lnTo>
                  <a:lnTo>
                    <a:pt x="11" y="34"/>
                  </a:lnTo>
                  <a:lnTo>
                    <a:pt x="13" y="24"/>
                  </a:lnTo>
                  <a:lnTo>
                    <a:pt x="15" y="13"/>
                  </a:lnTo>
                  <a:lnTo>
                    <a:pt x="16" y="5"/>
                  </a:lnTo>
                  <a:lnTo>
                    <a:pt x="16" y="5"/>
                  </a:lnTo>
                  <a:lnTo>
                    <a:pt x="16" y="3"/>
                  </a:lnTo>
                  <a:lnTo>
                    <a:pt x="15" y="1"/>
                  </a:lnTo>
                  <a:lnTo>
                    <a:pt x="13" y="1"/>
                  </a:lnTo>
                  <a:lnTo>
                    <a:pt x="11" y="0"/>
                  </a:lnTo>
                  <a:lnTo>
                    <a:pt x="10" y="1"/>
                  </a:lnTo>
                  <a:lnTo>
                    <a:pt x="7" y="1"/>
                  </a:lnTo>
                  <a:lnTo>
                    <a:pt x="6" y="3"/>
                  </a:lnTo>
                  <a:lnTo>
                    <a:pt x="6" y="5"/>
                  </a:lnTo>
                  <a:lnTo>
                    <a:pt x="6" y="5"/>
                  </a:lnTo>
                  <a:lnTo>
                    <a:pt x="5" y="15"/>
                  </a:lnTo>
                  <a:lnTo>
                    <a:pt x="3" y="26"/>
                  </a:lnTo>
                  <a:lnTo>
                    <a:pt x="1" y="37"/>
                  </a:lnTo>
                  <a:lnTo>
                    <a:pt x="0" y="48"/>
                  </a:lnTo>
                  <a:lnTo>
                    <a:pt x="0" y="59"/>
                  </a:lnTo>
                  <a:lnTo>
                    <a:pt x="1" y="64"/>
                  </a:lnTo>
                  <a:lnTo>
                    <a:pt x="3" y="69"/>
                  </a:lnTo>
                  <a:lnTo>
                    <a:pt x="5" y="73"/>
                  </a:lnTo>
                  <a:lnTo>
                    <a:pt x="9" y="77"/>
                  </a:lnTo>
                  <a:lnTo>
                    <a:pt x="13" y="81"/>
                  </a:lnTo>
                  <a:lnTo>
                    <a:pt x="18" y="85"/>
                  </a:lnTo>
                  <a:lnTo>
                    <a:pt x="18" y="85"/>
                  </a:lnTo>
                  <a:lnTo>
                    <a:pt x="20" y="86"/>
                  </a:lnTo>
                  <a:lnTo>
                    <a:pt x="22" y="86"/>
                  </a:lnTo>
                  <a:lnTo>
                    <a:pt x="23" y="85"/>
                  </a:lnTo>
                  <a:lnTo>
                    <a:pt x="24" y="82"/>
                  </a:lnTo>
                  <a:lnTo>
                    <a:pt x="25" y="81"/>
                  </a:lnTo>
                  <a:lnTo>
                    <a:pt x="25" y="79"/>
                  </a:lnTo>
                  <a:lnTo>
                    <a:pt x="24" y="77"/>
                  </a:lnTo>
                  <a:lnTo>
                    <a:pt x="23" y="76"/>
                  </a:lnTo>
                  <a:lnTo>
                    <a:pt x="23" y="7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1" name="Freeform 542"/>
            <p:cNvSpPr/>
            <p:nvPr/>
          </p:nvSpPr>
          <p:spPr bwMode="auto">
            <a:xfrm>
              <a:off x="5275263" y="2498725"/>
              <a:ext cx="6350" cy="46038"/>
            </a:xfrm>
            <a:custGeom>
              <a:avLst/>
              <a:gdLst/>
              <a:ahLst/>
              <a:cxnLst>
                <a:cxn ang="0">
                  <a:pos x="0" y="5"/>
                </a:cxn>
                <a:cxn ang="0">
                  <a:pos x="0" y="80"/>
                </a:cxn>
                <a:cxn ang="0">
                  <a:pos x="0" y="80"/>
                </a:cxn>
                <a:cxn ang="0">
                  <a:pos x="1" y="82"/>
                </a:cxn>
                <a:cxn ang="0">
                  <a:pos x="2" y="84"/>
                </a:cxn>
                <a:cxn ang="0">
                  <a:pos x="3" y="84"/>
                </a:cxn>
                <a:cxn ang="0">
                  <a:pos x="6" y="85"/>
                </a:cxn>
                <a:cxn ang="0">
                  <a:pos x="8" y="84"/>
                </a:cxn>
                <a:cxn ang="0">
                  <a:pos x="9" y="84"/>
                </a:cxn>
                <a:cxn ang="0">
                  <a:pos x="10" y="82"/>
                </a:cxn>
                <a:cxn ang="0">
                  <a:pos x="11" y="80"/>
                </a:cxn>
                <a:cxn ang="0">
                  <a:pos x="11" y="5"/>
                </a:cxn>
                <a:cxn ang="0">
                  <a:pos x="11" y="5"/>
                </a:cxn>
                <a:cxn ang="0">
                  <a:pos x="10" y="3"/>
                </a:cxn>
                <a:cxn ang="0">
                  <a:pos x="9" y="1"/>
                </a:cxn>
                <a:cxn ang="0">
                  <a:pos x="8" y="1"/>
                </a:cxn>
                <a:cxn ang="0">
                  <a:pos x="6" y="0"/>
                </a:cxn>
                <a:cxn ang="0">
                  <a:pos x="3" y="1"/>
                </a:cxn>
                <a:cxn ang="0">
                  <a:pos x="2" y="1"/>
                </a:cxn>
                <a:cxn ang="0">
                  <a:pos x="1" y="3"/>
                </a:cxn>
                <a:cxn ang="0">
                  <a:pos x="0" y="5"/>
                </a:cxn>
                <a:cxn ang="0">
                  <a:pos x="0" y="5"/>
                </a:cxn>
              </a:cxnLst>
              <a:rect l="0" t="0" r="r" b="b"/>
              <a:pathLst>
                <a:path w="11" h="85">
                  <a:moveTo>
                    <a:pt x="0" y="5"/>
                  </a:moveTo>
                  <a:lnTo>
                    <a:pt x="0" y="80"/>
                  </a:lnTo>
                  <a:lnTo>
                    <a:pt x="0" y="80"/>
                  </a:lnTo>
                  <a:lnTo>
                    <a:pt x="1" y="82"/>
                  </a:lnTo>
                  <a:lnTo>
                    <a:pt x="2" y="84"/>
                  </a:lnTo>
                  <a:lnTo>
                    <a:pt x="3" y="84"/>
                  </a:lnTo>
                  <a:lnTo>
                    <a:pt x="6" y="85"/>
                  </a:lnTo>
                  <a:lnTo>
                    <a:pt x="8" y="84"/>
                  </a:lnTo>
                  <a:lnTo>
                    <a:pt x="9" y="84"/>
                  </a:lnTo>
                  <a:lnTo>
                    <a:pt x="10" y="82"/>
                  </a:lnTo>
                  <a:lnTo>
                    <a:pt x="11" y="80"/>
                  </a:lnTo>
                  <a:lnTo>
                    <a:pt x="11" y="5"/>
                  </a:lnTo>
                  <a:lnTo>
                    <a:pt x="11" y="5"/>
                  </a:lnTo>
                  <a:lnTo>
                    <a:pt x="10" y="3"/>
                  </a:lnTo>
                  <a:lnTo>
                    <a:pt x="9" y="1"/>
                  </a:lnTo>
                  <a:lnTo>
                    <a:pt x="8" y="1"/>
                  </a:lnTo>
                  <a:lnTo>
                    <a:pt x="6" y="0"/>
                  </a:lnTo>
                  <a:lnTo>
                    <a:pt x="3" y="1"/>
                  </a:lnTo>
                  <a:lnTo>
                    <a:pt x="2" y="1"/>
                  </a:lnTo>
                  <a:lnTo>
                    <a:pt x="1"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2" name="Freeform 543"/>
            <p:cNvSpPr/>
            <p:nvPr/>
          </p:nvSpPr>
          <p:spPr bwMode="auto">
            <a:xfrm>
              <a:off x="5294313" y="2532063"/>
              <a:ext cx="6350" cy="31750"/>
            </a:xfrm>
            <a:custGeom>
              <a:avLst/>
              <a:gdLst/>
              <a:ahLst/>
              <a:cxnLst>
                <a:cxn ang="0">
                  <a:pos x="10" y="4"/>
                </a:cxn>
                <a:cxn ang="0">
                  <a:pos x="10" y="4"/>
                </a:cxn>
                <a:cxn ang="0">
                  <a:pos x="9" y="3"/>
                </a:cxn>
                <a:cxn ang="0">
                  <a:pos x="8" y="1"/>
                </a:cxn>
                <a:cxn ang="0">
                  <a:pos x="7" y="0"/>
                </a:cxn>
                <a:cxn ang="0">
                  <a:pos x="5" y="0"/>
                </a:cxn>
                <a:cxn ang="0">
                  <a:pos x="3" y="0"/>
                </a:cxn>
                <a:cxn ang="0">
                  <a:pos x="2" y="1"/>
                </a:cxn>
                <a:cxn ang="0">
                  <a:pos x="0" y="3"/>
                </a:cxn>
                <a:cxn ang="0">
                  <a:pos x="0" y="4"/>
                </a:cxn>
                <a:cxn ang="0">
                  <a:pos x="0" y="4"/>
                </a:cxn>
                <a:cxn ang="0">
                  <a:pos x="0" y="17"/>
                </a:cxn>
                <a:cxn ang="0">
                  <a:pos x="3" y="31"/>
                </a:cxn>
                <a:cxn ang="0">
                  <a:pos x="4" y="43"/>
                </a:cxn>
                <a:cxn ang="0">
                  <a:pos x="5" y="56"/>
                </a:cxn>
                <a:cxn ang="0">
                  <a:pos x="5" y="56"/>
                </a:cxn>
                <a:cxn ang="0">
                  <a:pos x="6" y="58"/>
                </a:cxn>
                <a:cxn ang="0">
                  <a:pos x="7" y="60"/>
                </a:cxn>
                <a:cxn ang="0">
                  <a:pos x="8" y="61"/>
                </a:cxn>
                <a:cxn ang="0">
                  <a:pos x="10" y="61"/>
                </a:cxn>
                <a:cxn ang="0">
                  <a:pos x="11" y="61"/>
                </a:cxn>
                <a:cxn ang="0">
                  <a:pos x="13" y="60"/>
                </a:cxn>
                <a:cxn ang="0">
                  <a:pos x="14" y="58"/>
                </a:cxn>
                <a:cxn ang="0">
                  <a:pos x="14" y="56"/>
                </a:cxn>
                <a:cxn ang="0">
                  <a:pos x="14" y="56"/>
                </a:cxn>
                <a:cxn ang="0">
                  <a:pos x="13" y="43"/>
                </a:cxn>
                <a:cxn ang="0">
                  <a:pos x="12" y="31"/>
                </a:cxn>
                <a:cxn ang="0">
                  <a:pos x="10" y="17"/>
                </a:cxn>
                <a:cxn ang="0">
                  <a:pos x="10" y="4"/>
                </a:cxn>
                <a:cxn ang="0">
                  <a:pos x="10" y="4"/>
                </a:cxn>
              </a:cxnLst>
              <a:rect l="0" t="0" r="r" b="b"/>
              <a:pathLst>
                <a:path w="14" h="61">
                  <a:moveTo>
                    <a:pt x="10" y="4"/>
                  </a:moveTo>
                  <a:lnTo>
                    <a:pt x="10" y="4"/>
                  </a:lnTo>
                  <a:lnTo>
                    <a:pt x="9" y="3"/>
                  </a:lnTo>
                  <a:lnTo>
                    <a:pt x="8" y="1"/>
                  </a:lnTo>
                  <a:lnTo>
                    <a:pt x="7" y="0"/>
                  </a:lnTo>
                  <a:lnTo>
                    <a:pt x="5" y="0"/>
                  </a:lnTo>
                  <a:lnTo>
                    <a:pt x="3" y="0"/>
                  </a:lnTo>
                  <a:lnTo>
                    <a:pt x="2" y="1"/>
                  </a:lnTo>
                  <a:lnTo>
                    <a:pt x="0" y="3"/>
                  </a:lnTo>
                  <a:lnTo>
                    <a:pt x="0" y="4"/>
                  </a:lnTo>
                  <a:lnTo>
                    <a:pt x="0" y="4"/>
                  </a:lnTo>
                  <a:lnTo>
                    <a:pt x="0" y="17"/>
                  </a:lnTo>
                  <a:lnTo>
                    <a:pt x="3" y="31"/>
                  </a:lnTo>
                  <a:lnTo>
                    <a:pt x="4" y="43"/>
                  </a:lnTo>
                  <a:lnTo>
                    <a:pt x="5" y="56"/>
                  </a:lnTo>
                  <a:lnTo>
                    <a:pt x="5" y="56"/>
                  </a:lnTo>
                  <a:lnTo>
                    <a:pt x="6" y="58"/>
                  </a:lnTo>
                  <a:lnTo>
                    <a:pt x="7" y="60"/>
                  </a:lnTo>
                  <a:lnTo>
                    <a:pt x="8" y="61"/>
                  </a:lnTo>
                  <a:lnTo>
                    <a:pt x="10" y="61"/>
                  </a:lnTo>
                  <a:lnTo>
                    <a:pt x="11" y="61"/>
                  </a:lnTo>
                  <a:lnTo>
                    <a:pt x="13" y="60"/>
                  </a:lnTo>
                  <a:lnTo>
                    <a:pt x="14" y="58"/>
                  </a:lnTo>
                  <a:lnTo>
                    <a:pt x="14" y="56"/>
                  </a:lnTo>
                  <a:lnTo>
                    <a:pt x="14" y="56"/>
                  </a:lnTo>
                  <a:lnTo>
                    <a:pt x="13" y="43"/>
                  </a:lnTo>
                  <a:lnTo>
                    <a:pt x="12" y="31"/>
                  </a:lnTo>
                  <a:lnTo>
                    <a:pt x="10" y="17"/>
                  </a:lnTo>
                  <a:lnTo>
                    <a:pt x="10" y="4"/>
                  </a:lnTo>
                  <a:lnTo>
                    <a:pt x="1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3" name="Freeform 544"/>
            <p:cNvSpPr/>
            <p:nvPr/>
          </p:nvSpPr>
          <p:spPr bwMode="auto">
            <a:xfrm>
              <a:off x="5324476" y="2552700"/>
              <a:ext cx="4763" cy="34925"/>
            </a:xfrm>
            <a:custGeom>
              <a:avLst/>
              <a:gdLst/>
              <a:ahLst/>
              <a:cxnLst>
                <a:cxn ang="0">
                  <a:pos x="0" y="4"/>
                </a:cxn>
                <a:cxn ang="0">
                  <a:pos x="0" y="61"/>
                </a:cxn>
                <a:cxn ang="0">
                  <a:pos x="0" y="61"/>
                </a:cxn>
                <a:cxn ang="0">
                  <a:pos x="0" y="63"/>
                </a:cxn>
                <a:cxn ang="0">
                  <a:pos x="1" y="65"/>
                </a:cxn>
                <a:cxn ang="0">
                  <a:pos x="3" y="65"/>
                </a:cxn>
                <a:cxn ang="0">
                  <a:pos x="4" y="66"/>
                </a:cxn>
                <a:cxn ang="0">
                  <a:pos x="6" y="65"/>
                </a:cxn>
                <a:cxn ang="0">
                  <a:pos x="8" y="65"/>
                </a:cxn>
                <a:cxn ang="0">
                  <a:pos x="9" y="63"/>
                </a:cxn>
                <a:cxn ang="0">
                  <a:pos x="10" y="61"/>
                </a:cxn>
                <a:cxn ang="0">
                  <a:pos x="10" y="4"/>
                </a:cxn>
                <a:cxn ang="0">
                  <a:pos x="10" y="4"/>
                </a:cxn>
                <a:cxn ang="0">
                  <a:pos x="9" y="2"/>
                </a:cxn>
                <a:cxn ang="0">
                  <a:pos x="8" y="1"/>
                </a:cxn>
                <a:cxn ang="0">
                  <a:pos x="6" y="0"/>
                </a:cxn>
                <a:cxn ang="0">
                  <a:pos x="4" y="0"/>
                </a:cxn>
                <a:cxn ang="0">
                  <a:pos x="3" y="0"/>
                </a:cxn>
                <a:cxn ang="0">
                  <a:pos x="1" y="1"/>
                </a:cxn>
                <a:cxn ang="0">
                  <a:pos x="0" y="2"/>
                </a:cxn>
                <a:cxn ang="0">
                  <a:pos x="0" y="4"/>
                </a:cxn>
                <a:cxn ang="0">
                  <a:pos x="0" y="4"/>
                </a:cxn>
              </a:cxnLst>
              <a:rect l="0" t="0" r="r" b="b"/>
              <a:pathLst>
                <a:path w="10" h="66">
                  <a:moveTo>
                    <a:pt x="0" y="4"/>
                  </a:moveTo>
                  <a:lnTo>
                    <a:pt x="0" y="61"/>
                  </a:lnTo>
                  <a:lnTo>
                    <a:pt x="0" y="61"/>
                  </a:lnTo>
                  <a:lnTo>
                    <a:pt x="0" y="63"/>
                  </a:lnTo>
                  <a:lnTo>
                    <a:pt x="1" y="65"/>
                  </a:lnTo>
                  <a:lnTo>
                    <a:pt x="3" y="65"/>
                  </a:lnTo>
                  <a:lnTo>
                    <a:pt x="4" y="66"/>
                  </a:lnTo>
                  <a:lnTo>
                    <a:pt x="6" y="65"/>
                  </a:lnTo>
                  <a:lnTo>
                    <a:pt x="8" y="65"/>
                  </a:lnTo>
                  <a:lnTo>
                    <a:pt x="9" y="63"/>
                  </a:lnTo>
                  <a:lnTo>
                    <a:pt x="10" y="61"/>
                  </a:lnTo>
                  <a:lnTo>
                    <a:pt x="10" y="4"/>
                  </a:lnTo>
                  <a:lnTo>
                    <a:pt x="10" y="4"/>
                  </a:lnTo>
                  <a:lnTo>
                    <a:pt x="9" y="2"/>
                  </a:lnTo>
                  <a:lnTo>
                    <a:pt x="8" y="1"/>
                  </a:lnTo>
                  <a:lnTo>
                    <a:pt x="6" y="0"/>
                  </a:lnTo>
                  <a:lnTo>
                    <a:pt x="4" y="0"/>
                  </a:lnTo>
                  <a:lnTo>
                    <a:pt x="3" y="0"/>
                  </a:lnTo>
                  <a:lnTo>
                    <a:pt x="1" y="1"/>
                  </a:lnTo>
                  <a:lnTo>
                    <a:pt x="0" y="2"/>
                  </a:lnTo>
                  <a:lnTo>
                    <a:pt x="0" y="4"/>
                  </a:lnTo>
                  <a:lnTo>
                    <a:pt x="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4" name="Freeform 545"/>
            <p:cNvSpPr/>
            <p:nvPr/>
          </p:nvSpPr>
          <p:spPr bwMode="auto">
            <a:xfrm>
              <a:off x="5348288" y="2576513"/>
              <a:ext cx="7938" cy="42863"/>
            </a:xfrm>
            <a:custGeom>
              <a:avLst/>
              <a:gdLst/>
              <a:ahLst/>
              <a:cxnLst>
                <a:cxn ang="0">
                  <a:pos x="14" y="75"/>
                </a:cxn>
                <a:cxn ang="0">
                  <a:pos x="14" y="75"/>
                </a:cxn>
                <a:cxn ang="0">
                  <a:pos x="12" y="66"/>
                </a:cxn>
                <a:cxn ang="0">
                  <a:pos x="12" y="58"/>
                </a:cxn>
                <a:cxn ang="0">
                  <a:pos x="12" y="51"/>
                </a:cxn>
                <a:cxn ang="0">
                  <a:pos x="11" y="43"/>
                </a:cxn>
                <a:cxn ang="0">
                  <a:pos x="11" y="43"/>
                </a:cxn>
                <a:cxn ang="0">
                  <a:pos x="10" y="33"/>
                </a:cxn>
                <a:cxn ang="0">
                  <a:pos x="9" y="24"/>
                </a:cxn>
                <a:cxn ang="0">
                  <a:pos x="10" y="4"/>
                </a:cxn>
                <a:cxn ang="0">
                  <a:pos x="10" y="4"/>
                </a:cxn>
                <a:cxn ang="0">
                  <a:pos x="9" y="2"/>
                </a:cxn>
                <a:cxn ang="0">
                  <a:pos x="8" y="1"/>
                </a:cxn>
                <a:cxn ang="0">
                  <a:pos x="7" y="0"/>
                </a:cxn>
                <a:cxn ang="0">
                  <a:pos x="5" y="0"/>
                </a:cxn>
                <a:cxn ang="0">
                  <a:pos x="3" y="0"/>
                </a:cxn>
                <a:cxn ang="0">
                  <a:pos x="2" y="1"/>
                </a:cxn>
                <a:cxn ang="0">
                  <a:pos x="1" y="2"/>
                </a:cxn>
                <a:cxn ang="0">
                  <a:pos x="1" y="4"/>
                </a:cxn>
                <a:cxn ang="0">
                  <a:pos x="1" y="4"/>
                </a:cxn>
                <a:cxn ang="0">
                  <a:pos x="0" y="23"/>
                </a:cxn>
                <a:cxn ang="0">
                  <a:pos x="0" y="33"/>
                </a:cxn>
                <a:cxn ang="0">
                  <a:pos x="1" y="38"/>
                </a:cxn>
                <a:cxn ang="0">
                  <a:pos x="2" y="42"/>
                </a:cxn>
                <a:cxn ang="0">
                  <a:pos x="2" y="42"/>
                </a:cxn>
                <a:cxn ang="0">
                  <a:pos x="3" y="46"/>
                </a:cxn>
                <a:cxn ang="0">
                  <a:pos x="3" y="50"/>
                </a:cxn>
                <a:cxn ang="0">
                  <a:pos x="3" y="59"/>
                </a:cxn>
                <a:cxn ang="0">
                  <a:pos x="4" y="69"/>
                </a:cxn>
                <a:cxn ang="0">
                  <a:pos x="4" y="73"/>
                </a:cxn>
                <a:cxn ang="0">
                  <a:pos x="5" y="77"/>
                </a:cxn>
                <a:cxn ang="0">
                  <a:pos x="5" y="77"/>
                </a:cxn>
                <a:cxn ang="0">
                  <a:pos x="6" y="79"/>
                </a:cxn>
                <a:cxn ang="0">
                  <a:pos x="8" y="80"/>
                </a:cxn>
                <a:cxn ang="0">
                  <a:pos x="11" y="80"/>
                </a:cxn>
                <a:cxn ang="0">
                  <a:pos x="13" y="79"/>
                </a:cxn>
                <a:cxn ang="0">
                  <a:pos x="14" y="78"/>
                </a:cxn>
                <a:cxn ang="0">
                  <a:pos x="14" y="77"/>
                </a:cxn>
                <a:cxn ang="0">
                  <a:pos x="14" y="75"/>
                </a:cxn>
                <a:cxn ang="0">
                  <a:pos x="14" y="75"/>
                </a:cxn>
              </a:cxnLst>
              <a:rect l="0" t="0" r="r" b="b"/>
              <a:pathLst>
                <a:path w="14" h="80">
                  <a:moveTo>
                    <a:pt x="14" y="75"/>
                  </a:moveTo>
                  <a:lnTo>
                    <a:pt x="14" y="75"/>
                  </a:lnTo>
                  <a:lnTo>
                    <a:pt x="12" y="66"/>
                  </a:lnTo>
                  <a:lnTo>
                    <a:pt x="12" y="58"/>
                  </a:lnTo>
                  <a:lnTo>
                    <a:pt x="12" y="51"/>
                  </a:lnTo>
                  <a:lnTo>
                    <a:pt x="11" y="43"/>
                  </a:lnTo>
                  <a:lnTo>
                    <a:pt x="11" y="43"/>
                  </a:lnTo>
                  <a:lnTo>
                    <a:pt x="10" y="33"/>
                  </a:lnTo>
                  <a:lnTo>
                    <a:pt x="9" y="24"/>
                  </a:lnTo>
                  <a:lnTo>
                    <a:pt x="10" y="4"/>
                  </a:lnTo>
                  <a:lnTo>
                    <a:pt x="10" y="4"/>
                  </a:lnTo>
                  <a:lnTo>
                    <a:pt x="9" y="2"/>
                  </a:lnTo>
                  <a:lnTo>
                    <a:pt x="8" y="1"/>
                  </a:lnTo>
                  <a:lnTo>
                    <a:pt x="7" y="0"/>
                  </a:lnTo>
                  <a:lnTo>
                    <a:pt x="5" y="0"/>
                  </a:lnTo>
                  <a:lnTo>
                    <a:pt x="3" y="0"/>
                  </a:lnTo>
                  <a:lnTo>
                    <a:pt x="2" y="1"/>
                  </a:lnTo>
                  <a:lnTo>
                    <a:pt x="1" y="2"/>
                  </a:lnTo>
                  <a:lnTo>
                    <a:pt x="1" y="4"/>
                  </a:lnTo>
                  <a:lnTo>
                    <a:pt x="1" y="4"/>
                  </a:lnTo>
                  <a:lnTo>
                    <a:pt x="0" y="23"/>
                  </a:lnTo>
                  <a:lnTo>
                    <a:pt x="0" y="33"/>
                  </a:lnTo>
                  <a:lnTo>
                    <a:pt x="1" y="38"/>
                  </a:lnTo>
                  <a:lnTo>
                    <a:pt x="2" y="42"/>
                  </a:lnTo>
                  <a:lnTo>
                    <a:pt x="2" y="42"/>
                  </a:lnTo>
                  <a:lnTo>
                    <a:pt x="3" y="46"/>
                  </a:lnTo>
                  <a:lnTo>
                    <a:pt x="3" y="50"/>
                  </a:lnTo>
                  <a:lnTo>
                    <a:pt x="3" y="59"/>
                  </a:lnTo>
                  <a:lnTo>
                    <a:pt x="4" y="69"/>
                  </a:lnTo>
                  <a:lnTo>
                    <a:pt x="4" y="73"/>
                  </a:lnTo>
                  <a:lnTo>
                    <a:pt x="5" y="77"/>
                  </a:lnTo>
                  <a:lnTo>
                    <a:pt x="5" y="77"/>
                  </a:lnTo>
                  <a:lnTo>
                    <a:pt x="6" y="79"/>
                  </a:lnTo>
                  <a:lnTo>
                    <a:pt x="8" y="80"/>
                  </a:lnTo>
                  <a:lnTo>
                    <a:pt x="11" y="80"/>
                  </a:lnTo>
                  <a:lnTo>
                    <a:pt x="13" y="79"/>
                  </a:lnTo>
                  <a:lnTo>
                    <a:pt x="14" y="78"/>
                  </a:lnTo>
                  <a:lnTo>
                    <a:pt x="14" y="77"/>
                  </a:lnTo>
                  <a:lnTo>
                    <a:pt x="14" y="75"/>
                  </a:lnTo>
                  <a:lnTo>
                    <a:pt x="14" y="7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5" name="Freeform 546"/>
            <p:cNvSpPr/>
            <p:nvPr/>
          </p:nvSpPr>
          <p:spPr bwMode="auto">
            <a:xfrm>
              <a:off x="5380038" y="2606675"/>
              <a:ext cx="11113" cy="34925"/>
            </a:xfrm>
            <a:custGeom>
              <a:avLst/>
              <a:gdLst/>
              <a:ahLst/>
              <a:cxnLst>
                <a:cxn ang="0">
                  <a:pos x="9" y="4"/>
                </a:cxn>
                <a:cxn ang="0">
                  <a:pos x="9" y="4"/>
                </a:cxn>
                <a:cxn ang="0">
                  <a:pos x="8" y="2"/>
                </a:cxn>
                <a:cxn ang="0">
                  <a:pos x="7" y="1"/>
                </a:cxn>
                <a:cxn ang="0">
                  <a:pos x="6" y="0"/>
                </a:cxn>
                <a:cxn ang="0">
                  <a:pos x="4" y="0"/>
                </a:cxn>
                <a:cxn ang="0">
                  <a:pos x="2" y="0"/>
                </a:cxn>
                <a:cxn ang="0">
                  <a:pos x="1" y="1"/>
                </a:cxn>
                <a:cxn ang="0">
                  <a:pos x="0" y="2"/>
                </a:cxn>
                <a:cxn ang="0">
                  <a:pos x="0" y="4"/>
                </a:cxn>
                <a:cxn ang="0">
                  <a:pos x="0" y="4"/>
                </a:cxn>
                <a:cxn ang="0">
                  <a:pos x="0" y="12"/>
                </a:cxn>
                <a:cxn ang="0">
                  <a:pos x="2" y="19"/>
                </a:cxn>
                <a:cxn ang="0">
                  <a:pos x="6" y="33"/>
                </a:cxn>
                <a:cxn ang="0">
                  <a:pos x="11" y="47"/>
                </a:cxn>
                <a:cxn ang="0">
                  <a:pos x="13" y="54"/>
                </a:cxn>
                <a:cxn ang="0">
                  <a:pos x="13" y="61"/>
                </a:cxn>
                <a:cxn ang="0">
                  <a:pos x="13" y="61"/>
                </a:cxn>
                <a:cxn ang="0">
                  <a:pos x="14" y="63"/>
                </a:cxn>
                <a:cxn ang="0">
                  <a:pos x="15" y="65"/>
                </a:cxn>
                <a:cxn ang="0">
                  <a:pos x="16" y="65"/>
                </a:cxn>
                <a:cxn ang="0">
                  <a:pos x="18" y="66"/>
                </a:cxn>
                <a:cxn ang="0">
                  <a:pos x="20" y="65"/>
                </a:cxn>
                <a:cxn ang="0">
                  <a:pos x="21" y="65"/>
                </a:cxn>
                <a:cxn ang="0">
                  <a:pos x="22" y="63"/>
                </a:cxn>
                <a:cxn ang="0">
                  <a:pos x="23" y="61"/>
                </a:cxn>
                <a:cxn ang="0">
                  <a:pos x="23" y="61"/>
                </a:cxn>
                <a:cxn ang="0">
                  <a:pos x="22" y="54"/>
                </a:cxn>
                <a:cxn ang="0">
                  <a:pos x="20" y="47"/>
                </a:cxn>
                <a:cxn ang="0">
                  <a:pos x="16" y="33"/>
                </a:cxn>
                <a:cxn ang="0">
                  <a:pos x="11" y="19"/>
                </a:cxn>
                <a:cxn ang="0">
                  <a:pos x="9" y="12"/>
                </a:cxn>
                <a:cxn ang="0">
                  <a:pos x="9" y="4"/>
                </a:cxn>
                <a:cxn ang="0">
                  <a:pos x="9" y="4"/>
                </a:cxn>
              </a:cxnLst>
              <a:rect l="0" t="0" r="r" b="b"/>
              <a:pathLst>
                <a:path w="23" h="66">
                  <a:moveTo>
                    <a:pt x="9" y="4"/>
                  </a:moveTo>
                  <a:lnTo>
                    <a:pt x="9" y="4"/>
                  </a:lnTo>
                  <a:lnTo>
                    <a:pt x="8" y="2"/>
                  </a:lnTo>
                  <a:lnTo>
                    <a:pt x="7" y="1"/>
                  </a:lnTo>
                  <a:lnTo>
                    <a:pt x="6" y="0"/>
                  </a:lnTo>
                  <a:lnTo>
                    <a:pt x="4" y="0"/>
                  </a:lnTo>
                  <a:lnTo>
                    <a:pt x="2" y="0"/>
                  </a:lnTo>
                  <a:lnTo>
                    <a:pt x="1" y="1"/>
                  </a:lnTo>
                  <a:lnTo>
                    <a:pt x="0" y="2"/>
                  </a:lnTo>
                  <a:lnTo>
                    <a:pt x="0" y="4"/>
                  </a:lnTo>
                  <a:lnTo>
                    <a:pt x="0" y="4"/>
                  </a:lnTo>
                  <a:lnTo>
                    <a:pt x="0" y="12"/>
                  </a:lnTo>
                  <a:lnTo>
                    <a:pt x="2" y="19"/>
                  </a:lnTo>
                  <a:lnTo>
                    <a:pt x="6" y="33"/>
                  </a:lnTo>
                  <a:lnTo>
                    <a:pt x="11" y="47"/>
                  </a:lnTo>
                  <a:lnTo>
                    <a:pt x="13" y="54"/>
                  </a:lnTo>
                  <a:lnTo>
                    <a:pt x="13" y="61"/>
                  </a:lnTo>
                  <a:lnTo>
                    <a:pt x="13" y="61"/>
                  </a:lnTo>
                  <a:lnTo>
                    <a:pt x="14" y="63"/>
                  </a:lnTo>
                  <a:lnTo>
                    <a:pt x="15" y="65"/>
                  </a:lnTo>
                  <a:lnTo>
                    <a:pt x="16" y="65"/>
                  </a:lnTo>
                  <a:lnTo>
                    <a:pt x="18" y="66"/>
                  </a:lnTo>
                  <a:lnTo>
                    <a:pt x="20" y="65"/>
                  </a:lnTo>
                  <a:lnTo>
                    <a:pt x="21" y="65"/>
                  </a:lnTo>
                  <a:lnTo>
                    <a:pt x="22" y="63"/>
                  </a:lnTo>
                  <a:lnTo>
                    <a:pt x="23" y="61"/>
                  </a:lnTo>
                  <a:lnTo>
                    <a:pt x="23" y="61"/>
                  </a:lnTo>
                  <a:lnTo>
                    <a:pt x="22" y="54"/>
                  </a:lnTo>
                  <a:lnTo>
                    <a:pt x="20" y="47"/>
                  </a:lnTo>
                  <a:lnTo>
                    <a:pt x="16" y="33"/>
                  </a:lnTo>
                  <a:lnTo>
                    <a:pt x="11" y="19"/>
                  </a:lnTo>
                  <a:lnTo>
                    <a:pt x="9" y="12"/>
                  </a:lnTo>
                  <a:lnTo>
                    <a:pt x="9" y="4"/>
                  </a:lnTo>
                  <a:lnTo>
                    <a:pt x="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6" name="Freeform 547"/>
            <p:cNvSpPr/>
            <p:nvPr/>
          </p:nvSpPr>
          <p:spPr bwMode="auto">
            <a:xfrm>
              <a:off x="5411788" y="2632075"/>
              <a:ext cx="9525" cy="44450"/>
            </a:xfrm>
            <a:custGeom>
              <a:avLst/>
              <a:gdLst/>
              <a:ahLst/>
              <a:cxnLst>
                <a:cxn ang="0">
                  <a:pos x="18" y="78"/>
                </a:cxn>
                <a:cxn ang="0">
                  <a:pos x="18" y="78"/>
                </a:cxn>
                <a:cxn ang="0">
                  <a:pos x="16" y="71"/>
                </a:cxn>
                <a:cxn ang="0">
                  <a:pos x="15" y="63"/>
                </a:cxn>
                <a:cxn ang="0">
                  <a:pos x="14" y="46"/>
                </a:cxn>
                <a:cxn ang="0">
                  <a:pos x="14" y="46"/>
                </a:cxn>
                <a:cxn ang="0">
                  <a:pos x="13" y="41"/>
                </a:cxn>
                <a:cxn ang="0">
                  <a:pos x="12" y="36"/>
                </a:cxn>
                <a:cxn ang="0">
                  <a:pos x="10" y="25"/>
                </a:cxn>
                <a:cxn ang="0">
                  <a:pos x="10" y="25"/>
                </a:cxn>
                <a:cxn ang="0">
                  <a:pos x="9" y="14"/>
                </a:cxn>
                <a:cxn ang="0">
                  <a:pos x="9" y="4"/>
                </a:cxn>
                <a:cxn ang="0">
                  <a:pos x="9" y="4"/>
                </a:cxn>
                <a:cxn ang="0">
                  <a:pos x="9" y="2"/>
                </a:cxn>
                <a:cxn ang="0">
                  <a:pos x="8" y="1"/>
                </a:cxn>
                <a:cxn ang="0">
                  <a:pos x="7" y="0"/>
                </a:cxn>
                <a:cxn ang="0">
                  <a:pos x="5" y="0"/>
                </a:cxn>
                <a:cxn ang="0">
                  <a:pos x="3" y="0"/>
                </a:cxn>
                <a:cxn ang="0">
                  <a:pos x="2" y="1"/>
                </a:cxn>
                <a:cxn ang="0">
                  <a:pos x="1" y="2"/>
                </a:cxn>
                <a:cxn ang="0">
                  <a:pos x="0" y="4"/>
                </a:cxn>
                <a:cxn ang="0">
                  <a:pos x="0" y="4"/>
                </a:cxn>
                <a:cxn ang="0">
                  <a:pos x="1" y="23"/>
                </a:cxn>
                <a:cxn ang="0">
                  <a:pos x="2" y="33"/>
                </a:cxn>
                <a:cxn ang="0">
                  <a:pos x="3" y="42"/>
                </a:cxn>
                <a:cxn ang="0">
                  <a:pos x="3" y="42"/>
                </a:cxn>
                <a:cxn ang="0">
                  <a:pos x="5" y="52"/>
                </a:cxn>
                <a:cxn ang="0">
                  <a:pos x="6" y="62"/>
                </a:cxn>
                <a:cxn ang="0">
                  <a:pos x="7" y="72"/>
                </a:cxn>
                <a:cxn ang="0">
                  <a:pos x="10" y="81"/>
                </a:cxn>
                <a:cxn ang="0">
                  <a:pos x="10" y="81"/>
                </a:cxn>
                <a:cxn ang="0">
                  <a:pos x="11" y="82"/>
                </a:cxn>
                <a:cxn ang="0">
                  <a:pos x="12" y="83"/>
                </a:cxn>
                <a:cxn ang="0">
                  <a:pos x="16" y="84"/>
                </a:cxn>
                <a:cxn ang="0">
                  <a:pos x="17" y="83"/>
                </a:cxn>
                <a:cxn ang="0">
                  <a:pos x="18" y="82"/>
                </a:cxn>
                <a:cxn ang="0">
                  <a:pos x="19" y="80"/>
                </a:cxn>
                <a:cxn ang="0">
                  <a:pos x="18" y="78"/>
                </a:cxn>
                <a:cxn ang="0">
                  <a:pos x="18" y="78"/>
                </a:cxn>
              </a:cxnLst>
              <a:rect l="0" t="0" r="r" b="b"/>
              <a:pathLst>
                <a:path w="19" h="84">
                  <a:moveTo>
                    <a:pt x="18" y="78"/>
                  </a:moveTo>
                  <a:lnTo>
                    <a:pt x="18" y="78"/>
                  </a:lnTo>
                  <a:lnTo>
                    <a:pt x="16" y="71"/>
                  </a:lnTo>
                  <a:lnTo>
                    <a:pt x="15" y="63"/>
                  </a:lnTo>
                  <a:lnTo>
                    <a:pt x="14" y="46"/>
                  </a:lnTo>
                  <a:lnTo>
                    <a:pt x="14" y="46"/>
                  </a:lnTo>
                  <a:lnTo>
                    <a:pt x="13" y="41"/>
                  </a:lnTo>
                  <a:lnTo>
                    <a:pt x="12" y="36"/>
                  </a:lnTo>
                  <a:lnTo>
                    <a:pt x="10" y="25"/>
                  </a:lnTo>
                  <a:lnTo>
                    <a:pt x="10" y="25"/>
                  </a:lnTo>
                  <a:lnTo>
                    <a:pt x="9" y="14"/>
                  </a:lnTo>
                  <a:lnTo>
                    <a:pt x="9" y="4"/>
                  </a:lnTo>
                  <a:lnTo>
                    <a:pt x="9" y="4"/>
                  </a:lnTo>
                  <a:lnTo>
                    <a:pt x="9" y="2"/>
                  </a:lnTo>
                  <a:lnTo>
                    <a:pt x="8" y="1"/>
                  </a:lnTo>
                  <a:lnTo>
                    <a:pt x="7" y="0"/>
                  </a:lnTo>
                  <a:lnTo>
                    <a:pt x="5" y="0"/>
                  </a:lnTo>
                  <a:lnTo>
                    <a:pt x="3" y="0"/>
                  </a:lnTo>
                  <a:lnTo>
                    <a:pt x="2" y="1"/>
                  </a:lnTo>
                  <a:lnTo>
                    <a:pt x="1" y="2"/>
                  </a:lnTo>
                  <a:lnTo>
                    <a:pt x="0" y="4"/>
                  </a:lnTo>
                  <a:lnTo>
                    <a:pt x="0" y="4"/>
                  </a:lnTo>
                  <a:lnTo>
                    <a:pt x="1" y="23"/>
                  </a:lnTo>
                  <a:lnTo>
                    <a:pt x="2" y="33"/>
                  </a:lnTo>
                  <a:lnTo>
                    <a:pt x="3" y="42"/>
                  </a:lnTo>
                  <a:lnTo>
                    <a:pt x="3" y="42"/>
                  </a:lnTo>
                  <a:lnTo>
                    <a:pt x="5" y="52"/>
                  </a:lnTo>
                  <a:lnTo>
                    <a:pt x="6" y="62"/>
                  </a:lnTo>
                  <a:lnTo>
                    <a:pt x="7" y="72"/>
                  </a:lnTo>
                  <a:lnTo>
                    <a:pt x="10" y="81"/>
                  </a:lnTo>
                  <a:lnTo>
                    <a:pt x="10" y="81"/>
                  </a:lnTo>
                  <a:lnTo>
                    <a:pt x="11" y="82"/>
                  </a:lnTo>
                  <a:lnTo>
                    <a:pt x="12" y="83"/>
                  </a:lnTo>
                  <a:lnTo>
                    <a:pt x="16" y="84"/>
                  </a:lnTo>
                  <a:lnTo>
                    <a:pt x="17" y="83"/>
                  </a:lnTo>
                  <a:lnTo>
                    <a:pt x="18" y="82"/>
                  </a:lnTo>
                  <a:lnTo>
                    <a:pt x="19" y="80"/>
                  </a:lnTo>
                  <a:lnTo>
                    <a:pt x="18" y="78"/>
                  </a:lnTo>
                  <a:lnTo>
                    <a:pt x="18" y="7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7" name="Freeform 548"/>
            <p:cNvSpPr/>
            <p:nvPr/>
          </p:nvSpPr>
          <p:spPr bwMode="auto">
            <a:xfrm>
              <a:off x="5434013" y="2662238"/>
              <a:ext cx="15875" cy="47625"/>
            </a:xfrm>
            <a:custGeom>
              <a:avLst/>
              <a:gdLst/>
              <a:ahLst/>
              <a:cxnLst>
                <a:cxn ang="0">
                  <a:pos x="9" y="5"/>
                </a:cxn>
                <a:cxn ang="0">
                  <a:pos x="9" y="5"/>
                </a:cxn>
                <a:cxn ang="0">
                  <a:pos x="8" y="3"/>
                </a:cxn>
                <a:cxn ang="0">
                  <a:pos x="7" y="2"/>
                </a:cxn>
                <a:cxn ang="0">
                  <a:pos x="6" y="0"/>
                </a:cxn>
                <a:cxn ang="0">
                  <a:pos x="4" y="0"/>
                </a:cxn>
                <a:cxn ang="0">
                  <a:pos x="2" y="0"/>
                </a:cxn>
                <a:cxn ang="0">
                  <a:pos x="1" y="2"/>
                </a:cxn>
                <a:cxn ang="0">
                  <a:pos x="0" y="3"/>
                </a:cxn>
                <a:cxn ang="0">
                  <a:pos x="0" y="5"/>
                </a:cxn>
                <a:cxn ang="0">
                  <a:pos x="0" y="5"/>
                </a:cxn>
                <a:cxn ang="0">
                  <a:pos x="1" y="15"/>
                </a:cxn>
                <a:cxn ang="0">
                  <a:pos x="3" y="25"/>
                </a:cxn>
                <a:cxn ang="0">
                  <a:pos x="9" y="45"/>
                </a:cxn>
                <a:cxn ang="0">
                  <a:pos x="15" y="65"/>
                </a:cxn>
                <a:cxn ang="0">
                  <a:pos x="17" y="75"/>
                </a:cxn>
                <a:cxn ang="0">
                  <a:pos x="19" y="85"/>
                </a:cxn>
                <a:cxn ang="0">
                  <a:pos x="19" y="85"/>
                </a:cxn>
                <a:cxn ang="0">
                  <a:pos x="19" y="87"/>
                </a:cxn>
                <a:cxn ang="0">
                  <a:pos x="21" y="88"/>
                </a:cxn>
                <a:cxn ang="0">
                  <a:pos x="22" y="89"/>
                </a:cxn>
                <a:cxn ang="0">
                  <a:pos x="24" y="90"/>
                </a:cxn>
                <a:cxn ang="0">
                  <a:pos x="25" y="89"/>
                </a:cxn>
                <a:cxn ang="0">
                  <a:pos x="27" y="88"/>
                </a:cxn>
                <a:cxn ang="0">
                  <a:pos x="28" y="87"/>
                </a:cxn>
                <a:cxn ang="0">
                  <a:pos x="28" y="85"/>
                </a:cxn>
                <a:cxn ang="0">
                  <a:pos x="28" y="85"/>
                </a:cxn>
                <a:cxn ang="0">
                  <a:pos x="27" y="75"/>
                </a:cxn>
                <a:cxn ang="0">
                  <a:pos x="25" y="65"/>
                </a:cxn>
                <a:cxn ang="0">
                  <a:pos x="19" y="45"/>
                </a:cxn>
                <a:cxn ang="0">
                  <a:pos x="12" y="25"/>
                </a:cxn>
                <a:cxn ang="0">
                  <a:pos x="10" y="15"/>
                </a:cxn>
                <a:cxn ang="0">
                  <a:pos x="9" y="5"/>
                </a:cxn>
                <a:cxn ang="0">
                  <a:pos x="9" y="5"/>
                </a:cxn>
              </a:cxnLst>
              <a:rect l="0" t="0" r="r" b="b"/>
              <a:pathLst>
                <a:path w="28" h="90">
                  <a:moveTo>
                    <a:pt x="9" y="5"/>
                  </a:moveTo>
                  <a:lnTo>
                    <a:pt x="9" y="5"/>
                  </a:lnTo>
                  <a:lnTo>
                    <a:pt x="8" y="3"/>
                  </a:lnTo>
                  <a:lnTo>
                    <a:pt x="7" y="2"/>
                  </a:lnTo>
                  <a:lnTo>
                    <a:pt x="6" y="0"/>
                  </a:lnTo>
                  <a:lnTo>
                    <a:pt x="4" y="0"/>
                  </a:lnTo>
                  <a:lnTo>
                    <a:pt x="2" y="0"/>
                  </a:lnTo>
                  <a:lnTo>
                    <a:pt x="1" y="2"/>
                  </a:lnTo>
                  <a:lnTo>
                    <a:pt x="0" y="3"/>
                  </a:lnTo>
                  <a:lnTo>
                    <a:pt x="0" y="5"/>
                  </a:lnTo>
                  <a:lnTo>
                    <a:pt x="0" y="5"/>
                  </a:lnTo>
                  <a:lnTo>
                    <a:pt x="1" y="15"/>
                  </a:lnTo>
                  <a:lnTo>
                    <a:pt x="3" y="25"/>
                  </a:lnTo>
                  <a:lnTo>
                    <a:pt x="9" y="45"/>
                  </a:lnTo>
                  <a:lnTo>
                    <a:pt x="15" y="65"/>
                  </a:lnTo>
                  <a:lnTo>
                    <a:pt x="17" y="75"/>
                  </a:lnTo>
                  <a:lnTo>
                    <a:pt x="19" y="85"/>
                  </a:lnTo>
                  <a:lnTo>
                    <a:pt x="19" y="85"/>
                  </a:lnTo>
                  <a:lnTo>
                    <a:pt x="19" y="87"/>
                  </a:lnTo>
                  <a:lnTo>
                    <a:pt x="21" y="88"/>
                  </a:lnTo>
                  <a:lnTo>
                    <a:pt x="22" y="89"/>
                  </a:lnTo>
                  <a:lnTo>
                    <a:pt x="24" y="90"/>
                  </a:lnTo>
                  <a:lnTo>
                    <a:pt x="25" y="89"/>
                  </a:lnTo>
                  <a:lnTo>
                    <a:pt x="27" y="88"/>
                  </a:lnTo>
                  <a:lnTo>
                    <a:pt x="28" y="87"/>
                  </a:lnTo>
                  <a:lnTo>
                    <a:pt x="28" y="85"/>
                  </a:lnTo>
                  <a:lnTo>
                    <a:pt x="28" y="85"/>
                  </a:lnTo>
                  <a:lnTo>
                    <a:pt x="27" y="75"/>
                  </a:lnTo>
                  <a:lnTo>
                    <a:pt x="25" y="65"/>
                  </a:lnTo>
                  <a:lnTo>
                    <a:pt x="19" y="45"/>
                  </a:lnTo>
                  <a:lnTo>
                    <a:pt x="12" y="25"/>
                  </a:lnTo>
                  <a:lnTo>
                    <a:pt x="10" y="15"/>
                  </a:lnTo>
                  <a:lnTo>
                    <a:pt x="9" y="5"/>
                  </a:lnTo>
                  <a:lnTo>
                    <a:pt x="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8" name="Freeform 549"/>
            <p:cNvSpPr/>
            <p:nvPr/>
          </p:nvSpPr>
          <p:spPr bwMode="auto">
            <a:xfrm>
              <a:off x="5467351" y="2697163"/>
              <a:ext cx="6350" cy="44450"/>
            </a:xfrm>
            <a:custGeom>
              <a:avLst/>
              <a:gdLst/>
              <a:ahLst/>
              <a:cxnLst>
                <a:cxn ang="0">
                  <a:pos x="9" y="4"/>
                </a:cxn>
                <a:cxn ang="0">
                  <a:pos x="9" y="4"/>
                </a:cxn>
                <a:cxn ang="0">
                  <a:pos x="9" y="2"/>
                </a:cxn>
                <a:cxn ang="0">
                  <a:pos x="8" y="1"/>
                </a:cxn>
                <a:cxn ang="0">
                  <a:pos x="6" y="0"/>
                </a:cxn>
                <a:cxn ang="0">
                  <a:pos x="5" y="0"/>
                </a:cxn>
                <a:cxn ang="0">
                  <a:pos x="3" y="0"/>
                </a:cxn>
                <a:cxn ang="0">
                  <a:pos x="2" y="1"/>
                </a:cxn>
                <a:cxn ang="0">
                  <a:pos x="1" y="2"/>
                </a:cxn>
                <a:cxn ang="0">
                  <a:pos x="0" y="4"/>
                </a:cxn>
                <a:cxn ang="0">
                  <a:pos x="0" y="4"/>
                </a:cxn>
                <a:cxn ang="0">
                  <a:pos x="1" y="23"/>
                </a:cxn>
                <a:cxn ang="0">
                  <a:pos x="3" y="42"/>
                </a:cxn>
                <a:cxn ang="0">
                  <a:pos x="4" y="61"/>
                </a:cxn>
                <a:cxn ang="0">
                  <a:pos x="5" y="80"/>
                </a:cxn>
                <a:cxn ang="0">
                  <a:pos x="5" y="80"/>
                </a:cxn>
                <a:cxn ang="0">
                  <a:pos x="5" y="82"/>
                </a:cxn>
                <a:cxn ang="0">
                  <a:pos x="6" y="83"/>
                </a:cxn>
                <a:cxn ang="0">
                  <a:pos x="8" y="84"/>
                </a:cxn>
                <a:cxn ang="0">
                  <a:pos x="9" y="84"/>
                </a:cxn>
                <a:cxn ang="0">
                  <a:pos x="11" y="84"/>
                </a:cxn>
                <a:cxn ang="0">
                  <a:pos x="13" y="83"/>
                </a:cxn>
                <a:cxn ang="0">
                  <a:pos x="14" y="82"/>
                </a:cxn>
                <a:cxn ang="0">
                  <a:pos x="14" y="80"/>
                </a:cxn>
                <a:cxn ang="0">
                  <a:pos x="14" y="80"/>
                </a:cxn>
                <a:cxn ang="0">
                  <a:pos x="13" y="61"/>
                </a:cxn>
                <a:cxn ang="0">
                  <a:pos x="12" y="42"/>
                </a:cxn>
                <a:cxn ang="0">
                  <a:pos x="10" y="23"/>
                </a:cxn>
                <a:cxn ang="0">
                  <a:pos x="9" y="4"/>
                </a:cxn>
                <a:cxn ang="0">
                  <a:pos x="9" y="4"/>
                </a:cxn>
              </a:cxnLst>
              <a:rect l="0" t="0" r="r" b="b"/>
              <a:pathLst>
                <a:path w="14" h="84">
                  <a:moveTo>
                    <a:pt x="9" y="4"/>
                  </a:moveTo>
                  <a:lnTo>
                    <a:pt x="9" y="4"/>
                  </a:lnTo>
                  <a:lnTo>
                    <a:pt x="9" y="2"/>
                  </a:lnTo>
                  <a:lnTo>
                    <a:pt x="8" y="1"/>
                  </a:lnTo>
                  <a:lnTo>
                    <a:pt x="6" y="0"/>
                  </a:lnTo>
                  <a:lnTo>
                    <a:pt x="5" y="0"/>
                  </a:lnTo>
                  <a:lnTo>
                    <a:pt x="3" y="0"/>
                  </a:lnTo>
                  <a:lnTo>
                    <a:pt x="2" y="1"/>
                  </a:lnTo>
                  <a:lnTo>
                    <a:pt x="1" y="2"/>
                  </a:lnTo>
                  <a:lnTo>
                    <a:pt x="0" y="4"/>
                  </a:lnTo>
                  <a:lnTo>
                    <a:pt x="0" y="4"/>
                  </a:lnTo>
                  <a:lnTo>
                    <a:pt x="1" y="23"/>
                  </a:lnTo>
                  <a:lnTo>
                    <a:pt x="3" y="42"/>
                  </a:lnTo>
                  <a:lnTo>
                    <a:pt x="4" y="61"/>
                  </a:lnTo>
                  <a:lnTo>
                    <a:pt x="5" y="80"/>
                  </a:lnTo>
                  <a:lnTo>
                    <a:pt x="5" y="80"/>
                  </a:lnTo>
                  <a:lnTo>
                    <a:pt x="5" y="82"/>
                  </a:lnTo>
                  <a:lnTo>
                    <a:pt x="6" y="83"/>
                  </a:lnTo>
                  <a:lnTo>
                    <a:pt x="8" y="84"/>
                  </a:lnTo>
                  <a:lnTo>
                    <a:pt x="9" y="84"/>
                  </a:lnTo>
                  <a:lnTo>
                    <a:pt x="11" y="84"/>
                  </a:lnTo>
                  <a:lnTo>
                    <a:pt x="13" y="83"/>
                  </a:lnTo>
                  <a:lnTo>
                    <a:pt x="14" y="82"/>
                  </a:lnTo>
                  <a:lnTo>
                    <a:pt x="14" y="80"/>
                  </a:lnTo>
                  <a:lnTo>
                    <a:pt x="14" y="80"/>
                  </a:lnTo>
                  <a:lnTo>
                    <a:pt x="13" y="61"/>
                  </a:lnTo>
                  <a:lnTo>
                    <a:pt x="12" y="42"/>
                  </a:lnTo>
                  <a:lnTo>
                    <a:pt x="10" y="23"/>
                  </a:lnTo>
                  <a:lnTo>
                    <a:pt x="9" y="4"/>
                  </a:lnTo>
                  <a:lnTo>
                    <a:pt x="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9" name="Freeform 550"/>
            <p:cNvSpPr/>
            <p:nvPr/>
          </p:nvSpPr>
          <p:spPr bwMode="auto">
            <a:xfrm>
              <a:off x="5494338" y="2727325"/>
              <a:ext cx="7938" cy="31750"/>
            </a:xfrm>
            <a:custGeom>
              <a:avLst/>
              <a:gdLst/>
              <a:ahLst/>
              <a:cxnLst>
                <a:cxn ang="0">
                  <a:pos x="14" y="55"/>
                </a:cxn>
                <a:cxn ang="0">
                  <a:pos x="14" y="55"/>
                </a:cxn>
                <a:cxn ang="0">
                  <a:pos x="11" y="49"/>
                </a:cxn>
                <a:cxn ang="0">
                  <a:pos x="10" y="43"/>
                </a:cxn>
                <a:cxn ang="0">
                  <a:pos x="9" y="37"/>
                </a:cxn>
                <a:cxn ang="0">
                  <a:pos x="9" y="30"/>
                </a:cxn>
                <a:cxn ang="0">
                  <a:pos x="10" y="5"/>
                </a:cxn>
                <a:cxn ang="0">
                  <a:pos x="10" y="5"/>
                </a:cxn>
                <a:cxn ang="0">
                  <a:pos x="10" y="3"/>
                </a:cxn>
                <a:cxn ang="0">
                  <a:pos x="9" y="1"/>
                </a:cxn>
                <a:cxn ang="0">
                  <a:pos x="7" y="0"/>
                </a:cxn>
                <a:cxn ang="0">
                  <a:pos x="5" y="0"/>
                </a:cxn>
                <a:cxn ang="0">
                  <a:pos x="4" y="0"/>
                </a:cxn>
                <a:cxn ang="0">
                  <a:pos x="2" y="1"/>
                </a:cxn>
                <a:cxn ang="0">
                  <a:pos x="1" y="3"/>
                </a:cxn>
                <a:cxn ang="0">
                  <a:pos x="1" y="5"/>
                </a:cxn>
                <a:cxn ang="0">
                  <a:pos x="1" y="5"/>
                </a:cxn>
                <a:cxn ang="0">
                  <a:pos x="0" y="19"/>
                </a:cxn>
                <a:cxn ang="0">
                  <a:pos x="0" y="32"/>
                </a:cxn>
                <a:cxn ang="0">
                  <a:pos x="0" y="40"/>
                </a:cxn>
                <a:cxn ang="0">
                  <a:pos x="1" y="47"/>
                </a:cxn>
                <a:cxn ang="0">
                  <a:pos x="3" y="53"/>
                </a:cxn>
                <a:cxn ang="0">
                  <a:pos x="6" y="59"/>
                </a:cxn>
                <a:cxn ang="0">
                  <a:pos x="6" y="59"/>
                </a:cxn>
                <a:cxn ang="0">
                  <a:pos x="7" y="61"/>
                </a:cxn>
                <a:cxn ang="0">
                  <a:pos x="9" y="61"/>
                </a:cxn>
                <a:cxn ang="0">
                  <a:pos x="11" y="61"/>
                </a:cxn>
                <a:cxn ang="0">
                  <a:pos x="12" y="61"/>
                </a:cxn>
                <a:cxn ang="0">
                  <a:pos x="13" y="60"/>
                </a:cxn>
                <a:cxn ang="0">
                  <a:pos x="14" y="58"/>
                </a:cxn>
                <a:cxn ang="0">
                  <a:pos x="15" y="57"/>
                </a:cxn>
                <a:cxn ang="0">
                  <a:pos x="14" y="55"/>
                </a:cxn>
                <a:cxn ang="0">
                  <a:pos x="14" y="55"/>
                </a:cxn>
              </a:cxnLst>
              <a:rect l="0" t="0" r="r" b="b"/>
              <a:pathLst>
                <a:path w="15" h="61">
                  <a:moveTo>
                    <a:pt x="14" y="55"/>
                  </a:moveTo>
                  <a:lnTo>
                    <a:pt x="14" y="55"/>
                  </a:lnTo>
                  <a:lnTo>
                    <a:pt x="11" y="49"/>
                  </a:lnTo>
                  <a:lnTo>
                    <a:pt x="10" y="43"/>
                  </a:lnTo>
                  <a:lnTo>
                    <a:pt x="9" y="37"/>
                  </a:lnTo>
                  <a:lnTo>
                    <a:pt x="9" y="30"/>
                  </a:lnTo>
                  <a:lnTo>
                    <a:pt x="10" y="5"/>
                  </a:lnTo>
                  <a:lnTo>
                    <a:pt x="10" y="5"/>
                  </a:lnTo>
                  <a:lnTo>
                    <a:pt x="10" y="3"/>
                  </a:lnTo>
                  <a:lnTo>
                    <a:pt x="9" y="1"/>
                  </a:lnTo>
                  <a:lnTo>
                    <a:pt x="7" y="0"/>
                  </a:lnTo>
                  <a:lnTo>
                    <a:pt x="5" y="0"/>
                  </a:lnTo>
                  <a:lnTo>
                    <a:pt x="4" y="0"/>
                  </a:lnTo>
                  <a:lnTo>
                    <a:pt x="2" y="1"/>
                  </a:lnTo>
                  <a:lnTo>
                    <a:pt x="1" y="3"/>
                  </a:lnTo>
                  <a:lnTo>
                    <a:pt x="1" y="5"/>
                  </a:lnTo>
                  <a:lnTo>
                    <a:pt x="1" y="5"/>
                  </a:lnTo>
                  <a:lnTo>
                    <a:pt x="0" y="19"/>
                  </a:lnTo>
                  <a:lnTo>
                    <a:pt x="0" y="32"/>
                  </a:lnTo>
                  <a:lnTo>
                    <a:pt x="0" y="40"/>
                  </a:lnTo>
                  <a:lnTo>
                    <a:pt x="1" y="47"/>
                  </a:lnTo>
                  <a:lnTo>
                    <a:pt x="3" y="53"/>
                  </a:lnTo>
                  <a:lnTo>
                    <a:pt x="6" y="59"/>
                  </a:lnTo>
                  <a:lnTo>
                    <a:pt x="6" y="59"/>
                  </a:lnTo>
                  <a:lnTo>
                    <a:pt x="7" y="61"/>
                  </a:lnTo>
                  <a:lnTo>
                    <a:pt x="9" y="61"/>
                  </a:lnTo>
                  <a:lnTo>
                    <a:pt x="11" y="61"/>
                  </a:lnTo>
                  <a:lnTo>
                    <a:pt x="12" y="61"/>
                  </a:lnTo>
                  <a:lnTo>
                    <a:pt x="13" y="60"/>
                  </a:lnTo>
                  <a:lnTo>
                    <a:pt x="14" y="58"/>
                  </a:lnTo>
                  <a:lnTo>
                    <a:pt x="15" y="57"/>
                  </a:lnTo>
                  <a:lnTo>
                    <a:pt x="14" y="55"/>
                  </a:lnTo>
                  <a:lnTo>
                    <a:pt x="14" y="5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0" name="Freeform 551"/>
            <p:cNvSpPr/>
            <p:nvPr/>
          </p:nvSpPr>
          <p:spPr bwMode="auto">
            <a:xfrm>
              <a:off x="5521326" y="2744788"/>
              <a:ext cx="11113" cy="39688"/>
            </a:xfrm>
            <a:custGeom>
              <a:avLst/>
              <a:gdLst/>
              <a:ahLst/>
              <a:cxnLst>
                <a:cxn ang="0">
                  <a:pos x="19" y="71"/>
                </a:cxn>
                <a:cxn ang="0">
                  <a:pos x="19" y="71"/>
                </a:cxn>
                <a:cxn ang="0">
                  <a:pos x="18" y="63"/>
                </a:cxn>
                <a:cxn ang="0">
                  <a:pos x="17" y="56"/>
                </a:cxn>
                <a:cxn ang="0">
                  <a:pos x="17" y="49"/>
                </a:cxn>
                <a:cxn ang="0">
                  <a:pos x="17" y="42"/>
                </a:cxn>
                <a:cxn ang="0">
                  <a:pos x="17" y="42"/>
                </a:cxn>
                <a:cxn ang="0">
                  <a:pos x="15" y="32"/>
                </a:cxn>
                <a:cxn ang="0">
                  <a:pos x="13" y="24"/>
                </a:cxn>
                <a:cxn ang="0">
                  <a:pos x="11" y="15"/>
                </a:cxn>
                <a:cxn ang="0">
                  <a:pos x="9" y="6"/>
                </a:cxn>
                <a:cxn ang="0">
                  <a:pos x="9" y="6"/>
                </a:cxn>
                <a:cxn ang="0">
                  <a:pos x="9" y="4"/>
                </a:cxn>
                <a:cxn ang="0">
                  <a:pos x="8" y="1"/>
                </a:cxn>
                <a:cxn ang="0">
                  <a:pos x="6" y="0"/>
                </a:cxn>
                <a:cxn ang="0">
                  <a:pos x="5" y="0"/>
                </a:cxn>
                <a:cxn ang="0">
                  <a:pos x="3" y="0"/>
                </a:cxn>
                <a:cxn ang="0">
                  <a:pos x="2" y="1"/>
                </a:cxn>
                <a:cxn ang="0">
                  <a:pos x="1" y="4"/>
                </a:cxn>
                <a:cxn ang="0">
                  <a:pos x="0" y="6"/>
                </a:cxn>
                <a:cxn ang="0">
                  <a:pos x="0" y="6"/>
                </a:cxn>
                <a:cxn ang="0">
                  <a:pos x="1" y="14"/>
                </a:cxn>
                <a:cxn ang="0">
                  <a:pos x="2" y="22"/>
                </a:cxn>
                <a:cxn ang="0">
                  <a:pos x="6" y="40"/>
                </a:cxn>
                <a:cxn ang="0">
                  <a:pos x="6" y="40"/>
                </a:cxn>
                <a:cxn ang="0">
                  <a:pos x="7" y="48"/>
                </a:cxn>
                <a:cxn ang="0">
                  <a:pos x="7" y="56"/>
                </a:cxn>
                <a:cxn ang="0">
                  <a:pos x="8" y="64"/>
                </a:cxn>
                <a:cxn ang="0">
                  <a:pos x="11" y="73"/>
                </a:cxn>
                <a:cxn ang="0">
                  <a:pos x="11" y="73"/>
                </a:cxn>
                <a:cxn ang="0">
                  <a:pos x="12" y="75"/>
                </a:cxn>
                <a:cxn ang="0">
                  <a:pos x="13" y="76"/>
                </a:cxn>
                <a:cxn ang="0">
                  <a:pos x="17" y="76"/>
                </a:cxn>
                <a:cxn ang="0">
                  <a:pos x="18" y="75"/>
                </a:cxn>
                <a:cxn ang="0">
                  <a:pos x="19" y="74"/>
                </a:cxn>
                <a:cxn ang="0">
                  <a:pos x="20" y="73"/>
                </a:cxn>
                <a:cxn ang="0">
                  <a:pos x="19" y="71"/>
                </a:cxn>
                <a:cxn ang="0">
                  <a:pos x="19" y="71"/>
                </a:cxn>
              </a:cxnLst>
              <a:rect l="0" t="0" r="r" b="b"/>
              <a:pathLst>
                <a:path w="20" h="76">
                  <a:moveTo>
                    <a:pt x="19" y="71"/>
                  </a:moveTo>
                  <a:lnTo>
                    <a:pt x="19" y="71"/>
                  </a:lnTo>
                  <a:lnTo>
                    <a:pt x="18" y="63"/>
                  </a:lnTo>
                  <a:lnTo>
                    <a:pt x="17" y="56"/>
                  </a:lnTo>
                  <a:lnTo>
                    <a:pt x="17" y="49"/>
                  </a:lnTo>
                  <a:lnTo>
                    <a:pt x="17" y="42"/>
                  </a:lnTo>
                  <a:lnTo>
                    <a:pt x="17" y="42"/>
                  </a:lnTo>
                  <a:lnTo>
                    <a:pt x="15" y="32"/>
                  </a:lnTo>
                  <a:lnTo>
                    <a:pt x="13" y="24"/>
                  </a:lnTo>
                  <a:lnTo>
                    <a:pt x="11" y="15"/>
                  </a:lnTo>
                  <a:lnTo>
                    <a:pt x="9" y="6"/>
                  </a:lnTo>
                  <a:lnTo>
                    <a:pt x="9" y="6"/>
                  </a:lnTo>
                  <a:lnTo>
                    <a:pt x="9" y="4"/>
                  </a:lnTo>
                  <a:lnTo>
                    <a:pt x="8" y="1"/>
                  </a:lnTo>
                  <a:lnTo>
                    <a:pt x="6" y="0"/>
                  </a:lnTo>
                  <a:lnTo>
                    <a:pt x="5" y="0"/>
                  </a:lnTo>
                  <a:lnTo>
                    <a:pt x="3" y="0"/>
                  </a:lnTo>
                  <a:lnTo>
                    <a:pt x="2" y="1"/>
                  </a:lnTo>
                  <a:lnTo>
                    <a:pt x="1" y="4"/>
                  </a:lnTo>
                  <a:lnTo>
                    <a:pt x="0" y="6"/>
                  </a:lnTo>
                  <a:lnTo>
                    <a:pt x="0" y="6"/>
                  </a:lnTo>
                  <a:lnTo>
                    <a:pt x="1" y="14"/>
                  </a:lnTo>
                  <a:lnTo>
                    <a:pt x="2" y="22"/>
                  </a:lnTo>
                  <a:lnTo>
                    <a:pt x="6" y="40"/>
                  </a:lnTo>
                  <a:lnTo>
                    <a:pt x="6" y="40"/>
                  </a:lnTo>
                  <a:lnTo>
                    <a:pt x="7" y="48"/>
                  </a:lnTo>
                  <a:lnTo>
                    <a:pt x="7" y="56"/>
                  </a:lnTo>
                  <a:lnTo>
                    <a:pt x="8" y="64"/>
                  </a:lnTo>
                  <a:lnTo>
                    <a:pt x="11" y="73"/>
                  </a:lnTo>
                  <a:lnTo>
                    <a:pt x="11" y="73"/>
                  </a:lnTo>
                  <a:lnTo>
                    <a:pt x="12" y="75"/>
                  </a:lnTo>
                  <a:lnTo>
                    <a:pt x="13" y="76"/>
                  </a:lnTo>
                  <a:lnTo>
                    <a:pt x="17" y="76"/>
                  </a:lnTo>
                  <a:lnTo>
                    <a:pt x="18" y="75"/>
                  </a:lnTo>
                  <a:lnTo>
                    <a:pt x="19" y="74"/>
                  </a:lnTo>
                  <a:lnTo>
                    <a:pt x="20" y="73"/>
                  </a:lnTo>
                  <a:lnTo>
                    <a:pt x="19" y="71"/>
                  </a:lnTo>
                  <a:lnTo>
                    <a:pt x="19" y="7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1" name="Freeform 552"/>
            <p:cNvSpPr/>
            <p:nvPr/>
          </p:nvSpPr>
          <p:spPr bwMode="auto">
            <a:xfrm>
              <a:off x="5551488" y="2767013"/>
              <a:ext cx="12700" cy="34925"/>
            </a:xfrm>
            <a:custGeom>
              <a:avLst/>
              <a:gdLst/>
              <a:ahLst/>
              <a:cxnLst>
                <a:cxn ang="0">
                  <a:pos x="24" y="61"/>
                </a:cxn>
                <a:cxn ang="0">
                  <a:pos x="24" y="61"/>
                </a:cxn>
                <a:cxn ang="0">
                  <a:pos x="21" y="46"/>
                </a:cxn>
                <a:cxn ang="0">
                  <a:pos x="19" y="32"/>
                </a:cxn>
                <a:cxn ang="0">
                  <a:pos x="19" y="32"/>
                </a:cxn>
                <a:cxn ang="0">
                  <a:pos x="17" y="26"/>
                </a:cxn>
                <a:cxn ang="0">
                  <a:pos x="13" y="18"/>
                </a:cxn>
                <a:cxn ang="0">
                  <a:pos x="11" y="11"/>
                </a:cxn>
                <a:cxn ang="0">
                  <a:pos x="9" y="5"/>
                </a:cxn>
                <a:cxn ang="0">
                  <a:pos x="9" y="5"/>
                </a:cxn>
                <a:cxn ang="0">
                  <a:pos x="9" y="3"/>
                </a:cxn>
                <a:cxn ang="0">
                  <a:pos x="8" y="2"/>
                </a:cxn>
                <a:cxn ang="0">
                  <a:pos x="7" y="1"/>
                </a:cxn>
                <a:cxn ang="0">
                  <a:pos x="5" y="0"/>
                </a:cxn>
                <a:cxn ang="0">
                  <a:pos x="3" y="1"/>
                </a:cxn>
                <a:cxn ang="0">
                  <a:pos x="2" y="2"/>
                </a:cxn>
                <a:cxn ang="0">
                  <a:pos x="1" y="3"/>
                </a:cxn>
                <a:cxn ang="0">
                  <a:pos x="0" y="5"/>
                </a:cxn>
                <a:cxn ang="0">
                  <a:pos x="0" y="5"/>
                </a:cxn>
                <a:cxn ang="0">
                  <a:pos x="1" y="11"/>
                </a:cxn>
                <a:cxn ang="0">
                  <a:pos x="3" y="16"/>
                </a:cxn>
                <a:cxn ang="0">
                  <a:pos x="6" y="23"/>
                </a:cxn>
                <a:cxn ang="0">
                  <a:pos x="8" y="29"/>
                </a:cxn>
                <a:cxn ang="0">
                  <a:pos x="8" y="29"/>
                </a:cxn>
                <a:cxn ang="0">
                  <a:pos x="11" y="45"/>
                </a:cxn>
                <a:cxn ang="0">
                  <a:pos x="12" y="55"/>
                </a:cxn>
                <a:cxn ang="0">
                  <a:pos x="14" y="63"/>
                </a:cxn>
                <a:cxn ang="0">
                  <a:pos x="14" y="63"/>
                </a:cxn>
                <a:cxn ang="0">
                  <a:pos x="16" y="65"/>
                </a:cxn>
                <a:cxn ang="0">
                  <a:pos x="18" y="66"/>
                </a:cxn>
                <a:cxn ang="0">
                  <a:pos x="19" y="66"/>
                </a:cxn>
                <a:cxn ang="0">
                  <a:pos x="21" y="66"/>
                </a:cxn>
                <a:cxn ang="0">
                  <a:pos x="22" y="66"/>
                </a:cxn>
                <a:cxn ang="0">
                  <a:pos x="24" y="64"/>
                </a:cxn>
                <a:cxn ang="0">
                  <a:pos x="24" y="63"/>
                </a:cxn>
                <a:cxn ang="0">
                  <a:pos x="24" y="61"/>
                </a:cxn>
                <a:cxn ang="0">
                  <a:pos x="24" y="61"/>
                </a:cxn>
              </a:cxnLst>
              <a:rect l="0" t="0" r="r" b="b"/>
              <a:pathLst>
                <a:path w="24" h="66">
                  <a:moveTo>
                    <a:pt x="24" y="61"/>
                  </a:moveTo>
                  <a:lnTo>
                    <a:pt x="24" y="61"/>
                  </a:lnTo>
                  <a:lnTo>
                    <a:pt x="21" y="46"/>
                  </a:lnTo>
                  <a:lnTo>
                    <a:pt x="19" y="32"/>
                  </a:lnTo>
                  <a:lnTo>
                    <a:pt x="19" y="32"/>
                  </a:lnTo>
                  <a:lnTo>
                    <a:pt x="17" y="26"/>
                  </a:lnTo>
                  <a:lnTo>
                    <a:pt x="13" y="18"/>
                  </a:lnTo>
                  <a:lnTo>
                    <a:pt x="11" y="11"/>
                  </a:lnTo>
                  <a:lnTo>
                    <a:pt x="9" y="5"/>
                  </a:lnTo>
                  <a:lnTo>
                    <a:pt x="9" y="5"/>
                  </a:lnTo>
                  <a:lnTo>
                    <a:pt x="9" y="3"/>
                  </a:lnTo>
                  <a:lnTo>
                    <a:pt x="8" y="2"/>
                  </a:lnTo>
                  <a:lnTo>
                    <a:pt x="7" y="1"/>
                  </a:lnTo>
                  <a:lnTo>
                    <a:pt x="5" y="0"/>
                  </a:lnTo>
                  <a:lnTo>
                    <a:pt x="3" y="1"/>
                  </a:lnTo>
                  <a:lnTo>
                    <a:pt x="2" y="2"/>
                  </a:lnTo>
                  <a:lnTo>
                    <a:pt x="1" y="3"/>
                  </a:lnTo>
                  <a:lnTo>
                    <a:pt x="0" y="5"/>
                  </a:lnTo>
                  <a:lnTo>
                    <a:pt x="0" y="5"/>
                  </a:lnTo>
                  <a:lnTo>
                    <a:pt x="1" y="11"/>
                  </a:lnTo>
                  <a:lnTo>
                    <a:pt x="3" y="16"/>
                  </a:lnTo>
                  <a:lnTo>
                    <a:pt x="6" y="23"/>
                  </a:lnTo>
                  <a:lnTo>
                    <a:pt x="8" y="29"/>
                  </a:lnTo>
                  <a:lnTo>
                    <a:pt x="8" y="29"/>
                  </a:lnTo>
                  <a:lnTo>
                    <a:pt x="11" y="45"/>
                  </a:lnTo>
                  <a:lnTo>
                    <a:pt x="12" y="55"/>
                  </a:lnTo>
                  <a:lnTo>
                    <a:pt x="14" y="63"/>
                  </a:lnTo>
                  <a:lnTo>
                    <a:pt x="14" y="63"/>
                  </a:lnTo>
                  <a:lnTo>
                    <a:pt x="16" y="65"/>
                  </a:lnTo>
                  <a:lnTo>
                    <a:pt x="18" y="66"/>
                  </a:lnTo>
                  <a:lnTo>
                    <a:pt x="19" y="66"/>
                  </a:lnTo>
                  <a:lnTo>
                    <a:pt x="21" y="66"/>
                  </a:lnTo>
                  <a:lnTo>
                    <a:pt x="22" y="66"/>
                  </a:lnTo>
                  <a:lnTo>
                    <a:pt x="24" y="64"/>
                  </a:lnTo>
                  <a:lnTo>
                    <a:pt x="24" y="63"/>
                  </a:lnTo>
                  <a:lnTo>
                    <a:pt x="24" y="61"/>
                  </a:lnTo>
                  <a:lnTo>
                    <a:pt x="24" y="6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2" name="Freeform 553"/>
            <p:cNvSpPr/>
            <p:nvPr/>
          </p:nvSpPr>
          <p:spPr bwMode="auto">
            <a:xfrm>
              <a:off x="5586413" y="2774950"/>
              <a:ext cx="7938" cy="31750"/>
            </a:xfrm>
            <a:custGeom>
              <a:avLst/>
              <a:gdLst/>
              <a:ahLst/>
              <a:cxnLst>
                <a:cxn ang="0">
                  <a:pos x="8" y="2"/>
                </a:cxn>
                <a:cxn ang="0">
                  <a:pos x="8" y="2"/>
                </a:cxn>
                <a:cxn ang="0">
                  <a:pos x="5" y="10"/>
                </a:cxn>
                <a:cxn ang="0">
                  <a:pos x="4" y="16"/>
                </a:cxn>
                <a:cxn ang="0">
                  <a:pos x="2" y="30"/>
                </a:cxn>
                <a:cxn ang="0">
                  <a:pos x="2" y="30"/>
                </a:cxn>
                <a:cxn ang="0">
                  <a:pos x="0" y="45"/>
                </a:cxn>
                <a:cxn ang="0">
                  <a:pos x="1" y="52"/>
                </a:cxn>
                <a:cxn ang="0">
                  <a:pos x="3" y="58"/>
                </a:cxn>
                <a:cxn ang="0">
                  <a:pos x="3" y="58"/>
                </a:cxn>
                <a:cxn ang="0">
                  <a:pos x="4" y="60"/>
                </a:cxn>
                <a:cxn ang="0">
                  <a:pos x="5" y="61"/>
                </a:cxn>
                <a:cxn ang="0">
                  <a:pos x="9" y="61"/>
                </a:cxn>
                <a:cxn ang="0">
                  <a:pos x="10" y="61"/>
                </a:cxn>
                <a:cxn ang="0">
                  <a:pos x="11" y="59"/>
                </a:cxn>
                <a:cxn ang="0">
                  <a:pos x="12" y="58"/>
                </a:cxn>
                <a:cxn ang="0">
                  <a:pos x="12" y="56"/>
                </a:cxn>
                <a:cxn ang="0">
                  <a:pos x="12" y="56"/>
                </a:cxn>
                <a:cxn ang="0">
                  <a:pos x="10" y="51"/>
                </a:cxn>
                <a:cxn ang="0">
                  <a:pos x="9" y="45"/>
                </a:cxn>
                <a:cxn ang="0">
                  <a:pos x="9" y="38"/>
                </a:cxn>
                <a:cxn ang="0">
                  <a:pos x="10" y="31"/>
                </a:cxn>
                <a:cxn ang="0">
                  <a:pos x="12" y="19"/>
                </a:cxn>
                <a:cxn ang="0">
                  <a:pos x="17" y="7"/>
                </a:cxn>
                <a:cxn ang="0">
                  <a:pos x="17" y="7"/>
                </a:cxn>
                <a:cxn ang="0">
                  <a:pos x="17" y="5"/>
                </a:cxn>
                <a:cxn ang="0">
                  <a:pos x="17" y="3"/>
                </a:cxn>
                <a:cxn ang="0">
                  <a:pos x="15" y="1"/>
                </a:cxn>
                <a:cxn ang="0">
                  <a:pos x="12" y="0"/>
                </a:cxn>
                <a:cxn ang="0">
                  <a:pos x="10" y="0"/>
                </a:cxn>
                <a:cxn ang="0">
                  <a:pos x="9" y="1"/>
                </a:cxn>
                <a:cxn ang="0">
                  <a:pos x="8" y="2"/>
                </a:cxn>
                <a:cxn ang="0">
                  <a:pos x="8" y="2"/>
                </a:cxn>
              </a:cxnLst>
              <a:rect l="0" t="0" r="r" b="b"/>
              <a:pathLst>
                <a:path w="17" h="61">
                  <a:moveTo>
                    <a:pt x="8" y="2"/>
                  </a:moveTo>
                  <a:lnTo>
                    <a:pt x="8" y="2"/>
                  </a:lnTo>
                  <a:lnTo>
                    <a:pt x="5" y="10"/>
                  </a:lnTo>
                  <a:lnTo>
                    <a:pt x="4" y="16"/>
                  </a:lnTo>
                  <a:lnTo>
                    <a:pt x="2" y="30"/>
                  </a:lnTo>
                  <a:lnTo>
                    <a:pt x="2" y="30"/>
                  </a:lnTo>
                  <a:lnTo>
                    <a:pt x="0" y="45"/>
                  </a:lnTo>
                  <a:lnTo>
                    <a:pt x="1" y="52"/>
                  </a:lnTo>
                  <a:lnTo>
                    <a:pt x="3" y="58"/>
                  </a:lnTo>
                  <a:lnTo>
                    <a:pt x="3" y="58"/>
                  </a:lnTo>
                  <a:lnTo>
                    <a:pt x="4" y="60"/>
                  </a:lnTo>
                  <a:lnTo>
                    <a:pt x="5" y="61"/>
                  </a:lnTo>
                  <a:lnTo>
                    <a:pt x="9" y="61"/>
                  </a:lnTo>
                  <a:lnTo>
                    <a:pt x="10" y="61"/>
                  </a:lnTo>
                  <a:lnTo>
                    <a:pt x="11" y="59"/>
                  </a:lnTo>
                  <a:lnTo>
                    <a:pt x="12" y="58"/>
                  </a:lnTo>
                  <a:lnTo>
                    <a:pt x="12" y="56"/>
                  </a:lnTo>
                  <a:lnTo>
                    <a:pt x="12" y="56"/>
                  </a:lnTo>
                  <a:lnTo>
                    <a:pt x="10" y="51"/>
                  </a:lnTo>
                  <a:lnTo>
                    <a:pt x="9" y="45"/>
                  </a:lnTo>
                  <a:lnTo>
                    <a:pt x="9" y="38"/>
                  </a:lnTo>
                  <a:lnTo>
                    <a:pt x="10" y="31"/>
                  </a:lnTo>
                  <a:lnTo>
                    <a:pt x="12" y="19"/>
                  </a:lnTo>
                  <a:lnTo>
                    <a:pt x="17" y="7"/>
                  </a:lnTo>
                  <a:lnTo>
                    <a:pt x="17" y="7"/>
                  </a:lnTo>
                  <a:lnTo>
                    <a:pt x="17" y="5"/>
                  </a:lnTo>
                  <a:lnTo>
                    <a:pt x="17" y="3"/>
                  </a:lnTo>
                  <a:lnTo>
                    <a:pt x="15" y="1"/>
                  </a:lnTo>
                  <a:lnTo>
                    <a:pt x="12" y="0"/>
                  </a:lnTo>
                  <a:lnTo>
                    <a:pt x="10" y="0"/>
                  </a:lnTo>
                  <a:lnTo>
                    <a:pt x="9" y="1"/>
                  </a:lnTo>
                  <a:lnTo>
                    <a:pt x="8" y="2"/>
                  </a:lnTo>
                  <a:lnTo>
                    <a:pt x="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3" name="Freeform 554"/>
            <p:cNvSpPr/>
            <p:nvPr/>
          </p:nvSpPr>
          <p:spPr bwMode="auto">
            <a:xfrm>
              <a:off x="5616576" y="2774950"/>
              <a:ext cx="6350" cy="42863"/>
            </a:xfrm>
            <a:custGeom>
              <a:avLst/>
              <a:gdLst/>
              <a:ahLst/>
              <a:cxnLst>
                <a:cxn ang="0">
                  <a:pos x="11" y="42"/>
                </a:cxn>
                <a:cxn ang="0">
                  <a:pos x="11" y="42"/>
                </a:cxn>
                <a:cxn ang="0">
                  <a:pos x="11" y="23"/>
                </a:cxn>
                <a:cxn ang="0">
                  <a:pos x="11" y="5"/>
                </a:cxn>
                <a:cxn ang="0">
                  <a:pos x="11" y="5"/>
                </a:cxn>
                <a:cxn ang="0">
                  <a:pos x="10" y="3"/>
                </a:cxn>
                <a:cxn ang="0">
                  <a:pos x="9" y="1"/>
                </a:cxn>
                <a:cxn ang="0">
                  <a:pos x="8" y="1"/>
                </a:cxn>
                <a:cxn ang="0">
                  <a:pos x="6" y="0"/>
                </a:cxn>
                <a:cxn ang="0">
                  <a:pos x="5" y="1"/>
                </a:cxn>
                <a:cxn ang="0">
                  <a:pos x="3" y="1"/>
                </a:cxn>
                <a:cxn ang="0">
                  <a:pos x="2" y="3"/>
                </a:cxn>
                <a:cxn ang="0">
                  <a:pos x="2" y="5"/>
                </a:cxn>
                <a:cxn ang="0">
                  <a:pos x="2" y="5"/>
                </a:cxn>
                <a:cxn ang="0">
                  <a:pos x="2" y="25"/>
                </a:cxn>
                <a:cxn ang="0">
                  <a:pos x="1" y="45"/>
                </a:cxn>
                <a:cxn ang="0">
                  <a:pos x="1" y="45"/>
                </a:cxn>
                <a:cxn ang="0">
                  <a:pos x="0" y="61"/>
                </a:cxn>
                <a:cxn ang="0">
                  <a:pos x="0" y="69"/>
                </a:cxn>
                <a:cxn ang="0">
                  <a:pos x="2" y="78"/>
                </a:cxn>
                <a:cxn ang="0">
                  <a:pos x="2" y="78"/>
                </a:cxn>
                <a:cxn ang="0">
                  <a:pos x="3" y="79"/>
                </a:cxn>
                <a:cxn ang="0">
                  <a:pos x="4" y="80"/>
                </a:cxn>
                <a:cxn ang="0">
                  <a:pos x="8" y="81"/>
                </a:cxn>
                <a:cxn ang="0">
                  <a:pos x="9" y="80"/>
                </a:cxn>
                <a:cxn ang="0">
                  <a:pos x="10" y="79"/>
                </a:cxn>
                <a:cxn ang="0">
                  <a:pos x="11" y="77"/>
                </a:cxn>
                <a:cxn ang="0">
                  <a:pos x="11" y="75"/>
                </a:cxn>
                <a:cxn ang="0">
                  <a:pos x="11" y="75"/>
                </a:cxn>
                <a:cxn ang="0">
                  <a:pos x="9" y="66"/>
                </a:cxn>
                <a:cxn ang="0">
                  <a:pos x="9" y="58"/>
                </a:cxn>
                <a:cxn ang="0">
                  <a:pos x="11" y="42"/>
                </a:cxn>
                <a:cxn ang="0">
                  <a:pos x="11" y="42"/>
                </a:cxn>
              </a:cxnLst>
              <a:rect l="0" t="0" r="r" b="b"/>
              <a:pathLst>
                <a:path w="11" h="81">
                  <a:moveTo>
                    <a:pt x="11" y="42"/>
                  </a:moveTo>
                  <a:lnTo>
                    <a:pt x="11" y="42"/>
                  </a:lnTo>
                  <a:lnTo>
                    <a:pt x="11" y="23"/>
                  </a:lnTo>
                  <a:lnTo>
                    <a:pt x="11" y="5"/>
                  </a:lnTo>
                  <a:lnTo>
                    <a:pt x="11" y="5"/>
                  </a:lnTo>
                  <a:lnTo>
                    <a:pt x="10" y="3"/>
                  </a:lnTo>
                  <a:lnTo>
                    <a:pt x="9" y="1"/>
                  </a:lnTo>
                  <a:lnTo>
                    <a:pt x="8" y="1"/>
                  </a:lnTo>
                  <a:lnTo>
                    <a:pt x="6" y="0"/>
                  </a:lnTo>
                  <a:lnTo>
                    <a:pt x="5" y="1"/>
                  </a:lnTo>
                  <a:lnTo>
                    <a:pt x="3" y="1"/>
                  </a:lnTo>
                  <a:lnTo>
                    <a:pt x="2" y="3"/>
                  </a:lnTo>
                  <a:lnTo>
                    <a:pt x="2" y="5"/>
                  </a:lnTo>
                  <a:lnTo>
                    <a:pt x="2" y="5"/>
                  </a:lnTo>
                  <a:lnTo>
                    <a:pt x="2" y="25"/>
                  </a:lnTo>
                  <a:lnTo>
                    <a:pt x="1" y="45"/>
                  </a:lnTo>
                  <a:lnTo>
                    <a:pt x="1" y="45"/>
                  </a:lnTo>
                  <a:lnTo>
                    <a:pt x="0" y="61"/>
                  </a:lnTo>
                  <a:lnTo>
                    <a:pt x="0" y="69"/>
                  </a:lnTo>
                  <a:lnTo>
                    <a:pt x="2" y="78"/>
                  </a:lnTo>
                  <a:lnTo>
                    <a:pt x="2" y="78"/>
                  </a:lnTo>
                  <a:lnTo>
                    <a:pt x="3" y="79"/>
                  </a:lnTo>
                  <a:lnTo>
                    <a:pt x="4" y="80"/>
                  </a:lnTo>
                  <a:lnTo>
                    <a:pt x="8" y="81"/>
                  </a:lnTo>
                  <a:lnTo>
                    <a:pt x="9" y="80"/>
                  </a:lnTo>
                  <a:lnTo>
                    <a:pt x="10" y="79"/>
                  </a:lnTo>
                  <a:lnTo>
                    <a:pt x="11" y="77"/>
                  </a:lnTo>
                  <a:lnTo>
                    <a:pt x="11" y="75"/>
                  </a:lnTo>
                  <a:lnTo>
                    <a:pt x="11" y="75"/>
                  </a:lnTo>
                  <a:lnTo>
                    <a:pt x="9" y="66"/>
                  </a:lnTo>
                  <a:lnTo>
                    <a:pt x="9" y="58"/>
                  </a:lnTo>
                  <a:lnTo>
                    <a:pt x="11" y="42"/>
                  </a:lnTo>
                  <a:lnTo>
                    <a:pt x="11"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4" name="Freeform 555"/>
            <p:cNvSpPr/>
            <p:nvPr/>
          </p:nvSpPr>
          <p:spPr bwMode="auto">
            <a:xfrm>
              <a:off x="5637213" y="2778125"/>
              <a:ext cx="4763" cy="31750"/>
            </a:xfrm>
            <a:custGeom>
              <a:avLst/>
              <a:gdLst/>
              <a:ahLst/>
              <a:cxnLst>
                <a:cxn ang="0">
                  <a:pos x="0" y="5"/>
                </a:cxn>
                <a:cxn ang="0">
                  <a:pos x="0" y="57"/>
                </a:cxn>
                <a:cxn ang="0">
                  <a:pos x="0" y="57"/>
                </a:cxn>
                <a:cxn ang="0">
                  <a:pos x="1" y="59"/>
                </a:cxn>
                <a:cxn ang="0">
                  <a:pos x="2" y="60"/>
                </a:cxn>
                <a:cxn ang="0">
                  <a:pos x="3" y="61"/>
                </a:cxn>
                <a:cxn ang="0">
                  <a:pos x="5" y="61"/>
                </a:cxn>
                <a:cxn ang="0">
                  <a:pos x="7" y="61"/>
                </a:cxn>
                <a:cxn ang="0">
                  <a:pos x="8" y="60"/>
                </a:cxn>
                <a:cxn ang="0">
                  <a:pos x="9" y="59"/>
                </a:cxn>
                <a:cxn ang="0">
                  <a:pos x="10" y="57"/>
                </a:cxn>
                <a:cxn ang="0">
                  <a:pos x="10" y="5"/>
                </a:cxn>
                <a:cxn ang="0">
                  <a:pos x="10" y="5"/>
                </a:cxn>
                <a:cxn ang="0">
                  <a:pos x="9" y="2"/>
                </a:cxn>
                <a:cxn ang="0">
                  <a:pos x="8" y="1"/>
                </a:cxn>
                <a:cxn ang="0">
                  <a:pos x="7" y="0"/>
                </a:cxn>
                <a:cxn ang="0">
                  <a:pos x="5" y="0"/>
                </a:cxn>
                <a:cxn ang="0">
                  <a:pos x="3" y="0"/>
                </a:cxn>
                <a:cxn ang="0">
                  <a:pos x="2" y="1"/>
                </a:cxn>
                <a:cxn ang="0">
                  <a:pos x="1" y="2"/>
                </a:cxn>
                <a:cxn ang="0">
                  <a:pos x="0" y="5"/>
                </a:cxn>
                <a:cxn ang="0">
                  <a:pos x="0" y="5"/>
                </a:cxn>
              </a:cxnLst>
              <a:rect l="0" t="0" r="r" b="b"/>
              <a:pathLst>
                <a:path w="10" h="61">
                  <a:moveTo>
                    <a:pt x="0" y="5"/>
                  </a:moveTo>
                  <a:lnTo>
                    <a:pt x="0" y="57"/>
                  </a:lnTo>
                  <a:lnTo>
                    <a:pt x="0" y="57"/>
                  </a:lnTo>
                  <a:lnTo>
                    <a:pt x="1" y="59"/>
                  </a:lnTo>
                  <a:lnTo>
                    <a:pt x="2" y="60"/>
                  </a:lnTo>
                  <a:lnTo>
                    <a:pt x="3" y="61"/>
                  </a:lnTo>
                  <a:lnTo>
                    <a:pt x="5" y="61"/>
                  </a:lnTo>
                  <a:lnTo>
                    <a:pt x="7" y="61"/>
                  </a:lnTo>
                  <a:lnTo>
                    <a:pt x="8" y="60"/>
                  </a:lnTo>
                  <a:lnTo>
                    <a:pt x="9" y="59"/>
                  </a:lnTo>
                  <a:lnTo>
                    <a:pt x="10" y="57"/>
                  </a:lnTo>
                  <a:lnTo>
                    <a:pt x="10" y="5"/>
                  </a:lnTo>
                  <a:lnTo>
                    <a:pt x="10" y="5"/>
                  </a:lnTo>
                  <a:lnTo>
                    <a:pt x="9" y="2"/>
                  </a:lnTo>
                  <a:lnTo>
                    <a:pt x="8" y="1"/>
                  </a:lnTo>
                  <a:lnTo>
                    <a:pt x="7" y="0"/>
                  </a:lnTo>
                  <a:lnTo>
                    <a:pt x="5" y="0"/>
                  </a:lnTo>
                  <a:lnTo>
                    <a:pt x="3" y="0"/>
                  </a:lnTo>
                  <a:lnTo>
                    <a:pt x="2" y="1"/>
                  </a:lnTo>
                  <a:lnTo>
                    <a:pt x="1" y="2"/>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5" name="Freeform 556"/>
            <p:cNvSpPr/>
            <p:nvPr/>
          </p:nvSpPr>
          <p:spPr bwMode="auto">
            <a:xfrm>
              <a:off x="5672138" y="2770188"/>
              <a:ext cx="7938" cy="31750"/>
            </a:xfrm>
            <a:custGeom>
              <a:avLst/>
              <a:gdLst/>
              <a:ahLst/>
              <a:cxnLst>
                <a:cxn ang="0">
                  <a:pos x="14" y="50"/>
                </a:cxn>
                <a:cxn ang="0">
                  <a:pos x="14" y="50"/>
                </a:cxn>
                <a:cxn ang="0">
                  <a:pos x="12" y="28"/>
                </a:cxn>
                <a:cxn ang="0">
                  <a:pos x="10" y="16"/>
                </a:cxn>
                <a:cxn ang="0">
                  <a:pos x="10" y="5"/>
                </a:cxn>
                <a:cxn ang="0">
                  <a:pos x="10" y="5"/>
                </a:cxn>
                <a:cxn ang="0">
                  <a:pos x="9" y="3"/>
                </a:cxn>
                <a:cxn ang="0">
                  <a:pos x="8" y="1"/>
                </a:cxn>
                <a:cxn ang="0">
                  <a:pos x="6" y="0"/>
                </a:cxn>
                <a:cxn ang="0">
                  <a:pos x="4" y="0"/>
                </a:cxn>
                <a:cxn ang="0">
                  <a:pos x="2" y="0"/>
                </a:cxn>
                <a:cxn ang="0">
                  <a:pos x="1" y="1"/>
                </a:cxn>
                <a:cxn ang="0">
                  <a:pos x="0" y="3"/>
                </a:cxn>
                <a:cxn ang="0">
                  <a:pos x="0" y="5"/>
                </a:cxn>
                <a:cxn ang="0">
                  <a:pos x="0" y="5"/>
                </a:cxn>
                <a:cxn ang="0">
                  <a:pos x="0" y="18"/>
                </a:cxn>
                <a:cxn ang="0">
                  <a:pos x="2" y="31"/>
                </a:cxn>
                <a:cxn ang="0">
                  <a:pos x="3" y="43"/>
                </a:cxn>
                <a:cxn ang="0">
                  <a:pos x="4" y="57"/>
                </a:cxn>
                <a:cxn ang="0">
                  <a:pos x="4" y="57"/>
                </a:cxn>
                <a:cxn ang="0">
                  <a:pos x="5" y="59"/>
                </a:cxn>
                <a:cxn ang="0">
                  <a:pos x="6" y="60"/>
                </a:cxn>
                <a:cxn ang="0">
                  <a:pos x="8" y="61"/>
                </a:cxn>
                <a:cxn ang="0">
                  <a:pos x="10" y="61"/>
                </a:cxn>
                <a:cxn ang="0">
                  <a:pos x="12" y="61"/>
                </a:cxn>
                <a:cxn ang="0">
                  <a:pos x="13" y="60"/>
                </a:cxn>
                <a:cxn ang="0">
                  <a:pos x="14" y="59"/>
                </a:cxn>
                <a:cxn ang="0">
                  <a:pos x="14" y="57"/>
                </a:cxn>
                <a:cxn ang="0">
                  <a:pos x="14" y="52"/>
                </a:cxn>
                <a:cxn ang="0">
                  <a:pos x="14" y="52"/>
                </a:cxn>
                <a:cxn ang="0">
                  <a:pos x="14" y="50"/>
                </a:cxn>
                <a:cxn ang="0">
                  <a:pos x="14" y="50"/>
                </a:cxn>
              </a:cxnLst>
              <a:rect l="0" t="0" r="r" b="b"/>
              <a:pathLst>
                <a:path w="14" h="61">
                  <a:moveTo>
                    <a:pt x="14" y="50"/>
                  </a:moveTo>
                  <a:lnTo>
                    <a:pt x="14" y="50"/>
                  </a:lnTo>
                  <a:lnTo>
                    <a:pt x="12" y="28"/>
                  </a:lnTo>
                  <a:lnTo>
                    <a:pt x="10" y="16"/>
                  </a:lnTo>
                  <a:lnTo>
                    <a:pt x="10" y="5"/>
                  </a:lnTo>
                  <a:lnTo>
                    <a:pt x="10" y="5"/>
                  </a:lnTo>
                  <a:lnTo>
                    <a:pt x="9" y="3"/>
                  </a:lnTo>
                  <a:lnTo>
                    <a:pt x="8" y="1"/>
                  </a:lnTo>
                  <a:lnTo>
                    <a:pt x="6" y="0"/>
                  </a:lnTo>
                  <a:lnTo>
                    <a:pt x="4" y="0"/>
                  </a:lnTo>
                  <a:lnTo>
                    <a:pt x="2" y="0"/>
                  </a:lnTo>
                  <a:lnTo>
                    <a:pt x="1" y="1"/>
                  </a:lnTo>
                  <a:lnTo>
                    <a:pt x="0" y="3"/>
                  </a:lnTo>
                  <a:lnTo>
                    <a:pt x="0" y="5"/>
                  </a:lnTo>
                  <a:lnTo>
                    <a:pt x="0" y="5"/>
                  </a:lnTo>
                  <a:lnTo>
                    <a:pt x="0" y="18"/>
                  </a:lnTo>
                  <a:lnTo>
                    <a:pt x="2" y="31"/>
                  </a:lnTo>
                  <a:lnTo>
                    <a:pt x="3" y="43"/>
                  </a:lnTo>
                  <a:lnTo>
                    <a:pt x="4" y="57"/>
                  </a:lnTo>
                  <a:lnTo>
                    <a:pt x="4" y="57"/>
                  </a:lnTo>
                  <a:lnTo>
                    <a:pt x="5" y="59"/>
                  </a:lnTo>
                  <a:lnTo>
                    <a:pt x="6" y="60"/>
                  </a:lnTo>
                  <a:lnTo>
                    <a:pt x="8" y="61"/>
                  </a:lnTo>
                  <a:lnTo>
                    <a:pt x="10" y="61"/>
                  </a:lnTo>
                  <a:lnTo>
                    <a:pt x="12" y="61"/>
                  </a:lnTo>
                  <a:lnTo>
                    <a:pt x="13" y="60"/>
                  </a:lnTo>
                  <a:lnTo>
                    <a:pt x="14" y="59"/>
                  </a:lnTo>
                  <a:lnTo>
                    <a:pt x="14" y="57"/>
                  </a:lnTo>
                  <a:lnTo>
                    <a:pt x="14" y="52"/>
                  </a:lnTo>
                  <a:lnTo>
                    <a:pt x="14" y="52"/>
                  </a:lnTo>
                  <a:lnTo>
                    <a:pt x="14" y="50"/>
                  </a:lnTo>
                  <a:lnTo>
                    <a:pt x="14" y="5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6" name="Freeform 557"/>
            <p:cNvSpPr/>
            <p:nvPr/>
          </p:nvSpPr>
          <p:spPr bwMode="auto">
            <a:xfrm>
              <a:off x="5702301" y="2749550"/>
              <a:ext cx="4763" cy="33338"/>
            </a:xfrm>
            <a:custGeom>
              <a:avLst/>
              <a:gdLst/>
              <a:ahLst/>
              <a:cxnLst>
                <a:cxn ang="0">
                  <a:pos x="0" y="5"/>
                </a:cxn>
                <a:cxn ang="0">
                  <a:pos x="0" y="57"/>
                </a:cxn>
                <a:cxn ang="0">
                  <a:pos x="0" y="57"/>
                </a:cxn>
                <a:cxn ang="0">
                  <a:pos x="0" y="59"/>
                </a:cxn>
                <a:cxn ang="0">
                  <a:pos x="1" y="61"/>
                </a:cxn>
                <a:cxn ang="0">
                  <a:pos x="3" y="61"/>
                </a:cxn>
                <a:cxn ang="0">
                  <a:pos x="4" y="62"/>
                </a:cxn>
                <a:cxn ang="0">
                  <a:pos x="6" y="61"/>
                </a:cxn>
                <a:cxn ang="0">
                  <a:pos x="7" y="61"/>
                </a:cxn>
                <a:cxn ang="0">
                  <a:pos x="8" y="59"/>
                </a:cxn>
                <a:cxn ang="0">
                  <a:pos x="9" y="57"/>
                </a:cxn>
                <a:cxn ang="0">
                  <a:pos x="9" y="5"/>
                </a:cxn>
                <a:cxn ang="0">
                  <a:pos x="9" y="5"/>
                </a:cxn>
                <a:cxn ang="0">
                  <a:pos x="8" y="3"/>
                </a:cxn>
                <a:cxn ang="0">
                  <a:pos x="7" y="1"/>
                </a:cxn>
                <a:cxn ang="0">
                  <a:pos x="6" y="1"/>
                </a:cxn>
                <a:cxn ang="0">
                  <a:pos x="4" y="0"/>
                </a:cxn>
                <a:cxn ang="0">
                  <a:pos x="3" y="1"/>
                </a:cxn>
                <a:cxn ang="0">
                  <a:pos x="1" y="1"/>
                </a:cxn>
                <a:cxn ang="0">
                  <a:pos x="0" y="3"/>
                </a:cxn>
                <a:cxn ang="0">
                  <a:pos x="0" y="5"/>
                </a:cxn>
                <a:cxn ang="0">
                  <a:pos x="0" y="5"/>
                </a:cxn>
              </a:cxnLst>
              <a:rect l="0" t="0" r="r" b="b"/>
              <a:pathLst>
                <a:path w="9" h="62">
                  <a:moveTo>
                    <a:pt x="0" y="5"/>
                  </a:moveTo>
                  <a:lnTo>
                    <a:pt x="0" y="57"/>
                  </a:lnTo>
                  <a:lnTo>
                    <a:pt x="0" y="57"/>
                  </a:lnTo>
                  <a:lnTo>
                    <a:pt x="0" y="59"/>
                  </a:lnTo>
                  <a:lnTo>
                    <a:pt x="1" y="61"/>
                  </a:lnTo>
                  <a:lnTo>
                    <a:pt x="3" y="61"/>
                  </a:lnTo>
                  <a:lnTo>
                    <a:pt x="4" y="62"/>
                  </a:lnTo>
                  <a:lnTo>
                    <a:pt x="6" y="61"/>
                  </a:lnTo>
                  <a:lnTo>
                    <a:pt x="7" y="61"/>
                  </a:lnTo>
                  <a:lnTo>
                    <a:pt x="8" y="59"/>
                  </a:lnTo>
                  <a:lnTo>
                    <a:pt x="9" y="57"/>
                  </a:lnTo>
                  <a:lnTo>
                    <a:pt x="9" y="5"/>
                  </a:lnTo>
                  <a:lnTo>
                    <a:pt x="9" y="5"/>
                  </a:lnTo>
                  <a:lnTo>
                    <a:pt x="8" y="3"/>
                  </a:lnTo>
                  <a:lnTo>
                    <a:pt x="7" y="1"/>
                  </a:lnTo>
                  <a:lnTo>
                    <a:pt x="6" y="1"/>
                  </a:lnTo>
                  <a:lnTo>
                    <a:pt x="4" y="0"/>
                  </a:lnTo>
                  <a:lnTo>
                    <a:pt x="3" y="1"/>
                  </a:lnTo>
                  <a:lnTo>
                    <a:pt x="1"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7" name="Freeform 558"/>
            <p:cNvSpPr/>
            <p:nvPr/>
          </p:nvSpPr>
          <p:spPr bwMode="auto">
            <a:xfrm>
              <a:off x="5722938" y="2735263"/>
              <a:ext cx="7938" cy="31750"/>
            </a:xfrm>
            <a:custGeom>
              <a:avLst/>
              <a:gdLst/>
              <a:ahLst/>
              <a:cxnLst>
                <a:cxn ang="0">
                  <a:pos x="5" y="4"/>
                </a:cxn>
                <a:cxn ang="0">
                  <a:pos x="5" y="4"/>
                </a:cxn>
                <a:cxn ang="0">
                  <a:pos x="4" y="17"/>
                </a:cxn>
                <a:cxn ang="0">
                  <a:pos x="3" y="30"/>
                </a:cxn>
                <a:cxn ang="0">
                  <a:pos x="1" y="43"/>
                </a:cxn>
                <a:cxn ang="0">
                  <a:pos x="0" y="57"/>
                </a:cxn>
                <a:cxn ang="0">
                  <a:pos x="0" y="57"/>
                </a:cxn>
                <a:cxn ang="0">
                  <a:pos x="1" y="59"/>
                </a:cxn>
                <a:cxn ang="0">
                  <a:pos x="2" y="60"/>
                </a:cxn>
                <a:cxn ang="0">
                  <a:pos x="3" y="61"/>
                </a:cxn>
                <a:cxn ang="0">
                  <a:pos x="5" y="61"/>
                </a:cxn>
                <a:cxn ang="0">
                  <a:pos x="8" y="61"/>
                </a:cxn>
                <a:cxn ang="0">
                  <a:pos x="9" y="60"/>
                </a:cxn>
                <a:cxn ang="0">
                  <a:pos x="10" y="59"/>
                </a:cxn>
                <a:cxn ang="0">
                  <a:pos x="11" y="57"/>
                </a:cxn>
                <a:cxn ang="0">
                  <a:pos x="11" y="57"/>
                </a:cxn>
                <a:cxn ang="0">
                  <a:pos x="11" y="43"/>
                </a:cxn>
                <a:cxn ang="0">
                  <a:pos x="13" y="30"/>
                </a:cxn>
                <a:cxn ang="0">
                  <a:pos x="14" y="17"/>
                </a:cxn>
                <a:cxn ang="0">
                  <a:pos x="15" y="4"/>
                </a:cxn>
                <a:cxn ang="0">
                  <a:pos x="15" y="4"/>
                </a:cxn>
                <a:cxn ang="0">
                  <a:pos x="15" y="2"/>
                </a:cxn>
                <a:cxn ang="0">
                  <a:pos x="14" y="1"/>
                </a:cxn>
                <a:cxn ang="0">
                  <a:pos x="12" y="0"/>
                </a:cxn>
                <a:cxn ang="0">
                  <a:pos x="11" y="0"/>
                </a:cxn>
                <a:cxn ang="0">
                  <a:pos x="9" y="0"/>
                </a:cxn>
                <a:cxn ang="0">
                  <a:pos x="6" y="1"/>
                </a:cxn>
                <a:cxn ang="0">
                  <a:pos x="5" y="2"/>
                </a:cxn>
                <a:cxn ang="0">
                  <a:pos x="5" y="4"/>
                </a:cxn>
                <a:cxn ang="0">
                  <a:pos x="5" y="4"/>
                </a:cxn>
              </a:cxnLst>
              <a:rect l="0" t="0" r="r" b="b"/>
              <a:pathLst>
                <a:path w="15" h="61">
                  <a:moveTo>
                    <a:pt x="5" y="4"/>
                  </a:moveTo>
                  <a:lnTo>
                    <a:pt x="5" y="4"/>
                  </a:lnTo>
                  <a:lnTo>
                    <a:pt x="4" y="17"/>
                  </a:lnTo>
                  <a:lnTo>
                    <a:pt x="3" y="30"/>
                  </a:lnTo>
                  <a:lnTo>
                    <a:pt x="1" y="43"/>
                  </a:lnTo>
                  <a:lnTo>
                    <a:pt x="0" y="57"/>
                  </a:lnTo>
                  <a:lnTo>
                    <a:pt x="0" y="57"/>
                  </a:lnTo>
                  <a:lnTo>
                    <a:pt x="1" y="59"/>
                  </a:lnTo>
                  <a:lnTo>
                    <a:pt x="2" y="60"/>
                  </a:lnTo>
                  <a:lnTo>
                    <a:pt x="3" y="61"/>
                  </a:lnTo>
                  <a:lnTo>
                    <a:pt x="5" y="61"/>
                  </a:lnTo>
                  <a:lnTo>
                    <a:pt x="8" y="61"/>
                  </a:lnTo>
                  <a:lnTo>
                    <a:pt x="9" y="60"/>
                  </a:lnTo>
                  <a:lnTo>
                    <a:pt x="10" y="59"/>
                  </a:lnTo>
                  <a:lnTo>
                    <a:pt x="11" y="57"/>
                  </a:lnTo>
                  <a:lnTo>
                    <a:pt x="11" y="57"/>
                  </a:lnTo>
                  <a:lnTo>
                    <a:pt x="11" y="43"/>
                  </a:lnTo>
                  <a:lnTo>
                    <a:pt x="13" y="30"/>
                  </a:lnTo>
                  <a:lnTo>
                    <a:pt x="14" y="17"/>
                  </a:lnTo>
                  <a:lnTo>
                    <a:pt x="15" y="4"/>
                  </a:lnTo>
                  <a:lnTo>
                    <a:pt x="15" y="4"/>
                  </a:lnTo>
                  <a:lnTo>
                    <a:pt x="15" y="2"/>
                  </a:lnTo>
                  <a:lnTo>
                    <a:pt x="14" y="1"/>
                  </a:lnTo>
                  <a:lnTo>
                    <a:pt x="12" y="0"/>
                  </a:lnTo>
                  <a:lnTo>
                    <a:pt x="11" y="0"/>
                  </a:lnTo>
                  <a:lnTo>
                    <a:pt x="9" y="0"/>
                  </a:lnTo>
                  <a:lnTo>
                    <a:pt x="6" y="1"/>
                  </a:lnTo>
                  <a:lnTo>
                    <a:pt x="5" y="2"/>
                  </a:lnTo>
                  <a:lnTo>
                    <a:pt x="5" y="4"/>
                  </a:lnTo>
                  <a:lnTo>
                    <a:pt x="5"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8" name="Freeform 559"/>
            <p:cNvSpPr/>
            <p:nvPr/>
          </p:nvSpPr>
          <p:spPr bwMode="auto">
            <a:xfrm>
              <a:off x="5740401" y="2724150"/>
              <a:ext cx="4763" cy="30163"/>
            </a:xfrm>
            <a:custGeom>
              <a:avLst/>
              <a:gdLst/>
              <a:ahLst/>
              <a:cxnLst>
                <a:cxn ang="0">
                  <a:pos x="0" y="5"/>
                </a:cxn>
                <a:cxn ang="0">
                  <a:pos x="0" y="53"/>
                </a:cxn>
                <a:cxn ang="0">
                  <a:pos x="0" y="53"/>
                </a:cxn>
                <a:cxn ang="0">
                  <a:pos x="0" y="55"/>
                </a:cxn>
                <a:cxn ang="0">
                  <a:pos x="1" y="56"/>
                </a:cxn>
                <a:cxn ang="0">
                  <a:pos x="2" y="57"/>
                </a:cxn>
                <a:cxn ang="0">
                  <a:pos x="4" y="57"/>
                </a:cxn>
                <a:cxn ang="0">
                  <a:pos x="7" y="57"/>
                </a:cxn>
                <a:cxn ang="0">
                  <a:pos x="8" y="56"/>
                </a:cxn>
                <a:cxn ang="0">
                  <a:pos x="9" y="55"/>
                </a:cxn>
                <a:cxn ang="0">
                  <a:pos x="10" y="53"/>
                </a:cxn>
                <a:cxn ang="0">
                  <a:pos x="10" y="5"/>
                </a:cxn>
                <a:cxn ang="0">
                  <a:pos x="10" y="5"/>
                </a:cxn>
                <a:cxn ang="0">
                  <a:pos x="9" y="3"/>
                </a:cxn>
                <a:cxn ang="0">
                  <a:pos x="8" y="2"/>
                </a:cxn>
                <a:cxn ang="0">
                  <a:pos x="7" y="1"/>
                </a:cxn>
                <a:cxn ang="0">
                  <a:pos x="4" y="0"/>
                </a:cxn>
                <a:cxn ang="0">
                  <a:pos x="2" y="1"/>
                </a:cxn>
                <a:cxn ang="0">
                  <a:pos x="1" y="2"/>
                </a:cxn>
                <a:cxn ang="0">
                  <a:pos x="0" y="3"/>
                </a:cxn>
                <a:cxn ang="0">
                  <a:pos x="0" y="5"/>
                </a:cxn>
                <a:cxn ang="0">
                  <a:pos x="0" y="5"/>
                </a:cxn>
              </a:cxnLst>
              <a:rect l="0" t="0" r="r" b="b"/>
              <a:pathLst>
                <a:path w="10" h="57">
                  <a:moveTo>
                    <a:pt x="0" y="5"/>
                  </a:moveTo>
                  <a:lnTo>
                    <a:pt x="0" y="53"/>
                  </a:lnTo>
                  <a:lnTo>
                    <a:pt x="0" y="53"/>
                  </a:lnTo>
                  <a:lnTo>
                    <a:pt x="0" y="55"/>
                  </a:lnTo>
                  <a:lnTo>
                    <a:pt x="1" y="56"/>
                  </a:lnTo>
                  <a:lnTo>
                    <a:pt x="2" y="57"/>
                  </a:lnTo>
                  <a:lnTo>
                    <a:pt x="4" y="57"/>
                  </a:lnTo>
                  <a:lnTo>
                    <a:pt x="7" y="57"/>
                  </a:lnTo>
                  <a:lnTo>
                    <a:pt x="8" y="56"/>
                  </a:lnTo>
                  <a:lnTo>
                    <a:pt x="9" y="55"/>
                  </a:lnTo>
                  <a:lnTo>
                    <a:pt x="10" y="53"/>
                  </a:lnTo>
                  <a:lnTo>
                    <a:pt x="10" y="5"/>
                  </a:lnTo>
                  <a:lnTo>
                    <a:pt x="10" y="5"/>
                  </a:lnTo>
                  <a:lnTo>
                    <a:pt x="9" y="3"/>
                  </a:lnTo>
                  <a:lnTo>
                    <a:pt x="8" y="2"/>
                  </a:lnTo>
                  <a:lnTo>
                    <a:pt x="7" y="1"/>
                  </a:lnTo>
                  <a:lnTo>
                    <a:pt x="4" y="0"/>
                  </a:lnTo>
                  <a:lnTo>
                    <a:pt x="2" y="1"/>
                  </a:lnTo>
                  <a:lnTo>
                    <a:pt x="1" y="2"/>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9" name="Freeform 560"/>
            <p:cNvSpPr/>
            <p:nvPr/>
          </p:nvSpPr>
          <p:spPr bwMode="auto">
            <a:xfrm>
              <a:off x="5762626" y="2697163"/>
              <a:ext cx="4763" cy="30163"/>
            </a:xfrm>
            <a:custGeom>
              <a:avLst/>
              <a:gdLst/>
              <a:ahLst/>
              <a:cxnLst>
                <a:cxn ang="0">
                  <a:pos x="0" y="4"/>
                </a:cxn>
                <a:cxn ang="0">
                  <a:pos x="0" y="51"/>
                </a:cxn>
                <a:cxn ang="0">
                  <a:pos x="0" y="51"/>
                </a:cxn>
                <a:cxn ang="0">
                  <a:pos x="0" y="53"/>
                </a:cxn>
                <a:cxn ang="0">
                  <a:pos x="1" y="55"/>
                </a:cxn>
                <a:cxn ang="0">
                  <a:pos x="3" y="55"/>
                </a:cxn>
                <a:cxn ang="0">
                  <a:pos x="4" y="56"/>
                </a:cxn>
                <a:cxn ang="0">
                  <a:pos x="6" y="55"/>
                </a:cxn>
                <a:cxn ang="0">
                  <a:pos x="8" y="55"/>
                </a:cxn>
                <a:cxn ang="0">
                  <a:pos x="9" y="53"/>
                </a:cxn>
                <a:cxn ang="0">
                  <a:pos x="9" y="51"/>
                </a:cxn>
                <a:cxn ang="0">
                  <a:pos x="9" y="4"/>
                </a:cxn>
                <a:cxn ang="0">
                  <a:pos x="9" y="4"/>
                </a:cxn>
                <a:cxn ang="0">
                  <a:pos x="9" y="2"/>
                </a:cxn>
                <a:cxn ang="0">
                  <a:pos x="8" y="1"/>
                </a:cxn>
                <a:cxn ang="0">
                  <a:pos x="6" y="0"/>
                </a:cxn>
                <a:cxn ang="0">
                  <a:pos x="4" y="0"/>
                </a:cxn>
                <a:cxn ang="0">
                  <a:pos x="3" y="0"/>
                </a:cxn>
                <a:cxn ang="0">
                  <a:pos x="1" y="1"/>
                </a:cxn>
                <a:cxn ang="0">
                  <a:pos x="0" y="2"/>
                </a:cxn>
                <a:cxn ang="0">
                  <a:pos x="0" y="4"/>
                </a:cxn>
                <a:cxn ang="0">
                  <a:pos x="0" y="4"/>
                </a:cxn>
              </a:cxnLst>
              <a:rect l="0" t="0" r="r" b="b"/>
              <a:pathLst>
                <a:path w="9" h="56">
                  <a:moveTo>
                    <a:pt x="0" y="4"/>
                  </a:moveTo>
                  <a:lnTo>
                    <a:pt x="0" y="51"/>
                  </a:lnTo>
                  <a:lnTo>
                    <a:pt x="0" y="51"/>
                  </a:lnTo>
                  <a:lnTo>
                    <a:pt x="0" y="53"/>
                  </a:lnTo>
                  <a:lnTo>
                    <a:pt x="1" y="55"/>
                  </a:lnTo>
                  <a:lnTo>
                    <a:pt x="3" y="55"/>
                  </a:lnTo>
                  <a:lnTo>
                    <a:pt x="4" y="56"/>
                  </a:lnTo>
                  <a:lnTo>
                    <a:pt x="6" y="55"/>
                  </a:lnTo>
                  <a:lnTo>
                    <a:pt x="8" y="55"/>
                  </a:lnTo>
                  <a:lnTo>
                    <a:pt x="9" y="53"/>
                  </a:lnTo>
                  <a:lnTo>
                    <a:pt x="9" y="51"/>
                  </a:lnTo>
                  <a:lnTo>
                    <a:pt x="9" y="4"/>
                  </a:lnTo>
                  <a:lnTo>
                    <a:pt x="9" y="4"/>
                  </a:lnTo>
                  <a:lnTo>
                    <a:pt x="9" y="2"/>
                  </a:lnTo>
                  <a:lnTo>
                    <a:pt x="8" y="1"/>
                  </a:lnTo>
                  <a:lnTo>
                    <a:pt x="6" y="0"/>
                  </a:lnTo>
                  <a:lnTo>
                    <a:pt x="4" y="0"/>
                  </a:lnTo>
                  <a:lnTo>
                    <a:pt x="3" y="0"/>
                  </a:lnTo>
                  <a:lnTo>
                    <a:pt x="1" y="1"/>
                  </a:lnTo>
                  <a:lnTo>
                    <a:pt x="0" y="2"/>
                  </a:lnTo>
                  <a:lnTo>
                    <a:pt x="0" y="4"/>
                  </a:lnTo>
                  <a:lnTo>
                    <a:pt x="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0" name="Freeform 561"/>
            <p:cNvSpPr/>
            <p:nvPr/>
          </p:nvSpPr>
          <p:spPr bwMode="auto">
            <a:xfrm>
              <a:off x="5778501" y="2689225"/>
              <a:ext cx="4763" cy="33338"/>
            </a:xfrm>
            <a:custGeom>
              <a:avLst/>
              <a:gdLst/>
              <a:ahLst/>
              <a:cxnLst>
                <a:cxn ang="0">
                  <a:pos x="0" y="5"/>
                </a:cxn>
                <a:cxn ang="0">
                  <a:pos x="0" y="57"/>
                </a:cxn>
                <a:cxn ang="0">
                  <a:pos x="0" y="57"/>
                </a:cxn>
                <a:cxn ang="0">
                  <a:pos x="1" y="59"/>
                </a:cxn>
                <a:cxn ang="0">
                  <a:pos x="2" y="60"/>
                </a:cxn>
                <a:cxn ang="0">
                  <a:pos x="3" y="61"/>
                </a:cxn>
                <a:cxn ang="0">
                  <a:pos x="5" y="62"/>
                </a:cxn>
                <a:cxn ang="0">
                  <a:pos x="7" y="61"/>
                </a:cxn>
                <a:cxn ang="0">
                  <a:pos x="8" y="60"/>
                </a:cxn>
                <a:cxn ang="0">
                  <a:pos x="9" y="59"/>
                </a:cxn>
                <a:cxn ang="0">
                  <a:pos x="10" y="57"/>
                </a:cxn>
                <a:cxn ang="0">
                  <a:pos x="10" y="5"/>
                </a:cxn>
                <a:cxn ang="0">
                  <a:pos x="10" y="5"/>
                </a:cxn>
                <a:cxn ang="0">
                  <a:pos x="9" y="3"/>
                </a:cxn>
                <a:cxn ang="0">
                  <a:pos x="8" y="1"/>
                </a:cxn>
                <a:cxn ang="0">
                  <a:pos x="7" y="0"/>
                </a:cxn>
                <a:cxn ang="0">
                  <a:pos x="5" y="0"/>
                </a:cxn>
                <a:cxn ang="0">
                  <a:pos x="3" y="0"/>
                </a:cxn>
                <a:cxn ang="0">
                  <a:pos x="2" y="1"/>
                </a:cxn>
                <a:cxn ang="0">
                  <a:pos x="1" y="3"/>
                </a:cxn>
                <a:cxn ang="0">
                  <a:pos x="0" y="5"/>
                </a:cxn>
                <a:cxn ang="0">
                  <a:pos x="0" y="5"/>
                </a:cxn>
              </a:cxnLst>
              <a:rect l="0" t="0" r="r" b="b"/>
              <a:pathLst>
                <a:path w="10" h="62">
                  <a:moveTo>
                    <a:pt x="0" y="5"/>
                  </a:moveTo>
                  <a:lnTo>
                    <a:pt x="0" y="57"/>
                  </a:lnTo>
                  <a:lnTo>
                    <a:pt x="0" y="57"/>
                  </a:lnTo>
                  <a:lnTo>
                    <a:pt x="1" y="59"/>
                  </a:lnTo>
                  <a:lnTo>
                    <a:pt x="2" y="60"/>
                  </a:lnTo>
                  <a:lnTo>
                    <a:pt x="3" y="61"/>
                  </a:lnTo>
                  <a:lnTo>
                    <a:pt x="5" y="62"/>
                  </a:lnTo>
                  <a:lnTo>
                    <a:pt x="7" y="61"/>
                  </a:lnTo>
                  <a:lnTo>
                    <a:pt x="8" y="60"/>
                  </a:lnTo>
                  <a:lnTo>
                    <a:pt x="9" y="59"/>
                  </a:lnTo>
                  <a:lnTo>
                    <a:pt x="10" y="57"/>
                  </a:lnTo>
                  <a:lnTo>
                    <a:pt x="10" y="5"/>
                  </a:lnTo>
                  <a:lnTo>
                    <a:pt x="10" y="5"/>
                  </a:lnTo>
                  <a:lnTo>
                    <a:pt x="9" y="3"/>
                  </a:lnTo>
                  <a:lnTo>
                    <a:pt x="8" y="1"/>
                  </a:lnTo>
                  <a:lnTo>
                    <a:pt x="7" y="0"/>
                  </a:lnTo>
                  <a:lnTo>
                    <a:pt x="5" y="0"/>
                  </a:lnTo>
                  <a:lnTo>
                    <a:pt x="3" y="0"/>
                  </a:lnTo>
                  <a:lnTo>
                    <a:pt x="2" y="1"/>
                  </a:lnTo>
                  <a:lnTo>
                    <a:pt x="1"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1" name="Freeform 562"/>
            <p:cNvSpPr/>
            <p:nvPr/>
          </p:nvSpPr>
          <p:spPr bwMode="auto">
            <a:xfrm>
              <a:off x="5795963" y="2670175"/>
              <a:ext cx="6350" cy="30163"/>
            </a:xfrm>
            <a:custGeom>
              <a:avLst/>
              <a:gdLst/>
              <a:ahLst/>
              <a:cxnLst>
                <a:cxn ang="0">
                  <a:pos x="9" y="5"/>
                </a:cxn>
                <a:cxn ang="0">
                  <a:pos x="9" y="5"/>
                </a:cxn>
                <a:cxn ang="0">
                  <a:pos x="8" y="3"/>
                </a:cxn>
                <a:cxn ang="0">
                  <a:pos x="7" y="2"/>
                </a:cxn>
                <a:cxn ang="0">
                  <a:pos x="6" y="1"/>
                </a:cxn>
                <a:cxn ang="0">
                  <a:pos x="4" y="0"/>
                </a:cxn>
                <a:cxn ang="0">
                  <a:pos x="2" y="1"/>
                </a:cxn>
                <a:cxn ang="0">
                  <a:pos x="1" y="2"/>
                </a:cxn>
                <a:cxn ang="0">
                  <a:pos x="0" y="3"/>
                </a:cxn>
                <a:cxn ang="0">
                  <a:pos x="0" y="5"/>
                </a:cxn>
                <a:cxn ang="0">
                  <a:pos x="0" y="5"/>
                </a:cxn>
                <a:cxn ang="0">
                  <a:pos x="1" y="14"/>
                </a:cxn>
                <a:cxn ang="0">
                  <a:pos x="4" y="25"/>
                </a:cxn>
                <a:cxn ang="0">
                  <a:pos x="4" y="25"/>
                </a:cxn>
                <a:cxn ang="0">
                  <a:pos x="5" y="31"/>
                </a:cxn>
                <a:cxn ang="0">
                  <a:pos x="5" y="38"/>
                </a:cxn>
                <a:cxn ang="0">
                  <a:pos x="4" y="53"/>
                </a:cxn>
                <a:cxn ang="0">
                  <a:pos x="4" y="53"/>
                </a:cxn>
                <a:cxn ang="0">
                  <a:pos x="5" y="55"/>
                </a:cxn>
                <a:cxn ang="0">
                  <a:pos x="6" y="56"/>
                </a:cxn>
                <a:cxn ang="0">
                  <a:pos x="7" y="57"/>
                </a:cxn>
                <a:cxn ang="0">
                  <a:pos x="9" y="57"/>
                </a:cxn>
                <a:cxn ang="0">
                  <a:pos x="10" y="57"/>
                </a:cxn>
                <a:cxn ang="0">
                  <a:pos x="12" y="56"/>
                </a:cxn>
                <a:cxn ang="0">
                  <a:pos x="13" y="55"/>
                </a:cxn>
                <a:cxn ang="0">
                  <a:pos x="13" y="53"/>
                </a:cxn>
                <a:cxn ang="0">
                  <a:pos x="13" y="29"/>
                </a:cxn>
                <a:cxn ang="0">
                  <a:pos x="13" y="29"/>
                </a:cxn>
                <a:cxn ang="0">
                  <a:pos x="13" y="23"/>
                </a:cxn>
                <a:cxn ang="0">
                  <a:pos x="11" y="16"/>
                </a:cxn>
                <a:cxn ang="0">
                  <a:pos x="10" y="11"/>
                </a:cxn>
                <a:cxn ang="0">
                  <a:pos x="9" y="5"/>
                </a:cxn>
                <a:cxn ang="0">
                  <a:pos x="9" y="5"/>
                </a:cxn>
              </a:cxnLst>
              <a:rect l="0" t="0" r="r" b="b"/>
              <a:pathLst>
                <a:path w="13" h="57">
                  <a:moveTo>
                    <a:pt x="9" y="5"/>
                  </a:moveTo>
                  <a:lnTo>
                    <a:pt x="9" y="5"/>
                  </a:lnTo>
                  <a:lnTo>
                    <a:pt x="8" y="3"/>
                  </a:lnTo>
                  <a:lnTo>
                    <a:pt x="7" y="2"/>
                  </a:lnTo>
                  <a:lnTo>
                    <a:pt x="6" y="1"/>
                  </a:lnTo>
                  <a:lnTo>
                    <a:pt x="4" y="0"/>
                  </a:lnTo>
                  <a:lnTo>
                    <a:pt x="2" y="1"/>
                  </a:lnTo>
                  <a:lnTo>
                    <a:pt x="1" y="2"/>
                  </a:lnTo>
                  <a:lnTo>
                    <a:pt x="0" y="3"/>
                  </a:lnTo>
                  <a:lnTo>
                    <a:pt x="0" y="5"/>
                  </a:lnTo>
                  <a:lnTo>
                    <a:pt x="0" y="5"/>
                  </a:lnTo>
                  <a:lnTo>
                    <a:pt x="1" y="14"/>
                  </a:lnTo>
                  <a:lnTo>
                    <a:pt x="4" y="25"/>
                  </a:lnTo>
                  <a:lnTo>
                    <a:pt x="4" y="25"/>
                  </a:lnTo>
                  <a:lnTo>
                    <a:pt x="5" y="31"/>
                  </a:lnTo>
                  <a:lnTo>
                    <a:pt x="5" y="38"/>
                  </a:lnTo>
                  <a:lnTo>
                    <a:pt x="4" y="53"/>
                  </a:lnTo>
                  <a:lnTo>
                    <a:pt x="4" y="53"/>
                  </a:lnTo>
                  <a:lnTo>
                    <a:pt x="5" y="55"/>
                  </a:lnTo>
                  <a:lnTo>
                    <a:pt x="6" y="56"/>
                  </a:lnTo>
                  <a:lnTo>
                    <a:pt x="7" y="57"/>
                  </a:lnTo>
                  <a:lnTo>
                    <a:pt x="9" y="57"/>
                  </a:lnTo>
                  <a:lnTo>
                    <a:pt x="10" y="57"/>
                  </a:lnTo>
                  <a:lnTo>
                    <a:pt x="12" y="56"/>
                  </a:lnTo>
                  <a:lnTo>
                    <a:pt x="13" y="55"/>
                  </a:lnTo>
                  <a:lnTo>
                    <a:pt x="13" y="53"/>
                  </a:lnTo>
                  <a:lnTo>
                    <a:pt x="13" y="29"/>
                  </a:lnTo>
                  <a:lnTo>
                    <a:pt x="13" y="29"/>
                  </a:lnTo>
                  <a:lnTo>
                    <a:pt x="13" y="23"/>
                  </a:lnTo>
                  <a:lnTo>
                    <a:pt x="11" y="16"/>
                  </a:lnTo>
                  <a:lnTo>
                    <a:pt x="10" y="11"/>
                  </a:lnTo>
                  <a:lnTo>
                    <a:pt x="9" y="5"/>
                  </a:lnTo>
                  <a:lnTo>
                    <a:pt x="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2" name="Freeform 563"/>
            <p:cNvSpPr/>
            <p:nvPr/>
          </p:nvSpPr>
          <p:spPr bwMode="auto">
            <a:xfrm>
              <a:off x="5291138" y="2278063"/>
              <a:ext cx="12700" cy="30163"/>
            </a:xfrm>
            <a:custGeom>
              <a:avLst/>
              <a:gdLst/>
              <a:ahLst/>
              <a:cxnLst>
                <a:cxn ang="0">
                  <a:pos x="16" y="2"/>
                </a:cxn>
                <a:cxn ang="0">
                  <a:pos x="16" y="2"/>
                </a:cxn>
                <a:cxn ang="0">
                  <a:pos x="12" y="8"/>
                </a:cxn>
                <a:cxn ang="0">
                  <a:pos x="9" y="13"/>
                </a:cxn>
                <a:cxn ang="0">
                  <a:pos x="5" y="19"/>
                </a:cxn>
                <a:cxn ang="0">
                  <a:pos x="3" y="26"/>
                </a:cxn>
                <a:cxn ang="0">
                  <a:pos x="1" y="40"/>
                </a:cxn>
                <a:cxn ang="0">
                  <a:pos x="0" y="53"/>
                </a:cxn>
                <a:cxn ang="0">
                  <a:pos x="0" y="53"/>
                </a:cxn>
                <a:cxn ang="0">
                  <a:pos x="0" y="55"/>
                </a:cxn>
                <a:cxn ang="0">
                  <a:pos x="1" y="56"/>
                </a:cxn>
                <a:cxn ang="0">
                  <a:pos x="3" y="57"/>
                </a:cxn>
                <a:cxn ang="0">
                  <a:pos x="4" y="57"/>
                </a:cxn>
                <a:cxn ang="0">
                  <a:pos x="7" y="57"/>
                </a:cxn>
                <a:cxn ang="0">
                  <a:pos x="9" y="56"/>
                </a:cxn>
                <a:cxn ang="0">
                  <a:pos x="10" y="55"/>
                </a:cxn>
                <a:cxn ang="0">
                  <a:pos x="10" y="53"/>
                </a:cxn>
                <a:cxn ang="0">
                  <a:pos x="10" y="53"/>
                </a:cxn>
                <a:cxn ang="0">
                  <a:pos x="11" y="42"/>
                </a:cxn>
                <a:cxn ang="0">
                  <a:pos x="13" y="29"/>
                </a:cxn>
                <a:cxn ang="0">
                  <a:pos x="14" y="24"/>
                </a:cxn>
                <a:cxn ang="0">
                  <a:pos x="17" y="18"/>
                </a:cxn>
                <a:cxn ang="0">
                  <a:pos x="19" y="13"/>
                </a:cxn>
                <a:cxn ang="0">
                  <a:pos x="23" y="9"/>
                </a:cxn>
                <a:cxn ang="0">
                  <a:pos x="23" y="9"/>
                </a:cxn>
                <a:cxn ang="0">
                  <a:pos x="24" y="7"/>
                </a:cxn>
                <a:cxn ang="0">
                  <a:pos x="24" y="5"/>
                </a:cxn>
                <a:cxn ang="0">
                  <a:pos x="23" y="3"/>
                </a:cxn>
                <a:cxn ang="0">
                  <a:pos x="22" y="2"/>
                </a:cxn>
                <a:cxn ang="0">
                  <a:pos x="21" y="1"/>
                </a:cxn>
                <a:cxn ang="0">
                  <a:pos x="19" y="0"/>
                </a:cxn>
                <a:cxn ang="0">
                  <a:pos x="18" y="0"/>
                </a:cxn>
                <a:cxn ang="0">
                  <a:pos x="16" y="2"/>
                </a:cxn>
                <a:cxn ang="0">
                  <a:pos x="16" y="2"/>
                </a:cxn>
              </a:cxnLst>
              <a:rect l="0" t="0" r="r" b="b"/>
              <a:pathLst>
                <a:path w="24" h="57">
                  <a:moveTo>
                    <a:pt x="16" y="2"/>
                  </a:moveTo>
                  <a:lnTo>
                    <a:pt x="16" y="2"/>
                  </a:lnTo>
                  <a:lnTo>
                    <a:pt x="12" y="8"/>
                  </a:lnTo>
                  <a:lnTo>
                    <a:pt x="9" y="13"/>
                  </a:lnTo>
                  <a:lnTo>
                    <a:pt x="5" y="19"/>
                  </a:lnTo>
                  <a:lnTo>
                    <a:pt x="3" y="26"/>
                  </a:lnTo>
                  <a:lnTo>
                    <a:pt x="1" y="40"/>
                  </a:lnTo>
                  <a:lnTo>
                    <a:pt x="0" y="53"/>
                  </a:lnTo>
                  <a:lnTo>
                    <a:pt x="0" y="53"/>
                  </a:lnTo>
                  <a:lnTo>
                    <a:pt x="0" y="55"/>
                  </a:lnTo>
                  <a:lnTo>
                    <a:pt x="1" y="56"/>
                  </a:lnTo>
                  <a:lnTo>
                    <a:pt x="3" y="57"/>
                  </a:lnTo>
                  <a:lnTo>
                    <a:pt x="4" y="57"/>
                  </a:lnTo>
                  <a:lnTo>
                    <a:pt x="7" y="57"/>
                  </a:lnTo>
                  <a:lnTo>
                    <a:pt x="9" y="56"/>
                  </a:lnTo>
                  <a:lnTo>
                    <a:pt x="10" y="55"/>
                  </a:lnTo>
                  <a:lnTo>
                    <a:pt x="10" y="53"/>
                  </a:lnTo>
                  <a:lnTo>
                    <a:pt x="10" y="53"/>
                  </a:lnTo>
                  <a:lnTo>
                    <a:pt x="11" y="42"/>
                  </a:lnTo>
                  <a:lnTo>
                    <a:pt x="13" y="29"/>
                  </a:lnTo>
                  <a:lnTo>
                    <a:pt x="14" y="24"/>
                  </a:lnTo>
                  <a:lnTo>
                    <a:pt x="17" y="18"/>
                  </a:lnTo>
                  <a:lnTo>
                    <a:pt x="19" y="13"/>
                  </a:lnTo>
                  <a:lnTo>
                    <a:pt x="23" y="9"/>
                  </a:lnTo>
                  <a:lnTo>
                    <a:pt x="23" y="9"/>
                  </a:lnTo>
                  <a:lnTo>
                    <a:pt x="24" y="7"/>
                  </a:lnTo>
                  <a:lnTo>
                    <a:pt x="24" y="5"/>
                  </a:lnTo>
                  <a:lnTo>
                    <a:pt x="23" y="3"/>
                  </a:lnTo>
                  <a:lnTo>
                    <a:pt x="22" y="2"/>
                  </a:lnTo>
                  <a:lnTo>
                    <a:pt x="21" y="1"/>
                  </a:lnTo>
                  <a:lnTo>
                    <a:pt x="19" y="0"/>
                  </a:lnTo>
                  <a:lnTo>
                    <a:pt x="18" y="0"/>
                  </a:lnTo>
                  <a:lnTo>
                    <a:pt x="16" y="2"/>
                  </a:lnTo>
                  <a:lnTo>
                    <a:pt x="16"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3" name="Freeform 564"/>
            <p:cNvSpPr/>
            <p:nvPr/>
          </p:nvSpPr>
          <p:spPr bwMode="auto">
            <a:xfrm>
              <a:off x="5321301" y="2251075"/>
              <a:ext cx="7938" cy="26988"/>
            </a:xfrm>
            <a:custGeom>
              <a:avLst/>
              <a:gdLst/>
              <a:ahLst/>
              <a:cxnLst>
                <a:cxn ang="0">
                  <a:pos x="5" y="4"/>
                </a:cxn>
                <a:cxn ang="0">
                  <a:pos x="5" y="4"/>
                </a:cxn>
                <a:cxn ang="0">
                  <a:pos x="4" y="15"/>
                </a:cxn>
                <a:cxn ang="0">
                  <a:pos x="2" y="25"/>
                </a:cxn>
                <a:cxn ang="0">
                  <a:pos x="1" y="36"/>
                </a:cxn>
                <a:cxn ang="0">
                  <a:pos x="0" y="47"/>
                </a:cxn>
                <a:cxn ang="0">
                  <a:pos x="0" y="47"/>
                </a:cxn>
                <a:cxn ang="0">
                  <a:pos x="0" y="49"/>
                </a:cxn>
                <a:cxn ang="0">
                  <a:pos x="1" y="50"/>
                </a:cxn>
                <a:cxn ang="0">
                  <a:pos x="3" y="51"/>
                </a:cxn>
                <a:cxn ang="0">
                  <a:pos x="4" y="51"/>
                </a:cxn>
                <a:cxn ang="0">
                  <a:pos x="6" y="51"/>
                </a:cxn>
                <a:cxn ang="0">
                  <a:pos x="8" y="50"/>
                </a:cxn>
                <a:cxn ang="0">
                  <a:pos x="9" y="49"/>
                </a:cxn>
                <a:cxn ang="0">
                  <a:pos x="9" y="47"/>
                </a:cxn>
                <a:cxn ang="0">
                  <a:pos x="9" y="47"/>
                </a:cxn>
                <a:cxn ang="0">
                  <a:pos x="10" y="36"/>
                </a:cxn>
                <a:cxn ang="0">
                  <a:pos x="11" y="25"/>
                </a:cxn>
                <a:cxn ang="0">
                  <a:pos x="14" y="15"/>
                </a:cxn>
                <a:cxn ang="0">
                  <a:pos x="15" y="4"/>
                </a:cxn>
                <a:cxn ang="0">
                  <a:pos x="15" y="4"/>
                </a:cxn>
                <a:cxn ang="0">
                  <a:pos x="14" y="2"/>
                </a:cxn>
                <a:cxn ang="0">
                  <a:pos x="13" y="1"/>
                </a:cxn>
                <a:cxn ang="0">
                  <a:pos x="11" y="0"/>
                </a:cxn>
                <a:cxn ang="0">
                  <a:pos x="9" y="0"/>
                </a:cxn>
                <a:cxn ang="0">
                  <a:pos x="8" y="0"/>
                </a:cxn>
                <a:cxn ang="0">
                  <a:pos x="6" y="1"/>
                </a:cxn>
                <a:cxn ang="0">
                  <a:pos x="5" y="2"/>
                </a:cxn>
                <a:cxn ang="0">
                  <a:pos x="5" y="4"/>
                </a:cxn>
                <a:cxn ang="0">
                  <a:pos x="5" y="4"/>
                </a:cxn>
              </a:cxnLst>
              <a:rect l="0" t="0" r="r" b="b"/>
              <a:pathLst>
                <a:path w="15" h="51">
                  <a:moveTo>
                    <a:pt x="5" y="4"/>
                  </a:moveTo>
                  <a:lnTo>
                    <a:pt x="5" y="4"/>
                  </a:lnTo>
                  <a:lnTo>
                    <a:pt x="4" y="15"/>
                  </a:lnTo>
                  <a:lnTo>
                    <a:pt x="2" y="25"/>
                  </a:lnTo>
                  <a:lnTo>
                    <a:pt x="1" y="36"/>
                  </a:lnTo>
                  <a:lnTo>
                    <a:pt x="0" y="47"/>
                  </a:lnTo>
                  <a:lnTo>
                    <a:pt x="0" y="47"/>
                  </a:lnTo>
                  <a:lnTo>
                    <a:pt x="0" y="49"/>
                  </a:lnTo>
                  <a:lnTo>
                    <a:pt x="1" y="50"/>
                  </a:lnTo>
                  <a:lnTo>
                    <a:pt x="3" y="51"/>
                  </a:lnTo>
                  <a:lnTo>
                    <a:pt x="4" y="51"/>
                  </a:lnTo>
                  <a:lnTo>
                    <a:pt x="6" y="51"/>
                  </a:lnTo>
                  <a:lnTo>
                    <a:pt x="8" y="50"/>
                  </a:lnTo>
                  <a:lnTo>
                    <a:pt x="9" y="49"/>
                  </a:lnTo>
                  <a:lnTo>
                    <a:pt x="9" y="47"/>
                  </a:lnTo>
                  <a:lnTo>
                    <a:pt x="9" y="47"/>
                  </a:lnTo>
                  <a:lnTo>
                    <a:pt x="10" y="36"/>
                  </a:lnTo>
                  <a:lnTo>
                    <a:pt x="11" y="25"/>
                  </a:lnTo>
                  <a:lnTo>
                    <a:pt x="14" y="15"/>
                  </a:lnTo>
                  <a:lnTo>
                    <a:pt x="15" y="4"/>
                  </a:lnTo>
                  <a:lnTo>
                    <a:pt x="15" y="4"/>
                  </a:lnTo>
                  <a:lnTo>
                    <a:pt x="14" y="2"/>
                  </a:lnTo>
                  <a:lnTo>
                    <a:pt x="13" y="1"/>
                  </a:lnTo>
                  <a:lnTo>
                    <a:pt x="11" y="0"/>
                  </a:lnTo>
                  <a:lnTo>
                    <a:pt x="9" y="0"/>
                  </a:lnTo>
                  <a:lnTo>
                    <a:pt x="8" y="0"/>
                  </a:lnTo>
                  <a:lnTo>
                    <a:pt x="6" y="1"/>
                  </a:lnTo>
                  <a:lnTo>
                    <a:pt x="5" y="2"/>
                  </a:lnTo>
                  <a:lnTo>
                    <a:pt x="5" y="4"/>
                  </a:lnTo>
                  <a:lnTo>
                    <a:pt x="5"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4" name="Freeform 565"/>
            <p:cNvSpPr/>
            <p:nvPr/>
          </p:nvSpPr>
          <p:spPr bwMode="auto">
            <a:xfrm>
              <a:off x="5351463" y="2217738"/>
              <a:ext cx="9525" cy="26988"/>
            </a:xfrm>
            <a:custGeom>
              <a:avLst/>
              <a:gdLst/>
              <a:ahLst/>
              <a:cxnLst>
                <a:cxn ang="0">
                  <a:pos x="11" y="1"/>
                </a:cxn>
                <a:cxn ang="0">
                  <a:pos x="11" y="1"/>
                </a:cxn>
                <a:cxn ang="0">
                  <a:pos x="8" y="6"/>
                </a:cxn>
                <a:cxn ang="0">
                  <a:pos x="6" y="11"/>
                </a:cxn>
                <a:cxn ang="0">
                  <a:pos x="5" y="16"/>
                </a:cxn>
                <a:cxn ang="0">
                  <a:pos x="5" y="22"/>
                </a:cxn>
                <a:cxn ang="0">
                  <a:pos x="5" y="22"/>
                </a:cxn>
                <a:cxn ang="0">
                  <a:pos x="4" y="24"/>
                </a:cxn>
                <a:cxn ang="0">
                  <a:pos x="3" y="28"/>
                </a:cxn>
                <a:cxn ang="0">
                  <a:pos x="1" y="34"/>
                </a:cxn>
                <a:cxn ang="0">
                  <a:pos x="1" y="34"/>
                </a:cxn>
                <a:cxn ang="0">
                  <a:pos x="0" y="41"/>
                </a:cxn>
                <a:cxn ang="0">
                  <a:pos x="0" y="47"/>
                </a:cxn>
                <a:cxn ang="0">
                  <a:pos x="0" y="47"/>
                </a:cxn>
                <a:cxn ang="0">
                  <a:pos x="0" y="49"/>
                </a:cxn>
                <a:cxn ang="0">
                  <a:pos x="2" y="50"/>
                </a:cxn>
                <a:cxn ang="0">
                  <a:pos x="3" y="51"/>
                </a:cxn>
                <a:cxn ang="0">
                  <a:pos x="5" y="51"/>
                </a:cxn>
                <a:cxn ang="0">
                  <a:pos x="6" y="51"/>
                </a:cxn>
                <a:cxn ang="0">
                  <a:pos x="8" y="50"/>
                </a:cxn>
                <a:cxn ang="0">
                  <a:pos x="9" y="49"/>
                </a:cxn>
                <a:cxn ang="0">
                  <a:pos x="9" y="47"/>
                </a:cxn>
                <a:cxn ang="0">
                  <a:pos x="9" y="47"/>
                </a:cxn>
                <a:cxn ang="0">
                  <a:pos x="10" y="36"/>
                </a:cxn>
                <a:cxn ang="0">
                  <a:pos x="11" y="31"/>
                </a:cxn>
                <a:cxn ang="0">
                  <a:pos x="13" y="26"/>
                </a:cxn>
                <a:cxn ang="0">
                  <a:pos x="13" y="26"/>
                </a:cxn>
                <a:cxn ang="0">
                  <a:pos x="14" y="21"/>
                </a:cxn>
                <a:cxn ang="0">
                  <a:pos x="14" y="17"/>
                </a:cxn>
                <a:cxn ang="0">
                  <a:pos x="15" y="12"/>
                </a:cxn>
                <a:cxn ang="0">
                  <a:pos x="17" y="8"/>
                </a:cxn>
                <a:cxn ang="0">
                  <a:pos x="17" y="8"/>
                </a:cxn>
                <a:cxn ang="0">
                  <a:pos x="19" y="6"/>
                </a:cxn>
                <a:cxn ang="0">
                  <a:pos x="19" y="4"/>
                </a:cxn>
                <a:cxn ang="0">
                  <a:pos x="17" y="1"/>
                </a:cxn>
                <a:cxn ang="0">
                  <a:pos x="15" y="0"/>
                </a:cxn>
                <a:cxn ang="0">
                  <a:pos x="14" y="0"/>
                </a:cxn>
                <a:cxn ang="0">
                  <a:pos x="12" y="0"/>
                </a:cxn>
                <a:cxn ang="0">
                  <a:pos x="11" y="1"/>
                </a:cxn>
                <a:cxn ang="0">
                  <a:pos x="11" y="1"/>
                </a:cxn>
              </a:cxnLst>
              <a:rect l="0" t="0" r="r" b="b"/>
              <a:pathLst>
                <a:path w="19" h="51">
                  <a:moveTo>
                    <a:pt x="11" y="1"/>
                  </a:moveTo>
                  <a:lnTo>
                    <a:pt x="11" y="1"/>
                  </a:lnTo>
                  <a:lnTo>
                    <a:pt x="8" y="6"/>
                  </a:lnTo>
                  <a:lnTo>
                    <a:pt x="6" y="11"/>
                  </a:lnTo>
                  <a:lnTo>
                    <a:pt x="5" y="16"/>
                  </a:lnTo>
                  <a:lnTo>
                    <a:pt x="5" y="22"/>
                  </a:lnTo>
                  <a:lnTo>
                    <a:pt x="5" y="22"/>
                  </a:lnTo>
                  <a:lnTo>
                    <a:pt x="4" y="24"/>
                  </a:lnTo>
                  <a:lnTo>
                    <a:pt x="3" y="28"/>
                  </a:lnTo>
                  <a:lnTo>
                    <a:pt x="1" y="34"/>
                  </a:lnTo>
                  <a:lnTo>
                    <a:pt x="1" y="34"/>
                  </a:lnTo>
                  <a:lnTo>
                    <a:pt x="0" y="41"/>
                  </a:lnTo>
                  <a:lnTo>
                    <a:pt x="0" y="47"/>
                  </a:lnTo>
                  <a:lnTo>
                    <a:pt x="0" y="47"/>
                  </a:lnTo>
                  <a:lnTo>
                    <a:pt x="0" y="49"/>
                  </a:lnTo>
                  <a:lnTo>
                    <a:pt x="2" y="50"/>
                  </a:lnTo>
                  <a:lnTo>
                    <a:pt x="3" y="51"/>
                  </a:lnTo>
                  <a:lnTo>
                    <a:pt x="5" y="51"/>
                  </a:lnTo>
                  <a:lnTo>
                    <a:pt x="6" y="51"/>
                  </a:lnTo>
                  <a:lnTo>
                    <a:pt x="8" y="50"/>
                  </a:lnTo>
                  <a:lnTo>
                    <a:pt x="9" y="49"/>
                  </a:lnTo>
                  <a:lnTo>
                    <a:pt x="9" y="47"/>
                  </a:lnTo>
                  <a:lnTo>
                    <a:pt x="9" y="47"/>
                  </a:lnTo>
                  <a:lnTo>
                    <a:pt x="10" y="36"/>
                  </a:lnTo>
                  <a:lnTo>
                    <a:pt x="11" y="31"/>
                  </a:lnTo>
                  <a:lnTo>
                    <a:pt x="13" y="26"/>
                  </a:lnTo>
                  <a:lnTo>
                    <a:pt x="13" y="26"/>
                  </a:lnTo>
                  <a:lnTo>
                    <a:pt x="14" y="21"/>
                  </a:lnTo>
                  <a:lnTo>
                    <a:pt x="14" y="17"/>
                  </a:lnTo>
                  <a:lnTo>
                    <a:pt x="15" y="12"/>
                  </a:lnTo>
                  <a:lnTo>
                    <a:pt x="17" y="8"/>
                  </a:lnTo>
                  <a:lnTo>
                    <a:pt x="17" y="8"/>
                  </a:lnTo>
                  <a:lnTo>
                    <a:pt x="19" y="6"/>
                  </a:lnTo>
                  <a:lnTo>
                    <a:pt x="19" y="4"/>
                  </a:lnTo>
                  <a:lnTo>
                    <a:pt x="17" y="1"/>
                  </a:lnTo>
                  <a:lnTo>
                    <a:pt x="15" y="0"/>
                  </a:lnTo>
                  <a:lnTo>
                    <a:pt x="14" y="0"/>
                  </a:lnTo>
                  <a:lnTo>
                    <a:pt x="12" y="0"/>
                  </a:lnTo>
                  <a:lnTo>
                    <a:pt x="11" y="1"/>
                  </a:lnTo>
                  <a:lnTo>
                    <a:pt x="11"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5" name="Freeform 566"/>
            <p:cNvSpPr/>
            <p:nvPr/>
          </p:nvSpPr>
          <p:spPr bwMode="auto">
            <a:xfrm>
              <a:off x="5380038" y="2195513"/>
              <a:ext cx="9525" cy="26988"/>
            </a:xfrm>
            <a:custGeom>
              <a:avLst/>
              <a:gdLst/>
              <a:ahLst/>
              <a:cxnLst>
                <a:cxn ang="0">
                  <a:pos x="9" y="4"/>
                </a:cxn>
                <a:cxn ang="0">
                  <a:pos x="9" y="4"/>
                </a:cxn>
                <a:cxn ang="0">
                  <a:pos x="7" y="16"/>
                </a:cxn>
                <a:cxn ang="0">
                  <a:pos x="4" y="26"/>
                </a:cxn>
                <a:cxn ang="0">
                  <a:pos x="1" y="36"/>
                </a:cxn>
                <a:cxn ang="0">
                  <a:pos x="0" y="48"/>
                </a:cxn>
                <a:cxn ang="0">
                  <a:pos x="0" y="48"/>
                </a:cxn>
                <a:cxn ang="0">
                  <a:pos x="0" y="50"/>
                </a:cxn>
                <a:cxn ang="0">
                  <a:pos x="1" y="51"/>
                </a:cxn>
                <a:cxn ang="0">
                  <a:pos x="2" y="52"/>
                </a:cxn>
                <a:cxn ang="0">
                  <a:pos x="4" y="52"/>
                </a:cxn>
                <a:cxn ang="0">
                  <a:pos x="6" y="52"/>
                </a:cxn>
                <a:cxn ang="0">
                  <a:pos x="7" y="51"/>
                </a:cxn>
                <a:cxn ang="0">
                  <a:pos x="8" y="50"/>
                </a:cxn>
                <a:cxn ang="0">
                  <a:pos x="9" y="48"/>
                </a:cxn>
                <a:cxn ang="0">
                  <a:pos x="9" y="48"/>
                </a:cxn>
                <a:cxn ang="0">
                  <a:pos x="10" y="36"/>
                </a:cxn>
                <a:cxn ang="0">
                  <a:pos x="13" y="26"/>
                </a:cxn>
                <a:cxn ang="0">
                  <a:pos x="16" y="16"/>
                </a:cxn>
                <a:cxn ang="0">
                  <a:pos x="18" y="4"/>
                </a:cxn>
                <a:cxn ang="0">
                  <a:pos x="18" y="4"/>
                </a:cxn>
                <a:cxn ang="0">
                  <a:pos x="18" y="2"/>
                </a:cxn>
                <a:cxn ang="0">
                  <a:pos x="17" y="1"/>
                </a:cxn>
                <a:cxn ang="0">
                  <a:pos x="15" y="0"/>
                </a:cxn>
                <a:cxn ang="0">
                  <a:pos x="14" y="0"/>
                </a:cxn>
                <a:cxn ang="0">
                  <a:pos x="12" y="0"/>
                </a:cxn>
                <a:cxn ang="0">
                  <a:pos x="10" y="1"/>
                </a:cxn>
                <a:cxn ang="0">
                  <a:pos x="9" y="2"/>
                </a:cxn>
                <a:cxn ang="0">
                  <a:pos x="9" y="4"/>
                </a:cxn>
                <a:cxn ang="0">
                  <a:pos x="9" y="4"/>
                </a:cxn>
              </a:cxnLst>
              <a:rect l="0" t="0" r="r" b="b"/>
              <a:pathLst>
                <a:path w="18" h="52">
                  <a:moveTo>
                    <a:pt x="9" y="4"/>
                  </a:moveTo>
                  <a:lnTo>
                    <a:pt x="9" y="4"/>
                  </a:lnTo>
                  <a:lnTo>
                    <a:pt x="7" y="16"/>
                  </a:lnTo>
                  <a:lnTo>
                    <a:pt x="4" y="26"/>
                  </a:lnTo>
                  <a:lnTo>
                    <a:pt x="1" y="36"/>
                  </a:lnTo>
                  <a:lnTo>
                    <a:pt x="0" y="48"/>
                  </a:lnTo>
                  <a:lnTo>
                    <a:pt x="0" y="48"/>
                  </a:lnTo>
                  <a:lnTo>
                    <a:pt x="0" y="50"/>
                  </a:lnTo>
                  <a:lnTo>
                    <a:pt x="1" y="51"/>
                  </a:lnTo>
                  <a:lnTo>
                    <a:pt x="2" y="52"/>
                  </a:lnTo>
                  <a:lnTo>
                    <a:pt x="4" y="52"/>
                  </a:lnTo>
                  <a:lnTo>
                    <a:pt x="6" y="52"/>
                  </a:lnTo>
                  <a:lnTo>
                    <a:pt x="7" y="51"/>
                  </a:lnTo>
                  <a:lnTo>
                    <a:pt x="8" y="50"/>
                  </a:lnTo>
                  <a:lnTo>
                    <a:pt x="9" y="48"/>
                  </a:lnTo>
                  <a:lnTo>
                    <a:pt x="9" y="48"/>
                  </a:lnTo>
                  <a:lnTo>
                    <a:pt x="10" y="36"/>
                  </a:lnTo>
                  <a:lnTo>
                    <a:pt x="13" y="26"/>
                  </a:lnTo>
                  <a:lnTo>
                    <a:pt x="16" y="16"/>
                  </a:lnTo>
                  <a:lnTo>
                    <a:pt x="18" y="4"/>
                  </a:lnTo>
                  <a:lnTo>
                    <a:pt x="18" y="4"/>
                  </a:lnTo>
                  <a:lnTo>
                    <a:pt x="18" y="2"/>
                  </a:lnTo>
                  <a:lnTo>
                    <a:pt x="17" y="1"/>
                  </a:lnTo>
                  <a:lnTo>
                    <a:pt x="15" y="0"/>
                  </a:lnTo>
                  <a:lnTo>
                    <a:pt x="14" y="0"/>
                  </a:lnTo>
                  <a:lnTo>
                    <a:pt x="12" y="0"/>
                  </a:lnTo>
                  <a:lnTo>
                    <a:pt x="10" y="1"/>
                  </a:lnTo>
                  <a:lnTo>
                    <a:pt x="9" y="2"/>
                  </a:lnTo>
                  <a:lnTo>
                    <a:pt x="9" y="4"/>
                  </a:lnTo>
                  <a:lnTo>
                    <a:pt x="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6" name="Freeform 567"/>
            <p:cNvSpPr/>
            <p:nvPr/>
          </p:nvSpPr>
          <p:spPr bwMode="auto">
            <a:xfrm>
              <a:off x="5414963" y="2174875"/>
              <a:ext cx="6350" cy="30163"/>
            </a:xfrm>
            <a:custGeom>
              <a:avLst/>
              <a:gdLst/>
              <a:ahLst/>
              <a:cxnLst>
                <a:cxn ang="0">
                  <a:pos x="4" y="5"/>
                </a:cxn>
                <a:cxn ang="0">
                  <a:pos x="4" y="5"/>
                </a:cxn>
                <a:cxn ang="0">
                  <a:pos x="4" y="17"/>
                </a:cxn>
                <a:cxn ang="0">
                  <a:pos x="2" y="29"/>
                </a:cxn>
                <a:cxn ang="0">
                  <a:pos x="1" y="40"/>
                </a:cxn>
                <a:cxn ang="0">
                  <a:pos x="0" y="53"/>
                </a:cxn>
                <a:cxn ang="0">
                  <a:pos x="0" y="53"/>
                </a:cxn>
                <a:cxn ang="0">
                  <a:pos x="0" y="55"/>
                </a:cxn>
                <a:cxn ang="0">
                  <a:pos x="1" y="56"/>
                </a:cxn>
                <a:cxn ang="0">
                  <a:pos x="3" y="57"/>
                </a:cxn>
                <a:cxn ang="0">
                  <a:pos x="4" y="57"/>
                </a:cxn>
                <a:cxn ang="0">
                  <a:pos x="6" y="57"/>
                </a:cxn>
                <a:cxn ang="0">
                  <a:pos x="8" y="56"/>
                </a:cxn>
                <a:cxn ang="0">
                  <a:pos x="9" y="55"/>
                </a:cxn>
                <a:cxn ang="0">
                  <a:pos x="9" y="53"/>
                </a:cxn>
                <a:cxn ang="0">
                  <a:pos x="9" y="53"/>
                </a:cxn>
                <a:cxn ang="0">
                  <a:pos x="10" y="40"/>
                </a:cxn>
                <a:cxn ang="0">
                  <a:pos x="11" y="29"/>
                </a:cxn>
                <a:cxn ang="0">
                  <a:pos x="13" y="17"/>
                </a:cxn>
                <a:cxn ang="0">
                  <a:pos x="14" y="5"/>
                </a:cxn>
                <a:cxn ang="0">
                  <a:pos x="14" y="5"/>
                </a:cxn>
                <a:cxn ang="0">
                  <a:pos x="13" y="3"/>
                </a:cxn>
                <a:cxn ang="0">
                  <a:pos x="12" y="1"/>
                </a:cxn>
                <a:cxn ang="0">
                  <a:pos x="11" y="1"/>
                </a:cxn>
                <a:cxn ang="0">
                  <a:pos x="9" y="0"/>
                </a:cxn>
                <a:cxn ang="0">
                  <a:pos x="7" y="1"/>
                </a:cxn>
                <a:cxn ang="0">
                  <a:pos x="6" y="1"/>
                </a:cxn>
                <a:cxn ang="0">
                  <a:pos x="5" y="3"/>
                </a:cxn>
                <a:cxn ang="0">
                  <a:pos x="4" y="5"/>
                </a:cxn>
                <a:cxn ang="0">
                  <a:pos x="4" y="5"/>
                </a:cxn>
              </a:cxnLst>
              <a:rect l="0" t="0" r="r" b="b"/>
              <a:pathLst>
                <a:path w="14" h="57">
                  <a:moveTo>
                    <a:pt x="4" y="5"/>
                  </a:moveTo>
                  <a:lnTo>
                    <a:pt x="4" y="5"/>
                  </a:lnTo>
                  <a:lnTo>
                    <a:pt x="4" y="17"/>
                  </a:lnTo>
                  <a:lnTo>
                    <a:pt x="2" y="29"/>
                  </a:lnTo>
                  <a:lnTo>
                    <a:pt x="1" y="40"/>
                  </a:lnTo>
                  <a:lnTo>
                    <a:pt x="0" y="53"/>
                  </a:lnTo>
                  <a:lnTo>
                    <a:pt x="0" y="53"/>
                  </a:lnTo>
                  <a:lnTo>
                    <a:pt x="0" y="55"/>
                  </a:lnTo>
                  <a:lnTo>
                    <a:pt x="1" y="56"/>
                  </a:lnTo>
                  <a:lnTo>
                    <a:pt x="3" y="57"/>
                  </a:lnTo>
                  <a:lnTo>
                    <a:pt x="4" y="57"/>
                  </a:lnTo>
                  <a:lnTo>
                    <a:pt x="6" y="57"/>
                  </a:lnTo>
                  <a:lnTo>
                    <a:pt x="8" y="56"/>
                  </a:lnTo>
                  <a:lnTo>
                    <a:pt x="9" y="55"/>
                  </a:lnTo>
                  <a:lnTo>
                    <a:pt x="9" y="53"/>
                  </a:lnTo>
                  <a:lnTo>
                    <a:pt x="9" y="53"/>
                  </a:lnTo>
                  <a:lnTo>
                    <a:pt x="10" y="40"/>
                  </a:lnTo>
                  <a:lnTo>
                    <a:pt x="11" y="29"/>
                  </a:lnTo>
                  <a:lnTo>
                    <a:pt x="13" y="17"/>
                  </a:lnTo>
                  <a:lnTo>
                    <a:pt x="14" y="5"/>
                  </a:lnTo>
                  <a:lnTo>
                    <a:pt x="14" y="5"/>
                  </a:lnTo>
                  <a:lnTo>
                    <a:pt x="13" y="3"/>
                  </a:lnTo>
                  <a:lnTo>
                    <a:pt x="12" y="1"/>
                  </a:lnTo>
                  <a:lnTo>
                    <a:pt x="11" y="1"/>
                  </a:lnTo>
                  <a:lnTo>
                    <a:pt x="9" y="0"/>
                  </a:lnTo>
                  <a:lnTo>
                    <a:pt x="7" y="1"/>
                  </a:lnTo>
                  <a:lnTo>
                    <a:pt x="6" y="1"/>
                  </a:lnTo>
                  <a:lnTo>
                    <a:pt x="5" y="3"/>
                  </a:lnTo>
                  <a:lnTo>
                    <a:pt x="4" y="5"/>
                  </a:lnTo>
                  <a:lnTo>
                    <a:pt x="4"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7" name="Freeform 568"/>
            <p:cNvSpPr/>
            <p:nvPr/>
          </p:nvSpPr>
          <p:spPr bwMode="auto">
            <a:xfrm>
              <a:off x="5441951" y="2174875"/>
              <a:ext cx="7938" cy="25400"/>
            </a:xfrm>
            <a:custGeom>
              <a:avLst/>
              <a:gdLst/>
              <a:ahLst/>
              <a:cxnLst>
                <a:cxn ang="0">
                  <a:pos x="6" y="0"/>
                </a:cxn>
                <a:cxn ang="0">
                  <a:pos x="6" y="0"/>
                </a:cxn>
                <a:cxn ang="0">
                  <a:pos x="3" y="0"/>
                </a:cxn>
                <a:cxn ang="0">
                  <a:pos x="2" y="1"/>
                </a:cxn>
                <a:cxn ang="0">
                  <a:pos x="1" y="3"/>
                </a:cxn>
                <a:cxn ang="0">
                  <a:pos x="1" y="4"/>
                </a:cxn>
                <a:cxn ang="0">
                  <a:pos x="2" y="7"/>
                </a:cxn>
                <a:cxn ang="0">
                  <a:pos x="3" y="9"/>
                </a:cxn>
                <a:cxn ang="0">
                  <a:pos x="6" y="9"/>
                </a:cxn>
                <a:cxn ang="0">
                  <a:pos x="6" y="9"/>
                </a:cxn>
                <a:cxn ang="0">
                  <a:pos x="4" y="9"/>
                </a:cxn>
                <a:cxn ang="0">
                  <a:pos x="4" y="11"/>
                </a:cxn>
                <a:cxn ang="0">
                  <a:pos x="4" y="11"/>
                </a:cxn>
                <a:cxn ang="0">
                  <a:pos x="4" y="16"/>
                </a:cxn>
                <a:cxn ang="0">
                  <a:pos x="4" y="16"/>
                </a:cxn>
                <a:cxn ang="0">
                  <a:pos x="3" y="26"/>
                </a:cxn>
                <a:cxn ang="0">
                  <a:pos x="3" y="26"/>
                </a:cxn>
                <a:cxn ang="0">
                  <a:pos x="1" y="34"/>
                </a:cxn>
                <a:cxn ang="0">
                  <a:pos x="0" y="42"/>
                </a:cxn>
                <a:cxn ang="0">
                  <a:pos x="0" y="42"/>
                </a:cxn>
                <a:cxn ang="0">
                  <a:pos x="1" y="45"/>
                </a:cxn>
                <a:cxn ang="0">
                  <a:pos x="2" y="47"/>
                </a:cxn>
                <a:cxn ang="0">
                  <a:pos x="3" y="48"/>
                </a:cxn>
                <a:cxn ang="0">
                  <a:pos x="6" y="48"/>
                </a:cxn>
                <a:cxn ang="0">
                  <a:pos x="7" y="48"/>
                </a:cxn>
                <a:cxn ang="0">
                  <a:pos x="9" y="47"/>
                </a:cxn>
                <a:cxn ang="0">
                  <a:pos x="10" y="45"/>
                </a:cxn>
                <a:cxn ang="0">
                  <a:pos x="11" y="42"/>
                </a:cxn>
                <a:cxn ang="0">
                  <a:pos x="11" y="42"/>
                </a:cxn>
                <a:cxn ang="0">
                  <a:pos x="12" y="32"/>
                </a:cxn>
                <a:cxn ang="0">
                  <a:pos x="15" y="19"/>
                </a:cxn>
                <a:cxn ang="0">
                  <a:pos x="15" y="11"/>
                </a:cxn>
                <a:cxn ang="0">
                  <a:pos x="14" y="6"/>
                </a:cxn>
                <a:cxn ang="0">
                  <a:pos x="13" y="4"/>
                </a:cxn>
                <a:cxn ang="0">
                  <a:pos x="11" y="2"/>
                </a:cxn>
                <a:cxn ang="0">
                  <a:pos x="9" y="1"/>
                </a:cxn>
                <a:cxn ang="0">
                  <a:pos x="6" y="0"/>
                </a:cxn>
                <a:cxn ang="0">
                  <a:pos x="6" y="0"/>
                </a:cxn>
              </a:cxnLst>
              <a:rect l="0" t="0" r="r" b="b"/>
              <a:pathLst>
                <a:path w="15" h="48">
                  <a:moveTo>
                    <a:pt x="6" y="0"/>
                  </a:moveTo>
                  <a:lnTo>
                    <a:pt x="6" y="0"/>
                  </a:lnTo>
                  <a:lnTo>
                    <a:pt x="3" y="0"/>
                  </a:lnTo>
                  <a:lnTo>
                    <a:pt x="2" y="1"/>
                  </a:lnTo>
                  <a:lnTo>
                    <a:pt x="1" y="3"/>
                  </a:lnTo>
                  <a:lnTo>
                    <a:pt x="1" y="4"/>
                  </a:lnTo>
                  <a:lnTo>
                    <a:pt x="2" y="7"/>
                  </a:lnTo>
                  <a:lnTo>
                    <a:pt x="3" y="9"/>
                  </a:lnTo>
                  <a:lnTo>
                    <a:pt x="6" y="9"/>
                  </a:lnTo>
                  <a:lnTo>
                    <a:pt x="6" y="9"/>
                  </a:lnTo>
                  <a:lnTo>
                    <a:pt x="4" y="9"/>
                  </a:lnTo>
                  <a:lnTo>
                    <a:pt x="4" y="11"/>
                  </a:lnTo>
                  <a:lnTo>
                    <a:pt x="4" y="11"/>
                  </a:lnTo>
                  <a:lnTo>
                    <a:pt x="4" y="16"/>
                  </a:lnTo>
                  <a:lnTo>
                    <a:pt x="4" y="16"/>
                  </a:lnTo>
                  <a:lnTo>
                    <a:pt x="3" y="26"/>
                  </a:lnTo>
                  <a:lnTo>
                    <a:pt x="3" y="26"/>
                  </a:lnTo>
                  <a:lnTo>
                    <a:pt x="1" y="34"/>
                  </a:lnTo>
                  <a:lnTo>
                    <a:pt x="0" y="42"/>
                  </a:lnTo>
                  <a:lnTo>
                    <a:pt x="0" y="42"/>
                  </a:lnTo>
                  <a:lnTo>
                    <a:pt x="1" y="45"/>
                  </a:lnTo>
                  <a:lnTo>
                    <a:pt x="2" y="47"/>
                  </a:lnTo>
                  <a:lnTo>
                    <a:pt x="3" y="48"/>
                  </a:lnTo>
                  <a:lnTo>
                    <a:pt x="6" y="48"/>
                  </a:lnTo>
                  <a:lnTo>
                    <a:pt x="7" y="48"/>
                  </a:lnTo>
                  <a:lnTo>
                    <a:pt x="9" y="47"/>
                  </a:lnTo>
                  <a:lnTo>
                    <a:pt x="10" y="45"/>
                  </a:lnTo>
                  <a:lnTo>
                    <a:pt x="11" y="42"/>
                  </a:lnTo>
                  <a:lnTo>
                    <a:pt x="11" y="42"/>
                  </a:lnTo>
                  <a:lnTo>
                    <a:pt x="12" y="32"/>
                  </a:lnTo>
                  <a:lnTo>
                    <a:pt x="15" y="19"/>
                  </a:lnTo>
                  <a:lnTo>
                    <a:pt x="15" y="11"/>
                  </a:lnTo>
                  <a:lnTo>
                    <a:pt x="14" y="6"/>
                  </a:lnTo>
                  <a:lnTo>
                    <a:pt x="13" y="4"/>
                  </a:lnTo>
                  <a:lnTo>
                    <a:pt x="11" y="2"/>
                  </a:lnTo>
                  <a:lnTo>
                    <a:pt x="9" y="1"/>
                  </a:lnTo>
                  <a:lnTo>
                    <a:pt x="6" y="0"/>
                  </a:lnTo>
                  <a:lnTo>
                    <a:pt x="6"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8" name="Freeform 569"/>
            <p:cNvSpPr/>
            <p:nvPr/>
          </p:nvSpPr>
          <p:spPr bwMode="auto">
            <a:xfrm>
              <a:off x="5473701" y="2173288"/>
              <a:ext cx="14288" cy="36513"/>
            </a:xfrm>
            <a:custGeom>
              <a:avLst/>
              <a:gdLst/>
              <a:ahLst/>
              <a:cxnLst>
                <a:cxn ang="0">
                  <a:pos x="24" y="4"/>
                </a:cxn>
                <a:cxn ang="0">
                  <a:pos x="24" y="4"/>
                </a:cxn>
                <a:cxn ang="0">
                  <a:pos x="24" y="2"/>
                </a:cxn>
                <a:cxn ang="0">
                  <a:pos x="23" y="1"/>
                </a:cxn>
                <a:cxn ang="0">
                  <a:pos x="21" y="0"/>
                </a:cxn>
                <a:cxn ang="0">
                  <a:pos x="19" y="0"/>
                </a:cxn>
                <a:cxn ang="0">
                  <a:pos x="18" y="0"/>
                </a:cxn>
                <a:cxn ang="0">
                  <a:pos x="16" y="1"/>
                </a:cxn>
                <a:cxn ang="0">
                  <a:pos x="15" y="2"/>
                </a:cxn>
                <a:cxn ang="0">
                  <a:pos x="15" y="4"/>
                </a:cxn>
                <a:cxn ang="0">
                  <a:pos x="15" y="4"/>
                </a:cxn>
                <a:cxn ang="0">
                  <a:pos x="15" y="22"/>
                </a:cxn>
                <a:cxn ang="0">
                  <a:pos x="15" y="30"/>
                </a:cxn>
                <a:cxn ang="0">
                  <a:pos x="14" y="38"/>
                </a:cxn>
                <a:cxn ang="0">
                  <a:pos x="14" y="38"/>
                </a:cxn>
                <a:cxn ang="0">
                  <a:pos x="12" y="45"/>
                </a:cxn>
                <a:cxn ang="0">
                  <a:pos x="9" y="52"/>
                </a:cxn>
                <a:cxn ang="0">
                  <a:pos x="1" y="63"/>
                </a:cxn>
                <a:cxn ang="0">
                  <a:pos x="1" y="63"/>
                </a:cxn>
                <a:cxn ang="0">
                  <a:pos x="0" y="65"/>
                </a:cxn>
                <a:cxn ang="0">
                  <a:pos x="0" y="67"/>
                </a:cxn>
                <a:cxn ang="0">
                  <a:pos x="1" y="69"/>
                </a:cxn>
                <a:cxn ang="0">
                  <a:pos x="2" y="70"/>
                </a:cxn>
                <a:cxn ang="0">
                  <a:pos x="4" y="70"/>
                </a:cxn>
                <a:cxn ang="0">
                  <a:pos x="7" y="70"/>
                </a:cxn>
                <a:cxn ang="0">
                  <a:pos x="8" y="70"/>
                </a:cxn>
                <a:cxn ang="0">
                  <a:pos x="10" y="68"/>
                </a:cxn>
                <a:cxn ang="0">
                  <a:pos x="10" y="68"/>
                </a:cxn>
                <a:cxn ang="0">
                  <a:pos x="16" y="57"/>
                </a:cxn>
                <a:cxn ang="0">
                  <a:pos x="19" y="51"/>
                </a:cxn>
                <a:cxn ang="0">
                  <a:pos x="22" y="44"/>
                </a:cxn>
                <a:cxn ang="0">
                  <a:pos x="22" y="44"/>
                </a:cxn>
                <a:cxn ang="0">
                  <a:pos x="23" y="40"/>
                </a:cxn>
                <a:cxn ang="0">
                  <a:pos x="24" y="35"/>
                </a:cxn>
                <a:cxn ang="0">
                  <a:pos x="25" y="25"/>
                </a:cxn>
                <a:cxn ang="0">
                  <a:pos x="24" y="4"/>
                </a:cxn>
                <a:cxn ang="0">
                  <a:pos x="24" y="4"/>
                </a:cxn>
              </a:cxnLst>
              <a:rect l="0" t="0" r="r" b="b"/>
              <a:pathLst>
                <a:path w="25" h="70">
                  <a:moveTo>
                    <a:pt x="24" y="4"/>
                  </a:moveTo>
                  <a:lnTo>
                    <a:pt x="24" y="4"/>
                  </a:lnTo>
                  <a:lnTo>
                    <a:pt x="24" y="2"/>
                  </a:lnTo>
                  <a:lnTo>
                    <a:pt x="23" y="1"/>
                  </a:lnTo>
                  <a:lnTo>
                    <a:pt x="21" y="0"/>
                  </a:lnTo>
                  <a:lnTo>
                    <a:pt x="19" y="0"/>
                  </a:lnTo>
                  <a:lnTo>
                    <a:pt x="18" y="0"/>
                  </a:lnTo>
                  <a:lnTo>
                    <a:pt x="16" y="1"/>
                  </a:lnTo>
                  <a:lnTo>
                    <a:pt x="15" y="2"/>
                  </a:lnTo>
                  <a:lnTo>
                    <a:pt x="15" y="4"/>
                  </a:lnTo>
                  <a:lnTo>
                    <a:pt x="15" y="4"/>
                  </a:lnTo>
                  <a:lnTo>
                    <a:pt x="15" y="22"/>
                  </a:lnTo>
                  <a:lnTo>
                    <a:pt x="15" y="30"/>
                  </a:lnTo>
                  <a:lnTo>
                    <a:pt x="14" y="38"/>
                  </a:lnTo>
                  <a:lnTo>
                    <a:pt x="14" y="38"/>
                  </a:lnTo>
                  <a:lnTo>
                    <a:pt x="12" y="45"/>
                  </a:lnTo>
                  <a:lnTo>
                    <a:pt x="9" y="52"/>
                  </a:lnTo>
                  <a:lnTo>
                    <a:pt x="1" y="63"/>
                  </a:lnTo>
                  <a:lnTo>
                    <a:pt x="1" y="63"/>
                  </a:lnTo>
                  <a:lnTo>
                    <a:pt x="0" y="65"/>
                  </a:lnTo>
                  <a:lnTo>
                    <a:pt x="0" y="67"/>
                  </a:lnTo>
                  <a:lnTo>
                    <a:pt x="1" y="69"/>
                  </a:lnTo>
                  <a:lnTo>
                    <a:pt x="2" y="70"/>
                  </a:lnTo>
                  <a:lnTo>
                    <a:pt x="4" y="70"/>
                  </a:lnTo>
                  <a:lnTo>
                    <a:pt x="7" y="70"/>
                  </a:lnTo>
                  <a:lnTo>
                    <a:pt x="8" y="70"/>
                  </a:lnTo>
                  <a:lnTo>
                    <a:pt x="10" y="68"/>
                  </a:lnTo>
                  <a:lnTo>
                    <a:pt x="10" y="68"/>
                  </a:lnTo>
                  <a:lnTo>
                    <a:pt x="16" y="57"/>
                  </a:lnTo>
                  <a:lnTo>
                    <a:pt x="19" y="51"/>
                  </a:lnTo>
                  <a:lnTo>
                    <a:pt x="22" y="44"/>
                  </a:lnTo>
                  <a:lnTo>
                    <a:pt x="22" y="44"/>
                  </a:lnTo>
                  <a:lnTo>
                    <a:pt x="23" y="40"/>
                  </a:lnTo>
                  <a:lnTo>
                    <a:pt x="24" y="35"/>
                  </a:lnTo>
                  <a:lnTo>
                    <a:pt x="25" y="25"/>
                  </a:lnTo>
                  <a:lnTo>
                    <a:pt x="24" y="4"/>
                  </a:lnTo>
                  <a:lnTo>
                    <a:pt x="2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9" name="Freeform 570"/>
            <p:cNvSpPr/>
            <p:nvPr/>
          </p:nvSpPr>
          <p:spPr bwMode="auto">
            <a:xfrm>
              <a:off x="5503863" y="2192338"/>
              <a:ext cx="4763" cy="28575"/>
            </a:xfrm>
            <a:custGeom>
              <a:avLst/>
              <a:gdLst/>
              <a:ahLst/>
              <a:cxnLst>
                <a:cxn ang="0">
                  <a:pos x="0" y="5"/>
                </a:cxn>
                <a:cxn ang="0">
                  <a:pos x="0" y="48"/>
                </a:cxn>
                <a:cxn ang="0">
                  <a:pos x="0" y="48"/>
                </a:cxn>
                <a:cxn ang="0">
                  <a:pos x="0" y="50"/>
                </a:cxn>
                <a:cxn ang="0">
                  <a:pos x="2" y="51"/>
                </a:cxn>
                <a:cxn ang="0">
                  <a:pos x="3" y="52"/>
                </a:cxn>
                <a:cxn ang="0">
                  <a:pos x="5" y="53"/>
                </a:cxn>
                <a:cxn ang="0">
                  <a:pos x="6" y="52"/>
                </a:cxn>
                <a:cxn ang="0">
                  <a:pos x="8" y="51"/>
                </a:cxn>
                <a:cxn ang="0">
                  <a:pos x="9" y="50"/>
                </a:cxn>
                <a:cxn ang="0">
                  <a:pos x="9" y="48"/>
                </a:cxn>
                <a:cxn ang="0">
                  <a:pos x="9" y="5"/>
                </a:cxn>
                <a:cxn ang="0">
                  <a:pos x="9" y="5"/>
                </a:cxn>
                <a:cxn ang="0">
                  <a:pos x="9" y="3"/>
                </a:cxn>
                <a:cxn ang="0">
                  <a:pos x="8" y="1"/>
                </a:cxn>
                <a:cxn ang="0">
                  <a:pos x="6" y="1"/>
                </a:cxn>
                <a:cxn ang="0">
                  <a:pos x="5" y="0"/>
                </a:cxn>
                <a:cxn ang="0">
                  <a:pos x="3" y="1"/>
                </a:cxn>
                <a:cxn ang="0">
                  <a:pos x="2" y="1"/>
                </a:cxn>
                <a:cxn ang="0">
                  <a:pos x="0" y="3"/>
                </a:cxn>
                <a:cxn ang="0">
                  <a:pos x="0" y="5"/>
                </a:cxn>
                <a:cxn ang="0">
                  <a:pos x="0" y="5"/>
                </a:cxn>
              </a:cxnLst>
              <a:rect l="0" t="0" r="r" b="b"/>
              <a:pathLst>
                <a:path w="9" h="53">
                  <a:moveTo>
                    <a:pt x="0" y="5"/>
                  </a:moveTo>
                  <a:lnTo>
                    <a:pt x="0" y="48"/>
                  </a:lnTo>
                  <a:lnTo>
                    <a:pt x="0" y="48"/>
                  </a:lnTo>
                  <a:lnTo>
                    <a:pt x="0" y="50"/>
                  </a:lnTo>
                  <a:lnTo>
                    <a:pt x="2" y="51"/>
                  </a:lnTo>
                  <a:lnTo>
                    <a:pt x="3" y="52"/>
                  </a:lnTo>
                  <a:lnTo>
                    <a:pt x="5" y="53"/>
                  </a:lnTo>
                  <a:lnTo>
                    <a:pt x="6" y="52"/>
                  </a:lnTo>
                  <a:lnTo>
                    <a:pt x="8" y="51"/>
                  </a:lnTo>
                  <a:lnTo>
                    <a:pt x="9" y="50"/>
                  </a:lnTo>
                  <a:lnTo>
                    <a:pt x="9" y="48"/>
                  </a:lnTo>
                  <a:lnTo>
                    <a:pt x="9" y="5"/>
                  </a:lnTo>
                  <a:lnTo>
                    <a:pt x="9" y="5"/>
                  </a:lnTo>
                  <a:lnTo>
                    <a:pt x="9" y="3"/>
                  </a:lnTo>
                  <a:lnTo>
                    <a:pt x="8" y="1"/>
                  </a:lnTo>
                  <a:lnTo>
                    <a:pt x="6" y="1"/>
                  </a:lnTo>
                  <a:lnTo>
                    <a:pt x="5" y="0"/>
                  </a:lnTo>
                  <a:lnTo>
                    <a:pt x="3" y="1"/>
                  </a:lnTo>
                  <a:lnTo>
                    <a:pt x="2"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0" name="Freeform 571"/>
            <p:cNvSpPr/>
            <p:nvPr/>
          </p:nvSpPr>
          <p:spPr bwMode="auto">
            <a:xfrm>
              <a:off x="5526088" y="2200275"/>
              <a:ext cx="7938" cy="30163"/>
            </a:xfrm>
            <a:custGeom>
              <a:avLst/>
              <a:gdLst/>
              <a:ahLst/>
              <a:cxnLst>
                <a:cxn ang="0">
                  <a:pos x="7" y="2"/>
                </a:cxn>
                <a:cxn ang="0">
                  <a:pos x="7" y="2"/>
                </a:cxn>
                <a:cxn ang="0">
                  <a:pos x="4" y="8"/>
                </a:cxn>
                <a:cxn ang="0">
                  <a:pos x="2" y="14"/>
                </a:cxn>
                <a:cxn ang="0">
                  <a:pos x="0" y="20"/>
                </a:cxn>
                <a:cxn ang="0">
                  <a:pos x="0" y="26"/>
                </a:cxn>
                <a:cxn ang="0">
                  <a:pos x="0" y="39"/>
                </a:cxn>
                <a:cxn ang="0">
                  <a:pos x="0" y="51"/>
                </a:cxn>
                <a:cxn ang="0">
                  <a:pos x="0" y="51"/>
                </a:cxn>
                <a:cxn ang="0">
                  <a:pos x="2" y="53"/>
                </a:cxn>
                <a:cxn ang="0">
                  <a:pos x="3" y="55"/>
                </a:cxn>
                <a:cxn ang="0">
                  <a:pos x="4" y="56"/>
                </a:cxn>
                <a:cxn ang="0">
                  <a:pos x="6" y="56"/>
                </a:cxn>
                <a:cxn ang="0">
                  <a:pos x="8" y="56"/>
                </a:cxn>
                <a:cxn ang="0">
                  <a:pos x="9" y="55"/>
                </a:cxn>
                <a:cxn ang="0">
                  <a:pos x="10" y="53"/>
                </a:cxn>
                <a:cxn ang="0">
                  <a:pos x="11" y="51"/>
                </a:cxn>
                <a:cxn ang="0">
                  <a:pos x="11" y="51"/>
                </a:cxn>
                <a:cxn ang="0">
                  <a:pos x="9" y="29"/>
                </a:cxn>
                <a:cxn ang="0">
                  <a:pos x="10" y="23"/>
                </a:cxn>
                <a:cxn ang="0">
                  <a:pos x="11" y="17"/>
                </a:cxn>
                <a:cxn ang="0">
                  <a:pos x="12" y="12"/>
                </a:cxn>
                <a:cxn ang="0">
                  <a:pos x="15" y="7"/>
                </a:cxn>
                <a:cxn ang="0">
                  <a:pos x="15" y="7"/>
                </a:cxn>
                <a:cxn ang="0">
                  <a:pos x="15" y="5"/>
                </a:cxn>
                <a:cxn ang="0">
                  <a:pos x="15" y="3"/>
                </a:cxn>
                <a:cxn ang="0">
                  <a:pos x="14" y="2"/>
                </a:cxn>
                <a:cxn ang="0">
                  <a:pos x="13" y="1"/>
                </a:cxn>
                <a:cxn ang="0">
                  <a:pos x="11" y="0"/>
                </a:cxn>
                <a:cxn ang="0">
                  <a:pos x="10" y="0"/>
                </a:cxn>
                <a:cxn ang="0">
                  <a:pos x="8" y="1"/>
                </a:cxn>
                <a:cxn ang="0">
                  <a:pos x="7" y="2"/>
                </a:cxn>
                <a:cxn ang="0">
                  <a:pos x="7" y="2"/>
                </a:cxn>
              </a:cxnLst>
              <a:rect l="0" t="0" r="r" b="b"/>
              <a:pathLst>
                <a:path w="15" h="56">
                  <a:moveTo>
                    <a:pt x="7" y="2"/>
                  </a:moveTo>
                  <a:lnTo>
                    <a:pt x="7" y="2"/>
                  </a:lnTo>
                  <a:lnTo>
                    <a:pt x="4" y="8"/>
                  </a:lnTo>
                  <a:lnTo>
                    <a:pt x="2" y="14"/>
                  </a:lnTo>
                  <a:lnTo>
                    <a:pt x="0" y="20"/>
                  </a:lnTo>
                  <a:lnTo>
                    <a:pt x="0" y="26"/>
                  </a:lnTo>
                  <a:lnTo>
                    <a:pt x="0" y="39"/>
                  </a:lnTo>
                  <a:lnTo>
                    <a:pt x="0" y="51"/>
                  </a:lnTo>
                  <a:lnTo>
                    <a:pt x="0" y="51"/>
                  </a:lnTo>
                  <a:lnTo>
                    <a:pt x="2" y="53"/>
                  </a:lnTo>
                  <a:lnTo>
                    <a:pt x="3" y="55"/>
                  </a:lnTo>
                  <a:lnTo>
                    <a:pt x="4" y="56"/>
                  </a:lnTo>
                  <a:lnTo>
                    <a:pt x="6" y="56"/>
                  </a:lnTo>
                  <a:lnTo>
                    <a:pt x="8" y="56"/>
                  </a:lnTo>
                  <a:lnTo>
                    <a:pt x="9" y="55"/>
                  </a:lnTo>
                  <a:lnTo>
                    <a:pt x="10" y="53"/>
                  </a:lnTo>
                  <a:lnTo>
                    <a:pt x="11" y="51"/>
                  </a:lnTo>
                  <a:lnTo>
                    <a:pt x="11" y="51"/>
                  </a:lnTo>
                  <a:lnTo>
                    <a:pt x="9" y="29"/>
                  </a:lnTo>
                  <a:lnTo>
                    <a:pt x="10" y="23"/>
                  </a:lnTo>
                  <a:lnTo>
                    <a:pt x="11" y="17"/>
                  </a:lnTo>
                  <a:lnTo>
                    <a:pt x="12" y="12"/>
                  </a:lnTo>
                  <a:lnTo>
                    <a:pt x="15" y="7"/>
                  </a:lnTo>
                  <a:lnTo>
                    <a:pt x="15" y="7"/>
                  </a:lnTo>
                  <a:lnTo>
                    <a:pt x="15" y="5"/>
                  </a:lnTo>
                  <a:lnTo>
                    <a:pt x="15" y="3"/>
                  </a:lnTo>
                  <a:lnTo>
                    <a:pt x="14" y="2"/>
                  </a:lnTo>
                  <a:lnTo>
                    <a:pt x="13" y="1"/>
                  </a:lnTo>
                  <a:lnTo>
                    <a:pt x="11" y="0"/>
                  </a:lnTo>
                  <a:lnTo>
                    <a:pt x="10" y="0"/>
                  </a:lnTo>
                  <a:lnTo>
                    <a:pt x="8" y="1"/>
                  </a:lnTo>
                  <a:lnTo>
                    <a:pt x="7" y="2"/>
                  </a:lnTo>
                  <a:lnTo>
                    <a:pt x="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1" name="Freeform 572"/>
            <p:cNvSpPr/>
            <p:nvPr/>
          </p:nvSpPr>
          <p:spPr bwMode="auto">
            <a:xfrm>
              <a:off x="5549901" y="2212975"/>
              <a:ext cx="4763" cy="25400"/>
            </a:xfrm>
            <a:custGeom>
              <a:avLst/>
              <a:gdLst/>
              <a:ahLst/>
              <a:cxnLst>
                <a:cxn ang="0">
                  <a:pos x="0" y="6"/>
                </a:cxn>
                <a:cxn ang="0">
                  <a:pos x="0" y="43"/>
                </a:cxn>
                <a:cxn ang="0">
                  <a:pos x="0" y="43"/>
                </a:cxn>
                <a:cxn ang="0">
                  <a:pos x="0" y="45"/>
                </a:cxn>
                <a:cxn ang="0">
                  <a:pos x="1" y="47"/>
                </a:cxn>
                <a:cxn ang="0">
                  <a:pos x="3" y="47"/>
                </a:cxn>
                <a:cxn ang="0">
                  <a:pos x="4" y="48"/>
                </a:cxn>
                <a:cxn ang="0">
                  <a:pos x="6" y="47"/>
                </a:cxn>
                <a:cxn ang="0">
                  <a:pos x="7" y="47"/>
                </a:cxn>
                <a:cxn ang="0">
                  <a:pos x="8" y="45"/>
                </a:cxn>
                <a:cxn ang="0">
                  <a:pos x="9" y="43"/>
                </a:cxn>
                <a:cxn ang="0">
                  <a:pos x="9" y="6"/>
                </a:cxn>
                <a:cxn ang="0">
                  <a:pos x="9" y="6"/>
                </a:cxn>
                <a:cxn ang="0">
                  <a:pos x="8" y="3"/>
                </a:cxn>
                <a:cxn ang="0">
                  <a:pos x="7" y="1"/>
                </a:cxn>
                <a:cxn ang="0">
                  <a:pos x="6" y="0"/>
                </a:cxn>
                <a:cxn ang="0">
                  <a:pos x="4" y="0"/>
                </a:cxn>
                <a:cxn ang="0">
                  <a:pos x="3" y="0"/>
                </a:cxn>
                <a:cxn ang="0">
                  <a:pos x="1" y="1"/>
                </a:cxn>
                <a:cxn ang="0">
                  <a:pos x="0" y="3"/>
                </a:cxn>
                <a:cxn ang="0">
                  <a:pos x="0" y="6"/>
                </a:cxn>
                <a:cxn ang="0">
                  <a:pos x="0" y="6"/>
                </a:cxn>
              </a:cxnLst>
              <a:rect l="0" t="0" r="r" b="b"/>
              <a:pathLst>
                <a:path w="9" h="48">
                  <a:moveTo>
                    <a:pt x="0" y="6"/>
                  </a:moveTo>
                  <a:lnTo>
                    <a:pt x="0" y="43"/>
                  </a:lnTo>
                  <a:lnTo>
                    <a:pt x="0" y="43"/>
                  </a:lnTo>
                  <a:lnTo>
                    <a:pt x="0" y="45"/>
                  </a:lnTo>
                  <a:lnTo>
                    <a:pt x="1" y="47"/>
                  </a:lnTo>
                  <a:lnTo>
                    <a:pt x="3" y="47"/>
                  </a:lnTo>
                  <a:lnTo>
                    <a:pt x="4" y="48"/>
                  </a:lnTo>
                  <a:lnTo>
                    <a:pt x="6" y="47"/>
                  </a:lnTo>
                  <a:lnTo>
                    <a:pt x="7" y="47"/>
                  </a:lnTo>
                  <a:lnTo>
                    <a:pt x="8" y="45"/>
                  </a:lnTo>
                  <a:lnTo>
                    <a:pt x="9" y="43"/>
                  </a:lnTo>
                  <a:lnTo>
                    <a:pt x="9" y="6"/>
                  </a:lnTo>
                  <a:lnTo>
                    <a:pt x="9" y="6"/>
                  </a:lnTo>
                  <a:lnTo>
                    <a:pt x="8" y="3"/>
                  </a:lnTo>
                  <a:lnTo>
                    <a:pt x="7" y="1"/>
                  </a:lnTo>
                  <a:lnTo>
                    <a:pt x="6" y="0"/>
                  </a:lnTo>
                  <a:lnTo>
                    <a:pt x="4" y="0"/>
                  </a:lnTo>
                  <a:lnTo>
                    <a:pt x="3" y="0"/>
                  </a:lnTo>
                  <a:lnTo>
                    <a:pt x="1" y="1"/>
                  </a:lnTo>
                  <a:lnTo>
                    <a:pt x="0" y="3"/>
                  </a:lnTo>
                  <a:lnTo>
                    <a:pt x="0" y="6"/>
                  </a:lnTo>
                  <a:lnTo>
                    <a:pt x="0" y="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2" name="Freeform 573"/>
            <p:cNvSpPr/>
            <p:nvPr/>
          </p:nvSpPr>
          <p:spPr bwMode="auto">
            <a:xfrm>
              <a:off x="5567363" y="2225675"/>
              <a:ext cx="4763" cy="25400"/>
            </a:xfrm>
            <a:custGeom>
              <a:avLst/>
              <a:gdLst/>
              <a:ahLst/>
              <a:cxnLst>
                <a:cxn ang="0">
                  <a:pos x="0" y="4"/>
                </a:cxn>
                <a:cxn ang="0">
                  <a:pos x="0" y="42"/>
                </a:cxn>
                <a:cxn ang="0">
                  <a:pos x="0" y="42"/>
                </a:cxn>
                <a:cxn ang="0">
                  <a:pos x="0" y="45"/>
                </a:cxn>
                <a:cxn ang="0">
                  <a:pos x="1" y="47"/>
                </a:cxn>
                <a:cxn ang="0">
                  <a:pos x="3" y="47"/>
                </a:cxn>
                <a:cxn ang="0">
                  <a:pos x="4" y="48"/>
                </a:cxn>
                <a:cxn ang="0">
                  <a:pos x="6" y="47"/>
                </a:cxn>
                <a:cxn ang="0">
                  <a:pos x="8" y="47"/>
                </a:cxn>
                <a:cxn ang="0">
                  <a:pos x="9" y="45"/>
                </a:cxn>
                <a:cxn ang="0">
                  <a:pos x="9" y="42"/>
                </a:cxn>
                <a:cxn ang="0">
                  <a:pos x="9" y="4"/>
                </a:cxn>
                <a:cxn ang="0">
                  <a:pos x="9" y="4"/>
                </a:cxn>
                <a:cxn ang="0">
                  <a:pos x="9" y="3"/>
                </a:cxn>
                <a:cxn ang="0">
                  <a:pos x="8" y="1"/>
                </a:cxn>
                <a:cxn ang="0">
                  <a:pos x="6" y="0"/>
                </a:cxn>
                <a:cxn ang="0">
                  <a:pos x="4" y="0"/>
                </a:cxn>
                <a:cxn ang="0">
                  <a:pos x="3" y="0"/>
                </a:cxn>
                <a:cxn ang="0">
                  <a:pos x="1" y="1"/>
                </a:cxn>
                <a:cxn ang="0">
                  <a:pos x="0" y="3"/>
                </a:cxn>
                <a:cxn ang="0">
                  <a:pos x="0" y="4"/>
                </a:cxn>
                <a:cxn ang="0">
                  <a:pos x="0" y="4"/>
                </a:cxn>
              </a:cxnLst>
              <a:rect l="0" t="0" r="r" b="b"/>
              <a:pathLst>
                <a:path w="9" h="48">
                  <a:moveTo>
                    <a:pt x="0" y="4"/>
                  </a:moveTo>
                  <a:lnTo>
                    <a:pt x="0" y="42"/>
                  </a:lnTo>
                  <a:lnTo>
                    <a:pt x="0" y="42"/>
                  </a:lnTo>
                  <a:lnTo>
                    <a:pt x="0" y="45"/>
                  </a:lnTo>
                  <a:lnTo>
                    <a:pt x="1" y="47"/>
                  </a:lnTo>
                  <a:lnTo>
                    <a:pt x="3" y="47"/>
                  </a:lnTo>
                  <a:lnTo>
                    <a:pt x="4" y="48"/>
                  </a:lnTo>
                  <a:lnTo>
                    <a:pt x="6" y="47"/>
                  </a:lnTo>
                  <a:lnTo>
                    <a:pt x="8" y="47"/>
                  </a:lnTo>
                  <a:lnTo>
                    <a:pt x="9" y="45"/>
                  </a:lnTo>
                  <a:lnTo>
                    <a:pt x="9" y="42"/>
                  </a:lnTo>
                  <a:lnTo>
                    <a:pt x="9" y="4"/>
                  </a:lnTo>
                  <a:lnTo>
                    <a:pt x="9" y="4"/>
                  </a:lnTo>
                  <a:lnTo>
                    <a:pt x="9" y="3"/>
                  </a:lnTo>
                  <a:lnTo>
                    <a:pt x="8" y="1"/>
                  </a:lnTo>
                  <a:lnTo>
                    <a:pt x="6" y="0"/>
                  </a:lnTo>
                  <a:lnTo>
                    <a:pt x="4" y="0"/>
                  </a:lnTo>
                  <a:lnTo>
                    <a:pt x="3" y="0"/>
                  </a:lnTo>
                  <a:lnTo>
                    <a:pt x="1" y="1"/>
                  </a:lnTo>
                  <a:lnTo>
                    <a:pt x="0" y="3"/>
                  </a:lnTo>
                  <a:lnTo>
                    <a:pt x="0" y="4"/>
                  </a:lnTo>
                  <a:lnTo>
                    <a:pt x="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3" name="Freeform 574"/>
            <p:cNvSpPr/>
            <p:nvPr/>
          </p:nvSpPr>
          <p:spPr bwMode="auto">
            <a:xfrm>
              <a:off x="5597526" y="2243138"/>
              <a:ext cx="6350" cy="30163"/>
            </a:xfrm>
            <a:custGeom>
              <a:avLst/>
              <a:gdLst/>
              <a:ahLst/>
              <a:cxnLst>
                <a:cxn ang="0">
                  <a:pos x="9" y="5"/>
                </a:cxn>
                <a:cxn ang="0">
                  <a:pos x="9" y="5"/>
                </a:cxn>
                <a:cxn ang="0">
                  <a:pos x="9" y="3"/>
                </a:cxn>
                <a:cxn ang="0">
                  <a:pos x="8" y="1"/>
                </a:cxn>
                <a:cxn ang="0">
                  <a:pos x="6" y="0"/>
                </a:cxn>
                <a:cxn ang="0">
                  <a:pos x="4" y="0"/>
                </a:cxn>
                <a:cxn ang="0">
                  <a:pos x="3" y="0"/>
                </a:cxn>
                <a:cxn ang="0">
                  <a:pos x="1" y="1"/>
                </a:cxn>
                <a:cxn ang="0">
                  <a:pos x="0" y="3"/>
                </a:cxn>
                <a:cxn ang="0">
                  <a:pos x="0" y="5"/>
                </a:cxn>
                <a:cxn ang="0">
                  <a:pos x="0" y="5"/>
                </a:cxn>
                <a:cxn ang="0">
                  <a:pos x="1" y="17"/>
                </a:cxn>
                <a:cxn ang="0">
                  <a:pos x="2" y="28"/>
                </a:cxn>
                <a:cxn ang="0">
                  <a:pos x="2" y="39"/>
                </a:cxn>
                <a:cxn ang="0">
                  <a:pos x="1" y="46"/>
                </a:cxn>
                <a:cxn ang="0">
                  <a:pos x="0" y="51"/>
                </a:cxn>
                <a:cxn ang="0">
                  <a:pos x="0" y="51"/>
                </a:cxn>
                <a:cxn ang="0">
                  <a:pos x="0" y="53"/>
                </a:cxn>
                <a:cxn ang="0">
                  <a:pos x="1" y="55"/>
                </a:cxn>
                <a:cxn ang="0">
                  <a:pos x="2" y="56"/>
                </a:cxn>
                <a:cxn ang="0">
                  <a:pos x="3" y="57"/>
                </a:cxn>
                <a:cxn ang="0">
                  <a:pos x="5" y="57"/>
                </a:cxn>
                <a:cxn ang="0">
                  <a:pos x="7" y="57"/>
                </a:cxn>
                <a:cxn ang="0">
                  <a:pos x="8" y="55"/>
                </a:cxn>
                <a:cxn ang="0">
                  <a:pos x="9" y="54"/>
                </a:cxn>
                <a:cxn ang="0">
                  <a:pos x="9" y="54"/>
                </a:cxn>
                <a:cxn ang="0">
                  <a:pos x="10" y="48"/>
                </a:cxn>
                <a:cxn ang="0">
                  <a:pos x="11" y="42"/>
                </a:cxn>
                <a:cxn ang="0">
                  <a:pos x="11" y="29"/>
                </a:cxn>
                <a:cxn ang="0">
                  <a:pos x="10" y="17"/>
                </a:cxn>
                <a:cxn ang="0">
                  <a:pos x="9" y="5"/>
                </a:cxn>
                <a:cxn ang="0">
                  <a:pos x="9" y="5"/>
                </a:cxn>
              </a:cxnLst>
              <a:rect l="0" t="0" r="r" b="b"/>
              <a:pathLst>
                <a:path w="11" h="57">
                  <a:moveTo>
                    <a:pt x="9" y="5"/>
                  </a:moveTo>
                  <a:lnTo>
                    <a:pt x="9" y="5"/>
                  </a:lnTo>
                  <a:lnTo>
                    <a:pt x="9" y="3"/>
                  </a:lnTo>
                  <a:lnTo>
                    <a:pt x="8" y="1"/>
                  </a:lnTo>
                  <a:lnTo>
                    <a:pt x="6" y="0"/>
                  </a:lnTo>
                  <a:lnTo>
                    <a:pt x="4" y="0"/>
                  </a:lnTo>
                  <a:lnTo>
                    <a:pt x="3" y="0"/>
                  </a:lnTo>
                  <a:lnTo>
                    <a:pt x="1" y="1"/>
                  </a:lnTo>
                  <a:lnTo>
                    <a:pt x="0" y="3"/>
                  </a:lnTo>
                  <a:lnTo>
                    <a:pt x="0" y="5"/>
                  </a:lnTo>
                  <a:lnTo>
                    <a:pt x="0" y="5"/>
                  </a:lnTo>
                  <a:lnTo>
                    <a:pt x="1" y="17"/>
                  </a:lnTo>
                  <a:lnTo>
                    <a:pt x="2" y="28"/>
                  </a:lnTo>
                  <a:lnTo>
                    <a:pt x="2" y="39"/>
                  </a:lnTo>
                  <a:lnTo>
                    <a:pt x="1" y="46"/>
                  </a:lnTo>
                  <a:lnTo>
                    <a:pt x="0" y="51"/>
                  </a:lnTo>
                  <a:lnTo>
                    <a:pt x="0" y="51"/>
                  </a:lnTo>
                  <a:lnTo>
                    <a:pt x="0" y="53"/>
                  </a:lnTo>
                  <a:lnTo>
                    <a:pt x="1" y="55"/>
                  </a:lnTo>
                  <a:lnTo>
                    <a:pt x="2" y="56"/>
                  </a:lnTo>
                  <a:lnTo>
                    <a:pt x="3" y="57"/>
                  </a:lnTo>
                  <a:lnTo>
                    <a:pt x="5" y="57"/>
                  </a:lnTo>
                  <a:lnTo>
                    <a:pt x="7" y="57"/>
                  </a:lnTo>
                  <a:lnTo>
                    <a:pt x="8" y="55"/>
                  </a:lnTo>
                  <a:lnTo>
                    <a:pt x="9" y="54"/>
                  </a:lnTo>
                  <a:lnTo>
                    <a:pt x="9" y="54"/>
                  </a:lnTo>
                  <a:lnTo>
                    <a:pt x="10" y="48"/>
                  </a:lnTo>
                  <a:lnTo>
                    <a:pt x="11" y="42"/>
                  </a:lnTo>
                  <a:lnTo>
                    <a:pt x="11" y="29"/>
                  </a:lnTo>
                  <a:lnTo>
                    <a:pt x="10" y="17"/>
                  </a:lnTo>
                  <a:lnTo>
                    <a:pt x="9" y="5"/>
                  </a:lnTo>
                  <a:lnTo>
                    <a:pt x="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4" name="Freeform 575"/>
            <p:cNvSpPr/>
            <p:nvPr/>
          </p:nvSpPr>
          <p:spPr bwMode="auto">
            <a:xfrm>
              <a:off x="5354638" y="2393950"/>
              <a:ext cx="6350" cy="31750"/>
            </a:xfrm>
            <a:custGeom>
              <a:avLst/>
              <a:gdLst/>
              <a:ahLst/>
              <a:cxnLst>
                <a:cxn ang="0">
                  <a:pos x="4" y="4"/>
                </a:cxn>
                <a:cxn ang="0">
                  <a:pos x="4" y="4"/>
                </a:cxn>
                <a:cxn ang="0">
                  <a:pos x="4" y="30"/>
                </a:cxn>
                <a:cxn ang="0">
                  <a:pos x="3" y="43"/>
                </a:cxn>
                <a:cxn ang="0">
                  <a:pos x="0" y="55"/>
                </a:cxn>
                <a:cxn ang="0">
                  <a:pos x="0" y="55"/>
                </a:cxn>
                <a:cxn ang="0">
                  <a:pos x="0" y="57"/>
                </a:cxn>
                <a:cxn ang="0">
                  <a:pos x="0" y="59"/>
                </a:cxn>
                <a:cxn ang="0">
                  <a:pos x="1" y="60"/>
                </a:cxn>
                <a:cxn ang="0">
                  <a:pos x="3" y="61"/>
                </a:cxn>
                <a:cxn ang="0">
                  <a:pos x="5" y="61"/>
                </a:cxn>
                <a:cxn ang="0">
                  <a:pos x="6" y="61"/>
                </a:cxn>
                <a:cxn ang="0">
                  <a:pos x="8" y="59"/>
                </a:cxn>
                <a:cxn ang="0">
                  <a:pos x="9" y="58"/>
                </a:cxn>
                <a:cxn ang="0">
                  <a:pos x="9" y="58"/>
                </a:cxn>
                <a:cxn ang="0">
                  <a:pos x="12" y="45"/>
                </a:cxn>
                <a:cxn ang="0">
                  <a:pos x="14" y="31"/>
                </a:cxn>
                <a:cxn ang="0">
                  <a:pos x="14" y="4"/>
                </a:cxn>
                <a:cxn ang="0">
                  <a:pos x="14" y="4"/>
                </a:cxn>
                <a:cxn ang="0">
                  <a:pos x="14" y="2"/>
                </a:cxn>
                <a:cxn ang="0">
                  <a:pos x="12" y="1"/>
                </a:cxn>
                <a:cxn ang="0">
                  <a:pos x="11" y="0"/>
                </a:cxn>
                <a:cxn ang="0">
                  <a:pos x="9" y="0"/>
                </a:cxn>
                <a:cxn ang="0">
                  <a:pos x="7" y="0"/>
                </a:cxn>
                <a:cxn ang="0">
                  <a:pos x="6" y="1"/>
                </a:cxn>
                <a:cxn ang="0">
                  <a:pos x="5" y="2"/>
                </a:cxn>
                <a:cxn ang="0">
                  <a:pos x="4" y="4"/>
                </a:cxn>
                <a:cxn ang="0">
                  <a:pos x="4" y="4"/>
                </a:cxn>
              </a:cxnLst>
              <a:rect l="0" t="0" r="r" b="b"/>
              <a:pathLst>
                <a:path w="14" h="61">
                  <a:moveTo>
                    <a:pt x="4" y="4"/>
                  </a:moveTo>
                  <a:lnTo>
                    <a:pt x="4" y="4"/>
                  </a:lnTo>
                  <a:lnTo>
                    <a:pt x="4" y="30"/>
                  </a:lnTo>
                  <a:lnTo>
                    <a:pt x="3" y="43"/>
                  </a:lnTo>
                  <a:lnTo>
                    <a:pt x="0" y="55"/>
                  </a:lnTo>
                  <a:lnTo>
                    <a:pt x="0" y="55"/>
                  </a:lnTo>
                  <a:lnTo>
                    <a:pt x="0" y="57"/>
                  </a:lnTo>
                  <a:lnTo>
                    <a:pt x="0" y="59"/>
                  </a:lnTo>
                  <a:lnTo>
                    <a:pt x="1" y="60"/>
                  </a:lnTo>
                  <a:lnTo>
                    <a:pt x="3" y="61"/>
                  </a:lnTo>
                  <a:lnTo>
                    <a:pt x="5" y="61"/>
                  </a:lnTo>
                  <a:lnTo>
                    <a:pt x="6" y="61"/>
                  </a:lnTo>
                  <a:lnTo>
                    <a:pt x="8" y="59"/>
                  </a:lnTo>
                  <a:lnTo>
                    <a:pt x="9" y="58"/>
                  </a:lnTo>
                  <a:lnTo>
                    <a:pt x="9" y="58"/>
                  </a:lnTo>
                  <a:lnTo>
                    <a:pt x="12" y="45"/>
                  </a:lnTo>
                  <a:lnTo>
                    <a:pt x="14" y="31"/>
                  </a:lnTo>
                  <a:lnTo>
                    <a:pt x="14" y="4"/>
                  </a:lnTo>
                  <a:lnTo>
                    <a:pt x="14" y="4"/>
                  </a:lnTo>
                  <a:lnTo>
                    <a:pt x="14" y="2"/>
                  </a:lnTo>
                  <a:lnTo>
                    <a:pt x="12" y="1"/>
                  </a:lnTo>
                  <a:lnTo>
                    <a:pt x="11" y="0"/>
                  </a:lnTo>
                  <a:lnTo>
                    <a:pt x="9" y="0"/>
                  </a:lnTo>
                  <a:lnTo>
                    <a:pt x="7" y="0"/>
                  </a:lnTo>
                  <a:lnTo>
                    <a:pt x="6" y="1"/>
                  </a:lnTo>
                  <a:lnTo>
                    <a:pt x="5" y="2"/>
                  </a:lnTo>
                  <a:lnTo>
                    <a:pt x="4" y="4"/>
                  </a:lnTo>
                  <a:lnTo>
                    <a:pt x="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5" name="Freeform 576"/>
            <p:cNvSpPr/>
            <p:nvPr/>
          </p:nvSpPr>
          <p:spPr bwMode="auto">
            <a:xfrm>
              <a:off x="5367338" y="2428875"/>
              <a:ext cx="4763" cy="39688"/>
            </a:xfrm>
            <a:custGeom>
              <a:avLst/>
              <a:gdLst/>
              <a:ahLst/>
              <a:cxnLst>
                <a:cxn ang="0">
                  <a:pos x="0" y="5"/>
                </a:cxn>
                <a:cxn ang="0">
                  <a:pos x="0" y="72"/>
                </a:cxn>
                <a:cxn ang="0">
                  <a:pos x="0" y="72"/>
                </a:cxn>
                <a:cxn ang="0">
                  <a:pos x="0" y="73"/>
                </a:cxn>
                <a:cxn ang="0">
                  <a:pos x="1" y="75"/>
                </a:cxn>
                <a:cxn ang="0">
                  <a:pos x="3" y="76"/>
                </a:cxn>
                <a:cxn ang="0">
                  <a:pos x="4" y="76"/>
                </a:cxn>
                <a:cxn ang="0">
                  <a:pos x="6" y="76"/>
                </a:cxn>
                <a:cxn ang="0">
                  <a:pos x="7" y="75"/>
                </a:cxn>
                <a:cxn ang="0">
                  <a:pos x="8" y="73"/>
                </a:cxn>
                <a:cxn ang="0">
                  <a:pos x="9" y="72"/>
                </a:cxn>
                <a:cxn ang="0">
                  <a:pos x="9" y="5"/>
                </a:cxn>
                <a:cxn ang="0">
                  <a:pos x="9" y="5"/>
                </a:cxn>
                <a:cxn ang="0">
                  <a:pos x="8" y="2"/>
                </a:cxn>
                <a:cxn ang="0">
                  <a:pos x="7" y="1"/>
                </a:cxn>
                <a:cxn ang="0">
                  <a:pos x="6" y="0"/>
                </a:cxn>
                <a:cxn ang="0">
                  <a:pos x="4" y="0"/>
                </a:cxn>
                <a:cxn ang="0">
                  <a:pos x="3" y="0"/>
                </a:cxn>
                <a:cxn ang="0">
                  <a:pos x="1" y="1"/>
                </a:cxn>
                <a:cxn ang="0">
                  <a:pos x="0" y="2"/>
                </a:cxn>
                <a:cxn ang="0">
                  <a:pos x="0" y="5"/>
                </a:cxn>
                <a:cxn ang="0">
                  <a:pos x="0" y="5"/>
                </a:cxn>
              </a:cxnLst>
              <a:rect l="0" t="0" r="r" b="b"/>
              <a:pathLst>
                <a:path w="9" h="76">
                  <a:moveTo>
                    <a:pt x="0" y="5"/>
                  </a:moveTo>
                  <a:lnTo>
                    <a:pt x="0" y="72"/>
                  </a:lnTo>
                  <a:lnTo>
                    <a:pt x="0" y="72"/>
                  </a:lnTo>
                  <a:lnTo>
                    <a:pt x="0" y="73"/>
                  </a:lnTo>
                  <a:lnTo>
                    <a:pt x="1" y="75"/>
                  </a:lnTo>
                  <a:lnTo>
                    <a:pt x="3" y="76"/>
                  </a:lnTo>
                  <a:lnTo>
                    <a:pt x="4" y="76"/>
                  </a:lnTo>
                  <a:lnTo>
                    <a:pt x="6" y="76"/>
                  </a:lnTo>
                  <a:lnTo>
                    <a:pt x="7" y="75"/>
                  </a:lnTo>
                  <a:lnTo>
                    <a:pt x="8" y="73"/>
                  </a:lnTo>
                  <a:lnTo>
                    <a:pt x="9" y="72"/>
                  </a:lnTo>
                  <a:lnTo>
                    <a:pt x="9" y="5"/>
                  </a:lnTo>
                  <a:lnTo>
                    <a:pt x="9" y="5"/>
                  </a:lnTo>
                  <a:lnTo>
                    <a:pt x="8" y="2"/>
                  </a:lnTo>
                  <a:lnTo>
                    <a:pt x="7" y="1"/>
                  </a:lnTo>
                  <a:lnTo>
                    <a:pt x="6" y="0"/>
                  </a:lnTo>
                  <a:lnTo>
                    <a:pt x="4" y="0"/>
                  </a:lnTo>
                  <a:lnTo>
                    <a:pt x="3" y="0"/>
                  </a:lnTo>
                  <a:lnTo>
                    <a:pt x="1" y="1"/>
                  </a:lnTo>
                  <a:lnTo>
                    <a:pt x="0" y="2"/>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6" name="Freeform 577"/>
            <p:cNvSpPr/>
            <p:nvPr/>
          </p:nvSpPr>
          <p:spPr bwMode="auto">
            <a:xfrm>
              <a:off x="5384801" y="2454275"/>
              <a:ext cx="4763" cy="39688"/>
            </a:xfrm>
            <a:custGeom>
              <a:avLst/>
              <a:gdLst/>
              <a:ahLst/>
              <a:cxnLst>
                <a:cxn ang="0">
                  <a:pos x="0" y="4"/>
                </a:cxn>
                <a:cxn ang="0">
                  <a:pos x="0" y="70"/>
                </a:cxn>
                <a:cxn ang="0">
                  <a:pos x="0" y="70"/>
                </a:cxn>
                <a:cxn ang="0">
                  <a:pos x="0" y="72"/>
                </a:cxn>
                <a:cxn ang="0">
                  <a:pos x="1" y="74"/>
                </a:cxn>
                <a:cxn ang="0">
                  <a:pos x="3" y="75"/>
                </a:cxn>
                <a:cxn ang="0">
                  <a:pos x="4" y="75"/>
                </a:cxn>
                <a:cxn ang="0">
                  <a:pos x="6" y="75"/>
                </a:cxn>
                <a:cxn ang="0">
                  <a:pos x="8" y="74"/>
                </a:cxn>
                <a:cxn ang="0">
                  <a:pos x="9" y="72"/>
                </a:cxn>
                <a:cxn ang="0">
                  <a:pos x="9" y="70"/>
                </a:cxn>
                <a:cxn ang="0">
                  <a:pos x="9" y="4"/>
                </a:cxn>
                <a:cxn ang="0">
                  <a:pos x="9" y="4"/>
                </a:cxn>
                <a:cxn ang="0">
                  <a:pos x="9" y="2"/>
                </a:cxn>
                <a:cxn ang="0">
                  <a:pos x="8" y="1"/>
                </a:cxn>
                <a:cxn ang="0">
                  <a:pos x="6" y="0"/>
                </a:cxn>
                <a:cxn ang="0">
                  <a:pos x="4" y="0"/>
                </a:cxn>
                <a:cxn ang="0">
                  <a:pos x="3" y="0"/>
                </a:cxn>
                <a:cxn ang="0">
                  <a:pos x="1" y="1"/>
                </a:cxn>
                <a:cxn ang="0">
                  <a:pos x="0" y="2"/>
                </a:cxn>
                <a:cxn ang="0">
                  <a:pos x="0" y="4"/>
                </a:cxn>
                <a:cxn ang="0">
                  <a:pos x="0" y="4"/>
                </a:cxn>
              </a:cxnLst>
              <a:rect l="0" t="0" r="r" b="b"/>
              <a:pathLst>
                <a:path w="9" h="75">
                  <a:moveTo>
                    <a:pt x="0" y="4"/>
                  </a:moveTo>
                  <a:lnTo>
                    <a:pt x="0" y="70"/>
                  </a:lnTo>
                  <a:lnTo>
                    <a:pt x="0" y="70"/>
                  </a:lnTo>
                  <a:lnTo>
                    <a:pt x="0" y="72"/>
                  </a:lnTo>
                  <a:lnTo>
                    <a:pt x="1" y="74"/>
                  </a:lnTo>
                  <a:lnTo>
                    <a:pt x="3" y="75"/>
                  </a:lnTo>
                  <a:lnTo>
                    <a:pt x="4" y="75"/>
                  </a:lnTo>
                  <a:lnTo>
                    <a:pt x="6" y="75"/>
                  </a:lnTo>
                  <a:lnTo>
                    <a:pt x="8" y="74"/>
                  </a:lnTo>
                  <a:lnTo>
                    <a:pt x="9" y="72"/>
                  </a:lnTo>
                  <a:lnTo>
                    <a:pt x="9" y="70"/>
                  </a:lnTo>
                  <a:lnTo>
                    <a:pt x="9" y="4"/>
                  </a:lnTo>
                  <a:lnTo>
                    <a:pt x="9" y="4"/>
                  </a:lnTo>
                  <a:lnTo>
                    <a:pt x="9" y="2"/>
                  </a:lnTo>
                  <a:lnTo>
                    <a:pt x="8" y="1"/>
                  </a:lnTo>
                  <a:lnTo>
                    <a:pt x="6" y="0"/>
                  </a:lnTo>
                  <a:lnTo>
                    <a:pt x="4" y="0"/>
                  </a:lnTo>
                  <a:lnTo>
                    <a:pt x="3" y="0"/>
                  </a:lnTo>
                  <a:lnTo>
                    <a:pt x="1" y="1"/>
                  </a:lnTo>
                  <a:lnTo>
                    <a:pt x="0" y="2"/>
                  </a:lnTo>
                  <a:lnTo>
                    <a:pt x="0" y="4"/>
                  </a:lnTo>
                  <a:lnTo>
                    <a:pt x="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7" name="Freeform 578"/>
            <p:cNvSpPr/>
            <p:nvPr/>
          </p:nvSpPr>
          <p:spPr bwMode="auto">
            <a:xfrm>
              <a:off x="5402263" y="2479675"/>
              <a:ext cx="6350" cy="39688"/>
            </a:xfrm>
            <a:custGeom>
              <a:avLst/>
              <a:gdLst/>
              <a:ahLst/>
              <a:cxnLst>
                <a:cxn ang="0">
                  <a:pos x="14" y="5"/>
                </a:cxn>
                <a:cxn ang="0">
                  <a:pos x="14" y="5"/>
                </a:cxn>
                <a:cxn ang="0">
                  <a:pos x="13" y="2"/>
                </a:cxn>
                <a:cxn ang="0">
                  <a:pos x="12" y="1"/>
                </a:cxn>
                <a:cxn ang="0">
                  <a:pos x="11" y="0"/>
                </a:cxn>
                <a:cxn ang="0">
                  <a:pos x="9" y="0"/>
                </a:cxn>
                <a:cxn ang="0">
                  <a:pos x="8" y="0"/>
                </a:cxn>
                <a:cxn ang="0">
                  <a:pos x="6" y="1"/>
                </a:cxn>
                <a:cxn ang="0">
                  <a:pos x="5" y="2"/>
                </a:cxn>
                <a:cxn ang="0">
                  <a:pos x="4" y="5"/>
                </a:cxn>
                <a:cxn ang="0">
                  <a:pos x="4" y="5"/>
                </a:cxn>
                <a:cxn ang="0">
                  <a:pos x="4" y="14"/>
                </a:cxn>
                <a:cxn ang="0">
                  <a:pos x="2" y="23"/>
                </a:cxn>
                <a:cxn ang="0">
                  <a:pos x="1" y="32"/>
                </a:cxn>
                <a:cxn ang="0">
                  <a:pos x="0" y="41"/>
                </a:cxn>
                <a:cxn ang="0">
                  <a:pos x="0" y="41"/>
                </a:cxn>
                <a:cxn ang="0">
                  <a:pos x="0" y="49"/>
                </a:cxn>
                <a:cxn ang="0">
                  <a:pos x="1" y="57"/>
                </a:cxn>
                <a:cxn ang="0">
                  <a:pos x="3" y="66"/>
                </a:cxn>
                <a:cxn ang="0">
                  <a:pos x="5" y="74"/>
                </a:cxn>
                <a:cxn ang="0">
                  <a:pos x="5" y="74"/>
                </a:cxn>
                <a:cxn ang="0">
                  <a:pos x="6" y="75"/>
                </a:cxn>
                <a:cxn ang="0">
                  <a:pos x="8" y="76"/>
                </a:cxn>
                <a:cxn ang="0">
                  <a:pos x="9" y="76"/>
                </a:cxn>
                <a:cxn ang="0">
                  <a:pos x="11" y="75"/>
                </a:cxn>
                <a:cxn ang="0">
                  <a:pos x="13" y="73"/>
                </a:cxn>
                <a:cxn ang="0">
                  <a:pos x="13" y="71"/>
                </a:cxn>
                <a:cxn ang="0">
                  <a:pos x="13" y="69"/>
                </a:cxn>
                <a:cxn ang="0">
                  <a:pos x="13" y="69"/>
                </a:cxn>
                <a:cxn ang="0">
                  <a:pos x="11" y="60"/>
                </a:cxn>
                <a:cxn ang="0">
                  <a:pos x="9" y="53"/>
                </a:cxn>
                <a:cxn ang="0">
                  <a:pos x="9" y="45"/>
                </a:cxn>
                <a:cxn ang="0">
                  <a:pos x="10" y="37"/>
                </a:cxn>
                <a:cxn ang="0">
                  <a:pos x="12" y="21"/>
                </a:cxn>
                <a:cxn ang="0">
                  <a:pos x="14" y="5"/>
                </a:cxn>
                <a:cxn ang="0">
                  <a:pos x="14" y="5"/>
                </a:cxn>
              </a:cxnLst>
              <a:rect l="0" t="0" r="r" b="b"/>
              <a:pathLst>
                <a:path w="14" h="76">
                  <a:moveTo>
                    <a:pt x="14" y="5"/>
                  </a:moveTo>
                  <a:lnTo>
                    <a:pt x="14" y="5"/>
                  </a:lnTo>
                  <a:lnTo>
                    <a:pt x="13" y="2"/>
                  </a:lnTo>
                  <a:lnTo>
                    <a:pt x="12" y="1"/>
                  </a:lnTo>
                  <a:lnTo>
                    <a:pt x="11" y="0"/>
                  </a:lnTo>
                  <a:lnTo>
                    <a:pt x="9" y="0"/>
                  </a:lnTo>
                  <a:lnTo>
                    <a:pt x="8" y="0"/>
                  </a:lnTo>
                  <a:lnTo>
                    <a:pt x="6" y="1"/>
                  </a:lnTo>
                  <a:lnTo>
                    <a:pt x="5" y="2"/>
                  </a:lnTo>
                  <a:lnTo>
                    <a:pt x="4" y="5"/>
                  </a:lnTo>
                  <a:lnTo>
                    <a:pt x="4" y="5"/>
                  </a:lnTo>
                  <a:lnTo>
                    <a:pt x="4" y="14"/>
                  </a:lnTo>
                  <a:lnTo>
                    <a:pt x="2" y="23"/>
                  </a:lnTo>
                  <a:lnTo>
                    <a:pt x="1" y="32"/>
                  </a:lnTo>
                  <a:lnTo>
                    <a:pt x="0" y="41"/>
                  </a:lnTo>
                  <a:lnTo>
                    <a:pt x="0" y="41"/>
                  </a:lnTo>
                  <a:lnTo>
                    <a:pt x="0" y="49"/>
                  </a:lnTo>
                  <a:lnTo>
                    <a:pt x="1" y="57"/>
                  </a:lnTo>
                  <a:lnTo>
                    <a:pt x="3" y="66"/>
                  </a:lnTo>
                  <a:lnTo>
                    <a:pt x="5" y="74"/>
                  </a:lnTo>
                  <a:lnTo>
                    <a:pt x="5" y="74"/>
                  </a:lnTo>
                  <a:lnTo>
                    <a:pt x="6" y="75"/>
                  </a:lnTo>
                  <a:lnTo>
                    <a:pt x="8" y="76"/>
                  </a:lnTo>
                  <a:lnTo>
                    <a:pt x="9" y="76"/>
                  </a:lnTo>
                  <a:lnTo>
                    <a:pt x="11" y="75"/>
                  </a:lnTo>
                  <a:lnTo>
                    <a:pt x="13" y="73"/>
                  </a:lnTo>
                  <a:lnTo>
                    <a:pt x="13" y="71"/>
                  </a:lnTo>
                  <a:lnTo>
                    <a:pt x="13" y="69"/>
                  </a:lnTo>
                  <a:lnTo>
                    <a:pt x="13" y="69"/>
                  </a:lnTo>
                  <a:lnTo>
                    <a:pt x="11" y="60"/>
                  </a:lnTo>
                  <a:lnTo>
                    <a:pt x="9" y="53"/>
                  </a:lnTo>
                  <a:lnTo>
                    <a:pt x="9" y="45"/>
                  </a:lnTo>
                  <a:lnTo>
                    <a:pt x="10" y="37"/>
                  </a:lnTo>
                  <a:lnTo>
                    <a:pt x="12" y="21"/>
                  </a:lnTo>
                  <a:lnTo>
                    <a:pt x="14" y="5"/>
                  </a:lnTo>
                  <a:lnTo>
                    <a:pt x="14"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8" name="Freeform 579"/>
            <p:cNvSpPr/>
            <p:nvPr/>
          </p:nvSpPr>
          <p:spPr bwMode="auto">
            <a:xfrm>
              <a:off x="5426076" y="2497138"/>
              <a:ext cx="7938" cy="30163"/>
            </a:xfrm>
            <a:custGeom>
              <a:avLst/>
              <a:gdLst/>
              <a:ahLst/>
              <a:cxnLst>
                <a:cxn ang="0">
                  <a:pos x="7" y="3"/>
                </a:cxn>
                <a:cxn ang="0">
                  <a:pos x="7" y="3"/>
                </a:cxn>
                <a:cxn ang="0">
                  <a:pos x="4" y="9"/>
                </a:cxn>
                <a:cxn ang="0">
                  <a:pos x="1" y="14"/>
                </a:cxn>
                <a:cxn ang="0">
                  <a:pos x="0" y="20"/>
                </a:cxn>
                <a:cxn ang="0">
                  <a:pos x="0" y="26"/>
                </a:cxn>
                <a:cxn ang="0">
                  <a:pos x="0" y="40"/>
                </a:cxn>
                <a:cxn ang="0">
                  <a:pos x="1" y="52"/>
                </a:cxn>
                <a:cxn ang="0">
                  <a:pos x="1" y="52"/>
                </a:cxn>
                <a:cxn ang="0">
                  <a:pos x="1" y="54"/>
                </a:cxn>
                <a:cxn ang="0">
                  <a:pos x="3" y="55"/>
                </a:cxn>
                <a:cxn ang="0">
                  <a:pos x="5" y="56"/>
                </a:cxn>
                <a:cxn ang="0">
                  <a:pos x="6" y="57"/>
                </a:cxn>
                <a:cxn ang="0">
                  <a:pos x="8" y="56"/>
                </a:cxn>
                <a:cxn ang="0">
                  <a:pos x="10" y="55"/>
                </a:cxn>
                <a:cxn ang="0">
                  <a:pos x="11" y="54"/>
                </a:cxn>
                <a:cxn ang="0">
                  <a:pos x="11" y="52"/>
                </a:cxn>
                <a:cxn ang="0">
                  <a:pos x="11" y="52"/>
                </a:cxn>
                <a:cxn ang="0">
                  <a:pos x="10" y="29"/>
                </a:cxn>
                <a:cxn ang="0">
                  <a:pos x="10" y="23"/>
                </a:cxn>
                <a:cxn ang="0">
                  <a:pos x="11" y="18"/>
                </a:cxn>
                <a:cxn ang="0">
                  <a:pos x="12" y="13"/>
                </a:cxn>
                <a:cxn ang="0">
                  <a:pos x="15" y="8"/>
                </a:cxn>
                <a:cxn ang="0">
                  <a:pos x="15" y="8"/>
                </a:cxn>
                <a:cxn ang="0">
                  <a:pos x="16" y="6"/>
                </a:cxn>
                <a:cxn ang="0">
                  <a:pos x="15" y="4"/>
                </a:cxn>
                <a:cxn ang="0">
                  <a:pos x="15" y="2"/>
                </a:cxn>
                <a:cxn ang="0">
                  <a:pos x="13" y="0"/>
                </a:cxn>
                <a:cxn ang="0">
                  <a:pos x="12" y="0"/>
                </a:cxn>
                <a:cxn ang="0">
                  <a:pos x="10" y="0"/>
                </a:cxn>
                <a:cxn ang="0">
                  <a:pos x="8" y="0"/>
                </a:cxn>
                <a:cxn ang="0">
                  <a:pos x="7" y="3"/>
                </a:cxn>
                <a:cxn ang="0">
                  <a:pos x="7" y="3"/>
                </a:cxn>
              </a:cxnLst>
              <a:rect l="0" t="0" r="r" b="b"/>
              <a:pathLst>
                <a:path w="16" h="57">
                  <a:moveTo>
                    <a:pt x="7" y="3"/>
                  </a:moveTo>
                  <a:lnTo>
                    <a:pt x="7" y="3"/>
                  </a:lnTo>
                  <a:lnTo>
                    <a:pt x="4" y="9"/>
                  </a:lnTo>
                  <a:lnTo>
                    <a:pt x="1" y="14"/>
                  </a:lnTo>
                  <a:lnTo>
                    <a:pt x="0" y="20"/>
                  </a:lnTo>
                  <a:lnTo>
                    <a:pt x="0" y="26"/>
                  </a:lnTo>
                  <a:lnTo>
                    <a:pt x="0" y="40"/>
                  </a:lnTo>
                  <a:lnTo>
                    <a:pt x="1" y="52"/>
                  </a:lnTo>
                  <a:lnTo>
                    <a:pt x="1" y="52"/>
                  </a:lnTo>
                  <a:lnTo>
                    <a:pt x="1" y="54"/>
                  </a:lnTo>
                  <a:lnTo>
                    <a:pt x="3" y="55"/>
                  </a:lnTo>
                  <a:lnTo>
                    <a:pt x="5" y="56"/>
                  </a:lnTo>
                  <a:lnTo>
                    <a:pt x="6" y="57"/>
                  </a:lnTo>
                  <a:lnTo>
                    <a:pt x="8" y="56"/>
                  </a:lnTo>
                  <a:lnTo>
                    <a:pt x="10" y="55"/>
                  </a:lnTo>
                  <a:lnTo>
                    <a:pt x="11" y="54"/>
                  </a:lnTo>
                  <a:lnTo>
                    <a:pt x="11" y="52"/>
                  </a:lnTo>
                  <a:lnTo>
                    <a:pt x="11" y="52"/>
                  </a:lnTo>
                  <a:lnTo>
                    <a:pt x="10" y="29"/>
                  </a:lnTo>
                  <a:lnTo>
                    <a:pt x="10" y="23"/>
                  </a:lnTo>
                  <a:lnTo>
                    <a:pt x="11" y="18"/>
                  </a:lnTo>
                  <a:lnTo>
                    <a:pt x="12" y="13"/>
                  </a:lnTo>
                  <a:lnTo>
                    <a:pt x="15" y="8"/>
                  </a:lnTo>
                  <a:lnTo>
                    <a:pt x="15" y="8"/>
                  </a:lnTo>
                  <a:lnTo>
                    <a:pt x="16" y="6"/>
                  </a:lnTo>
                  <a:lnTo>
                    <a:pt x="15" y="4"/>
                  </a:lnTo>
                  <a:lnTo>
                    <a:pt x="15" y="2"/>
                  </a:lnTo>
                  <a:lnTo>
                    <a:pt x="13" y="0"/>
                  </a:lnTo>
                  <a:lnTo>
                    <a:pt x="12" y="0"/>
                  </a:lnTo>
                  <a:lnTo>
                    <a:pt x="10" y="0"/>
                  </a:lnTo>
                  <a:lnTo>
                    <a:pt x="8" y="0"/>
                  </a:lnTo>
                  <a:lnTo>
                    <a:pt x="7" y="3"/>
                  </a:lnTo>
                  <a:lnTo>
                    <a:pt x="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9" name="Freeform 580"/>
            <p:cNvSpPr/>
            <p:nvPr/>
          </p:nvSpPr>
          <p:spPr bwMode="auto">
            <a:xfrm>
              <a:off x="5446713" y="2514600"/>
              <a:ext cx="7938" cy="36513"/>
            </a:xfrm>
            <a:custGeom>
              <a:avLst/>
              <a:gdLst/>
              <a:ahLst/>
              <a:cxnLst>
                <a:cxn ang="0">
                  <a:pos x="15" y="64"/>
                </a:cxn>
                <a:cxn ang="0">
                  <a:pos x="15" y="64"/>
                </a:cxn>
                <a:cxn ang="0">
                  <a:pos x="12" y="56"/>
                </a:cxn>
                <a:cxn ang="0">
                  <a:pos x="10" y="49"/>
                </a:cxn>
                <a:cxn ang="0">
                  <a:pos x="9" y="42"/>
                </a:cxn>
                <a:cxn ang="0">
                  <a:pos x="9" y="35"/>
                </a:cxn>
                <a:cxn ang="0">
                  <a:pos x="10" y="19"/>
                </a:cxn>
                <a:cxn ang="0">
                  <a:pos x="11" y="4"/>
                </a:cxn>
                <a:cxn ang="0">
                  <a:pos x="11" y="4"/>
                </a:cxn>
                <a:cxn ang="0">
                  <a:pos x="10" y="2"/>
                </a:cxn>
                <a:cxn ang="0">
                  <a:pos x="9" y="1"/>
                </a:cxn>
                <a:cxn ang="0">
                  <a:pos x="8" y="0"/>
                </a:cxn>
                <a:cxn ang="0">
                  <a:pos x="6" y="0"/>
                </a:cxn>
                <a:cxn ang="0">
                  <a:pos x="4" y="0"/>
                </a:cxn>
                <a:cxn ang="0">
                  <a:pos x="3" y="1"/>
                </a:cxn>
                <a:cxn ang="0">
                  <a:pos x="2" y="2"/>
                </a:cxn>
                <a:cxn ang="0">
                  <a:pos x="2" y="4"/>
                </a:cxn>
                <a:cxn ang="0">
                  <a:pos x="2" y="4"/>
                </a:cxn>
                <a:cxn ang="0">
                  <a:pos x="1" y="20"/>
                </a:cxn>
                <a:cxn ang="0">
                  <a:pos x="0" y="37"/>
                </a:cxn>
                <a:cxn ang="0">
                  <a:pos x="0" y="45"/>
                </a:cxn>
                <a:cxn ang="0">
                  <a:pos x="1" y="53"/>
                </a:cxn>
                <a:cxn ang="0">
                  <a:pos x="3" y="60"/>
                </a:cxn>
                <a:cxn ang="0">
                  <a:pos x="7" y="68"/>
                </a:cxn>
                <a:cxn ang="0">
                  <a:pos x="7" y="68"/>
                </a:cxn>
                <a:cxn ang="0">
                  <a:pos x="8" y="70"/>
                </a:cxn>
                <a:cxn ang="0">
                  <a:pos x="10" y="70"/>
                </a:cxn>
                <a:cxn ang="0">
                  <a:pos x="11" y="70"/>
                </a:cxn>
                <a:cxn ang="0">
                  <a:pos x="13" y="70"/>
                </a:cxn>
                <a:cxn ang="0">
                  <a:pos x="14" y="69"/>
                </a:cxn>
                <a:cxn ang="0">
                  <a:pos x="15" y="67"/>
                </a:cxn>
                <a:cxn ang="0">
                  <a:pos x="15" y="66"/>
                </a:cxn>
                <a:cxn ang="0">
                  <a:pos x="15" y="64"/>
                </a:cxn>
                <a:cxn ang="0">
                  <a:pos x="15" y="64"/>
                </a:cxn>
              </a:cxnLst>
              <a:rect l="0" t="0" r="r" b="b"/>
              <a:pathLst>
                <a:path w="15" h="70">
                  <a:moveTo>
                    <a:pt x="15" y="64"/>
                  </a:moveTo>
                  <a:lnTo>
                    <a:pt x="15" y="64"/>
                  </a:lnTo>
                  <a:lnTo>
                    <a:pt x="12" y="56"/>
                  </a:lnTo>
                  <a:lnTo>
                    <a:pt x="10" y="49"/>
                  </a:lnTo>
                  <a:lnTo>
                    <a:pt x="9" y="42"/>
                  </a:lnTo>
                  <a:lnTo>
                    <a:pt x="9" y="35"/>
                  </a:lnTo>
                  <a:lnTo>
                    <a:pt x="10" y="19"/>
                  </a:lnTo>
                  <a:lnTo>
                    <a:pt x="11" y="4"/>
                  </a:lnTo>
                  <a:lnTo>
                    <a:pt x="11" y="4"/>
                  </a:lnTo>
                  <a:lnTo>
                    <a:pt x="10" y="2"/>
                  </a:lnTo>
                  <a:lnTo>
                    <a:pt x="9" y="1"/>
                  </a:lnTo>
                  <a:lnTo>
                    <a:pt x="8" y="0"/>
                  </a:lnTo>
                  <a:lnTo>
                    <a:pt x="6" y="0"/>
                  </a:lnTo>
                  <a:lnTo>
                    <a:pt x="4" y="0"/>
                  </a:lnTo>
                  <a:lnTo>
                    <a:pt x="3" y="1"/>
                  </a:lnTo>
                  <a:lnTo>
                    <a:pt x="2" y="2"/>
                  </a:lnTo>
                  <a:lnTo>
                    <a:pt x="2" y="4"/>
                  </a:lnTo>
                  <a:lnTo>
                    <a:pt x="2" y="4"/>
                  </a:lnTo>
                  <a:lnTo>
                    <a:pt x="1" y="20"/>
                  </a:lnTo>
                  <a:lnTo>
                    <a:pt x="0" y="37"/>
                  </a:lnTo>
                  <a:lnTo>
                    <a:pt x="0" y="45"/>
                  </a:lnTo>
                  <a:lnTo>
                    <a:pt x="1" y="53"/>
                  </a:lnTo>
                  <a:lnTo>
                    <a:pt x="3" y="60"/>
                  </a:lnTo>
                  <a:lnTo>
                    <a:pt x="7" y="68"/>
                  </a:lnTo>
                  <a:lnTo>
                    <a:pt x="7" y="68"/>
                  </a:lnTo>
                  <a:lnTo>
                    <a:pt x="8" y="70"/>
                  </a:lnTo>
                  <a:lnTo>
                    <a:pt x="10" y="70"/>
                  </a:lnTo>
                  <a:lnTo>
                    <a:pt x="11" y="70"/>
                  </a:lnTo>
                  <a:lnTo>
                    <a:pt x="13" y="70"/>
                  </a:lnTo>
                  <a:lnTo>
                    <a:pt x="14" y="69"/>
                  </a:lnTo>
                  <a:lnTo>
                    <a:pt x="15" y="67"/>
                  </a:lnTo>
                  <a:lnTo>
                    <a:pt x="15" y="66"/>
                  </a:lnTo>
                  <a:lnTo>
                    <a:pt x="15" y="64"/>
                  </a:lnTo>
                  <a:lnTo>
                    <a:pt x="15" y="6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0" name="Freeform 581"/>
            <p:cNvSpPr/>
            <p:nvPr/>
          </p:nvSpPr>
          <p:spPr bwMode="auto">
            <a:xfrm>
              <a:off x="5464176" y="2540000"/>
              <a:ext cx="9525" cy="31750"/>
            </a:xfrm>
            <a:custGeom>
              <a:avLst/>
              <a:gdLst/>
              <a:ahLst/>
              <a:cxnLst>
                <a:cxn ang="0">
                  <a:pos x="12" y="37"/>
                </a:cxn>
                <a:cxn ang="0">
                  <a:pos x="12" y="37"/>
                </a:cxn>
                <a:cxn ang="0">
                  <a:pos x="9" y="30"/>
                </a:cxn>
                <a:cxn ang="0">
                  <a:pos x="8" y="22"/>
                </a:cxn>
                <a:cxn ang="0">
                  <a:pos x="9" y="4"/>
                </a:cxn>
                <a:cxn ang="0">
                  <a:pos x="9" y="4"/>
                </a:cxn>
                <a:cxn ang="0">
                  <a:pos x="8" y="2"/>
                </a:cxn>
                <a:cxn ang="0">
                  <a:pos x="7" y="1"/>
                </a:cxn>
                <a:cxn ang="0">
                  <a:pos x="6" y="0"/>
                </a:cxn>
                <a:cxn ang="0">
                  <a:pos x="4" y="0"/>
                </a:cxn>
                <a:cxn ang="0">
                  <a:pos x="3" y="0"/>
                </a:cxn>
                <a:cxn ang="0">
                  <a:pos x="1" y="1"/>
                </a:cxn>
                <a:cxn ang="0">
                  <a:pos x="0" y="2"/>
                </a:cxn>
                <a:cxn ang="0">
                  <a:pos x="0" y="4"/>
                </a:cxn>
                <a:cxn ang="0">
                  <a:pos x="0" y="33"/>
                </a:cxn>
                <a:cxn ang="0">
                  <a:pos x="0" y="33"/>
                </a:cxn>
                <a:cxn ang="0">
                  <a:pos x="0" y="36"/>
                </a:cxn>
                <a:cxn ang="0">
                  <a:pos x="1" y="38"/>
                </a:cxn>
                <a:cxn ang="0">
                  <a:pos x="4" y="44"/>
                </a:cxn>
                <a:cxn ang="0">
                  <a:pos x="7" y="51"/>
                </a:cxn>
                <a:cxn ang="0">
                  <a:pos x="9" y="57"/>
                </a:cxn>
                <a:cxn ang="0">
                  <a:pos x="9" y="57"/>
                </a:cxn>
                <a:cxn ang="0">
                  <a:pos x="9" y="59"/>
                </a:cxn>
                <a:cxn ang="0">
                  <a:pos x="11" y="60"/>
                </a:cxn>
                <a:cxn ang="0">
                  <a:pos x="14" y="61"/>
                </a:cxn>
                <a:cxn ang="0">
                  <a:pos x="16" y="61"/>
                </a:cxn>
                <a:cxn ang="0">
                  <a:pos x="17" y="60"/>
                </a:cxn>
                <a:cxn ang="0">
                  <a:pos x="18" y="59"/>
                </a:cxn>
                <a:cxn ang="0">
                  <a:pos x="18" y="57"/>
                </a:cxn>
                <a:cxn ang="0">
                  <a:pos x="18" y="57"/>
                </a:cxn>
                <a:cxn ang="0">
                  <a:pos x="17" y="52"/>
                </a:cxn>
                <a:cxn ang="0">
                  <a:pos x="16" y="47"/>
                </a:cxn>
                <a:cxn ang="0">
                  <a:pos x="12" y="37"/>
                </a:cxn>
                <a:cxn ang="0">
                  <a:pos x="12" y="37"/>
                </a:cxn>
              </a:cxnLst>
              <a:rect l="0" t="0" r="r" b="b"/>
              <a:pathLst>
                <a:path w="18" h="61">
                  <a:moveTo>
                    <a:pt x="12" y="37"/>
                  </a:moveTo>
                  <a:lnTo>
                    <a:pt x="12" y="37"/>
                  </a:lnTo>
                  <a:lnTo>
                    <a:pt x="9" y="30"/>
                  </a:lnTo>
                  <a:lnTo>
                    <a:pt x="8" y="22"/>
                  </a:lnTo>
                  <a:lnTo>
                    <a:pt x="9" y="4"/>
                  </a:lnTo>
                  <a:lnTo>
                    <a:pt x="9" y="4"/>
                  </a:lnTo>
                  <a:lnTo>
                    <a:pt x="8" y="2"/>
                  </a:lnTo>
                  <a:lnTo>
                    <a:pt x="7" y="1"/>
                  </a:lnTo>
                  <a:lnTo>
                    <a:pt x="6" y="0"/>
                  </a:lnTo>
                  <a:lnTo>
                    <a:pt x="4" y="0"/>
                  </a:lnTo>
                  <a:lnTo>
                    <a:pt x="3" y="0"/>
                  </a:lnTo>
                  <a:lnTo>
                    <a:pt x="1" y="1"/>
                  </a:lnTo>
                  <a:lnTo>
                    <a:pt x="0" y="2"/>
                  </a:lnTo>
                  <a:lnTo>
                    <a:pt x="0" y="4"/>
                  </a:lnTo>
                  <a:lnTo>
                    <a:pt x="0" y="33"/>
                  </a:lnTo>
                  <a:lnTo>
                    <a:pt x="0" y="33"/>
                  </a:lnTo>
                  <a:lnTo>
                    <a:pt x="0" y="36"/>
                  </a:lnTo>
                  <a:lnTo>
                    <a:pt x="1" y="38"/>
                  </a:lnTo>
                  <a:lnTo>
                    <a:pt x="4" y="44"/>
                  </a:lnTo>
                  <a:lnTo>
                    <a:pt x="7" y="51"/>
                  </a:lnTo>
                  <a:lnTo>
                    <a:pt x="9" y="57"/>
                  </a:lnTo>
                  <a:lnTo>
                    <a:pt x="9" y="57"/>
                  </a:lnTo>
                  <a:lnTo>
                    <a:pt x="9" y="59"/>
                  </a:lnTo>
                  <a:lnTo>
                    <a:pt x="11" y="60"/>
                  </a:lnTo>
                  <a:lnTo>
                    <a:pt x="14" y="61"/>
                  </a:lnTo>
                  <a:lnTo>
                    <a:pt x="16" y="61"/>
                  </a:lnTo>
                  <a:lnTo>
                    <a:pt x="17" y="60"/>
                  </a:lnTo>
                  <a:lnTo>
                    <a:pt x="18" y="59"/>
                  </a:lnTo>
                  <a:lnTo>
                    <a:pt x="18" y="57"/>
                  </a:lnTo>
                  <a:lnTo>
                    <a:pt x="18" y="57"/>
                  </a:lnTo>
                  <a:lnTo>
                    <a:pt x="17" y="52"/>
                  </a:lnTo>
                  <a:lnTo>
                    <a:pt x="16" y="47"/>
                  </a:lnTo>
                  <a:lnTo>
                    <a:pt x="12" y="37"/>
                  </a:lnTo>
                  <a:lnTo>
                    <a:pt x="12" y="37"/>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1" name="Freeform 582"/>
            <p:cNvSpPr/>
            <p:nvPr/>
          </p:nvSpPr>
          <p:spPr bwMode="auto">
            <a:xfrm>
              <a:off x="5489576" y="2562225"/>
              <a:ext cx="7938" cy="30163"/>
            </a:xfrm>
            <a:custGeom>
              <a:avLst/>
              <a:gdLst/>
              <a:ahLst/>
              <a:cxnLst>
                <a:cxn ang="0">
                  <a:pos x="14" y="6"/>
                </a:cxn>
                <a:cxn ang="0">
                  <a:pos x="14" y="6"/>
                </a:cxn>
                <a:cxn ang="0">
                  <a:pos x="14" y="4"/>
                </a:cxn>
                <a:cxn ang="0">
                  <a:pos x="13" y="1"/>
                </a:cxn>
                <a:cxn ang="0">
                  <a:pos x="12" y="0"/>
                </a:cxn>
                <a:cxn ang="0">
                  <a:pos x="10" y="0"/>
                </a:cxn>
                <a:cxn ang="0">
                  <a:pos x="7" y="0"/>
                </a:cxn>
                <a:cxn ang="0">
                  <a:pos x="6" y="1"/>
                </a:cxn>
                <a:cxn ang="0">
                  <a:pos x="5" y="4"/>
                </a:cxn>
                <a:cxn ang="0">
                  <a:pos x="4" y="6"/>
                </a:cxn>
                <a:cxn ang="0">
                  <a:pos x="4" y="6"/>
                </a:cxn>
                <a:cxn ang="0">
                  <a:pos x="3" y="11"/>
                </a:cxn>
                <a:cxn ang="0">
                  <a:pos x="2" y="17"/>
                </a:cxn>
                <a:cxn ang="0">
                  <a:pos x="1" y="23"/>
                </a:cxn>
                <a:cxn ang="0">
                  <a:pos x="0" y="28"/>
                </a:cxn>
                <a:cxn ang="0">
                  <a:pos x="0" y="28"/>
                </a:cxn>
                <a:cxn ang="0">
                  <a:pos x="0" y="34"/>
                </a:cxn>
                <a:cxn ang="0">
                  <a:pos x="1" y="41"/>
                </a:cxn>
                <a:cxn ang="0">
                  <a:pos x="3" y="47"/>
                </a:cxn>
                <a:cxn ang="0">
                  <a:pos x="4" y="52"/>
                </a:cxn>
                <a:cxn ang="0">
                  <a:pos x="4" y="52"/>
                </a:cxn>
                <a:cxn ang="0">
                  <a:pos x="5" y="54"/>
                </a:cxn>
                <a:cxn ang="0">
                  <a:pos x="6" y="56"/>
                </a:cxn>
                <a:cxn ang="0">
                  <a:pos x="7" y="57"/>
                </a:cxn>
                <a:cxn ang="0">
                  <a:pos x="10" y="57"/>
                </a:cxn>
                <a:cxn ang="0">
                  <a:pos x="12" y="57"/>
                </a:cxn>
                <a:cxn ang="0">
                  <a:pos x="13" y="56"/>
                </a:cxn>
                <a:cxn ang="0">
                  <a:pos x="14" y="54"/>
                </a:cxn>
                <a:cxn ang="0">
                  <a:pos x="14" y="52"/>
                </a:cxn>
                <a:cxn ang="0">
                  <a:pos x="14" y="52"/>
                </a:cxn>
                <a:cxn ang="0">
                  <a:pos x="13" y="47"/>
                </a:cxn>
                <a:cxn ang="0">
                  <a:pos x="12" y="41"/>
                </a:cxn>
                <a:cxn ang="0">
                  <a:pos x="11" y="34"/>
                </a:cxn>
                <a:cxn ang="0">
                  <a:pos x="10" y="28"/>
                </a:cxn>
                <a:cxn ang="0">
                  <a:pos x="10" y="28"/>
                </a:cxn>
                <a:cxn ang="0">
                  <a:pos x="10" y="23"/>
                </a:cxn>
                <a:cxn ang="0">
                  <a:pos x="12" y="17"/>
                </a:cxn>
                <a:cxn ang="0">
                  <a:pos x="13" y="11"/>
                </a:cxn>
                <a:cxn ang="0">
                  <a:pos x="14" y="6"/>
                </a:cxn>
                <a:cxn ang="0">
                  <a:pos x="14" y="6"/>
                </a:cxn>
              </a:cxnLst>
              <a:rect l="0" t="0" r="r" b="b"/>
              <a:pathLst>
                <a:path w="14" h="57">
                  <a:moveTo>
                    <a:pt x="14" y="6"/>
                  </a:moveTo>
                  <a:lnTo>
                    <a:pt x="14" y="6"/>
                  </a:lnTo>
                  <a:lnTo>
                    <a:pt x="14" y="4"/>
                  </a:lnTo>
                  <a:lnTo>
                    <a:pt x="13" y="1"/>
                  </a:lnTo>
                  <a:lnTo>
                    <a:pt x="12" y="0"/>
                  </a:lnTo>
                  <a:lnTo>
                    <a:pt x="10" y="0"/>
                  </a:lnTo>
                  <a:lnTo>
                    <a:pt x="7" y="0"/>
                  </a:lnTo>
                  <a:lnTo>
                    <a:pt x="6" y="1"/>
                  </a:lnTo>
                  <a:lnTo>
                    <a:pt x="5" y="4"/>
                  </a:lnTo>
                  <a:lnTo>
                    <a:pt x="4" y="6"/>
                  </a:lnTo>
                  <a:lnTo>
                    <a:pt x="4" y="6"/>
                  </a:lnTo>
                  <a:lnTo>
                    <a:pt x="3" y="11"/>
                  </a:lnTo>
                  <a:lnTo>
                    <a:pt x="2" y="17"/>
                  </a:lnTo>
                  <a:lnTo>
                    <a:pt x="1" y="23"/>
                  </a:lnTo>
                  <a:lnTo>
                    <a:pt x="0" y="28"/>
                  </a:lnTo>
                  <a:lnTo>
                    <a:pt x="0" y="28"/>
                  </a:lnTo>
                  <a:lnTo>
                    <a:pt x="0" y="34"/>
                  </a:lnTo>
                  <a:lnTo>
                    <a:pt x="1" y="41"/>
                  </a:lnTo>
                  <a:lnTo>
                    <a:pt x="3" y="47"/>
                  </a:lnTo>
                  <a:lnTo>
                    <a:pt x="4" y="52"/>
                  </a:lnTo>
                  <a:lnTo>
                    <a:pt x="4" y="52"/>
                  </a:lnTo>
                  <a:lnTo>
                    <a:pt x="5" y="54"/>
                  </a:lnTo>
                  <a:lnTo>
                    <a:pt x="6" y="56"/>
                  </a:lnTo>
                  <a:lnTo>
                    <a:pt x="7" y="57"/>
                  </a:lnTo>
                  <a:lnTo>
                    <a:pt x="10" y="57"/>
                  </a:lnTo>
                  <a:lnTo>
                    <a:pt x="12" y="57"/>
                  </a:lnTo>
                  <a:lnTo>
                    <a:pt x="13" y="56"/>
                  </a:lnTo>
                  <a:lnTo>
                    <a:pt x="14" y="54"/>
                  </a:lnTo>
                  <a:lnTo>
                    <a:pt x="14" y="52"/>
                  </a:lnTo>
                  <a:lnTo>
                    <a:pt x="14" y="52"/>
                  </a:lnTo>
                  <a:lnTo>
                    <a:pt x="13" y="47"/>
                  </a:lnTo>
                  <a:lnTo>
                    <a:pt x="12" y="41"/>
                  </a:lnTo>
                  <a:lnTo>
                    <a:pt x="11" y="34"/>
                  </a:lnTo>
                  <a:lnTo>
                    <a:pt x="10" y="28"/>
                  </a:lnTo>
                  <a:lnTo>
                    <a:pt x="10" y="28"/>
                  </a:lnTo>
                  <a:lnTo>
                    <a:pt x="10" y="23"/>
                  </a:lnTo>
                  <a:lnTo>
                    <a:pt x="12" y="17"/>
                  </a:lnTo>
                  <a:lnTo>
                    <a:pt x="13" y="11"/>
                  </a:lnTo>
                  <a:lnTo>
                    <a:pt x="14" y="6"/>
                  </a:lnTo>
                  <a:lnTo>
                    <a:pt x="14" y="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2" name="Freeform 583"/>
            <p:cNvSpPr/>
            <p:nvPr/>
          </p:nvSpPr>
          <p:spPr bwMode="auto">
            <a:xfrm>
              <a:off x="5514976" y="2584450"/>
              <a:ext cx="9525" cy="34925"/>
            </a:xfrm>
            <a:custGeom>
              <a:avLst/>
              <a:gdLst/>
              <a:ahLst/>
              <a:cxnLst>
                <a:cxn ang="0">
                  <a:pos x="14" y="41"/>
                </a:cxn>
                <a:cxn ang="0">
                  <a:pos x="14" y="41"/>
                </a:cxn>
                <a:cxn ang="0">
                  <a:pos x="12" y="33"/>
                </a:cxn>
                <a:cxn ang="0">
                  <a:pos x="10" y="24"/>
                </a:cxn>
                <a:cxn ang="0">
                  <a:pos x="10" y="5"/>
                </a:cxn>
                <a:cxn ang="0">
                  <a:pos x="10" y="5"/>
                </a:cxn>
                <a:cxn ang="0">
                  <a:pos x="9" y="3"/>
                </a:cxn>
                <a:cxn ang="0">
                  <a:pos x="8" y="2"/>
                </a:cxn>
                <a:cxn ang="0">
                  <a:pos x="7" y="1"/>
                </a:cxn>
                <a:cxn ang="0">
                  <a:pos x="5" y="0"/>
                </a:cxn>
                <a:cxn ang="0">
                  <a:pos x="3" y="1"/>
                </a:cxn>
                <a:cxn ang="0">
                  <a:pos x="2" y="2"/>
                </a:cxn>
                <a:cxn ang="0">
                  <a:pos x="1" y="3"/>
                </a:cxn>
                <a:cxn ang="0">
                  <a:pos x="0" y="5"/>
                </a:cxn>
                <a:cxn ang="0">
                  <a:pos x="0" y="5"/>
                </a:cxn>
                <a:cxn ang="0">
                  <a:pos x="1" y="18"/>
                </a:cxn>
                <a:cxn ang="0">
                  <a:pos x="2" y="32"/>
                </a:cxn>
                <a:cxn ang="0">
                  <a:pos x="2" y="32"/>
                </a:cxn>
                <a:cxn ang="0">
                  <a:pos x="4" y="40"/>
                </a:cxn>
                <a:cxn ang="0">
                  <a:pos x="6" y="47"/>
                </a:cxn>
                <a:cxn ang="0">
                  <a:pos x="8" y="55"/>
                </a:cxn>
                <a:cxn ang="0">
                  <a:pos x="10" y="62"/>
                </a:cxn>
                <a:cxn ang="0">
                  <a:pos x="10" y="62"/>
                </a:cxn>
                <a:cxn ang="0">
                  <a:pos x="10" y="64"/>
                </a:cxn>
                <a:cxn ang="0">
                  <a:pos x="11" y="65"/>
                </a:cxn>
                <a:cxn ang="0">
                  <a:pos x="15" y="66"/>
                </a:cxn>
                <a:cxn ang="0">
                  <a:pos x="16" y="66"/>
                </a:cxn>
                <a:cxn ang="0">
                  <a:pos x="18" y="65"/>
                </a:cxn>
                <a:cxn ang="0">
                  <a:pos x="19" y="64"/>
                </a:cxn>
                <a:cxn ang="0">
                  <a:pos x="19" y="62"/>
                </a:cxn>
                <a:cxn ang="0">
                  <a:pos x="19" y="62"/>
                </a:cxn>
                <a:cxn ang="0">
                  <a:pos x="17" y="51"/>
                </a:cxn>
                <a:cxn ang="0">
                  <a:pos x="14" y="41"/>
                </a:cxn>
                <a:cxn ang="0">
                  <a:pos x="14" y="41"/>
                </a:cxn>
              </a:cxnLst>
              <a:rect l="0" t="0" r="r" b="b"/>
              <a:pathLst>
                <a:path w="19" h="66">
                  <a:moveTo>
                    <a:pt x="14" y="41"/>
                  </a:moveTo>
                  <a:lnTo>
                    <a:pt x="14" y="41"/>
                  </a:lnTo>
                  <a:lnTo>
                    <a:pt x="12" y="33"/>
                  </a:lnTo>
                  <a:lnTo>
                    <a:pt x="10" y="24"/>
                  </a:lnTo>
                  <a:lnTo>
                    <a:pt x="10" y="5"/>
                  </a:lnTo>
                  <a:lnTo>
                    <a:pt x="10" y="5"/>
                  </a:lnTo>
                  <a:lnTo>
                    <a:pt x="9" y="3"/>
                  </a:lnTo>
                  <a:lnTo>
                    <a:pt x="8" y="2"/>
                  </a:lnTo>
                  <a:lnTo>
                    <a:pt x="7" y="1"/>
                  </a:lnTo>
                  <a:lnTo>
                    <a:pt x="5" y="0"/>
                  </a:lnTo>
                  <a:lnTo>
                    <a:pt x="3" y="1"/>
                  </a:lnTo>
                  <a:lnTo>
                    <a:pt x="2" y="2"/>
                  </a:lnTo>
                  <a:lnTo>
                    <a:pt x="1" y="3"/>
                  </a:lnTo>
                  <a:lnTo>
                    <a:pt x="0" y="5"/>
                  </a:lnTo>
                  <a:lnTo>
                    <a:pt x="0" y="5"/>
                  </a:lnTo>
                  <a:lnTo>
                    <a:pt x="1" y="18"/>
                  </a:lnTo>
                  <a:lnTo>
                    <a:pt x="2" y="32"/>
                  </a:lnTo>
                  <a:lnTo>
                    <a:pt x="2" y="32"/>
                  </a:lnTo>
                  <a:lnTo>
                    <a:pt x="4" y="40"/>
                  </a:lnTo>
                  <a:lnTo>
                    <a:pt x="6" y="47"/>
                  </a:lnTo>
                  <a:lnTo>
                    <a:pt x="8" y="55"/>
                  </a:lnTo>
                  <a:lnTo>
                    <a:pt x="10" y="62"/>
                  </a:lnTo>
                  <a:lnTo>
                    <a:pt x="10" y="62"/>
                  </a:lnTo>
                  <a:lnTo>
                    <a:pt x="10" y="64"/>
                  </a:lnTo>
                  <a:lnTo>
                    <a:pt x="11" y="65"/>
                  </a:lnTo>
                  <a:lnTo>
                    <a:pt x="15" y="66"/>
                  </a:lnTo>
                  <a:lnTo>
                    <a:pt x="16" y="66"/>
                  </a:lnTo>
                  <a:lnTo>
                    <a:pt x="18" y="65"/>
                  </a:lnTo>
                  <a:lnTo>
                    <a:pt x="19" y="64"/>
                  </a:lnTo>
                  <a:lnTo>
                    <a:pt x="19" y="62"/>
                  </a:lnTo>
                  <a:lnTo>
                    <a:pt x="19" y="62"/>
                  </a:lnTo>
                  <a:lnTo>
                    <a:pt x="17" y="51"/>
                  </a:lnTo>
                  <a:lnTo>
                    <a:pt x="14" y="41"/>
                  </a:lnTo>
                  <a:lnTo>
                    <a:pt x="14" y="4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3" name="Freeform 584"/>
            <p:cNvSpPr/>
            <p:nvPr/>
          </p:nvSpPr>
          <p:spPr bwMode="auto">
            <a:xfrm>
              <a:off x="5538788" y="2609850"/>
              <a:ext cx="11113" cy="34925"/>
            </a:xfrm>
            <a:custGeom>
              <a:avLst/>
              <a:gdLst/>
              <a:ahLst/>
              <a:cxnLst>
                <a:cxn ang="0">
                  <a:pos x="20" y="61"/>
                </a:cxn>
                <a:cxn ang="0">
                  <a:pos x="20" y="61"/>
                </a:cxn>
                <a:cxn ang="0">
                  <a:pos x="14" y="33"/>
                </a:cxn>
                <a:cxn ang="0">
                  <a:pos x="11" y="19"/>
                </a:cxn>
                <a:cxn ang="0">
                  <a:pos x="11" y="5"/>
                </a:cxn>
                <a:cxn ang="0">
                  <a:pos x="11" y="5"/>
                </a:cxn>
                <a:cxn ang="0">
                  <a:pos x="10" y="3"/>
                </a:cxn>
                <a:cxn ang="0">
                  <a:pos x="9" y="1"/>
                </a:cxn>
                <a:cxn ang="0">
                  <a:pos x="7" y="1"/>
                </a:cxn>
                <a:cxn ang="0">
                  <a:pos x="5" y="0"/>
                </a:cxn>
                <a:cxn ang="0">
                  <a:pos x="3" y="1"/>
                </a:cxn>
                <a:cxn ang="0">
                  <a:pos x="2" y="1"/>
                </a:cxn>
                <a:cxn ang="0">
                  <a:pos x="1" y="3"/>
                </a:cxn>
                <a:cxn ang="0">
                  <a:pos x="0" y="5"/>
                </a:cxn>
                <a:cxn ang="0">
                  <a:pos x="0" y="5"/>
                </a:cxn>
                <a:cxn ang="0">
                  <a:pos x="1" y="20"/>
                </a:cxn>
                <a:cxn ang="0">
                  <a:pos x="3" y="34"/>
                </a:cxn>
                <a:cxn ang="0">
                  <a:pos x="11" y="63"/>
                </a:cxn>
                <a:cxn ang="0">
                  <a:pos x="11" y="63"/>
                </a:cxn>
                <a:cxn ang="0">
                  <a:pos x="12" y="65"/>
                </a:cxn>
                <a:cxn ang="0">
                  <a:pos x="13" y="66"/>
                </a:cxn>
                <a:cxn ang="0">
                  <a:pos x="15" y="66"/>
                </a:cxn>
                <a:cxn ang="0">
                  <a:pos x="16" y="66"/>
                </a:cxn>
                <a:cxn ang="0">
                  <a:pos x="18" y="65"/>
                </a:cxn>
                <a:cxn ang="0">
                  <a:pos x="19" y="64"/>
                </a:cxn>
                <a:cxn ang="0">
                  <a:pos x="20" y="63"/>
                </a:cxn>
                <a:cxn ang="0">
                  <a:pos x="20" y="61"/>
                </a:cxn>
                <a:cxn ang="0">
                  <a:pos x="20" y="61"/>
                </a:cxn>
              </a:cxnLst>
              <a:rect l="0" t="0" r="r" b="b"/>
              <a:pathLst>
                <a:path w="20" h="66">
                  <a:moveTo>
                    <a:pt x="20" y="61"/>
                  </a:moveTo>
                  <a:lnTo>
                    <a:pt x="20" y="61"/>
                  </a:lnTo>
                  <a:lnTo>
                    <a:pt x="14" y="33"/>
                  </a:lnTo>
                  <a:lnTo>
                    <a:pt x="11" y="19"/>
                  </a:lnTo>
                  <a:lnTo>
                    <a:pt x="11" y="5"/>
                  </a:lnTo>
                  <a:lnTo>
                    <a:pt x="11" y="5"/>
                  </a:lnTo>
                  <a:lnTo>
                    <a:pt x="10" y="3"/>
                  </a:lnTo>
                  <a:lnTo>
                    <a:pt x="9" y="1"/>
                  </a:lnTo>
                  <a:lnTo>
                    <a:pt x="7" y="1"/>
                  </a:lnTo>
                  <a:lnTo>
                    <a:pt x="5" y="0"/>
                  </a:lnTo>
                  <a:lnTo>
                    <a:pt x="3" y="1"/>
                  </a:lnTo>
                  <a:lnTo>
                    <a:pt x="2" y="1"/>
                  </a:lnTo>
                  <a:lnTo>
                    <a:pt x="1" y="3"/>
                  </a:lnTo>
                  <a:lnTo>
                    <a:pt x="0" y="5"/>
                  </a:lnTo>
                  <a:lnTo>
                    <a:pt x="0" y="5"/>
                  </a:lnTo>
                  <a:lnTo>
                    <a:pt x="1" y="20"/>
                  </a:lnTo>
                  <a:lnTo>
                    <a:pt x="3" y="34"/>
                  </a:lnTo>
                  <a:lnTo>
                    <a:pt x="11" y="63"/>
                  </a:lnTo>
                  <a:lnTo>
                    <a:pt x="11" y="63"/>
                  </a:lnTo>
                  <a:lnTo>
                    <a:pt x="12" y="65"/>
                  </a:lnTo>
                  <a:lnTo>
                    <a:pt x="13" y="66"/>
                  </a:lnTo>
                  <a:lnTo>
                    <a:pt x="15" y="66"/>
                  </a:lnTo>
                  <a:lnTo>
                    <a:pt x="16" y="66"/>
                  </a:lnTo>
                  <a:lnTo>
                    <a:pt x="18" y="65"/>
                  </a:lnTo>
                  <a:lnTo>
                    <a:pt x="19" y="64"/>
                  </a:lnTo>
                  <a:lnTo>
                    <a:pt x="20" y="63"/>
                  </a:lnTo>
                  <a:lnTo>
                    <a:pt x="20" y="61"/>
                  </a:lnTo>
                  <a:lnTo>
                    <a:pt x="20" y="6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4" name="Freeform 585"/>
            <p:cNvSpPr/>
            <p:nvPr/>
          </p:nvSpPr>
          <p:spPr bwMode="auto">
            <a:xfrm>
              <a:off x="5562601" y="2635250"/>
              <a:ext cx="6350" cy="31750"/>
            </a:xfrm>
            <a:custGeom>
              <a:avLst/>
              <a:gdLst/>
              <a:ahLst/>
              <a:cxnLst>
                <a:cxn ang="0">
                  <a:pos x="13" y="56"/>
                </a:cxn>
                <a:cxn ang="0">
                  <a:pos x="13" y="56"/>
                </a:cxn>
                <a:cxn ang="0">
                  <a:pos x="11" y="43"/>
                </a:cxn>
                <a:cxn ang="0">
                  <a:pos x="10" y="30"/>
                </a:cxn>
                <a:cxn ang="0">
                  <a:pos x="9" y="5"/>
                </a:cxn>
                <a:cxn ang="0">
                  <a:pos x="9" y="5"/>
                </a:cxn>
                <a:cxn ang="0">
                  <a:pos x="8" y="3"/>
                </a:cxn>
                <a:cxn ang="0">
                  <a:pos x="7" y="1"/>
                </a:cxn>
                <a:cxn ang="0">
                  <a:pos x="6" y="0"/>
                </a:cxn>
                <a:cxn ang="0">
                  <a:pos x="4" y="0"/>
                </a:cxn>
                <a:cxn ang="0">
                  <a:pos x="3" y="0"/>
                </a:cxn>
                <a:cxn ang="0">
                  <a:pos x="1" y="1"/>
                </a:cxn>
                <a:cxn ang="0">
                  <a:pos x="0" y="3"/>
                </a:cxn>
                <a:cxn ang="0">
                  <a:pos x="0" y="5"/>
                </a:cxn>
                <a:cxn ang="0">
                  <a:pos x="0" y="5"/>
                </a:cxn>
                <a:cxn ang="0">
                  <a:pos x="1" y="32"/>
                </a:cxn>
                <a:cxn ang="0">
                  <a:pos x="2" y="45"/>
                </a:cxn>
                <a:cxn ang="0">
                  <a:pos x="4" y="58"/>
                </a:cxn>
                <a:cxn ang="0">
                  <a:pos x="4" y="58"/>
                </a:cxn>
                <a:cxn ang="0">
                  <a:pos x="5" y="60"/>
                </a:cxn>
                <a:cxn ang="0">
                  <a:pos x="7" y="61"/>
                </a:cxn>
                <a:cxn ang="0">
                  <a:pos x="8" y="62"/>
                </a:cxn>
                <a:cxn ang="0">
                  <a:pos x="10" y="61"/>
                </a:cxn>
                <a:cxn ang="0">
                  <a:pos x="11" y="61"/>
                </a:cxn>
                <a:cxn ang="0">
                  <a:pos x="13" y="60"/>
                </a:cxn>
                <a:cxn ang="0">
                  <a:pos x="13" y="58"/>
                </a:cxn>
                <a:cxn ang="0">
                  <a:pos x="13" y="56"/>
                </a:cxn>
                <a:cxn ang="0">
                  <a:pos x="13" y="56"/>
                </a:cxn>
              </a:cxnLst>
              <a:rect l="0" t="0" r="r" b="b"/>
              <a:pathLst>
                <a:path w="13" h="62">
                  <a:moveTo>
                    <a:pt x="13" y="56"/>
                  </a:moveTo>
                  <a:lnTo>
                    <a:pt x="13" y="56"/>
                  </a:lnTo>
                  <a:lnTo>
                    <a:pt x="11" y="43"/>
                  </a:lnTo>
                  <a:lnTo>
                    <a:pt x="10" y="30"/>
                  </a:lnTo>
                  <a:lnTo>
                    <a:pt x="9" y="5"/>
                  </a:lnTo>
                  <a:lnTo>
                    <a:pt x="9" y="5"/>
                  </a:lnTo>
                  <a:lnTo>
                    <a:pt x="8" y="3"/>
                  </a:lnTo>
                  <a:lnTo>
                    <a:pt x="7" y="1"/>
                  </a:lnTo>
                  <a:lnTo>
                    <a:pt x="6" y="0"/>
                  </a:lnTo>
                  <a:lnTo>
                    <a:pt x="4" y="0"/>
                  </a:lnTo>
                  <a:lnTo>
                    <a:pt x="3" y="0"/>
                  </a:lnTo>
                  <a:lnTo>
                    <a:pt x="1" y="1"/>
                  </a:lnTo>
                  <a:lnTo>
                    <a:pt x="0" y="3"/>
                  </a:lnTo>
                  <a:lnTo>
                    <a:pt x="0" y="5"/>
                  </a:lnTo>
                  <a:lnTo>
                    <a:pt x="0" y="5"/>
                  </a:lnTo>
                  <a:lnTo>
                    <a:pt x="1" y="32"/>
                  </a:lnTo>
                  <a:lnTo>
                    <a:pt x="2" y="45"/>
                  </a:lnTo>
                  <a:lnTo>
                    <a:pt x="4" y="58"/>
                  </a:lnTo>
                  <a:lnTo>
                    <a:pt x="4" y="58"/>
                  </a:lnTo>
                  <a:lnTo>
                    <a:pt x="5" y="60"/>
                  </a:lnTo>
                  <a:lnTo>
                    <a:pt x="7" y="61"/>
                  </a:lnTo>
                  <a:lnTo>
                    <a:pt x="8" y="62"/>
                  </a:lnTo>
                  <a:lnTo>
                    <a:pt x="10" y="61"/>
                  </a:lnTo>
                  <a:lnTo>
                    <a:pt x="11" y="61"/>
                  </a:lnTo>
                  <a:lnTo>
                    <a:pt x="13" y="60"/>
                  </a:lnTo>
                  <a:lnTo>
                    <a:pt x="13" y="58"/>
                  </a:lnTo>
                  <a:lnTo>
                    <a:pt x="13" y="56"/>
                  </a:lnTo>
                  <a:lnTo>
                    <a:pt x="13" y="5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5" name="Freeform 586"/>
            <p:cNvSpPr/>
            <p:nvPr/>
          </p:nvSpPr>
          <p:spPr bwMode="auto">
            <a:xfrm>
              <a:off x="5580063" y="2647950"/>
              <a:ext cx="9525" cy="23813"/>
            </a:xfrm>
            <a:custGeom>
              <a:avLst/>
              <a:gdLst/>
              <a:ahLst/>
              <a:cxnLst>
                <a:cxn ang="0">
                  <a:pos x="18" y="41"/>
                </a:cxn>
                <a:cxn ang="0">
                  <a:pos x="18" y="41"/>
                </a:cxn>
                <a:cxn ang="0">
                  <a:pos x="12" y="23"/>
                </a:cxn>
                <a:cxn ang="0">
                  <a:pos x="10" y="14"/>
                </a:cxn>
                <a:cxn ang="0">
                  <a:pos x="9" y="5"/>
                </a:cxn>
                <a:cxn ang="0">
                  <a:pos x="9" y="5"/>
                </a:cxn>
                <a:cxn ang="0">
                  <a:pos x="9" y="3"/>
                </a:cxn>
                <a:cxn ang="0">
                  <a:pos x="7" y="1"/>
                </a:cxn>
                <a:cxn ang="0">
                  <a:pos x="6" y="0"/>
                </a:cxn>
                <a:cxn ang="0">
                  <a:pos x="4" y="0"/>
                </a:cxn>
                <a:cxn ang="0">
                  <a:pos x="3" y="0"/>
                </a:cxn>
                <a:cxn ang="0">
                  <a:pos x="1" y="1"/>
                </a:cxn>
                <a:cxn ang="0">
                  <a:pos x="0" y="3"/>
                </a:cxn>
                <a:cxn ang="0">
                  <a:pos x="0" y="5"/>
                </a:cxn>
                <a:cxn ang="0">
                  <a:pos x="0" y="5"/>
                </a:cxn>
                <a:cxn ang="0">
                  <a:pos x="1" y="14"/>
                </a:cxn>
                <a:cxn ang="0">
                  <a:pos x="3" y="24"/>
                </a:cxn>
                <a:cxn ang="0">
                  <a:pos x="9" y="44"/>
                </a:cxn>
                <a:cxn ang="0">
                  <a:pos x="9" y="44"/>
                </a:cxn>
                <a:cxn ang="0">
                  <a:pos x="10" y="45"/>
                </a:cxn>
                <a:cxn ang="0">
                  <a:pos x="12" y="46"/>
                </a:cxn>
                <a:cxn ang="0">
                  <a:pos x="13" y="47"/>
                </a:cxn>
                <a:cxn ang="0">
                  <a:pos x="15" y="47"/>
                </a:cxn>
                <a:cxn ang="0">
                  <a:pos x="17" y="46"/>
                </a:cxn>
                <a:cxn ang="0">
                  <a:pos x="18" y="45"/>
                </a:cxn>
                <a:cxn ang="0">
                  <a:pos x="18" y="43"/>
                </a:cxn>
                <a:cxn ang="0">
                  <a:pos x="18" y="41"/>
                </a:cxn>
                <a:cxn ang="0">
                  <a:pos x="18" y="41"/>
                </a:cxn>
              </a:cxnLst>
              <a:rect l="0" t="0" r="r" b="b"/>
              <a:pathLst>
                <a:path w="18" h="47">
                  <a:moveTo>
                    <a:pt x="18" y="41"/>
                  </a:moveTo>
                  <a:lnTo>
                    <a:pt x="18" y="41"/>
                  </a:lnTo>
                  <a:lnTo>
                    <a:pt x="12" y="23"/>
                  </a:lnTo>
                  <a:lnTo>
                    <a:pt x="10" y="14"/>
                  </a:lnTo>
                  <a:lnTo>
                    <a:pt x="9" y="5"/>
                  </a:lnTo>
                  <a:lnTo>
                    <a:pt x="9" y="5"/>
                  </a:lnTo>
                  <a:lnTo>
                    <a:pt x="9" y="3"/>
                  </a:lnTo>
                  <a:lnTo>
                    <a:pt x="7" y="1"/>
                  </a:lnTo>
                  <a:lnTo>
                    <a:pt x="6" y="0"/>
                  </a:lnTo>
                  <a:lnTo>
                    <a:pt x="4" y="0"/>
                  </a:lnTo>
                  <a:lnTo>
                    <a:pt x="3" y="0"/>
                  </a:lnTo>
                  <a:lnTo>
                    <a:pt x="1" y="1"/>
                  </a:lnTo>
                  <a:lnTo>
                    <a:pt x="0" y="3"/>
                  </a:lnTo>
                  <a:lnTo>
                    <a:pt x="0" y="5"/>
                  </a:lnTo>
                  <a:lnTo>
                    <a:pt x="0" y="5"/>
                  </a:lnTo>
                  <a:lnTo>
                    <a:pt x="1" y="14"/>
                  </a:lnTo>
                  <a:lnTo>
                    <a:pt x="3" y="24"/>
                  </a:lnTo>
                  <a:lnTo>
                    <a:pt x="9" y="44"/>
                  </a:lnTo>
                  <a:lnTo>
                    <a:pt x="9" y="44"/>
                  </a:lnTo>
                  <a:lnTo>
                    <a:pt x="10" y="45"/>
                  </a:lnTo>
                  <a:lnTo>
                    <a:pt x="12" y="46"/>
                  </a:lnTo>
                  <a:lnTo>
                    <a:pt x="13" y="47"/>
                  </a:lnTo>
                  <a:lnTo>
                    <a:pt x="15" y="47"/>
                  </a:lnTo>
                  <a:lnTo>
                    <a:pt x="17" y="46"/>
                  </a:lnTo>
                  <a:lnTo>
                    <a:pt x="18" y="45"/>
                  </a:lnTo>
                  <a:lnTo>
                    <a:pt x="18" y="43"/>
                  </a:lnTo>
                  <a:lnTo>
                    <a:pt x="18" y="41"/>
                  </a:lnTo>
                  <a:lnTo>
                    <a:pt x="18" y="4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6" name="Freeform 587"/>
            <p:cNvSpPr/>
            <p:nvPr/>
          </p:nvSpPr>
          <p:spPr bwMode="auto">
            <a:xfrm>
              <a:off x="5429251" y="2311400"/>
              <a:ext cx="4763" cy="26988"/>
            </a:xfrm>
            <a:custGeom>
              <a:avLst/>
              <a:gdLst/>
              <a:ahLst/>
              <a:cxnLst>
                <a:cxn ang="0">
                  <a:pos x="0" y="5"/>
                </a:cxn>
                <a:cxn ang="0">
                  <a:pos x="0" y="48"/>
                </a:cxn>
                <a:cxn ang="0">
                  <a:pos x="0" y="48"/>
                </a:cxn>
                <a:cxn ang="0">
                  <a:pos x="1" y="50"/>
                </a:cxn>
                <a:cxn ang="0">
                  <a:pos x="2" y="51"/>
                </a:cxn>
                <a:cxn ang="0">
                  <a:pos x="3" y="52"/>
                </a:cxn>
                <a:cxn ang="0">
                  <a:pos x="5" y="52"/>
                </a:cxn>
                <a:cxn ang="0">
                  <a:pos x="7" y="52"/>
                </a:cxn>
                <a:cxn ang="0">
                  <a:pos x="8" y="51"/>
                </a:cxn>
                <a:cxn ang="0">
                  <a:pos x="9" y="50"/>
                </a:cxn>
                <a:cxn ang="0">
                  <a:pos x="10" y="48"/>
                </a:cxn>
                <a:cxn ang="0">
                  <a:pos x="10" y="5"/>
                </a:cxn>
                <a:cxn ang="0">
                  <a:pos x="10" y="5"/>
                </a:cxn>
                <a:cxn ang="0">
                  <a:pos x="9" y="3"/>
                </a:cxn>
                <a:cxn ang="0">
                  <a:pos x="8" y="1"/>
                </a:cxn>
                <a:cxn ang="0">
                  <a:pos x="7" y="0"/>
                </a:cxn>
                <a:cxn ang="0">
                  <a:pos x="5" y="0"/>
                </a:cxn>
                <a:cxn ang="0">
                  <a:pos x="3" y="0"/>
                </a:cxn>
                <a:cxn ang="0">
                  <a:pos x="2" y="1"/>
                </a:cxn>
                <a:cxn ang="0">
                  <a:pos x="1" y="3"/>
                </a:cxn>
                <a:cxn ang="0">
                  <a:pos x="0" y="5"/>
                </a:cxn>
                <a:cxn ang="0">
                  <a:pos x="0" y="5"/>
                </a:cxn>
              </a:cxnLst>
              <a:rect l="0" t="0" r="r" b="b"/>
              <a:pathLst>
                <a:path w="10" h="52">
                  <a:moveTo>
                    <a:pt x="0" y="5"/>
                  </a:moveTo>
                  <a:lnTo>
                    <a:pt x="0" y="48"/>
                  </a:lnTo>
                  <a:lnTo>
                    <a:pt x="0" y="48"/>
                  </a:lnTo>
                  <a:lnTo>
                    <a:pt x="1" y="50"/>
                  </a:lnTo>
                  <a:lnTo>
                    <a:pt x="2" y="51"/>
                  </a:lnTo>
                  <a:lnTo>
                    <a:pt x="3" y="52"/>
                  </a:lnTo>
                  <a:lnTo>
                    <a:pt x="5" y="52"/>
                  </a:lnTo>
                  <a:lnTo>
                    <a:pt x="7" y="52"/>
                  </a:lnTo>
                  <a:lnTo>
                    <a:pt x="8" y="51"/>
                  </a:lnTo>
                  <a:lnTo>
                    <a:pt x="9" y="50"/>
                  </a:lnTo>
                  <a:lnTo>
                    <a:pt x="10" y="48"/>
                  </a:lnTo>
                  <a:lnTo>
                    <a:pt x="10" y="5"/>
                  </a:lnTo>
                  <a:lnTo>
                    <a:pt x="10" y="5"/>
                  </a:lnTo>
                  <a:lnTo>
                    <a:pt x="9" y="3"/>
                  </a:lnTo>
                  <a:lnTo>
                    <a:pt x="8" y="1"/>
                  </a:lnTo>
                  <a:lnTo>
                    <a:pt x="7" y="0"/>
                  </a:lnTo>
                  <a:lnTo>
                    <a:pt x="5" y="0"/>
                  </a:lnTo>
                  <a:lnTo>
                    <a:pt x="3" y="0"/>
                  </a:lnTo>
                  <a:lnTo>
                    <a:pt x="2" y="1"/>
                  </a:lnTo>
                  <a:lnTo>
                    <a:pt x="1"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7" name="Freeform 588"/>
            <p:cNvSpPr/>
            <p:nvPr/>
          </p:nvSpPr>
          <p:spPr bwMode="auto">
            <a:xfrm>
              <a:off x="5454651" y="2290763"/>
              <a:ext cx="4763" cy="30163"/>
            </a:xfrm>
            <a:custGeom>
              <a:avLst/>
              <a:gdLst/>
              <a:ahLst/>
              <a:cxnLst>
                <a:cxn ang="0">
                  <a:pos x="0" y="5"/>
                </a:cxn>
                <a:cxn ang="0">
                  <a:pos x="0" y="53"/>
                </a:cxn>
                <a:cxn ang="0">
                  <a:pos x="0" y="53"/>
                </a:cxn>
                <a:cxn ang="0">
                  <a:pos x="1" y="55"/>
                </a:cxn>
                <a:cxn ang="0">
                  <a:pos x="2" y="56"/>
                </a:cxn>
                <a:cxn ang="0">
                  <a:pos x="3" y="57"/>
                </a:cxn>
                <a:cxn ang="0">
                  <a:pos x="5" y="57"/>
                </a:cxn>
                <a:cxn ang="0">
                  <a:pos x="7" y="57"/>
                </a:cxn>
                <a:cxn ang="0">
                  <a:pos x="8" y="56"/>
                </a:cxn>
                <a:cxn ang="0">
                  <a:pos x="9" y="55"/>
                </a:cxn>
                <a:cxn ang="0">
                  <a:pos x="9" y="53"/>
                </a:cxn>
                <a:cxn ang="0">
                  <a:pos x="9" y="5"/>
                </a:cxn>
                <a:cxn ang="0">
                  <a:pos x="9" y="5"/>
                </a:cxn>
                <a:cxn ang="0">
                  <a:pos x="9" y="3"/>
                </a:cxn>
                <a:cxn ang="0">
                  <a:pos x="8" y="1"/>
                </a:cxn>
                <a:cxn ang="0">
                  <a:pos x="7" y="1"/>
                </a:cxn>
                <a:cxn ang="0">
                  <a:pos x="5" y="0"/>
                </a:cxn>
                <a:cxn ang="0">
                  <a:pos x="3" y="1"/>
                </a:cxn>
                <a:cxn ang="0">
                  <a:pos x="2" y="1"/>
                </a:cxn>
                <a:cxn ang="0">
                  <a:pos x="1" y="3"/>
                </a:cxn>
                <a:cxn ang="0">
                  <a:pos x="0" y="5"/>
                </a:cxn>
                <a:cxn ang="0">
                  <a:pos x="0" y="5"/>
                </a:cxn>
              </a:cxnLst>
              <a:rect l="0" t="0" r="r" b="b"/>
              <a:pathLst>
                <a:path w="9" h="57">
                  <a:moveTo>
                    <a:pt x="0" y="5"/>
                  </a:moveTo>
                  <a:lnTo>
                    <a:pt x="0" y="53"/>
                  </a:lnTo>
                  <a:lnTo>
                    <a:pt x="0" y="53"/>
                  </a:lnTo>
                  <a:lnTo>
                    <a:pt x="1" y="55"/>
                  </a:lnTo>
                  <a:lnTo>
                    <a:pt x="2" y="56"/>
                  </a:lnTo>
                  <a:lnTo>
                    <a:pt x="3" y="57"/>
                  </a:lnTo>
                  <a:lnTo>
                    <a:pt x="5" y="57"/>
                  </a:lnTo>
                  <a:lnTo>
                    <a:pt x="7" y="57"/>
                  </a:lnTo>
                  <a:lnTo>
                    <a:pt x="8" y="56"/>
                  </a:lnTo>
                  <a:lnTo>
                    <a:pt x="9" y="55"/>
                  </a:lnTo>
                  <a:lnTo>
                    <a:pt x="9" y="53"/>
                  </a:lnTo>
                  <a:lnTo>
                    <a:pt x="9" y="5"/>
                  </a:lnTo>
                  <a:lnTo>
                    <a:pt x="9" y="5"/>
                  </a:lnTo>
                  <a:lnTo>
                    <a:pt x="9" y="3"/>
                  </a:lnTo>
                  <a:lnTo>
                    <a:pt x="8" y="1"/>
                  </a:lnTo>
                  <a:lnTo>
                    <a:pt x="7" y="1"/>
                  </a:lnTo>
                  <a:lnTo>
                    <a:pt x="5" y="0"/>
                  </a:lnTo>
                  <a:lnTo>
                    <a:pt x="3" y="1"/>
                  </a:lnTo>
                  <a:lnTo>
                    <a:pt x="2" y="1"/>
                  </a:lnTo>
                  <a:lnTo>
                    <a:pt x="1"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8" name="Freeform 589"/>
            <p:cNvSpPr/>
            <p:nvPr/>
          </p:nvSpPr>
          <p:spPr bwMode="auto">
            <a:xfrm>
              <a:off x="5481638" y="2281238"/>
              <a:ext cx="4763" cy="30163"/>
            </a:xfrm>
            <a:custGeom>
              <a:avLst/>
              <a:gdLst/>
              <a:ahLst/>
              <a:cxnLst>
                <a:cxn ang="0">
                  <a:pos x="0" y="5"/>
                </a:cxn>
                <a:cxn ang="0">
                  <a:pos x="0" y="52"/>
                </a:cxn>
                <a:cxn ang="0">
                  <a:pos x="0" y="52"/>
                </a:cxn>
                <a:cxn ang="0">
                  <a:pos x="0" y="54"/>
                </a:cxn>
                <a:cxn ang="0">
                  <a:pos x="1" y="56"/>
                </a:cxn>
                <a:cxn ang="0">
                  <a:pos x="3" y="57"/>
                </a:cxn>
                <a:cxn ang="0">
                  <a:pos x="4" y="57"/>
                </a:cxn>
                <a:cxn ang="0">
                  <a:pos x="6" y="57"/>
                </a:cxn>
                <a:cxn ang="0">
                  <a:pos x="8" y="56"/>
                </a:cxn>
                <a:cxn ang="0">
                  <a:pos x="9" y="54"/>
                </a:cxn>
                <a:cxn ang="0">
                  <a:pos x="9" y="52"/>
                </a:cxn>
                <a:cxn ang="0">
                  <a:pos x="9" y="5"/>
                </a:cxn>
                <a:cxn ang="0">
                  <a:pos x="9" y="5"/>
                </a:cxn>
                <a:cxn ang="0">
                  <a:pos x="9" y="4"/>
                </a:cxn>
                <a:cxn ang="0">
                  <a:pos x="8" y="2"/>
                </a:cxn>
                <a:cxn ang="0">
                  <a:pos x="6" y="0"/>
                </a:cxn>
                <a:cxn ang="0">
                  <a:pos x="4" y="0"/>
                </a:cxn>
                <a:cxn ang="0">
                  <a:pos x="3" y="0"/>
                </a:cxn>
                <a:cxn ang="0">
                  <a:pos x="1" y="2"/>
                </a:cxn>
                <a:cxn ang="0">
                  <a:pos x="0" y="4"/>
                </a:cxn>
                <a:cxn ang="0">
                  <a:pos x="0" y="5"/>
                </a:cxn>
                <a:cxn ang="0">
                  <a:pos x="0" y="5"/>
                </a:cxn>
              </a:cxnLst>
              <a:rect l="0" t="0" r="r" b="b"/>
              <a:pathLst>
                <a:path w="9" h="57">
                  <a:moveTo>
                    <a:pt x="0" y="5"/>
                  </a:moveTo>
                  <a:lnTo>
                    <a:pt x="0" y="52"/>
                  </a:lnTo>
                  <a:lnTo>
                    <a:pt x="0" y="52"/>
                  </a:lnTo>
                  <a:lnTo>
                    <a:pt x="0" y="54"/>
                  </a:lnTo>
                  <a:lnTo>
                    <a:pt x="1" y="56"/>
                  </a:lnTo>
                  <a:lnTo>
                    <a:pt x="3" y="57"/>
                  </a:lnTo>
                  <a:lnTo>
                    <a:pt x="4" y="57"/>
                  </a:lnTo>
                  <a:lnTo>
                    <a:pt x="6" y="57"/>
                  </a:lnTo>
                  <a:lnTo>
                    <a:pt x="8" y="56"/>
                  </a:lnTo>
                  <a:lnTo>
                    <a:pt x="9" y="54"/>
                  </a:lnTo>
                  <a:lnTo>
                    <a:pt x="9" y="52"/>
                  </a:lnTo>
                  <a:lnTo>
                    <a:pt x="9" y="5"/>
                  </a:lnTo>
                  <a:lnTo>
                    <a:pt x="9" y="5"/>
                  </a:lnTo>
                  <a:lnTo>
                    <a:pt x="9" y="4"/>
                  </a:lnTo>
                  <a:lnTo>
                    <a:pt x="8" y="2"/>
                  </a:lnTo>
                  <a:lnTo>
                    <a:pt x="6" y="0"/>
                  </a:lnTo>
                  <a:lnTo>
                    <a:pt x="4" y="0"/>
                  </a:lnTo>
                  <a:lnTo>
                    <a:pt x="3" y="0"/>
                  </a:lnTo>
                  <a:lnTo>
                    <a:pt x="1" y="2"/>
                  </a:lnTo>
                  <a:lnTo>
                    <a:pt x="0" y="4"/>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9" name="Freeform 590"/>
            <p:cNvSpPr/>
            <p:nvPr/>
          </p:nvSpPr>
          <p:spPr bwMode="auto">
            <a:xfrm>
              <a:off x="5503863" y="2281238"/>
              <a:ext cx="4763" cy="31750"/>
            </a:xfrm>
            <a:custGeom>
              <a:avLst/>
              <a:gdLst/>
              <a:ahLst/>
              <a:cxnLst>
                <a:cxn ang="0">
                  <a:pos x="0" y="5"/>
                </a:cxn>
                <a:cxn ang="0">
                  <a:pos x="0" y="57"/>
                </a:cxn>
                <a:cxn ang="0">
                  <a:pos x="0" y="57"/>
                </a:cxn>
                <a:cxn ang="0">
                  <a:pos x="0" y="59"/>
                </a:cxn>
                <a:cxn ang="0">
                  <a:pos x="2" y="60"/>
                </a:cxn>
                <a:cxn ang="0">
                  <a:pos x="3" y="61"/>
                </a:cxn>
                <a:cxn ang="0">
                  <a:pos x="5" y="61"/>
                </a:cxn>
                <a:cxn ang="0">
                  <a:pos x="6" y="61"/>
                </a:cxn>
                <a:cxn ang="0">
                  <a:pos x="8" y="60"/>
                </a:cxn>
                <a:cxn ang="0">
                  <a:pos x="9" y="59"/>
                </a:cxn>
                <a:cxn ang="0">
                  <a:pos x="9" y="57"/>
                </a:cxn>
                <a:cxn ang="0">
                  <a:pos x="9" y="5"/>
                </a:cxn>
                <a:cxn ang="0">
                  <a:pos x="9" y="5"/>
                </a:cxn>
                <a:cxn ang="0">
                  <a:pos x="9" y="4"/>
                </a:cxn>
                <a:cxn ang="0">
                  <a:pos x="8" y="2"/>
                </a:cxn>
                <a:cxn ang="0">
                  <a:pos x="6" y="0"/>
                </a:cxn>
                <a:cxn ang="0">
                  <a:pos x="5" y="0"/>
                </a:cxn>
                <a:cxn ang="0">
                  <a:pos x="3" y="0"/>
                </a:cxn>
                <a:cxn ang="0">
                  <a:pos x="2" y="2"/>
                </a:cxn>
                <a:cxn ang="0">
                  <a:pos x="0" y="4"/>
                </a:cxn>
                <a:cxn ang="0">
                  <a:pos x="0" y="5"/>
                </a:cxn>
                <a:cxn ang="0">
                  <a:pos x="0" y="5"/>
                </a:cxn>
              </a:cxnLst>
              <a:rect l="0" t="0" r="r" b="b"/>
              <a:pathLst>
                <a:path w="9" h="61">
                  <a:moveTo>
                    <a:pt x="0" y="5"/>
                  </a:moveTo>
                  <a:lnTo>
                    <a:pt x="0" y="57"/>
                  </a:lnTo>
                  <a:lnTo>
                    <a:pt x="0" y="57"/>
                  </a:lnTo>
                  <a:lnTo>
                    <a:pt x="0" y="59"/>
                  </a:lnTo>
                  <a:lnTo>
                    <a:pt x="2" y="60"/>
                  </a:lnTo>
                  <a:lnTo>
                    <a:pt x="3" y="61"/>
                  </a:lnTo>
                  <a:lnTo>
                    <a:pt x="5" y="61"/>
                  </a:lnTo>
                  <a:lnTo>
                    <a:pt x="6" y="61"/>
                  </a:lnTo>
                  <a:lnTo>
                    <a:pt x="8" y="60"/>
                  </a:lnTo>
                  <a:lnTo>
                    <a:pt x="9" y="59"/>
                  </a:lnTo>
                  <a:lnTo>
                    <a:pt x="9" y="57"/>
                  </a:lnTo>
                  <a:lnTo>
                    <a:pt x="9" y="5"/>
                  </a:lnTo>
                  <a:lnTo>
                    <a:pt x="9" y="5"/>
                  </a:lnTo>
                  <a:lnTo>
                    <a:pt x="9" y="4"/>
                  </a:lnTo>
                  <a:lnTo>
                    <a:pt x="8" y="2"/>
                  </a:lnTo>
                  <a:lnTo>
                    <a:pt x="6" y="0"/>
                  </a:lnTo>
                  <a:lnTo>
                    <a:pt x="5" y="0"/>
                  </a:lnTo>
                  <a:lnTo>
                    <a:pt x="3" y="0"/>
                  </a:lnTo>
                  <a:lnTo>
                    <a:pt x="2" y="2"/>
                  </a:lnTo>
                  <a:lnTo>
                    <a:pt x="0" y="4"/>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0" name="Freeform 591"/>
            <p:cNvSpPr/>
            <p:nvPr/>
          </p:nvSpPr>
          <p:spPr bwMode="auto">
            <a:xfrm>
              <a:off x="5529263" y="2289175"/>
              <a:ext cx="11113" cy="42863"/>
            </a:xfrm>
            <a:custGeom>
              <a:avLst/>
              <a:gdLst/>
              <a:ahLst/>
              <a:cxnLst>
                <a:cxn ang="0">
                  <a:pos x="9" y="3"/>
                </a:cxn>
                <a:cxn ang="0">
                  <a:pos x="9" y="3"/>
                </a:cxn>
                <a:cxn ang="0">
                  <a:pos x="7" y="10"/>
                </a:cxn>
                <a:cxn ang="0">
                  <a:pos x="5" y="17"/>
                </a:cxn>
                <a:cxn ang="0">
                  <a:pos x="5" y="33"/>
                </a:cxn>
                <a:cxn ang="0">
                  <a:pos x="5" y="33"/>
                </a:cxn>
                <a:cxn ang="0">
                  <a:pos x="4" y="43"/>
                </a:cxn>
                <a:cxn ang="0">
                  <a:pos x="2" y="54"/>
                </a:cxn>
                <a:cxn ang="0">
                  <a:pos x="1" y="65"/>
                </a:cxn>
                <a:cxn ang="0">
                  <a:pos x="0" y="75"/>
                </a:cxn>
                <a:cxn ang="0">
                  <a:pos x="0" y="75"/>
                </a:cxn>
                <a:cxn ang="0">
                  <a:pos x="0" y="77"/>
                </a:cxn>
                <a:cxn ang="0">
                  <a:pos x="1" y="78"/>
                </a:cxn>
                <a:cxn ang="0">
                  <a:pos x="3" y="79"/>
                </a:cxn>
                <a:cxn ang="0">
                  <a:pos x="4" y="81"/>
                </a:cxn>
                <a:cxn ang="0">
                  <a:pos x="6" y="79"/>
                </a:cxn>
                <a:cxn ang="0">
                  <a:pos x="8" y="78"/>
                </a:cxn>
                <a:cxn ang="0">
                  <a:pos x="9" y="77"/>
                </a:cxn>
                <a:cxn ang="0">
                  <a:pos x="9" y="75"/>
                </a:cxn>
                <a:cxn ang="0">
                  <a:pos x="9" y="75"/>
                </a:cxn>
                <a:cxn ang="0">
                  <a:pos x="11" y="60"/>
                </a:cxn>
                <a:cxn ang="0">
                  <a:pos x="13" y="43"/>
                </a:cxn>
                <a:cxn ang="0">
                  <a:pos x="13" y="43"/>
                </a:cxn>
                <a:cxn ang="0">
                  <a:pos x="14" y="25"/>
                </a:cxn>
                <a:cxn ang="0">
                  <a:pos x="15" y="14"/>
                </a:cxn>
                <a:cxn ang="0">
                  <a:pos x="18" y="5"/>
                </a:cxn>
                <a:cxn ang="0">
                  <a:pos x="18" y="5"/>
                </a:cxn>
                <a:cxn ang="0">
                  <a:pos x="19" y="4"/>
                </a:cxn>
                <a:cxn ang="0">
                  <a:pos x="18" y="2"/>
                </a:cxn>
                <a:cxn ang="0">
                  <a:pos x="17" y="1"/>
                </a:cxn>
                <a:cxn ang="0">
                  <a:pos x="15" y="0"/>
                </a:cxn>
                <a:cxn ang="0">
                  <a:pos x="12" y="0"/>
                </a:cxn>
                <a:cxn ang="0">
                  <a:pos x="10" y="1"/>
                </a:cxn>
                <a:cxn ang="0">
                  <a:pos x="9" y="3"/>
                </a:cxn>
                <a:cxn ang="0">
                  <a:pos x="9" y="3"/>
                </a:cxn>
              </a:cxnLst>
              <a:rect l="0" t="0" r="r" b="b"/>
              <a:pathLst>
                <a:path w="19" h="81">
                  <a:moveTo>
                    <a:pt x="9" y="3"/>
                  </a:moveTo>
                  <a:lnTo>
                    <a:pt x="9" y="3"/>
                  </a:lnTo>
                  <a:lnTo>
                    <a:pt x="7" y="10"/>
                  </a:lnTo>
                  <a:lnTo>
                    <a:pt x="5" y="17"/>
                  </a:lnTo>
                  <a:lnTo>
                    <a:pt x="5" y="33"/>
                  </a:lnTo>
                  <a:lnTo>
                    <a:pt x="5" y="33"/>
                  </a:lnTo>
                  <a:lnTo>
                    <a:pt x="4" y="43"/>
                  </a:lnTo>
                  <a:lnTo>
                    <a:pt x="2" y="54"/>
                  </a:lnTo>
                  <a:lnTo>
                    <a:pt x="1" y="65"/>
                  </a:lnTo>
                  <a:lnTo>
                    <a:pt x="0" y="75"/>
                  </a:lnTo>
                  <a:lnTo>
                    <a:pt x="0" y="75"/>
                  </a:lnTo>
                  <a:lnTo>
                    <a:pt x="0" y="77"/>
                  </a:lnTo>
                  <a:lnTo>
                    <a:pt x="1" y="78"/>
                  </a:lnTo>
                  <a:lnTo>
                    <a:pt x="3" y="79"/>
                  </a:lnTo>
                  <a:lnTo>
                    <a:pt x="4" y="81"/>
                  </a:lnTo>
                  <a:lnTo>
                    <a:pt x="6" y="79"/>
                  </a:lnTo>
                  <a:lnTo>
                    <a:pt x="8" y="78"/>
                  </a:lnTo>
                  <a:lnTo>
                    <a:pt x="9" y="77"/>
                  </a:lnTo>
                  <a:lnTo>
                    <a:pt x="9" y="75"/>
                  </a:lnTo>
                  <a:lnTo>
                    <a:pt x="9" y="75"/>
                  </a:lnTo>
                  <a:lnTo>
                    <a:pt x="11" y="60"/>
                  </a:lnTo>
                  <a:lnTo>
                    <a:pt x="13" y="43"/>
                  </a:lnTo>
                  <a:lnTo>
                    <a:pt x="13" y="43"/>
                  </a:lnTo>
                  <a:lnTo>
                    <a:pt x="14" y="25"/>
                  </a:lnTo>
                  <a:lnTo>
                    <a:pt x="15" y="14"/>
                  </a:lnTo>
                  <a:lnTo>
                    <a:pt x="18" y="5"/>
                  </a:lnTo>
                  <a:lnTo>
                    <a:pt x="18" y="5"/>
                  </a:lnTo>
                  <a:lnTo>
                    <a:pt x="19" y="4"/>
                  </a:lnTo>
                  <a:lnTo>
                    <a:pt x="18" y="2"/>
                  </a:lnTo>
                  <a:lnTo>
                    <a:pt x="17" y="1"/>
                  </a:lnTo>
                  <a:lnTo>
                    <a:pt x="15" y="0"/>
                  </a:lnTo>
                  <a:lnTo>
                    <a:pt x="12" y="0"/>
                  </a:lnTo>
                  <a:lnTo>
                    <a:pt x="10" y="1"/>
                  </a:lnTo>
                  <a:lnTo>
                    <a:pt x="9" y="3"/>
                  </a:lnTo>
                  <a:lnTo>
                    <a:pt x="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1" name="Freeform 592"/>
            <p:cNvSpPr/>
            <p:nvPr/>
          </p:nvSpPr>
          <p:spPr bwMode="auto">
            <a:xfrm>
              <a:off x="5546726" y="2312988"/>
              <a:ext cx="7938" cy="46038"/>
            </a:xfrm>
            <a:custGeom>
              <a:avLst/>
              <a:gdLst/>
              <a:ahLst/>
              <a:cxnLst>
                <a:cxn ang="0">
                  <a:pos x="6" y="4"/>
                </a:cxn>
                <a:cxn ang="0">
                  <a:pos x="6" y="4"/>
                </a:cxn>
                <a:cxn ang="0">
                  <a:pos x="3" y="13"/>
                </a:cxn>
                <a:cxn ang="0">
                  <a:pos x="1" y="22"/>
                </a:cxn>
                <a:cxn ang="0">
                  <a:pos x="0" y="32"/>
                </a:cxn>
                <a:cxn ang="0">
                  <a:pos x="0" y="42"/>
                </a:cxn>
                <a:cxn ang="0">
                  <a:pos x="1" y="61"/>
                </a:cxn>
                <a:cxn ang="0">
                  <a:pos x="1" y="81"/>
                </a:cxn>
                <a:cxn ang="0">
                  <a:pos x="1" y="81"/>
                </a:cxn>
                <a:cxn ang="0">
                  <a:pos x="2" y="83"/>
                </a:cxn>
                <a:cxn ang="0">
                  <a:pos x="3" y="84"/>
                </a:cxn>
                <a:cxn ang="0">
                  <a:pos x="4" y="85"/>
                </a:cxn>
                <a:cxn ang="0">
                  <a:pos x="6" y="85"/>
                </a:cxn>
                <a:cxn ang="0">
                  <a:pos x="7" y="85"/>
                </a:cxn>
                <a:cxn ang="0">
                  <a:pos x="9" y="84"/>
                </a:cxn>
                <a:cxn ang="0">
                  <a:pos x="10" y="83"/>
                </a:cxn>
                <a:cxn ang="0">
                  <a:pos x="10" y="81"/>
                </a:cxn>
                <a:cxn ang="0">
                  <a:pos x="10" y="81"/>
                </a:cxn>
                <a:cxn ang="0">
                  <a:pos x="10" y="61"/>
                </a:cxn>
                <a:cxn ang="0">
                  <a:pos x="9" y="43"/>
                </a:cxn>
                <a:cxn ang="0">
                  <a:pos x="10" y="34"/>
                </a:cxn>
                <a:cxn ang="0">
                  <a:pos x="10" y="24"/>
                </a:cxn>
                <a:cxn ang="0">
                  <a:pos x="12" y="15"/>
                </a:cxn>
                <a:cxn ang="0">
                  <a:pos x="15" y="6"/>
                </a:cxn>
                <a:cxn ang="0">
                  <a:pos x="15" y="6"/>
                </a:cxn>
                <a:cxn ang="0">
                  <a:pos x="15" y="4"/>
                </a:cxn>
                <a:cxn ang="0">
                  <a:pos x="14" y="3"/>
                </a:cxn>
                <a:cxn ang="0">
                  <a:pos x="13" y="1"/>
                </a:cxn>
                <a:cxn ang="0">
                  <a:pos x="12" y="0"/>
                </a:cxn>
                <a:cxn ang="0">
                  <a:pos x="8" y="0"/>
                </a:cxn>
                <a:cxn ang="0">
                  <a:pos x="7" y="1"/>
                </a:cxn>
                <a:cxn ang="0">
                  <a:pos x="6" y="4"/>
                </a:cxn>
                <a:cxn ang="0">
                  <a:pos x="6" y="4"/>
                </a:cxn>
              </a:cxnLst>
              <a:rect l="0" t="0" r="r" b="b"/>
              <a:pathLst>
                <a:path w="15" h="85">
                  <a:moveTo>
                    <a:pt x="6" y="4"/>
                  </a:moveTo>
                  <a:lnTo>
                    <a:pt x="6" y="4"/>
                  </a:lnTo>
                  <a:lnTo>
                    <a:pt x="3" y="13"/>
                  </a:lnTo>
                  <a:lnTo>
                    <a:pt x="1" y="22"/>
                  </a:lnTo>
                  <a:lnTo>
                    <a:pt x="0" y="32"/>
                  </a:lnTo>
                  <a:lnTo>
                    <a:pt x="0" y="42"/>
                  </a:lnTo>
                  <a:lnTo>
                    <a:pt x="1" y="61"/>
                  </a:lnTo>
                  <a:lnTo>
                    <a:pt x="1" y="81"/>
                  </a:lnTo>
                  <a:lnTo>
                    <a:pt x="1" y="81"/>
                  </a:lnTo>
                  <a:lnTo>
                    <a:pt x="2" y="83"/>
                  </a:lnTo>
                  <a:lnTo>
                    <a:pt x="3" y="84"/>
                  </a:lnTo>
                  <a:lnTo>
                    <a:pt x="4" y="85"/>
                  </a:lnTo>
                  <a:lnTo>
                    <a:pt x="6" y="85"/>
                  </a:lnTo>
                  <a:lnTo>
                    <a:pt x="7" y="85"/>
                  </a:lnTo>
                  <a:lnTo>
                    <a:pt x="9" y="84"/>
                  </a:lnTo>
                  <a:lnTo>
                    <a:pt x="10" y="83"/>
                  </a:lnTo>
                  <a:lnTo>
                    <a:pt x="10" y="81"/>
                  </a:lnTo>
                  <a:lnTo>
                    <a:pt x="10" y="81"/>
                  </a:lnTo>
                  <a:lnTo>
                    <a:pt x="10" y="61"/>
                  </a:lnTo>
                  <a:lnTo>
                    <a:pt x="9" y="43"/>
                  </a:lnTo>
                  <a:lnTo>
                    <a:pt x="10" y="34"/>
                  </a:lnTo>
                  <a:lnTo>
                    <a:pt x="10" y="24"/>
                  </a:lnTo>
                  <a:lnTo>
                    <a:pt x="12" y="15"/>
                  </a:lnTo>
                  <a:lnTo>
                    <a:pt x="15" y="6"/>
                  </a:lnTo>
                  <a:lnTo>
                    <a:pt x="15" y="6"/>
                  </a:lnTo>
                  <a:lnTo>
                    <a:pt x="15" y="4"/>
                  </a:lnTo>
                  <a:lnTo>
                    <a:pt x="14" y="3"/>
                  </a:lnTo>
                  <a:lnTo>
                    <a:pt x="13" y="1"/>
                  </a:lnTo>
                  <a:lnTo>
                    <a:pt x="12" y="0"/>
                  </a:lnTo>
                  <a:lnTo>
                    <a:pt x="8" y="0"/>
                  </a:lnTo>
                  <a:lnTo>
                    <a:pt x="7" y="1"/>
                  </a:lnTo>
                  <a:lnTo>
                    <a:pt x="6" y="4"/>
                  </a:lnTo>
                  <a:lnTo>
                    <a:pt x="6"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2" name="Freeform 593"/>
            <p:cNvSpPr/>
            <p:nvPr/>
          </p:nvSpPr>
          <p:spPr bwMode="auto">
            <a:xfrm>
              <a:off x="5567363" y="2338388"/>
              <a:ext cx="4763" cy="30163"/>
            </a:xfrm>
            <a:custGeom>
              <a:avLst/>
              <a:gdLst/>
              <a:ahLst/>
              <a:cxnLst>
                <a:cxn ang="0">
                  <a:pos x="0" y="4"/>
                </a:cxn>
                <a:cxn ang="0">
                  <a:pos x="0" y="52"/>
                </a:cxn>
                <a:cxn ang="0">
                  <a:pos x="0" y="52"/>
                </a:cxn>
                <a:cxn ang="0">
                  <a:pos x="0" y="54"/>
                </a:cxn>
                <a:cxn ang="0">
                  <a:pos x="1" y="55"/>
                </a:cxn>
                <a:cxn ang="0">
                  <a:pos x="3" y="56"/>
                </a:cxn>
                <a:cxn ang="0">
                  <a:pos x="4" y="56"/>
                </a:cxn>
                <a:cxn ang="0">
                  <a:pos x="6" y="56"/>
                </a:cxn>
                <a:cxn ang="0">
                  <a:pos x="8" y="55"/>
                </a:cxn>
                <a:cxn ang="0">
                  <a:pos x="9" y="54"/>
                </a:cxn>
                <a:cxn ang="0">
                  <a:pos x="9" y="52"/>
                </a:cxn>
                <a:cxn ang="0">
                  <a:pos x="9" y="4"/>
                </a:cxn>
                <a:cxn ang="0">
                  <a:pos x="9" y="4"/>
                </a:cxn>
                <a:cxn ang="0">
                  <a:pos x="9" y="2"/>
                </a:cxn>
                <a:cxn ang="0">
                  <a:pos x="8" y="1"/>
                </a:cxn>
                <a:cxn ang="0">
                  <a:pos x="6" y="0"/>
                </a:cxn>
                <a:cxn ang="0">
                  <a:pos x="4" y="0"/>
                </a:cxn>
                <a:cxn ang="0">
                  <a:pos x="3" y="0"/>
                </a:cxn>
                <a:cxn ang="0">
                  <a:pos x="1" y="1"/>
                </a:cxn>
                <a:cxn ang="0">
                  <a:pos x="0" y="2"/>
                </a:cxn>
                <a:cxn ang="0">
                  <a:pos x="0" y="4"/>
                </a:cxn>
                <a:cxn ang="0">
                  <a:pos x="0" y="4"/>
                </a:cxn>
              </a:cxnLst>
              <a:rect l="0" t="0" r="r" b="b"/>
              <a:pathLst>
                <a:path w="9" h="56">
                  <a:moveTo>
                    <a:pt x="0" y="4"/>
                  </a:moveTo>
                  <a:lnTo>
                    <a:pt x="0" y="52"/>
                  </a:lnTo>
                  <a:lnTo>
                    <a:pt x="0" y="52"/>
                  </a:lnTo>
                  <a:lnTo>
                    <a:pt x="0" y="54"/>
                  </a:lnTo>
                  <a:lnTo>
                    <a:pt x="1" y="55"/>
                  </a:lnTo>
                  <a:lnTo>
                    <a:pt x="3" y="56"/>
                  </a:lnTo>
                  <a:lnTo>
                    <a:pt x="4" y="56"/>
                  </a:lnTo>
                  <a:lnTo>
                    <a:pt x="6" y="56"/>
                  </a:lnTo>
                  <a:lnTo>
                    <a:pt x="8" y="55"/>
                  </a:lnTo>
                  <a:lnTo>
                    <a:pt x="9" y="54"/>
                  </a:lnTo>
                  <a:lnTo>
                    <a:pt x="9" y="52"/>
                  </a:lnTo>
                  <a:lnTo>
                    <a:pt x="9" y="4"/>
                  </a:lnTo>
                  <a:lnTo>
                    <a:pt x="9" y="4"/>
                  </a:lnTo>
                  <a:lnTo>
                    <a:pt x="9" y="2"/>
                  </a:lnTo>
                  <a:lnTo>
                    <a:pt x="8" y="1"/>
                  </a:lnTo>
                  <a:lnTo>
                    <a:pt x="6" y="0"/>
                  </a:lnTo>
                  <a:lnTo>
                    <a:pt x="4" y="0"/>
                  </a:lnTo>
                  <a:lnTo>
                    <a:pt x="3" y="0"/>
                  </a:lnTo>
                  <a:lnTo>
                    <a:pt x="1" y="1"/>
                  </a:lnTo>
                  <a:lnTo>
                    <a:pt x="0" y="2"/>
                  </a:lnTo>
                  <a:lnTo>
                    <a:pt x="0" y="4"/>
                  </a:lnTo>
                  <a:lnTo>
                    <a:pt x="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3" name="Freeform 594"/>
            <p:cNvSpPr/>
            <p:nvPr/>
          </p:nvSpPr>
          <p:spPr bwMode="auto">
            <a:xfrm>
              <a:off x="5591176" y="2354263"/>
              <a:ext cx="7938" cy="36513"/>
            </a:xfrm>
            <a:custGeom>
              <a:avLst/>
              <a:gdLst/>
              <a:ahLst/>
              <a:cxnLst>
                <a:cxn ang="0">
                  <a:pos x="7" y="2"/>
                </a:cxn>
                <a:cxn ang="0">
                  <a:pos x="7" y="2"/>
                </a:cxn>
                <a:cxn ang="0">
                  <a:pos x="4" y="10"/>
                </a:cxn>
                <a:cxn ang="0">
                  <a:pos x="1" y="17"/>
                </a:cxn>
                <a:cxn ang="0">
                  <a:pos x="0" y="26"/>
                </a:cxn>
                <a:cxn ang="0">
                  <a:pos x="0" y="34"/>
                </a:cxn>
                <a:cxn ang="0">
                  <a:pos x="0" y="49"/>
                </a:cxn>
                <a:cxn ang="0">
                  <a:pos x="1" y="66"/>
                </a:cxn>
                <a:cxn ang="0">
                  <a:pos x="1" y="66"/>
                </a:cxn>
                <a:cxn ang="0">
                  <a:pos x="1" y="68"/>
                </a:cxn>
                <a:cxn ang="0">
                  <a:pos x="2" y="70"/>
                </a:cxn>
                <a:cxn ang="0">
                  <a:pos x="5" y="70"/>
                </a:cxn>
                <a:cxn ang="0">
                  <a:pos x="6" y="71"/>
                </a:cxn>
                <a:cxn ang="0">
                  <a:pos x="8" y="70"/>
                </a:cxn>
                <a:cxn ang="0">
                  <a:pos x="10" y="70"/>
                </a:cxn>
                <a:cxn ang="0">
                  <a:pos x="11" y="68"/>
                </a:cxn>
                <a:cxn ang="0">
                  <a:pos x="11" y="66"/>
                </a:cxn>
                <a:cxn ang="0">
                  <a:pos x="11" y="66"/>
                </a:cxn>
                <a:cxn ang="0">
                  <a:pos x="10" y="36"/>
                </a:cxn>
                <a:cxn ang="0">
                  <a:pos x="10" y="29"/>
                </a:cxn>
                <a:cxn ang="0">
                  <a:pos x="11" y="22"/>
                </a:cxn>
                <a:cxn ang="0">
                  <a:pos x="12" y="14"/>
                </a:cxn>
                <a:cxn ang="0">
                  <a:pos x="15" y="7"/>
                </a:cxn>
                <a:cxn ang="0">
                  <a:pos x="15" y="7"/>
                </a:cxn>
                <a:cxn ang="0">
                  <a:pos x="15" y="5"/>
                </a:cxn>
                <a:cxn ang="0">
                  <a:pos x="15" y="3"/>
                </a:cxn>
                <a:cxn ang="0">
                  <a:pos x="13" y="1"/>
                </a:cxn>
                <a:cxn ang="0">
                  <a:pos x="11" y="0"/>
                </a:cxn>
                <a:cxn ang="0">
                  <a:pos x="10" y="0"/>
                </a:cxn>
                <a:cxn ang="0">
                  <a:pos x="8" y="1"/>
                </a:cxn>
                <a:cxn ang="0">
                  <a:pos x="7" y="2"/>
                </a:cxn>
                <a:cxn ang="0">
                  <a:pos x="7" y="2"/>
                </a:cxn>
              </a:cxnLst>
              <a:rect l="0" t="0" r="r" b="b"/>
              <a:pathLst>
                <a:path w="15" h="71">
                  <a:moveTo>
                    <a:pt x="7" y="2"/>
                  </a:moveTo>
                  <a:lnTo>
                    <a:pt x="7" y="2"/>
                  </a:lnTo>
                  <a:lnTo>
                    <a:pt x="4" y="10"/>
                  </a:lnTo>
                  <a:lnTo>
                    <a:pt x="1" y="17"/>
                  </a:lnTo>
                  <a:lnTo>
                    <a:pt x="0" y="26"/>
                  </a:lnTo>
                  <a:lnTo>
                    <a:pt x="0" y="34"/>
                  </a:lnTo>
                  <a:lnTo>
                    <a:pt x="0" y="49"/>
                  </a:lnTo>
                  <a:lnTo>
                    <a:pt x="1" y="66"/>
                  </a:lnTo>
                  <a:lnTo>
                    <a:pt x="1" y="66"/>
                  </a:lnTo>
                  <a:lnTo>
                    <a:pt x="1" y="68"/>
                  </a:lnTo>
                  <a:lnTo>
                    <a:pt x="2" y="70"/>
                  </a:lnTo>
                  <a:lnTo>
                    <a:pt x="5" y="70"/>
                  </a:lnTo>
                  <a:lnTo>
                    <a:pt x="6" y="71"/>
                  </a:lnTo>
                  <a:lnTo>
                    <a:pt x="8" y="70"/>
                  </a:lnTo>
                  <a:lnTo>
                    <a:pt x="10" y="70"/>
                  </a:lnTo>
                  <a:lnTo>
                    <a:pt x="11" y="68"/>
                  </a:lnTo>
                  <a:lnTo>
                    <a:pt x="11" y="66"/>
                  </a:lnTo>
                  <a:lnTo>
                    <a:pt x="11" y="66"/>
                  </a:lnTo>
                  <a:lnTo>
                    <a:pt x="10" y="36"/>
                  </a:lnTo>
                  <a:lnTo>
                    <a:pt x="10" y="29"/>
                  </a:lnTo>
                  <a:lnTo>
                    <a:pt x="11" y="22"/>
                  </a:lnTo>
                  <a:lnTo>
                    <a:pt x="12" y="14"/>
                  </a:lnTo>
                  <a:lnTo>
                    <a:pt x="15" y="7"/>
                  </a:lnTo>
                  <a:lnTo>
                    <a:pt x="15" y="7"/>
                  </a:lnTo>
                  <a:lnTo>
                    <a:pt x="15" y="5"/>
                  </a:lnTo>
                  <a:lnTo>
                    <a:pt x="15" y="3"/>
                  </a:lnTo>
                  <a:lnTo>
                    <a:pt x="13" y="1"/>
                  </a:lnTo>
                  <a:lnTo>
                    <a:pt x="11" y="0"/>
                  </a:lnTo>
                  <a:lnTo>
                    <a:pt x="10" y="0"/>
                  </a:lnTo>
                  <a:lnTo>
                    <a:pt x="8" y="1"/>
                  </a:lnTo>
                  <a:lnTo>
                    <a:pt x="7" y="2"/>
                  </a:lnTo>
                  <a:lnTo>
                    <a:pt x="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4" name="Freeform 595"/>
            <p:cNvSpPr/>
            <p:nvPr/>
          </p:nvSpPr>
          <p:spPr bwMode="auto">
            <a:xfrm>
              <a:off x="5614988" y="2376488"/>
              <a:ext cx="4763" cy="36513"/>
            </a:xfrm>
            <a:custGeom>
              <a:avLst/>
              <a:gdLst/>
              <a:ahLst/>
              <a:cxnLst>
                <a:cxn ang="0">
                  <a:pos x="0" y="5"/>
                </a:cxn>
                <a:cxn ang="0">
                  <a:pos x="0" y="67"/>
                </a:cxn>
                <a:cxn ang="0">
                  <a:pos x="0" y="67"/>
                </a:cxn>
                <a:cxn ang="0">
                  <a:pos x="0" y="68"/>
                </a:cxn>
                <a:cxn ang="0">
                  <a:pos x="1" y="70"/>
                </a:cxn>
                <a:cxn ang="0">
                  <a:pos x="3" y="71"/>
                </a:cxn>
                <a:cxn ang="0">
                  <a:pos x="5" y="71"/>
                </a:cxn>
                <a:cxn ang="0">
                  <a:pos x="6" y="71"/>
                </a:cxn>
                <a:cxn ang="0">
                  <a:pos x="8" y="70"/>
                </a:cxn>
                <a:cxn ang="0">
                  <a:pos x="9" y="68"/>
                </a:cxn>
                <a:cxn ang="0">
                  <a:pos x="9" y="67"/>
                </a:cxn>
                <a:cxn ang="0">
                  <a:pos x="9" y="5"/>
                </a:cxn>
                <a:cxn ang="0">
                  <a:pos x="9" y="5"/>
                </a:cxn>
                <a:cxn ang="0">
                  <a:pos x="9" y="3"/>
                </a:cxn>
                <a:cxn ang="0">
                  <a:pos x="8" y="2"/>
                </a:cxn>
                <a:cxn ang="0">
                  <a:pos x="6" y="1"/>
                </a:cxn>
                <a:cxn ang="0">
                  <a:pos x="5" y="0"/>
                </a:cxn>
                <a:cxn ang="0">
                  <a:pos x="3" y="1"/>
                </a:cxn>
                <a:cxn ang="0">
                  <a:pos x="1" y="2"/>
                </a:cxn>
                <a:cxn ang="0">
                  <a:pos x="0" y="3"/>
                </a:cxn>
                <a:cxn ang="0">
                  <a:pos x="0" y="5"/>
                </a:cxn>
                <a:cxn ang="0">
                  <a:pos x="0" y="5"/>
                </a:cxn>
              </a:cxnLst>
              <a:rect l="0" t="0" r="r" b="b"/>
              <a:pathLst>
                <a:path w="9" h="71">
                  <a:moveTo>
                    <a:pt x="0" y="5"/>
                  </a:moveTo>
                  <a:lnTo>
                    <a:pt x="0" y="67"/>
                  </a:lnTo>
                  <a:lnTo>
                    <a:pt x="0" y="67"/>
                  </a:lnTo>
                  <a:lnTo>
                    <a:pt x="0" y="68"/>
                  </a:lnTo>
                  <a:lnTo>
                    <a:pt x="1" y="70"/>
                  </a:lnTo>
                  <a:lnTo>
                    <a:pt x="3" y="71"/>
                  </a:lnTo>
                  <a:lnTo>
                    <a:pt x="5" y="71"/>
                  </a:lnTo>
                  <a:lnTo>
                    <a:pt x="6" y="71"/>
                  </a:lnTo>
                  <a:lnTo>
                    <a:pt x="8" y="70"/>
                  </a:lnTo>
                  <a:lnTo>
                    <a:pt x="9" y="68"/>
                  </a:lnTo>
                  <a:lnTo>
                    <a:pt x="9" y="67"/>
                  </a:lnTo>
                  <a:lnTo>
                    <a:pt x="9" y="5"/>
                  </a:lnTo>
                  <a:lnTo>
                    <a:pt x="9" y="5"/>
                  </a:lnTo>
                  <a:lnTo>
                    <a:pt x="9" y="3"/>
                  </a:lnTo>
                  <a:lnTo>
                    <a:pt x="8" y="2"/>
                  </a:lnTo>
                  <a:lnTo>
                    <a:pt x="6" y="1"/>
                  </a:lnTo>
                  <a:lnTo>
                    <a:pt x="5" y="0"/>
                  </a:lnTo>
                  <a:lnTo>
                    <a:pt x="3" y="1"/>
                  </a:lnTo>
                  <a:lnTo>
                    <a:pt x="1" y="2"/>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5" name="Freeform 596"/>
            <p:cNvSpPr/>
            <p:nvPr/>
          </p:nvSpPr>
          <p:spPr bwMode="auto">
            <a:xfrm>
              <a:off x="5637213" y="2398713"/>
              <a:ext cx="4763" cy="34925"/>
            </a:xfrm>
            <a:custGeom>
              <a:avLst/>
              <a:gdLst/>
              <a:ahLst/>
              <a:cxnLst>
                <a:cxn ang="0">
                  <a:pos x="0" y="4"/>
                </a:cxn>
                <a:cxn ang="0">
                  <a:pos x="0" y="61"/>
                </a:cxn>
                <a:cxn ang="0">
                  <a:pos x="0" y="61"/>
                </a:cxn>
                <a:cxn ang="0">
                  <a:pos x="1" y="63"/>
                </a:cxn>
                <a:cxn ang="0">
                  <a:pos x="2" y="65"/>
                </a:cxn>
                <a:cxn ang="0">
                  <a:pos x="3" y="65"/>
                </a:cxn>
                <a:cxn ang="0">
                  <a:pos x="5" y="66"/>
                </a:cxn>
                <a:cxn ang="0">
                  <a:pos x="7" y="65"/>
                </a:cxn>
                <a:cxn ang="0">
                  <a:pos x="8" y="65"/>
                </a:cxn>
                <a:cxn ang="0">
                  <a:pos x="9" y="63"/>
                </a:cxn>
                <a:cxn ang="0">
                  <a:pos x="10" y="61"/>
                </a:cxn>
                <a:cxn ang="0">
                  <a:pos x="10" y="4"/>
                </a:cxn>
                <a:cxn ang="0">
                  <a:pos x="10" y="4"/>
                </a:cxn>
                <a:cxn ang="0">
                  <a:pos x="9" y="2"/>
                </a:cxn>
                <a:cxn ang="0">
                  <a:pos x="8" y="1"/>
                </a:cxn>
                <a:cxn ang="0">
                  <a:pos x="7" y="0"/>
                </a:cxn>
                <a:cxn ang="0">
                  <a:pos x="5" y="0"/>
                </a:cxn>
                <a:cxn ang="0">
                  <a:pos x="3" y="0"/>
                </a:cxn>
                <a:cxn ang="0">
                  <a:pos x="2" y="1"/>
                </a:cxn>
                <a:cxn ang="0">
                  <a:pos x="1" y="2"/>
                </a:cxn>
                <a:cxn ang="0">
                  <a:pos x="0" y="4"/>
                </a:cxn>
                <a:cxn ang="0">
                  <a:pos x="0" y="4"/>
                </a:cxn>
              </a:cxnLst>
              <a:rect l="0" t="0" r="r" b="b"/>
              <a:pathLst>
                <a:path w="10" h="66">
                  <a:moveTo>
                    <a:pt x="0" y="4"/>
                  </a:moveTo>
                  <a:lnTo>
                    <a:pt x="0" y="61"/>
                  </a:lnTo>
                  <a:lnTo>
                    <a:pt x="0" y="61"/>
                  </a:lnTo>
                  <a:lnTo>
                    <a:pt x="1" y="63"/>
                  </a:lnTo>
                  <a:lnTo>
                    <a:pt x="2" y="65"/>
                  </a:lnTo>
                  <a:lnTo>
                    <a:pt x="3" y="65"/>
                  </a:lnTo>
                  <a:lnTo>
                    <a:pt x="5" y="66"/>
                  </a:lnTo>
                  <a:lnTo>
                    <a:pt x="7" y="65"/>
                  </a:lnTo>
                  <a:lnTo>
                    <a:pt x="8" y="65"/>
                  </a:lnTo>
                  <a:lnTo>
                    <a:pt x="9" y="63"/>
                  </a:lnTo>
                  <a:lnTo>
                    <a:pt x="10" y="61"/>
                  </a:lnTo>
                  <a:lnTo>
                    <a:pt x="10" y="4"/>
                  </a:lnTo>
                  <a:lnTo>
                    <a:pt x="10" y="4"/>
                  </a:lnTo>
                  <a:lnTo>
                    <a:pt x="9" y="2"/>
                  </a:lnTo>
                  <a:lnTo>
                    <a:pt x="8" y="1"/>
                  </a:lnTo>
                  <a:lnTo>
                    <a:pt x="7" y="0"/>
                  </a:lnTo>
                  <a:lnTo>
                    <a:pt x="5" y="0"/>
                  </a:lnTo>
                  <a:lnTo>
                    <a:pt x="3" y="0"/>
                  </a:lnTo>
                  <a:lnTo>
                    <a:pt x="2" y="1"/>
                  </a:lnTo>
                  <a:lnTo>
                    <a:pt x="1" y="2"/>
                  </a:lnTo>
                  <a:lnTo>
                    <a:pt x="0" y="4"/>
                  </a:lnTo>
                  <a:lnTo>
                    <a:pt x="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6" name="Freeform 597"/>
            <p:cNvSpPr/>
            <p:nvPr/>
          </p:nvSpPr>
          <p:spPr bwMode="auto">
            <a:xfrm>
              <a:off x="5657851" y="2419350"/>
              <a:ext cx="4763" cy="36513"/>
            </a:xfrm>
            <a:custGeom>
              <a:avLst/>
              <a:gdLst/>
              <a:ahLst/>
              <a:cxnLst>
                <a:cxn ang="0">
                  <a:pos x="0" y="5"/>
                </a:cxn>
                <a:cxn ang="0">
                  <a:pos x="0" y="67"/>
                </a:cxn>
                <a:cxn ang="0">
                  <a:pos x="0" y="67"/>
                </a:cxn>
                <a:cxn ang="0">
                  <a:pos x="0" y="69"/>
                </a:cxn>
                <a:cxn ang="0">
                  <a:pos x="2" y="70"/>
                </a:cxn>
                <a:cxn ang="0">
                  <a:pos x="3" y="71"/>
                </a:cxn>
                <a:cxn ang="0">
                  <a:pos x="6" y="71"/>
                </a:cxn>
                <a:cxn ang="0">
                  <a:pos x="7" y="71"/>
                </a:cxn>
                <a:cxn ang="0">
                  <a:pos x="9" y="70"/>
                </a:cxn>
                <a:cxn ang="0">
                  <a:pos x="10" y="69"/>
                </a:cxn>
                <a:cxn ang="0">
                  <a:pos x="10" y="67"/>
                </a:cxn>
                <a:cxn ang="0">
                  <a:pos x="10" y="5"/>
                </a:cxn>
                <a:cxn ang="0">
                  <a:pos x="10" y="5"/>
                </a:cxn>
                <a:cxn ang="0">
                  <a:pos x="10" y="3"/>
                </a:cxn>
                <a:cxn ang="0">
                  <a:pos x="9" y="2"/>
                </a:cxn>
                <a:cxn ang="0">
                  <a:pos x="7" y="1"/>
                </a:cxn>
                <a:cxn ang="0">
                  <a:pos x="6" y="0"/>
                </a:cxn>
                <a:cxn ang="0">
                  <a:pos x="3" y="1"/>
                </a:cxn>
                <a:cxn ang="0">
                  <a:pos x="2" y="2"/>
                </a:cxn>
                <a:cxn ang="0">
                  <a:pos x="0" y="3"/>
                </a:cxn>
                <a:cxn ang="0">
                  <a:pos x="0" y="5"/>
                </a:cxn>
                <a:cxn ang="0">
                  <a:pos x="0" y="5"/>
                </a:cxn>
              </a:cxnLst>
              <a:rect l="0" t="0" r="r" b="b"/>
              <a:pathLst>
                <a:path w="10" h="71">
                  <a:moveTo>
                    <a:pt x="0" y="5"/>
                  </a:moveTo>
                  <a:lnTo>
                    <a:pt x="0" y="67"/>
                  </a:lnTo>
                  <a:lnTo>
                    <a:pt x="0" y="67"/>
                  </a:lnTo>
                  <a:lnTo>
                    <a:pt x="0" y="69"/>
                  </a:lnTo>
                  <a:lnTo>
                    <a:pt x="2" y="70"/>
                  </a:lnTo>
                  <a:lnTo>
                    <a:pt x="3" y="71"/>
                  </a:lnTo>
                  <a:lnTo>
                    <a:pt x="6" y="71"/>
                  </a:lnTo>
                  <a:lnTo>
                    <a:pt x="7" y="71"/>
                  </a:lnTo>
                  <a:lnTo>
                    <a:pt x="9" y="70"/>
                  </a:lnTo>
                  <a:lnTo>
                    <a:pt x="10" y="69"/>
                  </a:lnTo>
                  <a:lnTo>
                    <a:pt x="10" y="67"/>
                  </a:lnTo>
                  <a:lnTo>
                    <a:pt x="10" y="5"/>
                  </a:lnTo>
                  <a:lnTo>
                    <a:pt x="10" y="5"/>
                  </a:lnTo>
                  <a:lnTo>
                    <a:pt x="10" y="3"/>
                  </a:lnTo>
                  <a:lnTo>
                    <a:pt x="9" y="2"/>
                  </a:lnTo>
                  <a:lnTo>
                    <a:pt x="7" y="1"/>
                  </a:lnTo>
                  <a:lnTo>
                    <a:pt x="6" y="0"/>
                  </a:lnTo>
                  <a:lnTo>
                    <a:pt x="3" y="1"/>
                  </a:lnTo>
                  <a:lnTo>
                    <a:pt x="2" y="2"/>
                  </a:lnTo>
                  <a:lnTo>
                    <a:pt x="0"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7" name="Freeform 598"/>
            <p:cNvSpPr/>
            <p:nvPr/>
          </p:nvSpPr>
          <p:spPr bwMode="auto">
            <a:xfrm>
              <a:off x="5680076" y="2441575"/>
              <a:ext cx="7938" cy="36513"/>
            </a:xfrm>
            <a:custGeom>
              <a:avLst/>
              <a:gdLst/>
              <a:ahLst/>
              <a:cxnLst>
                <a:cxn ang="0">
                  <a:pos x="14" y="65"/>
                </a:cxn>
                <a:cxn ang="0">
                  <a:pos x="14" y="65"/>
                </a:cxn>
                <a:cxn ang="0">
                  <a:pos x="11" y="50"/>
                </a:cxn>
                <a:cxn ang="0">
                  <a:pos x="10" y="35"/>
                </a:cxn>
                <a:cxn ang="0">
                  <a:pos x="10" y="4"/>
                </a:cxn>
                <a:cxn ang="0">
                  <a:pos x="10" y="4"/>
                </a:cxn>
                <a:cxn ang="0">
                  <a:pos x="9" y="2"/>
                </a:cxn>
                <a:cxn ang="0">
                  <a:pos x="8" y="1"/>
                </a:cxn>
                <a:cxn ang="0">
                  <a:pos x="7" y="0"/>
                </a:cxn>
                <a:cxn ang="0">
                  <a:pos x="5" y="0"/>
                </a:cxn>
                <a:cxn ang="0">
                  <a:pos x="3" y="0"/>
                </a:cxn>
                <a:cxn ang="0">
                  <a:pos x="2" y="1"/>
                </a:cxn>
                <a:cxn ang="0">
                  <a:pos x="1" y="2"/>
                </a:cxn>
                <a:cxn ang="0">
                  <a:pos x="0" y="4"/>
                </a:cxn>
                <a:cxn ang="0">
                  <a:pos x="0" y="4"/>
                </a:cxn>
                <a:cxn ang="0">
                  <a:pos x="1" y="36"/>
                </a:cxn>
                <a:cxn ang="0">
                  <a:pos x="2" y="52"/>
                </a:cxn>
                <a:cxn ang="0">
                  <a:pos x="5" y="67"/>
                </a:cxn>
                <a:cxn ang="0">
                  <a:pos x="5" y="67"/>
                </a:cxn>
                <a:cxn ang="0">
                  <a:pos x="6" y="69"/>
                </a:cxn>
                <a:cxn ang="0">
                  <a:pos x="7" y="70"/>
                </a:cxn>
                <a:cxn ang="0">
                  <a:pos x="9" y="70"/>
                </a:cxn>
                <a:cxn ang="0">
                  <a:pos x="11" y="70"/>
                </a:cxn>
                <a:cxn ang="0">
                  <a:pos x="12" y="69"/>
                </a:cxn>
                <a:cxn ang="0">
                  <a:pos x="13" y="68"/>
                </a:cxn>
                <a:cxn ang="0">
                  <a:pos x="14" y="67"/>
                </a:cxn>
                <a:cxn ang="0">
                  <a:pos x="14" y="65"/>
                </a:cxn>
                <a:cxn ang="0">
                  <a:pos x="14" y="65"/>
                </a:cxn>
              </a:cxnLst>
              <a:rect l="0" t="0" r="r" b="b"/>
              <a:pathLst>
                <a:path w="14" h="70">
                  <a:moveTo>
                    <a:pt x="14" y="65"/>
                  </a:moveTo>
                  <a:lnTo>
                    <a:pt x="14" y="65"/>
                  </a:lnTo>
                  <a:lnTo>
                    <a:pt x="11" y="50"/>
                  </a:lnTo>
                  <a:lnTo>
                    <a:pt x="10" y="35"/>
                  </a:lnTo>
                  <a:lnTo>
                    <a:pt x="10" y="4"/>
                  </a:lnTo>
                  <a:lnTo>
                    <a:pt x="10" y="4"/>
                  </a:lnTo>
                  <a:lnTo>
                    <a:pt x="9" y="2"/>
                  </a:lnTo>
                  <a:lnTo>
                    <a:pt x="8" y="1"/>
                  </a:lnTo>
                  <a:lnTo>
                    <a:pt x="7" y="0"/>
                  </a:lnTo>
                  <a:lnTo>
                    <a:pt x="5" y="0"/>
                  </a:lnTo>
                  <a:lnTo>
                    <a:pt x="3" y="0"/>
                  </a:lnTo>
                  <a:lnTo>
                    <a:pt x="2" y="1"/>
                  </a:lnTo>
                  <a:lnTo>
                    <a:pt x="1" y="2"/>
                  </a:lnTo>
                  <a:lnTo>
                    <a:pt x="0" y="4"/>
                  </a:lnTo>
                  <a:lnTo>
                    <a:pt x="0" y="4"/>
                  </a:lnTo>
                  <a:lnTo>
                    <a:pt x="1" y="36"/>
                  </a:lnTo>
                  <a:lnTo>
                    <a:pt x="2" y="52"/>
                  </a:lnTo>
                  <a:lnTo>
                    <a:pt x="5" y="67"/>
                  </a:lnTo>
                  <a:lnTo>
                    <a:pt x="5" y="67"/>
                  </a:lnTo>
                  <a:lnTo>
                    <a:pt x="6" y="69"/>
                  </a:lnTo>
                  <a:lnTo>
                    <a:pt x="7" y="70"/>
                  </a:lnTo>
                  <a:lnTo>
                    <a:pt x="9" y="70"/>
                  </a:lnTo>
                  <a:lnTo>
                    <a:pt x="11" y="70"/>
                  </a:lnTo>
                  <a:lnTo>
                    <a:pt x="12" y="69"/>
                  </a:lnTo>
                  <a:lnTo>
                    <a:pt x="13" y="68"/>
                  </a:lnTo>
                  <a:lnTo>
                    <a:pt x="14" y="67"/>
                  </a:lnTo>
                  <a:lnTo>
                    <a:pt x="14" y="65"/>
                  </a:lnTo>
                  <a:lnTo>
                    <a:pt x="14" y="6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8" name="Freeform 599"/>
            <p:cNvSpPr/>
            <p:nvPr/>
          </p:nvSpPr>
          <p:spPr bwMode="auto">
            <a:xfrm>
              <a:off x="5705476" y="2463800"/>
              <a:ext cx="7938" cy="31750"/>
            </a:xfrm>
            <a:custGeom>
              <a:avLst/>
              <a:gdLst/>
              <a:ahLst/>
              <a:cxnLst>
                <a:cxn ang="0">
                  <a:pos x="10" y="35"/>
                </a:cxn>
                <a:cxn ang="0">
                  <a:pos x="10" y="5"/>
                </a:cxn>
                <a:cxn ang="0">
                  <a:pos x="10" y="5"/>
                </a:cxn>
                <a:cxn ang="0">
                  <a:pos x="10" y="3"/>
                </a:cxn>
                <a:cxn ang="0">
                  <a:pos x="8" y="1"/>
                </a:cxn>
                <a:cxn ang="0">
                  <a:pos x="7" y="0"/>
                </a:cxn>
                <a:cxn ang="0">
                  <a:pos x="5" y="0"/>
                </a:cxn>
                <a:cxn ang="0">
                  <a:pos x="3" y="0"/>
                </a:cxn>
                <a:cxn ang="0">
                  <a:pos x="2" y="1"/>
                </a:cxn>
                <a:cxn ang="0">
                  <a:pos x="1" y="3"/>
                </a:cxn>
                <a:cxn ang="0">
                  <a:pos x="0" y="5"/>
                </a:cxn>
                <a:cxn ang="0">
                  <a:pos x="0" y="33"/>
                </a:cxn>
                <a:cxn ang="0">
                  <a:pos x="0" y="33"/>
                </a:cxn>
                <a:cxn ang="0">
                  <a:pos x="0" y="39"/>
                </a:cxn>
                <a:cxn ang="0">
                  <a:pos x="1" y="45"/>
                </a:cxn>
                <a:cxn ang="0">
                  <a:pos x="1" y="45"/>
                </a:cxn>
                <a:cxn ang="0">
                  <a:pos x="3" y="50"/>
                </a:cxn>
                <a:cxn ang="0">
                  <a:pos x="5" y="56"/>
                </a:cxn>
                <a:cxn ang="0">
                  <a:pos x="5" y="56"/>
                </a:cxn>
                <a:cxn ang="0">
                  <a:pos x="5" y="58"/>
                </a:cxn>
                <a:cxn ang="0">
                  <a:pos x="7" y="59"/>
                </a:cxn>
                <a:cxn ang="0">
                  <a:pos x="11" y="60"/>
                </a:cxn>
                <a:cxn ang="0">
                  <a:pos x="13" y="60"/>
                </a:cxn>
                <a:cxn ang="0">
                  <a:pos x="14" y="59"/>
                </a:cxn>
                <a:cxn ang="0">
                  <a:pos x="15" y="58"/>
                </a:cxn>
                <a:cxn ang="0">
                  <a:pos x="15" y="56"/>
                </a:cxn>
                <a:cxn ang="0">
                  <a:pos x="15" y="56"/>
                </a:cxn>
                <a:cxn ang="0">
                  <a:pos x="14" y="51"/>
                </a:cxn>
                <a:cxn ang="0">
                  <a:pos x="12" y="46"/>
                </a:cxn>
                <a:cxn ang="0">
                  <a:pos x="11" y="41"/>
                </a:cxn>
                <a:cxn ang="0">
                  <a:pos x="10" y="35"/>
                </a:cxn>
                <a:cxn ang="0">
                  <a:pos x="10" y="35"/>
                </a:cxn>
              </a:cxnLst>
              <a:rect l="0" t="0" r="r" b="b"/>
              <a:pathLst>
                <a:path w="15" h="60">
                  <a:moveTo>
                    <a:pt x="10" y="35"/>
                  </a:moveTo>
                  <a:lnTo>
                    <a:pt x="10" y="5"/>
                  </a:lnTo>
                  <a:lnTo>
                    <a:pt x="10" y="5"/>
                  </a:lnTo>
                  <a:lnTo>
                    <a:pt x="10" y="3"/>
                  </a:lnTo>
                  <a:lnTo>
                    <a:pt x="8" y="1"/>
                  </a:lnTo>
                  <a:lnTo>
                    <a:pt x="7" y="0"/>
                  </a:lnTo>
                  <a:lnTo>
                    <a:pt x="5" y="0"/>
                  </a:lnTo>
                  <a:lnTo>
                    <a:pt x="3" y="0"/>
                  </a:lnTo>
                  <a:lnTo>
                    <a:pt x="2" y="1"/>
                  </a:lnTo>
                  <a:lnTo>
                    <a:pt x="1" y="3"/>
                  </a:lnTo>
                  <a:lnTo>
                    <a:pt x="0" y="5"/>
                  </a:lnTo>
                  <a:lnTo>
                    <a:pt x="0" y="33"/>
                  </a:lnTo>
                  <a:lnTo>
                    <a:pt x="0" y="33"/>
                  </a:lnTo>
                  <a:lnTo>
                    <a:pt x="0" y="39"/>
                  </a:lnTo>
                  <a:lnTo>
                    <a:pt x="1" y="45"/>
                  </a:lnTo>
                  <a:lnTo>
                    <a:pt x="1" y="45"/>
                  </a:lnTo>
                  <a:lnTo>
                    <a:pt x="3" y="50"/>
                  </a:lnTo>
                  <a:lnTo>
                    <a:pt x="5" y="56"/>
                  </a:lnTo>
                  <a:lnTo>
                    <a:pt x="5" y="56"/>
                  </a:lnTo>
                  <a:lnTo>
                    <a:pt x="5" y="58"/>
                  </a:lnTo>
                  <a:lnTo>
                    <a:pt x="7" y="59"/>
                  </a:lnTo>
                  <a:lnTo>
                    <a:pt x="11" y="60"/>
                  </a:lnTo>
                  <a:lnTo>
                    <a:pt x="13" y="60"/>
                  </a:lnTo>
                  <a:lnTo>
                    <a:pt x="14" y="59"/>
                  </a:lnTo>
                  <a:lnTo>
                    <a:pt x="15" y="58"/>
                  </a:lnTo>
                  <a:lnTo>
                    <a:pt x="15" y="56"/>
                  </a:lnTo>
                  <a:lnTo>
                    <a:pt x="15" y="56"/>
                  </a:lnTo>
                  <a:lnTo>
                    <a:pt x="14" y="51"/>
                  </a:lnTo>
                  <a:lnTo>
                    <a:pt x="12" y="46"/>
                  </a:lnTo>
                  <a:lnTo>
                    <a:pt x="11" y="41"/>
                  </a:lnTo>
                  <a:lnTo>
                    <a:pt x="10" y="35"/>
                  </a:lnTo>
                  <a:lnTo>
                    <a:pt x="10" y="3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9" name="Freeform 600"/>
            <p:cNvSpPr/>
            <p:nvPr/>
          </p:nvSpPr>
          <p:spPr bwMode="auto">
            <a:xfrm>
              <a:off x="5730876" y="2486025"/>
              <a:ext cx="4763" cy="46038"/>
            </a:xfrm>
            <a:custGeom>
              <a:avLst/>
              <a:gdLst/>
              <a:ahLst/>
              <a:cxnLst>
                <a:cxn ang="0">
                  <a:pos x="0" y="5"/>
                </a:cxn>
                <a:cxn ang="0">
                  <a:pos x="0" y="80"/>
                </a:cxn>
                <a:cxn ang="0">
                  <a:pos x="0" y="80"/>
                </a:cxn>
                <a:cxn ang="0">
                  <a:pos x="1" y="82"/>
                </a:cxn>
                <a:cxn ang="0">
                  <a:pos x="2" y="85"/>
                </a:cxn>
                <a:cxn ang="0">
                  <a:pos x="3" y="85"/>
                </a:cxn>
                <a:cxn ang="0">
                  <a:pos x="5" y="86"/>
                </a:cxn>
                <a:cxn ang="0">
                  <a:pos x="6" y="85"/>
                </a:cxn>
                <a:cxn ang="0">
                  <a:pos x="8" y="85"/>
                </a:cxn>
                <a:cxn ang="0">
                  <a:pos x="9" y="82"/>
                </a:cxn>
                <a:cxn ang="0">
                  <a:pos x="9" y="80"/>
                </a:cxn>
                <a:cxn ang="0">
                  <a:pos x="9" y="5"/>
                </a:cxn>
                <a:cxn ang="0">
                  <a:pos x="9" y="5"/>
                </a:cxn>
                <a:cxn ang="0">
                  <a:pos x="9" y="3"/>
                </a:cxn>
                <a:cxn ang="0">
                  <a:pos x="8" y="2"/>
                </a:cxn>
                <a:cxn ang="0">
                  <a:pos x="6" y="1"/>
                </a:cxn>
                <a:cxn ang="0">
                  <a:pos x="5" y="0"/>
                </a:cxn>
                <a:cxn ang="0">
                  <a:pos x="3" y="1"/>
                </a:cxn>
                <a:cxn ang="0">
                  <a:pos x="2" y="2"/>
                </a:cxn>
                <a:cxn ang="0">
                  <a:pos x="1" y="3"/>
                </a:cxn>
                <a:cxn ang="0">
                  <a:pos x="0" y="5"/>
                </a:cxn>
                <a:cxn ang="0">
                  <a:pos x="0" y="5"/>
                </a:cxn>
              </a:cxnLst>
              <a:rect l="0" t="0" r="r" b="b"/>
              <a:pathLst>
                <a:path w="9" h="86">
                  <a:moveTo>
                    <a:pt x="0" y="5"/>
                  </a:moveTo>
                  <a:lnTo>
                    <a:pt x="0" y="80"/>
                  </a:lnTo>
                  <a:lnTo>
                    <a:pt x="0" y="80"/>
                  </a:lnTo>
                  <a:lnTo>
                    <a:pt x="1" y="82"/>
                  </a:lnTo>
                  <a:lnTo>
                    <a:pt x="2" y="85"/>
                  </a:lnTo>
                  <a:lnTo>
                    <a:pt x="3" y="85"/>
                  </a:lnTo>
                  <a:lnTo>
                    <a:pt x="5" y="86"/>
                  </a:lnTo>
                  <a:lnTo>
                    <a:pt x="6" y="85"/>
                  </a:lnTo>
                  <a:lnTo>
                    <a:pt x="8" y="85"/>
                  </a:lnTo>
                  <a:lnTo>
                    <a:pt x="9" y="82"/>
                  </a:lnTo>
                  <a:lnTo>
                    <a:pt x="9" y="80"/>
                  </a:lnTo>
                  <a:lnTo>
                    <a:pt x="9" y="5"/>
                  </a:lnTo>
                  <a:lnTo>
                    <a:pt x="9" y="5"/>
                  </a:lnTo>
                  <a:lnTo>
                    <a:pt x="9" y="3"/>
                  </a:lnTo>
                  <a:lnTo>
                    <a:pt x="8" y="2"/>
                  </a:lnTo>
                  <a:lnTo>
                    <a:pt x="6" y="1"/>
                  </a:lnTo>
                  <a:lnTo>
                    <a:pt x="5" y="0"/>
                  </a:lnTo>
                  <a:lnTo>
                    <a:pt x="3" y="1"/>
                  </a:lnTo>
                  <a:lnTo>
                    <a:pt x="2" y="2"/>
                  </a:lnTo>
                  <a:lnTo>
                    <a:pt x="1"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0" name="Freeform 601"/>
            <p:cNvSpPr/>
            <p:nvPr/>
          </p:nvSpPr>
          <p:spPr bwMode="auto">
            <a:xfrm>
              <a:off x="5748338" y="2506663"/>
              <a:ext cx="4763" cy="42863"/>
            </a:xfrm>
            <a:custGeom>
              <a:avLst/>
              <a:gdLst/>
              <a:ahLst/>
              <a:cxnLst>
                <a:cxn ang="0">
                  <a:pos x="0" y="5"/>
                </a:cxn>
                <a:cxn ang="0">
                  <a:pos x="0" y="75"/>
                </a:cxn>
                <a:cxn ang="0">
                  <a:pos x="0" y="75"/>
                </a:cxn>
                <a:cxn ang="0">
                  <a:pos x="1" y="78"/>
                </a:cxn>
                <a:cxn ang="0">
                  <a:pos x="2" y="80"/>
                </a:cxn>
                <a:cxn ang="0">
                  <a:pos x="3" y="81"/>
                </a:cxn>
                <a:cxn ang="0">
                  <a:pos x="5" y="81"/>
                </a:cxn>
                <a:cxn ang="0">
                  <a:pos x="7" y="81"/>
                </a:cxn>
                <a:cxn ang="0">
                  <a:pos x="8" y="80"/>
                </a:cxn>
                <a:cxn ang="0">
                  <a:pos x="9" y="78"/>
                </a:cxn>
                <a:cxn ang="0">
                  <a:pos x="10" y="75"/>
                </a:cxn>
                <a:cxn ang="0">
                  <a:pos x="10" y="5"/>
                </a:cxn>
                <a:cxn ang="0">
                  <a:pos x="10" y="5"/>
                </a:cxn>
                <a:cxn ang="0">
                  <a:pos x="9" y="3"/>
                </a:cxn>
                <a:cxn ang="0">
                  <a:pos x="8" y="1"/>
                </a:cxn>
                <a:cxn ang="0">
                  <a:pos x="7" y="0"/>
                </a:cxn>
                <a:cxn ang="0">
                  <a:pos x="5" y="0"/>
                </a:cxn>
                <a:cxn ang="0">
                  <a:pos x="3" y="0"/>
                </a:cxn>
                <a:cxn ang="0">
                  <a:pos x="2" y="1"/>
                </a:cxn>
                <a:cxn ang="0">
                  <a:pos x="1" y="3"/>
                </a:cxn>
                <a:cxn ang="0">
                  <a:pos x="0" y="5"/>
                </a:cxn>
                <a:cxn ang="0">
                  <a:pos x="0" y="5"/>
                </a:cxn>
              </a:cxnLst>
              <a:rect l="0" t="0" r="r" b="b"/>
              <a:pathLst>
                <a:path w="10" h="81">
                  <a:moveTo>
                    <a:pt x="0" y="5"/>
                  </a:moveTo>
                  <a:lnTo>
                    <a:pt x="0" y="75"/>
                  </a:lnTo>
                  <a:lnTo>
                    <a:pt x="0" y="75"/>
                  </a:lnTo>
                  <a:lnTo>
                    <a:pt x="1" y="78"/>
                  </a:lnTo>
                  <a:lnTo>
                    <a:pt x="2" y="80"/>
                  </a:lnTo>
                  <a:lnTo>
                    <a:pt x="3" y="81"/>
                  </a:lnTo>
                  <a:lnTo>
                    <a:pt x="5" y="81"/>
                  </a:lnTo>
                  <a:lnTo>
                    <a:pt x="7" y="81"/>
                  </a:lnTo>
                  <a:lnTo>
                    <a:pt x="8" y="80"/>
                  </a:lnTo>
                  <a:lnTo>
                    <a:pt x="9" y="78"/>
                  </a:lnTo>
                  <a:lnTo>
                    <a:pt x="10" y="75"/>
                  </a:lnTo>
                  <a:lnTo>
                    <a:pt x="10" y="5"/>
                  </a:lnTo>
                  <a:lnTo>
                    <a:pt x="10" y="5"/>
                  </a:lnTo>
                  <a:lnTo>
                    <a:pt x="9" y="3"/>
                  </a:lnTo>
                  <a:lnTo>
                    <a:pt x="8" y="1"/>
                  </a:lnTo>
                  <a:lnTo>
                    <a:pt x="7" y="0"/>
                  </a:lnTo>
                  <a:lnTo>
                    <a:pt x="5" y="0"/>
                  </a:lnTo>
                  <a:lnTo>
                    <a:pt x="3" y="0"/>
                  </a:lnTo>
                  <a:lnTo>
                    <a:pt x="2" y="1"/>
                  </a:lnTo>
                  <a:lnTo>
                    <a:pt x="1"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1" name="Freeform 602"/>
            <p:cNvSpPr/>
            <p:nvPr/>
          </p:nvSpPr>
          <p:spPr bwMode="auto">
            <a:xfrm>
              <a:off x="5761038" y="2528888"/>
              <a:ext cx="4763" cy="38100"/>
            </a:xfrm>
            <a:custGeom>
              <a:avLst/>
              <a:gdLst/>
              <a:ahLst/>
              <a:cxnLst>
                <a:cxn ang="0">
                  <a:pos x="0" y="6"/>
                </a:cxn>
                <a:cxn ang="0">
                  <a:pos x="0" y="68"/>
                </a:cxn>
                <a:cxn ang="0">
                  <a:pos x="0" y="68"/>
                </a:cxn>
                <a:cxn ang="0">
                  <a:pos x="1" y="69"/>
                </a:cxn>
                <a:cxn ang="0">
                  <a:pos x="2" y="71"/>
                </a:cxn>
                <a:cxn ang="0">
                  <a:pos x="3" y="72"/>
                </a:cxn>
                <a:cxn ang="0">
                  <a:pos x="5" y="72"/>
                </a:cxn>
                <a:cxn ang="0">
                  <a:pos x="7" y="72"/>
                </a:cxn>
                <a:cxn ang="0">
                  <a:pos x="8" y="71"/>
                </a:cxn>
                <a:cxn ang="0">
                  <a:pos x="9" y="69"/>
                </a:cxn>
                <a:cxn ang="0">
                  <a:pos x="9" y="68"/>
                </a:cxn>
                <a:cxn ang="0">
                  <a:pos x="9" y="6"/>
                </a:cxn>
                <a:cxn ang="0">
                  <a:pos x="9" y="6"/>
                </a:cxn>
                <a:cxn ang="0">
                  <a:pos x="9" y="4"/>
                </a:cxn>
                <a:cxn ang="0">
                  <a:pos x="8" y="2"/>
                </a:cxn>
                <a:cxn ang="0">
                  <a:pos x="7" y="1"/>
                </a:cxn>
                <a:cxn ang="0">
                  <a:pos x="5" y="0"/>
                </a:cxn>
                <a:cxn ang="0">
                  <a:pos x="3" y="1"/>
                </a:cxn>
                <a:cxn ang="0">
                  <a:pos x="2" y="2"/>
                </a:cxn>
                <a:cxn ang="0">
                  <a:pos x="1" y="4"/>
                </a:cxn>
                <a:cxn ang="0">
                  <a:pos x="0" y="6"/>
                </a:cxn>
                <a:cxn ang="0">
                  <a:pos x="0" y="6"/>
                </a:cxn>
              </a:cxnLst>
              <a:rect l="0" t="0" r="r" b="b"/>
              <a:pathLst>
                <a:path w="9" h="72">
                  <a:moveTo>
                    <a:pt x="0" y="6"/>
                  </a:moveTo>
                  <a:lnTo>
                    <a:pt x="0" y="68"/>
                  </a:lnTo>
                  <a:lnTo>
                    <a:pt x="0" y="68"/>
                  </a:lnTo>
                  <a:lnTo>
                    <a:pt x="1" y="69"/>
                  </a:lnTo>
                  <a:lnTo>
                    <a:pt x="2" y="71"/>
                  </a:lnTo>
                  <a:lnTo>
                    <a:pt x="3" y="72"/>
                  </a:lnTo>
                  <a:lnTo>
                    <a:pt x="5" y="72"/>
                  </a:lnTo>
                  <a:lnTo>
                    <a:pt x="7" y="72"/>
                  </a:lnTo>
                  <a:lnTo>
                    <a:pt x="8" y="71"/>
                  </a:lnTo>
                  <a:lnTo>
                    <a:pt x="9" y="69"/>
                  </a:lnTo>
                  <a:lnTo>
                    <a:pt x="9" y="68"/>
                  </a:lnTo>
                  <a:lnTo>
                    <a:pt x="9" y="6"/>
                  </a:lnTo>
                  <a:lnTo>
                    <a:pt x="9" y="6"/>
                  </a:lnTo>
                  <a:lnTo>
                    <a:pt x="9" y="4"/>
                  </a:lnTo>
                  <a:lnTo>
                    <a:pt x="8" y="2"/>
                  </a:lnTo>
                  <a:lnTo>
                    <a:pt x="7" y="1"/>
                  </a:lnTo>
                  <a:lnTo>
                    <a:pt x="5" y="0"/>
                  </a:lnTo>
                  <a:lnTo>
                    <a:pt x="3" y="1"/>
                  </a:lnTo>
                  <a:lnTo>
                    <a:pt x="2" y="2"/>
                  </a:lnTo>
                  <a:lnTo>
                    <a:pt x="1" y="4"/>
                  </a:lnTo>
                  <a:lnTo>
                    <a:pt x="0" y="6"/>
                  </a:lnTo>
                  <a:lnTo>
                    <a:pt x="0" y="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2" name="Freeform 603"/>
            <p:cNvSpPr/>
            <p:nvPr/>
          </p:nvSpPr>
          <p:spPr bwMode="auto">
            <a:xfrm>
              <a:off x="5775326" y="2544763"/>
              <a:ext cx="4763" cy="39688"/>
            </a:xfrm>
            <a:custGeom>
              <a:avLst/>
              <a:gdLst/>
              <a:ahLst/>
              <a:cxnLst>
                <a:cxn ang="0">
                  <a:pos x="0" y="4"/>
                </a:cxn>
                <a:cxn ang="0">
                  <a:pos x="0" y="72"/>
                </a:cxn>
                <a:cxn ang="0">
                  <a:pos x="0" y="72"/>
                </a:cxn>
                <a:cxn ang="0">
                  <a:pos x="0" y="74"/>
                </a:cxn>
                <a:cxn ang="0">
                  <a:pos x="2" y="75"/>
                </a:cxn>
                <a:cxn ang="0">
                  <a:pos x="4" y="76"/>
                </a:cxn>
                <a:cxn ang="0">
                  <a:pos x="5" y="76"/>
                </a:cxn>
                <a:cxn ang="0">
                  <a:pos x="7" y="76"/>
                </a:cxn>
                <a:cxn ang="0">
                  <a:pos x="9" y="75"/>
                </a:cxn>
                <a:cxn ang="0">
                  <a:pos x="10" y="74"/>
                </a:cxn>
                <a:cxn ang="0">
                  <a:pos x="10" y="72"/>
                </a:cxn>
                <a:cxn ang="0">
                  <a:pos x="10" y="4"/>
                </a:cxn>
                <a:cxn ang="0">
                  <a:pos x="10" y="4"/>
                </a:cxn>
                <a:cxn ang="0">
                  <a:pos x="10" y="2"/>
                </a:cxn>
                <a:cxn ang="0">
                  <a:pos x="9" y="1"/>
                </a:cxn>
                <a:cxn ang="0">
                  <a:pos x="7" y="0"/>
                </a:cxn>
                <a:cxn ang="0">
                  <a:pos x="5" y="0"/>
                </a:cxn>
                <a:cxn ang="0">
                  <a:pos x="4" y="0"/>
                </a:cxn>
                <a:cxn ang="0">
                  <a:pos x="2" y="1"/>
                </a:cxn>
                <a:cxn ang="0">
                  <a:pos x="0" y="2"/>
                </a:cxn>
                <a:cxn ang="0">
                  <a:pos x="0" y="4"/>
                </a:cxn>
                <a:cxn ang="0">
                  <a:pos x="0" y="4"/>
                </a:cxn>
              </a:cxnLst>
              <a:rect l="0" t="0" r="r" b="b"/>
              <a:pathLst>
                <a:path w="10" h="76">
                  <a:moveTo>
                    <a:pt x="0" y="4"/>
                  </a:moveTo>
                  <a:lnTo>
                    <a:pt x="0" y="72"/>
                  </a:lnTo>
                  <a:lnTo>
                    <a:pt x="0" y="72"/>
                  </a:lnTo>
                  <a:lnTo>
                    <a:pt x="0" y="74"/>
                  </a:lnTo>
                  <a:lnTo>
                    <a:pt x="2" y="75"/>
                  </a:lnTo>
                  <a:lnTo>
                    <a:pt x="4" y="76"/>
                  </a:lnTo>
                  <a:lnTo>
                    <a:pt x="5" y="76"/>
                  </a:lnTo>
                  <a:lnTo>
                    <a:pt x="7" y="76"/>
                  </a:lnTo>
                  <a:lnTo>
                    <a:pt x="9" y="75"/>
                  </a:lnTo>
                  <a:lnTo>
                    <a:pt x="10" y="74"/>
                  </a:lnTo>
                  <a:lnTo>
                    <a:pt x="10" y="72"/>
                  </a:lnTo>
                  <a:lnTo>
                    <a:pt x="10" y="4"/>
                  </a:lnTo>
                  <a:lnTo>
                    <a:pt x="10" y="4"/>
                  </a:lnTo>
                  <a:lnTo>
                    <a:pt x="10" y="2"/>
                  </a:lnTo>
                  <a:lnTo>
                    <a:pt x="9" y="1"/>
                  </a:lnTo>
                  <a:lnTo>
                    <a:pt x="7" y="0"/>
                  </a:lnTo>
                  <a:lnTo>
                    <a:pt x="5" y="0"/>
                  </a:lnTo>
                  <a:lnTo>
                    <a:pt x="4" y="0"/>
                  </a:lnTo>
                  <a:lnTo>
                    <a:pt x="2" y="1"/>
                  </a:lnTo>
                  <a:lnTo>
                    <a:pt x="0" y="2"/>
                  </a:lnTo>
                  <a:lnTo>
                    <a:pt x="0" y="4"/>
                  </a:lnTo>
                  <a:lnTo>
                    <a:pt x="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3" name="Freeform 604"/>
            <p:cNvSpPr/>
            <p:nvPr/>
          </p:nvSpPr>
          <p:spPr bwMode="auto">
            <a:xfrm>
              <a:off x="5181601" y="2170113"/>
              <a:ext cx="665163" cy="654050"/>
            </a:xfrm>
            <a:custGeom>
              <a:avLst/>
              <a:gdLst/>
              <a:ahLst/>
              <a:cxnLst>
                <a:cxn ang="0">
                  <a:pos x="534" y="1115"/>
                </a:cxn>
                <a:cxn ang="0">
                  <a:pos x="311" y="889"/>
                </a:cxn>
                <a:cxn ang="0">
                  <a:pos x="124" y="701"/>
                </a:cxn>
                <a:cxn ang="0">
                  <a:pos x="14" y="547"/>
                </a:cxn>
                <a:cxn ang="0">
                  <a:pos x="5" y="361"/>
                </a:cxn>
                <a:cxn ang="0">
                  <a:pos x="109" y="152"/>
                </a:cxn>
                <a:cxn ang="0">
                  <a:pos x="270" y="29"/>
                </a:cxn>
                <a:cxn ang="0">
                  <a:pos x="103" y="233"/>
                </a:cxn>
                <a:cxn ang="0">
                  <a:pos x="38" y="486"/>
                </a:cxn>
                <a:cxn ang="0">
                  <a:pos x="137" y="664"/>
                </a:cxn>
                <a:cxn ang="0">
                  <a:pos x="467" y="998"/>
                </a:cxn>
                <a:cxn ang="0">
                  <a:pos x="676" y="1170"/>
                </a:cxn>
                <a:cxn ang="0">
                  <a:pos x="872" y="1193"/>
                </a:cxn>
                <a:cxn ang="0">
                  <a:pos x="1085" y="1070"/>
                </a:cxn>
                <a:cxn ang="0">
                  <a:pos x="1218" y="861"/>
                </a:cxn>
                <a:cxn ang="0">
                  <a:pos x="1167" y="643"/>
                </a:cxn>
                <a:cxn ang="0">
                  <a:pos x="1008" y="472"/>
                </a:cxn>
                <a:cxn ang="0">
                  <a:pos x="731" y="201"/>
                </a:cxn>
                <a:cxn ang="0">
                  <a:pos x="553" y="142"/>
                </a:cxn>
                <a:cxn ang="0">
                  <a:pos x="393" y="228"/>
                </a:cxn>
                <a:cxn ang="0">
                  <a:pos x="282" y="427"/>
                </a:cxn>
                <a:cxn ang="0">
                  <a:pos x="388" y="615"/>
                </a:cxn>
                <a:cxn ang="0">
                  <a:pos x="702" y="942"/>
                </a:cxn>
                <a:cxn ang="0">
                  <a:pos x="798" y="922"/>
                </a:cxn>
                <a:cxn ang="0">
                  <a:pos x="641" y="744"/>
                </a:cxn>
                <a:cxn ang="0">
                  <a:pos x="397" y="487"/>
                </a:cxn>
                <a:cxn ang="0">
                  <a:pos x="451" y="309"/>
                </a:cxn>
                <a:cxn ang="0">
                  <a:pos x="591" y="250"/>
                </a:cxn>
                <a:cxn ang="0">
                  <a:pos x="742" y="397"/>
                </a:cxn>
                <a:cxn ang="0">
                  <a:pos x="1076" y="711"/>
                </a:cxn>
                <a:cxn ang="0">
                  <a:pos x="1109" y="861"/>
                </a:cxn>
                <a:cxn ang="0">
                  <a:pos x="858" y="1104"/>
                </a:cxn>
                <a:cxn ang="0">
                  <a:pos x="618" y="1022"/>
                </a:cxn>
                <a:cxn ang="0">
                  <a:pos x="342" y="740"/>
                </a:cxn>
                <a:cxn ang="0">
                  <a:pos x="156" y="450"/>
                </a:cxn>
                <a:cxn ang="0">
                  <a:pos x="287" y="163"/>
                </a:cxn>
                <a:cxn ang="0">
                  <a:pos x="286" y="221"/>
                </a:cxn>
                <a:cxn ang="0">
                  <a:pos x="196" y="489"/>
                </a:cxn>
                <a:cxn ang="0">
                  <a:pos x="398" y="752"/>
                </a:cxn>
                <a:cxn ang="0">
                  <a:pos x="712" y="1049"/>
                </a:cxn>
                <a:cxn ang="0">
                  <a:pos x="926" y="1037"/>
                </a:cxn>
                <a:cxn ang="0">
                  <a:pos x="1077" y="824"/>
                </a:cxn>
                <a:cxn ang="0">
                  <a:pos x="900" y="596"/>
                </a:cxn>
                <a:cxn ang="0">
                  <a:pos x="612" y="298"/>
                </a:cxn>
                <a:cxn ang="0">
                  <a:pos x="527" y="303"/>
                </a:cxn>
                <a:cxn ang="0">
                  <a:pos x="477" y="332"/>
                </a:cxn>
                <a:cxn ang="0">
                  <a:pos x="441" y="486"/>
                </a:cxn>
                <a:cxn ang="0">
                  <a:pos x="731" y="783"/>
                </a:cxn>
                <a:cxn ang="0">
                  <a:pos x="829" y="884"/>
                </a:cxn>
                <a:cxn ang="0">
                  <a:pos x="783" y="989"/>
                </a:cxn>
                <a:cxn ang="0">
                  <a:pos x="669" y="962"/>
                </a:cxn>
                <a:cxn ang="0">
                  <a:pos x="450" y="729"/>
                </a:cxn>
                <a:cxn ang="0">
                  <a:pos x="256" y="471"/>
                </a:cxn>
                <a:cxn ang="0">
                  <a:pos x="300" y="284"/>
                </a:cxn>
                <a:cxn ang="0">
                  <a:pos x="464" y="137"/>
                </a:cxn>
                <a:cxn ang="0">
                  <a:pos x="670" y="122"/>
                </a:cxn>
                <a:cxn ang="0">
                  <a:pos x="759" y="177"/>
                </a:cxn>
                <a:cxn ang="0">
                  <a:pos x="1071" y="489"/>
                </a:cxn>
                <a:cxn ang="0">
                  <a:pos x="1188" y="605"/>
                </a:cxn>
                <a:cxn ang="0">
                  <a:pos x="1256" y="846"/>
                </a:cxn>
                <a:cxn ang="0">
                  <a:pos x="1180" y="1021"/>
                </a:cxn>
                <a:cxn ang="0">
                  <a:pos x="930" y="1212"/>
                </a:cxn>
              </a:cxnLst>
              <a:rect l="0" t="0" r="r" b="b"/>
              <a:pathLst>
                <a:path w="1256" h="1235">
                  <a:moveTo>
                    <a:pt x="808" y="1235"/>
                  </a:moveTo>
                  <a:lnTo>
                    <a:pt x="808" y="1235"/>
                  </a:lnTo>
                  <a:lnTo>
                    <a:pt x="792" y="1235"/>
                  </a:lnTo>
                  <a:lnTo>
                    <a:pt x="775" y="1234"/>
                  </a:lnTo>
                  <a:lnTo>
                    <a:pt x="757" y="1232"/>
                  </a:lnTo>
                  <a:lnTo>
                    <a:pt x="738" y="1230"/>
                  </a:lnTo>
                  <a:lnTo>
                    <a:pt x="719" y="1226"/>
                  </a:lnTo>
                  <a:lnTo>
                    <a:pt x="699" y="1220"/>
                  </a:lnTo>
                  <a:lnTo>
                    <a:pt x="679" y="1212"/>
                  </a:lnTo>
                  <a:lnTo>
                    <a:pt x="660" y="1203"/>
                  </a:lnTo>
                  <a:lnTo>
                    <a:pt x="660" y="1203"/>
                  </a:lnTo>
                  <a:lnTo>
                    <a:pt x="629" y="1186"/>
                  </a:lnTo>
                  <a:lnTo>
                    <a:pt x="598" y="1165"/>
                  </a:lnTo>
                  <a:lnTo>
                    <a:pt x="566" y="1141"/>
                  </a:lnTo>
                  <a:lnTo>
                    <a:pt x="534" y="1115"/>
                  </a:lnTo>
                  <a:lnTo>
                    <a:pt x="533" y="1114"/>
                  </a:lnTo>
                  <a:lnTo>
                    <a:pt x="531" y="1114"/>
                  </a:lnTo>
                  <a:lnTo>
                    <a:pt x="531" y="1114"/>
                  </a:lnTo>
                  <a:lnTo>
                    <a:pt x="527" y="1112"/>
                  </a:lnTo>
                  <a:lnTo>
                    <a:pt x="522" y="1109"/>
                  </a:lnTo>
                  <a:lnTo>
                    <a:pt x="518" y="1105"/>
                  </a:lnTo>
                  <a:lnTo>
                    <a:pt x="518" y="1105"/>
                  </a:lnTo>
                  <a:lnTo>
                    <a:pt x="465" y="1051"/>
                  </a:lnTo>
                  <a:lnTo>
                    <a:pt x="440" y="1024"/>
                  </a:lnTo>
                  <a:lnTo>
                    <a:pt x="415" y="997"/>
                  </a:lnTo>
                  <a:lnTo>
                    <a:pt x="415" y="997"/>
                  </a:lnTo>
                  <a:lnTo>
                    <a:pt x="389" y="968"/>
                  </a:lnTo>
                  <a:lnTo>
                    <a:pt x="358" y="935"/>
                  </a:lnTo>
                  <a:lnTo>
                    <a:pt x="326" y="903"/>
                  </a:lnTo>
                  <a:lnTo>
                    <a:pt x="311" y="889"/>
                  </a:lnTo>
                  <a:lnTo>
                    <a:pt x="296" y="878"/>
                  </a:lnTo>
                  <a:lnTo>
                    <a:pt x="296" y="878"/>
                  </a:lnTo>
                  <a:lnTo>
                    <a:pt x="281" y="865"/>
                  </a:lnTo>
                  <a:lnTo>
                    <a:pt x="265" y="852"/>
                  </a:lnTo>
                  <a:lnTo>
                    <a:pt x="250" y="839"/>
                  </a:lnTo>
                  <a:lnTo>
                    <a:pt x="235" y="823"/>
                  </a:lnTo>
                  <a:lnTo>
                    <a:pt x="207" y="793"/>
                  </a:lnTo>
                  <a:lnTo>
                    <a:pt x="180" y="761"/>
                  </a:lnTo>
                  <a:lnTo>
                    <a:pt x="180" y="761"/>
                  </a:lnTo>
                  <a:lnTo>
                    <a:pt x="156" y="732"/>
                  </a:lnTo>
                  <a:lnTo>
                    <a:pt x="130" y="704"/>
                  </a:lnTo>
                  <a:lnTo>
                    <a:pt x="129" y="703"/>
                  </a:lnTo>
                  <a:lnTo>
                    <a:pt x="128" y="703"/>
                  </a:lnTo>
                  <a:lnTo>
                    <a:pt x="128" y="703"/>
                  </a:lnTo>
                  <a:lnTo>
                    <a:pt x="124" y="701"/>
                  </a:lnTo>
                  <a:lnTo>
                    <a:pt x="120" y="698"/>
                  </a:lnTo>
                  <a:lnTo>
                    <a:pt x="74" y="653"/>
                  </a:lnTo>
                  <a:lnTo>
                    <a:pt x="74" y="653"/>
                  </a:lnTo>
                  <a:lnTo>
                    <a:pt x="70" y="648"/>
                  </a:lnTo>
                  <a:lnTo>
                    <a:pt x="67" y="643"/>
                  </a:lnTo>
                  <a:lnTo>
                    <a:pt x="63" y="635"/>
                  </a:lnTo>
                  <a:lnTo>
                    <a:pt x="63" y="635"/>
                  </a:lnTo>
                  <a:lnTo>
                    <a:pt x="60" y="627"/>
                  </a:lnTo>
                  <a:lnTo>
                    <a:pt x="54" y="619"/>
                  </a:lnTo>
                  <a:lnTo>
                    <a:pt x="54" y="619"/>
                  </a:lnTo>
                  <a:lnTo>
                    <a:pt x="40" y="596"/>
                  </a:lnTo>
                  <a:lnTo>
                    <a:pt x="28" y="572"/>
                  </a:lnTo>
                  <a:lnTo>
                    <a:pt x="28" y="572"/>
                  </a:lnTo>
                  <a:lnTo>
                    <a:pt x="14" y="547"/>
                  </a:lnTo>
                  <a:lnTo>
                    <a:pt x="14" y="547"/>
                  </a:lnTo>
                  <a:lnTo>
                    <a:pt x="11" y="540"/>
                  </a:lnTo>
                  <a:lnTo>
                    <a:pt x="7" y="532"/>
                  </a:lnTo>
                  <a:lnTo>
                    <a:pt x="5" y="522"/>
                  </a:lnTo>
                  <a:lnTo>
                    <a:pt x="3" y="513"/>
                  </a:lnTo>
                  <a:lnTo>
                    <a:pt x="0" y="494"/>
                  </a:lnTo>
                  <a:lnTo>
                    <a:pt x="0" y="484"/>
                  </a:lnTo>
                  <a:lnTo>
                    <a:pt x="0" y="475"/>
                  </a:lnTo>
                  <a:lnTo>
                    <a:pt x="0" y="475"/>
                  </a:lnTo>
                  <a:lnTo>
                    <a:pt x="1" y="452"/>
                  </a:lnTo>
                  <a:lnTo>
                    <a:pt x="1" y="431"/>
                  </a:lnTo>
                  <a:lnTo>
                    <a:pt x="1" y="431"/>
                  </a:lnTo>
                  <a:lnTo>
                    <a:pt x="1" y="413"/>
                  </a:lnTo>
                  <a:lnTo>
                    <a:pt x="1" y="395"/>
                  </a:lnTo>
                  <a:lnTo>
                    <a:pt x="2" y="378"/>
                  </a:lnTo>
                  <a:lnTo>
                    <a:pt x="5" y="361"/>
                  </a:lnTo>
                  <a:lnTo>
                    <a:pt x="5" y="361"/>
                  </a:lnTo>
                  <a:lnTo>
                    <a:pt x="8" y="347"/>
                  </a:lnTo>
                  <a:lnTo>
                    <a:pt x="12" y="333"/>
                  </a:lnTo>
                  <a:lnTo>
                    <a:pt x="17" y="320"/>
                  </a:lnTo>
                  <a:lnTo>
                    <a:pt x="22" y="308"/>
                  </a:lnTo>
                  <a:lnTo>
                    <a:pt x="35" y="283"/>
                  </a:lnTo>
                  <a:lnTo>
                    <a:pt x="48" y="260"/>
                  </a:lnTo>
                  <a:lnTo>
                    <a:pt x="48" y="260"/>
                  </a:lnTo>
                  <a:lnTo>
                    <a:pt x="60" y="239"/>
                  </a:lnTo>
                  <a:lnTo>
                    <a:pt x="70" y="219"/>
                  </a:lnTo>
                  <a:lnTo>
                    <a:pt x="70" y="219"/>
                  </a:lnTo>
                  <a:lnTo>
                    <a:pt x="89" y="185"/>
                  </a:lnTo>
                  <a:lnTo>
                    <a:pt x="98" y="168"/>
                  </a:lnTo>
                  <a:lnTo>
                    <a:pt x="109" y="152"/>
                  </a:lnTo>
                  <a:lnTo>
                    <a:pt x="109" y="152"/>
                  </a:lnTo>
                  <a:lnTo>
                    <a:pt x="126" y="130"/>
                  </a:lnTo>
                  <a:lnTo>
                    <a:pt x="142" y="108"/>
                  </a:lnTo>
                  <a:lnTo>
                    <a:pt x="160" y="89"/>
                  </a:lnTo>
                  <a:lnTo>
                    <a:pt x="177" y="69"/>
                  </a:lnTo>
                  <a:lnTo>
                    <a:pt x="195" y="50"/>
                  </a:lnTo>
                  <a:lnTo>
                    <a:pt x="213" y="33"/>
                  </a:lnTo>
                  <a:lnTo>
                    <a:pt x="231" y="16"/>
                  </a:lnTo>
                  <a:lnTo>
                    <a:pt x="250" y="1"/>
                  </a:lnTo>
                  <a:lnTo>
                    <a:pt x="250" y="1"/>
                  </a:lnTo>
                  <a:lnTo>
                    <a:pt x="251" y="0"/>
                  </a:lnTo>
                  <a:lnTo>
                    <a:pt x="251" y="0"/>
                  </a:lnTo>
                  <a:lnTo>
                    <a:pt x="257" y="9"/>
                  </a:lnTo>
                  <a:lnTo>
                    <a:pt x="257" y="9"/>
                  </a:lnTo>
                  <a:lnTo>
                    <a:pt x="270" y="29"/>
                  </a:lnTo>
                  <a:lnTo>
                    <a:pt x="270" y="29"/>
                  </a:lnTo>
                  <a:lnTo>
                    <a:pt x="264" y="34"/>
                  </a:lnTo>
                  <a:lnTo>
                    <a:pt x="264" y="34"/>
                  </a:lnTo>
                  <a:lnTo>
                    <a:pt x="246" y="49"/>
                  </a:lnTo>
                  <a:lnTo>
                    <a:pt x="228" y="67"/>
                  </a:lnTo>
                  <a:lnTo>
                    <a:pt x="210" y="84"/>
                  </a:lnTo>
                  <a:lnTo>
                    <a:pt x="193" y="103"/>
                  </a:lnTo>
                  <a:lnTo>
                    <a:pt x="176" y="122"/>
                  </a:lnTo>
                  <a:lnTo>
                    <a:pt x="161" y="141"/>
                  </a:lnTo>
                  <a:lnTo>
                    <a:pt x="145" y="161"/>
                  </a:lnTo>
                  <a:lnTo>
                    <a:pt x="132" y="182"/>
                  </a:lnTo>
                  <a:lnTo>
                    <a:pt x="132" y="182"/>
                  </a:lnTo>
                  <a:lnTo>
                    <a:pt x="124" y="194"/>
                  </a:lnTo>
                  <a:lnTo>
                    <a:pt x="116" y="207"/>
                  </a:lnTo>
                  <a:lnTo>
                    <a:pt x="103" y="233"/>
                  </a:lnTo>
                  <a:lnTo>
                    <a:pt x="103" y="233"/>
                  </a:lnTo>
                  <a:lnTo>
                    <a:pt x="92" y="256"/>
                  </a:lnTo>
                  <a:lnTo>
                    <a:pt x="79" y="278"/>
                  </a:lnTo>
                  <a:lnTo>
                    <a:pt x="79" y="278"/>
                  </a:lnTo>
                  <a:lnTo>
                    <a:pt x="67" y="299"/>
                  </a:lnTo>
                  <a:lnTo>
                    <a:pt x="56" y="322"/>
                  </a:lnTo>
                  <a:lnTo>
                    <a:pt x="50" y="333"/>
                  </a:lnTo>
                  <a:lnTo>
                    <a:pt x="45" y="346"/>
                  </a:lnTo>
                  <a:lnTo>
                    <a:pt x="42" y="358"/>
                  </a:lnTo>
                  <a:lnTo>
                    <a:pt x="39" y="371"/>
                  </a:lnTo>
                  <a:lnTo>
                    <a:pt x="39" y="371"/>
                  </a:lnTo>
                  <a:lnTo>
                    <a:pt x="36" y="396"/>
                  </a:lnTo>
                  <a:lnTo>
                    <a:pt x="35" y="420"/>
                  </a:lnTo>
                  <a:lnTo>
                    <a:pt x="34" y="443"/>
                  </a:lnTo>
                  <a:lnTo>
                    <a:pt x="35" y="465"/>
                  </a:lnTo>
                  <a:lnTo>
                    <a:pt x="38" y="486"/>
                  </a:lnTo>
                  <a:lnTo>
                    <a:pt x="42" y="506"/>
                  </a:lnTo>
                  <a:lnTo>
                    <a:pt x="47" y="525"/>
                  </a:lnTo>
                  <a:lnTo>
                    <a:pt x="54" y="542"/>
                  </a:lnTo>
                  <a:lnTo>
                    <a:pt x="54" y="542"/>
                  </a:lnTo>
                  <a:lnTo>
                    <a:pt x="62" y="559"/>
                  </a:lnTo>
                  <a:lnTo>
                    <a:pt x="70" y="575"/>
                  </a:lnTo>
                  <a:lnTo>
                    <a:pt x="79" y="591"/>
                  </a:lnTo>
                  <a:lnTo>
                    <a:pt x="89" y="605"/>
                  </a:lnTo>
                  <a:lnTo>
                    <a:pt x="99" y="620"/>
                  </a:lnTo>
                  <a:lnTo>
                    <a:pt x="110" y="634"/>
                  </a:lnTo>
                  <a:lnTo>
                    <a:pt x="122" y="647"/>
                  </a:lnTo>
                  <a:lnTo>
                    <a:pt x="135" y="662"/>
                  </a:lnTo>
                  <a:lnTo>
                    <a:pt x="136" y="663"/>
                  </a:lnTo>
                  <a:lnTo>
                    <a:pt x="137" y="664"/>
                  </a:lnTo>
                  <a:lnTo>
                    <a:pt x="137" y="664"/>
                  </a:lnTo>
                  <a:lnTo>
                    <a:pt x="141" y="665"/>
                  </a:lnTo>
                  <a:lnTo>
                    <a:pt x="145" y="668"/>
                  </a:lnTo>
                  <a:lnTo>
                    <a:pt x="145" y="668"/>
                  </a:lnTo>
                  <a:lnTo>
                    <a:pt x="178" y="702"/>
                  </a:lnTo>
                  <a:lnTo>
                    <a:pt x="209" y="736"/>
                  </a:lnTo>
                  <a:lnTo>
                    <a:pt x="209" y="736"/>
                  </a:lnTo>
                  <a:lnTo>
                    <a:pt x="238" y="767"/>
                  </a:lnTo>
                  <a:lnTo>
                    <a:pt x="268" y="799"/>
                  </a:lnTo>
                  <a:lnTo>
                    <a:pt x="298" y="829"/>
                  </a:lnTo>
                  <a:lnTo>
                    <a:pt x="330" y="858"/>
                  </a:lnTo>
                  <a:lnTo>
                    <a:pt x="330" y="858"/>
                  </a:lnTo>
                  <a:lnTo>
                    <a:pt x="362" y="889"/>
                  </a:lnTo>
                  <a:lnTo>
                    <a:pt x="396" y="923"/>
                  </a:lnTo>
                  <a:lnTo>
                    <a:pt x="431" y="960"/>
                  </a:lnTo>
                  <a:lnTo>
                    <a:pt x="467" y="998"/>
                  </a:lnTo>
                  <a:lnTo>
                    <a:pt x="467" y="998"/>
                  </a:lnTo>
                  <a:lnTo>
                    <a:pt x="506" y="1040"/>
                  </a:lnTo>
                  <a:lnTo>
                    <a:pt x="542" y="1078"/>
                  </a:lnTo>
                  <a:lnTo>
                    <a:pt x="543" y="1079"/>
                  </a:lnTo>
                  <a:lnTo>
                    <a:pt x="545" y="1080"/>
                  </a:lnTo>
                  <a:lnTo>
                    <a:pt x="545" y="1080"/>
                  </a:lnTo>
                  <a:lnTo>
                    <a:pt x="548" y="1081"/>
                  </a:lnTo>
                  <a:lnTo>
                    <a:pt x="552" y="1084"/>
                  </a:lnTo>
                  <a:lnTo>
                    <a:pt x="552" y="1084"/>
                  </a:lnTo>
                  <a:lnTo>
                    <a:pt x="575" y="1103"/>
                  </a:lnTo>
                  <a:lnTo>
                    <a:pt x="601" y="1124"/>
                  </a:lnTo>
                  <a:lnTo>
                    <a:pt x="630" y="1143"/>
                  </a:lnTo>
                  <a:lnTo>
                    <a:pt x="644" y="1153"/>
                  </a:lnTo>
                  <a:lnTo>
                    <a:pt x="661" y="1162"/>
                  </a:lnTo>
                  <a:lnTo>
                    <a:pt x="676" y="1170"/>
                  </a:lnTo>
                  <a:lnTo>
                    <a:pt x="693" y="1177"/>
                  </a:lnTo>
                  <a:lnTo>
                    <a:pt x="710" y="1185"/>
                  </a:lnTo>
                  <a:lnTo>
                    <a:pt x="728" y="1190"/>
                  </a:lnTo>
                  <a:lnTo>
                    <a:pt x="747" y="1195"/>
                  </a:lnTo>
                  <a:lnTo>
                    <a:pt x="765" y="1198"/>
                  </a:lnTo>
                  <a:lnTo>
                    <a:pt x="784" y="1200"/>
                  </a:lnTo>
                  <a:lnTo>
                    <a:pt x="803" y="1201"/>
                  </a:lnTo>
                  <a:lnTo>
                    <a:pt x="803" y="1201"/>
                  </a:lnTo>
                  <a:lnTo>
                    <a:pt x="816" y="1201"/>
                  </a:lnTo>
                  <a:lnTo>
                    <a:pt x="828" y="1200"/>
                  </a:lnTo>
                  <a:lnTo>
                    <a:pt x="841" y="1198"/>
                  </a:lnTo>
                  <a:lnTo>
                    <a:pt x="854" y="1196"/>
                  </a:lnTo>
                  <a:lnTo>
                    <a:pt x="854" y="1196"/>
                  </a:lnTo>
                  <a:lnTo>
                    <a:pt x="872" y="1193"/>
                  </a:lnTo>
                  <a:lnTo>
                    <a:pt x="872" y="1193"/>
                  </a:lnTo>
                  <a:lnTo>
                    <a:pt x="883" y="1191"/>
                  </a:lnTo>
                  <a:lnTo>
                    <a:pt x="895" y="1189"/>
                  </a:lnTo>
                  <a:lnTo>
                    <a:pt x="907" y="1185"/>
                  </a:lnTo>
                  <a:lnTo>
                    <a:pt x="918" y="1179"/>
                  </a:lnTo>
                  <a:lnTo>
                    <a:pt x="918" y="1179"/>
                  </a:lnTo>
                  <a:lnTo>
                    <a:pt x="945" y="1165"/>
                  </a:lnTo>
                  <a:lnTo>
                    <a:pt x="945" y="1165"/>
                  </a:lnTo>
                  <a:lnTo>
                    <a:pt x="977" y="1148"/>
                  </a:lnTo>
                  <a:lnTo>
                    <a:pt x="977" y="1148"/>
                  </a:lnTo>
                  <a:lnTo>
                    <a:pt x="1006" y="1132"/>
                  </a:lnTo>
                  <a:lnTo>
                    <a:pt x="1033" y="1114"/>
                  </a:lnTo>
                  <a:lnTo>
                    <a:pt x="1057" y="1096"/>
                  </a:lnTo>
                  <a:lnTo>
                    <a:pt x="1069" y="1086"/>
                  </a:lnTo>
                  <a:lnTo>
                    <a:pt x="1078" y="1077"/>
                  </a:lnTo>
                  <a:lnTo>
                    <a:pt x="1085" y="1070"/>
                  </a:lnTo>
                  <a:lnTo>
                    <a:pt x="1085" y="1070"/>
                  </a:lnTo>
                  <a:lnTo>
                    <a:pt x="1111" y="1044"/>
                  </a:lnTo>
                  <a:lnTo>
                    <a:pt x="1123" y="1032"/>
                  </a:lnTo>
                  <a:lnTo>
                    <a:pt x="1134" y="1018"/>
                  </a:lnTo>
                  <a:lnTo>
                    <a:pt x="1145" y="1005"/>
                  </a:lnTo>
                  <a:lnTo>
                    <a:pt x="1156" y="990"/>
                  </a:lnTo>
                  <a:lnTo>
                    <a:pt x="1165" y="975"/>
                  </a:lnTo>
                  <a:lnTo>
                    <a:pt x="1173" y="959"/>
                  </a:lnTo>
                  <a:lnTo>
                    <a:pt x="1173" y="959"/>
                  </a:lnTo>
                  <a:lnTo>
                    <a:pt x="1184" y="937"/>
                  </a:lnTo>
                  <a:lnTo>
                    <a:pt x="1184" y="937"/>
                  </a:lnTo>
                  <a:lnTo>
                    <a:pt x="1198" y="912"/>
                  </a:lnTo>
                  <a:lnTo>
                    <a:pt x="1209" y="886"/>
                  </a:lnTo>
                  <a:lnTo>
                    <a:pt x="1213" y="874"/>
                  </a:lnTo>
                  <a:lnTo>
                    <a:pt x="1218" y="861"/>
                  </a:lnTo>
                  <a:lnTo>
                    <a:pt x="1220" y="848"/>
                  </a:lnTo>
                  <a:lnTo>
                    <a:pt x="1222" y="835"/>
                  </a:lnTo>
                  <a:lnTo>
                    <a:pt x="1222" y="835"/>
                  </a:lnTo>
                  <a:lnTo>
                    <a:pt x="1221" y="819"/>
                  </a:lnTo>
                  <a:lnTo>
                    <a:pt x="1220" y="802"/>
                  </a:lnTo>
                  <a:lnTo>
                    <a:pt x="1216" y="784"/>
                  </a:lnTo>
                  <a:lnTo>
                    <a:pt x="1212" y="765"/>
                  </a:lnTo>
                  <a:lnTo>
                    <a:pt x="1207" y="746"/>
                  </a:lnTo>
                  <a:lnTo>
                    <a:pt x="1200" y="724"/>
                  </a:lnTo>
                  <a:lnTo>
                    <a:pt x="1193" y="702"/>
                  </a:lnTo>
                  <a:lnTo>
                    <a:pt x="1183" y="678"/>
                  </a:lnTo>
                  <a:lnTo>
                    <a:pt x="1182" y="677"/>
                  </a:lnTo>
                  <a:lnTo>
                    <a:pt x="1182" y="677"/>
                  </a:lnTo>
                  <a:lnTo>
                    <a:pt x="1174" y="660"/>
                  </a:lnTo>
                  <a:lnTo>
                    <a:pt x="1167" y="643"/>
                  </a:lnTo>
                  <a:lnTo>
                    <a:pt x="1158" y="627"/>
                  </a:lnTo>
                  <a:lnTo>
                    <a:pt x="1151" y="620"/>
                  </a:lnTo>
                  <a:lnTo>
                    <a:pt x="1146" y="612"/>
                  </a:lnTo>
                  <a:lnTo>
                    <a:pt x="1146" y="612"/>
                  </a:lnTo>
                  <a:lnTo>
                    <a:pt x="1138" y="602"/>
                  </a:lnTo>
                  <a:lnTo>
                    <a:pt x="1131" y="592"/>
                  </a:lnTo>
                  <a:lnTo>
                    <a:pt x="1131" y="591"/>
                  </a:lnTo>
                  <a:lnTo>
                    <a:pt x="1130" y="591"/>
                  </a:lnTo>
                  <a:lnTo>
                    <a:pt x="1130" y="591"/>
                  </a:lnTo>
                  <a:lnTo>
                    <a:pt x="1090" y="554"/>
                  </a:lnTo>
                  <a:lnTo>
                    <a:pt x="1090" y="554"/>
                  </a:lnTo>
                  <a:lnTo>
                    <a:pt x="1069" y="535"/>
                  </a:lnTo>
                  <a:lnTo>
                    <a:pt x="1048" y="515"/>
                  </a:lnTo>
                  <a:lnTo>
                    <a:pt x="1027" y="495"/>
                  </a:lnTo>
                  <a:lnTo>
                    <a:pt x="1008" y="472"/>
                  </a:lnTo>
                  <a:lnTo>
                    <a:pt x="1008" y="472"/>
                  </a:lnTo>
                  <a:lnTo>
                    <a:pt x="992" y="454"/>
                  </a:lnTo>
                  <a:lnTo>
                    <a:pt x="972" y="432"/>
                  </a:lnTo>
                  <a:lnTo>
                    <a:pt x="918" y="375"/>
                  </a:lnTo>
                  <a:lnTo>
                    <a:pt x="864" y="319"/>
                  </a:lnTo>
                  <a:lnTo>
                    <a:pt x="824" y="280"/>
                  </a:lnTo>
                  <a:lnTo>
                    <a:pt x="824" y="280"/>
                  </a:lnTo>
                  <a:lnTo>
                    <a:pt x="804" y="262"/>
                  </a:lnTo>
                  <a:lnTo>
                    <a:pt x="783" y="246"/>
                  </a:lnTo>
                  <a:lnTo>
                    <a:pt x="783" y="246"/>
                  </a:lnTo>
                  <a:lnTo>
                    <a:pt x="757" y="225"/>
                  </a:lnTo>
                  <a:lnTo>
                    <a:pt x="743" y="214"/>
                  </a:lnTo>
                  <a:lnTo>
                    <a:pt x="732" y="202"/>
                  </a:lnTo>
                  <a:lnTo>
                    <a:pt x="731" y="201"/>
                  </a:lnTo>
                  <a:lnTo>
                    <a:pt x="731" y="201"/>
                  </a:lnTo>
                  <a:lnTo>
                    <a:pt x="731" y="201"/>
                  </a:lnTo>
                  <a:lnTo>
                    <a:pt x="705" y="184"/>
                  </a:lnTo>
                  <a:lnTo>
                    <a:pt x="693" y="176"/>
                  </a:lnTo>
                  <a:lnTo>
                    <a:pt x="680" y="169"/>
                  </a:lnTo>
                  <a:lnTo>
                    <a:pt x="668" y="163"/>
                  </a:lnTo>
                  <a:lnTo>
                    <a:pt x="655" y="158"/>
                  </a:lnTo>
                  <a:lnTo>
                    <a:pt x="641" y="153"/>
                  </a:lnTo>
                  <a:lnTo>
                    <a:pt x="627" y="150"/>
                  </a:lnTo>
                  <a:lnTo>
                    <a:pt x="627" y="150"/>
                  </a:lnTo>
                  <a:lnTo>
                    <a:pt x="599" y="143"/>
                  </a:lnTo>
                  <a:lnTo>
                    <a:pt x="584" y="141"/>
                  </a:lnTo>
                  <a:lnTo>
                    <a:pt x="571" y="140"/>
                  </a:lnTo>
                  <a:lnTo>
                    <a:pt x="571" y="140"/>
                  </a:lnTo>
                  <a:lnTo>
                    <a:pt x="562" y="141"/>
                  </a:lnTo>
                  <a:lnTo>
                    <a:pt x="553" y="142"/>
                  </a:lnTo>
                  <a:lnTo>
                    <a:pt x="545" y="143"/>
                  </a:lnTo>
                  <a:lnTo>
                    <a:pt x="538" y="145"/>
                  </a:lnTo>
                  <a:lnTo>
                    <a:pt x="538" y="145"/>
                  </a:lnTo>
                  <a:lnTo>
                    <a:pt x="517" y="155"/>
                  </a:lnTo>
                  <a:lnTo>
                    <a:pt x="517" y="155"/>
                  </a:lnTo>
                  <a:lnTo>
                    <a:pt x="502" y="161"/>
                  </a:lnTo>
                  <a:lnTo>
                    <a:pt x="485" y="166"/>
                  </a:lnTo>
                  <a:lnTo>
                    <a:pt x="485" y="166"/>
                  </a:lnTo>
                  <a:lnTo>
                    <a:pt x="477" y="169"/>
                  </a:lnTo>
                  <a:lnTo>
                    <a:pt x="469" y="172"/>
                  </a:lnTo>
                  <a:lnTo>
                    <a:pt x="452" y="181"/>
                  </a:lnTo>
                  <a:lnTo>
                    <a:pt x="437" y="191"/>
                  </a:lnTo>
                  <a:lnTo>
                    <a:pt x="421" y="202"/>
                  </a:lnTo>
                  <a:lnTo>
                    <a:pt x="407" y="215"/>
                  </a:lnTo>
                  <a:lnTo>
                    <a:pt x="393" y="228"/>
                  </a:lnTo>
                  <a:lnTo>
                    <a:pt x="367" y="255"/>
                  </a:lnTo>
                  <a:lnTo>
                    <a:pt x="367" y="255"/>
                  </a:lnTo>
                  <a:lnTo>
                    <a:pt x="355" y="269"/>
                  </a:lnTo>
                  <a:lnTo>
                    <a:pt x="355" y="269"/>
                  </a:lnTo>
                  <a:lnTo>
                    <a:pt x="344" y="282"/>
                  </a:lnTo>
                  <a:lnTo>
                    <a:pt x="332" y="297"/>
                  </a:lnTo>
                  <a:lnTo>
                    <a:pt x="322" y="313"/>
                  </a:lnTo>
                  <a:lnTo>
                    <a:pt x="313" y="329"/>
                  </a:lnTo>
                  <a:lnTo>
                    <a:pt x="303" y="348"/>
                  </a:lnTo>
                  <a:lnTo>
                    <a:pt x="296" y="366"/>
                  </a:lnTo>
                  <a:lnTo>
                    <a:pt x="289" y="385"/>
                  </a:lnTo>
                  <a:lnTo>
                    <a:pt x="284" y="406"/>
                  </a:lnTo>
                  <a:lnTo>
                    <a:pt x="284" y="406"/>
                  </a:lnTo>
                  <a:lnTo>
                    <a:pt x="282" y="416"/>
                  </a:lnTo>
                  <a:lnTo>
                    <a:pt x="282" y="427"/>
                  </a:lnTo>
                  <a:lnTo>
                    <a:pt x="283" y="439"/>
                  </a:lnTo>
                  <a:lnTo>
                    <a:pt x="286" y="450"/>
                  </a:lnTo>
                  <a:lnTo>
                    <a:pt x="289" y="462"/>
                  </a:lnTo>
                  <a:lnTo>
                    <a:pt x="293" y="473"/>
                  </a:lnTo>
                  <a:lnTo>
                    <a:pt x="302" y="495"/>
                  </a:lnTo>
                  <a:lnTo>
                    <a:pt x="302" y="495"/>
                  </a:lnTo>
                  <a:lnTo>
                    <a:pt x="312" y="516"/>
                  </a:lnTo>
                  <a:lnTo>
                    <a:pt x="312" y="516"/>
                  </a:lnTo>
                  <a:lnTo>
                    <a:pt x="318" y="530"/>
                  </a:lnTo>
                  <a:lnTo>
                    <a:pt x="325" y="544"/>
                  </a:lnTo>
                  <a:lnTo>
                    <a:pt x="334" y="557"/>
                  </a:lnTo>
                  <a:lnTo>
                    <a:pt x="345" y="570"/>
                  </a:lnTo>
                  <a:lnTo>
                    <a:pt x="356" y="582"/>
                  </a:lnTo>
                  <a:lnTo>
                    <a:pt x="366" y="595"/>
                  </a:lnTo>
                  <a:lnTo>
                    <a:pt x="388" y="615"/>
                  </a:lnTo>
                  <a:lnTo>
                    <a:pt x="598" y="826"/>
                  </a:lnTo>
                  <a:lnTo>
                    <a:pt x="598" y="826"/>
                  </a:lnTo>
                  <a:lnTo>
                    <a:pt x="611" y="840"/>
                  </a:lnTo>
                  <a:lnTo>
                    <a:pt x="624" y="854"/>
                  </a:lnTo>
                  <a:lnTo>
                    <a:pt x="646" y="883"/>
                  </a:lnTo>
                  <a:lnTo>
                    <a:pt x="646" y="883"/>
                  </a:lnTo>
                  <a:lnTo>
                    <a:pt x="663" y="905"/>
                  </a:lnTo>
                  <a:lnTo>
                    <a:pt x="680" y="925"/>
                  </a:lnTo>
                  <a:lnTo>
                    <a:pt x="681" y="926"/>
                  </a:lnTo>
                  <a:lnTo>
                    <a:pt x="684" y="927"/>
                  </a:lnTo>
                  <a:lnTo>
                    <a:pt x="684" y="927"/>
                  </a:lnTo>
                  <a:lnTo>
                    <a:pt x="687" y="929"/>
                  </a:lnTo>
                  <a:lnTo>
                    <a:pt x="691" y="932"/>
                  </a:lnTo>
                  <a:lnTo>
                    <a:pt x="691" y="932"/>
                  </a:lnTo>
                  <a:lnTo>
                    <a:pt x="702" y="942"/>
                  </a:lnTo>
                  <a:lnTo>
                    <a:pt x="708" y="947"/>
                  </a:lnTo>
                  <a:lnTo>
                    <a:pt x="716" y="951"/>
                  </a:lnTo>
                  <a:lnTo>
                    <a:pt x="723" y="955"/>
                  </a:lnTo>
                  <a:lnTo>
                    <a:pt x="731" y="958"/>
                  </a:lnTo>
                  <a:lnTo>
                    <a:pt x="739" y="960"/>
                  </a:lnTo>
                  <a:lnTo>
                    <a:pt x="748" y="960"/>
                  </a:lnTo>
                  <a:lnTo>
                    <a:pt x="748" y="960"/>
                  </a:lnTo>
                  <a:lnTo>
                    <a:pt x="758" y="959"/>
                  </a:lnTo>
                  <a:lnTo>
                    <a:pt x="767" y="956"/>
                  </a:lnTo>
                  <a:lnTo>
                    <a:pt x="776" y="951"/>
                  </a:lnTo>
                  <a:lnTo>
                    <a:pt x="785" y="944"/>
                  </a:lnTo>
                  <a:lnTo>
                    <a:pt x="785" y="944"/>
                  </a:lnTo>
                  <a:lnTo>
                    <a:pt x="791" y="937"/>
                  </a:lnTo>
                  <a:lnTo>
                    <a:pt x="796" y="929"/>
                  </a:lnTo>
                  <a:lnTo>
                    <a:pt x="798" y="922"/>
                  </a:lnTo>
                  <a:lnTo>
                    <a:pt x="799" y="914"/>
                  </a:lnTo>
                  <a:lnTo>
                    <a:pt x="799" y="914"/>
                  </a:lnTo>
                  <a:lnTo>
                    <a:pt x="798" y="907"/>
                  </a:lnTo>
                  <a:lnTo>
                    <a:pt x="795" y="901"/>
                  </a:lnTo>
                  <a:lnTo>
                    <a:pt x="792" y="893"/>
                  </a:lnTo>
                  <a:lnTo>
                    <a:pt x="788" y="887"/>
                  </a:lnTo>
                  <a:lnTo>
                    <a:pt x="776" y="876"/>
                  </a:lnTo>
                  <a:lnTo>
                    <a:pt x="766" y="865"/>
                  </a:lnTo>
                  <a:lnTo>
                    <a:pt x="765" y="864"/>
                  </a:lnTo>
                  <a:lnTo>
                    <a:pt x="763" y="863"/>
                  </a:lnTo>
                  <a:lnTo>
                    <a:pt x="763" y="863"/>
                  </a:lnTo>
                  <a:lnTo>
                    <a:pt x="759" y="862"/>
                  </a:lnTo>
                  <a:lnTo>
                    <a:pt x="755" y="859"/>
                  </a:lnTo>
                  <a:lnTo>
                    <a:pt x="755" y="859"/>
                  </a:lnTo>
                  <a:lnTo>
                    <a:pt x="641" y="744"/>
                  </a:lnTo>
                  <a:lnTo>
                    <a:pt x="641" y="744"/>
                  </a:lnTo>
                  <a:lnTo>
                    <a:pt x="529" y="629"/>
                  </a:lnTo>
                  <a:lnTo>
                    <a:pt x="529" y="629"/>
                  </a:lnTo>
                  <a:lnTo>
                    <a:pt x="506" y="604"/>
                  </a:lnTo>
                  <a:lnTo>
                    <a:pt x="506" y="604"/>
                  </a:lnTo>
                  <a:lnTo>
                    <a:pt x="486" y="584"/>
                  </a:lnTo>
                  <a:lnTo>
                    <a:pt x="466" y="565"/>
                  </a:lnTo>
                  <a:lnTo>
                    <a:pt x="462" y="562"/>
                  </a:lnTo>
                  <a:lnTo>
                    <a:pt x="462" y="562"/>
                  </a:lnTo>
                  <a:lnTo>
                    <a:pt x="436" y="537"/>
                  </a:lnTo>
                  <a:lnTo>
                    <a:pt x="422" y="523"/>
                  </a:lnTo>
                  <a:lnTo>
                    <a:pt x="411" y="509"/>
                  </a:lnTo>
                  <a:lnTo>
                    <a:pt x="411" y="509"/>
                  </a:lnTo>
                  <a:lnTo>
                    <a:pt x="404" y="499"/>
                  </a:lnTo>
                  <a:lnTo>
                    <a:pt x="397" y="487"/>
                  </a:lnTo>
                  <a:lnTo>
                    <a:pt x="393" y="475"/>
                  </a:lnTo>
                  <a:lnTo>
                    <a:pt x="390" y="464"/>
                  </a:lnTo>
                  <a:lnTo>
                    <a:pt x="388" y="451"/>
                  </a:lnTo>
                  <a:lnTo>
                    <a:pt x="387" y="439"/>
                  </a:lnTo>
                  <a:lnTo>
                    <a:pt x="388" y="426"/>
                  </a:lnTo>
                  <a:lnTo>
                    <a:pt x="390" y="413"/>
                  </a:lnTo>
                  <a:lnTo>
                    <a:pt x="390" y="413"/>
                  </a:lnTo>
                  <a:lnTo>
                    <a:pt x="392" y="402"/>
                  </a:lnTo>
                  <a:lnTo>
                    <a:pt x="396" y="390"/>
                  </a:lnTo>
                  <a:lnTo>
                    <a:pt x="400" y="379"/>
                  </a:lnTo>
                  <a:lnTo>
                    <a:pt x="407" y="368"/>
                  </a:lnTo>
                  <a:lnTo>
                    <a:pt x="412" y="357"/>
                  </a:lnTo>
                  <a:lnTo>
                    <a:pt x="419" y="347"/>
                  </a:lnTo>
                  <a:lnTo>
                    <a:pt x="435" y="327"/>
                  </a:lnTo>
                  <a:lnTo>
                    <a:pt x="451" y="309"/>
                  </a:lnTo>
                  <a:lnTo>
                    <a:pt x="469" y="292"/>
                  </a:lnTo>
                  <a:lnTo>
                    <a:pt x="487" y="277"/>
                  </a:lnTo>
                  <a:lnTo>
                    <a:pt x="506" y="265"/>
                  </a:lnTo>
                  <a:lnTo>
                    <a:pt x="506" y="265"/>
                  </a:lnTo>
                  <a:lnTo>
                    <a:pt x="513" y="261"/>
                  </a:lnTo>
                  <a:lnTo>
                    <a:pt x="519" y="259"/>
                  </a:lnTo>
                  <a:lnTo>
                    <a:pt x="533" y="257"/>
                  </a:lnTo>
                  <a:lnTo>
                    <a:pt x="533" y="257"/>
                  </a:lnTo>
                  <a:lnTo>
                    <a:pt x="541" y="256"/>
                  </a:lnTo>
                  <a:lnTo>
                    <a:pt x="551" y="254"/>
                  </a:lnTo>
                  <a:lnTo>
                    <a:pt x="551" y="254"/>
                  </a:lnTo>
                  <a:lnTo>
                    <a:pt x="565" y="251"/>
                  </a:lnTo>
                  <a:lnTo>
                    <a:pt x="580" y="250"/>
                  </a:lnTo>
                  <a:lnTo>
                    <a:pt x="580" y="250"/>
                  </a:lnTo>
                  <a:lnTo>
                    <a:pt x="591" y="250"/>
                  </a:lnTo>
                  <a:lnTo>
                    <a:pt x="601" y="252"/>
                  </a:lnTo>
                  <a:lnTo>
                    <a:pt x="609" y="255"/>
                  </a:lnTo>
                  <a:lnTo>
                    <a:pt x="616" y="258"/>
                  </a:lnTo>
                  <a:lnTo>
                    <a:pt x="616" y="258"/>
                  </a:lnTo>
                  <a:lnTo>
                    <a:pt x="628" y="266"/>
                  </a:lnTo>
                  <a:lnTo>
                    <a:pt x="638" y="276"/>
                  </a:lnTo>
                  <a:lnTo>
                    <a:pt x="647" y="285"/>
                  </a:lnTo>
                  <a:lnTo>
                    <a:pt x="658" y="294"/>
                  </a:lnTo>
                  <a:lnTo>
                    <a:pt x="675" y="316"/>
                  </a:lnTo>
                  <a:lnTo>
                    <a:pt x="693" y="338"/>
                  </a:lnTo>
                  <a:lnTo>
                    <a:pt x="693" y="338"/>
                  </a:lnTo>
                  <a:lnTo>
                    <a:pt x="707" y="356"/>
                  </a:lnTo>
                  <a:lnTo>
                    <a:pt x="723" y="375"/>
                  </a:lnTo>
                  <a:lnTo>
                    <a:pt x="723" y="375"/>
                  </a:lnTo>
                  <a:lnTo>
                    <a:pt x="742" y="397"/>
                  </a:lnTo>
                  <a:lnTo>
                    <a:pt x="767" y="422"/>
                  </a:lnTo>
                  <a:lnTo>
                    <a:pt x="793" y="448"/>
                  </a:lnTo>
                  <a:lnTo>
                    <a:pt x="823" y="476"/>
                  </a:lnTo>
                  <a:lnTo>
                    <a:pt x="885" y="533"/>
                  </a:lnTo>
                  <a:lnTo>
                    <a:pt x="948" y="591"/>
                  </a:lnTo>
                  <a:lnTo>
                    <a:pt x="948" y="591"/>
                  </a:lnTo>
                  <a:lnTo>
                    <a:pt x="1009" y="646"/>
                  </a:lnTo>
                  <a:lnTo>
                    <a:pt x="1059" y="694"/>
                  </a:lnTo>
                  <a:lnTo>
                    <a:pt x="1062" y="695"/>
                  </a:lnTo>
                  <a:lnTo>
                    <a:pt x="1065" y="698"/>
                  </a:lnTo>
                  <a:lnTo>
                    <a:pt x="1065" y="698"/>
                  </a:lnTo>
                  <a:lnTo>
                    <a:pt x="1073" y="706"/>
                  </a:lnTo>
                  <a:lnTo>
                    <a:pt x="1073" y="706"/>
                  </a:lnTo>
                  <a:lnTo>
                    <a:pt x="1076" y="710"/>
                  </a:lnTo>
                  <a:lnTo>
                    <a:pt x="1076" y="711"/>
                  </a:lnTo>
                  <a:lnTo>
                    <a:pt x="1077" y="711"/>
                  </a:lnTo>
                  <a:lnTo>
                    <a:pt x="1077" y="711"/>
                  </a:lnTo>
                  <a:lnTo>
                    <a:pt x="1086" y="725"/>
                  </a:lnTo>
                  <a:lnTo>
                    <a:pt x="1096" y="739"/>
                  </a:lnTo>
                  <a:lnTo>
                    <a:pt x="1104" y="756"/>
                  </a:lnTo>
                  <a:lnTo>
                    <a:pt x="1110" y="774"/>
                  </a:lnTo>
                  <a:lnTo>
                    <a:pt x="1113" y="784"/>
                  </a:lnTo>
                  <a:lnTo>
                    <a:pt x="1115" y="794"/>
                  </a:lnTo>
                  <a:lnTo>
                    <a:pt x="1116" y="804"/>
                  </a:lnTo>
                  <a:lnTo>
                    <a:pt x="1116" y="815"/>
                  </a:lnTo>
                  <a:lnTo>
                    <a:pt x="1116" y="826"/>
                  </a:lnTo>
                  <a:lnTo>
                    <a:pt x="1114" y="838"/>
                  </a:lnTo>
                  <a:lnTo>
                    <a:pt x="1112" y="850"/>
                  </a:lnTo>
                  <a:lnTo>
                    <a:pt x="1109" y="861"/>
                  </a:lnTo>
                  <a:lnTo>
                    <a:pt x="1109" y="861"/>
                  </a:lnTo>
                  <a:lnTo>
                    <a:pt x="1100" y="886"/>
                  </a:lnTo>
                  <a:lnTo>
                    <a:pt x="1089" y="910"/>
                  </a:lnTo>
                  <a:lnTo>
                    <a:pt x="1079" y="932"/>
                  </a:lnTo>
                  <a:lnTo>
                    <a:pt x="1066" y="952"/>
                  </a:lnTo>
                  <a:lnTo>
                    <a:pt x="1052" y="972"/>
                  </a:lnTo>
                  <a:lnTo>
                    <a:pt x="1037" y="990"/>
                  </a:lnTo>
                  <a:lnTo>
                    <a:pt x="1020" y="1008"/>
                  </a:lnTo>
                  <a:lnTo>
                    <a:pt x="1003" y="1024"/>
                  </a:lnTo>
                  <a:lnTo>
                    <a:pt x="1003" y="1024"/>
                  </a:lnTo>
                  <a:lnTo>
                    <a:pt x="979" y="1044"/>
                  </a:lnTo>
                  <a:lnTo>
                    <a:pt x="954" y="1061"/>
                  </a:lnTo>
                  <a:lnTo>
                    <a:pt x="930" y="1075"/>
                  </a:lnTo>
                  <a:lnTo>
                    <a:pt x="906" y="1087"/>
                  </a:lnTo>
                  <a:lnTo>
                    <a:pt x="882" y="1097"/>
                  </a:lnTo>
                  <a:lnTo>
                    <a:pt x="858" y="1104"/>
                  </a:lnTo>
                  <a:lnTo>
                    <a:pt x="846" y="1106"/>
                  </a:lnTo>
                  <a:lnTo>
                    <a:pt x="834" y="1108"/>
                  </a:lnTo>
                  <a:lnTo>
                    <a:pt x="823" y="1109"/>
                  </a:lnTo>
                  <a:lnTo>
                    <a:pt x="812" y="1109"/>
                  </a:lnTo>
                  <a:lnTo>
                    <a:pt x="812" y="1109"/>
                  </a:lnTo>
                  <a:lnTo>
                    <a:pt x="797" y="1108"/>
                  </a:lnTo>
                  <a:lnTo>
                    <a:pt x="797" y="1108"/>
                  </a:lnTo>
                  <a:lnTo>
                    <a:pt x="772" y="1105"/>
                  </a:lnTo>
                  <a:lnTo>
                    <a:pt x="749" y="1100"/>
                  </a:lnTo>
                  <a:lnTo>
                    <a:pt x="725" y="1093"/>
                  </a:lnTo>
                  <a:lnTo>
                    <a:pt x="702" y="1083"/>
                  </a:lnTo>
                  <a:lnTo>
                    <a:pt x="680" y="1071"/>
                  </a:lnTo>
                  <a:lnTo>
                    <a:pt x="659" y="1058"/>
                  </a:lnTo>
                  <a:lnTo>
                    <a:pt x="638" y="1041"/>
                  </a:lnTo>
                  <a:lnTo>
                    <a:pt x="618" y="1022"/>
                  </a:lnTo>
                  <a:lnTo>
                    <a:pt x="618" y="1022"/>
                  </a:lnTo>
                  <a:lnTo>
                    <a:pt x="615" y="1018"/>
                  </a:lnTo>
                  <a:lnTo>
                    <a:pt x="613" y="1014"/>
                  </a:lnTo>
                  <a:lnTo>
                    <a:pt x="613" y="1012"/>
                  </a:lnTo>
                  <a:lnTo>
                    <a:pt x="612" y="1011"/>
                  </a:lnTo>
                  <a:lnTo>
                    <a:pt x="612" y="1011"/>
                  </a:lnTo>
                  <a:lnTo>
                    <a:pt x="571" y="972"/>
                  </a:lnTo>
                  <a:lnTo>
                    <a:pt x="527" y="929"/>
                  </a:lnTo>
                  <a:lnTo>
                    <a:pt x="527" y="929"/>
                  </a:lnTo>
                  <a:lnTo>
                    <a:pt x="485" y="891"/>
                  </a:lnTo>
                  <a:lnTo>
                    <a:pt x="446" y="852"/>
                  </a:lnTo>
                  <a:lnTo>
                    <a:pt x="408" y="814"/>
                  </a:lnTo>
                  <a:lnTo>
                    <a:pt x="374" y="778"/>
                  </a:lnTo>
                  <a:lnTo>
                    <a:pt x="374" y="778"/>
                  </a:lnTo>
                  <a:lnTo>
                    <a:pt x="342" y="740"/>
                  </a:lnTo>
                  <a:lnTo>
                    <a:pt x="311" y="702"/>
                  </a:lnTo>
                  <a:lnTo>
                    <a:pt x="311" y="702"/>
                  </a:lnTo>
                  <a:lnTo>
                    <a:pt x="288" y="674"/>
                  </a:lnTo>
                  <a:lnTo>
                    <a:pt x="265" y="646"/>
                  </a:lnTo>
                  <a:lnTo>
                    <a:pt x="241" y="620"/>
                  </a:lnTo>
                  <a:lnTo>
                    <a:pt x="216" y="594"/>
                  </a:lnTo>
                  <a:lnTo>
                    <a:pt x="215" y="592"/>
                  </a:lnTo>
                  <a:lnTo>
                    <a:pt x="215" y="592"/>
                  </a:lnTo>
                  <a:lnTo>
                    <a:pt x="200" y="574"/>
                  </a:lnTo>
                  <a:lnTo>
                    <a:pt x="187" y="557"/>
                  </a:lnTo>
                  <a:lnTo>
                    <a:pt x="176" y="537"/>
                  </a:lnTo>
                  <a:lnTo>
                    <a:pt x="168" y="516"/>
                  </a:lnTo>
                  <a:lnTo>
                    <a:pt x="162" y="496"/>
                  </a:lnTo>
                  <a:lnTo>
                    <a:pt x="158" y="473"/>
                  </a:lnTo>
                  <a:lnTo>
                    <a:pt x="156" y="450"/>
                  </a:lnTo>
                  <a:lnTo>
                    <a:pt x="157" y="426"/>
                  </a:lnTo>
                  <a:lnTo>
                    <a:pt x="157" y="426"/>
                  </a:lnTo>
                  <a:lnTo>
                    <a:pt x="159" y="404"/>
                  </a:lnTo>
                  <a:lnTo>
                    <a:pt x="163" y="381"/>
                  </a:lnTo>
                  <a:lnTo>
                    <a:pt x="169" y="359"/>
                  </a:lnTo>
                  <a:lnTo>
                    <a:pt x="176" y="337"/>
                  </a:lnTo>
                  <a:lnTo>
                    <a:pt x="185" y="315"/>
                  </a:lnTo>
                  <a:lnTo>
                    <a:pt x="195" y="294"/>
                  </a:lnTo>
                  <a:lnTo>
                    <a:pt x="205" y="272"/>
                  </a:lnTo>
                  <a:lnTo>
                    <a:pt x="218" y="253"/>
                  </a:lnTo>
                  <a:lnTo>
                    <a:pt x="230" y="233"/>
                  </a:lnTo>
                  <a:lnTo>
                    <a:pt x="243" y="214"/>
                  </a:lnTo>
                  <a:lnTo>
                    <a:pt x="258" y="196"/>
                  </a:lnTo>
                  <a:lnTo>
                    <a:pt x="272" y="178"/>
                  </a:lnTo>
                  <a:lnTo>
                    <a:pt x="287" y="163"/>
                  </a:lnTo>
                  <a:lnTo>
                    <a:pt x="302" y="147"/>
                  </a:lnTo>
                  <a:lnTo>
                    <a:pt x="317" y="134"/>
                  </a:lnTo>
                  <a:lnTo>
                    <a:pt x="332" y="122"/>
                  </a:lnTo>
                  <a:lnTo>
                    <a:pt x="335" y="119"/>
                  </a:lnTo>
                  <a:lnTo>
                    <a:pt x="335" y="119"/>
                  </a:lnTo>
                  <a:lnTo>
                    <a:pt x="343" y="128"/>
                  </a:lnTo>
                  <a:lnTo>
                    <a:pt x="343" y="128"/>
                  </a:lnTo>
                  <a:lnTo>
                    <a:pt x="352" y="136"/>
                  </a:lnTo>
                  <a:lnTo>
                    <a:pt x="362" y="143"/>
                  </a:lnTo>
                  <a:lnTo>
                    <a:pt x="362" y="143"/>
                  </a:lnTo>
                  <a:lnTo>
                    <a:pt x="347" y="158"/>
                  </a:lnTo>
                  <a:lnTo>
                    <a:pt x="331" y="172"/>
                  </a:lnTo>
                  <a:lnTo>
                    <a:pt x="316" y="188"/>
                  </a:lnTo>
                  <a:lnTo>
                    <a:pt x="300" y="204"/>
                  </a:lnTo>
                  <a:lnTo>
                    <a:pt x="286" y="221"/>
                  </a:lnTo>
                  <a:lnTo>
                    <a:pt x="272" y="238"/>
                  </a:lnTo>
                  <a:lnTo>
                    <a:pt x="259" y="257"/>
                  </a:lnTo>
                  <a:lnTo>
                    <a:pt x="247" y="276"/>
                  </a:lnTo>
                  <a:lnTo>
                    <a:pt x="235" y="294"/>
                  </a:lnTo>
                  <a:lnTo>
                    <a:pt x="225" y="314"/>
                  </a:lnTo>
                  <a:lnTo>
                    <a:pt x="216" y="333"/>
                  </a:lnTo>
                  <a:lnTo>
                    <a:pt x="207" y="353"/>
                  </a:lnTo>
                  <a:lnTo>
                    <a:pt x="201" y="373"/>
                  </a:lnTo>
                  <a:lnTo>
                    <a:pt x="196" y="392"/>
                  </a:lnTo>
                  <a:lnTo>
                    <a:pt x="192" y="412"/>
                  </a:lnTo>
                  <a:lnTo>
                    <a:pt x="190" y="432"/>
                  </a:lnTo>
                  <a:lnTo>
                    <a:pt x="190" y="432"/>
                  </a:lnTo>
                  <a:lnTo>
                    <a:pt x="190" y="451"/>
                  </a:lnTo>
                  <a:lnTo>
                    <a:pt x="192" y="471"/>
                  </a:lnTo>
                  <a:lnTo>
                    <a:pt x="196" y="489"/>
                  </a:lnTo>
                  <a:lnTo>
                    <a:pt x="201" y="507"/>
                  </a:lnTo>
                  <a:lnTo>
                    <a:pt x="209" y="523"/>
                  </a:lnTo>
                  <a:lnTo>
                    <a:pt x="219" y="540"/>
                  </a:lnTo>
                  <a:lnTo>
                    <a:pt x="230" y="556"/>
                  </a:lnTo>
                  <a:lnTo>
                    <a:pt x="243" y="570"/>
                  </a:lnTo>
                  <a:lnTo>
                    <a:pt x="245" y="571"/>
                  </a:lnTo>
                  <a:lnTo>
                    <a:pt x="245" y="571"/>
                  </a:lnTo>
                  <a:lnTo>
                    <a:pt x="264" y="593"/>
                  </a:lnTo>
                  <a:lnTo>
                    <a:pt x="284" y="614"/>
                  </a:lnTo>
                  <a:lnTo>
                    <a:pt x="321" y="661"/>
                  </a:lnTo>
                  <a:lnTo>
                    <a:pt x="321" y="661"/>
                  </a:lnTo>
                  <a:lnTo>
                    <a:pt x="358" y="707"/>
                  </a:lnTo>
                  <a:lnTo>
                    <a:pt x="378" y="730"/>
                  </a:lnTo>
                  <a:lnTo>
                    <a:pt x="398" y="752"/>
                  </a:lnTo>
                  <a:lnTo>
                    <a:pt x="398" y="752"/>
                  </a:lnTo>
                  <a:lnTo>
                    <a:pt x="462" y="815"/>
                  </a:lnTo>
                  <a:lnTo>
                    <a:pt x="532" y="883"/>
                  </a:lnTo>
                  <a:lnTo>
                    <a:pt x="532" y="883"/>
                  </a:lnTo>
                  <a:lnTo>
                    <a:pt x="588" y="938"/>
                  </a:lnTo>
                  <a:lnTo>
                    <a:pt x="639" y="987"/>
                  </a:lnTo>
                  <a:lnTo>
                    <a:pt x="639" y="987"/>
                  </a:lnTo>
                  <a:lnTo>
                    <a:pt x="642" y="991"/>
                  </a:lnTo>
                  <a:lnTo>
                    <a:pt x="643" y="996"/>
                  </a:lnTo>
                  <a:lnTo>
                    <a:pt x="644" y="998"/>
                  </a:lnTo>
                  <a:lnTo>
                    <a:pt x="645" y="999"/>
                  </a:lnTo>
                  <a:lnTo>
                    <a:pt x="645" y="999"/>
                  </a:lnTo>
                  <a:lnTo>
                    <a:pt x="660" y="1011"/>
                  </a:lnTo>
                  <a:lnTo>
                    <a:pt x="675" y="1024"/>
                  </a:lnTo>
                  <a:lnTo>
                    <a:pt x="693" y="1038"/>
                  </a:lnTo>
                  <a:lnTo>
                    <a:pt x="712" y="1049"/>
                  </a:lnTo>
                  <a:lnTo>
                    <a:pt x="733" y="1060"/>
                  </a:lnTo>
                  <a:lnTo>
                    <a:pt x="743" y="1064"/>
                  </a:lnTo>
                  <a:lnTo>
                    <a:pt x="755" y="1068"/>
                  </a:lnTo>
                  <a:lnTo>
                    <a:pt x="765" y="1070"/>
                  </a:lnTo>
                  <a:lnTo>
                    <a:pt x="778" y="1073"/>
                  </a:lnTo>
                  <a:lnTo>
                    <a:pt x="789" y="1074"/>
                  </a:lnTo>
                  <a:lnTo>
                    <a:pt x="801" y="1074"/>
                  </a:lnTo>
                  <a:lnTo>
                    <a:pt x="801" y="1074"/>
                  </a:lnTo>
                  <a:lnTo>
                    <a:pt x="813" y="1074"/>
                  </a:lnTo>
                  <a:lnTo>
                    <a:pt x="813" y="1074"/>
                  </a:lnTo>
                  <a:lnTo>
                    <a:pt x="835" y="1071"/>
                  </a:lnTo>
                  <a:lnTo>
                    <a:pt x="858" y="1066"/>
                  </a:lnTo>
                  <a:lnTo>
                    <a:pt x="881" y="1058"/>
                  </a:lnTo>
                  <a:lnTo>
                    <a:pt x="904" y="1048"/>
                  </a:lnTo>
                  <a:lnTo>
                    <a:pt x="926" y="1037"/>
                  </a:lnTo>
                  <a:lnTo>
                    <a:pt x="947" y="1023"/>
                  </a:lnTo>
                  <a:lnTo>
                    <a:pt x="968" y="1008"/>
                  </a:lnTo>
                  <a:lnTo>
                    <a:pt x="986" y="990"/>
                  </a:lnTo>
                  <a:lnTo>
                    <a:pt x="986" y="990"/>
                  </a:lnTo>
                  <a:lnTo>
                    <a:pt x="1003" y="973"/>
                  </a:lnTo>
                  <a:lnTo>
                    <a:pt x="1013" y="961"/>
                  </a:lnTo>
                  <a:lnTo>
                    <a:pt x="1023" y="948"/>
                  </a:lnTo>
                  <a:lnTo>
                    <a:pt x="1034" y="934"/>
                  </a:lnTo>
                  <a:lnTo>
                    <a:pt x="1044" y="917"/>
                  </a:lnTo>
                  <a:lnTo>
                    <a:pt x="1054" y="901"/>
                  </a:lnTo>
                  <a:lnTo>
                    <a:pt x="1063" y="882"/>
                  </a:lnTo>
                  <a:lnTo>
                    <a:pt x="1070" y="863"/>
                  </a:lnTo>
                  <a:lnTo>
                    <a:pt x="1075" y="844"/>
                  </a:lnTo>
                  <a:lnTo>
                    <a:pt x="1076" y="834"/>
                  </a:lnTo>
                  <a:lnTo>
                    <a:pt x="1077" y="824"/>
                  </a:lnTo>
                  <a:lnTo>
                    <a:pt x="1077" y="814"/>
                  </a:lnTo>
                  <a:lnTo>
                    <a:pt x="1077" y="804"/>
                  </a:lnTo>
                  <a:lnTo>
                    <a:pt x="1076" y="794"/>
                  </a:lnTo>
                  <a:lnTo>
                    <a:pt x="1074" y="784"/>
                  </a:lnTo>
                  <a:lnTo>
                    <a:pt x="1071" y="773"/>
                  </a:lnTo>
                  <a:lnTo>
                    <a:pt x="1067" y="764"/>
                  </a:lnTo>
                  <a:lnTo>
                    <a:pt x="1062" y="754"/>
                  </a:lnTo>
                  <a:lnTo>
                    <a:pt x="1055" y="745"/>
                  </a:lnTo>
                  <a:lnTo>
                    <a:pt x="1048" y="734"/>
                  </a:lnTo>
                  <a:lnTo>
                    <a:pt x="1040" y="725"/>
                  </a:lnTo>
                  <a:lnTo>
                    <a:pt x="1040" y="725"/>
                  </a:lnTo>
                  <a:lnTo>
                    <a:pt x="1012" y="698"/>
                  </a:lnTo>
                  <a:lnTo>
                    <a:pt x="979" y="667"/>
                  </a:lnTo>
                  <a:lnTo>
                    <a:pt x="900" y="596"/>
                  </a:lnTo>
                  <a:lnTo>
                    <a:pt x="900" y="596"/>
                  </a:lnTo>
                  <a:lnTo>
                    <a:pt x="812" y="515"/>
                  </a:lnTo>
                  <a:lnTo>
                    <a:pt x="773" y="479"/>
                  </a:lnTo>
                  <a:lnTo>
                    <a:pt x="741" y="448"/>
                  </a:lnTo>
                  <a:lnTo>
                    <a:pt x="741" y="448"/>
                  </a:lnTo>
                  <a:lnTo>
                    <a:pt x="722" y="427"/>
                  </a:lnTo>
                  <a:lnTo>
                    <a:pt x="703" y="407"/>
                  </a:lnTo>
                  <a:lnTo>
                    <a:pt x="667" y="363"/>
                  </a:lnTo>
                  <a:lnTo>
                    <a:pt x="667" y="363"/>
                  </a:lnTo>
                  <a:lnTo>
                    <a:pt x="649" y="341"/>
                  </a:lnTo>
                  <a:lnTo>
                    <a:pt x="649" y="341"/>
                  </a:lnTo>
                  <a:lnTo>
                    <a:pt x="642" y="332"/>
                  </a:lnTo>
                  <a:lnTo>
                    <a:pt x="642" y="332"/>
                  </a:lnTo>
                  <a:lnTo>
                    <a:pt x="632" y="318"/>
                  </a:lnTo>
                  <a:lnTo>
                    <a:pt x="619" y="305"/>
                  </a:lnTo>
                  <a:lnTo>
                    <a:pt x="612" y="298"/>
                  </a:lnTo>
                  <a:lnTo>
                    <a:pt x="605" y="293"/>
                  </a:lnTo>
                  <a:lnTo>
                    <a:pt x="598" y="290"/>
                  </a:lnTo>
                  <a:lnTo>
                    <a:pt x="591" y="288"/>
                  </a:lnTo>
                  <a:lnTo>
                    <a:pt x="591" y="288"/>
                  </a:lnTo>
                  <a:lnTo>
                    <a:pt x="581" y="287"/>
                  </a:lnTo>
                  <a:lnTo>
                    <a:pt x="581" y="287"/>
                  </a:lnTo>
                  <a:lnTo>
                    <a:pt x="569" y="288"/>
                  </a:lnTo>
                  <a:lnTo>
                    <a:pt x="556" y="290"/>
                  </a:lnTo>
                  <a:lnTo>
                    <a:pt x="556" y="290"/>
                  </a:lnTo>
                  <a:lnTo>
                    <a:pt x="546" y="292"/>
                  </a:lnTo>
                  <a:lnTo>
                    <a:pt x="536" y="293"/>
                  </a:lnTo>
                  <a:lnTo>
                    <a:pt x="536" y="293"/>
                  </a:lnTo>
                  <a:lnTo>
                    <a:pt x="529" y="292"/>
                  </a:lnTo>
                  <a:lnTo>
                    <a:pt x="527" y="303"/>
                  </a:lnTo>
                  <a:lnTo>
                    <a:pt x="527" y="303"/>
                  </a:lnTo>
                  <a:lnTo>
                    <a:pt x="525" y="302"/>
                  </a:lnTo>
                  <a:lnTo>
                    <a:pt x="525" y="300"/>
                  </a:lnTo>
                  <a:lnTo>
                    <a:pt x="525" y="300"/>
                  </a:lnTo>
                  <a:lnTo>
                    <a:pt x="525" y="297"/>
                  </a:lnTo>
                  <a:lnTo>
                    <a:pt x="527" y="296"/>
                  </a:lnTo>
                  <a:lnTo>
                    <a:pt x="527" y="296"/>
                  </a:lnTo>
                  <a:lnTo>
                    <a:pt x="518" y="299"/>
                  </a:lnTo>
                  <a:lnTo>
                    <a:pt x="518" y="299"/>
                  </a:lnTo>
                  <a:lnTo>
                    <a:pt x="512" y="301"/>
                  </a:lnTo>
                  <a:lnTo>
                    <a:pt x="512" y="301"/>
                  </a:lnTo>
                  <a:lnTo>
                    <a:pt x="502" y="308"/>
                  </a:lnTo>
                  <a:lnTo>
                    <a:pt x="492" y="315"/>
                  </a:lnTo>
                  <a:lnTo>
                    <a:pt x="484" y="323"/>
                  </a:lnTo>
                  <a:lnTo>
                    <a:pt x="477" y="332"/>
                  </a:lnTo>
                  <a:lnTo>
                    <a:pt x="477" y="332"/>
                  </a:lnTo>
                  <a:lnTo>
                    <a:pt x="464" y="349"/>
                  </a:lnTo>
                  <a:lnTo>
                    <a:pt x="464" y="349"/>
                  </a:lnTo>
                  <a:lnTo>
                    <a:pt x="449" y="368"/>
                  </a:lnTo>
                  <a:lnTo>
                    <a:pt x="442" y="377"/>
                  </a:lnTo>
                  <a:lnTo>
                    <a:pt x="436" y="388"/>
                  </a:lnTo>
                  <a:lnTo>
                    <a:pt x="436" y="388"/>
                  </a:lnTo>
                  <a:lnTo>
                    <a:pt x="430" y="401"/>
                  </a:lnTo>
                  <a:lnTo>
                    <a:pt x="427" y="413"/>
                  </a:lnTo>
                  <a:lnTo>
                    <a:pt x="425" y="425"/>
                  </a:lnTo>
                  <a:lnTo>
                    <a:pt x="425" y="437"/>
                  </a:lnTo>
                  <a:lnTo>
                    <a:pt x="426" y="447"/>
                  </a:lnTo>
                  <a:lnTo>
                    <a:pt x="428" y="457"/>
                  </a:lnTo>
                  <a:lnTo>
                    <a:pt x="431" y="468"/>
                  </a:lnTo>
                  <a:lnTo>
                    <a:pt x="436" y="477"/>
                  </a:lnTo>
                  <a:lnTo>
                    <a:pt x="441" y="486"/>
                  </a:lnTo>
                  <a:lnTo>
                    <a:pt x="447" y="495"/>
                  </a:lnTo>
                  <a:lnTo>
                    <a:pt x="453" y="504"/>
                  </a:lnTo>
                  <a:lnTo>
                    <a:pt x="460" y="511"/>
                  </a:lnTo>
                  <a:lnTo>
                    <a:pt x="476" y="527"/>
                  </a:lnTo>
                  <a:lnTo>
                    <a:pt x="491" y="540"/>
                  </a:lnTo>
                  <a:lnTo>
                    <a:pt x="491" y="540"/>
                  </a:lnTo>
                  <a:lnTo>
                    <a:pt x="504" y="550"/>
                  </a:lnTo>
                  <a:lnTo>
                    <a:pt x="519" y="564"/>
                  </a:lnTo>
                  <a:lnTo>
                    <a:pt x="555" y="601"/>
                  </a:lnTo>
                  <a:lnTo>
                    <a:pt x="636" y="684"/>
                  </a:lnTo>
                  <a:lnTo>
                    <a:pt x="636" y="684"/>
                  </a:lnTo>
                  <a:lnTo>
                    <a:pt x="682" y="732"/>
                  </a:lnTo>
                  <a:lnTo>
                    <a:pt x="682" y="732"/>
                  </a:lnTo>
                  <a:lnTo>
                    <a:pt x="707" y="757"/>
                  </a:lnTo>
                  <a:lnTo>
                    <a:pt x="731" y="783"/>
                  </a:lnTo>
                  <a:lnTo>
                    <a:pt x="731" y="783"/>
                  </a:lnTo>
                  <a:lnTo>
                    <a:pt x="769" y="823"/>
                  </a:lnTo>
                  <a:lnTo>
                    <a:pt x="770" y="824"/>
                  </a:lnTo>
                  <a:lnTo>
                    <a:pt x="772" y="824"/>
                  </a:lnTo>
                  <a:lnTo>
                    <a:pt x="772" y="824"/>
                  </a:lnTo>
                  <a:lnTo>
                    <a:pt x="776" y="826"/>
                  </a:lnTo>
                  <a:lnTo>
                    <a:pt x="780" y="829"/>
                  </a:lnTo>
                  <a:lnTo>
                    <a:pt x="780" y="829"/>
                  </a:lnTo>
                  <a:lnTo>
                    <a:pt x="789" y="838"/>
                  </a:lnTo>
                  <a:lnTo>
                    <a:pt x="789" y="838"/>
                  </a:lnTo>
                  <a:lnTo>
                    <a:pt x="804" y="852"/>
                  </a:lnTo>
                  <a:lnTo>
                    <a:pt x="812" y="860"/>
                  </a:lnTo>
                  <a:lnTo>
                    <a:pt x="818" y="867"/>
                  </a:lnTo>
                  <a:lnTo>
                    <a:pt x="824" y="876"/>
                  </a:lnTo>
                  <a:lnTo>
                    <a:pt x="829" y="884"/>
                  </a:lnTo>
                  <a:lnTo>
                    <a:pt x="833" y="893"/>
                  </a:lnTo>
                  <a:lnTo>
                    <a:pt x="835" y="904"/>
                  </a:lnTo>
                  <a:lnTo>
                    <a:pt x="835" y="904"/>
                  </a:lnTo>
                  <a:lnTo>
                    <a:pt x="836" y="912"/>
                  </a:lnTo>
                  <a:lnTo>
                    <a:pt x="836" y="920"/>
                  </a:lnTo>
                  <a:lnTo>
                    <a:pt x="834" y="929"/>
                  </a:lnTo>
                  <a:lnTo>
                    <a:pt x="832" y="939"/>
                  </a:lnTo>
                  <a:lnTo>
                    <a:pt x="828" y="947"/>
                  </a:lnTo>
                  <a:lnTo>
                    <a:pt x="823" y="955"/>
                  </a:lnTo>
                  <a:lnTo>
                    <a:pt x="818" y="962"/>
                  </a:lnTo>
                  <a:lnTo>
                    <a:pt x="811" y="969"/>
                  </a:lnTo>
                  <a:lnTo>
                    <a:pt x="811" y="969"/>
                  </a:lnTo>
                  <a:lnTo>
                    <a:pt x="797" y="980"/>
                  </a:lnTo>
                  <a:lnTo>
                    <a:pt x="790" y="985"/>
                  </a:lnTo>
                  <a:lnTo>
                    <a:pt x="783" y="989"/>
                  </a:lnTo>
                  <a:lnTo>
                    <a:pt x="774" y="993"/>
                  </a:lnTo>
                  <a:lnTo>
                    <a:pt x="766" y="997"/>
                  </a:lnTo>
                  <a:lnTo>
                    <a:pt x="758" y="999"/>
                  </a:lnTo>
                  <a:lnTo>
                    <a:pt x="750" y="999"/>
                  </a:lnTo>
                  <a:lnTo>
                    <a:pt x="750" y="999"/>
                  </a:lnTo>
                  <a:lnTo>
                    <a:pt x="741" y="999"/>
                  </a:lnTo>
                  <a:lnTo>
                    <a:pt x="733" y="997"/>
                  </a:lnTo>
                  <a:lnTo>
                    <a:pt x="733" y="997"/>
                  </a:lnTo>
                  <a:lnTo>
                    <a:pt x="717" y="991"/>
                  </a:lnTo>
                  <a:lnTo>
                    <a:pt x="701" y="984"/>
                  </a:lnTo>
                  <a:lnTo>
                    <a:pt x="687" y="975"/>
                  </a:lnTo>
                  <a:lnTo>
                    <a:pt x="672" y="964"/>
                  </a:lnTo>
                  <a:lnTo>
                    <a:pt x="671" y="962"/>
                  </a:lnTo>
                  <a:lnTo>
                    <a:pt x="669" y="962"/>
                  </a:lnTo>
                  <a:lnTo>
                    <a:pt x="669" y="962"/>
                  </a:lnTo>
                  <a:lnTo>
                    <a:pt x="665" y="960"/>
                  </a:lnTo>
                  <a:lnTo>
                    <a:pt x="661" y="957"/>
                  </a:lnTo>
                  <a:lnTo>
                    <a:pt x="661" y="957"/>
                  </a:lnTo>
                  <a:lnTo>
                    <a:pt x="654" y="949"/>
                  </a:lnTo>
                  <a:lnTo>
                    <a:pt x="646" y="940"/>
                  </a:lnTo>
                  <a:lnTo>
                    <a:pt x="633" y="921"/>
                  </a:lnTo>
                  <a:lnTo>
                    <a:pt x="633" y="921"/>
                  </a:lnTo>
                  <a:lnTo>
                    <a:pt x="619" y="903"/>
                  </a:lnTo>
                  <a:lnTo>
                    <a:pt x="612" y="893"/>
                  </a:lnTo>
                  <a:lnTo>
                    <a:pt x="605" y="884"/>
                  </a:lnTo>
                  <a:lnTo>
                    <a:pt x="605" y="884"/>
                  </a:lnTo>
                  <a:lnTo>
                    <a:pt x="547" y="826"/>
                  </a:lnTo>
                  <a:lnTo>
                    <a:pt x="474" y="753"/>
                  </a:lnTo>
                  <a:lnTo>
                    <a:pt x="450" y="729"/>
                  </a:lnTo>
                  <a:lnTo>
                    <a:pt x="450" y="729"/>
                  </a:lnTo>
                  <a:lnTo>
                    <a:pt x="418" y="698"/>
                  </a:lnTo>
                  <a:lnTo>
                    <a:pt x="418" y="698"/>
                  </a:lnTo>
                  <a:lnTo>
                    <a:pt x="391" y="670"/>
                  </a:lnTo>
                  <a:lnTo>
                    <a:pt x="363" y="643"/>
                  </a:lnTo>
                  <a:lnTo>
                    <a:pt x="337" y="614"/>
                  </a:lnTo>
                  <a:lnTo>
                    <a:pt x="325" y="599"/>
                  </a:lnTo>
                  <a:lnTo>
                    <a:pt x="313" y="584"/>
                  </a:lnTo>
                  <a:lnTo>
                    <a:pt x="313" y="584"/>
                  </a:lnTo>
                  <a:lnTo>
                    <a:pt x="304" y="571"/>
                  </a:lnTo>
                  <a:lnTo>
                    <a:pt x="296" y="559"/>
                  </a:lnTo>
                  <a:lnTo>
                    <a:pt x="289" y="545"/>
                  </a:lnTo>
                  <a:lnTo>
                    <a:pt x="282" y="533"/>
                  </a:lnTo>
                  <a:lnTo>
                    <a:pt x="269" y="506"/>
                  </a:lnTo>
                  <a:lnTo>
                    <a:pt x="258" y="477"/>
                  </a:lnTo>
                  <a:lnTo>
                    <a:pt x="256" y="471"/>
                  </a:lnTo>
                  <a:lnTo>
                    <a:pt x="256" y="471"/>
                  </a:lnTo>
                  <a:lnTo>
                    <a:pt x="251" y="457"/>
                  </a:lnTo>
                  <a:lnTo>
                    <a:pt x="248" y="444"/>
                  </a:lnTo>
                  <a:lnTo>
                    <a:pt x="247" y="431"/>
                  </a:lnTo>
                  <a:lnTo>
                    <a:pt x="247" y="418"/>
                  </a:lnTo>
                  <a:lnTo>
                    <a:pt x="248" y="405"/>
                  </a:lnTo>
                  <a:lnTo>
                    <a:pt x="251" y="392"/>
                  </a:lnTo>
                  <a:lnTo>
                    <a:pt x="255" y="378"/>
                  </a:lnTo>
                  <a:lnTo>
                    <a:pt x="260" y="363"/>
                  </a:lnTo>
                  <a:lnTo>
                    <a:pt x="260" y="363"/>
                  </a:lnTo>
                  <a:lnTo>
                    <a:pt x="267" y="347"/>
                  </a:lnTo>
                  <a:lnTo>
                    <a:pt x="274" y="330"/>
                  </a:lnTo>
                  <a:lnTo>
                    <a:pt x="283" y="315"/>
                  </a:lnTo>
                  <a:lnTo>
                    <a:pt x="291" y="298"/>
                  </a:lnTo>
                  <a:lnTo>
                    <a:pt x="300" y="284"/>
                  </a:lnTo>
                  <a:lnTo>
                    <a:pt x="311" y="269"/>
                  </a:lnTo>
                  <a:lnTo>
                    <a:pt x="321" y="255"/>
                  </a:lnTo>
                  <a:lnTo>
                    <a:pt x="332" y="240"/>
                  </a:lnTo>
                  <a:lnTo>
                    <a:pt x="345" y="227"/>
                  </a:lnTo>
                  <a:lnTo>
                    <a:pt x="357" y="215"/>
                  </a:lnTo>
                  <a:lnTo>
                    <a:pt x="370" y="202"/>
                  </a:lnTo>
                  <a:lnTo>
                    <a:pt x="384" y="190"/>
                  </a:lnTo>
                  <a:lnTo>
                    <a:pt x="397" y="178"/>
                  </a:lnTo>
                  <a:lnTo>
                    <a:pt x="413" y="168"/>
                  </a:lnTo>
                  <a:lnTo>
                    <a:pt x="428" y="158"/>
                  </a:lnTo>
                  <a:lnTo>
                    <a:pt x="444" y="147"/>
                  </a:lnTo>
                  <a:lnTo>
                    <a:pt x="444" y="147"/>
                  </a:lnTo>
                  <a:lnTo>
                    <a:pt x="454" y="143"/>
                  </a:lnTo>
                  <a:lnTo>
                    <a:pt x="464" y="137"/>
                  </a:lnTo>
                  <a:lnTo>
                    <a:pt x="464" y="137"/>
                  </a:lnTo>
                  <a:lnTo>
                    <a:pt x="492" y="123"/>
                  </a:lnTo>
                  <a:lnTo>
                    <a:pt x="492" y="123"/>
                  </a:lnTo>
                  <a:lnTo>
                    <a:pt x="512" y="115"/>
                  </a:lnTo>
                  <a:lnTo>
                    <a:pt x="532" y="110"/>
                  </a:lnTo>
                  <a:lnTo>
                    <a:pt x="553" y="107"/>
                  </a:lnTo>
                  <a:lnTo>
                    <a:pt x="574" y="106"/>
                  </a:lnTo>
                  <a:lnTo>
                    <a:pt x="574" y="106"/>
                  </a:lnTo>
                  <a:lnTo>
                    <a:pt x="590" y="106"/>
                  </a:lnTo>
                  <a:lnTo>
                    <a:pt x="605" y="108"/>
                  </a:lnTo>
                  <a:lnTo>
                    <a:pt x="621" y="110"/>
                  </a:lnTo>
                  <a:lnTo>
                    <a:pt x="636" y="114"/>
                  </a:lnTo>
                  <a:lnTo>
                    <a:pt x="636" y="114"/>
                  </a:lnTo>
                  <a:lnTo>
                    <a:pt x="657" y="120"/>
                  </a:lnTo>
                  <a:lnTo>
                    <a:pt x="657" y="120"/>
                  </a:lnTo>
                  <a:lnTo>
                    <a:pt x="670" y="122"/>
                  </a:lnTo>
                  <a:lnTo>
                    <a:pt x="682" y="126"/>
                  </a:lnTo>
                  <a:lnTo>
                    <a:pt x="695" y="131"/>
                  </a:lnTo>
                  <a:lnTo>
                    <a:pt x="701" y="134"/>
                  </a:lnTo>
                  <a:lnTo>
                    <a:pt x="706" y="137"/>
                  </a:lnTo>
                  <a:lnTo>
                    <a:pt x="706" y="137"/>
                  </a:lnTo>
                  <a:lnTo>
                    <a:pt x="725" y="152"/>
                  </a:lnTo>
                  <a:lnTo>
                    <a:pt x="738" y="162"/>
                  </a:lnTo>
                  <a:lnTo>
                    <a:pt x="740" y="162"/>
                  </a:lnTo>
                  <a:lnTo>
                    <a:pt x="740" y="162"/>
                  </a:lnTo>
                  <a:lnTo>
                    <a:pt x="745" y="163"/>
                  </a:lnTo>
                  <a:lnTo>
                    <a:pt x="751" y="166"/>
                  </a:lnTo>
                  <a:lnTo>
                    <a:pt x="755" y="170"/>
                  </a:lnTo>
                  <a:lnTo>
                    <a:pt x="757" y="175"/>
                  </a:lnTo>
                  <a:lnTo>
                    <a:pt x="758" y="177"/>
                  </a:lnTo>
                  <a:lnTo>
                    <a:pt x="759" y="177"/>
                  </a:lnTo>
                  <a:lnTo>
                    <a:pt x="759" y="177"/>
                  </a:lnTo>
                  <a:lnTo>
                    <a:pt x="771" y="190"/>
                  </a:lnTo>
                  <a:lnTo>
                    <a:pt x="785" y="201"/>
                  </a:lnTo>
                  <a:lnTo>
                    <a:pt x="812" y="223"/>
                  </a:lnTo>
                  <a:lnTo>
                    <a:pt x="812" y="223"/>
                  </a:lnTo>
                  <a:lnTo>
                    <a:pt x="837" y="244"/>
                  </a:lnTo>
                  <a:lnTo>
                    <a:pt x="850" y="255"/>
                  </a:lnTo>
                  <a:lnTo>
                    <a:pt x="862" y="266"/>
                  </a:lnTo>
                  <a:lnTo>
                    <a:pt x="862" y="266"/>
                  </a:lnTo>
                  <a:lnTo>
                    <a:pt x="948" y="356"/>
                  </a:lnTo>
                  <a:lnTo>
                    <a:pt x="1033" y="446"/>
                  </a:lnTo>
                  <a:lnTo>
                    <a:pt x="1033" y="446"/>
                  </a:lnTo>
                  <a:lnTo>
                    <a:pt x="1054" y="472"/>
                  </a:lnTo>
                  <a:lnTo>
                    <a:pt x="1054" y="472"/>
                  </a:lnTo>
                  <a:lnTo>
                    <a:pt x="1071" y="489"/>
                  </a:lnTo>
                  <a:lnTo>
                    <a:pt x="1086" y="508"/>
                  </a:lnTo>
                  <a:lnTo>
                    <a:pt x="1104" y="523"/>
                  </a:lnTo>
                  <a:lnTo>
                    <a:pt x="1113" y="531"/>
                  </a:lnTo>
                  <a:lnTo>
                    <a:pt x="1123" y="538"/>
                  </a:lnTo>
                  <a:lnTo>
                    <a:pt x="1123" y="538"/>
                  </a:lnTo>
                  <a:lnTo>
                    <a:pt x="1139" y="549"/>
                  </a:lnTo>
                  <a:lnTo>
                    <a:pt x="1155" y="563"/>
                  </a:lnTo>
                  <a:lnTo>
                    <a:pt x="1169" y="577"/>
                  </a:lnTo>
                  <a:lnTo>
                    <a:pt x="1182" y="592"/>
                  </a:lnTo>
                  <a:lnTo>
                    <a:pt x="1182" y="592"/>
                  </a:lnTo>
                  <a:lnTo>
                    <a:pt x="1186" y="597"/>
                  </a:lnTo>
                  <a:lnTo>
                    <a:pt x="1187" y="602"/>
                  </a:lnTo>
                  <a:lnTo>
                    <a:pt x="1187" y="604"/>
                  </a:lnTo>
                  <a:lnTo>
                    <a:pt x="1188" y="605"/>
                  </a:lnTo>
                  <a:lnTo>
                    <a:pt x="1188" y="605"/>
                  </a:lnTo>
                  <a:lnTo>
                    <a:pt x="1194" y="614"/>
                  </a:lnTo>
                  <a:lnTo>
                    <a:pt x="1199" y="624"/>
                  </a:lnTo>
                  <a:lnTo>
                    <a:pt x="1199" y="624"/>
                  </a:lnTo>
                  <a:lnTo>
                    <a:pt x="1213" y="660"/>
                  </a:lnTo>
                  <a:lnTo>
                    <a:pt x="1213" y="660"/>
                  </a:lnTo>
                  <a:lnTo>
                    <a:pt x="1224" y="685"/>
                  </a:lnTo>
                  <a:lnTo>
                    <a:pt x="1233" y="709"/>
                  </a:lnTo>
                  <a:lnTo>
                    <a:pt x="1233" y="709"/>
                  </a:lnTo>
                  <a:lnTo>
                    <a:pt x="1239" y="730"/>
                  </a:lnTo>
                  <a:lnTo>
                    <a:pt x="1244" y="750"/>
                  </a:lnTo>
                  <a:lnTo>
                    <a:pt x="1249" y="769"/>
                  </a:lnTo>
                  <a:lnTo>
                    <a:pt x="1253" y="788"/>
                  </a:lnTo>
                  <a:lnTo>
                    <a:pt x="1255" y="808"/>
                  </a:lnTo>
                  <a:lnTo>
                    <a:pt x="1256" y="826"/>
                  </a:lnTo>
                  <a:lnTo>
                    <a:pt x="1256" y="846"/>
                  </a:lnTo>
                  <a:lnTo>
                    <a:pt x="1254" y="864"/>
                  </a:lnTo>
                  <a:lnTo>
                    <a:pt x="1254" y="864"/>
                  </a:lnTo>
                  <a:lnTo>
                    <a:pt x="1252" y="876"/>
                  </a:lnTo>
                  <a:lnTo>
                    <a:pt x="1246" y="887"/>
                  </a:lnTo>
                  <a:lnTo>
                    <a:pt x="1235" y="911"/>
                  </a:lnTo>
                  <a:lnTo>
                    <a:pt x="1235" y="911"/>
                  </a:lnTo>
                  <a:lnTo>
                    <a:pt x="1228" y="926"/>
                  </a:lnTo>
                  <a:lnTo>
                    <a:pt x="1228" y="926"/>
                  </a:lnTo>
                  <a:lnTo>
                    <a:pt x="1218" y="950"/>
                  </a:lnTo>
                  <a:lnTo>
                    <a:pt x="1218" y="950"/>
                  </a:lnTo>
                  <a:lnTo>
                    <a:pt x="1204" y="979"/>
                  </a:lnTo>
                  <a:lnTo>
                    <a:pt x="1197" y="993"/>
                  </a:lnTo>
                  <a:lnTo>
                    <a:pt x="1190" y="1007"/>
                  </a:lnTo>
                  <a:lnTo>
                    <a:pt x="1190" y="1007"/>
                  </a:lnTo>
                  <a:lnTo>
                    <a:pt x="1180" y="1021"/>
                  </a:lnTo>
                  <a:lnTo>
                    <a:pt x="1170" y="1036"/>
                  </a:lnTo>
                  <a:lnTo>
                    <a:pt x="1159" y="1049"/>
                  </a:lnTo>
                  <a:lnTo>
                    <a:pt x="1146" y="1064"/>
                  </a:lnTo>
                  <a:lnTo>
                    <a:pt x="1133" y="1077"/>
                  </a:lnTo>
                  <a:lnTo>
                    <a:pt x="1119" y="1090"/>
                  </a:lnTo>
                  <a:lnTo>
                    <a:pt x="1105" y="1102"/>
                  </a:lnTo>
                  <a:lnTo>
                    <a:pt x="1089" y="1113"/>
                  </a:lnTo>
                  <a:lnTo>
                    <a:pt x="1079" y="1121"/>
                  </a:lnTo>
                  <a:lnTo>
                    <a:pt x="1079" y="1121"/>
                  </a:lnTo>
                  <a:lnTo>
                    <a:pt x="1051" y="1141"/>
                  </a:lnTo>
                  <a:lnTo>
                    <a:pt x="1022" y="1162"/>
                  </a:lnTo>
                  <a:lnTo>
                    <a:pt x="992" y="1180"/>
                  </a:lnTo>
                  <a:lnTo>
                    <a:pt x="962" y="1197"/>
                  </a:lnTo>
                  <a:lnTo>
                    <a:pt x="947" y="1205"/>
                  </a:lnTo>
                  <a:lnTo>
                    <a:pt x="930" y="1212"/>
                  </a:lnTo>
                  <a:lnTo>
                    <a:pt x="915" y="1219"/>
                  </a:lnTo>
                  <a:lnTo>
                    <a:pt x="898" y="1224"/>
                  </a:lnTo>
                  <a:lnTo>
                    <a:pt x="881" y="1228"/>
                  </a:lnTo>
                  <a:lnTo>
                    <a:pt x="863" y="1231"/>
                  </a:lnTo>
                  <a:lnTo>
                    <a:pt x="846" y="1233"/>
                  </a:lnTo>
                  <a:lnTo>
                    <a:pt x="828" y="1235"/>
                  </a:lnTo>
                  <a:lnTo>
                    <a:pt x="828" y="1235"/>
                  </a:lnTo>
                  <a:lnTo>
                    <a:pt x="808" y="1235"/>
                  </a:lnTo>
                  <a:lnTo>
                    <a:pt x="808" y="123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4" name="Freeform 605"/>
            <p:cNvSpPr/>
            <p:nvPr/>
          </p:nvSpPr>
          <p:spPr bwMode="auto">
            <a:xfrm>
              <a:off x="5305426" y="2120900"/>
              <a:ext cx="365125" cy="185738"/>
            </a:xfrm>
            <a:custGeom>
              <a:avLst/>
              <a:gdLst/>
              <a:ahLst/>
              <a:cxnLst>
                <a:cxn ang="0">
                  <a:pos x="588" y="352"/>
                </a:cxn>
                <a:cxn ang="0">
                  <a:pos x="575" y="342"/>
                </a:cxn>
                <a:cxn ang="0">
                  <a:pos x="572" y="332"/>
                </a:cxn>
                <a:cxn ang="0">
                  <a:pos x="578" y="321"/>
                </a:cxn>
                <a:cxn ang="0">
                  <a:pos x="590" y="315"/>
                </a:cxn>
                <a:cxn ang="0">
                  <a:pos x="621" y="298"/>
                </a:cxn>
                <a:cxn ang="0">
                  <a:pos x="648" y="276"/>
                </a:cxn>
                <a:cxn ang="0">
                  <a:pos x="656" y="257"/>
                </a:cxn>
                <a:cxn ang="0">
                  <a:pos x="657" y="247"/>
                </a:cxn>
                <a:cxn ang="0">
                  <a:pos x="649" y="228"/>
                </a:cxn>
                <a:cxn ang="0">
                  <a:pos x="630" y="207"/>
                </a:cxn>
                <a:cxn ang="0">
                  <a:pos x="597" y="182"/>
                </a:cxn>
                <a:cxn ang="0">
                  <a:pos x="556" y="149"/>
                </a:cxn>
                <a:cxn ang="0">
                  <a:pos x="503" y="102"/>
                </a:cxn>
                <a:cxn ang="0">
                  <a:pos x="445" y="66"/>
                </a:cxn>
                <a:cxn ang="0">
                  <a:pos x="412" y="55"/>
                </a:cxn>
                <a:cxn ang="0">
                  <a:pos x="368" y="45"/>
                </a:cxn>
                <a:cxn ang="0">
                  <a:pos x="276" y="37"/>
                </a:cxn>
                <a:cxn ang="0">
                  <a:pos x="224" y="40"/>
                </a:cxn>
                <a:cxn ang="0">
                  <a:pos x="172" y="48"/>
                </a:cxn>
                <a:cxn ang="0">
                  <a:pos x="131" y="60"/>
                </a:cxn>
                <a:cxn ang="0">
                  <a:pos x="95" y="77"/>
                </a:cxn>
                <a:cxn ang="0">
                  <a:pos x="75" y="91"/>
                </a:cxn>
                <a:cxn ang="0">
                  <a:pos x="57" y="106"/>
                </a:cxn>
                <a:cxn ang="0">
                  <a:pos x="28" y="128"/>
                </a:cxn>
                <a:cxn ang="0">
                  <a:pos x="20" y="130"/>
                </a:cxn>
                <a:cxn ang="0">
                  <a:pos x="13" y="129"/>
                </a:cxn>
                <a:cxn ang="0">
                  <a:pos x="0" y="113"/>
                </a:cxn>
                <a:cxn ang="0">
                  <a:pos x="0" y="106"/>
                </a:cxn>
                <a:cxn ang="0">
                  <a:pos x="8" y="98"/>
                </a:cxn>
                <a:cxn ang="0">
                  <a:pos x="23" y="89"/>
                </a:cxn>
                <a:cxn ang="0">
                  <a:pos x="48" y="66"/>
                </a:cxn>
                <a:cxn ang="0">
                  <a:pos x="71" y="50"/>
                </a:cxn>
                <a:cxn ang="0">
                  <a:pos x="104" y="31"/>
                </a:cxn>
                <a:cxn ang="0">
                  <a:pos x="149" y="14"/>
                </a:cxn>
                <a:cxn ang="0">
                  <a:pos x="199" y="5"/>
                </a:cxn>
                <a:cxn ang="0">
                  <a:pos x="259" y="1"/>
                </a:cxn>
                <a:cxn ang="0">
                  <a:pos x="318" y="1"/>
                </a:cxn>
                <a:cxn ang="0">
                  <a:pos x="404" y="12"/>
                </a:cxn>
                <a:cxn ang="0">
                  <a:pos x="473" y="37"/>
                </a:cxn>
                <a:cxn ang="0">
                  <a:pos x="512" y="62"/>
                </a:cxn>
                <a:cxn ang="0">
                  <a:pos x="570" y="112"/>
                </a:cxn>
                <a:cxn ang="0">
                  <a:pos x="585" y="126"/>
                </a:cxn>
                <a:cxn ang="0">
                  <a:pos x="619" y="153"/>
                </a:cxn>
                <a:cxn ang="0">
                  <a:pos x="662" y="190"/>
                </a:cxn>
                <a:cxn ang="0">
                  <a:pos x="681" y="213"/>
                </a:cxn>
                <a:cxn ang="0">
                  <a:pos x="690" y="243"/>
                </a:cxn>
                <a:cxn ang="0">
                  <a:pos x="687" y="274"/>
                </a:cxn>
                <a:cxn ang="0">
                  <a:pos x="677" y="295"/>
                </a:cxn>
                <a:cxn ang="0">
                  <a:pos x="654" y="320"/>
                </a:cxn>
                <a:cxn ang="0">
                  <a:pos x="615" y="343"/>
                </a:cxn>
                <a:cxn ang="0">
                  <a:pos x="600" y="350"/>
                </a:cxn>
                <a:cxn ang="0">
                  <a:pos x="591" y="352"/>
                </a:cxn>
              </a:cxnLst>
              <a:rect l="0" t="0" r="r" b="b"/>
              <a:pathLst>
                <a:path w="690" h="352">
                  <a:moveTo>
                    <a:pt x="591" y="352"/>
                  </a:moveTo>
                  <a:lnTo>
                    <a:pt x="591" y="352"/>
                  </a:lnTo>
                  <a:lnTo>
                    <a:pt x="588" y="352"/>
                  </a:lnTo>
                  <a:lnTo>
                    <a:pt x="585" y="351"/>
                  </a:lnTo>
                  <a:lnTo>
                    <a:pt x="579" y="347"/>
                  </a:lnTo>
                  <a:lnTo>
                    <a:pt x="575" y="342"/>
                  </a:lnTo>
                  <a:lnTo>
                    <a:pt x="572" y="337"/>
                  </a:lnTo>
                  <a:lnTo>
                    <a:pt x="572" y="337"/>
                  </a:lnTo>
                  <a:lnTo>
                    <a:pt x="572" y="332"/>
                  </a:lnTo>
                  <a:lnTo>
                    <a:pt x="572" y="328"/>
                  </a:lnTo>
                  <a:lnTo>
                    <a:pt x="575" y="323"/>
                  </a:lnTo>
                  <a:lnTo>
                    <a:pt x="578" y="321"/>
                  </a:lnTo>
                  <a:lnTo>
                    <a:pt x="581" y="319"/>
                  </a:lnTo>
                  <a:lnTo>
                    <a:pt x="581" y="319"/>
                  </a:lnTo>
                  <a:lnTo>
                    <a:pt x="590" y="315"/>
                  </a:lnTo>
                  <a:lnTo>
                    <a:pt x="590" y="315"/>
                  </a:lnTo>
                  <a:lnTo>
                    <a:pt x="610" y="305"/>
                  </a:lnTo>
                  <a:lnTo>
                    <a:pt x="621" y="298"/>
                  </a:lnTo>
                  <a:lnTo>
                    <a:pt x="630" y="291"/>
                  </a:lnTo>
                  <a:lnTo>
                    <a:pt x="640" y="284"/>
                  </a:lnTo>
                  <a:lnTo>
                    <a:pt x="648" y="276"/>
                  </a:lnTo>
                  <a:lnTo>
                    <a:pt x="653" y="266"/>
                  </a:lnTo>
                  <a:lnTo>
                    <a:pt x="655" y="261"/>
                  </a:lnTo>
                  <a:lnTo>
                    <a:pt x="656" y="257"/>
                  </a:lnTo>
                  <a:lnTo>
                    <a:pt x="656" y="257"/>
                  </a:lnTo>
                  <a:lnTo>
                    <a:pt x="657" y="252"/>
                  </a:lnTo>
                  <a:lnTo>
                    <a:pt x="657" y="247"/>
                  </a:lnTo>
                  <a:lnTo>
                    <a:pt x="656" y="243"/>
                  </a:lnTo>
                  <a:lnTo>
                    <a:pt x="654" y="237"/>
                  </a:lnTo>
                  <a:lnTo>
                    <a:pt x="649" y="228"/>
                  </a:lnTo>
                  <a:lnTo>
                    <a:pt x="641" y="218"/>
                  </a:lnTo>
                  <a:lnTo>
                    <a:pt x="641" y="218"/>
                  </a:lnTo>
                  <a:lnTo>
                    <a:pt x="630" y="207"/>
                  </a:lnTo>
                  <a:lnTo>
                    <a:pt x="620" y="198"/>
                  </a:lnTo>
                  <a:lnTo>
                    <a:pt x="597" y="182"/>
                  </a:lnTo>
                  <a:lnTo>
                    <a:pt x="597" y="182"/>
                  </a:lnTo>
                  <a:lnTo>
                    <a:pt x="580" y="169"/>
                  </a:lnTo>
                  <a:lnTo>
                    <a:pt x="563" y="155"/>
                  </a:lnTo>
                  <a:lnTo>
                    <a:pt x="556" y="149"/>
                  </a:lnTo>
                  <a:lnTo>
                    <a:pt x="556" y="149"/>
                  </a:lnTo>
                  <a:lnTo>
                    <a:pt x="521" y="118"/>
                  </a:lnTo>
                  <a:lnTo>
                    <a:pt x="503" y="102"/>
                  </a:lnTo>
                  <a:lnTo>
                    <a:pt x="485" y="89"/>
                  </a:lnTo>
                  <a:lnTo>
                    <a:pt x="466" y="77"/>
                  </a:lnTo>
                  <a:lnTo>
                    <a:pt x="445" y="66"/>
                  </a:lnTo>
                  <a:lnTo>
                    <a:pt x="435" y="62"/>
                  </a:lnTo>
                  <a:lnTo>
                    <a:pt x="424" y="58"/>
                  </a:lnTo>
                  <a:lnTo>
                    <a:pt x="412" y="55"/>
                  </a:lnTo>
                  <a:lnTo>
                    <a:pt x="400" y="51"/>
                  </a:lnTo>
                  <a:lnTo>
                    <a:pt x="400" y="51"/>
                  </a:lnTo>
                  <a:lnTo>
                    <a:pt x="368" y="45"/>
                  </a:lnTo>
                  <a:lnTo>
                    <a:pt x="337" y="41"/>
                  </a:lnTo>
                  <a:lnTo>
                    <a:pt x="306" y="38"/>
                  </a:lnTo>
                  <a:lnTo>
                    <a:pt x="276" y="37"/>
                  </a:lnTo>
                  <a:lnTo>
                    <a:pt x="276" y="37"/>
                  </a:lnTo>
                  <a:lnTo>
                    <a:pt x="250" y="38"/>
                  </a:lnTo>
                  <a:lnTo>
                    <a:pt x="224" y="40"/>
                  </a:lnTo>
                  <a:lnTo>
                    <a:pt x="198" y="43"/>
                  </a:lnTo>
                  <a:lnTo>
                    <a:pt x="172" y="48"/>
                  </a:lnTo>
                  <a:lnTo>
                    <a:pt x="172" y="48"/>
                  </a:lnTo>
                  <a:lnTo>
                    <a:pt x="158" y="51"/>
                  </a:lnTo>
                  <a:lnTo>
                    <a:pt x="145" y="56"/>
                  </a:lnTo>
                  <a:lnTo>
                    <a:pt x="131" y="60"/>
                  </a:lnTo>
                  <a:lnTo>
                    <a:pt x="119" y="65"/>
                  </a:lnTo>
                  <a:lnTo>
                    <a:pt x="107" y="71"/>
                  </a:lnTo>
                  <a:lnTo>
                    <a:pt x="95" y="77"/>
                  </a:lnTo>
                  <a:lnTo>
                    <a:pt x="85" y="83"/>
                  </a:lnTo>
                  <a:lnTo>
                    <a:pt x="75" y="91"/>
                  </a:lnTo>
                  <a:lnTo>
                    <a:pt x="75" y="91"/>
                  </a:lnTo>
                  <a:lnTo>
                    <a:pt x="65" y="98"/>
                  </a:lnTo>
                  <a:lnTo>
                    <a:pt x="57" y="106"/>
                  </a:lnTo>
                  <a:lnTo>
                    <a:pt x="57" y="106"/>
                  </a:lnTo>
                  <a:lnTo>
                    <a:pt x="44" y="119"/>
                  </a:lnTo>
                  <a:lnTo>
                    <a:pt x="36" y="124"/>
                  </a:lnTo>
                  <a:lnTo>
                    <a:pt x="28" y="128"/>
                  </a:lnTo>
                  <a:lnTo>
                    <a:pt x="28" y="128"/>
                  </a:lnTo>
                  <a:lnTo>
                    <a:pt x="24" y="130"/>
                  </a:lnTo>
                  <a:lnTo>
                    <a:pt x="20" y="130"/>
                  </a:lnTo>
                  <a:lnTo>
                    <a:pt x="20" y="130"/>
                  </a:lnTo>
                  <a:lnTo>
                    <a:pt x="16" y="130"/>
                  </a:lnTo>
                  <a:lnTo>
                    <a:pt x="13" y="129"/>
                  </a:lnTo>
                  <a:lnTo>
                    <a:pt x="7" y="125"/>
                  </a:lnTo>
                  <a:lnTo>
                    <a:pt x="2" y="120"/>
                  </a:lnTo>
                  <a:lnTo>
                    <a:pt x="0" y="113"/>
                  </a:lnTo>
                  <a:lnTo>
                    <a:pt x="0" y="113"/>
                  </a:lnTo>
                  <a:lnTo>
                    <a:pt x="0" y="110"/>
                  </a:lnTo>
                  <a:lnTo>
                    <a:pt x="0" y="106"/>
                  </a:lnTo>
                  <a:lnTo>
                    <a:pt x="3" y="101"/>
                  </a:lnTo>
                  <a:lnTo>
                    <a:pt x="5" y="100"/>
                  </a:lnTo>
                  <a:lnTo>
                    <a:pt x="8" y="98"/>
                  </a:lnTo>
                  <a:lnTo>
                    <a:pt x="8" y="98"/>
                  </a:lnTo>
                  <a:lnTo>
                    <a:pt x="16" y="94"/>
                  </a:lnTo>
                  <a:lnTo>
                    <a:pt x="23" y="89"/>
                  </a:lnTo>
                  <a:lnTo>
                    <a:pt x="35" y="78"/>
                  </a:lnTo>
                  <a:lnTo>
                    <a:pt x="35" y="78"/>
                  </a:lnTo>
                  <a:lnTo>
                    <a:pt x="48" y="66"/>
                  </a:lnTo>
                  <a:lnTo>
                    <a:pt x="48" y="66"/>
                  </a:lnTo>
                  <a:lnTo>
                    <a:pt x="59" y="58"/>
                  </a:lnTo>
                  <a:lnTo>
                    <a:pt x="71" y="50"/>
                  </a:lnTo>
                  <a:lnTo>
                    <a:pt x="97" y="35"/>
                  </a:lnTo>
                  <a:lnTo>
                    <a:pt x="104" y="31"/>
                  </a:lnTo>
                  <a:lnTo>
                    <a:pt x="104" y="31"/>
                  </a:lnTo>
                  <a:lnTo>
                    <a:pt x="118" y="25"/>
                  </a:lnTo>
                  <a:lnTo>
                    <a:pt x="133" y="18"/>
                  </a:lnTo>
                  <a:lnTo>
                    <a:pt x="149" y="14"/>
                  </a:lnTo>
                  <a:lnTo>
                    <a:pt x="165" y="10"/>
                  </a:lnTo>
                  <a:lnTo>
                    <a:pt x="183" y="7"/>
                  </a:lnTo>
                  <a:lnTo>
                    <a:pt x="199" y="5"/>
                  </a:lnTo>
                  <a:lnTo>
                    <a:pt x="233" y="2"/>
                  </a:lnTo>
                  <a:lnTo>
                    <a:pt x="233" y="2"/>
                  </a:lnTo>
                  <a:lnTo>
                    <a:pt x="259" y="1"/>
                  </a:lnTo>
                  <a:lnTo>
                    <a:pt x="286" y="0"/>
                  </a:lnTo>
                  <a:lnTo>
                    <a:pt x="286" y="0"/>
                  </a:lnTo>
                  <a:lnTo>
                    <a:pt x="318" y="1"/>
                  </a:lnTo>
                  <a:lnTo>
                    <a:pt x="348" y="3"/>
                  </a:lnTo>
                  <a:lnTo>
                    <a:pt x="377" y="7"/>
                  </a:lnTo>
                  <a:lnTo>
                    <a:pt x="404" y="12"/>
                  </a:lnTo>
                  <a:lnTo>
                    <a:pt x="429" y="18"/>
                  </a:lnTo>
                  <a:lnTo>
                    <a:pt x="452" y="27"/>
                  </a:lnTo>
                  <a:lnTo>
                    <a:pt x="473" y="37"/>
                  </a:lnTo>
                  <a:lnTo>
                    <a:pt x="492" y="47"/>
                  </a:lnTo>
                  <a:lnTo>
                    <a:pt x="492" y="47"/>
                  </a:lnTo>
                  <a:lnTo>
                    <a:pt x="512" y="62"/>
                  </a:lnTo>
                  <a:lnTo>
                    <a:pt x="532" y="78"/>
                  </a:lnTo>
                  <a:lnTo>
                    <a:pt x="551" y="95"/>
                  </a:lnTo>
                  <a:lnTo>
                    <a:pt x="570" y="112"/>
                  </a:lnTo>
                  <a:lnTo>
                    <a:pt x="570" y="112"/>
                  </a:lnTo>
                  <a:lnTo>
                    <a:pt x="585" y="126"/>
                  </a:lnTo>
                  <a:lnTo>
                    <a:pt x="585" y="126"/>
                  </a:lnTo>
                  <a:lnTo>
                    <a:pt x="601" y="139"/>
                  </a:lnTo>
                  <a:lnTo>
                    <a:pt x="619" y="153"/>
                  </a:lnTo>
                  <a:lnTo>
                    <a:pt x="619" y="153"/>
                  </a:lnTo>
                  <a:lnTo>
                    <a:pt x="633" y="164"/>
                  </a:lnTo>
                  <a:lnTo>
                    <a:pt x="649" y="176"/>
                  </a:lnTo>
                  <a:lnTo>
                    <a:pt x="662" y="190"/>
                  </a:lnTo>
                  <a:lnTo>
                    <a:pt x="676" y="204"/>
                  </a:lnTo>
                  <a:lnTo>
                    <a:pt x="676" y="204"/>
                  </a:lnTo>
                  <a:lnTo>
                    <a:pt x="681" y="213"/>
                  </a:lnTo>
                  <a:lnTo>
                    <a:pt x="686" y="222"/>
                  </a:lnTo>
                  <a:lnTo>
                    <a:pt x="688" y="232"/>
                  </a:lnTo>
                  <a:lnTo>
                    <a:pt x="690" y="243"/>
                  </a:lnTo>
                  <a:lnTo>
                    <a:pt x="690" y="253"/>
                  </a:lnTo>
                  <a:lnTo>
                    <a:pt x="689" y="263"/>
                  </a:lnTo>
                  <a:lnTo>
                    <a:pt x="687" y="274"/>
                  </a:lnTo>
                  <a:lnTo>
                    <a:pt x="683" y="284"/>
                  </a:lnTo>
                  <a:lnTo>
                    <a:pt x="683" y="284"/>
                  </a:lnTo>
                  <a:lnTo>
                    <a:pt x="677" y="295"/>
                  </a:lnTo>
                  <a:lnTo>
                    <a:pt x="669" y="305"/>
                  </a:lnTo>
                  <a:lnTo>
                    <a:pt x="662" y="313"/>
                  </a:lnTo>
                  <a:lnTo>
                    <a:pt x="654" y="320"/>
                  </a:lnTo>
                  <a:lnTo>
                    <a:pt x="645" y="326"/>
                  </a:lnTo>
                  <a:lnTo>
                    <a:pt x="635" y="331"/>
                  </a:lnTo>
                  <a:lnTo>
                    <a:pt x="615" y="343"/>
                  </a:lnTo>
                  <a:lnTo>
                    <a:pt x="615" y="343"/>
                  </a:lnTo>
                  <a:lnTo>
                    <a:pt x="600" y="350"/>
                  </a:lnTo>
                  <a:lnTo>
                    <a:pt x="600" y="350"/>
                  </a:lnTo>
                  <a:lnTo>
                    <a:pt x="595" y="351"/>
                  </a:lnTo>
                  <a:lnTo>
                    <a:pt x="591" y="352"/>
                  </a:lnTo>
                  <a:lnTo>
                    <a:pt x="591" y="35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35" name="Freeform 606"/>
            <p:cNvSpPr/>
            <p:nvPr/>
          </p:nvSpPr>
          <p:spPr bwMode="auto">
            <a:xfrm>
              <a:off x="5356226" y="2198688"/>
              <a:ext cx="147638" cy="49213"/>
            </a:xfrm>
            <a:custGeom>
              <a:avLst/>
              <a:gdLst/>
              <a:ahLst/>
              <a:cxnLst>
                <a:cxn ang="0">
                  <a:pos x="16" y="94"/>
                </a:cxn>
                <a:cxn ang="0">
                  <a:pos x="9" y="93"/>
                </a:cxn>
                <a:cxn ang="0">
                  <a:pos x="2" y="85"/>
                </a:cxn>
                <a:cxn ang="0">
                  <a:pos x="0" y="79"/>
                </a:cxn>
                <a:cxn ang="0">
                  <a:pos x="2" y="68"/>
                </a:cxn>
                <a:cxn ang="0">
                  <a:pos x="6" y="62"/>
                </a:cxn>
                <a:cxn ang="0">
                  <a:pos x="13" y="59"/>
                </a:cxn>
                <a:cxn ang="0">
                  <a:pos x="18" y="57"/>
                </a:cxn>
                <a:cxn ang="0">
                  <a:pos x="31" y="46"/>
                </a:cxn>
                <a:cxn ang="0">
                  <a:pos x="38" y="41"/>
                </a:cxn>
                <a:cxn ang="0">
                  <a:pos x="46" y="36"/>
                </a:cxn>
                <a:cxn ang="0">
                  <a:pos x="60" y="28"/>
                </a:cxn>
                <a:cxn ang="0">
                  <a:pos x="77" y="20"/>
                </a:cxn>
                <a:cxn ang="0">
                  <a:pos x="115" y="7"/>
                </a:cxn>
                <a:cxn ang="0">
                  <a:pos x="134" y="2"/>
                </a:cxn>
                <a:cxn ang="0">
                  <a:pos x="154" y="0"/>
                </a:cxn>
                <a:cxn ang="0">
                  <a:pos x="173" y="2"/>
                </a:cxn>
                <a:cxn ang="0">
                  <a:pos x="208" y="9"/>
                </a:cxn>
                <a:cxn ang="0">
                  <a:pos x="240" y="24"/>
                </a:cxn>
                <a:cxn ang="0">
                  <a:pos x="266" y="45"/>
                </a:cxn>
                <a:cxn ang="0">
                  <a:pos x="276" y="58"/>
                </a:cxn>
                <a:cxn ang="0">
                  <a:pos x="279" y="67"/>
                </a:cxn>
                <a:cxn ang="0">
                  <a:pos x="278" y="74"/>
                </a:cxn>
                <a:cxn ang="0">
                  <a:pos x="275" y="78"/>
                </a:cxn>
                <a:cxn ang="0">
                  <a:pos x="266" y="83"/>
                </a:cxn>
                <a:cxn ang="0">
                  <a:pos x="259" y="84"/>
                </a:cxn>
                <a:cxn ang="0">
                  <a:pos x="256" y="83"/>
                </a:cxn>
                <a:cxn ang="0">
                  <a:pos x="248" y="80"/>
                </a:cxn>
                <a:cxn ang="0">
                  <a:pos x="245" y="76"/>
                </a:cxn>
                <a:cxn ang="0">
                  <a:pos x="230" y="59"/>
                </a:cxn>
                <a:cxn ang="0">
                  <a:pos x="210" y="47"/>
                </a:cxn>
                <a:cxn ang="0">
                  <a:pos x="186" y="40"/>
                </a:cxn>
                <a:cxn ang="0">
                  <a:pos x="160" y="37"/>
                </a:cxn>
                <a:cxn ang="0">
                  <a:pos x="150" y="37"/>
                </a:cxn>
                <a:cxn ang="0">
                  <a:pos x="121" y="42"/>
                </a:cxn>
                <a:cxn ang="0">
                  <a:pos x="94" y="51"/>
                </a:cxn>
                <a:cxn ang="0">
                  <a:pos x="86" y="56"/>
                </a:cxn>
                <a:cxn ang="0">
                  <a:pos x="62" y="71"/>
                </a:cxn>
                <a:cxn ang="0">
                  <a:pos x="43" y="84"/>
                </a:cxn>
                <a:cxn ang="0">
                  <a:pos x="22" y="94"/>
                </a:cxn>
                <a:cxn ang="0">
                  <a:pos x="16" y="94"/>
                </a:cxn>
              </a:cxnLst>
              <a:rect l="0" t="0" r="r" b="b"/>
              <a:pathLst>
                <a:path w="279" h="94">
                  <a:moveTo>
                    <a:pt x="16" y="94"/>
                  </a:moveTo>
                  <a:lnTo>
                    <a:pt x="16" y="94"/>
                  </a:lnTo>
                  <a:lnTo>
                    <a:pt x="13" y="94"/>
                  </a:lnTo>
                  <a:lnTo>
                    <a:pt x="9" y="93"/>
                  </a:lnTo>
                  <a:lnTo>
                    <a:pt x="5" y="90"/>
                  </a:lnTo>
                  <a:lnTo>
                    <a:pt x="2" y="85"/>
                  </a:lnTo>
                  <a:lnTo>
                    <a:pt x="0" y="79"/>
                  </a:lnTo>
                  <a:lnTo>
                    <a:pt x="0" y="79"/>
                  </a:lnTo>
                  <a:lnTo>
                    <a:pt x="0" y="74"/>
                  </a:lnTo>
                  <a:lnTo>
                    <a:pt x="2" y="68"/>
                  </a:lnTo>
                  <a:lnTo>
                    <a:pt x="3" y="66"/>
                  </a:lnTo>
                  <a:lnTo>
                    <a:pt x="6" y="62"/>
                  </a:lnTo>
                  <a:lnTo>
                    <a:pt x="8" y="60"/>
                  </a:lnTo>
                  <a:lnTo>
                    <a:pt x="13" y="59"/>
                  </a:lnTo>
                  <a:lnTo>
                    <a:pt x="13" y="59"/>
                  </a:lnTo>
                  <a:lnTo>
                    <a:pt x="18" y="57"/>
                  </a:lnTo>
                  <a:lnTo>
                    <a:pt x="22" y="54"/>
                  </a:lnTo>
                  <a:lnTo>
                    <a:pt x="31" y="46"/>
                  </a:lnTo>
                  <a:lnTo>
                    <a:pt x="31" y="46"/>
                  </a:lnTo>
                  <a:lnTo>
                    <a:pt x="38" y="41"/>
                  </a:lnTo>
                  <a:lnTo>
                    <a:pt x="46" y="36"/>
                  </a:lnTo>
                  <a:lnTo>
                    <a:pt x="46" y="36"/>
                  </a:lnTo>
                  <a:lnTo>
                    <a:pt x="60" y="28"/>
                  </a:lnTo>
                  <a:lnTo>
                    <a:pt x="60" y="28"/>
                  </a:lnTo>
                  <a:lnTo>
                    <a:pt x="77" y="20"/>
                  </a:lnTo>
                  <a:lnTo>
                    <a:pt x="77" y="20"/>
                  </a:lnTo>
                  <a:lnTo>
                    <a:pt x="95" y="13"/>
                  </a:lnTo>
                  <a:lnTo>
                    <a:pt x="115" y="7"/>
                  </a:lnTo>
                  <a:lnTo>
                    <a:pt x="124" y="4"/>
                  </a:lnTo>
                  <a:lnTo>
                    <a:pt x="134" y="2"/>
                  </a:lnTo>
                  <a:lnTo>
                    <a:pt x="144" y="0"/>
                  </a:lnTo>
                  <a:lnTo>
                    <a:pt x="154" y="0"/>
                  </a:lnTo>
                  <a:lnTo>
                    <a:pt x="154" y="0"/>
                  </a:lnTo>
                  <a:lnTo>
                    <a:pt x="173" y="2"/>
                  </a:lnTo>
                  <a:lnTo>
                    <a:pt x="191" y="5"/>
                  </a:lnTo>
                  <a:lnTo>
                    <a:pt x="208" y="9"/>
                  </a:lnTo>
                  <a:lnTo>
                    <a:pt x="224" y="16"/>
                  </a:lnTo>
                  <a:lnTo>
                    <a:pt x="240" y="24"/>
                  </a:lnTo>
                  <a:lnTo>
                    <a:pt x="253" y="34"/>
                  </a:lnTo>
                  <a:lnTo>
                    <a:pt x="266" y="45"/>
                  </a:lnTo>
                  <a:lnTo>
                    <a:pt x="276" y="58"/>
                  </a:lnTo>
                  <a:lnTo>
                    <a:pt x="276" y="58"/>
                  </a:lnTo>
                  <a:lnTo>
                    <a:pt x="278" y="62"/>
                  </a:lnTo>
                  <a:lnTo>
                    <a:pt x="279" y="67"/>
                  </a:lnTo>
                  <a:lnTo>
                    <a:pt x="279" y="70"/>
                  </a:lnTo>
                  <a:lnTo>
                    <a:pt x="278" y="74"/>
                  </a:lnTo>
                  <a:lnTo>
                    <a:pt x="278" y="74"/>
                  </a:lnTo>
                  <a:lnTo>
                    <a:pt x="275" y="78"/>
                  </a:lnTo>
                  <a:lnTo>
                    <a:pt x="271" y="81"/>
                  </a:lnTo>
                  <a:lnTo>
                    <a:pt x="266" y="83"/>
                  </a:lnTo>
                  <a:lnTo>
                    <a:pt x="259" y="84"/>
                  </a:lnTo>
                  <a:lnTo>
                    <a:pt x="259" y="84"/>
                  </a:lnTo>
                  <a:lnTo>
                    <a:pt x="259" y="84"/>
                  </a:lnTo>
                  <a:lnTo>
                    <a:pt x="256" y="83"/>
                  </a:lnTo>
                  <a:lnTo>
                    <a:pt x="252" y="82"/>
                  </a:lnTo>
                  <a:lnTo>
                    <a:pt x="248" y="80"/>
                  </a:lnTo>
                  <a:lnTo>
                    <a:pt x="245" y="76"/>
                  </a:lnTo>
                  <a:lnTo>
                    <a:pt x="245" y="76"/>
                  </a:lnTo>
                  <a:lnTo>
                    <a:pt x="238" y="67"/>
                  </a:lnTo>
                  <a:lnTo>
                    <a:pt x="230" y="59"/>
                  </a:lnTo>
                  <a:lnTo>
                    <a:pt x="220" y="52"/>
                  </a:lnTo>
                  <a:lnTo>
                    <a:pt x="210" y="47"/>
                  </a:lnTo>
                  <a:lnTo>
                    <a:pt x="199" y="43"/>
                  </a:lnTo>
                  <a:lnTo>
                    <a:pt x="186" y="40"/>
                  </a:lnTo>
                  <a:lnTo>
                    <a:pt x="174" y="38"/>
                  </a:lnTo>
                  <a:lnTo>
                    <a:pt x="160" y="37"/>
                  </a:lnTo>
                  <a:lnTo>
                    <a:pt x="160" y="37"/>
                  </a:lnTo>
                  <a:lnTo>
                    <a:pt x="150" y="37"/>
                  </a:lnTo>
                  <a:lnTo>
                    <a:pt x="141" y="38"/>
                  </a:lnTo>
                  <a:lnTo>
                    <a:pt x="121" y="42"/>
                  </a:lnTo>
                  <a:lnTo>
                    <a:pt x="102" y="48"/>
                  </a:lnTo>
                  <a:lnTo>
                    <a:pt x="94" y="51"/>
                  </a:lnTo>
                  <a:lnTo>
                    <a:pt x="86" y="56"/>
                  </a:lnTo>
                  <a:lnTo>
                    <a:pt x="86" y="56"/>
                  </a:lnTo>
                  <a:lnTo>
                    <a:pt x="74" y="64"/>
                  </a:lnTo>
                  <a:lnTo>
                    <a:pt x="62" y="71"/>
                  </a:lnTo>
                  <a:lnTo>
                    <a:pt x="62" y="71"/>
                  </a:lnTo>
                  <a:lnTo>
                    <a:pt x="43" y="84"/>
                  </a:lnTo>
                  <a:lnTo>
                    <a:pt x="32" y="90"/>
                  </a:lnTo>
                  <a:lnTo>
                    <a:pt x="22" y="94"/>
                  </a:lnTo>
                  <a:lnTo>
                    <a:pt x="22" y="94"/>
                  </a:lnTo>
                  <a:lnTo>
                    <a:pt x="16" y="94"/>
                  </a:lnTo>
                  <a:lnTo>
                    <a:pt x="16" y="9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grpSp>
        <p:nvGrpSpPr>
          <p:cNvPr id="23" name="组合 22"/>
          <p:cNvGrpSpPr/>
          <p:nvPr/>
        </p:nvGrpSpPr>
        <p:grpSpPr>
          <a:xfrm>
            <a:off x="1461473" y="1974795"/>
            <a:ext cx="602668" cy="589740"/>
            <a:chOff x="2159000" y="1141413"/>
            <a:chExt cx="739775" cy="723900"/>
          </a:xfrm>
          <a:solidFill>
            <a:schemeClr val="tx1"/>
          </a:solidFill>
        </p:grpSpPr>
        <p:sp>
          <p:nvSpPr>
            <p:cNvPr id="24" name="Freeform 832"/>
            <p:cNvSpPr/>
            <p:nvPr/>
          </p:nvSpPr>
          <p:spPr bwMode="auto">
            <a:xfrm>
              <a:off x="2216150" y="1428750"/>
              <a:ext cx="14288" cy="63500"/>
            </a:xfrm>
            <a:custGeom>
              <a:avLst/>
              <a:gdLst/>
              <a:ahLst/>
              <a:cxnLst>
                <a:cxn ang="0">
                  <a:pos x="27" y="4"/>
                </a:cxn>
                <a:cxn ang="0">
                  <a:pos x="27" y="4"/>
                </a:cxn>
                <a:cxn ang="0">
                  <a:pos x="27" y="2"/>
                </a:cxn>
                <a:cxn ang="0">
                  <a:pos x="26" y="1"/>
                </a:cxn>
                <a:cxn ang="0">
                  <a:pos x="25" y="0"/>
                </a:cxn>
                <a:cxn ang="0">
                  <a:pos x="23" y="0"/>
                </a:cxn>
                <a:cxn ang="0">
                  <a:pos x="21" y="0"/>
                </a:cxn>
                <a:cxn ang="0">
                  <a:pos x="20" y="1"/>
                </a:cxn>
                <a:cxn ang="0">
                  <a:pos x="19" y="2"/>
                </a:cxn>
                <a:cxn ang="0">
                  <a:pos x="18" y="4"/>
                </a:cxn>
                <a:cxn ang="0">
                  <a:pos x="18" y="4"/>
                </a:cxn>
                <a:cxn ang="0">
                  <a:pos x="17" y="22"/>
                </a:cxn>
                <a:cxn ang="0">
                  <a:pos x="14" y="39"/>
                </a:cxn>
                <a:cxn ang="0">
                  <a:pos x="9" y="56"/>
                </a:cxn>
                <a:cxn ang="0">
                  <a:pos x="4" y="73"/>
                </a:cxn>
                <a:cxn ang="0">
                  <a:pos x="4" y="73"/>
                </a:cxn>
                <a:cxn ang="0">
                  <a:pos x="2" y="84"/>
                </a:cxn>
                <a:cxn ang="0">
                  <a:pos x="1" y="95"/>
                </a:cxn>
                <a:cxn ang="0">
                  <a:pos x="0" y="100"/>
                </a:cxn>
                <a:cxn ang="0">
                  <a:pos x="1" y="106"/>
                </a:cxn>
                <a:cxn ang="0">
                  <a:pos x="2" y="111"/>
                </a:cxn>
                <a:cxn ang="0">
                  <a:pos x="4" y="116"/>
                </a:cxn>
                <a:cxn ang="0">
                  <a:pos x="4" y="116"/>
                </a:cxn>
                <a:cxn ang="0">
                  <a:pos x="5" y="117"/>
                </a:cxn>
                <a:cxn ang="0">
                  <a:pos x="7" y="118"/>
                </a:cxn>
                <a:cxn ang="0">
                  <a:pos x="8" y="118"/>
                </a:cxn>
                <a:cxn ang="0">
                  <a:pos x="10" y="118"/>
                </a:cxn>
                <a:cxn ang="0">
                  <a:pos x="12" y="116"/>
                </a:cxn>
                <a:cxn ang="0">
                  <a:pos x="13" y="115"/>
                </a:cxn>
                <a:cxn ang="0">
                  <a:pos x="14" y="113"/>
                </a:cxn>
                <a:cxn ang="0">
                  <a:pos x="13" y="111"/>
                </a:cxn>
                <a:cxn ang="0">
                  <a:pos x="13" y="111"/>
                </a:cxn>
                <a:cxn ang="0">
                  <a:pos x="10" y="104"/>
                </a:cxn>
                <a:cxn ang="0">
                  <a:pos x="9" y="97"/>
                </a:cxn>
                <a:cxn ang="0">
                  <a:pos x="10" y="91"/>
                </a:cxn>
                <a:cxn ang="0">
                  <a:pos x="12" y="83"/>
                </a:cxn>
                <a:cxn ang="0">
                  <a:pos x="16" y="68"/>
                </a:cxn>
                <a:cxn ang="0">
                  <a:pos x="20" y="56"/>
                </a:cxn>
                <a:cxn ang="0">
                  <a:pos x="20" y="56"/>
                </a:cxn>
                <a:cxn ang="0">
                  <a:pos x="23" y="44"/>
                </a:cxn>
                <a:cxn ang="0">
                  <a:pos x="26" y="30"/>
                </a:cxn>
                <a:cxn ang="0">
                  <a:pos x="27" y="4"/>
                </a:cxn>
                <a:cxn ang="0">
                  <a:pos x="27" y="4"/>
                </a:cxn>
              </a:cxnLst>
              <a:rect l="0" t="0" r="r" b="b"/>
              <a:pathLst>
                <a:path w="27" h="118">
                  <a:moveTo>
                    <a:pt x="27" y="4"/>
                  </a:moveTo>
                  <a:lnTo>
                    <a:pt x="27" y="4"/>
                  </a:lnTo>
                  <a:lnTo>
                    <a:pt x="27" y="2"/>
                  </a:lnTo>
                  <a:lnTo>
                    <a:pt x="26" y="1"/>
                  </a:lnTo>
                  <a:lnTo>
                    <a:pt x="25" y="0"/>
                  </a:lnTo>
                  <a:lnTo>
                    <a:pt x="23" y="0"/>
                  </a:lnTo>
                  <a:lnTo>
                    <a:pt x="21" y="0"/>
                  </a:lnTo>
                  <a:lnTo>
                    <a:pt x="20" y="1"/>
                  </a:lnTo>
                  <a:lnTo>
                    <a:pt x="19" y="2"/>
                  </a:lnTo>
                  <a:lnTo>
                    <a:pt x="18" y="4"/>
                  </a:lnTo>
                  <a:lnTo>
                    <a:pt x="18" y="4"/>
                  </a:lnTo>
                  <a:lnTo>
                    <a:pt x="17" y="22"/>
                  </a:lnTo>
                  <a:lnTo>
                    <a:pt x="14" y="39"/>
                  </a:lnTo>
                  <a:lnTo>
                    <a:pt x="9" y="56"/>
                  </a:lnTo>
                  <a:lnTo>
                    <a:pt x="4" y="73"/>
                  </a:lnTo>
                  <a:lnTo>
                    <a:pt x="4" y="73"/>
                  </a:lnTo>
                  <a:lnTo>
                    <a:pt x="2" y="84"/>
                  </a:lnTo>
                  <a:lnTo>
                    <a:pt x="1" y="95"/>
                  </a:lnTo>
                  <a:lnTo>
                    <a:pt x="0" y="100"/>
                  </a:lnTo>
                  <a:lnTo>
                    <a:pt x="1" y="106"/>
                  </a:lnTo>
                  <a:lnTo>
                    <a:pt x="2" y="111"/>
                  </a:lnTo>
                  <a:lnTo>
                    <a:pt x="4" y="116"/>
                  </a:lnTo>
                  <a:lnTo>
                    <a:pt x="4" y="116"/>
                  </a:lnTo>
                  <a:lnTo>
                    <a:pt x="5" y="117"/>
                  </a:lnTo>
                  <a:lnTo>
                    <a:pt x="7" y="118"/>
                  </a:lnTo>
                  <a:lnTo>
                    <a:pt x="8" y="118"/>
                  </a:lnTo>
                  <a:lnTo>
                    <a:pt x="10" y="118"/>
                  </a:lnTo>
                  <a:lnTo>
                    <a:pt x="12" y="116"/>
                  </a:lnTo>
                  <a:lnTo>
                    <a:pt x="13" y="115"/>
                  </a:lnTo>
                  <a:lnTo>
                    <a:pt x="14" y="113"/>
                  </a:lnTo>
                  <a:lnTo>
                    <a:pt x="13" y="111"/>
                  </a:lnTo>
                  <a:lnTo>
                    <a:pt x="13" y="111"/>
                  </a:lnTo>
                  <a:lnTo>
                    <a:pt x="10" y="104"/>
                  </a:lnTo>
                  <a:lnTo>
                    <a:pt x="9" y="97"/>
                  </a:lnTo>
                  <a:lnTo>
                    <a:pt x="10" y="91"/>
                  </a:lnTo>
                  <a:lnTo>
                    <a:pt x="12" y="83"/>
                  </a:lnTo>
                  <a:lnTo>
                    <a:pt x="16" y="68"/>
                  </a:lnTo>
                  <a:lnTo>
                    <a:pt x="20" y="56"/>
                  </a:lnTo>
                  <a:lnTo>
                    <a:pt x="20" y="56"/>
                  </a:lnTo>
                  <a:lnTo>
                    <a:pt x="23" y="44"/>
                  </a:lnTo>
                  <a:lnTo>
                    <a:pt x="26" y="30"/>
                  </a:lnTo>
                  <a:lnTo>
                    <a:pt x="27" y="4"/>
                  </a:lnTo>
                  <a:lnTo>
                    <a:pt x="27"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 name="Freeform 833"/>
            <p:cNvSpPr/>
            <p:nvPr/>
          </p:nvSpPr>
          <p:spPr bwMode="auto">
            <a:xfrm>
              <a:off x="2251075" y="1462088"/>
              <a:ext cx="9525" cy="53975"/>
            </a:xfrm>
            <a:custGeom>
              <a:avLst/>
              <a:gdLst/>
              <a:ahLst/>
              <a:cxnLst>
                <a:cxn ang="0">
                  <a:pos x="20" y="5"/>
                </a:cxn>
                <a:cxn ang="0">
                  <a:pos x="20" y="5"/>
                </a:cxn>
                <a:cxn ang="0">
                  <a:pos x="19" y="3"/>
                </a:cxn>
                <a:cxn ang="0">
                  <a:pos x="18" y="1"/>
                </a:cxn>
                <a:cxn ang="0">
                  <a:pos x="17" y="1"/>
                </a:cxn>
                <a:cxn ang="0">
                  <a:pos x="15" y="0"/>
                </a:cxn>
                <a:cxn ang="0">
                  <a:pos x="13" y="1"/>
                </a:cxn>
                <a:cxn ang="0">
                  <a:pos x="12" y="1"/>
                </a:cxn>
                <a:cxn ang="0">
                  <a:pos x="11" y="3"/>
                </a:cxn>
                <a:cxn ang="0">
                  <a:pos x="10" y="5"/>
                </a:cxn>
                <a:cxn ang="0">
                  <a:pos x="10" y="55"/>
                </a:cxn>
                <a:cxn ang="0">
                  <a:pos x="10" y="55"/>
                </a:cxn>
                <a:cxn ang="0">
                  <a:pos x="10" y="61"/>
                </a:cxn>
                <a:cxn ang="0">
                  <a:pos x="8" y="66"/>
                </a:cxn>
                <a:cxn ang="0">
                  <a:pos x="5" y="78"/>
                </a:cxn>
                <a:cxn ang="0">
                  <a:pos x="2" y="88"/>
                </a:cxn>
                <a:cxn ang="0">
                  <a:pos x="0" y="100"/>
                </a:cxn>
                <a:cxn ang="0">
                  <a:pos x="0" y="100"/>
                </a:cxn>
                <a:cxn ang="0">
                  <a:pos x="0" y="101"/>
                </a:cxn>
                <a:cxn ang="0">
                  <a:pos x="1" y="103"/>
                </a:cxn>
                <a:cxn ang="0">
                  <a:pos x="3" y="104"/>
                </a:cxn>
                <a:cxn ang="0">
                  <a:pos x="4" y="104"/>
                </a:cxn>
                <a:cxn ang="0">
                  <a:pos x="8" y="103"/>
                </a:cxn>
                <a:cxn ang="0">
                  <a:pos x="10" y="101"/>
                </a:cxn>
                <a:cxn ang="0">
                  <a:pos x="10" y="100"/>
                </a:cxn>
                <a:cxn ang="0">
                  <a:pos x="10" y="100"/>
                </a:cxn>
                <a:cxn ang="0">
                  <a:pos x="12" y="90"/>
                </a:cxn>
                <a:cxn ang="0">
                  <a:pos x="15" y="81"/>
                </a:cxn>
                <a:cxn ang="0">
                  <a:pos x="18" y="71"/>
                </a:cxn>
                <a:cxn ang="0">
                  <a:pos x="20" y="62"/>
                </a:cxn>
                <a:cxn ang="0">
                  <a:pos x="20" y="62"/>
                </a:cxn>
                <a:cxn ang="0">
                  <a:pos x="20" y="48"/>
                </a:cxn>
                <a:cxn ang="0">
                  <a:pos x="20" y="33"/>
                </a:cxn>
                <a:cxn ang="0">
                  <a:pos x="20" y="5"/>
                </a:cxn>
                <a:cxn ang="0">
                  <a:pos x="20" y="5"/>
                </a:cxn>
              </a:cxnLst>
              <a:rect l="0" t="0" r="r" b="b"/>
              <a:pathLst>
                <a:path w="20" h="104">
                  <a:moveTo>
                    <a:pt x="20" y="5"/>
                  </a:moveTo>
                  <a:lnTo>
                    <a:pt x="20" y="5"/>
                  </a:lnTo>
                  <a:lnTo>
                    <a:pt x="19" y="3"/>
                  </a:lnTo>
                  <a:lnTo>
                    <a:pt x="18" y="1"/>
                  </a:lnTo>
                  <a:lnTo>
                    <a:pt x="17" y="1"/>
                  </a:lnTo>
                  <a:lnTo>
                    <a:pt x="15" y="0"/>
                  </a:lnTo>
                  <a:lnTo>
                    <a:pt x="13" y="1"/>
                  </a:lnTo>
                  <a:lnTo>
                    <a:pt x="12" y="1"/>
                  </a:lnTo>
                  <a:lnTo>
                    <a:pt x="11" y="3"/>
                  </a:lnTo>
                  <a:lnTo>
                    <a:pt x="10" y="5"/>
                  </a:lnTo>
                  <a:lnTo>
                    <a:pt x="10" y="55"/>
                  </a:lnTo>
                  <a:lnTo>
                    <a:pt x="10" y="55"/>
                  </a:lnTo>
                  <a:lnTo>
                    <a:pt x="10" y="61"/>
                  </a:lnTo>
                  <a:lnTo>
                    <a:pt x="8" y="66"/>
                  </a:lnTo>
                  <a:lnTo>
                    <a:pt x="5" y="78"/>
                  </a:lnTo>
                  <a:lnTo>
                    <a:pt x="2" y="88"/>
                  </a:lnTo>
                  <a:lnTo>
                    <a:pt x="0" y="100"/>
                  </a:lnTo>
                  <a:lnTo>
                    <a:pt x="0" y="100"/>
                  </a:lnTo>
                  <a:lnTo>
                    <a:pt x="0" y="101"/>
                  </a:lnTo>
                  <a:lnTo>
                    <a:pt x="1" y="103"/>
                  </a:lnTo>
                  <a:lnTo>
                    <a:pt x="3" y="104"/>
                  </a:lnTo>
                  <a:lnTo>
                    <a:pt x="4" y="104"/>
                  </a:lnTo>
                  <a:lnTo>
                    <a:pt x="8" y="103"/>
                  </a:lnTo>
                  <a:lnTo>
                    <a:pt x="10" y="101"/>
                  </a:lnTo>
                  <a:lnTo>
                    <a:pt x="10" y="100"/>
                  </a:lnTo>
                  <a:lnTo>
                    <a:pt x="10" y="100"/>
                  </a:lnTo>
                  <a:lnTo>
                    <a:pt x="12" y="90"/>
                  </a:lnTo>
                  <a:lnTo>
                    <a:pt x="15" y="81"/>
                  </a:lnTo>
                  <a:lnTo>
                    <a:pt x="18" y="71"/>
                  </a:lnTo>
                  <a:lnTo>
                    <a:pt x="20" y="62"/>
                  </a:lnTo>
                  <a:lnTo>
                    <a:pt x="20" y="62"/>
                  </a:lnTo>
                  <a:lnTo>
                    <a:pt x="20" y="48"/>
                  </a:lnTo>
                  <a:lnTo>
                    <a:pt x="20" y="33"/>
                  </a:lnTo>
                  <a:lnTo>
                    <a:pt x="20" y="5"/>
                  </a:lnTo>
                  <a:lnTo>
                    <a:pt x="2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 name="Freeform 834"/>
            <p:cNvSpPr/>
            <p:nvPr/>
          </p:nvSpPr>
          <p:spPr bwMode="auto">
            <a:xfrm>
              <a:off x="2278063" y="1493838"/>
              <a:ext cx="9525" cy="58738"/>
            </a:xfrm>
            <a:custGeom>
              <a:avLst/>
              <a:gdLst/>
              <a:ahLst/>
              <a:cxnLst>
                <a:cxn ang="0">
                  <a:pos x="9" y="4"/>
                </a:cxn>
                <a:cxn ang="0">
                  <a:pos x="9" y="4"/>
                </a:cxn>
                <a:cxn ang="0">
                  <a:pos x="7" y="30"/>
                </a:cxn>
                <a:cxn ang="0">
                  <a:pos x="4" y="55"/>
                </a:cxn>
                <a:cxn ang="0">
                  <a:pos x="1" y="80"/>
                </a:cxn>
                <a:cxn ang="0">
                  <a:pos x="0" y="104"/>
                </a:cxn>
                <a:cxn ang="0">
                  <a:pos x="0" y="104"/>
                </a:cxn>
                <a:cxn ang="0">
                  <a:pos x="0" y="106"/>
                </a:cxn>
                <a:cxn ang="0">
                  <a:pos x="1" y="107"/>
                </a:cxn>
                <a:cxn ang="0">
                  <a:pos x="3" y="109"/>
                </a:cxn>
                <a:cxn ang="0">
                  <a:pos x="4" y="109"/>
                </a:cxn>
                <a:cxn ang="0">
                  <a:pos x="6" y="109"/>
                </a:cxn>
                <a:cxn ang="0">
                  <a:pos x="7" y="107"/>
                </a:cxn>
                <a:cxn ang="0">
                  <a:pos x="8" y="106"/>
                </a:cxn>
                <a:cxn ang="0">
                  <a:pos x="9" y="104"/>
                </a:cxn>
                <a:cxn ang="0">
                  <a:pos x="9" y="104"/>
                </a:cxn>
                <a:cxn ang="0">
                  <a:pos x="10" y="80"/>
                </a:cxn>
                <a:cxn ang="0">
                  <a:pos x="13" y="55"/>
                </a:cxn>
                <a:cxn ang="0">
                  <a:pos x="16" y="30"/>
                </a:cxn>
                <a:cxn ang="0">
                  <a:pos x="18" y="4"/>
                </a:cxn>
                <a:cxn ang="0">
                  <a:pos x="18" y="4"/>
                </a:cxn>
                <a:cxn ang="0">
                  <a:pos x="18" y="2"/>
                </a:cxn>
                <a:cxn ang="0">
                  <a:pos x="17" y="1"/>
                </a:cxn>
                <a:cxn ang="0">
                  <a:pos x="15" y="0"/>
                </a:cxn>
                <a:cxn ang="0">
                  <a:pos x="14" y="0"/>
                </a:cxn>
                <a:cxn ang="0">
                  <a:pos x="12" y="0"/>
                </a:cxn>
                <a:cxn ang="0">
                  <a:pos x="10" y="1"/>
                </a:cxn>
                <a:cxn ang="0">
                  <a:pos x="9" y="2"/>
                </a:cxn>
                <a:cxn ang="0">
                  <a:pos x="9" y="4"/>
                </a:cxn>
                <a:cxn ang="0">
                  <a:pos x="9" y="4"/>
                </a:cxn>
              </a:cxnLst>
              <a:rect l="0" t="0" r="r" b="b"/>
              <a:pathLst>
                <a:path w="18" h="109">
                  <a:moveTo>
                    <a:pt x="9" y="4"/>
                  </a:moveTo>
                  <a:lnTo>
                    <a:pt x="9" y="4"/>
                  </a:lnTo>
                  <a:lnTo>
                    <a:pt x="7" y="30"/>
                  </a:lnTo>
                  <a:lnTo>
                    <a:pt x="4" y="55"/>
                  </a:lnTo>
                  <a:lnTo>
                    <a:pt x="1" y="80"/>
                  </a:lnTo>
                  <a:lnTo>
                    <a:pt x="0" y="104"/>
                  </a:lnTo>
                  <a:lnTo>
                    <a:pt x="0" y="104"/>
                  </a:lnTo>
                  <a:lnTo>
                    <a:pt x="0" y="106"/>
                  </a:lnTo>
                  <a:lnTo>
                    <a:pt x="1" y="107"/>
                  </a:lnTo>
                  <a:lnTo>
                    <a:pt x="3" y="109"/>
                  </a:lnTo>
                  <a:lnTo>
                    <a:pt x="4" y="109"/>
                  </a:lnTo>
                  <a:lnTo>
                    <a:pt x="6" y="109"/>
                  </a:lnTo>
                  <a:lnTo>
                    <a:pt x="7" y="107"/>
                  </a:lnTo>
                  <a:lnTo>
                    <a:pt x="8" y="106"/>
                  </a:lnTo>
                  <a:lnTo>
                    <a:pt x="9" y="104"/>
                  </a:lnTo>
                  <a:lnTo>
                    <a:pt x="9" y="104"/>
                  </a:lnTo>
                  <a:lnTo>
                    <a:pt x="10" y="80"/>
                  </a:lnTo>
                  <a:lnTo>
                    <a:pt x="13" y="55"/>
                  </a:lnTo>
                  <a:lnTo>
                    <a:pt x="16" y="30"/>
                  </a:lnTo>
                  <a:lnTo>
                    <a:pt x="18" y="4"/>
                  </a:lnTo>
                  <a:lnTo>
                    <a:pt x="18" y="4"/>
                  </a:lnTo>
                  <a:lnTo>
                    <a:pt x="18" y="2"/>
                  </a:lnTo>
                  <a:lnTo>
                    <a:pt x="17" y="1"/>
                  </a:lnTo>
                  <a:lnTo>
                    <a:pt x="15" y="0"/>
                  </a:lnTo>
                  <a:lnTo>
                    <a:pt x="14" y="0"/>
                  </a:lnTo>
                  <a:lnTo>
                    <a:pt x="12" y="0"/>
                  </a:lnTo>
                  <a:lnTo>
                    <a:pt x="10" y="1"/>
                  </a:lnTo>
                  <a:lnTo>
                    <a:pt x="9" y="2"/>
                  </a:lnTo>
                  <a:lnTo>
                    <a:pt x="9" y="4"/>
                  </a:lnTo>
                  <a:lnTo>
                    <a:pt x="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 name="Freeform 835"/>
            <p:cNvSpPr/>
            <p:nvPr/>
          </p:nvSpPr>
          <p:spPr bwMode="auto">
            <a:xfrm>
              <a:off x="2308225" y="1528763"/>
              <a:ext cx="12700" cy="55563"/>
            </a:xfrm>
            <a:custGeom>
              <a:avLst/>
              <a:gdLst/>
              <a:ahLst/>
              <a:cxnLst>
                <a:cxn ang="0">
                  <a:pos x="14" y="5"/>
                </a:cxn>
                <a:cxn ang="0">
                  <a:pos x="14" y="5"/>
                </a:cxn>
                <a:cxn ang="0">
                  <a:pos x="13" y="17"/>
                </a:cxn>
                <a:cxn ang="0">
                  <a:pos x="12" y="29"/>
                </a:cxn>
                <a:cxn ang="0">
                  <a:pos x="8" y="52"/>
                </a:cxn>
                <a:cxn ang="0">
                  <a:pos x="4" y="76"/>
                </a:cxn>
                <a:cxn ang="0">
                  <a:pos x="0" y="98"/>
                </a:cxn>
                <a:cxn ang="0">
                  <a:pos x="0" y="98"/>
                </a:cxn>
                <a:cxn ang="0">
                  <a:pos x="0" y="100"/>
                </a:cxn>
                <a:cxn ang="0">
                  <a:pos x="1" y="102"/>
                </a:cxn>
                <a:cxn ang="0">
                  <a:pos x="4" y="105"/>
                </a:cxn>
                <a:cxn ang="0">
                  <a:pos x="5" y="105"/>
                </a:cxn>
                <a:cxn ang="0">
                  <a:pos x="7" y="105"/>
                </a:cxn>
                <a:cxn ang="0">
                  <a:pos x="8" y="102"/>
                </a:cxn>
                <a:cxn ang="0">
                  <a:pos x="9" y="101"/>
                </a:cxn>
                <a:cxn ang="0">
                  <a:pos x="9" y="101"/>
                </a:cxn>
                <a:cxn ang="0">
                  <a:pos x="13" y="77"/>
                </a:cxn>
                <a:cxn ang="0">
                  <a:pos x="17" y="53"/>
                </a:cxn>
                <a:cxn ang="0">
                  <a:pos x="21" y="29"/>
                </a:cxn>
                <a:cxn ang="0">
                  <a:pos x="22" y="17"/>
                </a:cxn>
                <a:cxn ang="0">
                  <a:pos x="23" y="5"/>
                </a:cxn>
                <a:cxn ang="0">
                  <a:pos x="23" y="5"/>
                </a:cxn>
                <a:cxn ang="0">
                  <a:pos x="22" y="3"/>
                </a:cxn>
                <a:cxn ang="0">
                  <a:pos x="21" y="1"/>
                </a:cxn>
                <a:cxn ang="0">
                  <a:pos x="20" y="0"/>
                </a:cxn>
                <a:cxn ang="0">
                  <a:pos x="18" y="0"/>
                </a:cxn>
                <a:cxn ang="0">
                  <a:pos x="17" y="0"/>
                </a:cxn>
                <a:cxn ang="0">
                  <a:pos x="15" y="1"/>
                </a:cxn>
                <a:cxn ang="0">
                  <a:pos x="14" y="3"/>
                </a:cxn>
                <a:cxn ang="0">
                  <a:pos x="14" y="5"/>
                </a:cxn>
                <a:cxn ang="0">
                  <a:pos x="14" y="5"/>
                </a:cxn>
              </a:cxnLst>
              <a:rect l="0" t="0" r="r" b="b"/>
              <a:pathLst>
                <a:path w="23" h="105">
                  <a:moveTo>
                    <a:pt x="14" y="5"/>
                  </a:moveTo>
                  <a:lnTo>
                    <a:pt x="14" y="5"/>
                  </a:lnTo>
                  <a:lnTo>
                    <a:pt x="13" y="17"/>
                  </a:lnTo>
                  <a:lnTo>
                    <a:pt x="12" y="29"/>
                  </a:lnTo>
                  <a:lnTo>
                    <a:pt x="8" y="52"/>
                  </a:lnTo>
                  <a:lnTo>
                    <a:pt x="4" y="76"/>
                  </a:lnTo>
                  <a:lnTo>
                    <a:pt x="0" y="98"/>
                  </a:lnTo>
                  <a:lnTo>
                    <a:pt x="0" y="98"/>
                  </a:lnTo>
                  <a:lnTo>
                    <a:pt x="0" y="100"/>
                  </a:lnTo>
                  <a:lnTo>
                    <a:pt x="1" y="102"/>
                  </a:lnTo>
                  <a:lnTo>
                    <a:pt x="4" y="105"/>
                  </a:lnTo>
                  <a:lnTo>
                    <a:pt x="5" y="105"/>
                  </a:lnTo>
                  <a:lnTo>
                    <a:pt x="7" y="105"/>
                  </a:lnTo>
                  <a:lnTo>
                    <a:pt x="8" y="102"/>
                  </a:lnTo>
                  <a:lnTo>
                    <a:pt x="9" y="101"/>
                  </a:lnTo>
                  <a:lnTo>
                    <a:pt x="9" y="101"/>
                  </a:lnTo>
                  <a:lnTo>
                    <a:pt x="13" y="77"/>
                  </a:lnTo>
                  <a:lnTo>
                    <a:pt x="17" y="53"/>
                  </a:lnTo>
                  <a:lnTo>
                    <a:pt x="21" y="29"/>
                  </a:lnTo>
                  <a:lnTo>
                    <a:pt x="22" y="17"/>
                  </a:lnTo>
                  <a:lnTo>
                    <a:pt x="23" y="5"/>
                  </a:lnTo>
                  <a:lnTo>
                    <a:pt x="23" y="5"/>
                  </a:lnTo>
                  <a:lnTo>
                    <a:pt x="22" y="3"/>
                  </a:lnTo>
                  <a:lnTo>
                    <a:pt x="21" y="1"/>
                  </a:lnTo>
                  <a:lnTo>
                    <a:pt x="20" y="0"/>
                  </a:lnTo>
                  <a:lnTo>
                    <a:pt x="18" y="0"/>
                  </a:lnTo>
                  <a:lnTo>
                    <a:pt x="17" y="0"/>
                  </a:lnTo>
                  <a:lnTo>
                    <a:pt x="15" y="1"/>
                  </a:lnTo>
                  <a:lnTo>
                    <a:pt x="14" y="3"/>
                  </a:lnTo>
                  <a:lnTo>
                    <a:pt x="14" y="5"/>
                  </a:lnTo>
                  <a:lnTo>
                    <a:pt x="14"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 name="Freeform 836"/>
            <p:cNvSpPr/>
            <p:nvPr/>
          </p:nvSpPr>
          <p:spPr bwMode="auto">
            <a:xfrm>
              <a:off x="2328863" y="1558925"/>
              <a:ext cx="14288" cy="52388"/>
            </a:xfrm>
            <a:custGeom>
              <a:avLst/>
              <a:gdLst/>
              <a:ahLst/>
              <a:cxnLst>
                <a:cxn ang="0">
                  <a:pos x="19" y="5"/>
                </a:cxn>
                <a:cxn ang="0">
                  <a:pos x="19" y="5"/>
                </a:cxn>
                <a:cxn ang="0">
                  <a:pos x="17" y="17"/>
                </a:cxn>
                <a:cxn ang="0">
                  <a:pos x="15" y="28"/>
                </a:cxn>
                <a:cxn ang="0">
                  <a:pos x="10" y="50"/>
                </a:cxn>
                <a:cxn ang="0">
                  <a:pos x="5" y="71"/>
                </a:cxn>
                <a:cxn ang="0">
                  <a:pos x="0" y="94"/>
                </a:cxn>
                <a:cxn ang="0">
                  <a:pos x="0" y="94"/>
                </a:cxn>
                <a:cxn ang="0">
                  <a:pos x="0" y="96"/>
                </a:cxn>
                <a:cxn ang="0">
                  <a:pos x="0" y="97"/>
                </a:cxn>
                <a:cxn ang="0">
                  <a:pos x="3" y="99"/>
                </a:cxn>
                <a:cxn ang="0">
                  <a:pos x="5" y="99"/>
                </a:cxn>
                <a:cxn ang="0">
                  <a:pos x="7" y="99"/>
                </a:cxn>
                <a:cxn ang="0">
                  <a:pos x="8" y="98"/>
                </a:cxn>
                <a:cxn ang="0">
                  <a:pos x="8" y="96"/>
                </a:cxn>
                <a:cxn ang="0">
                  <a:pos x="8" y="96"/>
                </a:cxn>
                <a:cxn ang="0">
                  <a:pos x="14" y="73"/>
                </a:cxn>
                <a:cxn ang="0">
                  <a:pos x="20" y="51"/>
                </a:cxn>
                <a:cxn ang="0">
                  <a:pos x="26" y="28"/>
                </a:cxn>
                <a:cxn ang="0">
                  <a:pos x="27" y="17"/>
                </a:cxn>
                <a:cxn ang="0">
                  <a:pos x="28" y="5"/>
                </a:cxn>
                <a:cxn ang="0">
                  <a:pos x="28" y="5"/>
                </a:cxn>
                <a:cxn ang="0">
                  <a:pos x="28" y="3"/>
                </a:cxn>
                <a:cxn ang="0">
                  <a:pos x="27" y="1"/>
                </a:cxn>
                <a:cxn ang="0">
                  <a:pos x="25" y="1"/>
                </a:cxn>
                <a:cxn ang="0">
                  <a:pos x="24" y="0"/>
                </a:cxn>
                <a:cxn ang="0">
                  <a:pos x="22" y="1"/>
                </a:cxn>
                <a:cxn ang="0">
                  <a:pos x="20" y="1"/>
                </a:cxn>
                <a:cxn ang="0">
                  <a:pos x="19" y="3"/>
                </a:cxn>
                <a:cxn ang="0">
                  <a:pos x="19" y="5"/>
                </a:cxn>
                <a:cxn ang="0">
                  <a:pos x="19" y="5"/>
                </a:cxn>
              </a:cxnLst>
              <a:rect l="0" t="0" r="r" b="b"/>
              <a:pathLst>
                <a:path w="28" h="99">
                  <a:moveTo>
                    <a:pt x="19" y="5"/>
                  </a:moveTo>
                  <a:lnTo>
                    <a:pt x="19" y="5"/>
                  </a:lnTo>
                  <a:lnTo>
                    <a:pt x="17" y="17"/>
                  </a:lnTo>
                  <a:lnTo>
                    <a:pt x="15" y="28"/>
                  </a:lnTo>
                  <a:lnTo>
                    <a:pt x="10" y="50"/>
                  </a:lnTo>
                  <a:lnTo>
                    <a:pt x="5" y="71"/>
                  </a:lnTo>
                  <a:lnTo>
                    <a:pt x="0" y="94"/>
                  </a:lnTo>
                  <a:lnTo>
                    <a:pt x="0" y="94"/>
                  </a:lnTo>
                  <a:lnTo>
                    <a:pt x="0" y="96"/>
                  </a:lnTo>
                  <a:lnTo>
                    <a:pt x="0" y="97"/>
                  </a:lnTo>
                  <a:lnTo>
                    <a:pt x="3" y="99"/>
                  </a:lnTo>
                  <a:lnTo>
                    <a:pt x="5" y="99"/>
                  </a:lnTo>
                  <a:lnTo>
                    <a:pt x="7" y="99"/>
                  </a:lnTo>
                  <a:lnTo>
                    <a:pt x="8" y="98"/>
                  </a:lnTo>
                  <a:lnTo>
                    <a:pt x="8" y="96"/>
                  </a:lnTo>
                  <a:lnTo>
                    <a:pt x="8" y="96"/>
                  </a:lnTo>
                  <a:lnTo>
                    <a:pt x="14" y="73"/>
                  </a:lnTo>
                  <a:lnTo>
                    <a:pt x="20" y="51"/>
                  </a:lnTo>
                  <a:lnTo>
                    <a:pt x="26" y="28"/>
                  </a:lnTo>
                  <a:lnTo>
                    <a:pt x="27" y="17"/>
                  </a:lnTo>
                  <a:lnTo>
                    <a:pt x="28" y="5"/>
                  </a:lnTo>
                  <a:lnTo>
                    <a:pt x="28" y="5"/>
                  </a:lnTo>
                  <a:lnTo>
                    <a:pt x="28" y="3"/>
                  </a:lnTo>
                  <a:lnTo>
                    <a:pt x="27" y="1"/>
                  </a:lnTo>
                  <a:lnTo>
                    <a:pt x="25" y="1"/>
                  </a:lnTo>
                  <a:lnTo>
                    <a:pt x="24" y="0"/>
                  </a:lnTo>
                  <a:lnTo>
                    <a:pt x="22" y="1"/>
                  </a:lnTo>
                  <a:lnTo>
                    <a:pt x="20" y="1"/>
                  </a:lnTo>
                  <a:lnTo>
                    <a:pt x="19" y="3"/>
                  </a:lnTo>
                  <a:lnTo>
                    <a:pt x="19" y="5"/>
                  </a:lnTo>
                  <a:lnTo>
                    <a:pt x="1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 name="Freeform 837"/>
            <p:cNvSpPr/>
            <p:nvPr/>
          </p:nvSpPr>
          <p:spPr bwMode="auto">
            <a:xfrm>
              <a:off x="2359025" y="1576388"/>
              <a:ext cx="22225" cy="63500"/>
            </a:xfrm>
            <a:custGeom>
              <a:avLst/>
              <a:gdLst/>
              <a:ahLst/>
              <a:cxnLst>
                <a:cxn ang="0">
                  <a:pos x="34" y="3"/>
                </a:cxn>
                <a:cxn ang="0">
                  <a:pos x="34" y="3"/>
                </a:cxn>
                <a:cxn ang="0">
                  <a:pos x="31" y="10"/>
                </a:cxn>
                <a:cxn ang="0">
                  <a:pos x="28" y="18"/>
                </a:cxn>
                <a:cxn ang="0">
                  <a:pos x="23" y="33"/>
                </a:cxn>
                <a:cxn ang="0">
                  <a:pos x="20" y="49"/>
                </a:cxn>
                <a:cxn ang="0">
                  <a:pos x="16" y="65"/>
                </a:cxn>
                <a:cxn ang="0">
                  <a:pos x="16" y="65"/>
                </a:cxn>
                <a:cxn ang="0">
                  <a:pos x="9" y="89"/>
                </a:cxn>
                <a:cxn ang="0">
                  <a:pos x="1" y="113"/>
                </a:cxn>
                <a:cxn ang="0">
                  <a:pos x="1" y="113"/>
                </a:cxn>
                <a:cxn ang="0">
                  <a:pos x="0" y="115"/>
                </a:cxn>
                <a:cxn ang="0">
                  <a:pos x="1" y="117"/>
                </a:cxn>
                <a:cxn ang="0">
                  <a:pos x="2" y="118"/>
                </a:cxn>
                <a:cxn ang="0">
                  <a:pos x="4" y="119"/>
                </a:cxn>
                <a:cxn ang="0">
                  <a:pos x="7" y="118"/>
                </a:cxn>
                <a:cxn ang="0">
                  <a:pos x="9" y="117"/>
                </a:cxn>
                <a:cxn ang="0">
                  <a:pos x="10" y="116"/>
                </a:cxn>
                <a:cxn ang="0">
                  <a:pos x="10" y="116"/>
                </a:cxn>
                <a:cxn ang="0">
                  <a:pos x="23" y="75"/>
                </a:cxn>
                <a:cxn ang="0">
                  <a:pos x="23" y="75"/>
                </a:cxn>
                <a:cxn ang="0">
                  <a:pos x="28" y="58"/>
                </a:cxn>
                <a:cxn ang="0">
                  <a:pos x="31" y="40"/>
                </a:cxn>
                <a:cxn ang="0">
                  <a:pos x="36" y="24"/>
                </a:cxn>
                <a:cxn ang="0">
                  <a:pos x="39" y="16"/>
                </a:cxn>
                <a:cxn ang="0">
                  <a:pos x="42" y="7"/>
                </a:cxn>
                <a:cxn ang="0">
                  <a:pos x="42" y="7"/>
                </a:cxn>
                <a:cxn ang="0">
                  <a:pos x="43" y="5"/>
                </a:cxn>
                <a:cxn ang="0">
                  <a:pos x="43" y="4"/>
                </a:cxn>
                <a:cxn ang="0">
                  <a:pos x="42" y="2"/>
                </a:cxn>
                <a:cxn ang="0">
                  <a:pos x="40" y="1"/>
                </a:cxn>
                <a:cxn ang="0">
                  <a:pos x="39" y="0"/>
                </a:cxn>
                <a:cxn ang="0">
                  <a:pos x="37" y="0"/>
                </a:cxn>
                <a:cxn ang="0">
                  <a:pos x="36" y="1"/>
                </a:cxn>
                <a:cxn ang="0">
                  <a:pos x="34" y="3"/>
                </a:cxn>
                <a:cxn ang="0">
                  <a:pos x="34" y="3"/>
                </a:cxn>
              </a:cxnLst>
              <a:rect l="0" t="0" r="r" b="b"/>
              <a:pathLst>
                <a:path w="43" h="119">
                  <a:moveTo>
                    <a:pt x="34" y="3"/>
                  </a:moveTo>
                  <a:lnTo>
                    <a:pt x="34" y="3"/>
                  </a:lnTo>
                  <a:lnTo>
                    <a:pt x="31" y="10"/>
                  </a:lnTo>
                  <a:lnTo>
                    <a:pt x="28" y="18"/>
                  </a:lnTo>
                  <a:lnTo>
                    <a:pt x="23" y="33"/>
                  </a:lnTo>
                  <a:lnTo>
                    <a:pt x="20" y="49"/>
                  </a:lnTo>
                  <a:lnTo>
                    <a:pt x="16" y="65"/>
                  </a:lnTo>
                  <a:lnTo>
                    <a:pt x="16" y="65"/>
                  </a:lnTo>
                  <a:lnTo>
                    <a:pt x="9" y="89"/>
                  </a:lnTo>
                  <a:lnTo>
                    <a:pt x="1" y="113"/>
                  </a:lnTo>
                  <a:lnTo>
                    <a:pt x="1" y="113"/>
                  </a:lnTo>
                  <a:lnTo>
                    <a:pt x="0" y="115"/>
                  </a:lnTo>
                  <a:lnTo>
                    <a:pt x="1" y="117"/>
                  </a:lnTo>
                  <a:lnTo>
                    <a:pt x="2" y="118"/>
                  </a:lnTo>
                  <a:lnTo>
                    <a:pt x="4" y="119"/>
                  </a:lnTo>
                  <a:lnTo>
                    <a:pt x="7" y="118"/>
                  </a:lnTo>
                  <a:lnTo>
                    <a:pt x="9" y="117"/>
                  </a:lnTo>
                  <a:lnTo>
                    <a:pt x="10" y="116"/>
                  </a:lnTo>
                  <a:lnTo>
                    <a:pt x="10" y="116"/>
                  </a:lnTo>
                  <a:lnTo>
                    <a:pt x="23" y="75"/>
                  </a:lnTo>
                  <a:lnTo>
                    <a:pt x="23" y="75"/>
                  </a:lnTo>
                  <a:lnTo>
                    <a:pt x="28" y="58"/>
                  </a:lnTo>
                  <a:lnTo>
                    <a:pt x="31" y="40"/>
                  </a:lnTo>
                  <a:lnTo>
                    <a:pt x="36" y="24"/>
                  </a:lnTo>
                  <a:lnTo>
                    <a:pt x="39" y="16"/>
                  </a:lnTo>
                  <a:lnTo>
                    <a:pt x="42" y="7"/>
                  </a:lnTo>
                  <a:lnTo>
                    <a:pt x="42" y="7"/>
                  </a:lnTo>
                  <a:lnTo>
                    <a:pt x="43" y="5"/>
                  </a:lnTo>
                  <a:lnTo>
                    <a:pt x="43" y="4"/>
                  </a:lnTo>
                  <a:lnTo>
                    <a:pt x="42" y="2"/>
                  </a:lnTo>
                  <a:lnTo>
                    <a:pt x="40" y="1"/>
                  </a:lnTo>
                  <a:lnTo>
                    <a:pt x="39" y="0"/>
                  </a:lnTo>
                  <a:lnTo>
                    <a:pt x="37" y="0"/>
                  </a:lnTo>
                  <a:lnTo>
                    <a:pt x="36" y="1"/>
                  </a:lnTo>
                  <a:lnTo>
                    <a:pt x="34" y="3"/>
                  </a:lnTo>
                  <a:lnTo>
                    <a:pt x="34"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2" name="Freeform 838"/>
            <p:cNvSpPr/>
            <p:nvPr/>
          </p:nvSpPr>
          <p:spPr bwMode="auto">
            <a:xfrm>
              <a:off x="2393950" y="1608138"/>
              <a:ext cx="22225" cy="61913"/>
            </a:xfrm>
            <a:custGeom>
              <a:avLst/>
              <a:gdLst/>
              <a:ahLst/>
              <a:cxnLst>
                <a:cxn ang="0">
                  <a:pos x="33" y="3"/>
                </a:cxn>
                <a:cxn ang="0">
                  <a:pos x="33" y="3"/>
                </a:cxn>
                <a:cxn ang="0">
                  <a:pos x="23" y="30"/>
                </a:cxn>
                <a:cxn ang="0">
                  <a:pos x="11" y="57"/>
                </a:cxn>
                <a:cxn ang="0">
                  <a:pos x="7" y="70"/>
                </a:cxn>
                <a:cxn ang="0">
                  <a:pos x="4" y="84"/>
                </a:cxn>
                <a:cxn ang="0">
                  <a:pos x="1" y="98"/>
                </a:cxn>
                <a:cxn ang="0">
                  <a:pos x="0" y="114"/>
                </a:cxn>
                <a:cxn ang="0">
                  <a:pos x="0" y="114"/>
                </a:cxn>
                <a:cxn ang="0">
                  <a:pos x="0" y="115"/>
                </a:cxn>
                <a:cxn ang="0">
                  <a:pos x="1" y="117"/>
                </a:cxn>
                <a:cxn ang="0">
                  <a:pos x="3" y="118"/>
                </a:cxn>
                <a:cxn ang="0">
                  <a:pos x="4" y="118"/>
                </a:cxn>
                <a:cxn ang="0">
                  <a:pos x="6" y="118"/>
                </a:cxn>
                <a:cxn ang="0">
                  <a:pos x="7" y="117"/>
                </a:cxn>
                <a:cxn ang="0">
                  <a:pos x="9" y="115"/>
                </a:cxn>
                <a:cxn ang="0">
                  <a:pos x="9" y="114"/>
                </a:cxn>
                <a:cxn ang="0">
                  <a:pos x="9" y="114"/>
                </a:cxn>
                <a:cxn ang="0">
                  <a:pos x="10" y="99"/>
                </a:cxn>
                <a:cxn ang="0">
                  <a:pos x="13" y="85"/>
                </a:cxn>
                <a:cxn ang="0">
                  <a:pos x="16" y="71"/>
                </a:cxn>
                <a:cxn ang="0">
                  <a:pos x="22" y="58"/>
                </a:cxn>
                <a:cxn ang="0">
                  <a:pos x="32" y="32"/>
                </a:cxn>
                <a:cxn ang="0">
                  <a:pos x="42" y="5"/>
                </a:cxn>
                <a:cxn ang="0">
                  <a:pos x="42" y="5"/>
                </a:cxn>
                <a:cxn ang="0">
                  <a:pos x="42" y="3"/>
                </a:cxn>
                <a:cxn ang="0">
                  <a:pos x="42" y="2"/>
                </a:cxn>
                <a:cxn ang="0">
                  <a:pos x="41" y="1"/>
                </a:cxn>
                <a:cxn ang="0">
                  <a:pos x="39" y="0"/>
                </a:cxn>
                <a:cxn ang="0">
                  <a:pos x="36" y="0"/>
                </a:cxn>
                <a:cxn ang="0">
                  <a:pos x="34" y="1"/>
                </a:cxn>
                <a:cxn ang="0">
                  <a:pos x="33" y="3"/>
                </a:cxn>
                <a:cxn ang="0">
                  <a:pos x="33" y="3"/>
                </a:cxn>
              </a:cxnLst>
              <a:rect l="0" t="0" r="r" b="b"/>
              <a:pathLst>
                <a:path w="42" h="118">
                  <a:moveTo>
                    <a:pt x="33" y="3"/>
                  </a:moveTo>
                  <a:lnTo>
                    <a:pt x="33" y="3"/>
                  </a:lnTo>
                  <a:lnTo>
                    <a:pt x="23" y="30"/>
                  </a:lnTo>
                  <a:lnTo>
                    <a:pt x="11" y="57"/>
                  </a:lnTo>
                  <a:lnTo>
                    <a:pt x="7" y="70"/>
                  </a:lnTo>
                  <a:lnTo>
                    <a:pt x="4" y="84"/>
                  </a:lnTo>
                  <a:lnTo>
                    <a:pt x="1" y="98"/>
                  </a:lnTo>
                  <a:lnTo>
                    <a:pt x="0" y="114"/>
                  </a:lnTo>
                  <a:lnTo>
                    <a:pt x="0" y="114"/>
                  </a:lnTo>
                  <a:lnTo>
                    <a:pt x="0" y="115"/>
                  </a:lnTo>
                  <a:lnTo>
                    <a:pt x="1" y="117"/>
                  </a:lnTo>
                  <a:lnTo>
                    <a:pt x="3" y="118"/>
                  </a:lnTo>
                  <a:lnTo>
                    <a:pt x="4" y="118"/>
                  </a:lnTo>
                  <a:lnTo>
                    <a:pt x="6" y="118"/>
                  </a:lnTo>
                  <a:lnTo>
                    <a:pt x="7" y="117"/>
                  </a:lnTo>
                  <a:lnTo>
                    <a:pt x="9" y="115"/>
                  </a:lnTo>
                  <a:lnTo>
                    <a:pt x="9" y="114"/>
                  </a:lnTo>
                  <a:lnTo>
                    <a:pt x="9" y="114"/>
                  </a:lnTo>
                  <a:lnTo>
                    <a:pt x="10" y="99"/>
                  </a:lnTo>
                  <a:lnTo>
                    <a:pt x="13" y="85"/>
                  </a:lnTo>
                  <a:lnTo>
                    <a:pt x="16" y="71"/>
                  </a:lnTo>
                  <a:lnTo>
                    <a:pt x="22" y="58"/>
                  </a:lnTo>
                  <a:lnTo>
                    <a:pt x="32" y="32"/>
                  </a:lnTo>
                  <a:lnTo>
                    <a:pt x="42" y="5"/>
                  </a:lnTo>
                  <a:lnTo>
                    <a:pt x="42" y="5"/>
                  </a:lnTo>
                  <a:lnTo>
                    <a:pt x="42" y="3"/>
                  </a:lnTo>
                  <a:lnTo>
                    <a:pt x="42" y="2"/>
                  </a:lnTo>
                  <a:lnTo>
                    <a:pt x="41" y="1"/>
                  </a:lnTo>
                  <a:lnTo>
                    <a:pt x="39" y="0"/>
                  </a:lnTo>
                  <a:lnTo>
                    <a:pt x="36" y="0"/>
                  </a:lnTo>
                  <a:lnTo>
                    <a:pt x="34" y="1"/>
                  </a:lnTo>
                  <a:lnTo>
                    <a:pt x="33" y="3"/>
                  </a:lnTo>
                  <a:lnTo>
                    <a:pt x="33"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3" name="Freeform 839"/>
            <p:cNvSpPr/>
            <p:nvPr/>
          </p:nvSpPr>
          <p:spPr bwMode="auto">
            <a:xfrm>
              <a:off x="2420938" y="1644650"/>
              <a:ext cx="20638" cy="58738"/>
            </a:xfrm>
            <a:custGeom>
              <a:avLst/>
              <a:gdLst/>
              <a:ahLst/>
              <a:cxnLst>
                <a:cxn ang="0">
                  <a:pos x="29" y="2"/>
                </a:cxn>
                <a:cxn ang="0">
                  <a:pos x="29" y="2"/>
                </a:cxn>
                <a:cxn ang="0">
                  <a:pos x="23" y="14"/>
                </a:cxn>
                <a:cxn ang="0">
                  <a:pos x="18" y="25"/>
                </a:cxn>
                <a:cxn ang="0">
                  <a:pos x="15" y="37"/>
                </a:cxn>
                <a:cxn ang="0">
                  <a:pos x="12" y="50"/>
                </a:cxn>
                <a:cxn ang="0">
                  <a:pos x="12" y="50"/>
                </a:cxn>
                <a:cxn ang="0">
                  <a:pos x="6" y="77"/>
                </a:cxn>
                <a:cxn ang="0">
                  <a:pos x="3" y="91"/>
                </a:cxn>
                <a:cxn ang="0">
                  <a:pos x="0" y="104"/>
                </a:cxn>
                <a:cxn ang="0">
                  <a:pos x="0" y="104"/>
                </a:cxn>
                <a:cxn ang="0">
                  <a:pos x="2" y="107"/>
                </a:cxn>
                <a:cxn ang="0">
                  <a:pos x="3" y="108"/>
                </a:cxn>
                <a:cxn ang="0">
                  <a:pos x="4" y="109"/>
                </a:cxn>
                <a:cxn ang="0">
                  <a:pos x="6" y="110"/>
                </a:cxn>
                <a:cxn ang="0">
                  <a:pos x="7" y="109"/>
                </a:cxn>
                <a:cxn ang="0">
                  <a:pos x="9" y="108"/>
                </a:cxn>
                <a:cxn ang="0">
                  <a:pos x="10" y="107"/>
                </a:cxn>
                <a:cxn ang="0">
                  <a:pos x="10" y="104"/>
                </a:cxn>
                <a:cxn ang="0">
                  <a:pos x="10" y="104"/>
                </a:cxn>
                <a:cxn ang="0">
                  <a:pos x="12" y="94"/>
                </a:cxn>
                <a:cxn ang="0">
                  <a:pos x="15" y="84"/>
                </a:cxn>
                <a:cxn ang="0">
                  <a:pos x="18" y="73"/>
                </a:cxn>
                <a:cxn ang="0">
                  <a:pos x="19" y="62"/>
                </a:cxn>
                <a:cxn ang="0">
                  <a:pos x="19" y="62"/>
                </a:cxn>
                <a:cxn ang="0">
                  <a:pos x="21" y="48"/>
                </a:cxn>
                <a:cxn ang="0">
                  <a:pos x="25" y="34"/>
                </a:cxn>
                <a:cxn ang="0">
                  <a:pos x="30" y="20"/>
                </a:cxn>
                <a:cxn ang="0">
                  <a:pos x="38" y="7"/>
                </a:cxn>
                <a:cxn ang="0">
                  <a:pos x="38" y="7"/>
                </a:cxn>
                <a:cxn ang="0">
                  <a:pos x="39" y="5"/>
                </a:cxn>
                <a:cxn ang="0">
                  <a:pos x="39" y="4"/>
                </a:cxn>
                <a:cxn ang="0">
                  <a:pos x="38" y="2"/>
                </a:cxn>
                <a:cxn ang="0">
                  <a:pos x="37" y="1"/>
                </a:cxn>
                <a:cxn ang="0">
                  <a:pos x="34" y="0"/>
                </a:cxn>
                <a:cxn ang="0">
                  <a:pos x="31" y="1"/>
                </a:cxn>
                <a:cxn ang="0">
                  <a:pos x="29" y="2"/>
                </a:cxn>
                <a:cxn ang="0">
                  <a:pos x="29" y="2"/>
                </a:cxn>
              </a:cxnLst>
              <a:rect l="0" t="0" r="r" b="b"/>
              <a:pathLst>
                <a:path w="39" h="110">
                  <a:moveTo>
                    <a:pt x="29" y="2"/>
                  </a:moveTo>
                  <a:lnTo>
                    <a:pt x="29" y="2"/>
                  </a:lnTo>
                  <a:lnTo>
                    <a:pt x="23" y="14"/>
                  </a:lnTo>
                  <a:lnTo>
                    <a:pt x="18" y="25"/>
                  </a:lnTo>
                  <a:lnTo>
                    <a:pt x="15" y="37"/>
                  </a:lnTo>
                  <a:lnTo>
                    <a:pt x="12" y="50"/>
                  </a:lnTo>
                  <a:lnTo>
                    <a:pt x="12" y="50"/>
                  </a:lnTo>
                  <a:lnTo>
                    <a:pt x="6" y="77"/>
                  </a:lnTo>
                  <a:lnTo>
                    <a:pt x="3" y="91"/>
                  </a:lnTo>
                  <a:lnTo>
                    <a:pt x="0" y="104"/>
                  </a:lnTo>
                  <a:lnTo>
                    <a:pt x="0" y="104"/>
                  </a:lnTo>
                  <a:lnTo>
                    <a:pt x="2" y="107"/>
                  </a:lnTo>
                  <a:lnTo>
                    <a:pt x="3" y="108"/>
                  </a:lnTo>
                  <a:lnTo>
                    <a:pt x="4" y="109"/>
                  </a:lnTo>
                  <a:lnTo>
                    <a:pt x="6" y="110"/>
                  </a:lnTo>
                  <a:lnTo>
                    <a:pt x="7" y="109"/>
                  </a:lnTo>
                  <a:lnTo>
                    <a:pt x="9" y="108"/>
                  </a:lnTo>
                  <a:lnTo>
                    <a:pt x="10" y="107"/>
                  </a:lnTo>
                  <a:lnTo>
                    <a:pt x="10" y="104"/>
                  </a:lnTo>
                  <a:lnTo>
                    <a:pt x="10" y="104"/>
                  </a:lnTo>
                  <a:lnTo>
                    <a:pt x="12" y="94"/>
                  </a:lnTo>
                  <a:lnTo>
                    <a:pt x="15" y="84"/>
                  </a:lnTo>
                  <a:lnTo>
                    <a:pt x="18" y="73"/>
                  </a:lnTo>
                  <a:lnTo>
                    <a:pt x="19" y="62"/>
                  </a:lnTo>
                  <a:lnTo>
                    <a:pt x="19" y="62"/>
                  </a:lnTo>
                  <a:lnTo>
                    <a:pt x="21" y="48"/>
                  </a:lnTo>
                  <a:lnTo>
                    <a:pt x="25" y="34"/>
                  </a:lnTo>
                  <a:lnTo>
                    <a:pt x="30" y="20"/>
                  </a:lnTo>
                  <a:lnTo>
                    <a:pt x="38" y="7"/>
                  </a:lnTo>
                  <a:lnTo>
                    <a:pt x="38" y="7"/>
                  </a:lnTo>
                  <a:lnTo>
                    <a:pt x="39" y="5"/>
                  </a:lnTo>
                  <a:lnTo>
                    <a:pt x="39" y="4"/>
                  </a:lnTo>
                  <a:lnTo>
                    <a:pt x="38" y="2"/>
                  </a:lnTo>
                  <a:lnTo>
                    <a:pt x="37" y="1"/>
                  </a:lnTo>
                  <a:lnTo>
                    <a:pt x="34" y="0"/>
                  </a:lnTo>
                  <a:lnTo>
                    <a:pt x="31" y="1"/>
                  </a:lnTo>
                  <a:lnTo>
                    <a:pt x="29" y="2"/>
                  </a:lnTo>
                  <a:lnTo>
                    <a:pt x="29"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4" name="Freeform 840"/>
            <p:cNvSpPr/>
            <p:nvPr/>
          </p:nvSpPr>
          <p:spPr bwMode="auto">
            <a:xfrm>
              <a:off x="2451100" y="1674813"/>
              <a:ext cx="12700" cy="55563"/>
            </a:xfrm>
            <a:custGeom>
              <a:avLst/>
              <a:gdLst/>
              <a:ahLst/>
              <a:cxnLst>
                <a:cxn ang="0">
                  <a:pos x="15" y="5"/>
                </a:cxn>
                <a:cxn ang="0">
                  <a:pos x="15" y="5"/>
                </a:cxn>
                <a:cxn ang="0">
                  <a:pos x="13" y="29"/>
                </a:cxn>
                <a:cxn ang="0">
                  <a:pos x="11" y="53"/>
                </a:cxn>
                <a:cxn ang="0">
                  <a:pos x="7" y="75"/>
                </a:cxn>
                <a:cxn ang="0">
                  <a:pos x="1" y="98"/>
                </a:cxn>
                <a:cxn ang="0">
                  <a:pos x="1" y="98"/>
                </a:cxn>
                <a:cxn ang="0">
                  <a:pos x="0" y="100"/>
                </a:cxn>
                <a:cxn ang="0">
                  <a:pos x="1" y="102"/>
                </a:cxn>
                <a:cxn ang="0">
                  <a:pos x="2" y="103"/>
                </a:cxn>
                <a:cxn ang="0">
                  <a:pos x="4" y="104"/>
                </a:cxn>
                <a:cxn ang="0">
                  <a:pos x="7" y="104"/>
                </a:cxn>
                <a:cxn ang="0">
                  <a:pos x="8" y="104"/>
                </a:cxn>
                <a:cxn ang="0">
                  <a:pos x="10" y="103"/>
                </a:cxn>
                <a:cxn ang="0">
                  <a:pos x="10" y="101"/>
                </a:cxn>
                <a:cxn ang="0">
                  <a:pos x="10" y="101"/>
                </a:cxn>
                <a:cxn ang="0">
                  <a:pos x="16" y="77"/>
                </a:cxn>
                <a:cxn ang="0">
                  <a:pos x="20" y="54"/>
                </a:cxn>
                <a:cxn ang="0">
                  <a:pos x="23" y="29"/>
                </a:cxn>
                <a:cxn ang="0">
                  <a:pos x="24" y="5"/>
                </a:cxn>
                <a:cxn ang="0">
                  <a:pos x="24" y="5"/>
                </a:cxn>
                <a:cxn ang="0">
                  <a:pos x="24" y="3"/>
                </a:cxn>
                <a:cxn ang="0">
                  <a:pos x="23" y="2"/>
                </a:cxn>
                <a:cxn ang="0">
                  <a:pos x="22" y="1"/>
                </a:cxn>
                <a:cxn ang="0">
                  <a:pos x="20" y="0"/>
                </a:cxn>
                <a:cxn ang="0">
                  <a:pos x="18" y="1"/>
                </a:cxn>
                <a:cxn ang="0">
                  <a:pos x="17" y="2"/>
                </a:cxn>
                <a:cxn ang="0">
                  <a:pos x="16" y="3"/>
                </a:cxn>
                <a:cxn ang="0">
                  <a:pos x="15" y="5"/>
                </a:cxn>
                <a:cxn ang="0">
                  <a:pos x="15" y="5"/>
                </a:cxn>
              </a:cxnLst>
              <a:rect l="0" t="0" r="r" b="b"/>
              <a:pathLst>
                <a:path w="24" h="104">
                  <a:moveTo>
                    <a:pt x="15" y="5"/>
                  </a:moveTo>
                  <a:lnTo>
                    <a:pt x="15" y="5"/>
                  </a:lnTo>
                  <a:lnTo>
                    <a:pt x="13" y="29"/>
                  </a:lnTo>
                  <a:lnTo>
                    <a:pt x="11" y="53"/>
                  </a:lnTo>
                  <a:lnTo>
                    <a:pt x="7" y="75"/>
                  </a:lnTo>
                  <a:lnTo>
                    <a:pt x="1" y="98"/>
                  </a:lnTo>
                  <a:lnTo>
                    <a:pt x="1" y="98"/>
                  </a:lnTo>
                  <a:lnTo>
                    <a:pt x="0" y="100"/>
                  </a:lnTo>
                  <a:lnTo>
                    <a:pt x="1" y="102"/>
                  </a:lnTo>
                  <a:lnTo>
                    <a:pt x="2" y="103"/>
                  </a:lnTo>
                  <a:lnTo>
                    <a:pt x="4" y="104"/>
                  </a:lnTo>
                  <a:lnTo>
                    <a:pt x="7" y="104"/>
                  </a:lnTo>
                  <a:lnTo>
                    <a:pt x="8" y="104"/>
                  </a:lnTo>
                  <a:lnTo>
                    <a:pt x="10" y="103"/>
                  </a:lnTo>
                  <a:lnTo>
                    <a:pt x="10" y="101"/>
                  </a:lnTo>
                  <a:lnTo>
                    <a:pt x="10" y="101"/>
                  </a:lnTo>
                  <a:lnTo>
                    <a:pt x="16" y="77"/>
                  </a:lnTo>
                  <a:lnTo>
                    <a:pt x="20" y="54"/>
                  </a:lnTo>
                  <a:lnTo>
                    <a:pt x="23" y="29"/>
                  </a:lnTo>
                  <a:lnTo>
                    <a:pt x="24" y="5"/>
                  </a:lnTo>
                  <a:lnTo>
                    <a:pt x="24" y="5"/>
                  </a:lnTo>
                  <a:lnTo>
                    <a:pt x="24" y="3"/>
                  </a:lnTo>
                  <a:lnTo>
                    <a:pt x="23" y="2"/>
                  </a:lnTo>
                  <a:lnTo>
                    <a:pt x="22" y="1"/>
                  </a:lnTo>
                  <a:lnTo>
                    <a:pt x="20" y="0"/>
                  </a:lnTo>
                  <a:lnTo>
                    <a:pt x="18" y="1"/>
                  </a:lnTo>
                  <a:lnTo>
                    <a:pt x="17" y="2"/>
                  </a:lnTo>
                  <a:lnTo>
                    <a:pt x="16" y="3"/>
                  </a:lnTo>
                  <a:lnTo>
                    <a:pt x="15" y="5"/>
                  </a:lnTo>
                  <a:lnTo>
                    <a:pt x="15"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5" name="Freeform 841"/>
            <p:cNvSpPr/>
            <p:nvPr/>
          </p:nvSpPr>
          <p:spPr bwMode="auto">
            <a:xfrm>
              <a:off x="2479675" y="1695450"/>
              <a:ext cx="22225" cy="60325"/>
            </a:xfrm>
            <a:custGeom>
              <a:avLst/>
              <a:gdLst/>
              <a:ahLst/>
              <a:cxnLst>
                <a:cxn ang="0">
                  <a:pos x="33" y="3"/>
                </a:cxn>
                <a:cxn ang="0">
                  <a:pos x="33" y="3"/>
                </a:cxn>
                <a:cxn ang="0">
                  <a:pos x="19" y="56"/>
                </a:cxn>
                <a:cxn ang="0">
                  <a:pos x="9" y="83"/>
                </a:cxn>
                <a:cxn ang="0">
                  <a:pos x="0" y="108"/>
                </a:cxn>
                <a:cxn ang="0">
                  <a:pos x="0" y="108"/>
                </a:cxn>
                <a:cxn ang="0">
                  <a:pos x="0" y="110"/>
                </a:cxn>
                <a:cxn ang="0">
                  <a:pos x="0" y="112"/>
                </a:cxn>
                <a:cxn ang="0">
                  <a:pos x="1" y="113"/>
                </a:cxn>
                <a:cxn ang="0">
                  <a:pos x="3" y="114"/>
                </a:cxn>
                <a:cxn ang="0">
                  <a:pos x="6" y="113"/>
                </a:cxn>
                <a:cxn ang="0">
                  <a:pos x="8" y="112"/>
                </a:cxn>
                <a:cxn ang="0">
                  <a:pos x="9" y="111"/>
                </a:cxn>
                <a:cxn ang="0">
                  <a:pos x="9" y="111"/>
                </a:cxn>
                <a:cxn ang="0">
                  <a:pos x="19" y="85"/>
                </a:cxn>
                <a:cxn ang="0">
                  <a:pos x="27" y="59"/>
                </a:cxn>
                <a:cxn ang="0">
                  <a:pos x="42" y="6"/>
                </a:cxn>
                <a:cxn ang="0">
                  <a:pos x="42" y="6"/>
                </a:cxn>
                <a:cxn ang="0">
                  <a:pos x="42" y="4"/>
                </a:cxn>
                <a:cxn ang="0">
                  <a:pos x="42" y="2"/>
                </a:cxn>
                <a:cxn ang="0">
                  <a:pos x="40" y="1"/>
                </a:cxn>
                <a:cxn ang="0">
                  <a:pos x="39" y="0"/>
                </a:cxn>
                <a:cxn ang="0">
                  <a:pos x="37" y="0"/>
                </a:cxn>
                <a:cxn ang="0">
                  <a:pos x="35" y="1"/>
                </a:cxn>
                <a:cxn ang="0">
                  <a:pos x="34" y="2"/>
                </a:cxn>
                <a:cxn ang="0">
                  <a:pos x="33" y="3"/>
                </a:cxn>
                <a:cxn ang="0">
                  <a:pos x="33" y="3"/>
                </a:cxn>
              </a:cxnLst>
              <a:rect l="0" t="0" r="r" b="b"/>
              <a:pathLst>
                <a:path w="42" h="114">
                  <a:moveTo>
                    <a:pt x="33" y="3"/>
                  </a:moveTo>
                  <a:lnTo>
                    <a:pt x="33" y="3"/>
                  </a:lnTo>
                  <a:lnTo>
                    <a:pt x="19" y="56"/>
                  </a:lnTo>
                  <a:lnTo>
                    <a:pt x="9" y="83"/>
                  </a:lnTo>
                  <a:lnTo>
                    <a:pt x="0" y="108"/>
                  </a:lnTo>
                  <a:lnTo>
                    <a:pt x="0" y="108"/>
                  </a:lnTo>
                  <a:lnTo>
                    <a:pt x="0" y="110"/>
                  </a:lnTo>
                  <a:lnTo>
                    <a:pt x="0" y="112"/>
                  </a:lnTo>
                  <a:lnTo>
                    <a:pt x="1" y="113"/>
                  </a:lnTo>
                  <a:lnTo>
                    <a:pt x="3" y="114"/>
                  </a:lnTo>
                  <a:lnTo>
                    <a:pt x="6" y="113"/>
                  </a:lnTo>
                  <a:lnTo>
                    <a:pt x="8" y="112"/>
                  </a:lnTo>
                  <a:lnTo>
                    <a:pt x="9" y="111"/>
                  </a:lnTo>
                  <a:lnTo>
                    <a:pt x="9" y="111"/>
                  </a:lnTo>
                  <a:lnTo>
                    <a:pt x="19" y="85"/>
                  </a:lnTo>
                  <a:lnTo>
                    <a:pt x="27" y="59"/>
                  </a:lnTo>
                  <a:lnTo>
                    <a:pt x="42" y="6"/>
                  </a:lnTo>
                  <a:lnTo>
                    <a:pt x="42" y="6"/>
                  </a:lnTo>
                  <a:lnTo>
                    <a:pt x="42" y="4"/>
                  </a:lnTo>
                  <a:lnTo>
                    <a:pt x="42" y="2"/>
                  </a:lnTo>
                  <a:lnTo>
                    <a:pt x="40" y="1"/>
                  </a:lnTo>
                  <a:lnTo>
                    <a:pt x="39" y="0"/>
                  </a:lnTo>
                  <a:lnTo>
                    <a:pt x="37" y="0"/>
                  </a:lnTo>
                  <a:lnTo>
                    <a:pt x="35" y="1"/>
                  </a:lnTo>
                  <a:lnTo>
                    <a:pt x="34" y="2"/>
                  </a:lnTo>
                  <a:lnTo>
                    <a:pt x="33" y="3"/>
                  </a:lnTo>
                  <a:lnTo>
                    <a:pt x="33"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6" name="Freeform 842"/>
            <p:cNvSpPr/>
            <p:nvPr/>
          </p:nvSpPr>
          <p:spPr bwMode="auto">
            <a:xfrm>
              <a:off x="2509838" y="1725613"/>
              <a:ext cx="14288" cy="53975"/>
            </a:xfrm>
            <a:custGeom>
              <a:avLst/>
              <a:gdLst/>
              <a:ahLst/>
              <a:cxnLst>
                <a:cxn ang="0">
                  <a:pos x="18" y="5"/>
                </a:cxn>
                <a:cxn ang="0">
                  <a:pos x="18" y="5"/>
                </a:cxn>
                <a:cxn ang="0">
                  <a:pos x="17" y="16"/>
                </a:cxn>
                <a:cxn ang="0">
                  <a:pos x="14" y="27"/>
                </a:cxn>
                <a:cxn ang="0">
                  <a:pos x="11" y="37"/>
                </a:cxn>
                <a:cxn ang="0">
                  <a:pos x="8" y="49"/>
                </a:cxn>
                <a:cxn ang="0">
                  <a:pos x="8" y="49"/>
                </a:cxn>
                <a:cxn ang="0">
                  <a:pos x="6" y="61"/>
                </a:cxn>
                <a:cxn ang="0">
                  <a:pos x="4" y="73"/>
                </a:cxn>
                <a:cxn ang="0">
                  <a:pos x="2" y="86"/>
                </a:cxn>
                <a:cxn ang="0">
                  <a:pos x="0" y="98"/>
                </a:cxn>
                <a:cxn ang="0">
                  <a:pos x="0" y="98"/>
                </a:cxn>
                <a:cxn ang="0">
                  <a:pos x="0" y="100"/>
                </a:cxn>
                <a:cxn ang="0">
                  <a:pos x="1" y="102"/>
                </a:cxn>
                <a:cxn ang="0">
                  <a:pos x="2" y="103"/>
                </a:cxn>
                <a:cxn ang="0">
                  <a:pos x="4" y="104"/>
                </a:cxn>
                <a:cxn ang="0">
                  <a:pos x="5" y="104"/>
                </a:cxn>
                <a:cxn ang="0">
                  <a:pos x="7" y="104"/>
                </a:cxn>
                <a:cxn ang="0">
                  <a:pos x="8" y="102"/>
                </a:cxn>
                <a:cxn ang="0">
                  <a:pos x="9" y="101"/>
                </a:cxn>
                <a:cxn ang="0">
                  <a:pos x="9" y="101"/>
                </a:cxn>
                <a:cxn ang="0">
                  <a:pos x="13" y="76"/>
                </a:cxn>
                <a:cxn ang="0">
                  <a:pos x="17" y="51"/>
                </a:cxn>
                <a:cxn ang="0">
                  <a:pos x="17" y="51"/>
                </a:cxn>
                <a:cxn ang="0">
                  <a:pos x="19" y="39"/>
                </a:cxn>
                <a:cxn ang="0">
                  <a:pos x="24" y="28"/>
                </a:cxn>
                <a:cxn ang="0">
                  <a:pos x="27" y="16"/>
                </a:cxn>
                <a:cxn ang="0">
                  <a:pos x="29" y="5"/>
                </a:cxn>
                <a:cxn ang="0">
                  <a:pos x="29" y="5"/>
                </a:cxn>
                <a:cxn ang="0">
                  <a:pos x="28" y="3"/>
                </a:cxn>
                <a:cxn ang="0">
                  <a:pos x="27" y="1"/>
                </a:cxn>
                <a:cxn ang="0">
                  <a:pos x="26" y="1"/>
                </a:cxn>
                <a:cxn ang="0">
                  <a:pos x="24" y="0"/>
                </a:cxn>
                <a:cxn ang="0">
                  <a:pos x="21" y="1"/>
                </a:cxn>
                <a:cxn ang="0">
                  <a:pos x="20" y="1"/>
                </a:cxn>
                <a:cxn ang="0">
                  <a:pos x="19" y="3"/>
                </a:cxn>
                <a:cxn ang="0">
                  <a:pos x="18" y="5"/>
                </a:cxn>
                <a:cxn ang="0">
                  <a:pos x="18" y="5"/>
                </a:cxn>
              </a:cxnLst>
              <a:rect l="0" t="0" r="r" b="b"/>
              <a:pathLst>
                <a:path w="29" h="104">
                  <a:moveTo>
                    <a:pt x="18" y="5"/>
                  </a:moveTo>
                  <a:lnTo>
                    <a:pt x="18" y="5"/>
                  </a:lnTo>
                  <a:lnTo>
                    <a:pt x="17" y="16"/>
                  </a:lnTo>
                  <a:lnTo>
                    <a:pt x="14" y="27"/>
                  </a:lnTo>
                  <a:lnTo>
                    <a:pt x="11" y="37"/>
                  </a:lnTo>
                  <a:lnTo>
                    <a:pt x="8" y="49"/>
                  </a:lnTo>
                  <a:lnTo>
                    <a:pt x="8" y="49"/>
                  </a:lnTo>
                  <a:lnTo>
                    <a:pt x="6" y="61"/>
                  </a:lnTo>
                  <a:lnTo>
                    <a:pt x="4" y="73"/>
                  </a:lnTo>
                  <a:lnTo>
                    <a:pt x="2" y="86"/>
                  </a:lnTo>
                  <a:lnTo>
                    <a:pt x="0" y="98"/>
                  </a:lnTo>
                  <a:lnTo>
                    <a:pt x="0" y="98"/>
                  </a:lnTo>
                  <a:lnTo>
                    <a:pt x="0" y="100"/>
                  </a:lnTo>
                  <a:lnTo>
                    <a:pt x="1" y="102"/>
                  </a:lnTo>
                  <a:lnTo>
                    <a:pt x="2" y="103"/>
                  </a:lnTo>
                  <a:lnTo>
                    <a:pt x="4" y="104"/>
                  </a:lnTo>
                  <a:lnTo>
                    <a:pt x="5" y="104"/>
                  </a:lnTo>
                  <a:lnTo>
                    <a:pt x="7" y="104"/>
                  </a:lnTo>
                  <a:lnTo>
                    <a:pt x="8" y="102"/>
                  </a:lnTo>
                  <a:lnTo>
                    <a:pt x="9" y="101"/>
                  </a:lnTo>
                  <a:lnTo>
                    <a:pt x="9" y="101"/>
                  </a:lnTo>
                  <a:lnTo>
                    <a:pt x="13" y="76"/>
                  </a:lnTo>
                  <a:lnTo>
                    <a:pt x="17" y="51"/>
                  </a:lnTo>
                  <a:lnTo>
                    <a:pt x="17" y="51"/>
                  </a:lnTo>
                  <a:lnTo>
                    <a:pt x="19" y="39"/>
                  </a:lnTo>
                  <a:lnTo>
                    <a:pt x="24" y="28"/>
                  </a:lnTo>
                  <a:lnTo>
                    <a:pt x="27" y="16"/>
                  </a:lnTo>
                  <a:lnTo>
                    <a:pt x="29" y="5"/>
                  </a:lnTo>
                  <a:lnTo>
                    <a:pt x="29" y="5"/>
                  </a:lnTo>
                  <a:lnTo>
                    <a:pt x="28" y="3"/>
                  </a:lnTo>
                  <a:lnTo>
                    <a:pt x="27" y="1"/>
                  </a:lnTo>
                  <a:lnTo>
                    <a:pt x="26" y="1"/>
                  </a:lnTo>
                  <a:lnTo>
                    <a:pt x="24" y="0"/>
                  </a:lnTo>
                  <a:lnTo>
                    <a:pt x="21" y="1"/>
                  </a:lnTo>
                  <a:lnTo>
                    <a:pt x="20" y="1"/>
                  </a:lnTo>
                  <a:lnTo>
                    <a:pt x="19" y="3"/>
                  </a:lnTo>
                  <a:lnTo>
                    <a:pt x="18" y="5"/>
                  </a:lnTo>
                  <a:lnTo>
                    <a:pt x="18"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7" name="Freeform 843"/>
            <p:cNvSpPr/>
            <p:nvPr/>
          </p:nvSpPr>
          <p:spPr bwMode="auto">
            <a:xfrm>
              <a:off x="2528888" y="1752600"/>
              <a:ext cx="17463" cy="57150"/>
            </a:xfrm>
            <a:custGeom>
              <a:avLst/>
              <a:gdLst/>
              <a:ahLst/>
              <a:cxnLst>
                <a:cxn ang="0">
                  <a:pos x="24" y="2"/>
                </a:cxn>
                <a:cxn ang="0">
                  <a:pos x="24" y="2"/>
                </a:cxn>
                <a:cxn ang="0">
                  <a:pos x="20" y="14"/>
                </a:cxn>
                <a:cxn ang="0">
                  <a:pos x="16" y="28"/>
                </a:cxn>
                <a:cxn ang="0">
                  <a:pos x="9" y="54"/>
                </a:cxn>
                <a:cxn ang="0">
                  <a:pos x="9" y="54"/>
                </a:cxn>
                <a:cxn ang="0">
                  <a:pos x="3" y="79"/>
                </a:cxn>
                <a:cxn ang="0">
                  <a:pos x="1" y="91"/>
                </a:cxn>
                <a:cxn ang="0">
                  <a:pos x="0" y="104"/>
                </a:cxn>
                <a:cxn ang="0">
                  <a:pos x="0" y="104"/>
                </a:cxn>
                <a:cxn ang="0">
                  <a:pos x="0" y="105"/>
                </a:cxn>
                <a:cxn ang="0">
                  <a:pos x="1" y="107"/>
                </a:cxn>
                <a:cxn ang="0">
                  <a:pos x="2" y="108"/>
                </a:cxn>
                <a:cxn ang="0">
                  <a:pos x="4" y="108"/>
                </a:cxn>
                <a:cxn ang="0">
                  <a:pos x="6" y="108"/>
                </a:cxn>
                <a:cxn ang="0">
                  <a:pos x="7" y="107"/>
                </a:cxn>
                <a:cxn ang="0">
                  <a:pos x="8" y="105"/>
                </a:cxn>
                <a:cxn ang="0">
                  <a:pos x="9" y="104"/>
                </a:cxn>
                <a:cxn ang="0">
                  <a:pos x="9" y="104"/>
                </a:cxn>
                <a:cxn ang="0">
                  <a:pos x="10" y="92"/>
                </a:cxn>
                <a:cxn ang="0">
                  <a:pos x="12" y="80"/>
                </a:cxn>
                <a:cxn ang="0">
                  <a:pos x="19" y="57"/>
                </a:cxn>
                <a:cxn ang="0">
                  <a:pos x="19" y="57"/>
                </a:cxn>
                <a:cxn ang="0">
                  <a:pos x="22" y="44"/>
                </a:cxn>
                <a:cxn ang="0">
                  <a:pos x="25" y="32"/>
                </a:cxn>
                <a:cxn ang="0">
                  <a:pos x="28" y="19"/>
                </a:cxn>
                <a:cxn ang="0">
                  <a:pos x="32" y="6"/>
                </a:cxn>
                <a:cxn ang="0">
                  <a:pos x="32" y="6"/>
                </a:cxn>
                <a:cxn ang="0">
                  <a:pos x="33" y="5"/>
                </a:cxn>
                <a:cxn ang="0">
                  <a:pos x="32" y="3"/>
                </a:cxn>
                <a:cxn ang="0">
                  <a:pos x="30" y="0"/>
                </a:cxn>
                <a:cxn ang="0">
                  <a:pos x="28" y="0"/>
                </a:cxn>
                <a:cxn ang="0">
                  <a:pos x="27" y="0"/>
                </a:cxn>
                <a:cxn ang="0">
                  <a:pos x="25" y="0"/>
                </a:cxn>
                <a:cxn ang="0">
                  <a:pos x="24" y="2"/>
                </a:cxn>
                <a:cxn ang="0">
                  <a:pos x="24" y="2"/>
                </a:cxn>
              </a:cxnLst>
              <a:rect l="0" t="0" r="r" b="b"/>
              <a:pathLst>
                <a:path w="33" h="108">
                  <a:moveTo>
                    <a:pt x="24" y="2"/>
                  </a:moveTo>
                  <a:lnTo>
                    <a:pt x="24" y="2"/>
                  </a:lnTo>
                  <a:lnTo>
                    <a:pt x="20" y="14"/>
                  </a:lnTo>
                  <a:lnTo>
                    <a:pt x="16" y="28"/>
                  </a:lnTo>
                  <a:lnTo>
                    <a:pt x="9" y="54"/>
                  </a:lnTo>
                  <a:lnTo>
                    <a:pt x="9" y="54"/>
                  </a:lnTo>
                  <a:lnTo>
                    <a:pt x="3" y="79"/>
                  </a:lnTo>
                  <a:lnTo>
                    <a:pt x="1" y="91"/>
                  </a:lnTo>
                  <a:lnTo>
                    <a:pt x="0" y="104"/>
                  </a:lnTo>
                  <a:lnTo>
                    <a:pt x="0" y="104"/>
                  </a:lnTo>
                  <a:lnTo>
                    <a:pt x="0" y="105"/>
                  </a:lnTo>
                  <a:lnTo>
                    <a:pt x="1" y="107"/>
                  </a:lnTo>
                  <a:lnTo>
                    <a:pt x="2" y="108"/>
                  </a:lnTo>
                  <a:lnTo>
                    <a:pt x="4" y="108"/>
                  </a:lnTo>
                  <a:lnTo>
                    <a:pt x="6" y="108"/>
                  </a:lnTo>
                  <a:lnTo>
                    <a:pt x="7" y="107"/>
                  </a:lnTo>
                  <a:lnTo>
                    <a:pt x="8" y="105"/>
                  </a:lnTo>
                  <a:lnTo>
                    <a:pt x="9" y="104"/>
                  </a:lnTo>
                  <a:lnTo>
                    <a:pt x="9" y="104"/>
                  </a:lnTo>
                  <a:lnTo>
                    <a:pt x="10" y="92"/>
                  </a:lnTo>
                  <a:lnTo>
                    <a:pt x="12" y="80"/>
                  </a:lnTo>
                  <a:lnTo>
                    <a:pt x="19" y="57"/>
                  </a:lnTo>
                  <a:lnTo>
                    <a:pt x="19" y="57"/>
                  </a:lnTo>
                  <a:lnTo>
                    <a:pt x="22" y="44"/>
                  </a:lnTo>
                  <a:lnTo>
                    <a:pt x="25" y="32"/>
                  </a:lnTo>
                  <a:lnTo>
                    <a:pt x="28" y="19"/>
                  </a:lnTo>
                  <a:lnTo>
                    <a:pt x="32" y="6"/>
                  </a:lnTo>
                  <a:lnTo>
                    <a:pt x="32" y="6"/>
                  </a:lnTo>
                  <a:lnTo>
                    <a:pt x="33" y="5"/>
                  </a:lnTo>
                  <a:lnTo>
                    <a:pt x="32" y="3"/>
                  </a:lnTo>
                  <a:lnTo>
                    <a:pt x="30" y="0"/>
                  </a:lnTo>
                  <a:lnTo>
                    <a:pt x="28" y="0"/>
                  </a:lnTo>
                  <a:lnTo>
                    <a:pt x="27" y="0"/>
                  </a:lnTo>
                  <a:lnTo>
                    <a:pt x="25" y="0"/>
                  </a:lnTo>
                  <a:lnTo>
                    <a:pt x="24" y="2"/>
                  </a:lnTo>
                  <a:lnTo>
                    <a:pt x="24"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8" name="Freeform 844"/>
            <p:cNvSpPr/>
            <p:nvPr/>
          </p:nvSpPr>
          <p:spPr bwMode="auto">
            <a:xfrm>
              <a:off x="2557463" y="1774825"/>
              <a:ext cx="11113" cy="52388"/>
            </a:xfrm>
            <a:custGeom>
              <a:avLst/>
              <a:gdLst/>
              <a:ahLst/>
              <a:cxnLst>
                <a:cxn ang="0">
                  <a:pos x="14" y="4"/>
                </a:cxn>
                <a:cxn ang="0">
                  <a:pos x="14" y="4"/>
                </a:cxn>
                <a:cxn ang="0">
                  <a:pos x="13" y="15"/>
                </a:cxn>
                <a:cxn ang="0">
                  <a:pos x="12" y="27"/>
                </a:cxn>
                <a:cxn ang="0">
                  <a:pos x="9" y="50"/>
                </a:cxn>
                <a:cxn ang="0">
                  <a:pos x="0" y="93"/>
                </a:cxn>
                <a:cxn ang="0">
                  <a:pos x="0" y="93"/>
                </a:cxn>
                <a:cxn ang="0">
                  <a:pos x="0" y="95"/>
                </a:cxn>
                <a:cxn ang="0">
                  <a:pos x="1" y="97"/>
                </a:cxn>
                <a:cxn ang="0">
                  <a:pos x="4" y="99"/>
                </a:cxn>
                <a:cxn ang="0">
                  <a:pos x="6" y="99"/>
                </a:cxn>
                <a:cxn ang="0">
                  <a:pos x="7" y="99"/>
                </a:cxn>
                <a:cxn ang="0">
                  <a:pos x="8" y="98"/>
                </a:cxn>
                <a:cxn ang="0">
                  <a:pos x="9" y="96"/>
                </a:cxn>
                <a:cxn ang="0">
                  <a:pos x="9" y="96"/>
                </a:cxn>
                <a:cxn ang="0">
                  <a:pos x="18" y="51"/>
                </a:cxn>
                <a:cxn ang="0">
                  <a:pos x="21" y="28"/>
                </a:cxn>
                <a:cxn ang="0">
                  <a:pos x="23" y="17"/>
                </a:cxn>
                <a:cxn ang="0">
                  <a:pos x="23" y="4"/>
                </a:cxn>
                <a:cxn ang="0">
                  <a:pos x="23" y="4"/>
                </a:cxn>
                <a:cxn ang="0">
                  <a:pos x="23" y="3"/>
                </a:cxn>
                <a:cxn ang="0">
                  <a:pos x="22" y="1"/>
                </a:cxn>
                <a:cxn ang="0">
                  <a:pos x="20" y="0"/>
                </a:cxn>
                <a:cxn ang="0">
                  <a:pos x="19" y="0"/>
                </a:cxn>
                <a:cxn ang="0">
                  <a:pos x="17" y="0"/>
                </a:cxn>
                <a:cxn ang="0">
                  <a:pos x="15" y="1"/>
                </a:cxn>
                <a:cxn ang="0">
                  <a:pos x="14" y="3"/>
                </a:cxn>
                <a:cxn ang="0">
                  <a:pos x="14" y="4"/>
                </a:cxn>
                <a:cxn ang="0">
                  <a:pos x="14" y="4"/>
                </a:cxn>
              </a:cxnLst>
              <a:rect l="0" t="0" r="r" b="b"/>
              <a:pathLst>
                <a:path w="23" h="99">
                  <a:moveTo>
                    <a:pt x="14" y="4"/>
                  </a:moveTo>
                  <a:lnTo>
                    <a:pt x="14" y="4"/>
                  </a:lnTo>
                  <a:lnTo>
                    <a:pt x="13" y="15"/>
                  </a:lnTo>
                  <a:lnTo>
                    <a:pt x="12" y="27"/>
                  </a:lnTo>
                  <a:lnTo>
                    <a:pt x="9" y="50"/>
                  </a:lnTo>
                  <a:lnTo>
                    <a:pt x="0" y="93"/>
                  </a:lnTo>
                  <a:lnTo>
                    <a:pt x="0" y="93"/>
                  </a:lnTo>
                  <a:lnTo>
                    <a:pt x="0" y="95"/>
                  </a:lnTo>
                  <a:lnTo>
                    <a:pt x="1" y="97"/>
                  </a:lnTo>
                  <a:lnTo>
                    <a:pt x="4" y="99"/>
                  </a:lnTo>
                  <a:lnTo>
                    <a:pt x="6" y="99"/>
                  </a:lnTo>
                  <a:lnTo>
                    <a:pt x="7" y="99"/>
                  </a:lnTo>
                  <a:lnTo>
                    <a:pt x="8" y="98"/>
                  </a:lnTo>
                  <a:lnTo>
                    <a:pt x="9" y="96"/>
                  </a:lnTo>
                  <a:lnTo>
                    <a:pt x="9" y="96"/>
                  </a:lnTo>
                  <a:lnTo>
                    <a:pt x="18" y="51"/>
                  </a:lnTo>
                  <a:lnTo>
                    <a:pt x="21" y="28"/>
                  </a:lnTo>
                  <a:lnTo>
                    <a:pt x="23" y="17"/>
                  </a:lnTo>
                  <a:lnTo>
                    <a:pt x="23" y="4"/>
                  </a:lnTo>
                  <a:lnTo>
                    <a:pt x="23" y="4"/>
                  </a:lnTo>
                  <a:lnTo>
                    <a:pt x="23" y="3"/>
                  </a:lnTo>
                  <a:lnTo>
                    <a:pt x="22" y="1"/>
                  </a:lnTo>
                  <a:lnTo>
                    <a:pt x="20" y="0"/>
                  </a:lnTo>
                  <a:lnTo>
                    <a:pt x="19" y="0"/>
                  </a:lnTo>
                  <a:lnTo>
                    <a:pt x="17" y="0"/>
                  </a:lnTo>
                  <a:lnTo>
                    <a:pt x="15" y="1"/>
                  </a:lnTo>
                  <a:lnTo>
                    <a:pt x="14" y="3"/>
                  </a:lnTo>
                  <a:lnTo>
                    <a:pt x="14" y="4"/>
                  </a:lnTo>
                  <a:lnTo>
                    <a:pt x="1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49" name="Freeform 847"/>
            <p:cNvSpPr/>
            <p:nvPr/>
          </p:nvSpPr>
          <p:spPr bwMode="auto">
            <a:xfrm>
              <a:off x="2640013" y="1768475"/>
              <a:ext cx="7938" cy="57150"/>
            </a:xfrm>
            <a:custGeom>
              <a:avLst/>
              <a:gdLst/>
              <a:ahLst/>
              <a:cxnLst>
                <a:cxn ang="0">
                  <a:pos x="13" y="73"/>
                </a:cxn>
                <a:cxn ang="0">
                  <a:pos x="13" y="73"/>
                </a:cxn>
                <a:cxn ang="0">
                  <a:pos x="14" y="39"/>
                </a:cxn>
                <a:cxn ang="0">
                  <a:pos x="13" y="5"/>
                </a:cxn>
                <a:cxn ang="0">
                  <a:pos x="13" y="5"/>
                </a:cxn>
                <a:cxn ang="0">
                  <a:pos x="13" y="3"/>
                </a:cxn>
                <a:cxn ang="0">
                  <a:pos x="12" y="1"/>
                </a:cxn>
                <a:cxn ang="0">
                  <a:pos x="11" y="1"/>
                </a:cxn>
                <a:cxn ang="0">
                  <a:pos x="9" y="0"/>
                </a:cxn>
                <a:cxn ang="0">
                  <a:pos x="7" y="1"/>
                </a:cxn>
                <a:cxn ang="0">
                  <a:pos x="6" y="1"/>
                </a:cxn>
                <a:cxn ang="0">
                  <a:pos x="5" y="3"/>
                </a:cxn>
                <a:cxn ang="0">
                  <a:pos x="4" y="5"/>
                </a:cxn>
                <a:cxn ang="0">
                  <a:pos x="4" y="5"/>
                </a:cxn>
                <a:cxn ang="0">
                  <a:pos x="4" y="58"/>
                </a:cxn>
                <a:cxn ang="0">
                  <a:pos x="4" y="58"/>
                </a:cxn>
                <a:cxn ang="0">
                  <a:pos x="5" y="80"/>
                </a:cxn>
                <a:cxn ang="0">
                  <a:pos x="4" y="94"/>
                </a:cxn>
                <a:cxn ang="0">
                  <a:pos x="3" y="98"/>
                </a:cxn>
                <a:cxn ang="0">
                  <a:pos x="2" y="100"/>
                </a:cxn>
                <a:cxn ang="0">
                  <a:pos x="2" y="100"/>
                </a:cxn>
                <a:cxn ang="0">
                  <a:pos x="0" y="101"/>
                </a:cxn>
                <a:cxn ang="0">
                  <a:pos x="0" y="103"/>
                </a:cxn>
                <a:cxn ang="0">
                  <a:pos x="0" y="105"/>
                </a:cxn>
                <a:cxn ang="0">
                  <a:pos x="0" y="106"/>
                </a:cxn>
                <a:cxn ang="0">
                  <a:pos x="1" y="108"/>
                </a:cxn>
                <a:cxn ang="0">
                  <a:pos x="3" y="108"/>
                </a:cxn>
                <a:cxn ang="0">
                  <a:pos x="5" y="109"/>
                </a:cxn>
                <a:cxn ang="0">
                  <a:pos x="7" y="108"/>
                </a:cxn>
                <a:cxn ang="0">
                  <a:pos x="7" y="108"/>
                </a:cxn>
                <a:cxn ang="0">
                  <a:pos x="9" y="106"/>
                </a:cxn>
                <a:cxn ang="0">
                  <a:pos x="11" y="102"/>
                </a:cxn>
                <a:cxn ang="0">
                  <a:pos x="12" y="97"/>
                </a:cxn>
                <a:cxn ang="0">
                  <a:pos x="13" y="91"/>
                </a:cxn>
                <a:cxn ang="0">
                  <a:pos x="13" y="81"/>
                </a:cxn>
                <a:cxn ang="0">
                  <a:pos x="13" y="73"/>
                </a:cxn>
                <a:cxn ang="0">
                  <a:pos x="13" y="73"/>
                </a:cxn>
              </a:cxnLst>
              <a:rect l="0" t="0" r="r" b="b"/>
              <a:pathLst>
                <a:path w="14" h="109">
                  <a:moveTo>
                    <a:pt x="13" y="73"/>
                  </a:moveTo>
                  <a:lnTo>
                    <a:pt x="13" y="73"/>
                  </a:lnTo>
                  <a:lnTo>
                    <a:pt x="14" y="39"/>
                  </a:lnTo>
                  <a:lnTo>
                    <a:pt x="13" y="5"/>
                  </a:lnTo>
                  <a:lnTo>
                    <a:pt x="13" y="5"/>
                  </a:lnTo>
                  <a:lnTo>
                    <a:pt x="13" y="3"/>
                  </a:lnTo>
                  <a:lnTo>
                    <a:pt x="12" y="1"/>
                  </a:lnTo>
                  <a:lnTo>
                    <a:pt x="11" y="1"/>
                  </a:lnTo>
                  <a:lnTo>
                    <a:pt x="9" y="0"/>
                  </a:lnTo>
                  <a:lnTo>
                    <a:pt x="7" y="1"/>
                  </a:lnTo>
                  <a:lnTo>
                    <a:pt x="6" y="1"/>
                  </a:lnTo>
                  <a:lnTo>
                    <a:pt x="5" y="3"/>
                  </a:lnTo>
                  <a:lnTo>
                    <a:pt x="4" y="5"/>
                  </a:lnTo>
                  <a:lnTo>
                    <a:pt x="4" y="5"/>
                  </a:lnTo>
                  <a:lnTo>
                    <a:pt x="4" y="58"/>
                  </a:lnTo>
                  <a:lnTo>
                    <a:pt x="4" y="58"/>
                  </a:lnTo>
                  <a:lnTo>
                    <a:pt x="5" y="80"/>
                  </a:lnTo>
                  <a:lnTo>
                    <a:pt x="4" y="94"/>
                  </a:lnTo>
                  <a:lnTo>
                    <a:pt x="3" y="98"/>
                  </a:lnTo>
                  <a:lnTo>
                    <a:pt x="2" y="100"/>
                  </a:lnTo>
                  <a:lnTo>
                    <a:pt x="2" y="100"/>
                  </a:lnTo>
                  <a:lnTo>
                    <a:pt x="0" y="101"/>
                  </a:lnTo>
                  <a:lnTo>
                    <a:pt x="0" y="103"/>
                  </a:lnTo>
                  <a:lnTo>
                    <a:pt x="0" y="105"/>
                  </a:lnTo>
                  <a:lnTo>
                    <a:pt x="0" y="106"/>
                  </a:lnTo>
                  <a:lnTo>
                    <a:pt x="1" y="108"/>
                  </a:lnTo>
                  <a:lnTo>
                    <a:pt x="3" y="108"/>
                  </a:lnTo>
                  <a:lnTo>
                    <a:pt x="5" y="109"/>
                  </a:lnTo>
                  <a:lnTo>
                    <a:pt x="7" y="108"/>
                  </a:lnTo>
                  <a:lnTo>
                    <a:pt x="7" y="108"/>
                  </a:lnTo>
                  <a:lnTo>
                    <a:pt x="9" y="106"/>
                  </a:lnTo>
                  <a:lnTo>
                    <a:pt x="11" y="102"/>
                  </a:lnTo>
                  <a:lnTo>
                    <a:pt x="12" y="97"/>
                  </a:lnTo>
                  <a:lnTo>
                    <a:pt x="13" y="91"/>
                  </a:lnTo>
                  <a:lnTo>
                    <a:pt x="13" y="81"/>
                  </a:lnTo>
                  <a:lnTo>
                    <a:pt x="13" y="73"/>
                  </a:lnTo>
                  <a:lnTo>
                    <a:pt x="13" y="7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0" name="Freeform 848"/>
            <p:cNvSpPr/>
            <p:nvPr/>
          </p:nvSpPr>
          <p:spPr bwMode="auto">
            <a:xfrm>
              <a:off x="2665413" y="1757363"/>
              <a:ext cx="19050" cy="52388"/>
            </a:xfrm>
            <a:custGeom>
              <a:avLst/>
              <a:gdLst/>
              <a:ahLst/>
              <a:cxnLst>
                <a:cxn ang="0">
                  <a:pos x="28" y="4"/>
                </a:cxn>
                <a:cxn ang="0">
                  <a:pos x="28" y="4"/>
                </a:cxn>
                <a:cxn ang="0">
                  <a:pos x="27" y="14"/>
                </a:cxn>
                <a:cxn ang="0">
                  <a:pos x="24" y="24"/>
                </a:cxn>
                <a:cxn ang="0">
                  <a:pos x="20" y="33"/>
                </a:cxn>
                <a:cxn ang="0">
                  <a:pos x="17" y="42"/>
                </a:cxn>
                <a:cxn ang="0">
                  <a:pos x="17" y="42"/>
                </a:cxn>
                <a:cxn ang="0">
                  <a:pos x="13" y="56"/>
                </a:cxn>
                <a:cxn ang="0">
                  <a:pos x="8" y="68"/>
                </a:cxn>
                <a:cxn ang="0">
                  <a:pos x="4" y="81"/>
                </a:cxn>
                <a:cxn ang="0">
                  <a:pos x="0" y="93"/>
                </a:cxn>
                <a:cxn ang="0">
                  <a:pos x="0" y="93"/>
                </a:cxn>
                <a:cxn ang="0">
                  <a:pos x="0" y="95"/>
                </a:cxn>
                <a:cxn ang="0">
                  <a:pos x="0" y="97"/>
                </a:cxn>
                <a:cxn ang="0">
                  <a:pos x="1" y="98"/>
                </a:cxn>
                <a:cxn ang="0">
                  <a:pos x="3" y="99"/>
                </a:cxn>
                <a:cxn ang="0">
                  <a:pos x="5" y="99"/>
                </a:cxn>
                <a:cxn ang="0">
                  <a:pos x="6" y="99"/>
                </a:cxn>
                <a:cxn ang="0">
                  <a:pos x="8" y="98"/>
                </a:cxn>
                <a:cxn ang="0">
                  <a:pos x="9" y="96"/>
                </a:cxn>
                <a:cxn ang="0">
                  <a:pos x="9" y="96"/>
                </a:cxn>
                <a:cxn ang="0">
                  <a:pos x="13" y="85"/>
                </a:cxn>
                <a:cxn ang="0">
                  <a:pos x="17" y="73"/>
                </a:cxn>
                <a:cxn ang="0">
                  <a:pos x="26" y="51"/>
                </a:cxn>
                <a:cxn ang="0">
                  <a:pos x="30" y="39"/>
                </a:cxn>
                <a:cxn ang="0">
                  <a:pos x="33" y="28"/>
                </a:cxn>
                <a:cxn ang="0">
                  <a:pos x="36" y="16"/>
                </a:cxn>
                <a:cxn ang="0">
                  <a:pos x="37" y="4"/>
                </a:cxn>
                <a:cxn ang="0">
                  <a:pos x="37" y="4"/>
                </a:cxn>
                <a:cxn ang="0">
                  <a:pos x="37" y="2"/>
                </a:cxn>
                <a:cxn ang="0">
                  <a:pos x="36" y="1"/>
                </a:cxn>
                <a:cxn ang="0">
                  <a:pos x="35" y="0"/>
                </a:cxn>
                <a:cxn ang="0">
                  <a:pos x="33" y="0"/>
                </a:cxn>
                <a:cxn ang="0">
                  <a:pos x="31" y="0"/>
                </a:cxn>
                <a:cxn ang="0">
                  <a:pos x="30" y="1"/>
                </a:cxn>
                <a:cxn ang="0">
                  <a:pos x="29" y="2"/>
                </a:cxn>
                <a:cxn ang="0">
                  <a:pos x="28" y="4"/>
                </a:cxn>
                <a:cxn ang="0">
                  <a:pos x="28" y="4"/>
                </a:cxn>
              </a:cxnLst>
              <a:rect l="0" t="0" r="r" b="b"/>
              <a:pathLst>
                <a:path w="37" h="99">
                  <a:moveTo>
                    <a:pt x="28" y="4"/>
                  </a:moveTo>
                  <a:lnTo>
                    <a:pt x="28" y="4"/>
                  </a:lnTo>
                  <a:lnTo>
                    <a:pt x="27" y="14"/>
                  </a:lnTo>
                  <a:lnTo>
                    <a:pt x="24" y="24"/>
                  </a:lnTo>
                  <a:lnTo>
                    <a:pt x="20" y="33"/>
                  </a:lnTo>
                  <a:lnTo>
                    <a:pt x="17" y="42"/>
                  </a:lnTo>
                  <a:lnTo>
                    <a:pt x="17" y="42"/>
                  </a:lnTo>
                  <a:lnTo>
                    <a:pt x="13" y="56"/>
                  </a:lnTo>
                  <a:lnTo>
                    <a:pt x="8" y="68"/>
                  </a:lnTo>
                  <a:lnTo>
                    <a:pt x="4" y="81"/>
                  </a:lnTo>
                  <a:lnTo>
                    <a:pt x="0" y="93"/>
                  </a:lnTo>
                  <a:lnTo>
                    <a:pt x="0" y="93"/>
                  </a:lnTo>
                  <a:lnTo>
                    <a:pt x="0" y="95"/>
                  </a:lnTo>
                  <a:lnTo>
                    <a:pt x="0" y="97"/>
                  </a:lnTo>
                  <a:lnTo>
                    <a:pt x="1" y="98"/>
                  </a:lnTo>
                  <a:lnTo>
                    <a:pt x="3" y="99"/>
                  </a:lnTo>
                  <a:lnTo>
                    <a:pt x="5" y="99"/>
                  </a:lnTo>
                  <a:lnTo>
                    <a:pt x="6" y="99"/>
                  </a:lnTo>
                  <a:lnTo>
                    <a:pt x="8" y="98"/>
                  </a:lnTo>
                  <a:lnTo>
                    <a:pt x="9" y="96"/>
                  </a:lnTo>
                  <a:lnTo>
                    <a:pt x="9" y="96"/>
                  </a:lnTo>
                  <a:lnTo>
                    <a:pt x="13" y="85"/>
                  </a:lnTo>
                  <a:lnTo>
                    <a:pt x="17" y="73"/>
                  </a:lnTo>
                  <a:lnTo>
                    <a:pt x="26" y="51"/>
                  </a:lnTo>
                  <a:lnTo>
                    <a:pt x="30" y="39"/>
                  </a:lnTo>
                  <a:lnTo>
                    <a:pt x="33" y="28"/>
                  </a:lnTo>
                  <a:lnTo>
                    <a:pt x="36" y="16"/>
                  </a:lnTo>
                  <a:lnTo>
                    <a:pt x="37" y="4"/>
                  </a:lnTo>
                  <a:lnTo>
                    <a:pt x="37" y="4"/>
                  </a:lnTo>
                  <a:lnTo>
                    <a:pt x="37" y="2"/>
                  </a:lnTo>
                  <a:lnTo>
                    <a:pt x="36" y="1"/>
                  </a:lnTo>
                  <a:lnTo>
                    <a:pt x="35" y="0"/>
                  </a:lnTo>
                  <a:lnTo>
                    <a:pt x="33" y="0"/>
                  </a:lnTo>
                  <a:lnTo>
                    <a:pt x="31" y="0"/>
                  </a:lnTo>
                  <a:lnTo>
                    <a:pt x="30" y="1"/>
                  </a:lnTo>
                  <a:lnTo>
                    <a:pt x="29" y="2"/>
                  </a:lnTo>
                  <a:lnTo>
                    <a:pt x="28" y="4"/>
                  </a:lnTo>
                  <a:lnTo>
                    <a:pt x="28"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1" name="Freeform 849"/>
            <p:cNvSpPr/>
            <p:nvPr/>
          </p:nvSpPr>
          <p:spPr bwMode="auto">
            <a:xfrm>
              <a:off x="2697163" y="1725613"/>
              <a:ext cx="15875" cy="52388"/>
            </a:xfrm>
            <a:custGeom>
              <a:avLst/>
              <a:gdLst/>
              <a:ahLst/>
              <a:cxnLst>
                <a:cxn ang="0">
                  <a:pos x="15" y="91"/>
                </a:cxn>
                <a:cxn ang="0">
                  <a:pos x="15" y="91"/>
                </a:cxn>
                <a:cxn ang="0">
                  <a:pos x="20" y="82"/>
                </a:cxn>
                <a:cxn ang="0">
                  <a:pos x="24" y="71"/>
                </a:cxn>
                <a:cxn ang="0">
                  <a:pos x="27" y="61"/>
                </a:cxn>
                <a:cxn ang="0">
                  <a:pos x="28" y="50"/>
                </a:cxn>
                <a:cxn ang="0">
                  <a:pos x="29" y="38"/>
                </a:cxn>
                <a:cxn ang="0">
                  <a:pos x="29" y="27"/>
                </a:cxn>
                <a:cxn ang="0">
                  <a:pos x="29" y="5"/>
                </a:cxn>
                <a:cxn ang="0">
                  <a:pos x="29" y="5"/>
                </a:cxn>
                <a:cxn ang="0">
                  <a:pos x="28" y="3"/>
                </a:cxn>
                <a:cxn ang="0">
                  <a:pos x="27" y="1"/>
                </a:cxn>
                <a:cxn ang="0">
                  <a:pos x="26" y="1"/>
                </a:cxn>
                <a:cxn ang="0">
                  <a:pos x="24" y="0"/>
                </a:cxn>
                <a:cxn ang="0">
                  <a:pos x="22" y="1"/>
                </a:cxn>
                <a:cxn ang="0">
                  <a:pos x="21" y="1"/>
                </a:cxn>
                <a:cxn ang="0">
                  <a:pos x="20" y="3"/>
                </a:cxn>
                <a:cxn ang="0">
                  <a:pos x="20" y="5"/>
                </a:cxn>
                <a:cxn ang="0">
                  <a:pos x="20" y="5"/>
                </a:cxn>
                <a:cxn ang="0">
                  <a:pos x="20" y="26"/>
                </a:cxn>
                <a:cxn ang="0">
                  <a:pos x="19" y="47"/>
                </a:cxn>
                <a:cxn ang="0">
                  <a:pos x="18" y="58"/>
                </a:cxn>
                <a:cxn ang="0">
                  <a:pos x="16" y="67"/>
                </a:cxn>
                <a:cxn ang="0">
                  <a:pos x="11" y="76"/>
                </a:cxn>
                <a:cxn ang="0">
                  <a:pos x="6" y="86"/>
                </a:cxn>
                <a:cxn ang="0">
                  <a:pos x="6" y="86"/>
                </a:cxn>
                <a:cxn ang="0">
                  <a:pos x="3" y="87"/>
                </a:cxn>
                <a:cxn ang="0">
                  <a:pos x="2" y="89"/>
                </a:cxn>
                <a:cxn ang="0">
                  <a:pos x="1" y="91"/>
                </a:cxn>
                <a:cxn ang="0">
                  <a:pos x="0" y="95"/>
                </a:cxn>
                <a:cxn ang="0">
                  <a:pos x="0" y="95"/>
                </a:cxn>
                <a:cxn ang="0">
                  <a:pos x="1" y="97"/>
                </a:cxn>
                <a:cxn ang="0">
                  <a:pos x="3" y="99"/>
                </a:cxn>
                <a:cxn ang="0">
                  <a:pos x="6" y="99"/>
                </a:cxn>
                <a:cxn ang="0">
                  <a:pos x="8" y="98"/>
                </a:cxn>
                <a:cxn ang="0">
                  <a:pos x="8" y="98"/>
                </a:cxn>
                <a:cxn ang="0">
                  <a:pos x="11" y="94"/>
                </a:cxn>
                <a:cxn ang="0">
                  <a:pos x="11" y="94"/>
                </a:cxn>
                <a:cxn ang="0">
                  <a:pos x="14" y="93"/>
                </a:cxn>
                <a:cxn ang="0">
                  <a:pos x="15" y="91"/>
                </a:cxn>
                <a:cxn ang="0">
                  <a:pos x="15" y="91"/>
                </a:cxn>
              </a:cxnLst>
              <a:rect l="0" t="0" r="r" b="b"/>
              <a:pathLst>
                <a:path w="29" h="99">
                  <a:moveTo>
                    <a:pt x="15" y="91"/>
                  </a:moveTo>
                  <a:lnTo>
                    <a:pt x="15" y="91"/>
                  </a:lnTo>
                  <a:lnTo>
                    <a:pt x="20" y="82"/>
                  </a:lnTo>
                  <a:lnTo>
                    <a:pt x="24" y="71"/>
                  </a:lnTo>
                  <a:lnTo>
                    <a:pt x="27" y="61"/>
                  </a:lnTo>
                  <a:lnTo>
                    <a:pt x="28" y="50"/>
                  </a:lnTo>
                  <a:lnTo>
                    <a:pt x="29" y="38"/>
                  </a:lnTo>
                  <a:lnTo>
                    <a:pt x="29" y="27"/>
                  </a:lnTo>
                  <a:lnTo>
                    <a:pt x="29" y="5"/>
                  </a:lnTo>
                  <a:lnTo>
                    <a:pt x="29" y="5"/>
                  </a:lnTo>
                  <a:lnTo>
                    <a:pt x="28" y="3"/>
                  </a:lnTo>
                  <a:lnTo>
                    <a:pt x="27" y="1"/>
                  </a:lnTo>
                  <a:lnTo>
                    <a:pt x="26" y="1"/>
                  </a:lnTo>
                  <a:lnTo>
                    <a:pt x="24" y="0"/>
                  </a:lnTo>
                  <a:lnTo>
                    <a:pt x="22" y="1"/>
                  </a:lnTo>
                  <a:lnTo>
                    <a:pt x="21" y="1"/>
                  </a:lnTo>
                  <a:lnTo>
                    <a:pt x="20" y="3"/>
                  </a:lnTo>
                  <a:lnTo>
                    <a:pt x="20" y="5"/>
                  </a:lnTo>
                  <a:lnTo>
                    <a:pt x="20" y="5"/>
                  </a:lnTo>
                  <a:lnTo>
                    <a:pt x="20" y="26"/>
                  </a:lnTo>
                  <a:lnTo>
                    <a:pt x="19" y="47"/>
                  </a:lnTo>
                  <a:lnTo>
                    <a:pt x="18" y="58"/>
                  </a:lnTo>
                  <a:lnTo>
                    <a:pt x="16" y="67"/>
                  </a:lnTo>
                  <a:lnTo>
                    <a:pt x="11" y="76"/>
                  </a:lnTo>
                  <a:lnTo>
                    <a:pt x="6" y="86"/>
                  </a:lnTo>
                  <a:lnTo>
                    <a:pt x="6" y="86"/>
                  </a:lnTo>
                  <a:lnTo>
                    <a:pt x="3" y="87"/>
                  </a:lnTo>
                  <a:lnTo>
                    <a:pt x="2" y="89"/>
                  </a:lnTo>
                  <a:lnTo>
                    <a:pt x="1" y="91"/>
                  </a:lnTo>
                  <a:lnTo>
                    <a:pt x="0" y="95"/>
                  </a:lnTo>
                  <a:lnTo>
                    <a:pt x="0" y="95"/>
                  </a:lnTo>
                  <a:lnTo>
                    <a:pt x="1" y="97"/>
                  </a:lnTo>
                  <a:lnTo>
                    <a:pt x="3" y="99"/>
                  </a:lnTo>
                  <a:lnTo>
                    <a:pt x="6" y="99"/>
                  </a:lnTo>
                  <a:lnTo>
                    <a:pt x="8" y="98"/>
                  </a:lnTo>
                  <a:lnTo>
                    <a:pt x="8" y="98"/>
                  </a:lnTo>
                  <a:lnTo>
                    <a:pt x="11" y="94"/>
                  </a:lnTo>
                  <a:lnTo>
                    <a:pt x="11" y="94"/>
                  </a:lnTo>
                  <a:lnTo>
                    <a:pt x="14" y="93"/>
                  </a:lnTo>
                  <a:lnTo>
                    <a:pt x="15" y="91"/>
                  </a:lnTo>
                  <a:lnTo>
                    <a:pt x="15" y="9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2" name="Freeform 850"/>
            <p:cNvSpPr/>
            <p:nvPr/>
          </p:nvSpPr>
          <p:spPr bwMode="auto">
            <a:xfrm>
              <a:off x="2732088" y="1708150"/>
              <a:ext cx="11113" cy="53975"/>
            </a:xfrm>
            <a:custGeom>
              <a:avLst/>
              <a:gdLst/>
              <a:ahLst/>
              <a:cxnLst>
                <a:cxn ang="0">
                  <a:pos x="20" y="5"/>
                </a:cxn>
                <a:cxn ang="0">
                  <a:pos x="20" y="5"/>
                </a:cxn>
                <a:cxn ang="0">
                  <a:pos x="19" y="3"/>
                </a:cxn>
                <a:cxn ang="0">
                  <a:pos x="18" y="1"/>
                </a:cxn>
                <a:cxn ang="0">
                  <a:pos x="17" y="0"/>
                </a:cxn>
                <a:cxn ang="0">
                  <a:pos x="15" y="0"/>
                </a:cxn>
                <a:cxn ang="0">
                  <a:pos x="14" y="0"/>
                </a:cxn>
                <a:cxn ang="0">
                  <a:pos x="12" y="1"/>
                </a:cxn>
                <a:cxn ang="0">
                  <a:pos x="11" y="3"/>
                </a:cxn>
                <a:cxn ang="0">
                  <a:pos x="11" y="5"/>
                </a:cxn>
                <a:cxn ang="0">
                  <a:pos x="11" y="5"/>
                </a:cxn>
                <a:cxn ang="0">
                  <a:pos x="12" y="28"/>
                </a:cxn>
                <a:cxn ang="0">
                  <a:pos x="13" y="53"/>
                </a:cxn>
                <a:cxn ang="0">
                  <a:pos x="13" y="64"/>
                </a:cxn>
                <a:cxn ang="0">
                  <a:pos x="11" y="75"/>
                </a:cxn>
                <a:cxn ang="0">
                  <a:pos x="7" y="87"/>
                </a:cxn>
                <a:cxn ang="0">
                  <a:pos x="4" y="92"/>
                </a:cxn>
                <a:cxn ang="0">
                  <a:pos x="1" y="97"/>
                </a:cxn>
                <a:cxn ang="0">
                  <a:pos x="1" y="97"/>
                </a:cxn>
                <a:cxn ang="0">
                  <a:pos x="0" y="99"/>
                </a:cxn>
                <a:cxn ang="0">
                  <a:pos x="0" y="100"/>
                </a:cxn>
                <a:cxn ang="0">
                  <a:pos x="1" y="102"/>
                </a:cxn>
                <a:cxn ang="0">
                  <a:pos x="3" y="103"/>
                </a:cxn>
                <a:cxn ang="0">
                  <a:pos x="6" y="104"/>
                </a:cxn>
                <a:cxn ang="0">
                  <a:pos x="8" y="103"/>
                </a:cxn>
                <a:cxn ang="0">
                  <a:pos x="10" y="102"/>
                </a:cxn>
                <a:cxn ang="0">
                  <a:pos x="10" y="102"/>
                </a:cxn>
                <a:cxn ang="0">
                  <a:pos x="13" y="96"/>
                </a:cxn>
                <a:cxn ang="0">
                  <a:pos x="16" y="91"/>
                </a:cxn>
                <a:cxn ang="0">
                  <a:pos x="20" y="79"/>
                </a:cxn>
                <a:cxn ang="0">
                  <a:pos x="22" y="67"/>
                </a:cxn>
                <a:cxn ang="0">
                  <a:pos x="22" y="55"/>
                </a:cxn>
                <a:cxn ang="0">
                  <a:pos x="22" y="42"/>
                </a:cxn>
                <a:cxn ang="0">
                  <a:pos x="21" y="29"/>
                </a:cxn>
                <a:cxn ang="0">
                  <a:pos x="20" y="5"/>
                </a:cxn>
                <a:cxn ang="0">
                  <a:pos x="20" y="5"/>
                </a:cxn>
              </a:cxnLst>
              <a:rect l="0" t="0" r="r" b="b"/>
              <a:pathLst>
                <a:path w="22" h="104">
                  <a:moveTo>
                    <a:pt x="20" y="5"/>
                  </a:moveTo>
                  <a:lnTo>
                    <a:pt x="20" y="5"/>
                  </a:lnTo>
                  <a:lnTo>
                    <a:pt x="19" y="3"/>
                  </a:lnTo>
                  <a:lnTo>
                    <a:pt x="18" y="1"/>
                  </a:lnTo>
                  <a:lnTo>
                    <a:pt x="17" y="0"/>
                  </a:lnTo>
                  <a:lnTo>
                    <a:pt x="15" y="0"/>
                  </a:lnTo>
                  <a:lnTo>
                    <a:pt x="14" y="0"/>
                  </a:lnTo>
                  <a:lnTo>
                    <a:pt x="12" y="1"/>
                  </a:lnTo>
                  <a:lnTo>
                    <a:pt x="11" y="3"/>
                  </a:lnTo>
                  <a:lnTo>
                    <a:pt x="11" y="5"/>
                  </a:lnTo>
                  <a:lnTo>
                    <a:pt x="11" y="5"/>
                  </a:lnTo>
                  <a:lnTo>
                    <a:pt x="12" y="28"/>
                  </a:lnTo>
                  <a:lnTo>
                    <a:pt x="13" y="53"/>
                  </a:lnTo>
                  <a:lnTo>
                    <a:pt x="13" y="64"/>
                  </a:lnTo>
                  <a:lnTo>
                    <a:pt x="11" y="75"/>
                  </a:lnTo>
                  <a:lnTo>
                    <a:pt x="7" y="87"/>
                  </a:lnTo>
                  <a:lnTo>
                    <a:pt x="4" y="92"/>
                  </a:lnTo>
                  <a:lnTo>
                    <a:pt x="1" y="97"/>
                  </a:lnTo>
                  <a:lnTo>
                    <a:pt x="1" y="97"/>
                  </a:lnTo>
                  <a:lnTo>
                    <a:pt x="0" y="99"/>
                  </a:lnTo>
                  <a:lnTo>
                    <a:pt x="0" y="100"/>
                  </a:lnTo>
                  <a:lnTo>
                    <a:pt x="1" y="102"/>
                  </a:lnTo>
                  <a:lnTo>
                    <a:pt x="3" y="103"/>
                  </a:lnTo>
                  <a:lnTo>
                    <a:pt x="6" y="104"/>
                  </a:lnTo>
                  <a:lnTo>
                    <a:pt x="8" y="103"/>
                  </a:lnTo>
                  <a:lnTo>
                    <a:pt x="10" y="102"/>
                  </a:lnTo>
                  <a:lnTo>
                    <a:pt x="10" y="102"/>
                  </a:lnTo>
                  <a:lnTo>
                    <a:pt x="13" y="96"/>
                  </a:lnTo>
                  <a:lnTo>
                    <a:pt x="16" y="91"/>
                  </a:lnTo>
                  <a:lnTo>
                    <a:pt x="20" y="79"/>
                  </a:lnTo>
                  <a:lnTo>
                    <a:pt x="22" y="67"/>
                  </a:lnTo>
                  <a:lnTo>
                    <a:pt x="22" y="55"/>
                  </a:lnTo>
                  <a:lnTo>
                    <a:pt x="22" y="42"/>
                  </a:lnTo>
                  <a:lnTo>
                    <a:pt x="21" y="29"/>
                  </a:lnTo>
                  <a:lnTo>
                    <a:pt x="20" y="5"/>
                  </a:lnTo>
                  <a:lnTo>
                    <a:pt x="2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3" name="Freeform 851"/>
            <p:cNvSpPr/>
            <p:nvPr/>
          </p:nvSpPr>
          <p:spPr bwMode="auto">
            <a:xfrm>
              <a:off x="2765425" y="1674813"/>
              <a:ext cx="7938" cy="55563"/>
            </a:xfrm>
            <a:custGeom>
              <a:avLst/>
              <a:gdLst/>
              <a:ahLst/>
              <a:cxnLst>
                <a:cxn ang="0">
                  <a:pos x="15" y="94"/>
                </a:cxn>
                <a:cxn ang="0">
                  <a:pos x="15" y="94"/>
                </a:cxn>
                <a:cxn ang="0">
                  <a:pos x="14" y="72"/>
                </a:cxn>
                <a:cxn ang="0">
                  <a:pos x="12" y="50"/>
                </a:cxn>
                <a:cxn ang="0">
                  <a:pos x="11" y="27"/>
                </a:cxn>
                <a:cxn ang="0">
                  <a:pos x="9" y="5"/>
                </a:cxn>
                <a:cxn ang="0">
                  <a:pos x="9" y="5"/>
                </a:cxn>
                <a:cxn ang="0">
                  <a:pos x="9" y="3"/>
                </a:cxn>
                <a:cxn ang="0">
                  <a:pos x="8" y="2"/>
                </a:cxn>
                <a:cxn ang="0">
                  <a:pos x="6" y="1"/>
                </a:cxn>
                <a:cxn ang="0">
                  <a:pos x="5" y="0"/>
                </a:cxn>
                <a:cxn ang="0">
                  <a:pos x="3" y="1"/>
                </a:cxn>
                <a:cxn ang="0">
                  <a:pos x="2" y="2"/>
                </a:cxn>
                <a:cxn ang="0">
                  <a:pos x="1" y="3"/>
                </a:cxn>
                <a:cxn ang="0">
                  <a:pos x="0" y="5"/>
                </a:cxn>
                <a:cxn ang="0">
                  <a:pos x="0" y="5"/>
                </a:cxn>
                <a:cxn ang="0">
                  <a:pos x="1" y="29"/>
                </a:cxn>
                <a:cxn ang="0">
                  <a:pos x="2" y="53"/>
                </a:cxn>
                <a:cxn ang="0">
                  <a:pos x="4" y="76"/>
                </a:cxn>
                <a:cxn ang="0">
                  <a:pos x="5" y="100"/>
                </a:cxn>
                <a:cxn ang="0">
                  <a:pos x="5" y="100"/>
                </a:cxn>
                <a:cxn ang="0">
                  <a:pos x="5" y="102"/>
                </a:cxn>
                <a:cxn ang="0">
                  <a:pos x="6" y="103"/>
                </a:cxn>
                <a:cxn ang="0">
                  <a:pos x="8" y="104"/>
                </a:cxn>
                <a:cxn ang="0">
                  <a:pos x="9" y="104"/>
                </a:cxn>
                <a:cxn ang="0">
                  <a:pos x="12" y="104"/>
                </a:cxn>
                <a:cxn ang="0">
                  <a:pos x="13" y="103"/>
                </a:cxn>
                <a:cxn ang="0">
                  <a:pos x="15" y="102"/>
                </a:cxn>
                <a:cxn ang="0">
                  <a:pos x="15" y="100"/>
                </a:cxn>
                <a:cxn ang="0">
                  <a:pos x="15" y="95"/>
                </a:cxn>
                <a:cxn ang="0">
                  <a:pos x="15" y="95"/>
                </a:cxn>
                <a:cxn ang="0">
                  <a:pos x="15" y="94"/>
                </a:cxn>
                <a:cxn ang="0">
                  <a:pos x="15" y="94"/>
                </a:cxn>
              </a:cxnLst>
              <a:rect l="0" t="0" r="r" b="b"/>
              <a:pathLst>
                <a:path w="15" h="104">
                  <a:moveTo>
                    <a:pt x="15" y="94"/>
                  </a:moveTo>
                  <a:lnTo>
                    <a:pt x="15" y="94"/>
                  </a:lnTo>
                  <a:lnTo>
                    <a:pt x="14" y="72"/>
                  </a:lnTo>
                  <a:lnTo>
                    <a:pt x="12" y="50"/>
                  </a:lnTo>
                  <a:lnTo>
                    <a:pt x="11" y="27"/>
                  </a:lnTo>
                  <a:lnTo>
                    <a:pt x="9" y="5"/>
                  </a:lnTo>
                  <a:lnTo>
                    <a:pt x="9" y="5"/>
                  </a:lnTo>
                  <a:lnTo>
                    <a:pt x="9" y="3"/>
                  </a:lnTo>
                  <a:lnTo>
                    <a:pt x="8" y="2"/>
                  </a:lnTo>
                  <a:lnTo>
                    <a:pt x="6" y="1"/>
                  </a:lnTo>
                  <a:lnTo>
                    <a:pt x="5" y="0"/>
                  </a:lnTo>
                  <a:lnTo>
                    <a:pt x="3" y="1"/>
                  </a:lnTo>
                  <a:lnTo>
                    <a:pt x="2" y="2"/>
                  </a:lnTo>
                  <a:lnTo>
                    <a:pt x="1" y="3"/>
                  </a:lnTo>
                  <a:lnTo>
                    <a:pt x="0" y="5"/>
                  </a:lnTo>
                  <a:lnTo>
                    <a:pt x="0" y="5"/>
                  </a:lnTo>
                  <a:lnTo>
                    <a:pt x="1" y="29"/>
                  </a:lnTo>
                  <a:lnTo>
                    <a:pt x="2" y="53"/>
                  </a:lnTo>
                  <a:lnTo>
                    <a:pt x="4" y="76"/>
                  </a:lnTo>
                  <a:lnTo>
                    <a:pt x="5" y="100"/>
                  </a:lnTo>
                  <a:lnTo>
                    <a:pt x="5" y="100"/>
                  </a:lnTo>
                  <a:lnTo>
                    <a:pt x="5" y="102"/>
                  </a:lnTo>
                  <a:lnTo>
                    <a:pt x="6" y="103"/>
                  </a:lnTo>
                  <a:lnTo>
                    <a:pt x="8" y="104"/>
                  </a:lnTo>
                  <a:lnTo>
                    <a:pt x="9" y="104"/>
                  </a:lnTo>
                  <a:lnTo>
                    <a:pt x="12" y="104"/>
                  </a:lnTo>
                  <a:lnTo>
                    <a:pt x="13" y="103"/>
                  </a:lnTo>
                  <a:lnTo>
                    <a:pt x="15" y="102"/>
                  </a:lnTo>
                  <a:lnTo>
                    <a:pt x="15" y="100"/>
                  </a:lnTo>
                  <a:lnTo>
                    <a:pt x="15" y="95"/>
                  </a:lnTo>
                  <a:lnTo>
                    <a:pt x="15" y="95"/>
                  </a:lnTo>
                  <a:lnTo>
                    <a:pt x="15" y="94"/>
                  </a:lnTo>
                  <a:lnTo>
                    <a:pt x="15" y="9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4" name="Freeform 852"/>
            <p:cNvSpPr/>
            <p:nvPr/>
          </p:nvSpPr>
          <p:spPr bwMode="auto">
            <a:xfrm>
              <a:off x="2792413" y="1638300"/>
              <a:ext cx="7938" cy="53975"/>
            </a:xfrm>
            <a:custGeom>
              <a:avLst/>
              <a:gdLst/>
              <a:ahLst/>
              <a:cxnLst>
                <a:cxn ang="0">
                  <a:pos x="13" y="4"/>
                </a:cxn>
                <a:cxn ang="0">
                  <a:pos x="13" y="4"/>
                </a:cxn>
                <a:cxn ang="0">
                  <a:pos x="13" y="2"/>
                </a:cxn>
                <a:cxn ang="0">
                  <a:pos x="12" y="1"/>
                </a:cxn>
                <a:cxn ang="0">
                  <a:pos x="10" y="0"/>
                </a:cxn>
                <a:cxn ang="0">
                  <a:pos x="9" y="0"/>
                </a:cxn>
                <a:cxn ang="0">
                  <a:pos x="7" y="0"/>
                </a:cxn>
                <a:cxn ang="0">
                  <a:pos x="6" y="1"/>
                </a:cxn>
                <a:cxn ang="0">
                  <a:pos x="5" y="2"/>
                </a:cxn>
                <a:cxn ang="0">
                  <a:pos x="4" y="4"/>
                </a:cxn>
                <a:cxn ang="0">
                  <a:pos x="4" y="4"/>
                </a:cxn>
                <a:cxn ang="0">
                  <a:pos x="5" y="28"/>
                </a:cxn>
                <a:cxn ang="0">
                  <a:pos x="5" y="51"/>
                </a:cxn>
                <a:cxn ang="0">
                  <a:pos x="5" y="63"/>
                </a:cxn>
                <a:cxn ang="0">
                  <a:pos x="4" y="74"/>
                </a:cxn>
                <a:cxn ang="0">
                  <a:pos x="3" y="85"/>
                </a:cxn>
                <a:cxn ang="0">
                  <a:pos x="0" y="98"/>
                </a:cxn>
                <a:cxn ang="0">
                  <a:pos x="0" y="98"/>
                </a:cxn>
                <a:cxn ang="0">
                  <a:pos x="0" y="100"/>
                </a:cxn>
                <a:cxn ang="0">
                  <a:pos x="0" y="101"/>
                </a:cxn>
                <a:cxn ang="0">
                  <a:pos x="1" y="102"/>
                </a:cxn>
                <a:cxn ang="0">
                  <a:pos x="3" y="103"/>
                </a:cxn>
                <a:cxn ang="0">
                  <a:pos x="5" y="103"/>
                </a:cxn>
                <a:cxn ang="0">
                  <a:pos x="6" y="103"/>
                </a:cxn>
                <a:cxn ang="0">
                  <a:pos x="8" y="102"/>
                </a:cxn>
                <a:cxn ang="0">
                  <a:pos x="9" y="100"/>
                </a:cxn>
                <a:cxn ang="0">
                  <a:pos x="9" y="100"/>
                </a:cxn>
                <a:cxn ang="0">
                  <a:pos x="11" y="89"/>
                </a:cxn>
                <a:cxn ang="0">
                  <a:pos x="13" y="76"/>
                </a:cxn>
                <a:cxn ang="0">
                  <a:pos x="14" y="64"/>
                </a:cxn>
                <a:cxn ang="0">
                  <a:pos x="15" y="52"/>
                </a:cxn>
                <a:cxn ang="0">
                  <a:pos x="14" y="28"/>
                </a:cxn>
                <a:cxn ang="0">
                  <a:pos x="13" y="4"/>
                </a:cxn>
                <a:cxn ang="0">
                  <a:pos x="13" y="4"/>
                </a:cxn>
              </a:cxnLst>
              <a:rect l="0" t="0" r="r" b="b"/>
              <a:pathLst>
                <a:path w="15" h="103">
                  <a:moveTo>
                    <a:pt x="13" y="4"/>
                  </a:moveTo>
                  <a:lnTo>
                    <a:pt x="13" y="4"/>
                  </a:lnTo>
                  <a:lnTo>
                    <a:pt x="13" y="2"/>
                  </a:lnTo>
                  <a:lnTo>
                    <a:pt x="12" y="1"/>
                  </a:lnTo>
                  <a:lnTo>
                    <a:pt x="10" y="0"/>
                  </a:lnTo>
                  <a:lnTo>
                    <a:pt x="9" y="0"/>
                  </a:lnTo>
                  <a:lnTo>
                    <a:pt x="7" y="0"/>
                  </a:lnTo>
                  <a:lnTo>
                    <a:pt x="6" y="1"/>
                  </a:lnTo>
                  <a:lnTo>
                    <a:pt x="5" y="2"/>
                  </a:lnTo>
                  <a:lnTo>
                    <a:pt x="4" y="4"/>
                  </a:lnTo>
                  <a:lnTo>
                    <a:pt x="4" y="4"/>
                  </a:lnTo>
                  <a:lnTo>
                    <a:pt x="5" y="28"/>
                  </a:lnTo>
                  <a:lnTo>
                    <a:pt x="5" y="51"/>
                  </a:lnTo>
                  <a:lnTo>
                    <a:pt x="5" y="63"/>
                  </a:lnTo>
                  <a:lnTo>
                    <a:pt x="4" y="74"/>
                  </a:lnTo>
                  <a:lnTo>
                    <a:pt x="3" y="85"/>
                  </a:lnTo>
                  <a:lnTo>
                    <a:pt x="0" y="98"/>
                  </a:lnTo>
                  <a:lnTo>
                    <a:pt x="0" y="98"/>
                  </a:lnTo>
                  <a:lnTo>
                    <a:pt x="0" y="100"/>
                  </a:lnTo>
                  <a:lnTo>
                    <a:pt x="0" y="101"/>
                  </a:lnTo>
                  <a:lnTo>
                    <a:pt x="1" y="102"/>
                  </a:lnTo>
                  <a:lnTo>
                    <a:pt x="3" y="103"/>
                  </a:lnTo>
                  <a:lnTo>
                    <a:pt x="5" y="103"/>
                  </a:lnTo>
                  <a:lnTo>
                    <a:pt x="6" y="103"/>
                  </a:lnTo>
                  <a:lnTo>
                    <a:pt x="8" y="102"/>
                  </a:lnTo>
                  <a:lnTo>
                    <a:pt x="9" y="100"/>
                  </a:lnTo>
                  <a:lnTo>
                    <a:pt x="9" y="100"/>
                  </a:lnTo>
                  <a:lnTo>
                    <a:pt x="11" y="89"/>
                  </a:lnTo>
                  <a:lnTo>
                    <a:pt x="13" y="76"/>
                  </a:lnTo>
                  <a:lnTo>
                    <a:pt x="14" y="64"/>
                  </a:lnTo>
                  <a:lnTo>
                    <a:pt x="15" y="52"/>
                  </a:lnTo>
                  <a:lnTo>
                    <a:pt x="14" y="28"/>
                  </a:lnTo>
                  <a:lnTo>
                    <a:pt x="13" y="4"/>
                  </a:lnTo>
                  <a:lnTo>
                    <a:pt x="1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5" name="Freeform 853"/>
            <p:cNvSpPr/>
            <p:nvPr/>
          </p:nvSpPr>
          <p:spPr bwMode="auto">
            <a:xfrm>
              <a:off x="2817813" y="1609725"/>
              <a:ext cx="7938" cy="42863"/>
            </a:xfrm>
            <a:custGeom>
              <a:avLst/>
              <a:gdLst/>
              <a:ahLst/>
              <a:cxnLst>
                <a:cxn ang="0">
                  <a:pos x="10" y="5"/>
                </a:cxn>
                <a:cxn ang="0">
                  <a:pos x="10" y="5"/>
                </a:cxn>
                <a:cxn ang="0">
                  <a:pos x="9" y="3"/>
                </a:cxn>
                <a:cxn ang="0">
                  <a:pos x="8" y="1"/>
                </a:cxn>
                <a:cxn ang="0">
                  <a:pos x="7" y="0"/>
                </a:cxn>
                <a:cxn ang="0">
                  <a:pos x="5" y="0"/>
                </a:cxn>
                <a:cxn ang="0">
                  <a:pos x="2" y="0"/>
                </a:cxn>
                <a:cxn ang="0">
                  <a:pos x="1" y="1"/>
                </a:cxn>
                <a:cxn ang="0">
                  <a:pos x="0" y="3"/>
                </a:cxn>
                <a:cxn ang="0">
                  <a:pos x="0" y="5"/>
                </a:cxn>
                <a:cxn ang="0">
                  <a:pos x="0" y="5"/>
                </a:cxn>
                <a:cxn ang="0">
                  <a:pos x="0" y="14"/>
                </a:cxn>
                <a:cxn ang="0">
                  <a:pos x="2" y="24"/>
                </a:cxn>
                <a:cxn ang="0">
                  <a:pos x="3" y="33"/>
                </a:cxn>
                <a:cxn ang="0">
                  <a:pos x="5" y="42"/>
                </a:cxn>
                <a:cxn ang="0">
                  <a:pos x="5" y="42"/>
                </a:cxn>
                <a:cxn ang="0">
                  <a:pos x="5" y="59"/>
                </a:cxn>
                <a:cxn ang="0">
                  <a:pos x="5" y="75"/>
                </a:cxn>
                <a:cxn ang="0">
                  <a:pos x="5" y="75"/>
                </a:cxn>
                <a:cxn ang="0">
                  <a:pos x="6" y="77"/>
                </a:cxn>
                <a:cxn ang="0">
                  <a:pos x="7" y="80"/>
                </a:cxn>
                <a:cxn ang="0">
                  <a:pos x="8" y="81"/>
                </a:cxn>
                <a:cxn ang="0">
                  <a:pos x="10" y="81"/>
                </a:cxn>
                <a:cxn ang="0">
                  <a:pos x="11" y="81"/>
                </a:cxn>
                <a:cxn ang="0">
                  <a:pos x="13" y="80"/>
                </a:cxn>
                <a:cxn ang="0">
                  <a:pos x="14" y="77"/>
                </a:cxn>
                <a:cxn ang="0">
                  <a:pos x="14" y="75"/>
                </a:cxn>
                <a:cxn ang="0">
                  <a:pos x="14" y="42"/>
                </a:cxn>
                <a:cxn ang="0">
                  <a:pos x="14" y="42"/>
                </a:cxn>
                <a:cxn ang="0">
                  <a:pos x="14" y="33"/>
                </a:cxn>
                <a:cxn ang="0">
                  <a:pos x="12" y="24"/>
                </a:cxn>
                <a:cxn ang="0">
                  <a:pos x="11" y="14"/>
                </a:cxn>
                <a:cxn ang="0">
                  <a:pos x="10" y="5"/>
                </a:cxn>
                <a:cxn ang="0">
                  <a:pos x="10" y="5"/>
                </a:cxn>
              </a:cxnLst>
              <a:rect l="0" t="0" r="r" b="b"/>
              <a:pathLst>
                <a:path w="14" h="81">
                  <a:moveTo>
                    <a:pt x="10" y="5"/>
                  </a:moveTo>
                  <a:lnTo>
                    <a:pt x="10" y="5"/>
                  </a:lnTo>
                  <a:lnTo>
                    <a:pt x="9" y="3"/>
                  </a:lnTo>
                  <a:lnTo>
                    <a:pt x="8" y="1"/>
                  </a:lnTo>
                  <a:lnTo>
                    <a:pt x="7" y="0"/>
                  </a:lnTo>
                  <a:lnTo>
                    <a:pt x="5" y="0"/>
                  </a:lnTo>
                  <a:lnTo>
                    <a:pt x="2" y="0"/>
                  </a:lnTo>
                  <a:lnTo>
                    <a:pt x="1" y="1"/>
                  </a:lnTo>
                  <a:lnTo>
                    <a:pt x="0" y="3"/>
                  </a:lnTo>
                  <a:lnTo>
                    <a:pt x="0" y="5"/>
                  </a:lnTo>
                  <a:lnTo>
                    <a:pt x="0" y="5"/>
                  </a:lnTo>
                  <a:lnTo>
                    <a:pt x="0" y="14"/>
                  </a:lnTo>
                  <a:lnTo>
                    <a:pt x="2" y="24"/>
                  </a:lnTo>
                  <a:lnTo>
                    <a:pt x="3" y="33"/>
                  </a:lnTo>
                  <a:lnTo>
                    <a:pt x="5" y="42"/>
                  </a:lnTo>
                  <a:lnTo>
                    <a:pt x="5" y="42"/>
                  </a:lnTo>
                  <a:lnTo>
                    <a:pt x="5" y="59"/>
                  </a:lnTo>
                  <a:lnTo>
                    <a:pt x="5" y="75"/>
                  </a:lnTo>
                  <a:lnTo>
                    <a:pt x="5" y="75"/>
                  </a:lnTo>
                  <a:lnTo>
                    <a:pt x="6" y="77"/>
                  </a:lnTo>
                  <a:lnTo>
                    <a:pt x="7" y="80"/>
                  </a:lnTo>
                  <a:lnTo>
                    <a:pt x="8" y="81"/>
                  </a:lnTo>
                  <a:lnTo>
                    <a:pt x="10" y="81"/>
                  </a:lnTo>
                  <a:lnTo>
                    <a:pt x="11" y="81"/>
                  </a:lnTo>
                  <a:lnTo>
                    <a:pt x="13" y="80"/>
                  </a:lnTo>
                  <a:lnTo>
                    <a:pt x="14" y="77"/>
                  </a:lnTo>
                  <a:lnTo>
                    <a:pt x="14" y="75"/>
                  </a:lnTo>
                  <a:lnTo>
                    <a:pt x="14" y="42"/>
                  </a:lnTo>
                  <a:lnTo>
                    <a:pt x="14" y="42"/>
                  </a:lnTo>
                  <a:lnTo>
                    <a:pt x="14" y="33"/>
                  </a:lnTo>
                  <a:lnTo>
                    <a:pt x="12" y="24"/>
                  </a:lnTo>
                  <a:lnTo>
                    <a:pt x="11" y="14"/>
                  </a:lnTo>
                  <a:lnTo>
                    <a:pt x="10" y="5"/>
                  </a:lnTo>
                  <a:lnTo>
                    <a:pt x="1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6" name="Freeform 854"/>
            <p:cNvSpPr/>
            <p:nvPr/>
          </p:nvSpPr>
          <p:spPr bwMode="auto">
            <a:xfrm>
              <a:off x="2847975" y="1576388"/>
              <a:ext cx="7938" cy="33338"/>
            </a:xfrm>
            <a:custGeom>
              <a:avLst/>
              <a:gdLst/>
              <a:ahLst/>
              <a:cxnLst>
                <a:cxn ang="0">
                  <a:pos x="9" y="5"/>
                </a:cxn>
                <a:cxn ang="0">
                  <a:pos x="9" y="5"/>
                </a:cxn>
                <a:cxn ang="0">
                  <a:pos x="8" y="3"/>
                </a:cxn>
                <a:cxn ang="0">
                  <a:pos x="7" y="2"/>
                </a:cxn>
                <a:cxn ang="0">
                  <a:pos x="6" y="1"/>
                </a:cxn>
                <a:cxn ang="0">
                  <a:pos x="4" y="0"/>
                </a:cxn>
                <a:cxn ang="0">
                  <a:pos x="2" y="1"/>
                </a:cxn>
                <a:cxn ang="0">
                  <a:pos x="1" y="2"/>
                </a:cxn>
                <a:cxn ang="0">
                  <a:pos x="0" y="3"/>
                </a:cxn>
                <a:cxn ang="0">
                  <a:pos x="0" y="5"/>
                </a:cxn>
                <a:cxn ang="0">
                  <a:pos x="0" y="5"/>
                </a:cxn>
                <a:cxn ang="0">
                  <a:pos x="0" y="19"/>
                </a:cxn>
                <a:cxn ang="0">
                  <a:pos x="2" y="31"/>
                </a:cxn>
                <a:cxn ang="0">
                  <a:pos x="3" y="44"/>
                </a:cxn>
                <a:cxn ang="0">
                  <a:pos x="4" y="57"/>
                </a:cxn>
                <a:cxn ang="0">
                  <a:pos x="4" y="57"/>
                </a:cxn>
                <a:cxn ang="0">
                  <a:pos x="5" y="59"/>
                </a:cxn>
                <a:cxn ang="0">
                  <a:pos x="6" y="61"/>
                </a:cxn>
                <a:cxn ang="0">
                  <a:pos x="7" y="62"/>
                </a:cxn>
                <a:cxn ang="0">
                  <a:pos x="9" y="62"/>
                </a:cxn>
                <a:cxn ang="0">
                  <a:pos x="12" y="62"/>
                </a:cxn>
                <a:cxn ang="0">
                  <a:pos x="13" y="61"/>
                </a:cxn>
                <a:cxn ang="0">
                  <a:pos x="14" y="59"/>
                </a:cxn>
                <a:cxn ang="0">
                  <a:pos x="14" y="57"/>
                </a:cxn>
                <a:cxn ang="0">
                  <a:pos x="14" y="57"/>
                </a:cxn>
                <a:cxn ang="0">
                  <a:pos x="14" y="44"/>
                </a:cxn>
                <a:cxn ang="0">
                  <a:pos x="12" y="31"/>
                </a:cxn>
                <a:cxn ang="0">
                  <a:pos x="11" y="19"/>
                </a:cxn>
                <a:cxn ang="0">
                  <a:pos x="9" y="5"/>
                </a:cxn>
                <a:cxn ang="0">
                  <a:pos x="9" y="5"/>
                </a:cxn>
              </a:cxnLst>
              <a:rect l="0" t="0" r="r" b="b"/>
              <a:pathLst>
                <a:path w="14" h="62">
                  <a:moveTo>
                    <a:pt x="9" y="5"/>
                  </a:moveTo>
                  <a:lnTo>
                    <a:pt x="9" y="5"/>
                  </a:lnTo>
                  <a:lnTo>
                    <a:pt x="8" y="3"/>
                  </a:lnTo>
                  <a:lnTo>
                    <a:pt x="7" y="2"/>
                  </a:lnTo>
                  <a:lnTo>
                    <a:pt x="6" y="1"/>
                  </a:lnTo>
                  <a:lnTo>
                    <a:pt x="4" y="0"/>
                  </a:lnTo>
                  <a:lnTo>
                    <a:pt x="2" y="1"/>
                  </a:lnTo>
                  <a:lnTo>
                    <a:pt x="1" y="2"/>
                  </a:lnTo>
                  <a:lnTo>
                    <a:pt x="0" y="3"/>
                  </a:lnTo>
                  <a:lnTo>
                    <a:pt x="0" y="5"/>
                  </a:lnTo>
                  <a:lnTo>
                    <a:pt x="0" y="5"/>
                  </a:lnTo>
                  <a:lnTo>
                    <a:pt x="0" y="19"/>
                  </a:lnTo>
                  <a:lnTo>
                    <a:pt x="2" y="31"/>
                  </a:lnTo>
                  <a:lnTo>
                    <a:pt x="3" y="44"/>
                  </a:lnTo>
                  <a:lnTo>
                    <a:pt x="4" y="57"/>
                  </a:lnTo>
                  <a:lnTo>
                    <a:pt x="4" y="57"/>
                  </a:lnTo>
                  <a:lnTo>
                    <a:pt x="5" y="59"/>
                  </a:lnTo>
                  <a:lnTo>
                    <a:pt x="6" y="61"/>
                  </a:lnTo>
                  <a:lnTo>
                    <a:pt x="7" y="62"/>
                  </a:lnTo>
                  <a:lnTo>
                    <a:pt x="9" y="62"/>
                  </a:lnTo>
                  <a:lnTo>
                    <a:pt x="12" y="62"/>
                  </a:lnTo>
                  <a:lnTo>
                    <a:pt x="13" y="61"/>
                  </a:lnTo>
                  <a:lnTo>
                    <a:pt x="14" y="59"/>
                  </a:lnTo>
                  <a:lnTo>
                    <a:pt x="14" y="57"/>
                  </a:lnTo>
                  <a:lnTo>
                    <a:pt x="14" y="57"/>
                  </a:lnTo>
                  <a:lnTo>
                    <a:pt x="14" y="44"/>
                  </a:lnTo>
                  <a:lnTo>
                    <a:pt x="12" y="31"/>
                  </a:lnTo>
                  <a:lnTo>
                    <a:pt x="11" y="19"/>
                  </a:lnTo>
                  <a:lnTo>
                    <a:pt x="9" y="5"/>
                  </a:lnTo>
                  <a:lnTo>
                    <a:pt x="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7" name="Freeform 855"/>
            <p:cNvSpPr/>
            <p:nvPr/>
          </p:nvSpPr>
          <p:spPr bwMode="auto">
            <a:xfrm>
              <a:off x="2573338" y="1277938"/>
              <a:ext cx="25400" cy="68263"/>
            </a:xfrm>
            <a:custGeom>
              <a:avLst/>
              <a:gdLst/>
              <a:ahLst/>
              <a:cxnLst>
                <a:cxn ang="0">
                  <a:pos x="38" y="2"/>
                </a:cxn>
                <a:cxn ang="0">
                  <a:pos x="38" y="2"/>
                </a:cxn>
                <a:cxn ang="0">
                  <a:pos x="31" y="17"/>
                </a:cxn>
                <a:cxn ang="0">
                  <a:pos x="24" y="31"/>
                </a:cxn>
                <a:cxn ang="0">
                  <a:pos x="19" y="46"/>
                </a:cxn>
                <a:cxn ang="0">
                  <a:pos x="14" y="60"/>
                </a:cxn>
                <a:cxn ang="0">
                  <a:pos x="14" y="60"/>
                </a:cxn>
                <a:cxn ang="0">
                  <a:pos x="10" y="75"/>
                </a:cxn>
                <a:cxn ang="0">
                  <a:pos x="5" y="92"/>
                </a:cxn>
                <a:cxn ang="0">
                  <a:pos x="2" y="109"/>
                </a:cxn>
                <a:cxn ang="0">
                  <a:pos x="0" y="125"/>
                </a:cxn>
                <a:cxn ang="0">
                  <a:pos x="0" y="125"/>
                </a:cxn>
                <a:cxn ang="0">
                  <a:pos x="0" y="127"/>
                </a:cxn>
                <a:cxn ang="0">
                  <a:pos x="1" y="128"/>
                </a:cxn>
                <a:cxn ang="0">
                  <a:pos x="2" y="129"/>
                </a:cxn>
                <a:cxn ang="0">
                  <a:pos x="4" y="129"/>
                </a:cxn>
                <a:cxn ang="0">
                  <a:pos x="7" y="128"/>
                </a:cxn>
                <a:cxn ang="0">
                  <a:pos x="8" y="127"/>
                </a:cxn>
                <a:cxn ang="0">
                  <a:pos x="9" y="125"/>
                </a:cxn>
                <a:cxn ang="0">
                  <a:pos x="9" y="125"/>
                </a:cxn>
                <a:cxn ang="0">
                  <a:pos x="10" y="119"/>
                </a:cxn>
                <a:cxn ang="0">
                  <a:pos x="11" y="113"/>
                </a:cxn>
                <a:cxn ang="0">
                  <a:pos x="15" y="100"/>
                </a:cxn>
                <a:cxn ang="0">
                  <a:pos x="18" y="88"/>
                </a:cxn>
                <a:cxn ang="0">
                  <a:pos x="20" y="82"/>
                </a:cxn>
                <a:cxn ang="0">
                  <a:pos x="21" y="75"/>
                </a:cxn>
                <a:cxn ang="0">
                  <a:pos x="21" y="75"/>
                </a:cxn>
                <a:cxn ang="0">
                  <a:pos x="22" y="66"/>
                </a:cxn>
                <a:cxn ang="0">
                  <a:pos x="24" y="58"/>
                </a:cxn>
                <a:cxn ang="0">
                  <a:pos x="30" y="40"/>
                </a:cxn>
                <a:cxn ang="0">
                  <a:pos x="38" y="23"/>
                </a:cxn>
                <a:cxn ang="0">
                  <a:pos x="46" y="7"/>
                </a:cxn>
                <a:cxn ang="0">
                  <a:pos x="46" y="7"/>
                </a:cxn>
                <a:cxn ang="0">
                  <a:pos x="47" y="5"/>
                </a:cxn>
                <a:cxn ang="0">
                  <a:pos x="46" y="3"/>
                </a:cxn>
                <a:cxn ang="0">
                  <a:pos x="46" y="2"/>
                </a:cxn>
                <a:cxn ang="0">
                  <a:pos x="44" y="1"/>
                </a:cxn>
                <a:cxn ang="0">
                  <a:pos x="43" y="0"/>
                </a:cxn>
                <a:cxn ang="0">
                  <a:pos x="41" y="0"/>
                </a:cxn>
                <a:cxn ang="0">
                  <a:pos x="39" y="1"/>
                </a:cxn>
                <a:cxn ang="0">
                  <a:pos x="38" y="2"/>
                </a:cxn>
                <a:cxn ang="0">
                  <a:pos x="38" y="2"/>
                </a:cxn>
              </a:cxnLst>
              <a:rect l="0" t="0" r="r" b="b"/>
              <a:pathLst>
                <a:path w="47" h="129">
                  <a:moveTo>
                    <a:pt x="38" y="2"/>
                  </a:moveTo>
                  <a:lnTo>
                    <a:pt x="38" y="2"/>
                  </a:lnTo>
                  <a:lnTo>
                    <a:pt x="31" y="17"/>
                  </a:lnTo>
                  <a:lnTo>
                    <a:pt x="24" y="31"/>
                  </a:lnTo>
                  <a:lnTo>
                    <a:pt x="19" y="46"/>
                  </a:lnTo>
                  <a:lnTo>
                    <a:pt x="14" y="60"/>
                  </a:lnTo>
                  <a:lnTo>
                    <a:pt x="14" y="60"/>
                  </a:lnTo>
                  <a:lnTo>
                    <a:pt x="10" y="75"/>
                  </a:lnTo>
                  <a:lnTo>
                    <a:pt x="5" y="92"/>
                  </a:lnTo>
                  <a:lnTo>
                    <a:pt x="2" y="109"/>
                  </a:lnTo>
                  <a:lnTo>
                    <a:pt x="0" y="125"/>
                  </a:lnTo>
                  <a:lnTo>
                    <a:pt x="0" y="125"/>
                  </a:lnTo>
                  <a:lnTo>
                    <a:pt x="0" y="127"/>
                  </a:lnTo>
                  <a:lnTo>
                    <a:pt x="1" y="128"/>
                  </a:lnTo>
                  <a:lnTo>
                    <a:pt x="2" y="129"/>
                  </a:lnTo>
                  <a:lnTo>
                    <a:pt x="4" y="129"/>
                  </a:lnTo>
                  <a:lnTo>
                    <a:pt x="7" y="128"/>
                  </a:lnTo>
                  <a:lnTo>
                    <a:pt x="8" y="127"/>
                  </a:lnTo>
                  <a:lnTo>
                    <a:pt x="9" y="125"/>
                  </a:lnTo>
                  <a:lnTo>
                    <a:pt x="9" y="125"/>
                  </a:lnTo>
                  <a:lnTo>
                    <a:pt x="10" y="119"/>
                  </a:lnTo>
                  <a:lnTo>
                    <a:pt x="11" y="113"/>
                  </a:lnTo>
                  <a:lnTo>
                    <a:pt x="15" y="100"/>
                  </a:lnTo>
                  <a:lnTo>
                    <a:pt x="18" y="88"/>
                  </a:lnTo>
                  <a:lnTo>
                    <a:pt x="20" y="82"/>
                  </a:lnTo>
                  <a:lnTo>
                    <a:pt x="21" y="75"/>
                  </a:lnTo>
                  <a:lnTo>
                    <a:pt x="21" y="75"/>
                  </a:lnTo>
                  <a:lnTo>
                    <a:pt x="22" y="66"/>
                  </a:lnTo>
                  <a:lnTo>
                    <a:pt x="24" y="58"/>
                  </a:lnTo>
                  <a:lnTo>
                    <a:pt x="30" y="40"/>
                  </a:lnTo>
                  <a:lnTo>
                    <a:pt x="38" y="23"/>
                  </a:lnTo>
                  <a:lnTo>
                    <a:pt x="46" y="7"/>
                  </a:lnTo>
                  <a:lnTo>
                    <a:pt x="46" y="7"/>
                  </a:lnTo>
                  <a:lnTo>
                    <a:pt x="47" y="5"/>
                  </a:lnTo>
                  <a:lnTo>
                    <a:pt x="46" y="3"/>
                  </a:lnTo>
                  <a:lnTo>
                    <a:pt x="46" y="2"/>
                  </a:lnTo>
                  <a:lnTo>
                    <a:pt x="44" y="1"/>
                  </a:lnTo>
                  <a:lnTo>
                    <a:pt x="43" y="0"/>
                  </a:lnTo>
                  <a:lnTo>
                    <a:pt x="41" y="0"/>
                  </a:lnTo>
                  <a:lnTo>
                    <a:pt x="39" y="1"/>
                  </a:lnTo>
                  <a:lnTo>
                    <a:pt x="38" y="2"/>
                  </a:lnTo>
                  <a:lnTo>
                    <a:pt x="3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8" name="Freeform 856"/>
            <p:cNvSpPr/>
            <p:nvPr/>
          </p:nvSpPr>
          <p:spPr bwMode="auto">
            <a:xfrm>
              <a:off x="2606675" y="1308100"/>
              <a:ext cx="22225" cy="34925"/>
            </a:xfrm>
            <a:custGeom>
              <a:avLst/>
              <a:gdLst/>
              <a:ahLst/>
              <a:cxnLst>
                <a:cxn ang="0">
                  <a:pos x="33" y="1"/>
                </a:cxn>
                <a:cxn ang="0">
                  <a:pos x="33" y="1"/>
                </a:cxn>
                <a:cxn ang="0">
                  <a:pos x="27" y="8"/>
                </a:cxn>
                <a:cxn ang="0">
                  <a:pos x="22" y="14"/>
                </a:cxn>
                <a:cxn ang="0">
                  <a:pos x="13" y="29"/>
                </a:cxn>
                <a:cxn ang="0">
                  <a:pos x="6" y="44"/>
                </a:cxn>
                <a:cxn ang="0">
                  <a:pos x="0" y="61"/>
                </a:cxn>
                <a:cxn ang="0">
                  <a:pos x="0" y="61"/>
                </a:cxn>
                <a:cxn ang="0">
                  <a:pos x="0" y="63"/>
                </a:cxn>
                <a:cxn ang="0">
                  <a:pos x="0" y="64"/>
                </a:cxn>
                <a:cxn ang="0">
                  <a:pos x="2" y="65"/>
                </a:cxn>
                <a:cxn ang="0">
                  <a:pos x="3" y="66"/>
                </a:cxn>
                <a:cxn ang="0">
                  <a:pos x="5" y="66"/>
                </a:cxn>
                <a:cxn ang="0">
                  <a:pos x="6" y="66"/>
                </a:cxn>
                <a:cxn ang="0">
                  <a:pos x="8" y="65"/>
                </a:cxn>
                <a:cxn ang="0">
                  <a:pos x="9" y="63"/>
                </a:cxn>
                <a:cxn ang="0">
                  <a:pos x="9" y="63"/>
                </a:cxn>
                <a:cxn ang="0">
                  <a:pos x="14" y="48"/>
                </a:cxn>
                <a:cxn ang="0">
                  <a:pos x="21" y="34"/>
                </a:cxn>
                <a:cxn ang="0">
                  <a:pos x="30" y="21"/>
                </a:cxn>
                <a:cxn ang="0">
                  <a:pos x="34" y="14"/>
                </a:cxn>
                <a:cxn ang="0">
                  <a:pos x="39" y="8"/>
                </a:cxn>
                <a:cxn ang="0">
                  <a:pos x="39" y="8"/>
                </a:cxn>
                <a:cxn ang="0">
                  <a:pos x="40" y="6"/>
                </a:cxn>
                <a:cxn ang="0">
                  <a:pos x="41" y="5"/>
                </a:cxn>
                <a:cxn ang="0">
                  <a:pos x="40" y="3"/>
                </a:cxn>
                <a:cxn ang="0">
                  <a:pos x="39" y="2"/>
                </a:cxn>
                <a:cxn ang="0">
                  <a:pos x="38" y="1"/>
                </a:cxn>
                <a:cxn ang="0">
                  <a:pos x="36" y="0"/>
                </a:cxn>
                <a:cxn ang="0">
                  <a:pos x="34" y="0"/>
                </a:cxn>
                <a:cxn ang="0">
                  <a:pos x="33" y="1"/>
                </a:cxn>
                <a:cxn ang="0">
                  <a:pos x="33" y="1"/>
                </a:cxn>
              </a:cxnLst>
              <a:rect l="0" t="0" r="r" b="b"/>
              <a:pathLst>
                <a:path w="41" h="66">
                  <a:moveTo>
                    <a:pt x="33" y="1"/>
                  </a:moveTo>
                  <a:lnTo>
                    <a:pt x="33" y="1"/>
                  </a:lnTo>
                  <a:lnTo>
                    <a:pt x="27" y="8"/>
                  </a:lnTo>
                  <a:lnTo>
                    <a:pt x="22" y="14"/>
                  </a:lnTo>
                  <a:lnTo>
                    <a:pt x="13" y="29"/>
                  </a:lnTo>
                  <a:lnTo>
                    <a:pt x="6" y="44"/>
                  </a:lnTo>
                  <a:lnTo>
                    <a:pt x="0" y="61"/>
                  </a:lnTo>
                  <a:lnTo>
                    <a:pt x="0" y="61"/>
                  </a:lnTo>
                  <a:lnTo>
                    <a:pt x="0" y="63"/>
                  </a:lnTo>
                  <a:lnTo>
                    <a:pt x="0" y="64"/>
                  </a:lnTo>
                  <a:lnTo>
                    <a:pt x="2" y="65"/>
                  </a:lnTo>
                  <a:lnTo>
                    <a:pt x="3" y="66"/>
                  </a:lnTo>
                  <a:lnTo>
                    <a:pt x="5" y="66"/>
                  </a:lnTo>
                  <a:lnTo>
                    <a:pt x="6" y="66"/>
                  </a:lnTo>
                  <a:lnTo>
                    <a:pt x="8" y="65"/>
                  </a:lnTo>
                  <a:lnTo>
                    <a:pt x="9" y="63"/>
                  </a:lnTo>
                  <a:lnTo>
                    <a:pt x="9" y="63"/>
                  </a:lnTo>
                  <a:lnTo>
                    <a:pt x="14" y="48"/>
                  </a:lnTo>
                  <a:lnTo>
                    <a:pt x="21" y="34"/>
                  </a:lnTo>
                  <a:lnTo>
                    <a:pt x="30" y="21"/>
                  </a:lnTo>
                  <a:lnTo>
                    <a:pt x="34" y="14"/>
                  </a:lnTo>
                  <a:lnTo>
                    <a:pt x="39" y="8"/>
                  </a:lnTo>
                  <a:lnTo>
                    <a:pt x="39" y="8"/>
                  </a:lnTo>
                  <a:lnTo>
                    <a:pt x="40" y="6"/>
                  </a:lnTo>
                  <a:lnTo>
                    <a:pt x="41" y="5"/>
                  </a:lnTo>
                  <a:lnTo>
                    <a:pt x="40" y="3"/>
                  </a:lnTo>
                  <a:lnTo>
                    <a:pt x="39" y="2"/>
                  </a:lnTo>
                  <a:lnTo>
                    <a:pt x="38" y="1"/>
                  </a:lnTo>
                  <a:lnTo>
                    <a:pt x="36" y="0"/>
                  </a:lnTo>
                  <a:lnTo>
                    <a:pt x="34" y="0"/>
                  </a:lnTo>
                  <a:lnTo>
                    <a:pt x="33" y="1"/>
                  </a:lnTo>
                  <a:lnTo>
                    <a:pt x="33"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59" name="Freeform 857"/>
            <p:cNvSpPr/>
            <p:nvPr/>
          </p:nvSpPr>
          <p:spPr bwMode="auto">
            <a:xfrm>
              <a:off x="2646363" y="1443038"/>
              <a:ext cx="19050" cy="41275"/>
            </a:xfrm>
            <a:custGeom>
              <a:avLst/>
              <a:gdLst/>
              <a:ahLst/>
              <a:cxnLst>
                <a:cxn ang="0">
                  <a:pos x="26" y="2"/>
                </a:cxn>
                <a:cxn ang="0">
                  <a:pos x="26" y="2"/>
                </a:cxn>
                <a:cxn ang="0">
                  <a:pos x="18" y="20"/>
                </a:cxn>
                <a:cxn ang="0">
                  <a:pos x="9" y="37"/>
                </a:cxn>
                <a:cxn ang="0">
                  <a:pos x="6" y="45"/>
                </a:cxn>
                <a:cxn ang="0">
                  <a:pos x="3" y="55"/>
                </a:cxn>
                <a:cxn ang="0">
                  <a:pos x="1" y="64"/>
                </a:cxn>
                <a:cxn ang="0">
                  <a:pos x="0" y="74"/>
                </a:cxn>
                <a:cxn ang="0">
                  <a:pos x="0" y="74"/>
                </a:cxn>
                <a:cxn ang="0">
                  <a:pos x="1" y="76"/>
                </a:cxn>
                <a:cxn ang="0">
                  <a:pos x="2" y="77"/>
                </a:cxn>
                <a:cxn ang="0">
                  <a:pos x="3" y="78"/>
                </a:cxn>
                <a:cxn ang="0">
                  <a:pos x="5" y="78"/>
                </a:cxn>
                <a:cxn ang="0">
                  <a:pos x="7" y="78"/>
                </a:cxn>
                <a:cxn ang="0">
                  <a:pos x="8" y="77"/>
                </a:cxn>
                <a:cxn ang="0">
                  <a:pos x="9" y="76"/>
                </a:cxn>
                <a:cxn ang="0">
                  <a:pos x="10" y="74"/>
                </a:cxn>
                <a:cxn ang="0">
                  <a:pos x="10" y="74"/>
                </a:cxn>
                <a:cxn ang="0">
                  <a:pos x="10" y="65"/>
                </a:cxn>
                <a:cxn ang="0">
                  <a:pos x="12" y="56"/>
                </a:cxn>
                <a:cxn ang="0">
                  <a:pos x="16" y="47"/>
                </a:cxn>
                <a:cxn ang="0">
                  <a:pos x="19" y="39"/>
                </a:cxn>
                <a:cxn ang="0">
                  <a:pos x="26" y="23"/>
                </a:cxn>
                <a:cxn ang="0">
                  <a:pos x="34" y="7"/>
                </a:cxn>
                <a:cxn ang="0">
                  <a:pos x="34" y="7"/>
                </a:cxn>
                <a:cxn ang="0">
                  <a:pos x="35" y="5"/>
                </a:cxn>
                <a:cxn ang="0">
                  <a:pos x="35" y="3"/>
                </a:cxn>
                <a:cxn ang="0">
                  <a:pos x="34" y="2"/>
                </a:cxn>
                <a:cxn ang="0">
                  <a:pos x="32" y="1"/>
                </a:cxn>
                <a:cxn ang="0">
                  <a:pos x="31" y="0"/>
                </a:cxn>
                <a:cxn ang="0">
                  <a:pos x="29" y="0"/>
                </a:cxn>
                <a:cxn ang="0">
                  <a:pos x="28" y="1"/>
                </a:cxn>
                <a:cxn ang="0">
                  <a:pos x="26" y="2"/>
                </a:cxn>
                <a:cxn ang="0">
                  <a:pos x="26" y="2"/>
                </a:cxn>
              </a:cxnLst>
              <a:rect l="0" t="0" r="r" b="b"/>
              <a:pathLst>
                <a:path w="35" h="78">
                  <a:moveTo>
                    <a:pt x="26" y="2"/>
                  </a:moveTo>
                  <a:lnTo>
                    <a:pt x="26" y="2"/>
                  </a:lnTo>
                  <a:lnTo>
                    <a:pt x="18" y="20"/>
                  </a:lnTo>
                  <a:lnTo>
                    <a:pt x="9" y="37"/>
                  </a:lnTo>
                  <a:lnTo>
                    <a:pt x="6" y="45"/>
                  </a:lnTo>
                  <a:lnTo>
                    <a:pt x="3" y="55"/>
                  </a:lnTo>
                  <a:lnTo>
                    <a:pt x="1" y="64"/>
                  </a:lnTo>
                  <a:lnTo>
                    <a:pt x="0" y="74"/>
                  </a:lnTo>
                  <a:lnTo>
                    <a:pt x="0" y="74"/>
                  </a:lnTo>
                  <a:lnTo>
                    <a:pt x="1" y="76"/>
                  </a:lnTo>
                  <a:lnTo>
                    <a:pt x="2" y="77"/>
                  </a:lnTo>
                  <a:lnTo>
                    <a:pt x="3" y="78"/>
                  </a:lnTo>
                  <a:lnTo>
                    <a:pt x="5" y="78"/>
                  </a:lnTo>
                  <a:lnTo>
                    <a:pt x="7" y="78"/>
                  </a:lnTo>
                  <a:lnTo>
                    <a:pt x="8" y="77"/>
                  </a:lnTo>
                  <a:lnTo>
                    <a:pt x="9" y="76"/>
                  </a:lnTo>
                  <a:lnTo>
                    <a:pt x="10" y="74"/>
                  </a:lnTo>
                  <a:lnTo>
                    <a:pt x="10" y="74"/>
                  </a:lnTo>
                  <a:lnTo>
                    <a:pt x="10" y="65"/>
                  </a:lnTo>
                  <a:lnTo>
                    <a:pt x="12" y="56"/>
                  </a:lnTo>
                  <a:lnTo>
                    <a:pt x="16" y="47"/>
                  </a:lnTo>
                  <a:lnTo>
                    <a:pt x="19" y="39"/>
                  </a:lnTo>
                  <a:lnTo>
                    <a:pt x="26" y="23"/>
                  </a:lnTo>
                  <a:lnTo>
                    <a:pt x="34" y="7"/>
                  </a:lnTo>
                  <a:lnTo>
                    <a:pt x="34" y="7"/>
                  </a:lnTo>
                  <a:lnTo>
                    <a:pt x="35" y="5"/>
                  </a:lnTo>
                  <a:lnTo>
                    <a:pt x="35" y="3"/>
                  </a:lnTo>
                  <a:lnTo>
                    <a:pt x="34" y="2"/>
                  </a:lnTo>
                  <a:lnTo>
                    <a:pt x="32" y="1"/>
                  </a:lnTo>
                  <a:lnTo>
                    <a:pt x="31" y="0"/>
                  </a:lnTo>
                  <a:lnTo>
                    <a:pt x="29" y="0"/>
                  </a:lnTo>
                  <a:lnTo>
                    <a:pt x="28" y="1"/>
                  </a:lnTo>
                  <a:lnTo>
                    <a:pt x="26" y="2"/>
                  </a:lnTo>
                  <a:lnTo>
                    <a:pt x="26"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0" name="Freeform 858"/>
            <p:cNvSpPr/>
            <p:nvPr/>
          </p:nvSpPr>
          <p:spPr bwMode="auto">
            <a:xfrm>
              <a:off x="2684463" y="1452563"/>
              <a:ext cx="17463" cy="34925"/>
            </a:xfrm>
            <a:custGeom>
              <a:avLst/>
              <a:gdLst/>
              <a:ahLst/>
              <a:cxnLst>
                <a:cxn ang="0">
                  <a:pos x="26" y="2"/>
                </a:cxn>
                <a:cxn ang="0">
                  <a:pos x="26" y="2"/>
                </a:cxn>
                <a:cxn ang="0">
                  <a:pos x="17" y="15"/>
                </a:cxn>
                <a:cxn ang="0">
                  <a:pos x="9" y="30"/>
                </a:cxn>
                <a:cxn ang="0">
                  <a:pos x="5" y="37"/>
                </a:cxn>
                <a:cxn ang="0">
                  <a:pos x="2" y="44"/>
                </a:cxn>
                <a:cxn ang="0">
                  <a:pos x="1" y="52"/>
                </a:cxn>
                <a:cxn ang="0">
                  <a:pos x="0" y="61"/>
                </a:cxn>
                <a:cxn ang="0">
                  <a:pos x="0" y="61"/>
                </a:cxn>
                <a:cxn ang="0">
                  <a:pos x="0" y="63"/>
                </a:cxn>
                <a:cxn ang="0">
                  <a:pos x="1" y="64"/>
                </a:cxn>
                <a:cxn ang="0">
                  <a:pos x="2" y="65"/>
                </a:cxn>
                <a:cxn ang="0">
                  <a:pos x="4" y="65"/>
                </a:cxn>
                <a:cxn ang="0">
                  <a:pos x="7" y="65"/>
                </a:cxn>
                <a:cxn ang="0">
                  <a:pos x="8" y="64"/>
                </a:cxn>
                <a:cxn ang="0">
                  <a:pos x="9" y="63"/>
                </a:cxn>
                <a:cxn ang="0">
                  <a:pos x="10" y="61"/>
                </a:cxn>
                <a:cxn ang="0">
                  <a:pos x="10" y="61"/>
                </a:cxn>
                <a:cxn ang="0">
                  <a:pos x="11" y="53"/>
                </a:cxn>
                <a:cxn ang="0">
                  <a:pos x="12" y="46"/>
                </a:cxn>
                <a:cxn ang="0">
                  <a:pos x="15" y="39"/>
                </a:cxn>
                <a:cxn ang="0">
                  <a:pos x="18" y="32"/>
                </a:cxn>
                <a:cxn ang="0">
                  <a:pos x="26" y="18"/>
                </a:cxn>
                <a:cxn ang="0">
                  <a:pos x="34" y="6"/>
                </a:cxn>
                <a:cxn ang="0">
                  <a:pos x="34" y="6"/>
                </a:cxn>
                <a:cxn ang="0">
                  <a:pos x="34" y="4"/>
                </a:cxn>
                <a:cxn ang="0">
                  <a:pos x="34" y="3"/>
                </a:cxn>
                <a:cxn ang="0">
                  <a:pos x="34" y="1"/>
                </a:cxn>
                <a:cxn ang="0">
                  <a:pos x="32" y="0"/>
                </a:cxn>
                <a:cxn ang="0">
                  <a:pos x="31" y="0"/>
                </a:cxn>
                <a:cxn ang="0">
                  <a:pos x="29" y="0"/>
                </a:cxn>
                <a:cxn ang="0">
                  <a:pos x="27" y="0"/>
                </a:cxn>
                <a:cxn ang="0">
                  <a:pos x="26" y="2"/>
                </a:cxn>
                <a:cxn ang="0">
                  <a:pos x="26" y="2"/>
                </a:cxn>
              </a:cxnLst>
              <a:rect l="0" t="0" r="r" b="b"/>
              <a:pathLst>
                <a:path w="34" h="65">
                  <a:moveTo>
                    <a:pt x="26" y="2"/>
                  </a:moveTo>
                  <a:lnTo>
                    <a:pt x="26" y="2"/>
                  </a:lnTo>
                  <a:lnTo>
                    <a:pt x="17" y="15"/>
                  </a:lnTo>
                  <a:lnTo>
                    <a:pt x="9" y="30"/>
                  </a:lnTo>
                  <a:lnTo>
                    <a:pt x="5" y="37"/>
                  </a:lnTo>
                  <a:lnTo>
                    <a:pt x="2" y="44"/>
                  </a:lnTo>
                  <a:lnTo>
                    <a:pt x="1" y="52"/>
                  </a:lnTo>
                  <a:lnTo>
                    <a:pt x="0" y="61"/>
                  </a:lnTo>
                  <a:lnTo>
                    <a:pt x="0" y="61"/>
                  </a:lnTo>
                  <a:lnTo>
                    <a:pt x="0" y="63"/>
                  </a:lnTo>
                  <a:lnTo>
                    <a:pt x="1" y="64"/>
                  </a:lnTo>
                  <a:lnTo>
                    <a:pt x="2" y="65"/>
                  </a:lnTo>
                  <a:lnTo>
                    <a:pt x="4" y="65"/>
                  </a:lnTo>
                  <a:lnTo>
                    <a:pt x="7" y="65"/>
                  </a:lnTo>
                  <a:lnTo>
                    <a:pt x="8" y="64"/>
                  </a:lnTo>
                  <a:lnTo>
                    <a:pt x="9" y="63"/>
                  </a:lnTo>
                  <a:lnTo>
                    <a:pt x="10" y="61"/>
                  </a:lnTo>
                  <a:lnTo>
                    <a:pt x="10" y="61"/>
                  </a:lnTo>
                  <a:lnTo>
                    <a:pt x="11" y="53"/>
                  </a:lnTo>
                  <a:lnTo>
                    <a:pt x="12" y="46"/>
                  </a:lnTo>
                  <a:lnTo>
                    <a:pt x="15" y="39"/>
                  </a:lnTo>
                  <a:lnTo>
                    <a:pt x="18" y="32"/>
                  </a:lnTo>
                  <a:lnTo>
                    <a:pt x="26" y="18"/>
                  </a:lnTo>
                  <a:lnTo>
                    <a:pt x="34" y="6"/>
                  </a:lnTo>
                  <a:lnTo>
                    <a:pt x="34" y="6"/>
                  </a:lnTo>
                  <a:lnTo>
                    <a:pt x="34" y="4"/>
                  </a:lnTo>
                  <a:lnTo>
                    <a:pt x="34" y="3"/>
                  </a:lnTo>
                  <a:lnTo>
                    <a:pt x="34" y="1"/>
                  </a:lnTo>
                  <a:lnTo>
                    <a:pt x="32" y="0"/>
                  </a:lnTo>
                  <a:lnTo>
                    <a:pt x="31" y="0"/>
                  </a:lnTo>
                  <a:lnTo>
                    <a:pt x="29" y="0"/>
                  </a:lnTo>
                  <a:lnTo>
                    <a:pt x="27" y="0"/>
                  </a:lnTo>
                  <a:lnTo>
                    <a:pt x="26" y="2"/>
                  </a:lnTo>
                  <a:lnTo>
                    <a:pt x="26"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1" name="Freeform 859"/>
            <p:cNvSpPr/>
            <p:nvPr/>
          </p:nvSpPr>
          <p:spPr bwMode="auto">
            <a:xfrm>
              <a:off x="2724150" y="1473200"/>
              <a:ext cx="4763" cy="11113"/>
            </a:xfrm>
            <a:custGeom>
              <a:avLst/>
              <a:gdLst/>
              <a:ahLst/>
              <a:cxnLst>
                <a:cxn ang="0">
                  <a:pos x="0" y="5"/>
                </a:cxn>
                <a:cxn ang="0">
                  <a:pos x="0" y="17"/>
                </a:cxn>
                <a:cxn ang="0">
                  <a:pos x="0" y="17"/>
                </a:cxn>
                <a:cxn ang="0">
                  <a:pos x="1" y="19"/>
                </a:cxn>
                <a:cxn ang="0">
                  <a:pos x="2" y="20"/>
                </a:cxn>
                <a:cxn ang="0">
                  <a:pos x="3" y="21"/>
                </a:cxn>
                <a:cxn ang="0">
                  <a:pos x="5" y="21"/>
                </a:cxn>
                <a:cxn ang="0">
                  <a:pos x="6" y="21"/>
                </a:cxn>
                <a:cxn ang="0">
                  <a:pos x="8" y="20"/>
                </a:cxn>
                <a:cxn ang="0">
                  <a:pos x="9" y="19"/>
                </a:cxn>
                <a:cxn ang="0">
                  <a:pos x="9" y="17"/>
                </a:cxn>
                <a:cxn ang="0">
                  <a:pos x="9" y="5"/>
                </a:cxn>
                <a:cxn ang="0">
                  <a:pos x="9" y="5"/>
                </a:cxn>
                <a:cxn ang="0">
                  <a:pos x="9" y="3"/>
                </a:cxn>
                <a:cxn ang="0">
                  <a:pos x="8" y="1"/>
                </a:cxn>
                <a:cxn ang="0">
                  <a:pos x="6" y="0"/>
                </a:cxn>
                <a:cxn ang="0">
                  <a:pos x="5" y="0"/>
                </a:cxn>
                <a:cxn ang="0">
                  <a:pos x="3" y="0"/>
                </a:cxn>
                <a:cxn ang="0">
                  <a:pos x="2" y="1"/>
                </a:cxn>
                <a:cxn ang="0">
                  <a:pos x="1" y="3"/>
                </a:cxn>
                <a:cxn ang="0">
                  <a:pos x="0" y="5"/>
                </a:cxn>
                <a:cxn ang="0">
                  <a:pos x="0" y="5"/>
                </a:cxn>
              </a:cxnLst>
              <a:rect l="0" t="0" r="r" b="b"/>
              <a:pathLst>
                <a:path w="9" h="21">
                  <a:moveTo>
                    <a:pt x="0" y="5"/>
                  </a:moveTo>
                  <a:lnTo>
                    <a:pt x="0" y="17"/>
                  </a:lnTo>
                  <a:lnTo>
                    <a:pt x="0" y="17"/>
                  </a:lnTo>
                  <a:lnTo>
                    <a:pt x="1" y="19"/>
                  </a:lnTo>
                  <a:lnTo>
                    <a:pt x="2" y="20"/>
                  </a:lnTo>
                  <a:lnTo>
                    <a:pt x="3" y="21"/>
                  </a:lnTo>
                  <a:lnTo>
                    <a:pt x="5" y="21"/>
                  </a:lnTo>
                  <a:lnTo>
                    <a:pt x="6" y="21"/>
                  </a:lnTo>
                  <a:lnTo>
                    <a:pt x="8" y="20"/>
                  </a:lnTo>
                  <a:lnTo>
                    <a:pt x="9" y="19"/>
                  </a:lnTo>
                  <a:lnTo>
                    <a:pt x="9" y="17"/>
                  </a:lnTo>
                  <a:lnTo>
                    <a:pt x="9" y="5"/>
                  </a:lnTo>
                  <a:lnTo>
                    <a:pt x="9" y="5"/>
                  </a:lnTo>
                  <a:lnTo>
                    <a:pt x="9" y="3"/>
                  </a:lnTo>
                  <a:lnTo>
                    <a:pt x="8" y="1"/>
                  </a:lnTo>
                  <a:lnTo>
                    <a:pt x="6" y="0"/>
                  </a:lnTo>
                  <a:lnTo>
                    <a:pt x="5" y="0"/>
                  </a:lnTo>
                  <a:lnTo>
                    <a:pt x="3" y="0"/>
                  </a:lnTo>
                  <a:lnTo>
                    <a:pt x="2" y="1"/>
                  </a:lnTo>
                  <a:lnTo>
                    <a:pt x="1" y="3"/>
                  </a:lnTo>
                  <a:lnTo>
                    <a:pt x="0" y="5"/>
                  </a:lnTo>
                  <a:lnTo>
                    <a:pt x="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2" name="Freeform 860"/>
            <p:cNvSpPr/>
            <p:nvPr/>
          </p:nvSpPr>
          <p:spPr bwMode="auto">
            <a:xfrm>
              <a:off x="2386013" y="1473200"/>
              <a:ext cx="15875" cy="47625"/>
            </a:xfrm>
            <a:custGeom>
              <a:avLst/>
              <a:gdLst/>
              <a:ahLst/>
              <a:cxnLst>
                <a:cxn ang="0">
                  <a:pos x="19" y="5"/>
                </a:cxn>
                <a:cxn ang="0">
                  <a:pos x="19" y="5"/>
                </a:cxn>
                <a:cxn ang="0">
                  <a:pos x="18" y="15"/>
                </a:cxn>
                <a:cxn ang="0">
                  <a:pos x="16" y="26"/>
                </a:cxn>
                <a:cxn ang="0">
                  <a:pos x="10" y="45"/>
                </a:cxn>
                <a:cxn ang="0">
                  <a:pos x="3" y="66"/>
                </a:cxn>
                <a:cxn ang="0">
                  <a:pos x="1" y="76"/>
                </a:cxn>
                <a:cxn ang="0">
                  <a:pos x="0" y="87"/>
                </a:cxn>
                <a:cxn ang="0">
                  <a:pos x="0" y="87"/>
                </a:cxn>
                <a:cxn ang="0">
                  <a:pos x="0" y="89"/>
                </a:cxn>
                <a:cxn ang="0">
                  <a:pos x="1" y="91"/>
                </a:cxn>
                <a:cxn ang="0">
                  <a:pos x="3" y="91"/>
                </a:cxn>
                <a:cxn ang="0">
                  <a:pos x="5" y="92"/>
                </a:cxn>
                <a:cxn ang="0">
                  <a:pos x="7" y="91"/>
                </a:cxn>
                <a:cxn ang="0">
                  <a:pos x="9" y="91"/>
                </a:cxn>
                <a:cxn ang="0">
                  <a:pos x="10" y="89"/>
                </a:cxn>
                <a:cxn ang="0">
                  <a:pos x="10" y="87"/>
                </a:cxn>
                <a:cxn ang="0">
                  <a:pos x="10" y="87"/>
                </a:cxn>
                <a:cxn ang="0">
                  <a:pos x="11" y="76"/>
                </a:cxn>
                <a:cxn ang="0">
                  <a:pos x="13" y="66"/>
                </a:cxn>
                <a:cxn ang="0">
                  <a:pos x="19" y="45"/>
                </a:cxn>
                <a:cxn ang="0">
                  <a:pos x="25" y="26"/>
                </a:cxn>
                <a:cxn ang="0">
                  <a:pos x="27" y="15"/>
                </a:cxn>
                <a:cxn ang="0">
                  <a:pos x="29" y="5"/>
                </a:cxn>
                <a:cxn ang="0">
                  <a:pos x="29" y="5"/>
                </a:cxn>
                <a:cxn ang="0">
                  <a:pos x="28" y="3"/>
                </a:cxn>
                <a:cxn ang="0">
                  <a:pos x="27" y="1"/>
                </a:cxn>
                <a:cxn ang="0">
                  <a:pos x="26" y="0"/>
                </a:cxn>
                <a:cxn ang="0">
                  <a:pos x="24" y="0"/>
                </a:cxn>
                <a:cxn ang="0">
                  <a:pos x="22" y="0"/>
                </a:cxn>
                <a:cxn ang="0">
                  <a:pos x="21" y="1"/>
                </a:cxn>
                <a:cxn ang="0">
                  <a:pos x="20" y="3"/>
                </a:cxn>
                <a:cxn ang="0">
                  <a:pos x="19" y="5"/>
                </a:cxn>
                <a:cxn ang="0">
                  <a:pos x="19" y="5"/>
                </a:cxn>
              </a:cxnLst>
              <a:rect l="0" t="0" r="r" b="b"/>
              <a:pathLst>
                <a:path w="29" h="92">
                  <a:moveTo>
                    <a:pt x="19" y="5"/>
                  </a:moveTo>
                  <a:lnTo>
                    <a:pt x="19" y="5"/>
                  </a:lnTo>
                  <a:lnTo>
                    <a:pt x="18" y="15"/>
                  </a:lnTo>
                  <a:lnTo>
                    <a:pt x="16" y="26"/>
                  </a:lnTo>
                  <a:lnTo>
                    <a:pt x="10" y="45"/>
                  </a:lnTo>
                  <a:lnTo>
                    <a:pt x="3" y="66"/>
                  </a:lnTo>
                  <a:lnTo>
                    <a:pt x="1" y="76"/>
                  </a:lnTo>
                  <a:lnTo>
                    <a:pt x="0" y="87"/>
                  </a:lnTo>
                  <a:lnTo>
                    <a:pt x="0" y="87"/>
                  </a:lnTo>
                  <a:lnTo>
                    <a:pt x="0" y="89"/>
                  </a:lnTo>
                  <a:lnTo>
                    <a:pt x="1" y="91"/>
                  </a:lnTo>
                  <a:lnTo>
                    <a:pt x="3" y="91"/>
                  </a:lnTo>
                  <a:lnTo>
                    <a:pt x="5" y="92"/>
                  </a:lnTo>
                  <a:lnTo>
                    <a:pt x="7" y="91"/>
                  </a:lnTo>
                  <a:lnTo>
                    <a:pt x="9" y="91"/>
                  </a:lnTo>
                  <a:lnTo>
                    <a:pt x="10" y="89"/>
                  </a:lnTo>
                  <a:lnTo>
                    <a:pt x="10" y="87"/>
                  </a:lnTo>
                  <a:lnTo>
                    <a:pt x="10" y="87"/>
                  </a:lnTo>
                  <a:lnTo>
                    <a:pt x="11" y="76"/>
                  </a:lnTo>
                  <a:lnTo>
                    <a:pt x="13" y="66"/>
                  </a:lnTo>
                  <a:lnTo>
                    <a:pt x="19" y="45"/>
                  </a:lnTo>
                  <a:lnTo>
                    <a:pt x="25" y="26"/>
                  </a:lnTo>
                  <a:lnTo>
                    <a:pt x="27" y="15"/>
                  </a:lnTo>
                  <a:lnTo>
                    <a:pt x="29" y="5"/>
                  </a:lnTo>
                  <a:lnTo>
                    <a:pt x="29" y="5"/>
                  </a:lnTo>
                  <a:lnTo>
                    <a:pt x="28" y="3"/>
                  </a:lnTo>
                  <a:lnTo>
                    <a:pt x="27" y="1"/>
                  </a:lnTo>
                  <a:lnTo>
                    <a:pt x="26" y="0"/>
                  </a:lnTo>
                  <a:lnTo>
                    <a:pt x="24" y="0"/>
                  </a:lnTo>
                  <a:lnTo>
                    <a:pt x="22" y="0"/>
                  </a:lnTo>
                  <a:lnTo>
                    <a:pt x="21" y="1"/>
                  </a:lnTo>
                  <a:lnTo>
                    <a:pt x="20" y="3"/>
                  </a:lnTo>
                  <a:lnTo>
                    <a:pt x="19" y="5"/>
                  </a:lnTo>
                  <a:lnTo>
                    <a:pt x="1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3" name="Freeform 861"/>
            <p:cNvSpPr/>
            <p:nvPr/>
          </p:nvSpPr>
          <p:spPr bwMode="auto">
            <a:xfrm>
              <a:off x="2422525" y="1492250"/>
              <a:ext cx="12700" cy="31750"/>
            </a:xfrm>
            <a:custGeom>
              <a:avLst/>
              <a:gdLst/>
              <a:ahLst/>
              <a:cxnLst>
                <a:cxn ang="0">
                  <a:pos x="13" y="3"/>
                </a:cxn>
                <a:cxn ang="0">
                  <a:pos x="13" y="3"/>
                </a:cxn>
                <a:cxn ang="0">
                  <a:pos x="5" y="29"/>
                </a:cxn>
                <a:cxn ang="0">
                  <a:pos x="2" y="41"/>
                </a:cxn>
                <a:cxn ang="0">
                  <a:pos x="0" y="55"/>
                </a:cxn>
                <a:cxn ang="0">
                  <a:pos x="0" y="55"/>
                </a:cxn>
                <a:cxn ang="0">
                  <a:pos x="1" y="57"/>
                </a:cxn>
                <a:cxn ang="0">
                  <a:pos x="2" y="59"/>
                </a:cxn>
                <a:cxn ang="0">
                  <a:pos x="3" y="59"/>
                </a:cxn>
                <a:cxn ang="0">
                  <a:pos x="5" y="60"/>
                </a:cxn>
                <a:cxn ang="0">
                  <a:pos x="6" y="59"/>
                </a:cxn>
                <a:cxn ang="0">
                  <a:pos x="8" y="59"/>
                </a:cxn>
                <a:cxn ang="0">
                  <a:pos x="9" y="57"/>
                </a:cxn>
                <a:cxn ang="0">
                  <a:pos x="9" y="55"/>
                </a:cxn>
                <a:cxn ang="0">
                  <a:pos x="9" y="55"/>
                </a:cxn>
                <a:cxn ang="0">
                  <a:pos x="11" y="42"/>
                </a:cxn>
                <a:cxn ang="0">
                  <a:pos x="14" y="30"/>
                </a:cxn>
                <a:cxn ang="0">
                  <a:pos x="22" y="6"/>
                </a:cxn>
                <a:cxn ang="0">
                  <a:pos x="22" y="6"/>
                </a:cxn>
                <a:cxn ang="0">
                  <a:pos x="22" y="4"/>
                </a:cxn>
                <a:cxn ang="0">
                  <a:pos x="21" y="2"/>
                </a:cxn>
                <a:cxn ang="0">
                  <a:pos x="20" y="1"/>
                </a:cxn>
                <a:cxn ang="0">
                  <a:pos x="19" y="0"/>
                </a:cxn>
                <a:cxn ang="0">
                  <a:pos x="17" y="0"/>
                </a:cxn>
                <a:cxn ang="0">
                  <a:pos x="15" y="0"/>
                </a:cxn>
                <a:cxn ang="0">
                  <a:pos x="14" y="1"/>
                </a:cxn>
                <a:cxn ang="0">
                  <a:pos x="13" y="3"/>
                </a:cxn>
                <a:cxn ang="0">
                  <a:pos x="13" y="3"/>
                </a:cxn>
              </a:cxnLst>
              <a:rect l="0" t="0" r="r" b="b"/>
              <a:pathLst>
                <a:path w="22" h="60">
                  <a:moveTo>
                    <a:pt x="13" y="3"/>
                  </a:moveTo>
                  <a:lnTo>
                    <a:pt x="13" y="3"/>
                  </a:lnTo>
                  <a:lnTo>
                    <a:pt x="5" y="29"/>
                  </a:lnTo>
                  <a:lnTo>
                    <a:pt x="2" y="41"/>
                  </a:lnTo>
                  <a:lnTo>
                    <a:pt x="0" y="55"/>
                  </a:lnTo>
                  <a:lnTo>
                    <a:pt x="0" y="55"/>
                  </a:lnTo>
                  <a:lnTo>
                    <a:pt x="1" y="57"/>
                  </a:lnTo>
                  <a:lnTo>
                    <a:pt x="2" y="59"/>
                  </a:lnTo>
                  <a:lnTo>
                    <a:pt x="3" y="59"/>
                  </a:lnTo>
                  <a:lnTo>
                    <a:pt x="5" y="60"/>
                  </a:lnTo>
                  <a:lnTo>
                    <a:pt x="6" y="59"/>
                  </a:lnTo>
                  <a:lnTo>
                    <a:pt x="8" y="59"/>
                  </a:lnTo>
                  <a:lnTo>
                    <a:pt x="9" y="57"/>
                  </a:lnTo>
                  <a:lnTo>
                    <a:pt x="9" y="55"/>
                  </a:lnTo>
                  <a:lnTo>
                    <a:pt x="9" y="55"/>
                  </a:lnTo>
                  <a:lnTo>
                    <a:pt x="11" y="42"/>
                  </a:lnTo>
                  <a:lnTo>
                    <a:pt x="14" y="30"/>
                  </a:lnTo>
                  <a:lnTo>
                    <a:pt x="22" y="6"/>
                  </a:lnTo>
                  <a:lnTo>
                    <a:pt x="22" y="6"/>
                  </a:lnTo>
                  <a:lnTo>
                    <a:pt x="22" y="4"/>
                  </a:lnTo>
                  <a:lnTo>
                    <a:pt x="21" y="2"/>
                  </a:lnTo>
                  <a:lnTo>
                    <a:pt x="20" y="1"/>
                  </a:lnTo>
                  <a:lnTo>
                    <a:pt x="19" y="0"/>
                  </a:lnTo>
                  <a:lnTo>
                    <a:pt x="17" y="0"/>
                  </a:lnTo>
                  <a:lnTo>
                    <a:pt x="15" y="0"/>
                  </a:lnTo>
                  <a:lnTo>
                    <a:pt x="14" y="1"/>
                  </a:lnTo>
                  <a:lnTo>
                    <a:pt x="13" y="3"/>
                  </a:lnTo>
                  <a:lnTo>
                    <a:pt x="13"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4" name="Freeform 862"/>
            <p:cNvSpPr/>
            <p:nvPr/>
          </p:nvSpPr>
          <p:spPr bwMode="auto">
            <a:xfrm>
              <a:off x="2322513" y="1298575"/>
              <a:ext cx="19050" cy="47625"/>
            </a:xfrm>
            <a:custGeom>
              <a:avLst/>
              <a:gdLst/>
              <a:ahLst/>
              <a:cxnLst>
                <a:cxn ang="0">
                  <a:pos x="24" y="4"/>
                </a:cxn>
                <a:cxn ang="0">
                  <a:pos x="24" y="4"/>
                </a:cxn>
                <a:cxn ang="0">
                  <a:pos x="23" y="16"/>
                </a:cxn>
                <a:cxn ang="0">
                  <a:pos x="20" y="26"/>
                </a:cxn>
                <a:cxn ang="0">
                  <a:pos x="16" y="35"/>
                </a:cxn>
                <a:cxn ang="0">
                  <a:pos x="12" y="46"/>
                </a:cxn>
                <a:cxn ang="0">
                  <a:pos x="7" y="55"/>
                </a:cxn>
                <a:cxn ang="0">
                  <a:pos x="4" y="65"/>
                </a:cxn>
                <a:cxn ang="0">
                  <a:pos x="1" y="76"/>
                </a:cxn>
                <a:cxn ang="0">
                  <a:pos x="0" y="87"/>
                </a:cxn>
                <a:cxn ang="0">
                  <a:pos x="0" y="87"/>
                </a:cxn>
                <a:cxn ang="0">
                  <a:pos x="0" y="89"/>
                </a:cxn>
                <a:cxn ang="0">
                  <a:pos x="1" y="90"/>
                </a:cxn>
                <a:cxn ang="0">
                  <a:pos x="2" y="91"/>
                </a:cxn>
                <a:cxn ang="0">
                  <a:pos x="4" y="91"/>
                </a:cxn>
                <a:cxn ang="0">
                  <a:pos x="6" y="91"/>
                </a:cxn>
                <a:cxn ang="0">
                  <a:pos x="7" y="90"/>
                </a:cxn>
                <a:cxn ang="0">
                  <a:pos x="8" y="89"/>
                </a:cxn>
                <a:cxn ang="0">
                  <a:pos x="9" y="87"/>
                </a:cxn>
                <a:cxn ang="0">
                  <a:pos x="9" y="87"/>
                </a:cxn>
                <a:cxn ang="0">
                  <a:pos x="10" y="76"/>
                </a:cxn>
                <a:cxn ang="0">
                  <a:pos x="13" y="65"/>
                </a:cxn>
                <a:cxn ang="0">
                  <a:pos x="17" y="55"/>
                </a:cxn>
                <a:cxn ang="0">
                  <a:pos x="21" y="46"/>
                </a:cxn>
                <a:cxn ang="0">
                  <a:pos x="25" y="35"/>
                </a:cxn>
                <a:cxn ang="0">
                  <a:pos x="30" y="26"/>
                </a:cxn>
                <a:cxn ang="0">
                  <a:pos x="33" y="16"/>
                </a:cxn>
                <a:cxn ang="0">
                  <a:pos x="34" y="4"/>
                </a:cxn>
                <a:cxn ang="0">
                  <a:pos x="34" y="4"/>
                </a:cxn>
                <a:cxn ang="0">
                  <a:pos x="34" y="2"/>
                </a:cxn>
                <a:cxn ang="0">
                  <a:pos x="33" y="1"/>
                </a:cxn>
                <a:cxn ang="0">
                  <a:pos x="32" y="0"/>
                </a:cxn>
                <a:cxn ang="0">
                  <a:pos x="30" y="0"/>
                </a:cxn>
                <a:cxn ang="0">
                  <a:pos x="27" y="0"/>
                </a:cxn>
                <a:cxn ang="0">
                  <a:pos x="26" y="1"/>
                </a:cxn>
                <a:cxn ang="0">
                  <a:pos x="25" y="2"/>
                </a:cxn>
                <a:cxn ang="0">
                  <a:pos x="24" y="4"/>
                </a:cxn>
                <a:cxn ang="0">
                  <a:pos x="24" y="4"/>
                </a:cxn>
              </a:cxnLst>
              <a:rect l="0" t="0" r="r" b="b"/>
              <a:pathLst>
                <a:path w="34" h="91">
                  <a:moveTo>
                    <a:pt x="24" y="4"/>
                  </a:moveTo>
                  <a:lnTo>
                    <a:pt x="24" y="4"/>
                  </a:lnTo>
                  <a:lnTo>
                    <a:pt x="23" y="16"/>
                  </a:lnTo>
                  <a:lnTo>
                    <a:pt x="20" y="26"/>
                  </a:lnTo>
                  <a:lnTo>
                    <a:pt x="16" y="35"/>
                  </a:lnTo>
                  <a:lnTo>
                    <a:pt x="12" y="46"/>
                  </a:lnTo>
                  <a:lnTo>
                    <a:pt x="7" y="55"/>
                  </a:lnTo>
                  <a:lnTo>
                    <a:pt x="4" y="65"/>
                  </a:lnTo>
                  <a:lnTo>
                    <a:pt x="1" y="76"/>
                  </a:lnTo>
                  <a:lnTo>
                    <a:pt x="0" y="87"/>
                  </a:lnTo>
                  <a:lnTo>
                    <a:pt x="0" y="87"/>
                  </a:lnTo>
                  <a:lnTo>
                    <a:pt x="0" y="89"/>
                  </a:lnTo>
                  <a:lnTo>
                    <a:pt x="1" y="90"/>
                  </a:lnTo>
                  <a:lnTo>
                    <a:pt x="2" y="91"/>
                  </a:lnTo>
                  <a:lnTo>
                    <a:pt x="4" y="91"/>
                  </a:lnTo>
                  <a:lnTo>
                    <a:pt x="6" y="91"/>
                  </a:lnTo>
                  <a:lnTo>
                    <a:pt x="7" y="90"/>
                  </a:lnTo>
                  <a:lnTo>
                    <a:pt x="8" y="89"/>
                  </a:lnTo>
                  <a:lnTo>
                    <a:pt x="9" y="87"/>
                  </a:lnTo>
                  <a:lnTo>
                    <a:pt x="9" y="87"/>
                  </a:lnTo>
                  <a:lnTo>
                    <a:pt x="10" y="76"/>
                  </a:lnTo>
                  <a:lnTo>
                    <a:pt x="13" y="65"/>
                  </a:lnTo>
                  <a:lnTo>
                    <a:pt x="17" y="55"/>
                  </a:lnTo>
                  <a:lnTo>
                    <a:pt x="21" y="46"/>
                  </a:lnTo>
                  <a:lnTo>
                    <a:pt x="25" y="35"/>
                  </a:lnTo>
                  <a:lnTo>
                    <a:pt x="30" y="26"/>
                  </a:lnTo>
                  <a:lnTo>
                    <a:pt x="33" y="16"/>
                  </a:lnTo>
                  <a:lnTo>
                    <a:pt x="34" y="4"/>
                  </a:lnTo>
                  <a:lnTo>
                    <a:pt x="34" y="4"/>
                  </a:lnTo>
                  <a:lnTo>
                    <a:pt x="34" y="2"/>
                  </a:lnTo>
                  <a:lnTo>
                    <a:pt x="33" y="1"/>
                  </a:lnTo>
                  <a:lnTo>
                    <a:pt x="32" y="0"/>
                  </a:lnTo>
                  <a:lnTo>
                    <a:pt x="30" y="0"/>
                  </a:lnTo>
                  <a:lnTo>
                    <a:pt x="27" y="0"/>
                  </a:lnTo>
                  <a:lnTo>
                    <a:pt x="26" y="1"/>
                  </a:lnTo>
                  <a:lnTo>
                    <a:pt x="25" y="2"/>
                  </a:lnTo>
                  <a:lnTo>
                    <a:pt x="24" y="4"/>
                  </a:lnTo>
                  <a:lnTo>
                    <a:pt x="2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5" name="Freeform 863"/>
            <p:cNvSpPr/>
            <p:nvPr/>
          </p:nvSpPr>
          <p:spPr bwMode="auto">
            <a:xfrm>
              <a:off x="2355850" y="1304925"/>
              <a:ext cx="22225" cy="34925"/>
            </a:xfrm>
            <a:custGeom>
              <a:avLst/>
              <a:gdLst/>
              <a:ahLst/>
              <a:cxnLst>
                <a:cxn ang="0">
                  <a:pos x="32" y="2"/>
                </a:cxn>
                <a:cxn ang="0">
                  <a:pos x="32" y="2"/>
                </a:cxn>
                <a:cxn ang="0">
                  <a:pos x="21" y="16"/>
                </a:cxn>
                <a:cxn ang="0">
                  <a:pos x="11" y="30"/>
                </a:cxn>
                <a:cxn ang="0">
                  <a:pos x="7" y="37"/>
                </a:cxn>
                <a:cxn ang="0">
                  <a:pos x="4" y="45"/>
                </a:cxn>
                <a:cxn ang="0">
                  <a:pos x="1" y="52"/>
                </a:cxn>
                <a:cxn ang="0">
                  <a:pos x="0" y="62"/>
                </a:cxn>
                <a:cxn ang="0">
                  <a:pos x="0" y="62"/>
                </a:cxn>
                <a:cxn ang="0">
                  <a:pos x="0" y="64"/>
                </a:cxn>
                <a:cxn ang="0">
                  <a:pos x="1" y="65"/>
                </a:cxn>
                <a:cxn ang="0">
                  <a:pos x="3" y="66"/>
                </a:cxn>
                <a:cxn ang="0">
                  <a:pos x="4" y="66"/>
                </a:cxn>
                <a:cxn ang="0">
                  <a:pos x="6" y="66"/>
                </a:cxn>
                <a:cxn ang="0">
                  <a:pos x="7" y="65"/>
                </a:cxn>
                <a:cxn ang="0">
                  <a:pos x="9" y="64"/>
                </a:cxn>
                <a:cxn ang="0">
                  <a:pos x="9" y="62"/>
                </a:cxn>
                <a:cxn ang="0">
                  <a:pos x="9" y="62"/>
                </a:cxn>
                <a:cxn ang="0">
                  <a:pos x="10" y="53"/>
                </a:cxn>
                <a:cxn ang="0">
                  <a:pos x="13" y="46"/>
                </a:cxn>
                <a:cxn ang="0">
                  <a:pos x="16" y="39"/>
                </a:cxn>
                <a:cxn ang="0">
                  <a:pos x="20" y="33"/>
                </a:cxn>
                <a:cxn ang="0">
                  <a:pos x="31" y="19"/>
                </a:cxn>
                <a:cxn ang="0">
                  <a:pos x="40" y="7"/>
                </a:cxn>
                <a:cxn ang="0">
                  <a:pos x="40" y="7"/>
                </a:cxn>
                <a:cxn ang="0">
                  <a:pos x="41" y="5"/>
                </a:cxn>
                <a:cxn ang="0">
                  <a:pos x="41" y="3"/>
                </a:cxn>
                <a:cxn ang="0">
                  <a:pos x="40" y="2"/>
                </a:cxn>
                <a:cxn ang="0">
                  <a:pos x="39" y="1"/>
                </a:cxn>
                <a:cxn ang="0">
                  <a:pos x="37" y="0"/>
                </a:cxn>
                <a:cxn ang="0">
                  <a:pos x="35" y="0"/>
                </a:cxn>
                <a:cxn ang="0">
                  <a:pos x="34" y="1"/>
                </a:cxn>
                <a:cxn ang="0">
                  <a:pos x="32" y="2"/>
                </a:cxn>
                <a:cxn ang="0">
                  <a:pos x="32" y="2"/>
                </a:cxn>
              </a:cxnLst>
              <a:rect l="0" t="0" r="r" b="b"/>
              <a:pathLst>
                <a:path w="41" h="66">
                  <a:moveTo>
                    <a:pt x="32" y="2"/>
                  </a:moveTo>
                  <a:lnTo>
                    <a:pt x="32" y="2"/>
                  </a:lnTo>
                  <a:lnTo>
                    <a:pt x="21" y="16"/>
                  </a:lnTo>
                  <a:lnTo>
                    <a:pt x="11" y="30"/>
                  </a:lnTo>
                  <a:lnTo>
                    <a:pt x="7" y="37"/>
                  </a:lnTo>
                  <a:lnTo>
                    <a:pt x="4" y="45"/>
                  </a:lnTo>
                  <a:lnTo>
                    <a:pt x="1" y="52"/>
                  </a:lnTo>
                  <a:lnTo>
                    <a:pt x="0" y="62"/>
                  </a:lnTo>
                  <a:lnTo>
                    <a:pt x="0" y="62"/>
                  </a:lnTo>
                  <a:lnTo>
                    <a:pt x="0" y="64"/>
                  </a:lnTo>
                  <a:lnTo>
                    <a:pt x="1" y="65"/>
                  </a:lnTo>
                  <a:lnTo>
                    <a:pt x="3" y="66"/>
                  </a:lnTo>
                  <a:lnTo>
                    <a:pt x="4" y="66"/>
                  </a:lnTo>
                  <a:lnTo>
                    <a:pt x="6" y="66"/>
                  </a:lnTo>
                  <a:lnTo>
                    <a:pt x="7" y="65"/>
                  </a:lnTo>
                  <a:lnTo>
                    <a:pt x="9" y="64"/>
                  </a:lnTo>
                  <a:lnTo>
                    <a:pt x="9" y="62"/>
                  </a:lnTo>
                  <a:lnTo>
                    <a:pt x="9" y="62"/>
                  </a:lnTo>
                  <a:lnTo>
                    <a:pt x="10" y="53"/>
                  </a:lnTo>
                  <a:lnTo>
                    <a:pt x="13" y="46"/>
                  </a:lnTo>
                  <a:lnTo>
                    <a:pt x="16" y="39"/>
                  </a:lnTo>
                  <a:lnTo>
                    <a:pt x="20" y="33"/>
                  </a:lnTo>
                  <a:lnTo>
                    <a:pt x="31" y="19"/>
                  </a:lnTo>
                  <a:lnTo>
                    <a:pt x="40" y="7"/>
                  </a:lnTo>
                  <a:lnTo>
                    <a:pt x="40" y="7"/>
                  </a:lnTo>
                  <a:lnTo>
                    <a:pt x="41" y="5"/>
                  </a:lnTo>
                  <a:lnTo>
                    <a:pt x="41" y="3"/>
                  </a:lnTo>
                  <a:lnTo>
                    <a:pt x="40" y="2"/>
                  </a:lnTo>
                  <a:lnTo>
                    <a:pt x="39" y="1"/>
                  </a:lnTo>
                  <a:lnTo>
                    <a:pt x="37" y="0"/>
                  </a:lnTo>
                  <a:lnTo>
                    <a:pt x="35" y="0"/>
                  </a:lnTo>
                  <a:lnTo>
                    <a:pt x="34" y="1"/>
                  </a:lnTo>
                  <a:lnTo>
                    <a:pt x="32" y="2"/>
                  </a:lnTo>
                  <a:lnTo>
                    <a:pt x="3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6" name="Freeform 864"/>
            <p:cNvSpPr/>
            <p:nvPr/>
          </p:nvSpPr>
          <p:spPr bwMode="auto">
            <a:xfrm>
              <a:off x="2382838" y="1314450"/>
              <a:ext cx="22225" cy="42863"/>
            </a:xfrm>
            <a:custGeom>
              <a:avLst/>
              <a:gdLst/>
              <a:ahLst/>
              <a:cxnLst>
                <a:cxn ang="0">
                  <a:pos x="40" y="4"/>
                </a:cxn>
                <a:cxn ang="0">
                  <a:pos x="40" y="4"/>
                </a:cxn>
                <a:cxn ang="0">
                  <a:pos x="40" y="2"/>
                </a:cxn>
                <a:cxn ang="0">
                  <a:pos x="39" y="1"/>
                </a:cxn>
                <a:cxn ang="0">
                  <a:pos x="37" y="0"/>
                </a:cxn>
                <a:cxn ang="0">
                  <a:pos x="35" y="1"/>
                </a:cxn>
                <a:cxn ang="0">
                  <a:pos x="32" y="3"/>
                </a:cxn>
                <a:cxn ang="0">
                  <a:pos x="32" y="4"/>
                </a:cxn>
                <a:cxn ang="0">
                  <a:pos x="32" y="6"/>
                </a:cxn>
                <a:cxn ang="0">
                  <a:pos x="32" y="6"/>
                </a:cxn>
                <a:cxn ang="0">
                  <a:pos x="32" y="12"/>
                </a:cxn>
                <a:cxn ang="0">
                  <a:pos x="31" y="18"/>
                </a:cxn>
                <a:cxn ang="0">
                  <a:pos x="29" y="22"/>
                </a:cxn>
                <a:cxn ang="0">
                  <a:pos x="27" y="27"/>
                </a:cxn>
                <a:cxn ang="0">
                  <a:pos x="20" y="36"/>
                </a:cxn>
                <a:cxn ang="0">
                  <a:pos x="14" y="45"/>
                </a:cxn>
                <a:cxn ang="0">
                  <a:pos x="14" y="45"/>
                </a:cxn>
                <a:cxn ang="0">
                  <a:pos x="8" y="52"/>
                </a:cxn>
                <a:cxn ang="0">
                  <a:pos x="4" y="59"/>
                </a:cxn>
                <a:cxn ang="0">
                  <a:pos x="1" y="66"/>
                </a:cxn>
                <a:cxn ang="0">
                  <a:pos x="0" y="75"/>
                </a:cxn>
                <a:cxn ang="0">
                  <a:pos x="0" y="75"/>
                </a:cxn>
                <a:cxn ang="0">
                  <a:pos x="0" y="77"/>
                </a:cxn>
                <a:cxn ang="0">
                  <a:pos x="1" y="79"/>
                </a:cxn>
                <a:cxn ang="0">
                  <a:pos x="3" y="79"/>
                </a:cxn>
                <a:cxn ang="0">
                  <a:pos x="4" y="80"/>
                </a:cxn>
                <a:cxn ang="0">
                  <a:pos x="6" y="79"/>
                </a:cxn>
                <a:cxn ang="0">
                  <a:pos x="7" y="79"/>
                </a:cxn>
                <a:cxn ang="0">
                  <a:pos x="9" y="77"/>
                </a:cxn>
                <a:cxn ang="0">
                  <a:pos x="9" y="75"/>
                </a:cxn>
                <a:cxn ang="0">
                  <a:pos x="9" y="75"/>
                </a:cxn>
                <a:cxn ang="0">
                  <a:pos x="11" y="69"/>
                </a:cxn>
                <a:cxn ang="0">
                  <a:pos x="12" y="65"/>
                </a:cxn>
                <a:cxn ang="0">
                  <a:pos x="16" y="56"/>
                </a:cxn>
                <a:cxn ang="0">
                  <a:pos x="22" y="49"/>
                </a:cxn>
                <a:cxn ang="0">
                  <a:pos x="28" y="41"/>
                </a:cxn>
                <a:cxn ang="0">
                  <a:pos x="34" y="32"/>
                </a:cxn>
                <a:cxn ang="0">
                  <a:pos x="38" y="24"/>
                </a:cxn>
                <a:cxn ang="0">
                  <a:pos x="40" y="20"/>
                </a:cxn>
                <a:cxn ang="0">
                  <a:pos x="42" y="15"/>
                </a:cxn>
                <a:cxn ang="0">
                  <a:pos x="42" y="10"/>
                </a:cxn>
                <a:cxn ang="0">
                  <a:pos x="40" y="4"/>
                </a:cxn>
                <a:cxn ang="0">
                  <a:pos x="40" y="4"/>
                </a:cxn>
              </a:cxnLst>
              <a:rect l="0" t="0" r="r" b="b"/>
              <a:pathLst>
                <a:path w="42" h="80">
                  <a:moveTo>
                    <a:pt x="40" y="4"/>
                  </a:moveTo>
                  <a:lnTo>
                    <a:pt x="40" y="4"/>
                  </a:lnTo>
                  <a:lnTo>
                    <a:pt x="40" y="2"/>
                  </a:lnTo>
                  <a:lnTo>
                    <a:pt x="39" y="1"/>
                  </a:lnTo>
                  <a:lnTo>
                    <a:pt x="37" y="0"/>
                  </a:lnTo>
                  <a:lnTo>
                    <a:pt x="35" y="1"/>
                  </a:lnTo>
                  <a:lnTo>
                    <a:pt x="32" y="3"/>
                  </a:lnTo>
                  <a:lnTo>
                    <a:pt x="32" y="4"/>
                  </a:lnTo>
                  <a:lnTo>
                    <a:pt x="32" y="6"/>
                  </a:lnTo>
                  <a:lnTo>
                    <a:pt x="32" y="6"/>
                  </a:lnTo>
                  <a:lnTo>
                    <a:pt x="32" y="12"/>
                  </a:lnTo>
                  <a:lnTo>
                    <a:pt x="31" y="18"/>
                  </a:lnTo>
                  <a:lnTo>
                    <a:pt x="29" y="22"/>
                  </a:lnTo>
                  <a:lnTo>
                    <a:pt x="27" y="27"/>
                  </a:lnTo>
                  <a:lnTo>
                    <a:pt x="20" y="36"/>
                  </a:lnTo>
                  <a:lnTo>
                    <a:pt x="14" y="45"/>
                  </a:lnTo>
                  <a:lnTo>
                    <a:pt x="14" y="45"/>
                  </a:lnTo>
                  <a:lnTo>
                    <a:pt x="8" y="52"/>
                  </a:lnTo>
                  <a:lnTo>
                    <a:pt x="4" y="59"/>
                  </a:lnTo>
                  <a:lnTo>
                    <a:pt x="1" y="66"/>
                  </a:lnTo>
                  <a:lnTo>
                    <a:pt x="0" y="75"/>
                  </a:lnTo>
                  <a:lnTo>
                    <a:pt x="0" y="75"/>
                  </a:lnTo>
                  <a:lnTo>
                    <a:pt x="0" y="77"/>
                  </a:lnTo>
                  <a:lnTo>
                    <a:pt x="1" y="79"/>
                  </a:lnTo>
                  <a:lnTo>
                    <a:pt x="3" y="79"/>
                  </a:lnTo>
                  <a:lnTo>
                    <a:pt x="4" y="80"/>
                  </a:lnTo>
                  <a:lnTo>
                    <a:pt x="6" y="79"/>
                  </a:lnTo>
                  <a:lnTo>
                    <a:pt x="7" y="79"/>
                  </a:lnTo>
                  <a:lnTo>
                    <a:pt x="9" y="77"/>
                  </a:lnTo>
                  <a:lnTo>
                    <a:pt x="9" y="75"/>
                  </a:lnTo>
                  <a:lnTo>
                    <a:pt x="9" y="75"/>
                  </a:lnTo>
                  <a:lnTo>
                    <a:pt x="11" y="69"/>
                  </a:lnTo>
                  <a:lnTo>
                    <a:pt x="12" y="65"/>
                  </a:lnTo>
                  <a:lnTo>
                    <a:pt x="16" y="56"/>
                  </a:lnTo>
                  <a:lnTo>
                    <a:pt x="22" y="49"/>
                  </a:lnTo>
                  <a:lnTo>
                    <a:pt x="28" y="41"/>
                  </a:lnTo>
                  <a:lnTo>
                    <a:pt x="34" y="32"/>
                  </a:lnTo>
                  <a:lnTo>
                    <a:pt x="38" y="24"/>
                  </a:lnTo>
                  <a:lnTo>
                    <a:pt x="40" y="20"/>
                  </a:lnTo>
                  <a:lnTo>
                    <a:pt x="42" y="15"/>
                  </a:lnTo>
                  <a:lnTo>
                    <a:pt x="42" y="10"/>
                  </a:lnTo>
                  <a:lnTo>
                    <a:pt x="40" y="4"/>
                  </a:lnTo>
                  <a:lnTo>
                    <a:pt x="4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7" name="Freeform 865"/>
            <p:cNvSpPr>
              <a:spLocks noEditPoints="1"/>
            </p:cNvSpPr>
            <p:nvPr/>
          </p:nvSpPr>
          <p:spPr bwMode="auto">
            <a:xfrm>
              <a:off x="2159000" y="1141413"/>
              <a:ext cx="739775" cy="723900"/>
            </a:xfrm>
            <a:custGeom>
              <a:avLst/>
              <a:gdLst/>
              <a:ahLst/>
              <a:cxnLst>
                <a:cxn ang="0">
                  <a:pos x="761" y="1352"/>
                </a:cxn>
                <a:cxn ang="0">
                  <a:pos x="683" y="1296"/>
                </a:cxn>
                <a:cxn ang="0">
                  <a:pos x="639" y="1242"/>
                </a:cxn>
                <a:cxn ang="0">
                  <a:pos x="406" y="1019"/>
                </a:cxn>
                <a:cxn ang="0">
                  <a:pos x="260" y="865"/>
                </a:cxn>
                <a:cxn ang="0">
                  <a:pos x="75" y="672"/>
                </a:cxn>
                <a:cxn ang="0">
                  <a:pos x="27" y="609"/>
                </a:cxn>
                <a:cxn ang="0">
                  <a:pos x="0" y="518"/>
                </a:cxn>
                <a:cxn ang="0">
                  <a:pos x="17" y="455"/>
                </a:cxn>
                <a:cxn ang="0">
                  <a:pos x="61" y="408"/>
                </a:cxn>
                <a:cxn ang="0">
                  <a:pos x="168" y="302"/>
                </a:cxn>
                <a:cxn ang="0">
                  <a:pos x="410" y="87"/>
                </a:cxn>
                <a:cxn ang="0">
                  <a:pos x="502" y="26"/>
                </a:cxn>
                <a:cxn ang="0">
                  <a:pos x="539" y="10"/>
                </a:cxn>
                <a:cxn ang="0">
                  <a:pos x="629" y="2"/>
                </a:cxn>
                <a:cxn ang="0">
                  <a:pos x="689" y="28"/>
                </a:cxn>
                <a:cxn ang="0">
                  <a:pos x="702" y="36"/>
                </a:cxn>
                <a:cxn ang="0">
                  <a:pos x="755" y="111"/>
                </a:cxn>
                <a:cxn ang="0">
                  <a:pos x="937" y="297"/>
                </a:cxn>
                <a:cxn ang="0">
                  <a:pos x="1223" y="573"/>
                </a:cxn>
                <a:cxn ang="0">
                  <a:pos x="1358" y="690"/>
                </a:cxn>
                <a:cxn ang="0">
                  <a:pos x="1386" y="724"/>
                </a:cxn>
                <a:cxn ang="0">
                  <a:pos x="1395" y="808"/>
                </a:cxn>
                <a:cxn ang="0">
                  <a:pos x="1359" y="882"/>
                </a:cxn>
                <a:cxn ang="0">
                  <a:pos x="1337" y="913"/>
                </a:cxn>
                <a:cxn ang="0">
                  <a:pos x="1217" y="1073"/>
                </a:cxn>
                <a:cxn ang="0">
                  <a:pos x="1134" y="1163"/>
                </a:cxn>
                <a:cxn ang="0">
                  <a:pos x="1026" y="1243"/>
                </a:cxn>
                <a:cxn ang="0">
                  <a:pos x="1018" y="1257"/>
                </a:cxn>
                <a:cxn ang="0">
                  <a:pos x="997" y="1285"/>
                </a:cxn>
                <a:cxn ang="0">
                  <a:pos x="980" y="1304"/>
                </a:cxn>
                <a:cxn ang="0">
                  <a:pos x="937" y="1331"/>
                </a:cxn>
                <a:cxn ang="0">
                  <a:pos x="850" y="1366"/>
                </a:cxn>
                <a:cxn ang="0">
                  <a:pos x="601" y="41"/>
                </a:cxn>
                <a:cxn ang="0">
                  <a:pos x="532" y="57"/>
                </a:cxn>
                <a:cxn ang="0">
                  <a:pos x="355" y="185"/>
                </a:cxn>
                <a:cxn ang="0">
                  <a:pos x="95" y="433"/>
                </a:cxn>
                <a:cxn ang="0">
                  <a:pos x="82" y="444"/>
                </a:cxn>
                <a:cxn ang="0">
                  <a:pos x="49" y="479"/>
                </a:cxn>
                <a:cxn ang="0">
                  <a:pos x="41" y="529"/>
                </a:cxn>
                <a:cxn ang="0">
                  <a:pos x="66" y="595"/>
                </a:cxn>
                <a:cxn ang="0">
                  <a:pos x="127" y="658"/>
                </a:cxn>
                <a:cxn ang="0">
                  <a:pos x="136" y="677"/>
                </a:cxn>
                <a:cxn ang="0">
                  <a:pos x="390" y="944"/>
                </a:cxn>
                <a:cxn ang="0">
                  <a:pos x="574" y="1119"/>
                </a:cxn>
                <a:cxn ang="0">
                  <a:pos x="714" y="1263"/>
                </a:cxn>
                <a:cxn ang="0">
                  <a:pos x="748" y="1294"/>
                </a:cxn>
                <a:cxn ang="0">
                  <a:pos x="829" y="1321"/>
                </a:cxn>
                <a:cxn ang="0">
                  <a:pos x="918" y="1290"/>
                </a:cxn>
                <a:cxn ang="0">
                  <a:pos x="991" y="1224"/>
                </a:cxn>
                <a:cxn ang="0">
                  <a:pos x="1081" y="1153"/>
                </a:cxn>
                <a:cxn ang="0">
                  <a:pos x="1195" y="1033"/>
                </a:cxn>
                <a:cxn ang="0">
                  <a:pos x="1286" y="908"/>
                </a:cxn>
                <a:cxn ang="0">
                  <a:pos x="1295" y="888"/>
                </a:cxn>
                <a:cxn ang="0">
                  <a:pos x="1336" y="843"/>
                </a:cxn>
                <a:cxn ang="0">
                  <a:pos x="1358" y="782"/>
                </a:cxn>
                <a:cxn ang="0">
                  <a:pos x="1344" y="735"/>
                </a:cxn>
                <a:cxn ang="0">
                  <a:pos x="1233" y="639"/>
                </a:cxn>
                <a:cxn ang="0">
                  <a:pos x="949" y="365"/>
                </a:cxn>
                <a:cxn ang="0">
                  <a:pos x="782" y="204"/>
                </a:cxn>
                <a:cxn ang="0">
                  <a:pos x="676" y="75"/>
                </a:cxn>
                <a:cxn ang="0">
                  <a:pos x="649" y="52"/>
                </a:cxn>
                <a:cxn ang="0">
                  <a:pos x="601" y="41"/>
                </a:cxn>
              </a:cxnLst>
              <a:rect l="0" t="0" r="r" b="b"/>
              <a:pathLst>
                <a:path w="1398" h="1368">
                  <a:moveTo>
                    <a:pt x="829" y="1368"/>
                  </a:moveTo>
                  <a:lnTo>
                    <a:pt x="829" y="1368"/>
                  </a:lnTo>
                  <a:lnTo>
                    <a:pt x="813" y="1367"/>
                  </a:lnTo>
                  <a:lnTo>
                    <a:pt x="796" y="1364"/>
                  </a:lnTo>
                  <a:lnTo>
                    <a:pt x="779" y="1359"/>
                  </a:lnTo>
                  <a:lnTo>
                    <a:pt x="761" y="1352"/>
                  </a:lnTo>
                  <a:lnTo>
                    <a:pt x="743" y="1343"/>
                  </a:lnTo>
                  <a:lnTo>
                    <a:pt x="726" y="1330"/>
                  </a:lnTo>
                  <a:lnTo>
                    <a:pt x="707" y="1317"/>
                  </a:lnTo>
                  <a:lnTo>
                    <a:pt x="688" y="1300"/>
                  </a:lnTo>
                  <a:lnTo>
                    <a:pt x="688" y="1300"/>
                  </a:lnTo>
                  <a:lnTo>
                    <a:pt x="683" y="1296"/>
                  </a:lnTo>
                  <a:lnTo>
                    <a:pt x="681" y="1291"/>
                  </a:lnTo>
                  <a:lnTo>
                    <a:pt x="681" y="1288"/>
                  </a:lnTo>
                  <a:lnTo>
                    <a:pt x="679" y="1286"/>
                  </a:lnTo>
                  <a:lnTo>
                    <a:pt x="679" y="1286"/>
                  </a:lnTo>
                  <a:lnTo>
                    <a:pt x="659" y="1264"/>
                  </a:lnTo>
                  <a:lnTo>
                    <a:pt x="639" y="1242"/>
                  </a:lnTo>
                  <a:lnTo>
                    <a:pt x="597" y="1201"/>
                  </a:lnTo>
                  <a:lnTo>
                    <a:pt x="554" y="1161"/>
                  </a:lnTo>
                  <a:lnTo>
                    <a:pt x="512" y="1122"/>
                  </a:lnTo>
                  <a:lnTo>
                    <a:pt x="512" y="1122"/>
                  </a:lnTo>
                  <a:lnTo>
                    <a:pt x="441" y="1054"/>
                  </a:lnTo>
                  <a:lnTo>
                    <a:pt x="406" y="1019"/>
                  </a:lnTo>
                  <a:lnTo>
                    <a:pt x="372" y="984"/>
                  </a:lnTo>
                  <a:lnTo>
                    <a:pt x="372" y="984"/>
                  </a:lnTo>
                  <a:lnTo>
                    <a:pt x="322" y="930"/>
                  </a:lnTo>
                  <a:lnTo>
                    <a:pt x="318" y="926"/>
                  </a:lnTo>
                  <a:lnTo>
                    <a:pt x="318" y="926"/>
                  </a:lnTo>
                  <a:lnTo>
                    <a:pt x="260" y="865"/>
                  </a:lnTo>
                  <a:lnTo>
                    <a:pt x="201" y="803"/>
                  </a:lnTo>
                  <a:lnTo>
                    <a:pt x="142" y="742"/>
                  </a:lnTo>
                  <a:lnTo>
                    <a:pt x="81" y="683"/>
                  </a:lnTo>
                  <a:lnTo>
                    <a:pt x="81" y="683"/>
                  </a:lnTo>
                  <a:lnTo>
                    <a:pt x="77" y="677"/>
                  </a:lnTo>
                  <a:lnTo>
                    <a:pt x="75" y="672"/>
                  </a:lnTo>
                  <a:lnTo>
                    <a:pt x="74" y="669"/>
                  </a:lnTo>
                  <a:lnTo>
                    <a:pt x="72" y="666"/>
                  </a:lnTo>
                  <a:lnTo>
                    <a:pt x="72" y="666"/>
                  </a:lnTo>
                  <a:lnTo>
                    <a:pt x="54" y="647"/>
                  </a:lnTo>
                  <a:lnTo>
                    <a:pt x="40" y="629"/>
                  </a:lnTo>
                  <a:lnTo>
                    <a:pt x="27" y="609"/>
                  </a:lnTo>
                  <a:lnTo>
                    <a:pt x="16" y="589"/>
                  </a:lnTo>
                  <a:lnTo>
                    <a:pt x="9" y="569"/>
                  </a:lnTo>
                  <a:lnTo>
                    <a:pt x="3" y="548"/>
                  </a:lnTo>
                  <a:lnTo>
                    <a:pt x="2" y="538"/>
                  </a:lnTo>
                  <a:lnTo>
                    <a:pt x="1" y="528"/>
                  </a:lnTo>
                  <a:lnTo>
                    <a:pt x="0" y="518"/>
                  </a:lnTo>
                  <a:lnTo>
                    <a:pt x="1" y="508"/>
                  </a:lnTo>
                  <a:lnTo>
                    <a:pt x="1" y="508"/>
                  </a:lnTo>
                  <a:lnTo>
                    <a:pt x="2" y="495"/>
                  </a:lnTo>
                  <a:lnTo>
                    <a:pt x="6" y="480"/>
                  </a:lnTo>
                  <a:lnTo>
                    <a:pt x="10" y="468"/>
                  </a:lnTo>
                  <a:lnTo>
                    <a:pt x="17" y="455"/>
                  </a:lnTo>
                  <a:lnTo>
                    <a:pt x="24" y="443"/>
                  </a:lnTo>
                  <a:lnTo>
                    <a:pt x="34" y="432"/>
                  </a:lnTo>
                  <a:lnTo>
                    <a:pt x="45" y="421"/>
                  </a:lnTo>
                  <a:lnTo>
                    <a:pt x="58" y="411"/>
                  </a:lnTo>
                  <a:lnTo>
                    <a:pt x="60" y="410"/>
                  </a:lnTo>
                  <a:lnTo>
                    <a:pt x="61" y="408"/>
                  </a:lnTo>
                  <a:lnTo>
                    <a:pt x="61" y="408"/>
                  </a:lnTo>
                  <a:lnTo>
                    <a:pt x="65" y="403"/>
                  </a:lnTo>
                  <a:lnTo>
                    <a:pt x="65" y="403"/>
                  </a:lnTo>
                  <a:lnTo>
                    <a:pt x="116" y="353"/>
                  </a:lnTo>
                  <a:lnTo>
                    <a:pt x="168" y="303"/>
                  </a:lnTo>
                  <a:lnTo>
                    <a:pt x="168" y="302"/>
                  </a:lnTo>
                  <a:lnTo>
                    <a:pt x="168" y="302"/>
                  </a:lnTo>
                  <a:lnTo>
                    <a:pt x="246" y="228"/>
                  </a:lnTo>
                  <a:lnTo>
                    <a:pt x="286" y="191"/>
                  </a:lnTo>
                  <a:lnTo>
                    <a:pt x="326" y="155"/>
                  </a:lnTo>
                  <a:lnTo>
                    <a:pt x="367" y="120"/>
                  </a:lnTo>
                  <a:lnTo>
                    <a:pt x="410" y="87"/>
                  </a:lnTo>
                  <a:lnTo>
                    <a:pt x="432" y="71"/>
                  </a:lnTo>
                  <a:lnTo>
                    <a:pt x="454" y="56"/>
                  </a:lnTo>
                  <a:lnTo>
                    <a:pt x="477" y="40"/>
                  </a:lnTo>
                  <a:lnTo>
                    <a:pt x="500" y="27"/>
                  </a:lnTo>
                  <a:lnTo>
                    <a:pt x="501" y="26"/>
                  </a:lnTo>
                  <a:lnTo>
                    <a:pt x="502" y="26"/>
                  </a:lnTo>
                  <a:lnTo>
                    <a:pt x="502" y="26"/>
                  </a:lnTo>
                  <a:lnTo>
                    <a:pt x="508" y="21"/>
                  </a:lnTo>
                  <a:lnTo>
                    <a:pt x="508" y="21"/>
                  </a:lnTo>
                  <a:lnTo>
                    <a:pt x="515" y="18"/>
                  </a:lnTo>
                  <a:lnTo>
                    <a:pt x="515" y="18"/>
                  </a:lnTo>
                  <a:lnTo>
                    <a:pt x="539" y="10"/>
                  </a:lnTo>
                  <a:lnTo>
                    <a:pt x="562" y="5"/>
                  </a:lnTo>
                  <a:lnTo>
                    <a:pt x="583" y="1"/>
                  </a:lnTo>
                  <a:lnTo>
                    <a:pt x="605" y="0"/>
                  </a:lnTo>
                  <a:lnTo>
                    <a:pt x="605" y="0"/>
                  </a:lnTo>
                  <a:lnTo>
                    <a:pt x="617" y="0"/>
                  </a:lnTo>
                  <a:lnTo>
                    <a:pt x="629" y="2"/>
                  </a:lnTo>
                  <a:lnTo>
                    <a:pt x="640" y="4"/>
                  </a:lnTo>
                  <a:lnTo>
                    <a:pt x="650" y="7"/>
                  </a:lnTo>
                  <a:lnTo>
                    <a:pt x="661" y="11"/>
                  </a:lnTo>
                  <a:lnTo>
                    <a:pt x="671" y="15"/>
                  </a:lnTo>
                  <a:lnTo>
                    <a:pt x="679" y="21"/>
                  </a:lnTo>
                  <a:lnTo>
                    <a:pt x="689" y="28"/>
                  </a:lnTo>
                  <a:lnTo>
                    <a:pt x="691" y="30"/>
                  </a:lnTo>
                  <a:lnTo>
                    <a:pt x="693" y="31"/>
                  </a:lnTo>
                  <a:lnTo>
                    <a:pt x="693" y="31"/>
                  </a:lnTo>
                  <a:lnTo>
                    <a:pt x="697" y="32"/>
                  </a:lnTo>
                  <a:lnTo>
                    <a:pt x="700" y="34"/>
                  </a:lnTo>
                  <a:lnTo>
                    <a:pt x="702" y="36"/>
                  </a:lnTo>
                  <a:lnTo>
                    <a:pt x="705" y="40"/>
                  </a:lnTo>
                  <a:lnTo>
                    <a:pt x="705" y="40"/>
                  </a:lnTo>
                  <a:lnTo>
                    <a:pt x="717" y="58"/>
                  </a:lnTo>
                  <a:lnTo>
                    <a:pt x="729" y="76"/>
                  </a:lnTo>
                  <a:lnTo>
                    <a:pt x="741" y="94"/>
                  </a:lnTo>
                  <a:lnTo>
                    <a:pt x="755" y="111"/>
                  </a:lnTo>
                  <a:lnTo>
                    <a:pt x="783" y="144"/>
                  </a:lnTo>
                  <a:lnTo>
                    <a:pt x="812" y="176"/>
                  </a:lnTo>
                  <a:lnTo>
                    <a:pt x="842" y="208"/>
                  </a:lnTo>
                  <a:lnTo>
                    <a:pt x="874" y="238"/>
                  </a:lnTo>
                  <a:lnTo>
                    <a:pt x="937" y="297"/>
                  </a:lnTo>
                  <a:lnTo>
                    <a:pt x="937" y="297"/>
                  </a:lnTo>
                  <a:lnTo>
                    <a:pt x="983" y="341"/>
                  </a:lnTo>
                  <a:lnTo>
                    <a:pt x="1030" y="385"/>
                  </a:lnTo>
                  <a:lnTo>
                    <a:pt x="1030" y="385"/>
                  </a:lnTo>
                  <a:lnTo>
                    <a:pt x="1103" y="458"/>
                  </a:lnTo>
                  <a:lnTo>
                    <a:pt x="1182" y="535"/>
                  </a:lnTo>
                  <a:lnTo>
                    <a:pt x="1223" y="573"/>
                  </a:lnTo>
                  <a:lnTo>
                    <a:pt x="1265" y="612"/>
                  </a:lnTo>
                  <a:lnTo>
                    <a:pt x="1307" y="650"/>
                  </a:lnTo>
                  <a:lnTo>
                    <a:pt x="1351" y="688"/>
                  </a:lnTo>
                  <a:lnTo>
                    <a:pt x="1354" y="690"/>
                  </a:lnTo>
                  <a:lnTo>
                    <a:pt x="1358" y="690"/>
                  </a:lnTo>
                  <a:lnTo>
                    <a:pt x="1358" y="690"/>
                  </a:lnTo>
                  <a:lnTo>
                    <a:pt x="1361" y="691"/>
                  </a:lnTo>
                  <a:lnTo>
                    <a:pt x="1363" y="692"/>
                  </a:lnTo>
                  <a:lnTo>
                    <a:pt x="1368" y="697"/>
                  </a:lnTo>
                  <a:lnTo>
                    <a:pt x="1368" y="697"/>
                  </a:lnTo>
                  <a:lnTo>
                    <a:pt x="1379" y="710"/>
                  </a:lnTo>
                  <a:lnTo>
                    <a:pt x="1386" y="724"/>
                  </a:lnTo>
                  <a:lnTo>
                    <a:pt x="1392" y="738"/>
                  </a:lnTo>
                  <a:lnTo>
                    <a:pt x="1395" y="752"/>
                  </a:lnTo>
                  <a:lnTo>
                    <a:pt x="1398" y="766"/>
                  </a:lnTo>
                  <a:lnTo>
                    <a:pt x="1398" y="780"/>
                  </a:lnTo>
                  <a:lnTo>
                    <a:pt x="1397" y="794"/>
                  </a:lnTo>
                  <a:lnTo>
                    <a:pt x="1395" y="808"/>
                  </a:lnTo>
                  <a:lnTo>
                    <a:pt x="1391" y="821"/>
                  </a:lnTo>
                  <a:lnTo>
                    <a:pt x="1387" y="833"/>
                  </a:lnTo>
                  <a:lnTo>
                    <a:pt x="1381" y="847"/>
                  </a:lnTo>
                  <a:lnTo>
                    <a:pt x="1375" y="859"/>
                  </a:lnTo>
                  <a:lnTo>
                    <a:pt x="1367" y="871"/>
                  </a:lnTo>
                  <a:lnTo>
                    <a:pt x="1359" y="882"/>
                  </a:lnTo>
                  <a:lnTo>
                    <a:pt x="1351" y="892"/>
                  </a:lnTo>
                  <a:lnTo>
                    <a:pt x="1341" y="902"/>
                  </a:lnTo>
                  <a:lnTo>
                    <a:pt x="1339" y="905"/>
                  </a:lnTo>
                  <a:lnTo>
                    <a:pt x="1338" y="909"/>
                  </a:lnTo>
                  <a:lnTo>
                    <a:pt x="1338" y="909"/>
                  </a:lnTo>
                  <a:lnTo>
                    <a:pt x="1337" y="913"/>
                  </a:lnTo>
                  <a:lnTo>
                    <a:pt x="1334" y="917"/>
                  </a:lnTo>
                  <a:lnTo>
                    <a:pt x="1334" y="917"/>
                  </a:lnTo>
                  <a:lnTo>
                    <a:pt x="1287" y="981"/>
                  </a:lnTo>
                  <a:lnTo>
                    <a:pt x="1287" y="981"/>
                  </a:lnTo>
                  <a:lnTo>
                    <a:pt x="1253" y="1028"/>
                  </a:lnTo>
                  <a:lnTo>
                    <a:pt x="1217" y="1073"/>
                  </a:lnTo>
                  <a:lnTo>
                    <a:pt x="1200" y="1095"/>
                  </a:lnTo>
                  <a:lnTo>
                    <a:pt x="1181" y="1115"/>
                  </a:lnTo>
                  <a:lnTo>
                    <a:pt x="1162" y="1136"/>
                  </a:lnTo>
                  <a:lnTo>
                    <a:pt x="1141" y="1156"/>
                  </a:lnTo>
                  <a:lnTo>
                    <a:pt x="1141" y="1156"/>
                  </a:lnTo>
                  <a:lnTo>
                    <a:pt x="1134" y="1163"/>
                  </a:lnTo>
                  <a:lnTo>
                    <a:pt x="1122" y="1171"/>
                  </a:lnTo>
                  <a:lnTo>
                    <a:pt x="1096" y="1191"/>
                  </a:lnTo>
                  <a:lnTo>
                    <a:pt x="1096" y="1191"/>
                  </a:lnTo>
                  <a:lnTo>
                    <a:pt x="1059" y="1217"/>
                  </a:lnTo>
                  <a:lnTo>
                    <a:pt x="1042" y="1231"/>
                  </a:lnTo>
                  <a:lnTo>
                    <a:pt x="1026" y="1243"/>
                  </a:lnTo>
                  <a:lnTo>
                    <a:pt x="1024" y="1246"/>
                  </a:lnTo>
                  <a:lnTo>
                    <a:pt x="1023" y="1249"/>
                  </a:lnTo>
                  <a:lnTo>
                    <a:pt x="1023" y="1249"/>
                  </a:lnTo>
                  <a:lnTo>
                    <a:pt x="1021" y="1253"/>
                  </a:lnTo>
                  <a:lnTo>
                    <a:pt x="1018" y="1257"/>
                  </a:lnTo>
                  <a:lnTo>
                    <a:pt x="1018" y="1257"/>
                  </a:lnTo>
                  <a:lnTo>
                    <a:pt x="1002" y="1275"/>
                  </a:lnTo>
                  <a:lnTo>
                    <a:pt x="999" y="1278"/>
                  </a:lnTo>
                  <a:lnTo>
                    <a:pt x="999" y="1281"/>
                  </a:lnTo>
                  <a:lnTo>
                    <a:pt x="999" y="1281"/>
                  </a:lnTo>
                  <a:lnTo>
                    <a:pt x="997" y="1285"/>
                  </a:lnTo>
                  <a:lnTo>
                    <a:pt x="997" y="1285"/>
                  </a:lnTo>
                  <a:lnTo>
                    <a:pt x="996" y="1290"/>
                  </a:lnTo>
                  <a:lnTo>
                    <a:pt x="994" y="1295"/>
                  </a:lnTo>
                  <a:lnTo>
                    <a:pt x="991" y="1298"/>
                  </a:lnTo>
                  <a:lnTo>
                    <a:pt x="988" y="1301"/>
                  </a:lnTo>
                  <a:lnTo>
                    <a:pt x="984" y="1303"/>
                  </a:lnTo>
                  <a:lnTo>
                    <a:pt x="980" y="1304"/>
                  </a:lnTo>
                  <a:lnTo>
                    <a:pt x="974" y="1305"/>
                  </a:lnTo>
                  <a:lnTo>
                    <a:pt x="969" y="1305"/>
                  </a:lnTo>
                  <a:lnTo>
                    <a:pt x="965" y="1309"/>
                  </a:lnTo>
                  <a:lnTo>
                    <a:pt x="965" y="1309"/>
                  </a:lnTo>
                  <a:lnTo>
                    <a:pt x="951" y="1321"/>
                  </a:lnTo>
                  <a:lnTo>
                    <a:pt x="937" y="1331"/>
                  </a:lnTo>
                  <a:lnTo>
                    <a:pt x="922" y="1341"/>
                  </a:lnTo>
                  <a:lnTo>
                    <a:pt x="908" y="1348"/>
                  </a:lnTo>
                  <a:lnTo>
                    <a:pt x="893" y="1355"/>
                  </a:lnTo>
                  <a:lnTo>
                    <a:pt x="879" y="1360"/>
                  </a:lnTo>
                  <a:lnTo>
                    <a:pt x="864" y="1364"/>
                  </a:lnTo>
                  <a:lnTo>
                    <a:pt x="850" y="1366"/>
                  </a:lnTo>
                  <a:lnTo>
                    <a:pt x="850" y="1366"/>
                  </a:lnTo>
                  <a:lnTo>
                    <a:pt x="839" y="1367"/>
                  </a:lnTo>
                  <a:lnTo>
                    <a:pt x="829" y="1368"/>
                  </a:lnTo>
                  <a:lnTo>
                    <a:pt x="829" y="1368"/>
                  </a:lnTo>
                  <a:close/>
                  <a:moveTo>
                    <a:pt x="601" y="41"/>
                  </a:moveTo>
                  <a:lnTo>
                    <a:pt x="601" y="41"/>
                  </a:lnTo>
                  <a:lnTo>
                    <a:pt x="591" y="41"/>
                  </a:lnTo>
                  <a:lnTo>
                    <a:pt x="581" y="42"/>
                  </a:lnTo>
                  <a:lnTo>
                    <a:pt x="563" y="46"/>
                  </a:lnTo>
                  <a:lnTo>
                    <a:pt x="545" y="51"/>
                  </a:lnTo>
                  <a:lnTo>
                    <a:pt x="532" y="57"/>
                  </a:lnTo>
                  <a:lnTo>
                    <a:pt x="532" y="57"/>
                  </a:lnTo>
                  <a:lnTo>
                    <a:pt x="508" y="71"/>
                  </a:lnTo>
                  <a:lnTo>
                    <a:pt x="485" y="86"/>
                  </a:lnTo>
                  <a:lnTo>
                    <a:pt x="462" y="101"/>
                  </a:lnTo>
                  <a:lnTo>
                    <a:pt x="440" y="117"/>
                  </a:lnTo>
                  <a:lnTo>
                    <a:pt x="396" y="150"/>
                  </a:lnTo>
                  <a:lnTo>
                    <a:pt x="355" y="185"/>
                  </a:lnTo>
                  <a:lnTo>
                    <a:pt x="315" y="221"/>
                  </a:lnTo>
                  <a:lnTo>
                    <a:pt x="275" y="258"/>
                  </a:lnTo>
                  <a:lnTo>
                    <a:pt x="198" y="332"/>
                  </a:lnTo>
                  <a:lnTo>
                    <a:pt x="198" y="332"/>
                  </a:lnTo>
                  <a:lnTo>
                    <a:pt x="147" y="383"/>
                  </a:lnTo>
                  <a:lnTo>
                    <a:pt x="95" y="433"/>
                  </a:lnTo>
                  <a:lnTo>
                    <a:pt x="95" y="433"/>
                  </a:lnTo>
                  <a:lnTo>
                    <a:pt x="90" y="436"/>
                  </a:lnTo>
                  <a:lnTo>
                    <a:pt x="86" y="438"/>
                  </a:lnTo>
                  <a:lnTo>
                    <a:pt x="84" y="441"/>
                  </a:lnTo>
                  <a:lnTo>
                    <a:pt x="84" y="441"/>
                  </a:lnTo>
                  <a:lnTo>
                    <a:pt x="82" y="444"/>
                  </a:lnTo>
                  <a:lnTo>
                    <a:pt x="78" y="447"/>
                  </a:lnTo>
                  <a:lnTo>
                    <a:pt x="78" y="447"/>
                  </a:lnTo>
                  <a:lnTo>
                    <a:pt x="69" y="454"/>
                  </a:lnTo>
                  <a:lnTo>
                    <a:pt x="62" y="463"/>
                  </a:lnTo>
                  <a:lnTo>
                    <a:pt x="55" y="471"/>
                  </a:lnTo>
                  <a:lnTo>
                    <a:pt x="49" y="479"/>
                  </a:lnTo>
                  <a:lnTo>
                    <a:pt x="45" y="488"/>
                  </a:lnTo>
                  <a:lnTo>
                    <a:pt x="42" y="498"/>
                  </a:lnTo>
                  <a:lnTo>
                    <a:pt x="41" y="508"/>
                  </a:lnTo>
                  <a:lnTo>
                    <a:pt x="40" y="519"/>
                  </a:lnTo>
                  <a:lnTo>
                    <a:pt x="40" y="519"/>
                  </a:lnTo>
                  <a:lnTo>
                    <a:pt x="41" y="529"/>
                  </a:lnTo>
                  <a:lnTo>
                    <a:pt x="42" y="538"/>
                  </a:lnTo>
                  <a:lnTo>
                    <a:pt x="44" y="548"/>
                  </a:lnTo>
                  <a:lnTo>
                    <a:pt x="47" y="558"/>
                  </a:lnTo>
                  <a:lnTo>
                    <a:pt x="51" y="567"/>
                  </a:lnTo>
                  <a:lnTo>
                    <a:pt x="55" y="576"/>
                  </a:lnTo>
                  <a:lnTo>
                    <a:pt x="66" y="595"/>
                  </a:lnTo>
                  <a:lnTo>
                    <a:pt x="78" y="612"/>
                  </a:lnTo>
                  <a:lnTo>
                    <a:pt x="93" y="629"/>
                  </a:lnTo>
                  <a:lnTo>
                    <a:pt x="107" y="642"/>
                  </a:lnTo>
                  <a:lnTo>
                    <a:pt x="123" y="655"/>
                  </a:lnTo>
                  <a:lnTo>
                    <a:pt x="123" y="655"/>
                  </a:lnTo>
                  <a:lnTo>
                    <a:pt x="127" y="658"/>
                  </a:lnTo>
                  <a:lnTo>
                    <a:pt x="129" y="662"/>
                  </a:lnTo>
                  <a:lnTo>
                    <a:pt x="131" y="666"/>
                  </a:lnTo>
                  <a:lnTo>
                    <a:pt x="132" y="670"/>
                  </a:lnTo>
                  <a:lnTo>
                    <a:pt x="133" y="674"/>
                  </a:lnTo>
                  <a:lnTo>
                    <a:pt x="136" y="677"/>
                  </a:lnTo>
                  <a:lnTo>
                    <a:pt x="136" y="677"/>
                  </a:lnTo>
                  <a:lnTo>
                    <a:pt x="172" y="715"/>
                  </a:lnTo>
                  <a:lnTo>
                    <a:pt x="207" y="752"/>
                  </a:lnTo>
                  <a:lnTo>
                    <a:pt x="278" y="825"/>
                  </a:lnTo>
                  <a:lnTo>
                    <a:pt x="278" y="825"/>
                  </a:lnTo>
                  <a:lnTo>
                    <a:pt x="352" y="905"/>
                  </a:lnTo>
                  <a:lnTo>
                    <a:pt x="390" y="944"/>
                  </a:lnTo>
                  <a:lnTo>
                    <a:pt x="428" y="982"/>
                  </a:lnTo>
                  <a:lnTo>
                    <a:pt x="428" y="982"/>
                  </a:lnTo>
                  <a:lnTo>
                    <a:pt x="478" y="1030"/>
                  </a:lnTo>
                  <a:lnTo>
                    <a:pt x="526" y="1075"/>
                  </a:lnTo>
                  <a:lnTo>
                    <a:pt x="526" y="1075"/>
                  </a:lnTo>
                  <a:lnTo>
                    <a:pt x="574" y="1119"/>
                  </a:lnTo>
                  <a:lnTo>
                    <a:pt x="622" y="1165"/>
                  </a:lnTo>
                  <a:lnTo>
                    <a:pt x="668" y="1211"/>
                  </a:lnTo>
                  <a:lnTo>
                    <a:pt x="690" y="1235"/>
                  </a:lnTo>
                  <a:lnTo>
                    <a:pt x="712" y="1259"/>
                  </a:lnTo>
                  <a:lnTo>
                    <a:pt x="712" y="1259"/>
                  </a:lnTo>
                  <a:lnTo>
                    <a:pt x="714" y="1263"/>
                  </a:lnTo>
                  <a:lnTo>
                    <a:pt x="717" y="1267"/>
                  </a:lnTo>
                  <a:lnTo>
                    <a:pt x="718" y="1271"/>
                  </a:lnTo>
                  <a:lnTo>
                    <a:pt x="721" y="1273"/>
                  </a:lnTo>
                  <a:lnTo>
                    <a:pt x="721" y="1273"/>
                  </a:lnTo>
                  <a:lnTo>
                    <a:pt x="734" y="1285"/>
                  </a:lnTo>
                  <a:lnTo>
                    <a:pt x="748" y="1294"/>
                  </a:lnTo>
                  <a:lnTo>
                    <a:pt x="761" y="1302"/>
                  </a:lnTo>
                  <a:lnTo>
                    <a:pt x="774" y="1310"/>
                  </a:lnTo>
                  <a:lnTo>
                    <a:pt x="789" y="1315"/>
                  </a:lnTo>
                  <a:lnTo>
                    <a:pt x="802" y="1318"/>
                  </a:lnTo>
                  <a:lnTo>
                    <a:pt x="816" y="1320"/>
                  </a:lnTo>
                  <a:lnTo>
                    <a:pt x="829" y="1321"/>
                  </a:lnTo>
                  <a:lnTo>
                    <a:pt x="829" y="1321"/>
                  </a:lnTo>
                  <a:lnTo>
                    <a:pt x="847" y="1320"/>
                  </a:lnTo>
                  <a:lnTo>
                    <a:pt x="864" y="1316"/>
                  </a:lnTo>
                  <a:lnTo>
                    <a:pt x="882" y="1310"/>
                  </a:lnTo>
                  <a:lnTo>
                    <a:pt x="899" y="1301"/>
                  </a:lnTo>
                  <a:lnTo>
                    <a:pt x="918" y="1290"/>
                  </a:lnTo>
                  <a:lnTo>
                    <a:pt x="937" y="1277"/>
                  </a:lnTo>
                  <a:lnTo>
                    <a:pt x="955" y="1260"/>
                  </a:lnTo>
                  <a:lnTo>
                    <a:pt x="975" y="1241"/>
                  </a:lnTo>
                  <a:lnTo>
                    <a:pt x="975" y="1241"/>
                  </a:lnTo>
                  <a:lnTo>
                    <a:pt x="983" y="1232"/>
                  </a:lnTo>
                  <a:lnTo>
                    <a:pt x="991" y="1224"/>
                  </a:lnTo>
                  <a:lnTo>
                    <a:pt x="1010" y="1207"/>
                  </a:lnTo>
                  <a:lnTo>
                    <a:pt x="1030" y="1192"/>
                  </a:lnTo>
                  <a:lnTo>
                    <a:pt x="1049" y="1176"/>
                  </a:lnTo>
                  <a:lnTo>
                    <a:pt x="1049" y="1176"/>
                  </a:lnTo>
                  <a:lnTo>
                    <a:pt x="1067" y="1164"/>
                  </a:lnTo>
                  <a:lnTo>
                    <a:pt x="1081" y="1153"/>
                  </a:lnTo>
                  <a:lnTo>
                    <a:pt x="1081" y="1153"/>
                  </a:lnTo>
                  <a:lnTo>
                    <a:pt x="1107" y="1130"/>
                  </a:lnTo>
                  <a:lnTo>
                    <a:pt x="1131" y="1107"/>
                  </a:lnTo>
                  <a:lnTo>
                    <a:pt x="1153" y="1083"/>
                  </a:lnTo>
                  <a:lnTo>
                    <a:pt x="1174" y="1059"/>
                  </a:lnTo>
                  <a:lnTo>
                    <a:pt x="1195" y="1033"/>
                  </a:lnTo>
                  <a:lnTo>
                    <a:pt x="1215" y="1007"/>
                  </a:lnTo>
                  <a:lnTo>
                    <a:pt x="1254" y="955"/>
                  </a:lnTo>
                  <a:lnTo>
                    <a:pt x="1254" y="955"/>
                  </a:lnTo>
                  <a:lnTo>
                    <a:pt x="1284" y="916"/>
                  </a:lnTo>
                  <a:lnTo>
                    <a:pt x="1286" y="912"/>
                  </a:lnTo>
                  <a:lnTo>
                    <a:pt x="1286" y="908"/>
                  </a:lnTo>
                  <a:lnTo>
                    <a:pt x="1286" y="908"/>
                  </a:lnTo>
                  <a:lnTo>
                    <a:pt x="1286" y="903"/>
                  </a:lnTo>
                  <a:lnTo>
                    <a:pt x="1288" y="897"/>
                  </a:lnTo>
                  <a:lnTo>
                    <a:pt x="1291" y="892"/>
                  </a:lnTo>
                  <a:lnTo>
                    <a:pt x="1295" y="888"/>
                  </a:lnTo>
                  <a:lnTo>
                    <a:pt x="1295" y="888"/>
                  </a:lnTo>
                  <a:lnTo>
                    <a:pt x="1302" y="883"/>
                  </a:lnTo>
                  <a:lnTo>
                    <a:pt x="1309" y="876"/>
                  </a:lnTo>
                  <a:lnTo>
                    <a:pt x="1317" y="868"/>
                  </a:lnTo>
                  <a:lnTo>
                    <a:pt x="1324" y="860"/>
                  </a:lnTo>
                  <a:lnTo>
                    <a:pt x="1330" y="852"/>
                  </a:lnTo>
                  <a:lnTo>
                    <a:pt x="1336" y="843"/>
                  </a:lnTo>
                  <a:lnTo>
                    <a:pt x="1341" y="833"/>
                  </a:lnTo>
                  <a:lnTo>
                    <a:pt x="1347" y="823"/>
                  </a:lnTo>
                  <a:lnTo>
                    <a:pt x="1351" y="813"/>
                  </a:lnTo>
                  <a:lnTo>
                    <a:pt x="1354" y="802"/>
                  </a:lnTo>
                  <a:lnTo>
                    <a:pt x="1356" y="792"/>
                  </a:lnTo>
                  <a:lnTo>
                    <a:pt x="1358" y="782"/>
                  </a:lnTo>
                  <a:lnTo>
                    <a:pt x="1357" y="771"/>
                  </a:lnTo>
                  <a:lnTo>
                    <a:pt x="1356" y="760"/>
                  </a:lnTo>
                  <a:lnTo>
                    <a:pt x="1353" y="751"/>
                  </a:lnTo>
                  <a:lnTo>
                    <a:pt x="1349" y="740"/>
                  </a:lnTo>
                  <a:lnTo>
                    <a:pt x="1347" y="737"/>
                  </a:lnTo>
                  <a:lnTo>
                    <a:pt x="1344" y="735"/>
                  </a:lnTo>
                  <a:lnTo>
                    <a:pt x="1344" y="735"/>
                  </a:lnTo>
                  <a:lnTo>
                    <a:pt x="1338" y="732"/>
                  </a:lnTo>
                  <a:lnTo>
                    <a:pt x="1338" y="732"/>
                  </a:lnTo>
                  <a:lnTo>
                    <a:pt x="1303" y="702"/>
                  </a:lnTo>
                  <a:lnTo>
                    <a:pt x="1268" y="671"/>
                  </a:lnTo>
                  <a:lnTo>
                    <a:pt x="1233" y="639"/>
                  </a:lnTo>
                  <a:lnTo>
                    <a:pt x="1199" y="607"/>
                  </a:lnTo>
                  <a:lnTo>
                    <a:pt x="1131" y="542"/>
                  </a:lnTo>
                  <a:lnTo>
                    <a:pt x="1065" y="478"/>
                  </a:lnTo>
                  <a:lnTo>
                    <a:pt x="1065" y="478"/>
                  </a:lnTo>
                  <a:lnTo>
                    <a:pt x="1008" y="421"/>
                  </a:lnTo>
                  <a:lnTo>
                    <a:pt x="949" y="365"/>
                  </a:lnTo>
                  <a:lnTo>
                    <a:pt x="949" y="365"/>
                  </a:lnTo>
                  <a:lnTo>
                    <a:pt x="898" y="318"/>
                  </a:lnTo>
                  <a:lnTo>
                    <a:pt x="898" y="318"/>
                  </a:lnTo>
                  <a:lnTo>
                    <a:pt x="839" y="262"/>
                  </a:lnTo>
                  <a:lnTo>
                    <a:pt x="811" y="234"/>
                  </a:lnTo>
                  <a:lnTo>
                    <a:pt x="782" y="204"/>
                  </a:lnTo>
                  <a:lnTo>
                    <a:pt x="755" y="174"/>
                  </a:lnTo>
                  <a:lnTo>
                    <a:pt x="728" y="144"/>
                  </a:lnTo>
                  <a:lnTo>
                    <a:pt x="703" y="112"/>
                  </a:lnTo>
                  <a:lnTo>
                    <a:pt x="680" y="78"/>
                  </a:lnTo>
                  <a:lnTo>
                    <a:pt x="678" y="76"/>
                  </a:lnTo>
                  <a:lnTo>
                    <a:pt x="676" y="75"/>
                  </a:lnTo>
                  <a:lnTo>
                    <a:pt x="676" y="75"/>
                  </a:lnTo>
                  <a:lnTo>
                    <a:pt x="672" y="71"/>
                  </a:lnTo>
                  <a:lnTo>
                    <a:pt x="672" y="71"/>
                  </a:lnTo>
                  <a:lnTo>
                    <a:pt x="665" y="64"/>
                  </a:lnTo>
                  <a:lnTo>
                    <a:pt x="658" y="58"/>
                  </a:lnTo>
                  <a:lnTo>
                    <a:pt x="649" y="52"/>
                  </a:lnTo>
                  <a:lnTo>
                    <a:pt x="641" y="48"/>
                  </a:lnTo>
                  <a:lnTo>
                    <a:pt x="632" y="45"/>
                  </a:lnTo>
                  <a:lnTo>
                    <a:pt x="623" y="43"/>
                  </a:lnTo>
                  <a:lnTo>
                    <a:pt x="612" y="41"/>
                  </a:lnTo>
                  <a:lnTo>
                    <a:pt x="601" y="41"/>
                  </a:lnTo>
                  <a:lnTo>
                    <a:pt x="601" y="4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68" name="Freeform 866"/>
            <p:cNvSpPr/>
            <p:nvPr/>
          </p:nvSpPr>
          <p:spPr bwMode="auto">
            <a:xfrm>
              <a:off x="2249488" y="1181100"/>
              <a:ext cx="595313" cy="604838"/>
            </a:xfrm>
            <a:custGeom>
              <a:avLst/>
              <a:gdLst/>
              <a:ahLst/>
              <a:cxnLst>
                <a:cxn ang="0">
                  <a:pos x="672" y="1142"/>
                </a:cxn>
                <a:cxn ang="0">
                  <a:pos x="660" y="1136"/>
                </a:cxn>
                <a:cxn ang="0">
                  <a:pos x="657" y="1130"/>
                </a:cxn>
                <a:cxn ang="0">
                  <a:pos x="656" y="1122"/>
                </a:cxn>
                <a:cxn ang="0">
                  <a:pos x="654" y="1020"/>
                </a:cxn>
                <a:cxn ang="0">
                  <a:pos x="641" y="850"/>
                </a:cxn>
                <a:cxn ang="0">
                  <a:pos x="629" y="701"/>
                </a:cxn>
                <a:cxn ang="0">
                  <a:pos x="568" y="686"/>
                </a:cxn>
                <a:cxn ang="0">
                  <a:pos x="451" y="680"/>
                </a:cxn>
                <a:cxn ang="0">
                  <a:pos x="439" y="675"/>
                </a:cxn>
                <a:cxn ang="0">
                  <a:pos x="434" y="663"/>
                </a:cxn>
                <a:cxn ang="0">
                  <a:pos x="429" y="586"/>
                </a:cxn>
                <a:cxn ang="0">
                  <a:pos x="406" y="496"/>
                </a:cxn>
                <a:cxn ang="0">
                  <a:pos x="399" y="497"/>
                </a:cxn>
                <a:cxn ang="0">
                  <a:pos x="316" y="494"/>
                </a:cxn>
                <a:cxn ang="0">
                  <a:pos x="144" y="483"/>
                </a:cxn>
                <a:cxn ang="0">
                  <a:pos x="52" y="481"/>
                </a:cxn>
                <a:cxn ang="0">
                  <a:pos x="19" y="481"/>
                </a:cxn>
                <a:cxn ang="0">
                  <a:pos x="6" y="476"/>
                </a:cxn>
                <a:cxn ang="0">
                  <a:pos x="1" y="468"/>
                </a:cxn>
                <a:cxn ang="0">
                  <a:pos x="1" y="454"/>
                </a:cxn>
                <a:cxn ang="0">
                  <a:pos x="6" y="443"/>
                </a:cxn>
                <a:cxn ang="0">
                  <a:pos x="21" y="438"/>
                </a:cxn>
                <a:cxn ang="0">
                  <a:pos x="53" y="438"/>
                </a:cxn>
                <a:cxn ang="0">
                  <a:pos x="234" y="446"/>
                </a:cxn>
                <a:cxn ang="0">
                  <a:pos x="357" y="454"/>
                </a:cxn>
                <a:cxn ang="0">
                  <a:pos x="403" y="456"/>
                </a:cxn>
                <a:cxn ang="0">
                  <a:pos x="418" y="442"/>
                </a:cxn>
                <a:cxn ang="0">
                  <a:pos x="406" y="231"/>
                </a:cxn>
                <a:cxn ang="0">
                  <a:pos x="404" y="72"/>
                </a:cxn>
                <a:cxn ang="0">
                  <a:pos x="406" y="15"/>
                </a:cxn>
                <a:cxn ang="0">
                  <a:pos x="413" y="4"/>
                </a:cxn>
                <a:cxn ang="0">
                  <a:pos x="428" y="0"/>
                </a:cxn>
                <a:cxn ang="0">
                  <a:pos x="436" y="1"/>
                </a:cxn>
                <a:cxn ang="0">
                  <a:pos x="443" y="5"/>
                </a:cxn>
                <a:cxn ang="0">
                  <a:pos x="447" y="15"/>
                </a:cxn>
                <a:cxn ang="0">
                  <a:pos x="445" y="78"/>
                </a:cxn>
                <a:cxn ang="0">
                  <a:pos x="448" y="255"/>
                </a:cxn>
                <a:cxn ang="0">
                  <a:pos x="464" y="488"/>
                </a:cxn>
                <a:cxn ang="0">
                  <a:pos x="474" y="640"/>
                </a:cxn>
                <a:cxn ang="0">
                  <a:pos x="564" y="644"/>
                </a:cxn>
                <a:cxn ang="0">
                  <a:pos x="834" y="658"/>
                </a:cxn>
                <a:cxn ang="0">
                  <a:pos x="1036" y="676"/>
                </a:cxn>
                <a:cxn ang="0">
                  <a:pos x="1110" y="684"/>
                </a:cxn>
                <a:cxn ang="0">
                  <a:pos x="1120" y="693"/>
                </a:cxn>
                <a:cxn ang="0">
                  <a:pos x="1125" y="706"/>
                </a:cxn>
                <a:cxn ang="0">
                  <a:pos x="1124" y="715"/>
                </a:cxn>
                <a:cxn ang="0">
                  <a:pos x="1118" y="724"/>
                </a:cxn>
                <a:cxn ang="0">
                  <a:pos x="1111" y="725"/>
                </a:cxn>
                <a:cxn ang="0">
                  <a:pos x="1053" y="719"/>
                </a:cxn>
                <a:cxn ang="0">
                  <a:pos x="786" y="697"/>
                </a:cxn>
                <a:cxn ang="0">
                  <a:pos x="672" y="705"/>
                </a:cxn>
                <a:cxn ang="0">
                  <a:pos x="683" y="852"/>
                </a:cxn>
                <a:cxn ang="0">
                  <a:pos x="694" y="987"/>
                </a:cxn>
                <a:cxn ang="0">
                  <a:pos x="698" y="1088"/>
                </a:cxn>
                <a:cxn ang="0">
                  <a:pos x="697" y="1127"/>
                </a:cxn>
                <a:cxn ang="0">
                  <a:pos x="690" y="1137"/>
                </a:cxn>
                <a:cxn ang="0">
                  <a:pos x="676" y="1142"/>
                </a:cxn>
              </a:cxnLst>
              <a:rect l="0" t="0" r="r" b="b"/>
              <a:pathLst>
                <a:path w="1125" h="1142">
                  <a:moveTo>
                    <a:pt x="676" y="1142"/>
                  </a:moveTo>
                  <a:lnTo>
                    <a:pt x="676" y="1142"/>
                  </a:lnTo>
                  <a:lnTo>
                    <a:pt x="672" y="1142"/>
                  </a:lnTo>
                  <a:lnTo>
                    <a:pt x="667" y="1141"/>
                  </a:lnTo>
                  <a:lnTo>
                    <a:pt x="663" y="1138"/>
                  </a:lnTo>
                  <a:lnTo>
                    <a:pt x="660" y="1136"/>
                  </a:lnTo>
                  <a:lnTo>
                    <a:pt x="660" y="1136"/>
                  </a:lnTo>
                  <a:lnTo>
                    <a:pt x="658" y="1133"/>
                  </a:lnTo>
                  <a:lnTo>
                    <a:pt x="657" y="1130"/>
                  </a:lnTo>
                  <a:lnTo>
                    <a:pt x="656" y="1126"/>
                  </a:lnTo>
                  <a:lnTo>
                    <a:pt x="656" y="1122"/>
                  </a:lnTo>
                  <a:lnTo>
                    <a:pt x="656" y="1122"/>
                  </a:lnTo>
                  <a:lnTo>
                    <a:pt x="656" y="1088"/>
                  </a:lnTo>
                  <a:lnTo>
                    <a:pt x="656" y="1054"/>
                  </a:lnTo>
                  <a:lnTo>
                    <a:pt x="654" y="1020"/>
                  </a:lnTo>
                  <a:lnTo>
                    <a:pt x="652" y="986"/>
                  </a:lnTo>
                  <a:lnTo>
                    <a:pt x="647" y="917"/>
                  </a:lnTo>
                  <a:lnTo>
                    <a:pt x="641" y="850"/>
                  </a:lnTo>
                  <a:lnTo>
                    <a:pt x="641" y="850"/>
                  </a:lnTo>
                  <a:lnTo>
                    <a:pt x="634" y="775"/>
                  </a:lnTo>
                  <a:lnTo>
                    <a:pt x="629" y="701"/>
                  </a:lnTo>
                  <a:lnTo>
                    <a:pt x="628" y="689"/>
                  </a:lnTo>
                  <a:lnTo>
                    <a:pt x="568" y="686"/>
                  </a:lnTo>
                  <a:lnTo>
                    <a:pt x="568" y="686"/>
                  </a:lnTo>
                  <a:lnTo>
                    <a:pt x="455" y="681"/>
                  </a:lnTo>
                  <a:lnTo>
                    <a:pt x="455" y="681"/>
                  </a:lnTo>
                  <a:lnTo>
                    <a:pt x="451" y="680"/>
                  </a:lnTo>
                  <a:lnTo>
                    <a:pt x="446" y="679"/>
                  </a:lnTo>
                  <a:lnTo>
                    <a:pt x="442" y="677"/>
                  </a:lnTo>
                  <a:lnTo>
                    <a:pt x="439" y="675"/>
                  </a:lnTo>
                  <a:lnTo>
                    <a:pt x="437" y="672"/>
                  </a:lnTo>
                  <a:lnTo>
                    <a:pt x="435" y="667"/>
                  </a:lnTo>
                  <a:lnTo>
                    <a:pt x="434" y="663"/>
                  </a:lnTo>
                  <a:lnTo>
                    <a:pt x="433" y="659"/>
                  </a:lnTo>
                  <a:lnTo>
                    <a:pt x="433" y="659"/>
                  </a:lnTo>
                  <a:lnTo>
                    <a:pt x="429" y="586"/>
                  </a:lnTo>
                  <a:lnTo>
                    <a:pt x="423" y="506"/>
                  </a:lnTo>
                  <a:lnTo>
                    <a:pt x="422" y="491"/>
                  </a:lnTo>
                  <a:lnTo>
                    <a:pt x="406" y="496"/>
                  </a:lnTo>
                  <a:lnTo>
                    <a:pt x="406" y="496"/>
                  </a:lnTo>
                  <a:lnTo>
                    <a:pt x="403" y="497"/>
                  </a:lnTo>
                  <a:lnTo>
                    <a:pt x="399" y="497"/>
                  </a:lnTo>
                  <a:lnTo>
                    <a:pt x="399" y="497"/>
                  </a:lnTo>
                  <a:lnTo>
                    <a:pt x="358" y="496"/>
                  </a:lnTo>
                  <a:lnTo>
                    <a:pt x="316" y="494"/>
                  </a:lnTo>
                  <a:lnTo>
                    <a:pt x="236" y="489"/>
                  </a:lnTo>
                  <a:lnTo>
                    <a:pt x="236" y="489"/>
                  </a:lnTo>
                  <a:lnTo>
                    <a:pt x="144" y="483"/>
                  </a:lnTo>
                  <a:lnTo>
                    <a:pt x="98" y="481"/>
                  </a:lnTo>
                  <a:lnTo>
                    <a:pt x="52" y="481"/>
                  </a:lnTo>
                  <a:lnTo>
                    <a:pt x="52" y="481"/>
                  </a:lnTo>
                  <a:lnTo>
                    <a:pt x="20" y="481"/>
                  </a:lnTo>
                  <a:lnTo>
                    <a:pt x="19" y="481"/>
                  </a:lnTo>
                  <a:lnTo>
                    <a:pt x="19" y="481"/>
                  </a:lnTo>
                  <a:lnTo>
                    <a:pt x="14" y="481"/>
                  </a:lnTo>
                  <a:lnTo>
                    <a:pt x="10" y="478"/>
                  </a:lnTo>
                  <a:lnTo>
                    <a:pt x="6" y="476"/>
                  </a:lnTo>
                  <a:lnTo>
                    <a:pt x="4" y="474"/>
                  </a:lnTo>
                  <a:lnTo>
                    <a:pt x="2" y="471"/>
                  </a:lnTo>
                  <a:lnTo>
                    <a:pt x="1" y="468"/>
                  </a:lnTo>
                  <a:lnTo>
                    <a:pt x="0" y="461"/>
                  </a:lnTo>
                  <a:lnTo>
                    <a:pt x="0" y="461"/>
                  </a:lnTo>
                  <a:lnTo>
                    <a:pt x="1" y="454"/>
                  </a:lnTo>
                  <a:lnTo>
                    <a:pt x="2" y="451"/>
                  </a:lnTo>
                  <a:lnTo>
                    <a:pt x="4" y="446"/>
                  </a:lnTo>
                  <a:lnTo>
                    <a:pt x="6" y="443"/>
                  </a:lnTo>
                  <a:lnTo>
                    <a:pt x="10" y="441"/>
                  </a:lnTo>
                  <a:lnTo>
                    <a:pt x="15" y="439"/>
                  </a:lnTo>
                  <a:lnTo>
                    <a:pt x="21" y="438"/>
                  </a:lnTo>
                  <a:lnTo>
                    <a:pt x="21" y="438"/>
                  </a:lnTo>
                  <a:lnTo>
                    <a:pt x="53" y="438"/>
                  </a:lnTo>
                  <a:lnTo>
                    <a:pt x="53" y="438"/>
                  </a:lnTo>
                  <a:lnTo>
                    <a:pt x="98" y="439"/>
                  </a:lnTo>
                  <a:lnTo>
                    <a:pt x="144" y="440"/>
                  </a:lnTo>
                  <a:lnTo>
                    <a:pt x="234" y="446"/>
                  </a:lnTo>
                  <a:lnTo>
                    <a:pt x="234" y="446"/>
                  </a:lnTo>
                  <a:lnTo>
                    <a:pt x="315" y="452"/>
                  </a:lnTo>
                  <a:lnTo>
                    <a:pt x="357" y="454"/>
                  </a:lnTo>
                  <a:lnTo>
                    <a:pt x="399" y="455"/>
                  </a:lnTo>
                  <a:lnTo>
                    <a:pt x="399" y="455"/>
                  </a:lnTo>
                  <a:lnTo>
                    <a:pt x="403" y="456"/>
                  </a:lnTo>
                  <a:lnTo>
                    <a:pt x="420" y="459"/>
                  </a:lnTo>
                  <a:lnTo>
                    <a:pt x="418" y="442"/>
                  </a:lnTo>
                  <a:lnTo>
                    <a:pt x="418" y="442"/>
                  </a:lnTo>
                  <a:lnTo>
                    <a:pt x="411" y="337"/>
                  </a:lnTo>
                  <a:lnTo>
                    <a:pt x="408" y="283"/>
                  </a:lnTo>
                  <a:lnTo>
                    <a:pt x="406" y="231"/>
                  </a:lnTo>
                  <a:lnTo>
                    <a:pt x="404" y="178"/>
                  </a:lnTo>
                  <a:lnTo>
                    <a:pt x="403" y="125"/>
                  </a:lnTo>
                  <a:lnTo>
                    <a:pt x="404" y="72"/>
                  </a:lnTo>
                  <a:lnTo>
                    <a:pt x="405" y="20"/>
                  </a:lnTo>
                  <a:lnTo>
                    <a:pt x="405" y="20"/>
                  </a:lnTo>
                  <a:lnTo>
                    <a:pt x="406" y="15"/>
                  </a:lnTo>
                  <a:lnTo>
                    <a:pt x="408" y="11"/>
                  </a:lnTo>
                  <a:lnTo>
                    <a:pt x="410" y="6"/>
                  </a:lnTo>
                  <a:lnTo>
                    <a:pt x="413" y="4"/>
                  </a:lnTo>
                  <a:lnTo>
                    <a:pt x="417" y="2"/>
                  </a:lnTo>
                  <a:lnTo>
                    <a:pt x="421" y="0"/>
                  </a:lnTo>
                  <a:lnTo>
                    <a:pt x="428" y="0"/>
                  </a:lnTo>
                  <a:lnTo>
                    <a:pt x="428" y="0"/>
                  </a:lnTo>
                  <a:lnTo>
                    <a:pt x="432" y="0"/>
                  </a:lnTo>
                  <a:lnTo>
                    <a:pt x="436" y="1"/>
                  </a:lnTo>
                  <a:lnTo>
                    <a:pt x="440" y="3"/>
                  </a:lnTo>
                  <a:lnTo>
                    <a:pt x="443" y="5"/>
                  </a:lnTo>
                  <a:lnTo>
                    <a:pt x="443" y="5"/>
                  </a:lnTo>
                  <a:lnTo>
                    <a:pt x="445" y="8"/>
                  </a:lnTo>
                  <a:lnTo>
                    <a:pt x="446" y="12"/>
                  </a:lnTo>
                  <a:lnTo>
                    <a:pt x="447" y="15"/>
                  </a:lnTo>
                  <a:lnTo>
                    <a:pt x="447" y="19"/>
                  </a:lnTo>
                  <a:lnTo>
                    <a:pt x="447" y="19"/>
                  </a:lnTo>
                  <a:lnTo>
                    <a:pt x="445" y="78"/>
                  </a:lnTo>
                  <a:lnTo>
                    <a:pt x="445" y="137"/>
                  </a:lnTo>
                  <a:lnTo>
                    <a:pt x="446" y="196"/>
                  </a:lnTo>
                  <a:lnTo>
                    <a:pt x="448" y="255"/>
                  </a:lnTo>
                  <a:lnTo>
                    <a:pt x="452" y="313"/>
                  </a:lnTo>
                  <a:lnTo>
                    <a:pt x="456" y="372"/>
                  </a:lnTo>
                  <a:lnTo>
                    <a:pt x="464" y="488"/>
                  </a:lnTo>
                  <a:lnTo>
                    <a:pt x="464" y="488"/>
                  </a:lnTo>
                  <a:lnTo>
                    <a:pt x="473" y="629"/>
                  </a:lnTo>
                  <a:lnTo>
                    <a:pt x="474" y="640"/>
                  </a:lnTo>
                  <a:lnTo>
                    <a:pt x="485" y="641"/>
                  </a:lnTo>
                  <a:lnTo>
                    <a:pt x="485" y="641"/>
                  </a:lnTo>
                  <a:lnTo>
                    <a:pt x="564" y="644"/>
                  </a:lnTo>
                  <a:lnTo>
                    <a:pt x="564" y="644"/>
                  </a:lnTo>
                  <a:lnTo>
                    <a:pt x="698" y="651"/>
                  </a:lnTo>
                  <a:lnTo>
                    <a:pt x="834" y="658"/>
                  </a:lnTo>
                  <a:lnTo>
                    <a:pt x="901" y="663"/>
                  </a:lnTo>
                  <a:lnTo>
                    <a:pt x="969" y="669"/>
                  </a:lnTo>
                  <a:lnTo>
                    <a:pt x="1036" y="676"/>
                  </a:lnTo>
                  <a:lnTo>
                    <a:pt x="1104" y="683"/>
                  </a:lnTo>
                  <a:lnTo>
                    <a:pt x="1104" y="683"/>
                  </a:lnTo>
                  <a:lnTo>
                    <a:pt x="1110" y="684"/>
                  </a:lnTo>
                  <a:lnTo>
                    <a:pt x="1114" y="686"/>
                  </a:lnTo>
                  <a:lnTo>
                    <a:pt x="1118" y="689"/>
                  </a:lnTo>
                  <a:lnTo>
                    <a:pt x="1120" y="693"/>
                  </a:lnTo>
                  <a:lnTo>
                    <a:pt x="1123" y="696"/>
                  </a:lnTo>
                  <a:lnTo>
                    <a:pt x="1124" y="702"/>
                  </a:lnTo>
                  <a:lnTo>
                    <a:pt x="1125" y="706"/>
                  </a:lnTo>
                  <a:lnTo>
                    <a:pt x="1125" y="710"/>
                  </a:lnTo>
                  <a:lnTo>
                    <a:pt x="1125" y="710"/>
                  </a:lnTo>
                  <a:lnTo>
                    <a:pt x="1124" y="715"/>
                  </a:lnTo>
                  <a:lnTo>
                    <a:pt x="1122" y="720"/>
                  </a:lnTo>
                  <a:lnTo>
                    <a:pt x="1120" y="722"/>
                  </a:lnTo>
                  <a:lnTo>
                    <a:pt x="1118" y="724"/>
                  </a:lnTo>
                  <a:lnTo>
                    <a:pt x="1115" y="725"/>
                  </a:lnTo>
                  <a:lnTo>
                    <a:pt x="1111" y="725"/>
                  </a:lnTo>
                  <a:lnTo>
                    <a:pt x="1111" y="725"/>
                  </a:lnTo>
                  <a:lnTo>
                    <a:pt x="1107" y="725"/>
                  </a:lnTo>
                  <a:lnTo>
                    <a:pt x="1107" y="725"/>
                  </a:lnTo>
                  <a:lnTo>
                    <a:pt x="1053" y="719"/>
                  </a:lnTo>
                  <a:lnTo>
                    <a:pt x="998" y="714"/>
                  </a:lnTo>
                  <a:lnTo>
                    <a:pt x="892" y="705"/>
                  </a:lnTo>
                  <a:lnTo>
                    <a:pt x="786" y="697"/>
                  </a:lnTo>
                  <a:lnTo>
                    <a:pt x="684" y="692"/>
                  </a:lnTo>
                  <a:lnTo>
                    <a:pt x="671" y="691"/>
                  </a:lnTo>
                  <a:lnTo>
                    <a:pt x="672" y="705"/>
                  </a:lnTo>
                  <a:lnTo>
                    <a:pt x="672" y="705"/>
                  </a:lnTo>
                  <a:lnTo>
                    <a:pt x="677" y="779"/>
                  </a:lnTo>
                  <a:lnTo>
                    <a:pt x="683" y="852"/>
                  </a:lnTo>
                  <a:lnTo>
                    <a:pt x="683" y="852"/>
                  </a:lnTo>
                  <a:lnTo>
                    <a:pt x="689" y="918"/>
                  </a:lnTo>
                  <a:lnTo>
                    <a:pt x="694" y="987"/>
                  </a:lnTo>
                  <a:lnTo>
                    <a:pt x="696" y="1020"/>
                  </a:lnTo>
                  <a:lnTo>
                    <a:pt x="697" y="1054"/>
                  </a:lnTo>
                  <a:lnTo>
                    <a:pt x="698" y="1088"/>
                  </a:lnTo>
                  <a:lnTo>
                    <a:pt x="698" y="1122"/>
                  </a:lnTo>
                  <a:lnTo>
                    <a:pt x="698" y="1122"/>
                  </a:lnTo>
                  <a:lnTo>
                    <a:pt x="697" y="1127"/>
                  </a:lnTo>
                  <a:lnTo>
                    <a:pt x="695" y="1131"/>
                  </a:lnTo>
                  <a:lnTo>
                    <a:pt x="693" y="1135"/>
                  </a:lnTo>
                  <a:lnTo>
                    <a:pt x="690" y="1137"/>
                  </a:lnTo>
                  <a:lnTo>
                    <a:pt x="686" y="1140"/>
                  </a:lnTo>
                  <a:lnTo>
                    <a:pt x="683" y="1141"/>
                  </a:lnTo>
                  <a:lnTo>
                    <a:pt x="676" y="1142"/>
                  </a:lnTo>
                  <a:lnTo>
                    <a:pt x="676" y="11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grpSp>
        <p:nvGrpSpPr>
          <p:cNvPr id="209" name="组合 208"/>
          <p:cNvGrpSpPr/>
          <p:nvPr/>
        </p:nvGrpSpPr>
        <p:grpSpPr>
          <a:xfrm>
            <a:off x="8157230" y="4098084"/>
            <a:ext cx="541884" cy="520997"/>
            <a:chOff x="6207126" y="3098800"/>
            <a:chExt cx="741363" cy="712788"/>
          </a:xfrm>
          <a:solidFill>
            <a:schemeClr val="tx1"/>
          </a:solidFill>
        </p:grpSpPr>
        <p:sp>
          <p:nvSpPr>
            <p:cNvPr id="265" name="Freeform 416"/>
            <p:cNvSpPr/>
            <p:nvPr/>
          </p:nvSpPr>
          <p:spPr bwMode="auto">
            <a:xfrm>
              <a:off x="6251576" y="3155950"/>
              <a:ext cx="122238" cy="168275"/>
            </a:xfrm>
            <a:custGeom>
              <a:avLst/>
              <a:gdLst/>
              <a:ahLst/>
              <a:cxnLst>
                <a:cxn ang="0">
                  <a:pos x="226" y="0"/>
                </a:cxn>
                <a:cxn ang="0">
                  <a:pos x="226" y="0"/>
                </a:cxn>
                <a:cxn ang="0">
                  <a:pos x="220" y="2"/>
                </a:cxn>
                <a:cxn ang="0">
                  <a:pos x="214" y="5"/>
                </a:cxn>
                <a:cxn ang="0">
                  <a:pos x="208" y="11"/>
                </a:cxn>
                <a:cxn ang="0">
                  <a:pos x="203" y="16"/>
                </a:cxn>
                <a:cxn ang="0">
                  <a:pos x="193" y="27"/>
                </a:cxn>
                <a:cxn ang="0">
                  <a:pos x="185" y="37"/>
                </a:cxn>
                <a:cxn ang="0">
                  <a:pos x="185" y="37"/>
                </a:cxn>
                <a:cxn ang="0">
                  <a:pos x="153" y="80"/>
                </a:cxn>
                <a:cxn ang="0">
                  <a:pos x="121" y="121"/>
                </a:cxn>
                <a:cxn ang="0">
                  <a:pos x="121" y="121"/>
                </a:cxn>
                <a:cxn ang="0">
                  <a:pos x="88" y="167"/>
                </a:cxn>
                <a:cxn ang="0">
                  <a:pos x="56" y="213"/>
                </a:cxn>
                <a:cxn ang="0">
                  <a:pos x="41" y="237"/>
                </a:cxn>
                <a:cxn ang="0">
                  <a:pos x="27" y="261"/>
                </a:cxn>
                <a:cxn ang="0">
                  <a:pos x="14" y="285"/>
                </a:cxn>
                <a:cxn ang="0">
                  <a:pos x="0" y="310"/>
                </a:cxn>
                <a:cxn ang="0">
                  <a:pos x="0" y="310"/>
                </a:cxn>
                <a:cxn ang="0">
                  <a:pos x="0" y="312"/>
                </a:cxn>
                <a:cxn ang="0">
                  <a:pos x="0" y="314"/>
                </a:cxn>
                <a:cxn ang="0">
                  <a:pos x="2" y="317"/>
                </a:cxn>
                <a:cxn ang="0">
                  <a:pos x="4" y="317"/>
                </a:cxn>
                <a:cxn ang="0">
                  <a:pos x="6" y="317"/>
                </a:cxn>
                <a:cxn ang="0">
                  <a:pos x="7" y="316"/>
                </a:cxn>
                <a:cxn ang="0">
                  <a:pos x="8" y="315"/>
                </a:cxn>
                <a:cxn ang="0">
                  <a:pos x="8" y="315"/>
                </a:cxn>
                <a:cxn ang="0">
                  <a:pos x="20" y="294"/>
                </a:cxn>
                <a:cxn ang="0">
                  <a:pos x="31" y="273"/>
                </a:cxn>
                <a:cxn ang="0">
                  <a:pos x="42" y="252"/>
                </a:cxn>
                <a:cxn ang="0">
                  <a:pos x="55" y="233"/>
                </a:cxn>
                <a:cxn ang="0">
                  <a:pos x="82" y="193"/>
                </a:cxn>
                <a:cxn ang="0">
                  <a:pos x="109" y="154"/>
                </a:cxn>
                <a:cxn ang="0">
                  <a:pos x="109" y="154"/>
                </a:cxn>
                <a:cxn ang="0">
                  <a:pos x="140" y="112"/>
                </a:cxn>
                <a:cxn ang="0">
                  <a:pos x="172" y="71"/>
                </a:cxn>
                <a:cxn ang="0">
                  <a:pos x="172" y="71"/>
                </a:cxn>
                <a:cxn ang="0">
                  <a:pos x="183" y="55"/>
                </a:cxn>
                <a:cxn ang="0">
                  <a:pos x="196" y="36"/>
                </a:cxn>
                <a:cxn ang="0">
                  <a:pos x="204" y="27"/>
                </a:cxn>
                <a:cxn ang="0">
                  <a:pos x="212" y="19"/>
                </a:cxn>
                <a:cxn ang="0">
                  <a:pos x="220" y="13"/>
                </a:cxn>
                <a:cxn ang="0">
                  <a:pos x="224" y="11"/>
                </a:cxn>
                <a:cxn ang="0">
                  <a:pos x="228" y="10"/>
                </a:cxn>
                <a:cxn ang="0">
                  <a:pos x="228" y="10"/>
                </a:cxn>
                <a:cxn ang="0">
                  <a:pos x="230" y="8"/>
                </a:cxn>
                <a:cxn ang="0">
                  <a:pos x="231" y="7"/>
                </a:cxn>
                <a:cxn ang="0">
                  <a:pos x="231" y="5"/>
                </a:cxn>
                <a:cxn ang="0">
                  <a:pos x="231" y="3"/>
                </a:cxn>
                <a:cxn ang="0">
                  <a:pos x="231" y="2"/>
                </a:cxn>
                <a:cxn ang="0">
                  <a:pos x="229" y="0"/>
                </a:cxn>
                <a:cxn ang="0">
                  <a:pos x="228" y="0"/>
                </a:cxn>
                <a:cxn ang="0">
                  <a:pos x="226" y="0"/>
                </a:cxn>
                <a:cxn ang="0">
                  <a:pos x="226" y="0"/>
                </a:cxn>
              </a:cxnLst>
              <a:rect l="0" t="0" r="r" b="b"/>
              <a:pathLst>
                <a:path w="231" h="317">
                  <a:moveTo>
                    <a:pt x="226" y="0"/>
                  </a:moveTo>
                  <a:lnTo>
                    <a:pt x="226" y="0"/>
                  </a:lnTo>
                  <a:lnTo>
                    <a:pt x="220" y="2"/>
                  </a:lnTo>
                  <a:lnTo>
                    <a:pt x="214" y="5"/>
                  </a:lnTo>
                  <a:lnTo>
                    <a:pt x="208" y="11"/>
                  </a:lnTo>
                  <a:lnTo>
                    <a:pt x="203" y="16"/>
                  </a:lnTo>
                  <a:lnTo>
                    <a:pt x="193" y="27"/>
                  </a:lnTo>
                  <a:lnTo>
                    <a:pt x="185" y="37"/>
                  </a:lnTo>
                  <a:lnTo>
                    <a:pt x="185" y="37"/>
                  </a:lnTo>
                  <a:lnTo>
                    <a:pt x="153" y="80"/>
                  </a:lnTo>
                  <a:lnTo>
                    <a:pt x="121" y="121"/>
                  </a:lnTo>
                  <a:lnTo>
                    <a:pt x="121" y="121"/>
                  </a:lnTo>
                  <a:lnTo>
                    <a:pt x="88" y="167"/>
                  </a:lnTo>
                  <a:lnTo>
                    <a:pt x="56" y="213"/>
                  </a:lnTo>
                  <a:lnTo>
                    <a:pt x="41" y="237"/>
                  </a:lnTo>
                  <a:lnTo>
                    <a:pt x="27" y="261"/>
                  </a:lnTo>
                  <a:lnTo>
                    <a:pt x="14" y="285"/>
                  </a:lnTo>
                  <a:lnTo>
                    <a:pt x="0" y="310"/>
                  </a:lnTo>
                  <a:lnTo>
                    <a:pt x="0" y="310"/>
                  </a:lnTo>
                  <a:lnTo>
                    <a:pt x="0" y="312"/>
                  </a:lnTo>
                  <a:lnTo>
                    <a:pt x="0" y="314"/>
                  </a:lnTo>
                  <a:lnTo>
                    <a:pt x="2" y="317"/>
                  </a:lnTo>
                  <a:lnTo>
                    <a:pt x="4" y="317"/>
                  </a:lnTo>
                  <a:lnTo>
                    <a:pt x="6" y="317"/>
                  </a:lnTo>
                  <a:lnTo>
                    <a:pt x="7" y="316"/>
                  </a:lnTo>
                  <a:lnTo>
                    <a:pt x="8" y="315"/>
                  </a:lnTo>
                  <a:lnTo>
                    <a:pt x="8" y="315"/>
                  </a:lnTo>
                  <a:lnTo>
                    <a:pt x="20" y="294"/>
                  </a:lnTo>
                  <a:lnTo>
                    <a:pt x="31" y="273"/>
                  </a:lnTo>
                  <a:lnTo>
                    <a:pt x="42" y="252"/>
                  </a:lnTo>
                  <a:lnTo>
                    <a:pt x="55" y="233"/>
                  </a:lnTo>
                  <a:lnTo>
                    <a:pt x="82" y="193"/>
                  </a:lnTo>
                  <a:lnTo>
                    <a:pt x="109" y="154"/>
                  </a:lnTo>
                  <a:lnTo>
                    <a:pt x="109" y="154"/>
                  </a:lnTo>
                  <a:lnTo>
                    <a:pt x="140" y="112"/>
                  </a:lnTo>
                  <a:lnTo>
                    <a:pt x="172" y="71"/>
                  </a:lnTo>
                  <a:lnTo>
                    <a:pt x="172" y="71"/>
                  </a:lnTo>
                  <a:lnTo>
                    <a:pt x="183" y="55"/>
                  </a:lnTo>
                  <a:lnTo>
                    <a:pt x="196" y="36"/>
                  </a:lnTo>
                  <a:lnTo>
                    <a:pt x="204" y="27"/>
                  </a:lnTo>
                  <a:lnTo>
                    <a:pt x="212" y="19"/>
                  </a:lnTo>
                  <a:lnTo>
                    <a:pt x="220" y="13"/>
                  </a:lnTo>
                  <a:lnTo>
                    <a:pt x="224" y="11"/>
                  </a:lnTo>
                  <a:lnTo>
                    <a:pt x="228" y="10"/>
                  </a:lnTo>
                  <a:lnTo>
                    <a:pt x="228" y="10"/>
                  </a:lnTo>
                  <a:lnTo>
                    <a:pt x="230" y="8"/>
                  </a:lnTo>
                  <a:lnTo>
                    <a:pt x="231" y="7"/>
                  </a:lnTo>
                  <a:lnTo>
                    <a:pt x="231" y="5"/>
                  </a:lnTo>
                  <a:lnTo>
                    <a:pt x="231" y="3"/>
                  </a:lnTo>
                  <a:lnTo>
                    <a:pt x="231" y="2"/>
                  </a:lnTo>
                  <a:lnTo>
                    <a:pt x="229" y="0"/>
                  </a:lnTo>
                  <a:lnTo>
                    <a:pt x="228" y="0"/>
                  </a:lnTo>
                  <a:lnTo>
                    <a:pt x="226" y="0"/>
                  </a:lnTo>
                  <a:lnTo>
                    <a:pt x="226"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6" name="Freeform 417"/>
            <p:cNvSpPr/>
            <p:nvPr/>
          </p:nvSpPr>
          <p:spPr bwMode="auto">
            <a:xfrm>
              <a:off x="6240463" y="3148013"/>
              <a:ext cx="165100" cy="241300"/>
            </a:xfrm>
            <a:custGeom>
              <a:avLst/>
              <a:gdLst/>
              <a:ahLst/>
              <a:cxnLst>
                <a:cxn ang="0">
                  <a:pos x="306" y="1"/>
                </a:cxn>
                <a:cxn ang="0">
                  <a:pos x="283" y="20"/>
                </a:cxn>
                <a:cxn ang="0">
                  <a:pos x="264" y="43"/>
                </a:cxn>
                <a:cxn ang="0">
                  <a:pos x="229" y="92"/>
                </a:cxn>
                <a:cxn ang="0">
                  <a:pos x="218" y="107"/>
                </a:cxn>
                <a:cxn ang="0">
                  <a:pos x="183" y="151"/>
                </a:cxn>
                <a:cxn ang="0">
                  <a:pos x="178" y="158"/>
                </a:cxn>
                <a:cxn ang="0">
                  <a:pos x="165" y="181"/>
                </a:cxn>
                <a:cxn ang="0">
                  <a:pos x="148" y="212"/>
                </a:cxn>
                <a:cxn ang="0">
                  <a:pos x="130" y="241"/>
                </a:cxn>
                <a:cxn ang="0">
                  <a:pos x="68" y="328"/>
                </a:cxn>
                <a:cxn ang="0">
                  <a:pos x="47" y="356"/>
                </a:cxn>
                <a:cxn ang="0">
                  <a:pos x="28" y="385"/>
                </a:cxn>
                <a:cxn ang="0">
                  <a:pos x="12" y="416"/>
                </a:cxn>
                <a:cxn ang="0">
                  <a:pos x="0" y="449"/>
                </a:cxn>
                <a:cxn ang="0">
                  <a:pos x="0" y="451"/>
                </a:cxn>
                <a:cxn ang="0">
                  <a:pos x="3" y="454"/>
                </a:cxn>
                <a:cxn ang="0">
                  <a:pos x="7" y="454"/>
                </a:cxn>
                <a:cxn ang="0">
                  <a:pos x="9" y="453"/>
                </a:cxn>
                <a:cxn ang="0">
                  <a:pos x="10" y="451"/>
                </a:cxn>
                <a:cxn ang="0">
                  <a:pos x="21" y="419"/>
                </a:cxn>
                <a:cxn ang="0">
                  <a:pos x="37" y="389"/>
                </a:cxn>
                <a:cxn ang="0">
                  <a:pos x="56" y="360"/>
                </a:cxn>
                <a:cxn ang="0">
                  <a:pos x="75" y="333"/>
                </a:cxn>
                <a:cxn ang="0">
                  <a:pos x="152" y="224"/>
                </a:cxn>
                <a:cxn ang="0">
                  <a:pos x="161" y="210"/>
                </a:cxn>
                <a:cxn ang="0">
                  <a:pos x="181" y="171"/>
                </a:cxn>
                <a:cxn ang="0">
                  <a:pos x="185" y="163"/>
                </a:cxn>
                <a:cxn ang="0">
                  <a:pos x="203" y="139"/>
                </a:cxn>
                <a:cxn ang="0">
                  <a:pos x="228" y="109"/>
                </a:cxn>
                <a:cxn ang="0">
                  <a:pos x="247" y="83"/>
                </a:cxn>
                <a:cxn ang="0">
                  <a:pos x="276" y="43"/>
                </a:cxn>
                <a:cxn ang="0">
                  <a:pos x="299" y="19"/>
                </a:cxn>
                <a:cxn ang="0">
                  <a:pos x="311" y="8"/>
                </a:cxn>
                <a:cxn ang="0">
                  <a:pos x="313" y="5"/>
                </a:cxn>
                <a:cxn ang="0">
                  <a:pos x="311" y="1"/>
                </a:cxn>
                <a:cxn ang="0">
                  <a:pos x="308" y="0"/>
                </a:cxn>
                <a:cxn ang="0">
                  <a:pos x="306" y="1"/>
                </a:cxn>
              </a:cxnLst>
              <a:rect l="0" t="0" r="r" b="b"/>
              <a:pathLst>
                <a:path w="313" h="454">
                  <a:moveTo>
                    <a:pt x="306" y="1"/>
                  </a:moveTo>
                  <a:lnTo>
                    <a:pt x="306" y="1"/>
                  </a:lnTo>
                  <a:lnTo>
                    <a:pt x="295" y="10"/>
                  </a:lnTo>
                  <a:lnTo>
                    <a:pt x="283" y="20"/>
                  </a:lnTo>
                  <a:lnTo>
                    <a:pt x="274" y="32"/>
                  </a:lnTo>
                  <a:lnTo>
                    <a:pt x="264" y="43"/>
                  </a:lnTo>
                  <a:lnTo>
                    <a:pt x="246" y="67"/>
                  </a:lnTo>
                  <a:lnTo>
                    <a:pt x="229" y="92"/>
                  </a:lnTo>
                  <a:lnTo>
                    <a:pt x="229" y="92"/>
                  </a:lnTo>
                  <a:lnTo>
                    <a:pt x="218" y="107"/>
                  </a:lnTo>
                  <a:lnTo>
                    <a:pt x="207" y="122"/>
                  </a:lnTo>
                  <a:lnTo>
                    <a:pt x="183" y="151"/>
                  </a:lnTo>
                  <a:lnTo>
                    <a:pt x="183" y="151"/>
                  </a:lnTo>
                  <a:lnTo>
                    <a:pt x="178" y="158"/>
                  </a:lnTo>
                  <a:lnTo>
                    <a:pt x="173" y="165"/>
                  </a:lnTo>
                  <a:lnTo>
                    <a:pt x="165" y="181"/>
                  </a:lnTo>
                  <a:lnTo>
                    <a:pt x="156" y="196"/>
                  </a:lnTo>
                  <a:lnTo>
                    <a:pt x="148" y="212"/>
                  </a:lnTo>
                  <a:lnTo>
                    <a:pt x="148" y="212"/>
                  </a:lnTo>
                  <a:lnTo>
                    <a:pt x="130" y="241"/>
                  </a:lnTo>
                  <a:lnTo>
                    <a:pt x="109" y="270"/>
                  </a:lnTo>
                  <a:lnTo>
                    <a:pt x="68" y="328"/>
                  </a:lnTo>
                  <a:lnTo>
                    <a:pt x="68" y="328"/>
                  </a:lnTo>
                  <a:lnTo>
                    <a:pt x="47" y="356"/>
                  </a:lnTo>
                  <a:lnTo>
                    <a:pt x="38" y="371"/>
                  </a:lnTo>
                  <a:lnTo>
                    <a:pt x="28" y="385"/>
                  </a:lnTo>
                  <a:lnTo>
                    <a:pt x="20" y="401"/>
                  </a:lnTo>
                  <a:lnTo>
                    <a:pt x="12" y="416"/>
                  </a:lnTo>
                  <a:lnTo>
                    <a:pt x="6" y="433"/>
                  </a:lnTo>
                  <a:lnTo>
                    <a:pt x="0" y="449"/>
                  </a:lnTo>
                  <a:lnTo>
                    <a:pt x="0" y="449"/>
                  </a:lnTo>
                  <a:lnTo>
                    <a:pt x="0" y="451"/>
                  </a:lnTo>
                  <a:lnTo>
                    <a:pt x="2" y="452"/>
                  </a:lnTo>
                  <a:lnTo>
                    <a:pt x="3" y="454"/>
                  </a:lnTo>
                  <a:lnTo>
                    <a:pt x="5" y="454"/>
                  </a:lnTo>
                  <a:lnTo>
                    <a:pt x="7" y="454"/>
                  </a:lnTo>
                  <a:lnTo>
                    <a:pt x="8" y="454"/>
                  </a:lnTo>
                  <a:lnTo>
                    <a:pt x="9" y="453"/>
                  </a:lnTo>
                  <a:lnTo>
                    <a:pt x="10" y="451"/>
                  </a:lnTo>
                  <a:lnTo>
                    <a:pt x="10" y="451"/>
                  </a:lnTo>
                  <a:lnTo>
                    <a:pt x="15" y="436"/>
                  </a:lnTo>
                  <a:lnTo>
                    <a:pt x="21" y="419"/>
                  </a:lnTo>
                  <a:lnTo>
                    <a:pt x="28" y="405"/>
                  </a:lnTo>
                  <a:lnTo>
                    <a:pt x="37" y="389"/>
                  </a:lnTo>
                  <a:lnTo>
                    <a:pt x="46" y="375"/>
                  </a:lnTo>
                  <a:lnTo>
                    <a:pt x="56" y="360"/>
                  </a:lnTo>
                  <a:lnTo>
                    <a:pt x="75" y="333"/>
                  </a:lnTo>
                  <a:lnTo>
                    <a:pt x="75" y="333"/>
                  </a:lnTo>
                  <a:lnTo>
                    <a:pt x="114" y="279"/>
                  </a:lnTo>
                  <a:lnTo>
                    <a:pt x="152" y="224"/>
                  </a:lnTo>
                  <a:lnTo>
                    <a:pt x="152" y="224"/>
                  </a:lnTo>
                  <a:lnTo>
                    <a:pt x="161" y="210"/>
                  </a:lnTo>
                  <a:lnTo>
                    <a:pt x="168" y="198"/>
                  </a:lnTo>
                  <a:lnTo>
                    <a:pt x="181" y="171"/>
                  </a:lnTo>
                  <a:lnTo>
                    <a:pt x="181" y="171"/>
                  </a:lnTo>
                  <a:lnTo>
                    <a:pt x="185" y="163"/>
                  </a:lnTo>
                  <a:lnTo>
                    <a:pt x="191" y="155"/>
                  </a:lnTo>
                  <a:lnTo>
                    <a:pt x="203" y="139"/>
                  </a:lnTo>
                  <a:lnTo>
                    <a:pt x="215" y="125"/>
                  </a:lnTo>
                  <a:lnTo>
                    <a:pt x="228" y="109"/>
                  </a:lnTo>
                  <a:lnTo>
                    <a:pt x="228" y="109"/>
                  </a:lnTo>
                  <a:lnTo>
                    <a:pt x="247" y="83"/>
                  </a:lnTo>
                  <a:lnTo>
                    <a:pt x="266" y="57"/>
                  </a:lnTo>
                  <a:lnTo>
                    <a:pt x="276" y="43"/>
                  </a:lnTo>
                  <a:lnTo>
                    <a:pt x="287" y="31"/>
                  </a:lnTo>
                  <a:lnTo>
                    <a:pt x="299" y="19"/>
                  </a:lnTo>
                  <a:lnTo>
                    <a:pt x="311" y="8"/>
                  </a:lnTo>
                  <a:lnTo>
                    <a:pt x="311" y="8"/>
                  </a:lnTo>
                  <a:lnTo>
                    <a:pt x="312" y="7"/>
                  </a:lnTo>
                  <a:lnTo>
                    <a:pt x="313" y="5"/>
                  </a:lnTo>
                  <a:lnTo>
                    <a:pt x="312" y="2"/>
                  </a:lnTo>
                  <a:lnTo>
                    <a:pt x="311" y="1"/>
                  </a:lnTo>
                  <a:lnTo>
                    <a:pt x="310" y="0"/>
                  </a:lnTo>
                  <a:lnTo>
                    <a:pt x="308" y="0"/>
                  </a:lnTo>
                  <a:lnTo>
                    <a:pt x="306" y="1"/>
                  </a:lnTo>
                  <a:lnTo>
                    <a:pt x="30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7" name="Freeform 418"/>
            <p:cNvSpPr/>
            <p:nvPr/>
          </p:nvSpPr>
          <p:spPr bwMode="auto">
            <a:xfrm>
              <a:off x="6234113" y="3133725"/>
              <a:ext cx="217488" cy="295275"/>
            </a:xfrm>
            <a:custGeom>
              <a:avLst/>
              <a:gdLst/>
              <a:ahLst/>
              <a:cxnLst>
                <a:cxn ang="0">
                  <a:pos x="405" y="1"/>
                </a:cxn>
                <a:cxn ang="0">
                  <a:pos x="379" y="25"/>
                </a:cxn>
                <a:cxn ang="0">
                  <a:pos x="357" y="51"/>
                </a:cxn>
                <a:cxn ang="0">
                  <a:pos x="317" y="109"/>
                </a:cxn>
                <a:cxn ang="0">
                  <a:pos x="256" y="191"/>
                </a:cxn>
                <a:cxn ang="0">
                  <a:pos x="194" y="271"/>
                </a:cxn>
                <a:cxn ang="0">
                  <a:pos x="134" y="347"/>
                </a:cxn>
                <a:cxn ang="0">
                  <a:pos x="73" y="420"/>
                </a:cxn>
                <a:cxn ang="0">
                  <a:pos x="49" y="451"/>
                </a:cxn>
                <a:cxn ang="0">
                  <a:pos x="28" y="483"/>
                </a:cxn>
                <a:cxn ang="0">
                  <a:pos x="11" y="516"/>
                </a:cxn>
                <a:cxn ang="0">
                  <a:pos x="0" y="553"/>
                </a:cxn>
                <a:cxn ang="0">
                  <a:pos x="0" y="556"/>
                </a:cxn>
                <a:cxn ang="0">
                  <a:pos x="2" y="559"/>
                </a:cxn>
                <a:cxn ang="0">
                  <a:pos x="5" y="560"/>
                </a:cxn>
                <a:cxn ang="0">
                  <a:pos x="8" y="558"/>
                </a:cxn>
                <a:cxn ang="0">
                  <a:pos x="9" y="557"/>
                </a:cxn>
                <a:cxn ang="0">
                  <a:pos x="22" y="516"/>
                </a:cxn>
                <a:cxn ang="0">
                  <a:pos x="40" y="480"/>
                </a:cxn>
                <a:cxn ang="0">
                  <a:pos x="64" y="447"/>
                </a:cxn>
                <a:cxn ang="0">
                  <a:pos x="90" y="415"/>
                </a:cxn>
                <a:cxn ang="0">
                  <a:pos x="167" y="322"/>
                </a:cxn>
                <a:cxn ang="0">
                  <a:pos x="191" y="291"/>
                </a:cxn>
                <a:cxn ang="0">
                  <a:pos x="304" y="143"/>
                </a:cxn>
                <a:cxn ang="0">
                  <a:pos x="329" y="111"/>
                </a:cxn>
                <a:cxn ang="0">
                  <a:pos x="353" y="77"/>
                </a:cxn>
                <a:cxn ang="0">
                  <a:pos x="378" y="41"/>
                </a:cxn>
                <a:cxn ang="0">
                  <a:pos x="393" y="24"/>
                </a:cxn>
                <a:cxn ang="0">
                  <a:pos x="410" y="9"/>
                </a:cxn>
                <a:cxn ang="0">
                  <a:pos x="411" y="7"/>
                </a:cxn>
                <a:cxn ang="0">
                  <a:pos x="411" y="2"/>
                </a:cxn>
                <a:cxn ang="0">
                  <a:pos x="408" y="0"/>
                </a:cxn>
                <a:cxn ang="0">
                  <a:pos x="405" y="1"/>
                </a:cxn>
              </a:cxnLst>
              <a:rect l="0" t="0" r="r" b="b"/>
              <a:pathLst>
                <a:path w="411" h="560">
                  <a:moveTo>
                    <a:pt x="405" y="1"/>
                  </a:moveTo>
                  <a:lnTo>
                    <a:pt x="405" y="1"/>
                  </a:lnTo>
                  <a:lnTo>
                    <a:pt x="392" y="12"/>
                  </a:lnTo>
                  <a:lnTo>
                    <a:pt x="379" y="25"/>
                  </a:lnTo>
                  <a:lnTo>
                    <a:pt x="368" y="38"/>
                  </a:lnTo>
                  <a:lnTo>
                    <a:pt x="357" y="51"/>
                  </a:lnTo>
                  <a:lnTo>
                    <a:pt x="337" y="81"/>
                  </a:lnTo>
                  <a:lnTo>
                    <a:pt x="317" y="109"/>
                  </a:lnTo>
                  <a:lnTo>
                    <a:pt x="317" y="109"/>
                  </a:lnTo>
                  <a:lnTo>
                    <a:pt x="256" y="191"/>
                  </a:lnTo>
                  <a:lnTo>
                    <a:pt x="194" y="271"/>
                  </a:lnTo>
                  <a:lnTo>
                    <a:pt x="194" y="271"/>
                  </a:lnTo>
                  <a:lnTo>
                    <a:pt x="164" y="310"/>
                  </a:lnTo>
                  <a:lnTo>
                    <a:pt x="134" y="347"/>
                  </a:lnTo>
                  <a:lnTo>
                    <a:pt x="73" y="420"/>
                  </a:lnTo>
                  <a:lnTo>
                    <a:pt x="73" y="420"/>
                  </a:lnTo>
                  <a:lnTo>
                    <a:pt x="61" y="436"/>
                  </a:lnTo>
                  <a:lnTo>
                    <a:pt x="49" y="451"/>
                  </a:lnTo>
                  <a:lnTo>
                    <a:pt x="38" y="467"/>
                  </a:lnTo>
                  <a:lnTo>
                    <a:pt x="28" y="483"/>
                  </a:lnTo>
                  <a:lnTo>
                    <a:pt x="19" y="500"/>
                  </a:lnTo>
                  <a:lnTo>
                    <a:pt x="11" y="516"/>
                  </a:lnTo>
                  <a:lnTo>
                    <a:pt x="4" y="535"/>
                  </a:lnTo>
                  <a:lnTo>
                    <a:pt x="0" y="553"/>
                  </a:lnTo>
                  <a:lnTo>
                    <a:pt x="0" y="553"/>
                  </a:lnTo>
                  <a:lnTo>
                    <a:pt x="0" y="556"/>
                  </a:lnTo>
                  <a:lnTo>
                    <a:pt x="0" y="558"/>
                  </a:lnTo>
                  <a:lnTo>
                    <a:pt x="2" y="559"/>
                  </a:lnTo>
                  <a:lnTo>
                    <a:pt x="3" y="560"/>
                  </a:lnTo>
                  <a:lnTo>
                    <a:pt x="5" y="560"/>
                  </a:lnTo>
                  <a:lnTo>
                    <a:pt x="6" y="559"/>
                  </a:lnTo>
                  <a:lnTo>
                    <a:pt x="8" y="558"/>
                  </a:lnTo>
                  <a:lnTo>
                    <a:pt x="9" y="557"/>
                  </a:lnTo>
                  <a:lnTo>
                    <a:pt x="9" y="557"/>
                  </a:lnTo>
                  <a:lnTo>
                    <a:pt x="15" y="536"/>
                  </a:lnTo>
                  <a:lnTo>
                    <a:pt x="22" y="516"/>
                  </a:lnTo>
                  <a:lnTo>
                    <a:pt x="30" y="499"/>
                  </a:lnTo>
                  <a:lnTo>
                    <a:pt x="40" y="480"/>
                  </a:lnTo>
                  <a:lnTo>
                    <a:pt x="52" y="464"/>
                  </a:lnTo>
                  <a:lnTo>
                    <a:pt x="64" y="447"/>
                  </a:lnTo>
                  <a:lnTo>
                    <a:pt x="90" y="415"/>
                  </a:lnTo>
                  <a:lnTo>
                    <a:pt x="90" y="415"/>
                  </a:lnTo>
                  <a:lnTo>
                    <a:pt x="142" y="353"/>
                  </a:lnTo>
                  <a:lnTo>
                    <a:pt x="167" y="322"/>
                  </a:lnTo>
                  <a:lnTo>
                    <a:pt x="191" y="291"/>
                  </a:lnTo>
                  <a:lnTo>
                    <a:pt x="191" y="291"/>
                  </a:lnTo>
                  <a:lnTo>
                    <a:pt x="247" y="217"/>
                  </a:lnTo>
                  <a:lnTo>
                    <a:pt x="304" y="143"/>
                  </a:lnTo>
                  <a:lnTo>
                    <a:pt x="304" y="143"/>
                  </a:lnTo>
                  <a:lnTo>
                    <a:pt x="329" y="111"/>
                  </a:lnTo>
                  <a:lnTo>
                    <a:pt x="353" y="77"/>
                  </a:lnTo>
                  <a:lnTo>
                    <a:pt x="353" y="77"/>
                  </a:lnTo>
                  <a:lnTo>
                    <a:pt x="366" y="59"/>
                  </a:lnTo>
                  <a:lnTo>
                    <a:pt x="378" y="41"/>
                  </a:lnTo>
                  <a:lnTo>
                    <a:pt x="385" y="32"/>
                  </a:lnTo>
                  <a:lnTo>
                    <a:pt x="393" y="24"/>
                  </a:lnTo>
                  <a:lnTo>
                    <a:pt x="401" y="16"/>
                  </a:lnTo>
                  <a:lnTo>
                    <a:pt x="410" y="9"/>
                  </a:lnTo>
                  <a:lnTo>
                    <a:pt x="410" y="9"/>
                  </a:lnTo>
                  <a:lnTo>
                    <a:pt x="411" y="7"/>
                  </a:lnTo>
                  <a:lnTo>
                    <a:pt x="411" y="6"/>
                  </a:lnTo>
                  <a:lnTo>
                    <a:pt x="411" y="2"/>
                  </a:lnTo>
                  <a:lnTo>
                    <a:pt x="410" y="1"/>
                  </a:lnTo>
                  <a:lnTo>
                    <a:pt x="408" y="0"/>
                  </a:lnTo>
                  <a:lnTo>
                    <a:pt x="407" y="0"/>
                  </a:lnTo>
                  <a:lnTo>
                    <a:pt x="405" y="1"/>
                  </a:lnTo>
                  <a:lnTo>
                    <a:pt x="405"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8" name="Freeform 419"/>
            <p:cNvSpPr/>
            <p:nvPr/>
          </p:nvSpPr>
          <p:spPr bwMode="auto">
            <a:xfrm>
              <a:off x="6213476" y="3122613"/>
              <a:ext cx="284163" cy="357188"/>
            </a:xfrm>
            <a:custGeom>
              <a:avLst/>
              <a:gdLst/>
              <a:ahLst/>
              <a:cxnLst>
                <a:cxn ang="0">
                  <a:pos x="528" y="1"/>
                </a:cxn>
                <a:cxn ang="0">
                  <a:pos x="491" y="35"/>
                </a:cxn>
                <a:cxn ang="0">
                  <a:pos x="458" y="73"/>
                </a:cxn>
                <a:cxn ang="0">
                  <a:pos x="427" y="112"/>
                </a:cxn>
                <a:cxn ang="0">
                  <a:pos x="399" y="153"/>
                </a:cxn>
                <a:cxn ang="0">
                  <a:pos x="349" y="223"/>
                </a:cxn>
                <a:cxn ang="0">
                  <a:pos x="330" y="245"/>
                </a:cxn>
                <a:cxn ang="0">
                  <a:pos x="294" y="286"/>
                </a:cxn>
                <a:cxn ang="0">
                  <a:pos x="258" y="328"/>
                </a:cxn>
                <a:cxn ang="0">
                  <a:pos x="225" y="367"/>
                </a:cxn>
                <a:cxn ang="0">
                  <a:pos x="195" y="408"/>
                </a:cxn>
                <a:cxn ang="0">
                  <a:pos x="176" y="432"/>
                </a:cxn>
                <a:cxn ang="0">
                  <a:pos x="137" y="478"/>
                </a:cxn>
                <a:cxn ang="0">
                  <a:pos x="118" y="501"/>
                </a:cxn>
                <a:cxn ang="0">
                  <a:pos x="87" y="543"/>
                </a:cxn>
                <a:cxn ang="0">
                  <a:pos x="57" y="586"/>
                </a:cxn>
                <a:cxn ang="0">
                  <a:pos x="43" y="606"/>
                </a:cxn>
                <a:cxn ang="0">
                  <a:pos x="13" y="646"/>
                </a:cxn>
                <a:cxn ang="0">
                  <a:pos x="0" y="666"/>
                </a:cxn>
                <a:cxn ang="0">
                  <a:pos x="0" y="669"/>
                </a:cxn>
                <a:cxn ang="0">
                  <a:pos x="1" y="672"/>
                </a:cxn>
                <a:cxn ang="0">
                  <a:pos x="4" y="674"/>
                </a:cxn>
                <a:cxn ang="0">
                  <a:pos x="7" y="673"/>
                </a:cxn>
                <a:cxn ang="0">
                  <a:pos x="8" y="672"/>
                </a:cxn>
                <a:cxn ang="0">
                  <a:pos x="20" y="652"/>
                </a:cxn>
                <a:cxn ang="0">
                  <a:pos x="48" y="616"/>
                </a:cxn>
                <a:cxn ang="0">
                  <a:pos x="62" y="597"/>
                </a:cxn>
                <a:cxn ang="0">
                  <a:pos x="95" y="548"/>
                </a:cxn>
                <a:cxn ang="0">
                  <a:pos x="130" y="501"/>
                </a:cxn>
                <a:cxn ang="0">
                  <a:pos x="164" y="461"/>
                </a:cxn>
                <a:cxn ang="0">
                  <a:pos x="197" y="421"/>
                </a:cxn>
                <a:cxn ang="0">
                  <a:pos x="231" y="377"/>
                </a:cxn>
                <a:cxn ang="0">
                  <a:pos x="264" y="334"/>
                </a:cxn>
                <a:cxn ang="0">
                  <a:pos x="330" y="257"/>
                </a:cxn>
                <a:cxn ang="0">
                  <a:pos x="378" y="199"/>
                </a:cxn>
                <a:cxn ang="0">
                  <a:pos x="392" y="178"/>
                </a:cxn>
                <a:cxn ang="0">
                  <a:pos x="441" y="110"/>
                </a:cxn>
                <a:cxn ang="0">
                  <a:pos x="475" y="67"/>
                </a:cxn>
                <a:cxn ang="0">
                  <a:pos x="513" y="27"/>
                </a:cxn>
                <a:cxn ang="0">
                  <a:pos x="534" y="9"/>
                </a:cxn>
                <a:cxn ang="0">
                  <a:pos x="536" y="5"/>
                </a:cxn>
                <a:cxn ang="0">
                  <a:pos x="534" y="2"/>
                </a:cxn>
                <a:cxn ang="0">
                  <a:pos x="529" y="0"/>
                </a:cxn>
                <a:cxn ang="0">
                  <a:pos x="528" y="1"/>
                </a:cxn>
              </a:cxnLst>
              <a:rect l="0" t="0" r="r" b="b"/>
              <a:pathLst>
                <a:path w="536" h="674">
                  <a:moveTo>
                    <a:pt x="528" y="1"/>
                  </a:moveTo>
                  <a:lnTo>
                    <a:pt x="528" y="1"/>
                  </a:lnTo>
                  <a:lnTo>
                    <a:pt x="509" y="18"/>
                  </a:lnTo>
                  <a:lnTo>
                    <a:pt x="491" y="35"/>
                  </a:lnTo>
                  <a:lnTo>
                    <a:pt x="474" y="54"/>
                  </a:lnTo>
                  <a:lnTo>
                    <a:pt x="458" y="73"/>
                  </a:lnTo>
                  <a:lnTo>
                    <a:pt x="443" y="92"/>
                  </a:lnTo>
                  <a:lnTo>
                    <a:pt x="427" y="112"/>
                  </a:lnTo>
                  <a:lnTo>
                    <a:pt x="399" y="153"/>
                  </a:lnTo>
                  <a:lnTo>
                    <a:pt x="399" y="153"/>
                  </a:lnTo>
                  <a:lnTo>
                    <a:pt x="365" y="200"/>
                  </a:lnTo>
                  <a:lnTo>
                    <a:pt x="349" y="223"/>
                  </a:lnTo>
                  <a:lnTo>
                    <a:pt x="330" y="245"/>
                  </a:lnTo>
                  <a:lnTo>
                    <a:pt x="330" y="245"/>
                  </a:lnTo>
                  <a:lnTo>
                    <a:pt x="313" y="267"/>
                  </a:lnTo>
                  <a:lnTo>
                    <a:pt x="294" y="286"/>
                  </a:lnTo>
                  <a:lnTo>
                    <a:pt x="276" y="307"/>
                  </a:lnTo>
                  <a:lnTo>
                    <a:pt x="258" y="328"/>
                  </a:lnTo>
                  <a:lnTo>
                    <a:pt x="258" y="328"/>
                  </a:lnTo>
                  <a:lnTo>
                    <a:pt x="225" y="367"/>
                  </a:lnTo>
                  <a:lnTo>
                    <a:pt x="210" y="388"/>
                  </a:lnTo>
                  <a:lnTo>
                    <a:pt x="195" y="408"/>
                  </a:lnTo>
                  <a:lnTo>
                    <a:pt x="195" y="408"/>
                  </a:lnTo>
                  <a:lnTo>
                    <a:pt x="176" y="432"/>
                  </a:lnTo>
                  <a:lnTo>
                    <a:pt x="157" y="455"/>
                  </a:lnTo>
                  <a:lnTo>
                    <a:pt x="137" y="478"/>
                  </a:lnTo>
                  <a:lnTo>
                    <a:pt x="118" y="501"/>
                  </a:lnTo>
                  <a:lnTo>
                    <a:pt x="118" y="501"/>
                  </a:lnTo>
                  <a:lnTo>
                    <a:pt x="102" y="522"/>
                  </a:lnTo>
                  <a:lnTo>
                    <a:pt x="87" y="543"/>
                  </a:lnTo>
                  <a:lnTo>
                    <a:pt x="71" y="564"/>
                  </a:lnTo>
                  <a:lnTo>
                    <a:pt x="57" y="586"/>
                  </a:lnTo>
                  <a:lnTo>
                    <a:pt x="57" y="586"/>
                  </a:lnTo>
                  <a:lnTo>
                    <a:pt x="43" y="606"/>
                  </a:lnTo>
                  <a:lnTo>
                    <a:pt x="28" y="625"/>
                  </a:lnTo>
                  <a:lnTo>
                    <a:pt x="13" y="646"/>
                  </a:lnTo>
                  <a:lnTo>
                    <a:pt x="6" y="656"/>
                  </a:lnTo>
                  <a:lnTo>
                    <a:pt x="0" y="666"/>
                  </a:lnTo>
                  <a:lnTo>
                    <a:pt x="0" y="666"/>
                  </a:lnTo>
                  <a:lnTo>
                    <a:pt x="0" y="669"/>
                  </a:lnTo>
                  <a:lnTo>
                    <a:pt x="0" y="671"/>
                  </a:lnTo>
                  <a:lnTo>
                    <a:pt x="1" y="672"/>
                  </a:lnTo>
                  <a:lnTo>
                    <a:pt x="2" y="673"/>
                  </a:lnTo>
                  <a:lnTo>
                    <a:pt x="4" y="674"/>
                  </a:lnTo>
                  <a:lnTo>
                    <a:pt x="6" y="674"/>
                  </a:lnTo>
                  <a:lnTo>
                    <a:pt x="7" y="673"/>
                  </a:lnTo>
                  <a:lnTo>
                    <a:pt x="8" y="672"/>
                  </a:lnTo>
                  <a:lnTo>
                    <a:pt x="8" y="672"/>
                  </a:lnTo>
                  <a:lnTo>
                    <a:pt x="14" y="661"/>
                  </a:lnTo>
                  <a:lnTo>
                    <a:pt x="20" y="652"/>
                  </a:lnTo>
                  <a:lnTo>
                    <a:pt x="35" y="633"/>
                  </a:lnTo>
                  <a:lnTo>
                    <a:pt x="48" y="616"/>
                  </a:lnTo>
                  <a:lnTo>
                    <a:pt x="62" y="597"/>
                  </a:lnTo>
                  <a:lnTo>
                    <a:pt x="62" y="597"/>
                  </a:lnTo>
                  <a:lnTo>
                    <a:pt x="77" y="572"/>
                  </a:lnTo>
                  <a:lnTo>
                    <a:pt x="95" y="548"/>
                  </a:lnTo>
                  <a:lnTo>
                    <a:pt x="111" y="524"/>
                  </a:lnTo>
                  <a:lnTo>
                    <a:pt x="130" y="501"/>
                  </a:lnTo>
                  <a:lnTo>
                    <a:pt x="130" y="501"/>
                  </a:lnTo>
                  <a:lnTo>
                    <a:pt x="164" y="461"/>
                  </a:lnTo>
                  <a:lnTo>
                    <a:pt x="197" y="421"/>
                  </a:lnTo>
                  <a:lnTo>
                    <a:pt x="197" y="421"/>
                  </a:lnTo>
                  <a:lnTo>
                    <a:pt x="215" y="399"/>
                  </a:lnTo>
                  <a:lnTo>
                    <a:pt x="231" y="377"/>
                  </a:lnTo>
                  <a:lnTo>
                    <a:pt x="248" y="356"/>
                  </a:lnTo>
                  <a:lnTo>
                    <a:pt x="264" y="334"/>
                  </a:lnTo>
                  <a:lnTo>
                    <a:pt x="264" y="334"/>
                  </a:lnTo>
                  <a:lnTo>
                    <a:pt x="330" y="257"/>
                  </a:lnTo>
                  <a:lnTo>
                    <a:pt x="362" y="219"/>
                  </a:lnTo>
                  <a:lnTo>
                    <a:pt x="378" y="199"/>
                  </a:lnTo>
                  <a:lnTo>
                    <a:pt x="392" y="178"/>
                  </a:lnTo>
                  <a:lnTo>
                    <a:pt x="392" y="178"/>
                  </a:lnTo>
                  <a:lnTo>
                    <a:pt x="424" y="132"/>
                  </a:lnTo>
                  <a:lnTo>
                    <a:pt x="441" y="110"/>
                  </a:lnTo>
                  <a:lnTo>
                    <a:pt x="457" y="88"/>
                  </a:lnTo>
                  <a:lnTo>
                    <a:pt x="475" y="67"/>
                  </a:lnTo>
                  <a:lnTo>
                    <a:pt x="494" y="47"/>
                  </a:lnTo>
                  <a:lnTo>
                    <a:pt x="513" y="27"/>
                  </a:lnTo>
                  <a:lnTo>
                    <a:pt x="534" y="9"/>
                  </a:lnTo>
                  <a:lnTo>
                    <a:pt x="534" y="9"/>
                  </a:lnTo>
                  <a:lnTo>
                    <a:pt x="535" y="6"/>
                  </a:lnTo>
                  <a:lnTo>
                    <a:pt x="536" y="5"/>
                  </a:lnTo>
                  <a:lnTo>
                    <a:pt x="535" y="3"/>
                  </a:lnTo>
                  <a:lnTo>
                    <a:pt x="534" y="2"/>
                  </a:lnTo>
                  <a:lnTo>
                    <a:pt x="531" y="0"/>
                  </a:lnTo>
                  <a:lnTo>
                    <a:pt x="529" y="0"/>
                  </a:lnTo>
                  <a:lnTo>
                    <a:pt x="528" y="1"/>
                  </a:lnTo>
                  <a:lnTo>
                    <a:pt x="528"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9" name="Freeform 420"/>
            <p:cNvSpPr/>
            <p:nvPr/>
          </p:nvSpPr>
          <p:spPr bwMode="auto">
            <a:xfrm>
              <a:off x="6230938" y="3341688"/>
              <a:ext cx="122238" cy="155575"/>
            </a:xfrm>
            <a:custGeom>
              <a:avLst/>
              <a:gdLst/>
              <a:ahLst/>
              <a:cxnLst>
                <a:cxn ang="0">
                  <a:pos x="224" y="2"/>
                </a:cxn>
                <a:cxn ang="0">
                  <a:pos x="224" y="2"/>
                </a:cxn>
                <a:cxn ang="0">
                  <a:pos x="196" y="29"/>
                </a:cxn>
                <a:cxn ang="0">
                  <a:pos x="183" y="43"/>
                </a:cxn>
                <a:cxn ang="0">
                  <a:pos x="170" y="58"/>
                </a:cxn>
                <a:cxn ang="0">
                  <a:pos x="170" y="58"/>
                </a:cxn>
                <a:cxn ang="0">
                  <a:pos x="155" y="82"/>
                </a:cxn>
                <a:cxn ang="0">
                  <a:pos x="139" y="106"/>
                </a:cxn>
                <a:cxn ang="0">
                  <a:pos x="123" y="128"/>
                </a:cxn>
                <a:cxn ang="0">
                  <a:pos x="115" y="140"/>
                </a:cxn>
                <a:cxn ang="0">
                  <a:pos x="104" y="150"/>
                </a:cxn>
                <a:cxn ang="0">
                  <a:pos x="104" y="150"/>
                </a:cxn>
                <a:cxn ang="0">
                  <a:pos x="91" y="166"/>
                </a:cxn>
                <a:cxn ang="0">
                  <a:pos x="77" y="182"/>
                </a:cxn>
                <a:cxn ang="0">
                  <a:pos x="53" y="215"/>
                </a:cxn>
                <a:cxn ang="0">
                  <a:pos x="53" y="215"/>
                </a:cxn>
                <a:cxn ang="0">
                  <a:pos x="26" y="250"/>
                </a:cxn>
                <a:cxn ang="0">
                  <a:pos x="12" y="269"/>
                </a:cxn>
                <a:cxn ang="0">
                  <a:pos x="1" y="288"/>
                </a:cxn>
                <a:cxn ang="0">
                  <a:pos x="1" y="288"/>
                </a:cxn>
                <a:cxn ang="0">
                  <a:pos x="0" y="290"/>
                </a:cxn>
                <a:cxn ang="0">
                  <a:pos x="0" y="292"/>
                </a:cxn>
                <a:cxn ang="0">
                  <a:pos x="1" y="293"/>
                </a:cxn>
                <a:cxn ang="0">
                  <a:pos x="2" y="294"/>
                </a:cxn>
                <a:cxn ang="0">
                  <a:pos x="4" y="295"/>
                </a:cxn>
                <a:cxn ang="0">
                  <a:pos x="6" y="295"/>
                </a:cxn>
                <a:cxn ang="0">
                  <a:pos x="7" y="294"/>
                </a:cxn>
                <a:cxn ang="0">
                  <a:pos x="8" y="293"/>
                </a:cxn>
                <a:cxn ang="0">
                  <a:pos x="8" y="293"/>
                </a:cxn>
                <a:cxn ang="0">
                  <a:pos x="20" y="275"/>
                </a:cxn>
                <a:cxn ang="0">
                  <a:pos x="31" y="259"/>
                </a:cxn>
                <a:cxn ang="0">
                  <a:pos x="56" y="227"/>
                </a:cxn>
                <a:cxn ang="0">
                  <a:pos x="56" y="227"/>
                </a:cxn>
                <a:cxn ang="0">
                  <a:pos x="86" y="188"/>
                </a:cxn>
                <a:cxn ang="0">
                  <a:pos x="101" y="169"/>
                </a:cxn>
                <a:cxn ang="0">
                  <a:pos x="117" y="151"/>
                </a:cxn>
                <a:cxn ang="0">
                  <a:pos x="117" y="151"/>
                </a:cxn>
                <a:cxn ang="0">
                  <a:pos x="124" y="143"/>
                </a:cxn>
                <a:cxn ang="0">
                  <a:pos x="131" y="135"/>
                </a:cxn>
                <a:cxn ang="0">
                  <a:pos x="144" y="116"/>
                </a:cxn>
                <a:cxn ang="0">
                  <a:pos x="168" y="78"/>
                </a:cxn>
                <a:cxn ang="0">
                  <a:pos x="168" y="78"/>
                </a:cxn>
                <a:cxn ang="0">
                  <a:pos x="175" y="69"/>
                </a:cxn>
                <a:cxn ang="0">
                  <a:pos x="183" y="59"/>
                </a:cxn>
                <a:cxn ang="0">
                  <a:pos x="198" y="42"/>
                </a:cxn>
                <a:cxn ang="0">
                  <a:pos x="230" y="9"/>
                </a:cxn>
                <a:cxn ang="0">
                  <a:pos x="230" y="9"/>
                </a:cxn>
                <a:cxn ang="0">
                  <a:pos x="232" y="8"/>
                </a:cxn>
                <a:cxn ang="0">
                  <a:pos x="232" y="6"/>
                </a:cxn>
                <a:cxn ang="0">
                  <a:pos x="231" y="3"/>
                </a:cxn>
                <a:cxn ang="0">
                  <a:pos x="230" y="2"/>
                </a:cxn>
                <a:cxn ang="0">
                  <a:pos x="229" y="1"/>
                </a:cxn>
                <a:cxn ang="0">
                  <a:pos x="227" y="0"/>
                </a:cxn>
                <a:cxn ang="0">
                  <a:pos x="226" y="1"/>
                </a:cxn>
                <a:cxn ang="0">
                  <a:pos x="224" y="2"/>
                </a:cxn>
                <a:cxn ang="0">
                  <a:pos x="224" y="2"/>
                </a:cxn>
              </a:cxnLst>
              <a:rect l="0" t="0" r="r" b="b"/>
              <a:pathLst>
                <a:path w="232" h="295">
                  <a:moveTo>
                    <a:pt x="224" y="2"/>
                  </a:moveTo>
                  <a:lnTo>
                    <a:pt x="224" y="2"/>
                  </a:lnTo>
                  <a:lnTo>
                    <a:pt x="196" y="29"/>
                  </a:lnTo>
                  <a:lnTo>
                    <a:pt x="183" y="43"/>
                  </a:lnTo>
                  <a:lnTo>
                    <a:pt x="170" y="58"/>
                  </a:lnTo>
                  <a:lnTo>
                    <a:pt x="170" y="58"/>
                  </a:lnTo>
                  <a:lnTo>
                    <a:pt x="155" y="82"/>
                  </a:lnTo>
                  <a:lnTo>
                    <a:pt x="139" y="106"/>
                  </a:lnTo>
                  <a:lnTo>
                    <a:pt x="123" y="128"/>
                  </a:lnTo>
                  <a:lnTo>
                    <a:pt x="115" y="140"/>
                  </a:lnTo>
                  <a:lnTo>
                    <a:pt x="104" y="150"/>
                  </a:lnTo>
                  <a:lnTo>
                    <a:pt x="104" y="150"/>
                  </a:lnTo>
                  <a:lnTo>
                    <a:pt x="91" y="166"/>
                  </a:lnTo>
                  <a:lnTo>
                    <a:pt x="77" y="182"/>
                  </a:lnTo>
                  <a:lnTo>
                    <a:pt x="53" y="215"/>
                  </a:lnTo>
                  <a:lnTo>
                    <a:pt x="53" y="215"/>
                  </a:lnTo>
                  <a:lnTo>
                    <a:pt x="26" y="250"/>
                  </a:lnTo>
                  <a:lnTo>
                    <a:pt x="12" y="269"/>
                  </a:lnTo>
                  <a:lnTo>
                    <a:pt x="1" y="288"/>
                  </a:lnTo>
                  <a:lnTo>
                    <a:pt x="1" y="288"/>
                  </a:lnTo>
                  <a:lnTo>
                    <a:pt x="0" y="290"/>
                  </a:lnTo>
                  <a:lnTo>
                    <a:pt x="0" y="292"/>
                  </a:lnTo>
                  <a:lnTo>
                    <a:pt x="1" y="293"/>
                  </a:lnTo>
                  <a:lnTo>
                    <a:pt x="2" y="294"/>
                  </a:lnTo>
                  <a:lnTo>
                    <a:pt x="4" y="295"/>
                  </a:lnTo>
                  <a:lnTo>
                    <a:pt x="6" y="295"/>
                  </a:lnTo>
                  <a:lnTo>
                    <a:pt x="7" y="294"/>
                  </a:lnTo>
                  <a:lnTo>
                    <a:pt x="8" y="293"/>
                  </a:lnTo>
                  <a:lnTo>
                    <a:pt x="8" y="293"/>
                  </a:lnTo>
                  <a:lnTo>
                    <a:pt x="20" y="275"/>
                  </a:lnTo>
                  <a:lnTo>
                    <a:pt x="31" y="259"/>
                  </a:lnTo>
                  <a:lnTo>
                    <a:pt x="56" y="227"/>
                  </a:lnTo>
                  <a:lnTo>
                    <a:pt x="56" y="227"/>
                  </a:lnTo>
                  <a:lnTo>
                    <a:pt x="86" y="188"/>
                  </a:lnTo>
                  <a:lnTo>
                    <a:pt x="101" y="169"/>
                  </a:lnTo>
                  <a:lnTo>
                    <a:pt x="117" y="151"/>
                  </a:lnTo>
                  <a:lnTo>
                    <a:pt x="117" y="151"/>
                  </a:lnTo>
                  <a:lnTo>
                    <a:pt x="124" y="143"/>
                  </a:lnTo>
                  <a:lnTo>
                    <a:pt x="131" y="135"/>
                  </a:lnTo>
                  <a:lnTo>
                    <a:pt x="144" y="116"/>
                  </a:lnTo>
                  <a:lnTo>
                    <a:pt x="168" y="78"/>
                  </a:lnTo>
                  <a:lnTo>
                    <a:pt x="168" y="78"/>
                  </a:lnTo>
                  <a:lnTo>
                    <a:pt x="175" y="69"/>
                  </a:lnTo>
                  <a:lnTo>
                    <a:pt x="183" y="59"/>
                  </a:lnTo>
                  <a:lnTo>
                    <a:pt x="198" y="42"/>
                  </a:lnTo>
                  <a:lnTo>
                    <a:pt x="230" y="9"/>
                  </a:lnTo>
                  <a:lnTo>
                    <a:pt x="230" y="9"/>
                  </a:lnTo>
                  <a:lnTo>
                    <a:pt x="232" y="8"/>
                  </a:lnTo>
                  <a:lnTo>
                    <a:pt x="232" y="6"/>
                  </a:lnTo>
                  <a:lnTo>
                    <a:pt x="231" y="3"/>
                  </a:lnTo>
                  <a:lnTo>
                    <a:pt x="230" y="2"/>
                  </a:lnTo>
                  <a:lnTo>
                    <a:pt x="229" y="1"/>
                  </a:lnTo>
                  <a:lnTo>
                    <a:pt x="227" y="0"/>
                  </a:lnTo>
                  <a:lnTo>
                    <a:pt x="226" y="1"/>
                  </a:lnTo>
                  <a:lnTo>
                    <a:pt x="224" y="2"/>
                  </a:lnTo>
                  <a:lnTo>
                    <a:pt x="224"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0" name="Freeform 421"/>
            <p:cNvSpPr/>
            <p:nvPr/>
          </p:nvSpPr>
          <p:spPr bwMode="auto">
            <a:xfrm>
              <a:off x="6240463" y="3398838"/>
              <a:ext cx="98425" cy="134938"/>
            </a:xfrm>
            <a:custGeom>
              <a:avLst/>
              <a:gdLst/>
              <a:ahLst/>
              <a:cxnLst>
                <a:cxn ang="0">
                  <a:pos x="177" y="2"/>
                </a:cxn>
                <a:cxn ang="0">
                  <a:pos x="177" y="2"/>
                </a:cxn>
                <a:cxn ang="0">
                  <a:pos x="153" y="36"/>
                </a:cxn>
                <a:cxn ang="0">
                  <a:pos x="129" y="70"/>
                </a:cxn>
                <a:cxn ang="0">
                  <a:pos x="104" y="103"/>
                </a:cxn>
                <a:cxn ang="0">
                  <a:pos x="77" y="135"/>
                </a:cxn>
                <a:cxn ang="0">
                  <a:pos x="77" y="135"/>
                </a:cxn>
                <a:cxn ang="0">
                  <a:pos x="56" y="162"/>
                </a:cxn>
                <a:cxn ang="0">
                  <a:pos x="35" y="190"/>
                </a:cxn>
                <a:cxn ang="0">
                  <a:pos x="25" y="204"/>
                </a:cxn>
                <a:cxn ang="0">
                  <a:pos x="16" y="219"/>
                </a:cxn>
                <a:cxn ang="0">
                  <a:pos x="8" y="234"/>
                </a:cxn>
                <a:cxn ang="0">
                  <a:pos x="0" y="250"/>
                </a:cxn>
                <a:cxn ang="0">
                  <a:pos x="0" y="250"/>
                </a:cxn>
                <a:cxn ang="0">
                  <a:pos x="0" y="252"/>
                </a:cxn>
                <a:cxn ang="0">
                  <a:pos x="2" y="253"/>
                </a:cxn>
                <a:cxn ang="0">
                  <a:pos x="3" y="255"/>
                </a:cxn>
                <a:cxn ang="0">
                  <a:pos x="4" y="255"/>
                </a:cxn>
                <a:cxn ang="0">
                  <a:pos x="8" y="255"/>
                </a:cxn>
                <a:cxn ang="0">
                  <a:pos x="9" y="254"/>
                </a:cxn>
                <a:cxn ang="0">
                  <a:pos x="10" y="252"/>
                </a:cxn>
                <a:cxn ang="0">
                  <a:pos x="10" y="252"/>
                </a:cxn>
                <a:cxn ang="0">
                  <a:pos x="18" y="236"/>
                </a:cxn>
                <a:cxn ang="0">
                  <a:pos x="26" y="221"/>
                </a:cxn>
                <a:cxn ang="0">
                  <a:pos x="37" y="205"/>
                </a:cxn>
                <a:cxn ang="0">
                  <a:pos x="47" y="192"/>
                </a:cxn>
                <a:cxn ang="0">
                  <a:pos x="69" y="163"/>
                </a:cxn>
                <a:cxn ang="0">
                  <a:pos x="80" y="150"/>
                </a:cxn>
                <a:cxn ang="0">
                  <a:pos x="90" y="135"/>
                </a:cxn>
                <a:cxn ang="0">
                  <a:pos x="90" y="135"/>
                </a:cxn>
                <a:cxn ang="0">
                  <a:pos x="113" y="102"/>
                </a:cxn>
                <a:cxn ang="0">
                  <a:pos x="138" y="71"/>
                </a:cxn>
                <a:cxn ang="0">
                  <a:pos x="162" y="39"/>
                </a:cxn>
                <a:cxn ang="0">
                  <a:pos x="185" y="7"/>
                </a:cxn>
                <a:cxn ang="0">
                  <a:pos x="185" y="7"/>
                </a:cxn>
                <a:cxn ang="0">
                  <a:pos x="185" y="5"/>
                </a:cxn>
                <a:cxn ang="0">
                  <a:pos x="185" y="3"/>
                </a:cxn>
                <a:cxn ang="0">
                  <a:pos x="184" y="2"/>
                </a:cxn>
                <a:cxn ang="0">
                  <a:pos x="183" y="1"/>
                </a:cxn>
                <a:cxn ang="0">
                  <a:pos x="182" y="0"/>
                </a:cxn>
                <a:cxn ang="0">
                  <a:pos x="180" y="0"/>
                </a:cxn>
                <a:cxn ang="0">
                  <a:pos x="178" y="1"/>
                </a:cxn>
                <a:cxn ang="0">
                  <a:pos x="177" y="2"/>
                </a:cxn>
                <a:cxn ang="0">
                  <a:pos x="177" y="2"/>
                </a:cxn>
              </a:cxnLst>
              <a:rect l="0" t="0" r="r" b="b"/>
              <a:pathLst>
                <a:path w="185" h="255">
                  <a:moveTo>
                    <a:pt x="177" y="2"/>
                  </a:moveTo>
                  <a:lnTo>
                    <a:pt x="177" y="2"/>
                  </a:lnTo>
                  <a:lnTo>
                    <a:pt x="153" y="36"/>
                  </a:lnTo>
                  <a:lnTo>
                    <a:pt x="129" y="70"/>
                  </a:lnTo>
                  <a:lnTo>
                    <a:pt x="104" y="103"/>
                  </a:lnTo>
                  <a:lnTo>
                    <a:pt x="77" y="135"/>
                  </a:lnTo>
                  <a:lnTo>
                    <a:pt x="77" y="135"/>
                  </a:lnTo>
                  <a:lnTo>
                    <a:pt x="56" y="162"/>
                  </a:lnTo>
                  <a:lnTo>
                    <a:pt x="35" y="190"/>
                  </a:lnTo>
                  <a:lnTo>
                    <a:pt x="25" y="204"/>
                  </a:lnTo>
                  <a:lnTo>
                    <a:pt x="16" y="219"/>
                  </a:lnTo>
                  <a:lnTo>
                    <a:pt x="8" y="234"/>
                  </a:lnTo>
                  <a:lnTo>
                    <a:pt x="0" y="250"/>
                  </a:lnTo>
                  <a:lnTo>
                    <a:pt x="0" y="250"/>
                  </a:lnTo>
                  <a:lnTo>
                    <a:pt x="0" y="252"/>
                  </a:lnTo>
                  <a:lnTo>
                    <a:pt x="2" y="253"/>
                  </a:lnTo>
                  <a:lnTo>
                    <a:pt x="3" y="255"/>
                  </a:lnTo>
                  <a:lnTo>
                    <a:pt x="4" y="255"/>
                  </a:lnTo>
                  <a:lnTo>
                    <a:pt x="8" y="255"/>
                  </a:lnTo>
                  <a:lnTo>
                    <a:pt x="9" y="254"/>
                  </a:lnTo>
                  <a:lnTo>
                    <a:pt x="10" y="252"/>
                  </a:lnTo>
                  <a:lnTo>
                    <a:pt x="10" y="252"/>
                  </a:lnTo>
                  <a:lnTo>
                    <a:pt x="18" y="236"/>
                  </a:lnTo>
                  <a:lnTo>
                    <a:pt x="26" y="221"/>
                  </a:lnTo>
                  <a:lnTo>
                    <a:pt x="37" y="205"/>
                  </a:lnTo>
                  <a:lnTo>
                    <a:pt x="47" y="192"/>
                  </a:lnTo>
                  <a:lnTo>
                    <a:pt x="69" y="163"/>
                  </a:lnTo>
                  <a:lnTo>
                    <a:pt x="80" y="150"/>
                  </a:lnTo>
                  <a:lnTo>
                    <a:pt x="90" y="135"/>
                  </a:lnTo>
                  <a:lnTo>
                    <a:pt x="90" y="135"/>
                  </a:lnTo>
                  <a:lnTo>
                    <a:pt x="113" y="102"/>
                  </a:lnTo>
                  <a:lnTo>
                    <a:pt x="138" y="71"/>
                  </a:lnTo>
                  <a:lnTo>
                    <a:pt x="162" y="39"/>
                  </a:lnTo>
                  <a:lnTo>
                    <a:pt x="185" y="7"/>
                  </a:lnTo>
                  <a:lnTo>
                    <a:pt x="185" y="7"/>
                  </a:lnTo>
                  <a:lnTo>
                    <a:pt x="185" y="5"/>
                  </a:lnTo>
                  <a:lnTo>
                    <a:pt x="185" y="3"/>
                  </a:lnTo>
                  <a:lnTo>
                    <a:pt x="184" y="2"/>
                  </a:lnTo>
                  <a:lnTo>
                    <a:pt x="183" y="1"/>
                  </a:lnTo>
                  <a:lnTo>
                    <a:pt x="182" y="0"/>
                  </a:lnTo>
                  <a:lnTo>
                    <a:pt x="180" y="0"/>
                  </a:lnTo>
                  <a:lnTo>
                    <a:pt x="178" y="1"/>
                  </a:lnTo>
                  <a:lnTo>
                    <a:pt x="177" y="2"/>
                  </a:lnTo>
                  <a:lnTo>
                    <a:pt x="17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1" name="Freeform 422"/>
            <p:cNvSpPr/>
            <p:nvPr/>
          </p:nvSpPr>
          <p:spPr bwMode="auto">
            <a:xfrm>
              <a:off x="6251576" y="3451225"/>
              <a:ext cx="77788" cy="106363"/>
            </a:xfrm>
            <a:custGeom>
              <a:avLst/>
              <a:gdLst/>
              <a:ahLst/>
              <a:cxnLst>
                <a:cxn ang="0">
                  <a:pos x="139" y="2"/>
                </a:cxn>
                <a:cxn ang="0">
                  <a:pos x="139" y="2"/>
                </a:cxn>
                <a:cxn ang="0">
                  <a:pos x="121" y="19"/>
                </a:cxn>
                <a:cxn ang="0">
                  <a:pos x="113" y="28"/>
                </a:cxn>
                <a:cxn ang="0">
                  <a:pos x="104" y="37"/>
                </a:cxn>
                <a:cxn ang="0">
                  <a:pos x="104" y="37"/>
                </a:cxn>
                <a:cxn ang="0">
                  <a:pos x="94" y="54"/>
                </a:cxn>
                <a:cxn ang="0">
                  <a:pos x="84" y="71"/>
                </a:cxn>
                <a:cxn ang="0">
                  <a:pos x="73" y="88"/>
                </a:cxn>
                <a:cxn ang="0">
                  <a:pos x="62" y="103"/>
                </a:cxn>
                <a:cxn ang="0">
                  <a:pos x="62" y="103"/>
                </a:cxn>
                <a:cxn ang="0">
                  <a:pos x="17" y="160"/>
                </a:cxn>
                <a:cxn ang="0">
                  <a:pos x="17" y="160"/>
                </a:cxn>
                <a:cxn ang="0">
                  <a:pos x="10" y="168"/>
                </a:cxn>
                <a:cxn ang="0">
                  <a:pos x="5" y="177"/>
                </a:cxn>
                <a:cxn ang="0">
                  <a:pos x="2" y="185"/>
                </a:cxn>
                <a:cxn ang="0">
                  <a:pos x="0" y="194"/>
                </a:cxn>
                <a:cxn ang="0">
                  <a:pos x="0" y="194"/>
                </a:cxn>
                <a:cxn ang="0">
                  <a:pos x="0" y="196"/>
                </a:cxn>
                <a:cxn ang="0">
                  <a:pos x="1" y="198"/>
                </a:cxn>
                <a:cxn ang="0">
                  <a:pos x="2" y="199"/>
                </a:cxn>
                <a:cxn ang="0">
                  <a:pos x="4" y="199"/>
                </a:cxn>
                <a:cxn ang="0">
                  <a:pos x="7" y="198"/>
                </a:cxn>
                <a:cxn ang="0">
                  <a:pos x="8" y="196"/>
                </a:cxn>
                <a:cxn ang="0">
                  <a:pos x="9" y="194"/>
                </a:cxn>
                <a:cxn ang="0">
                  <a:pos x="9" y="194"/>
                </a:cxn>
                <a:cxn ang="0">
                  <a:pos x="11" y="187"/>
                </a:cxn>
                <a:cxn ang="0">
                  <a:pos x="15" y="180"/>
                </a:cxn>
                <a:cxn ang="0">
                  <a:pos x="19" y="173"/>
                </a:cxn>
                <a:cxn ang="0">
                  <a:pos x="24" y="165"/>
                </a:cxn>
                <a:cxn ang="0">
                  <a:pos x="35" y="151"/>
                </a:cxn>
                <a:cxn ang="0">
                  <a:pos x="46" y="138"/>
                </a:cxn>
                <a:cxn ang="0">
                  <a:pos x="46" y="138"/>
                </a:cxn>
                <a:cxn ang="0">
                  <a:pos x="61" y="121"/>
                </a:cxn>
                <a:cxn ang="0">
                  <a:pos x="68" y="112"/>
                </a:cxn>
                <a:cxn ang="0">
                  <a:pos x="74" y="102"/>
                </a:cxn>
                <a:cxn ang="0">
                  <a:pos x="74" y="102"/>
                </a:cxn>
                <a:cxn ang="0">
                  <a:pos x="91" y="78"/>
                </a:cxn>
                <a:cxn ang="0">
                  <a:pos x="108" y="53"/>
                </a:cxn>
                <a:cxn ang="0">
                  <a:pos x="125" y="30"/>
                </a:cxn>
                <a:cxn ang="0">
                  <a:pos x="135" y="20"/>
                </a:cxn>
                <a:cxn ang="0">
                  <a:pos x="146" y="8"/>
                </a:cxn>
                <a:cxn ang="0">
                  <a:pos x="146" y="8"/>
                </a:cxn>
                <a:cxn ang="0">
                  <a:pos x="147" y="6"/>
                </a:cxn>
                <a:cxn ang="0">
                  <a:pos x="147" y="5"/>
                </a:cxn>
                <a:cxn ang="0">
                  <a:pos x="146" y="3"/>
                </a:cxn>
                <a:cxn ang="0">
                  <a:pos x="145" y="2"/>
                </a:cxn>
                <a:cxn ang="0">
                  <a:pos x="144" y="1"/>
                </a:cxn>
                <a:cxn ang="0">
                  <a:pos x="142" y="0"/>
                </a:cxn>
                <a:cxn ang="0">
                  <a:pos x="141" y="1"/>
                </a:cxn>
                <a:cxn ang="0">
                  <a:pos x="139" y="2"/>
                </a:cxn>
                <a:cxn ang="0">
                  <a:pos x="139" y="2"/>
                </a:cxn>
              </a:cxnLst>
              <a:rect l="0" t="0" r="r" b="b"/>
              <a:pathLst>
                <a:path w="147" h="199">
                  <a:moveTo>
                    <a:pt x="139" y="2"/>
                  </a:moveTo>
                  <a:lnTo>
                    <a:pt x="139" y="2"/>
                  </a:lnTo>
                  <a:lnTo>
                    <a:pt x="121" y="19"/>
                  </a:lnTo>
                  <a:lnTo>
                    <a:pt x="113" y="28"/>
                  </a:lnTo>
                  <a:lnTo>
                    <a:pt x="104" y="37"/>
                  </a:lnTo>
                  <a:lnTo>
                    <a:pt x="104" y="37"/>
                  </a:lnTo>
                  <a:lnTo>
                    <a:pt x="94" y="54"/>
                  </a:lnTo>
                  <a:lnTo>
                    <a:pt x="84" y="71"/>
                  </a:lnTo>
                  <a:lnTo>
                    <a:pt x="73" y="88"/>
                  </a:lnTo>
                  <a:lnTo>
                    <a:pt x="62" y="103"/>
                  </a:lnTo>
                  <a:lnTo>
                    <a:pt x="62" y="103"/>
                  </a:lnTo>
                  <a:lnTo>
                    <a:pt x="17" y="160"/>
                  </a:lnTo>
                  <a:lnTo>
                    <a:pt x="17" y="160"/>
                  </a:lnTo>
                  <a:lnTo>
                    <a:pt x="10" y="168"/>
                  </a:lnTo>
                  <a:lnTo>
                    <a:pt x="5" y="177"/>
                  </a:lnTo>
                  <a:lnTo>
                    <a:pt x="2" y="185"/>
                  </a:lnTo>
                  <a:lnTo>
                    <a:pt x="0" y="194"/>
                  </a:lnTo>
                  <a:lnTo>
                    <a:pt x="0" y="194"/>
                  </a:lnTo>
                  <a:lnTo>
                    <a:pt x="0" y="196"/>
                  </a:lnTo>
                  <a:lnTo>
                    <a:pt x="1" y="198"/>
                  </a:lnTo>
                  <a:lnTo>
                    <a:pt x="2" y="199"/>
                  </a:lnTo>
                  <a:lnTo>
                    <a:pt x="4" y="199"/>
                  </a:lnTo>
                  <a:lnTo>
                    <a:pt x="7" y="198"/>
                  </a:lnTo>
                  <a:lnTo>
                    <a:pt x="8" y="196"/>
                  </a:lnTo>
                  <a:lnTo>
                    <a:pt x="9" y="194"/>
                  </a:lnTo>
                  <a:lnTo>
                    <a:pt x="9" y="194"/>
                  </a:lnTo>
                  <a:lnTo>
                    <a:pt x="11" y="187"/>
                  </a:lnTo>
                  <a:lnTo>
                    <a:pt x="15" y="180"/>
                  </a:lnTo>
                  <a:lnTo>
                    <a:pt x="19" y="173"/>
                  </a:lnTo>
                  <a:lnTo>
                    <a:pt x="24" y="165"/>
                  </a:lnTo>
                  <a:lnTo>
                    <a:pt x="35" y="151"/>
                  </a:lnTo>
                  <a:lnTo>
                    <a:pt x="46" y="138"/>
                  </a:lnTo>
                  <a:lnTo>
                    <a:pt x="46" y="138"/>
                  </a:lnTo>
                  <a:lnTo>
                    <a:pt x="61" y="121"/>
                  </a:lnTo>
                  <a:lnTo>
                    <a:pt x="68" y="112"/>
                  </a:lnTo>
                  <a:lnTo>
                    <a:pt x="74" y="102"/>
                  </a:lnTo>
                  <a:lnTo>
                    <a:pt x="74" y="102"/>
                  </a:lnTo>
                  <a:lnTo>
                    <a:pt x="91" y="78"/>
                  </a:lnTo>
                  <a:lnTo>
                    <a:pt x="108" y="53"/>
                  </a:lnTo>
                  <a:lnTo>
                    <a:pt x="125" y="30"/>
                  </a:lnTo>
                  <a:lnTo>
                    <a:pt x="135" y="20"/>
                  </a:lnTo>
                  <a:lnTo>
                    <a:pt x="146" y="8"/>
                  </a:lnTo>
                  <a:lnTo>
                    <a:pt x="146" y="8"/>
                  </a:lnTo>
                  <a:lnTo>
                    <a:pt x="147" y="6"/>
                  </a:lnTo>
                  <a:lnTo>
                    <a:pt x="147" y="5"/>
                  </a:lnTo>
                  <a:lnTo>
                    <a:pt x="146" y="3"/>
                  </a:lnTo>
                  <a:lnTo>
                    <a:pt x="145" y="2"/>
                  </a:lnTo>
                  <a:lnTo>
                    <a:pt x="144" y="1"/>
                  </a:lnTo>
                  <a:lnTo>
                    <a:pt x="142" y="0"/>
                  </a:lnTo>
                  <a:lnTo>
                    <a:pt x="141" y="1"/>
                  </a:lnTo>
                  <a:lnTo>
                    <a:pt x="139" y="2"/>
                  </a:lnTo>
                  <a:lnTo>
                    <a:pt x="139"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2" name="Freeform 423"/>
            <p:cNvSpPr/>
            <p:nvPr/>
          </p:nvSpPr>
          <p:spPr bwMode="auto">
            <a:xfrm>
              <a:off x="6264276" y="3497263"/>
              <a:ext cx="65088" cy="103188"/>
            </a:xfrm>
            <a:custGeom>
              <a:avLst/>
              <a:gdLst/>
              <a:ahLst/>
              <a:cxnLst>
                <a:cxn ang="0">
                  <a:pos x="113" y="3"/>
                </a:cxn>
                <a:cxn ang="0">
                  <a:pos x="113" y="3"/>
                </a:cxn>
                <a:cxn ang="0">
                  <a:pos x="110" y="9"/>
                </a:cxn>
                <a:cxn ang="0">
                  <a:pos x="107" y="14"/>
                </a:cxn>
                <a:cxn ang="0">
                  <a:pos x="100" y="24"/>
                </a:cxn>
                <a:cxn ang="0">
                  <a:pos x="93" y="33"/>
                </a:cxn>
                <a:cxn ang="0">
                  <a:pos x="87" y="42"/>
                </a:cxn>
                <a:cxn ang="0">
                  <a:pos x="87" y="42"/>
                </a:cxn>
                <a:cxn ang="0">
                  <a:pos x="78" y="56"/>
                </a:cxn>
                <a:cxn ang="0">
                  <a:pos x="70" y="68"/>
                </a:cxn>
                <a:cxn ang="0">
                  <a:pos x="53" y="92"/>
                </a:cxn>
                <a:cxn ang="0">
                  <a:pos x="53" y="92"/>
                </a:cxn>
                <a:cxn ang="0">
                  <a:pos x="44" y="103"/>
                </a:cxn>
                <a:cxn ang="0">
                  <a:pos x="37" y="114"/>
                </a:cxn>
                <a:cxn ang="0">
                  <a:pos x="24" y="138"/>
                </a:cxn>
                <a:cxn ang="0">
                  <a:pos x="0" y="187"/>
                </a:cxn>
                <a:cxn ang="0">
                  <a:pos x="0" y="187"/>
                </a:cxn>
                <a:cxn ang="0">
                  <a:pos x="0" y="189"/>
                </a:cxn>
                <a:cxn ang="0">
                  <a:pos x="0" y="191"/>
                </a:cxn>
                <a:cxn ang="0">
                  <a:pos x="1" y="192"/>
                </a:cxn>
                <a:cxn ang="0">
                  <a:pos x="2" y="193"/>
                </a:cxn>
                <a:cxn ang="0">
                  <a:pos x="4" y="194"/>
                </a:cxn>
                <a:cxn ang="0">
                  <a:pos x="5" y="194"/>
                </a:cxn>
                <a:cxn ang="0">
                  <a:pos x="7" y="193"/>
                </a:cxn>
                <a:cxn ang="0">
                  <a:pos x="8" y="192"/>
                </a:cxn>
                <a:cxn ang="0">
                  <a:pos x="8" y="192"/>
                </a:cxn>
                <a:cxn ang="0">
                  <a:pos x="22" y="165"/>
                </a:cxn>
                <a:cxn ang="0">
                  <a:pos x="35" y="139"/>
                </a:cxn>
                <a:cxn ang="0">
                  <a:pos x="49" y="114"/>
                </a:cxn>
                <a:cxn ang="0">
                  <a:pos x="58" y="102"/>
                </a:cxn>
                <a:cxn ang="0">
                  <a:pos x="66" y="90"/>
                </a:cxn>
                <a:cxn ang="0">
                  <a:pos x="66" y="90"/>
                </a:cxn>
                <a:cxn ang="0">
                  <a:pos x="74" y="76"/>
                </a:cxn>
                <a:cxn ang="0">
                  <a:pos x="84" y="62"/>
                </a:cxn>
                <a:cxn ang="0">
                  <a:pos x="92" y="48"/>
                </a:cxn>
                <a:cxn ang="0">
                  <a:pos x="97" y="42"/>
                </a:cxn>
                <a:cxn ang="0">
                  <a:pos x="102" y="36"/>
                </a:cxn>
                <a:cxn ang="0">
                  <a:pos x="102" y="36"/>
                </a:cxn>
                <a:cxn ang="0">
                  <a:pos x="108" y="30"/>
                </a:cxn>
                <a:cxn ang="0">
                  <a:pos x="115" y="21"/>
                </a:cxn>
                <a:cxn ang="0">
                  <a:pos x="119" y="14"/>
                </a:cxn>
                <a:cxn ang="0">
                  <a:pos x="123" y="6"/>
                </a:cxn>
                <a:cxn ang="0">
                  <a:pos x="123" y="6"/>
                </a:cxn>
                <a:cxn ang="0">
                  <a:pos x="123" y="4"/>
                </a:cxn>
                <a:cxn ang="0">
                  <a:pos x="123" y="2"/>
                </a:cxn>
                <a:cxn ang="0">
                  <a:pos x="122" y="1"/>
                </a:cxn>
                <a:cxn ang="0">
                  <a:pos x="120" y="0"/>
                </a:cxn>
                <a:cxn ang="0">
                  <a:pos x="117" y="1"/>
                </a:cxn>
                <a:cxn ang="0">
                  <a:pos x="115" y="2"/>
                </a:cxn>
                <a:cxn ang="0">
                  <a:pos x="113" y="3"/>
                </a:cxn>
                <a:cxn ang="0">
                  <a:pos x="113" y="3"/>
                </a:cxn>
              </a:cxnLst>
              <a:rect l="0" t="0" r="r" b="b"/>
              <a:pathLst>
                <a:path w="123" h="194">
                  <a:moveTo>
                    <a:pt x="113" y="3"/>
                  </a:moveTo>
                  <a:lnTo>
                    <a:pt x="113" y="3"/>
                  </a:lnTo>
                  <a:lnTo>
                    <a:pt x="110" y="9"/>
                  </a:lnTo>
                  <a:lnTo>
                    <a:pt x="107" y="14"/>
                  </a:lnTo>
                  <a:lnTo>
                    <a:pt x="100" y="24"/>
                  </a:lnTo>
                  <a:lnTo>
                    <a:pt x="93" y="33"/>
                  </a:lnTo>
                  <a:lnTo>
                    <a:pt x="87" y="42"/>
                  </a:lnTo>
                  <a:lnTo>
                    <a:pt x="87" y="42"/>
                  </a:lnTo>
                  <a:lnTo>
                    <a:pt x="78" y="56"/>
                  </a:lnTo>
                  <a:lnTo>
                    <a:pt x="70" y="68"/>
                  </a:lnTo>
                  <a:lnTo>
                    <a:pt x="53" y="92"/>
                  </a:lnTo>
                  <a:lnTo>
                    <a:pt x="53" y="92"/>
                  </a:lnTo>
                  <a:lnTo>
                    <a:pt x="44" y="103"/>
                  </a:lnTo>
                  <a:lnTo>
                    <a:pt x="37" y="114"/>
                  </a:lnTo>
                  <a:lnTo>
                    <a:pt x="24" y="138"/>
                  </a:lnTo>
                  <a:lnTo>
                    <a:pt x="0" y="187"/>
                  </a:lnTo>
                  <a:lnTo>
                    <a:pt x="0" y="187"/>
                  </a:lnTo>
                  <a:lnTo>
                    <a:pt x="0" y="189"/>
                  </a:lnTo>
                  <a:lnTo>
                    <a:pt x="0" y="191"/>
                  </a:lnTo>
                  <a:lnTo>
                    <a:pt x="1" y="192"/>
                  </a:lnTo>
                  <a:lnTo>
                    <a:pt x="2" y="193"/>
                  </a:lnTo>
                  <a:lnTo>
                    <a:pt x="4" y="194"/>
                  </a:lnTo>
                  <a:lnTo>
                    <a:pt x="5" y="194"/>
                  </a:lnTo>
                  <a:lnTo>
                    <a:pt x="7" y="193"/>
                  </a:lnTo>
                  <a:lnTo>
                    <a:pt x="8" y="192"/>
                  </a:lnTo>
                  <a:lnTo>
                    <a:pt x="8" y="192"/>
                  </a:lnTo>
                  <a:lnTo>
                    <a:pt x="22" y="165"/>
                  </a:lnTo>
                  <a:lnTo>
                    <a:pt x="35" y="139"/>
                  </a:lnTo>
                  <a:lnTo>
                    <a:pt x="49" y="114"/>
                  </a:lnTo>
                  <a:lnTo>
                    <a:pt x="58" y="102"/>
                  </a:lnTo>
                  <a:lnTo>
                    <a:pt x="66" y="90"/>
                  </a:lnTo>
                  <a:lnTo>
                    <a:pt x="66" y="90"/>
                  </a:lnTo>
                  <a:lnTo>
                    <a:pt x="74" y="76"/>
                  </a:lnTo>
                  <a:lnTo>
                    <a:pt x="84" y="62"/>
                  </a:lnTo>
                  <a:lnTo>
                    <a:pt x="92" y="48"/>
                  </a:lnTo>
                  <a:lnTo>
                    <a:pt x="97" y="42"/>
                  </a:lnTo>
                  <a:lnTo>
                    <a:pt x="102" y="36"/>
                  </a:lnTo>
                  <a:lnTo>
                    <a:pt x="102" y="36"/>
                  </a:lnTo>
                  <a:lnTo>
                    <a:pt x="108" y="30"/>
                  </a:lnTo>
                  <a:lnTo>
                    <a:pt x="115" y="21"/>
                  </a:lnTo>
                  <a:lnTo>
                    <a:pt x="119" y="14"/>
                  </a:lnTo>
                  <a:lnTo>
                    <a:pt x="123" y="6"/>
                  </a:lnTo>
                  <a:lnTo>
                    <a:pt x="123" y="6"/>
                  </a:lnTo>
                  <a:lnTo>
                    <a:pt x="123" y="4"/>
                  </a:lnTo>
                  <a:lnTo>
                    <a:pt x="123" y="2"/>
                  </a:lnTo>
                  <a:lnTo>
                    <a:pt x="122" y="1"/>
                  </a:lnTo>
                  <a:lnTo>
                    <a:pt x="120" y="0"/>
                  </a:lnTo>
                  <a:lnTo>
                    <a:pt x="117" y="1"/>
                  </a:lnTo>
                  <a:lnTo>
                    <a:pt x="115" y="2"/>
                  </a:lnTo>
                  <a:lnTo>
                    <a:pt x="113" y="3"/>
                  </a:lnTo>
                  <a:lnTo>
                    <a:pt x="113"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3" name="Freeform 424"/>
            <p:cNvSpPr/>
            <p:nvPr/>
          </p:nvSpPr>
          <p:spPr bwMode="auto">
            <a:xfrm>
              <a:off x="6288088" y="3535363"/>
              <a:ext cx="55563" cy="92075"/>
            </a:xfrm>
            <a:custGeom>
              <a:avLst/>
              <a:gdLst/>
              <a:ahLst/>
              <a:cxnLst>
                <a:cxn ang="0">
                  <a:pos x="96" y="1"/>
                </a:cxn>
                <a:cxn ang="0">
                  <a:pos x="96" y="1"/>
                </a:cxn>
                <a:cxn ang="0">
                  <a:pos x="80" y="23"/>
                </a:cxn>
                <a:cxn ang="0">
                  <a:pos x="64" y="44"/>
                </a:cxn>
                <a:cxn ang="0">
                  <a:pos x="34" y="89"/>
                </a:cxn>
                <a:cxn ang="0">
                  <a:pos x="34" y="89"/>
                </a:cxn>
                <a:cxn ang="0">
                  <a:pos x="22" y="109"/>
                </a:cxn>
                <a:cxn ang="0">
                  <a:pos x="13" y="127"/>
                </a:cxn>
                <a:cxn ang="0">
                  <a:pos x="9" y="137"/>
                </a:cxn>
                <a:cxn ang="0">
                  <a:pos x="6" y="148"/>
                </a:cxn>
                <a:cxn ang="0">
                  <a:pos x="2" y="158"/>
                </a:cxn>
                <a:cxn ang="0">
                  <a:pos x="0" y="169"/>
                </a:cxn>
                <a:cxn ang="0">
                  <a:pos x="0" y="169"/>
                </a:cxn>
                <a:cxn ang="0">
                  <a:pos x="0" y="172"/>
                </a:cxn>
                <a:cxn ang="0">
                  <a:pos x="0" y="173"/>
                </a:cxn>
                <a:cxn ang="0">
                  <a:pos x="3" y="175"/>
                </a:cxn>
                <a:cxn ang="0">
                  <a:pos x="6" y="176"/>
                </a:cxn>
                <a:cxn ang="0">
                  <a:pos x="8" y="175"/>
                </a:cxn>
                <a:cxn ang="0">
                  <a:pos x="9" y="174"/>
                </a:cxn>
                <a:cxn ang="0">
                  <a:pos x="10" y="172"/>
                </a:cxn>
                <a:cxn ang="0">
                  <a:pos x="10" y="172"/>
                </a:cxn>
                <a:cxn ang="0">
                  <a:pos x="14" y="151"/>
                </a:cxn>
                <a:cxn ang="0">
                  <a:pos x="21" y="131"/>
                </a:cxn>
                <a:cxn ang="0">
                  <a:pos x="31" y="113"/>
                </a:cxn>
                <a:cxn ang="0">
                  <a:pos x="43" y="94"/>
                </a:cxn>
                <a:cxn ang="0">
                  <a:pos x="43" y="94"/>
                </a:cxn>
                <a:cxn ang="0">
                  <a:pos x="72" y="51"/>
                </a:cxn>
                <a:cxn ang="0">
                  <a:pos x="87" y="29"/>
                </a:cxn>
                <a:cxn ang="0">
                  <a:pos x="103" y="8"/>
                </a:cxn>
                <a:cxn ang="0">
                  <a:pos x="103" y="8"/>
                </a:cxn>
                <a:cxn ang="0">
                  <a:pos x="104" y="6"/>
                </a:cxn>
                <a:cxn ang="0">
                  <a:pos x="104" y="4"/>
                </a:cxn>
                <a:cxn ang="0">
                  <a:pos x="103" y="1"/>
                </a:cxn>
                <a:cxn ang="0">
                  <a:pos x="101" y="0"/>
                </a:cxn>
                <a:cxn ang="0">
                  <a:pos x="100" y="0"/>
                </a:cxn>
                <a:cxn ang="0">
                  <a:pos x="97" y="0"/>
                </a:cxn>
                <a:cxn ang="0">
                  <a:pos x="96" y="1"/>
                </a:cxn>
                <a:cxn ang="0">
                  <a:pos x="96" y="1"/>
                </a:cxn>
              </a:cxnLst>
              <a:rect l="0" t="0" r="r" b="b"/>
              <a:pathLst>
                <a:path w="104" h="176">
                  <a:moveTo>
                    <a:pt x="96" y="1"/>
                  </a:moveTo>
                  <a:lnTo>
                    <a:pt x="96" y="1"/>
                  </a:lnTo>
                  <a:lnTo>
                    <a:pt x="80" y="23"/>
                  </a:lnTo>
                  <a:lnTo>
                    <a:pt x="64" y="44"/>
                  </a:lnTo>
                  <a:lnTo>
                    <a:pt x="34" y="89"/>
                  </a:lnTo>
                  <a:lnTo>
                    <a:pt x="34" y="89"/>
                  </a:lnTo>
                  <a:lnTo>
                    <a:pt x="22" y="109"/>
                  </a:lnTo>
                  <a:lnTo>
                    <a:pt x="13" y="127"/>
                  </a:lnTo>
                  <a:lnTo>
                    <a:pt x="9" y="137"/>
                  </a:lnTo>
                  <a:lnTo>
                    <a:pt x="6" y="148"/>
                  </a:lnTo>
                  <a:lnTo>
                    <a:pt x="2" y="158"/>
                  </a:lnTo>
                  <a:lnTo>
                    <a:pt x="0" y="169"/>
                  </a:lnTo>
                  <a:lnTo>
                    <a:pt x="0" y="169"/>
                  </a:lnTo>
                  <a:lnTo>
                    <a:pt x="0" y="172"/>
                  </a:lnTo>
                  <a:lnTo>
                    <a:pt x="0" y="173"/>
                  </a:lnTo>
                  <a:lnTo>
                    <a:pt x="3" y="175"/>
                  </a:lnTo>
                  <a:lnTo>
                    <a:pt x="6" y="176"/>
                  </a:lnTo>
                  <a:lnTo>
                    <a:pt x="8" y="175"/>
                  </a:lnTo>
                  <a:lnTo>
                    <a:pt x="9" y="174"/>
                  </a:lnTo>
                  <a:lnTo>
                    <a:pt x="10" y="172"/>
                  </a:lnTo>
                  <a:lnTo>
                    <a:pt x="10" y="172"/>
                  </a:lnTo>
                  <a:lnTo>
                    <a:pt x="14" y="151"/>
                  </a:lnTo>
                  <a:lnTo>
                    <a:pt x="21" y="131"/>
                  </a:lnTo>
                  <a:lnTo>
                    <a:pt x="31" y="113"/>
                  </a:lnTo>
                  <a:lnTo>
                    <a:pt x="43" y="94"/>
                  </a:lnTo>
                  <a:lnTo>
                    <a:pt x="43" y="94"/>
                  </a:lnTo>
                  <a:lnTo>
                    <a:pt x="72" y="51"/>
                  </a:lnTo>
                  <a:lnTo>
                    <a:pt x="87" y="29"/>
                  </a:lnTo>
                  <a:lnTo>
                    <a:pt x="103" y="8"/>
                  </a:lnTo>
                  <a:lnTo>
                    <a:pt x="103" y="8"/>
                  </a:lnTo>
                  <a:lnTo>
                    <a:pt x="104" y="6"/>
                  </a:lnTo>
                  <a:lnTo>
                    <a:pt x="104" y="4"/>
                  </a:lnTo>
                  <a:lnTo>
                    <a:pt x="103" y="1"/>
                  </a:lnTo>
                  <a:lnTo>
                    <a:pt x="101" y="0"/>
                  </a:lnTo>
                  <a:lnTo>
                    <a:pt x="100" y="0"/>
                  </a:lnTo>
                  <a:lnTo>
                    <a:pt x="97" y="0"/>
                  </a:lnTo>
                  <a:lnTo>
                    <a:pt x="96" y="1"/>
                  </a:lnTo>
                  <a:lnTo>
                    <a:pt x="9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4" name="Freeform 425"/>
            <p:cNvSpPr/>
            <p:nvPr/>
          </p:nvSpPr>
          <p:spPr bwMode="auto">
            <a:xfrm>
              <a:off x="6303963" y="3573463"/>
              <a:ext cx="60325" cy="92075"/>
            </a:xfrm>
            <a:custGeom>
              <a:avLst/>
              <a:gdLst/>
              <a:ahLst/>
              <a:cxnLst>
                <a:cxn ang="0">
                  <a:pos x="106" y="2"/>
                </a:cxn>
                <a:cxn ang="0">
                  <a:pos x="106" y="2"/>
                </a:cxn>
                <a:cxn ang="0">
                  <a:pos x="99" y="14"/>
                </a:cxn>
                <a:cxn ang="0">
                  <a:pos x="92" y="24"/>
                </a:cxn>
                <a:cxn ang="0">
                  <a:pos x="84" y="33"/>
                </a:cxn>
                <a:cxn ang="0">
                  <a:pos x="76" y="43"/>
                </a:cxn>
                <a:cxn ang="0">
                  <a:pos x="58" y="61"/>
                </a:cxn>
                <a:cxn ang="0">
                  <a:pos x="50" y="71"/>
                </a:cxn>
                <a:cxn ang="0">
                  <a:pos x="43" y="81"/>
                </a:cxn>
                <a:cxn ang="0">
                  <a:pos x="43" y="81"/>
                </a:cxn>
                <a:cxn ang="0">
                  <a:pos x="30" y="103"/>
                </a:cxn>
                <a:cxn ang="0">
                  <a:pos x="19" y="124"/>
                </a:cxn>
                <a:cxn ang="0">
                  <a:pos x="10" y="147"/>
                </a:cxn>
                <a:cxn ang="0">
                  <a:pos x="0" y="170"/>
                </a:cxn>
                <a:cxn ang="0">
                  <a:pos x="0" y="170"/>
                </a:cxn>
                <a:cxn ang="0">
                  <a:pos x="0" y="172"/>
                </a:cxn>
                <a:cxn ang="0">
                  <a:pos x="0" y="173"/>
                </a:cxn>
                <a:cxn ang="0">
                  <a:pos x="2" y="175"/>
                </a:cxn>
                <a:cxn ang="0">
                  <a:pos x="3" y="175"/>
                </a:cxn>
                <a:cxn ang="0">
                  <a:pos x="7" y="175"/>
                </a:cxn>
                <a:cxn ang="0">
                  <a:pos x="9" y="174"/>
                </a:cxn>
                <a:cxn ang="0">
                  <a:pos x="10" y="172"/>
                </a:cxn>
                <a:cxn ang="0">
                  <a:pos x="10" y="172"/>
                </a:cxn>
                <a:cxn ang="0">
                  <a:pos x="24" y="136"/>
                </a:cxn>
                <a:cxn ang="0">
                  <a:pos x="24" y="136"/>
                </a:cxn>
                <a:cxn ang="0">
                  <a:pos x="29" y="122"/>
                </a:cxn>
                <a:cxn ang="0">
                  <a:pos x="36" y="110"/>
                </a:cxn>
                <a:cxn ang="0">
                  <a:pos x="51" y="86"/>
                </a:cxn>
                <a:cxn ang="0">
                  <a:pos x="51" y="86"/>
                </a:cxn>
                <a:cxn ang="0">
                  <a:pos x="58" y="76"/>
                </a:cxn>
                <a:cxn ang="0">
                  <a:pos x="65" y="65"/>
                </a:cxn>
                <a:cxn ang="0">
                  <a:pos x="83" y="47"/>
                </a:cxn>
                <a:cxn ang="0">
                  <a:pos x="92" y="38"/>
                </a:cxn>
                <a:cxn ang="0">
                  <a:pos x="100" y="28"/>
                </a:cxn>
                <a:cxn ang="0">
                  <a:pos x="108" y="18"/>
                </a:cxn>
                <a:cxn ang="0">
                  <a:pos x="114" y="8"/>
                </a:cxn>
                <a:cxn ang="0">
                  <a:pos x="114" y="8"/>
                </a:cxn>
                <a:cxn ang="0">
                  <a:pos x="114" y="6"/>
                </a:cxn>
                <a:cxn ang="0">
                  <a:pos x="114" y="3"/>
                </a:cxn>
                <a:cxn ang="0">
                  <a:pos x="111" y="0"/>
                </a:cxn>
                <a:cxn ang="0">
                  <a:pos x="110" y="0"/>
                </a:cxn>
                <a:cxn ang="0">
                  <a:pos x="108" y="0"/>
                </a:cxn>
                <a:cxn ang="0">
                  <a:pos x="107" y="1"/>
                </a:cxn>
                <a:cxn ang="0">
                  <a:pos x="106" y="2"/>
                </a:cxn>
                <a:cxn ang="0">
                  <a:pos x="106" y="2"/>
                </a:cxn>
              </a:cxnLst>
              <a:rect l="0" t="0" r="r" b="b"/>
              <a:pathLst>
                <a:path w="114" h="175">
                  <a:moveTo>
                    <a:pt x="106" y="2"/>
                  </a:moveTo>
                  <a:lnTo>
                    <a:pt x="106" y="2"/>
                  </a:lnTo>
                  <a:lnTo>
                    <a:pt x="99" y="14"/>
                  </a:lnTo>
                  <a:lnTo>
                    <a:pt x="92" y="24"/>
                  </a:lnTo>
                  <a:lnTo>
                    <a:pt x="84" y="33"/>
                  </a:lnTo>
                  <a:lnTo>
                    <a:pt x="76" y="43"/>
                  </a:lnTo>
                  <a:lnTo>
                    <a:pt x="58" y="61"/>
                  </a:lnTo>
                  <a:lnTo>
                    <a:pt x="50" y="71"/>
                  </a:lnTo>
                  <a:lnTo>
                    <a:pt x="43" y="81"/>
                  </a:lnTo>
                  <a:lnTo>
                    <a:pt x="43" y="81"/>
                  </a:lnTo>
                  <a:lnTo>
                    <a:pt x="30" y="103"/>
                  </a:lnTo>
                  <a:lnTo>
                    <a:pt x="19" y="124"/>
                  </a:lnTo>
                  <a:lnTo>
                    <a:pt x="10" y="147"/>
                  </a:lnTo>
                  <a:lnTo>
                    <a:pt x="0" y="170"/>
                  </a:lnTo>
                  <a:lnTo>
                    <a:pt x="0" y="170"/>
                  </a:lnTo>
                  <a:lnTo>
                    <a:pt x="0" y="172"/>
                  </a:lnTo>
                  <a:lnTo>
                    <a:pt x="0" y="173"/>
                  </a:lnTo>
                  <a:lnTo>
                    <a:pt x="2" y="175"/>
                  </a:lnTo>
                  <a:lnTo>
                    <a:pt x="3" y="175"/>
                  </a:lnTo>
                  <a:lnTo>
                    <a:pt x="7" y="175"/>
                  </a:lnTo>
                  <a:lnTo>
                    <a:pt x="9" y="174"/>
                  </a:lnTo>
                  <a:lnTo>
                    <a:pt x="10" y="172"/>
                  </a:lnTo>
                  <a:lnTo>
                    <a:pt x="10" y="172"/>
                  </a:lnTo>
                  <a:lnTo>
                    <a:pt x="24" y="136"/>
                  </a:lnTo>
                  <a:lnTo>
                    <a:pt x="24" y="136"/>
                  </a:lnTo>
                  <a:lnTo>
                    <a:pt x="29" y="122"/>
                  </a:lnTo>
                  <a:lnTo>
                    <a:pt x="36" y="110"/>
                  </a:lnTo>
                  <a:lnTo>
                    <a:pt x="51" y="86"/>
                  </a:lnTo>
                  <a:lnTo>
                    <a:pt x="51" y="86"/>
                  </a:lnTo>
                  <a:lnTo>
                    <a:pt x="58" y="76"/>
                  </a:lnTo>
                  <a:lnTo>
                    <a:pt x="65" y="65"/>
                  </a:lnTo>
                  <a:lnTo>
                    <a:pt x="83" y="47"/>
                  </a:lnTo>
                  <a:lnTo>
                    <a:pt x="92" y="38"/>
                  </a:lnTo>
                  <a:lnTo>
                    <a:pt x="100" y="28"/>
                  </a:lnTo>
                  <a:lnTo>
                    <a:pt x="108" y="18"/>
                  </a:lnTo>
                  <a:lnTo>
                    <a:pt x="114" y="8"/>
                  </a:lnTo>
                  <a:lnTo>
                    <a:pt x="114" y="8"/>
                  </a:lnTo>
                  <a:lnTo>
                    <a:pt x="114" y="6"/>
                  </a:lnTo>
                  <a:lnTo>
                    <a:pt x="114" y="3"/>
                  </a:lnTo>
                  <a:lnTo>
                    <a:pt x="111" y="0"/>
                  </a:lnTo>
                  <a:lnTo>
                    <a:pt x="110" y="0"/>
                  </a:lnTo>
                  <a:lnTo>
                    <a:pt x="108" y="0"/>
                  </a:lnTo>
                  <a:lnTo>
                    <a:pt x="107" y="1"/>
                  </a:lnTo>
                  <a:lnTo>
                    <a:pt x="106" y="2"/>
                  </a:lnTo>
                  <a:lnTo>
                    <a:pt x="106"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5" name="Freeform 426"/>
            <p:cNvSpPr/>
            <p:nvPr/>
          </p:nvSpPr>
          <p:spPr bwMode="auto">
            <a:xfrm>
              <a:off x="6329363" y="3595688"/>
              <a:ext cx="57150" cy="93663"/>
            </a:xfrm>
            <a:custGeom>
              <a:avLst/>
              <a:gdLst/>
              <a:ahLst/>
              <a:cxnLst>
                <a:cxn ang="0">
                  <a:pos x="100" y="2"/>
                </a:cxn>
                <a:cxn ang="0">
                  <a:pos x="100" y="2"/>
                </a:cxn>
                <a:cxn ang="0">
                  <a:pos x="73" y="44"/>
                </a:cxn>
                <a:cxn ang="0">
                  <a:pos x="47" y="86"/>
                </a:cxn>
                <a:cxn ang="0">
                  <a:pos x="34" y="107"/>
                </a:cxn>
                <a:cxn ang="0">
                  <a:pos x="21" y="129"/>
                </a:cxn>
                <a:cxn ang="0">
                  <a:pos x="10" y="150"/>
                </a:cxn>
                <a:cxn ang="0">
                  <a:pos x="0" y="174"/>
                </a:cxn>
                <a:cxn ang="0">
                  <a:pos x="0" y="174"/>
                </a:cxn>
                <a:cxn ang="0">
                  <a:pos x="0" y="175"/>
                </a:cxn>
                <a:cxn ang="0">
                  <a:pos x="0" y="177"/>
                </a:cxn>
                <a:cxn ang="0">
                  <a:pos x="1" y="178"/>
                </a:cxn>
                <a:cxn ang="0">
                  <a:pos x="3" y="179"/>
                </a:cxn>
                <a:cxn ang="0">
                  <a:pos x="6" y="179"/>
                </a:cxn>
                <a:cxn ang="0">
                  <a:pos x="8" y="178"/>
                </a:cxn>
                <a:cxn ang="0">
                  <a:pos x="9" y="176"/>
                </a:cxn>
                <a:cxn ang="0">
                  <a:pos x="9" y="176"/>
                </a:cxn>
                <a:cxn ang="0">
                  <a:pos x="19" y="154"/>
                </a:cxn>
                <a:cxn ang="0">
                  <a:pos x="31" y="132"/>
                </a:cxn>
                <a:cxn ang="0">
                  <a:pos x="43" y="110"/>
                </a:cxn>
                <a:cxn ang="0">
                  <a:pos x="56" y="90"/>
                </a:cxn>
                <a:cxn ang="0">
                  <a:pos x="82" y="48"/>
                </a:cxn>
                <a:cxn ang="0">
                  <a:pos x="95" y="28"/>
                </a:cxn>
                <a:cxn ang="0">
                  <a:pos x="108" y="7"/>
                </a:cxn>
                <a:cxn ang="0">
                  <a:pos x="108" y="7"/>
                </a:cxn>
                <a:cxn ang="0">
                  <a:pos x="109" y="5"/>
                </a:cxn>
                <a:cxn ang="0">
                  <a:pos x="108" y="3"/>
                </a:cxn>
                <a:cxn ang="0">
                  <a:pos x="107" y="2"/>
                </a:cxn>
                <a:cxn ang="0">
                  <a:pos x="106" y="1"/>
                </a:cxn>
                <a:cxn ang="0">
                  <a:pos x="105" y="0"/>
                </a:cxn>
                <a:cxn ang="0">
                  <a:pos x="103" y="0"/>
                </a:cxn>
                <a:cxn ang="0">
                  <a:pos x="101" y="1"/>
                </a:cxn>
                <a:cxn ang="0">
                  <a:pos x="100" y="2"/>
                </a:cxn>
                <a:cxn ang="0">
                  <a:pos x="100" y="2"/>
                </a:cxn>
              </a:cxnLst>
              <a:rect l="0" t="0" r="r" b="b"/>
              <a:pathLst>
                <a:path w="109" h="179">
                  <a:moveTo>
                    <a:pt x="100" y="2"/>
                  </a:moveTo>
                  <a:lnTo>
                    <a:pt x="100" y="2"/>
                  </a:lnTo>
                  <a:lnTo>
                    <a:pt x="73" y="44"/>
                  </a:lnTo>
                  <a:lnTo>
                    <a:pt x="47" y="86"/>
                  </a:lnTo>
                  <a:lnTo>
                    <a:pt x="34" y="107"/>
                  </a:lnTo>
                  <a:lnTo>
                    <a:pt x="21" y="129"/>
                  </a:lnTo>
                  <a:lnTo>
                    <a:pt x="10" y="150"/>
                  </a:lnTo>
                  <a:lnTo>
                    <a:pt x="0" y="174"/>
                  </a:lnTo>
                  <a:lnTo>
                    <a:pt x="0" y="174"/>
                  </a:lnTo>
                  <a:lnTo>
                    <a:pt x="0" y="175"/>
                  </a:lnTo>
                  <a:lnTo>
                    <a:pt x="0" y="177"/>
                  </a:lnTo>
                  <a:lnTo>
                    <a:pt x="1" y="178"/>
                  </a:lnTo>
                  <a:lnTo>
                    <a:pt x="3" y="179"/>
                  </a:lnTo>
                  <a:lnTo>
                    <a:pt x="6" y="179"/>
                  </a:lnTo>
                  <a:lnTo>
                    <a:pt x="8" y="178"/>
                  </a:lnTo>
                  <a:lnTo>
                    <a:pt x="9" y="176"/>
                  </a:lnTo>
                  <a:lnTo>
                    <a:pt x="9" y="176"/>
                  </a:lnTo>
                  <a:lnTo>
                    <a:pt x="19" y="154"/>
                  </a:lnTo>
                  <a:lnTo>
                    <a:pt x="31" y="132"/>
                  </a:lnTo>
                  <a:lnTo>
                    <a:pt x="43" y="110"/>
                  </a:lnTo>
                  <a:lnTo>
                    <a:pt x="56" y="90"/>
                  </a:lnTo>
                  <a:lnTo>
                    <a:pt x="82" y="48"/>
                  </a:lnTo>
                  <a:lnTo>
                    <a:pt x="95" y="28"/>
                  </a:lnTo>
                  <a:lnTo>
                    <a:pt x="108" y="7"/>
                  </a:lnTo>
                  <a:lnTo>
                    <a:pt x="108" y="7"/>
                  </a:lnTo>
                  <a:lnTo>
                    <a:pt x="109" y="5"/>
                  </a:lnTo>
                  <a:lnTo>
                    <a:pt x="108" y="3"/>
                  </a:lnTo>
                  <a:lnTo>
                    <a:pt x="107" y="2"/>
                  </a:lnTo>
                  <a:lnTo>
                    <a:pt x="106" y="1"/>
                  </a:lnTo>
                  <a:lnTo>
                    <a:pt x="105" y="0"/>
                  </a:lnTo>
                  <a:lnTo>
                    <a:pt x="103" y="0"/>
                  </a:lnTo>
                  <a:lnTo>
                    <a:pt x="101" y="1"/>
                  </a:lnTo>
                  <a:lnTo>
                    <a:pt x="100" y="2"/>
                  </a:lnTo>
                  <a:lnTo>
                    <a:pt x="100"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6" name="Freeform 427"/>
            <p:cNvSpPr/>
            <p:nvPr/>
          </p:nvSpPr>
          <p:spPr bwMode="auto">
            <a:xfrm>
              <a:off x="6356351" y="3630613"/>
              <a:ext cx="52388" cy="71438"/>
            </a:xfrm>
            <a:custGeom>
              <a:avLst/>
              <a:gdLst/>
              <a:ahLst/>
              <a:cxnLst>
                <a:cxn ang="0">
                  <a:pos x="90" y="2"/>
                </a:cxn>
                <a:cxn ang="0">
                  <a:pos x="90" y="2"/>
                </a:cxn>
                <a:cxn ang="0">
                  <a:pos x="79" y="18"/>
                </a:cxn>
                <a:cxn ang="0">
                  <a:pos x="67" y="33"/>
                </a:cxn>
                <a:cxn ang="0">
                  <a:pos x="54" y="47"/>
                </a:cxn>
                <a:cxn ang="0">
                  <a:pos x="43" y="63"/>
                </a:cxn>
                <a:cxn ang="0">
                  <a:pos x="43" y="63"/>
                </a:cxn>
                <a:cxn ang="0">
                  <a:pos x="31" y="78"/>
                </a:cxn>
                <a:cxn ang="0">
                  <a:pos x="20" y="96"/>
                </a:cxn>
                <a:cxn ang="0">
                  <a:pos x="10" y="112"/>
                </a:cxn>
                <a:cxn ang="0">
                  <a:pos x="0" y="130"/>
                </a:cxn>
                <a:cxn ang="0">
                  <a:pos x="0" y="130"/>
                </a:cxn>
                <a:cxn ang="0">
                  <a:pos x="0" y="132"/>
                </a:cxn>
                <a:cxn ang="0">
                  <a:pos x="0" y="134"/>
                </a:cxn>
                <a:cxn ang="0">
                  <a:pos x="1" y="136"/>
                </a:cxn>
                <a:cxn ang="0">
                  <a:pos x="3" y="137"/>
                </a:cxn>
                <a:cxn ang="0">
                  <a:pos x="5" y="137"/>
                </a:cxn>
                <a:cxn ang="0">
                  <a:pos x="6" y="137"/>
                </a:cxn>
                <a:cxn ang="0">
                  <a:pos x="8" y="137"/>
                </a:cxn>
                <a:cxn ang="0">
                  <a:pos x="9" y="135"/>
                </a:cxn>
                <a:cxn ang="0">
                  <a:pos x="9" y="135"/>
                </a:cxn>
                <a:cxn ang="0">
                  <a:pos x="18" y="118"/>
                </a:cxn>
                <a:cxn ang="0">
                  <a:pos x="29" y="101"/>
                </a:cxn>
                <a:cxn ang="0">
                  <a:pos x="51" y="67"/>
                </a:cxn>
                <a:cxn ang="0">
                  <a:pos x="51" y="67"/>
                </a:cxn>
                <a:cxn ang="0">
                  <a:pos x="62" y="51"/>
                </a:cxn>
                <a:cxn ang="0">
                  <a:pos x="75" y="37"/>
                </a:cxn>
                <a:cxn ang="0">
                  <a:pos x="87" y="23"/>
                </a:cxn>
                <a:cxn ang="0">
                  <a:pos x="99" y="7"/>
                </a:cxn>
                <a:cxn ang="0">
                  <a:pos x="99" y="7"/>
                </a:cxn>
                <a:cxn ang="0">
                  <a:pos x="100" y="5"/>
                </a:cxn>
                <a:cxn ang="0">
                  <a:pos x="100" y="4"/>
                </a:cxn>
                <a:cxn ang="0">
                  <a:pos x="99" y="2"/>
                </a:cxn>
                <a:cxn ang="0">
                  <a:pos x="98" y="1"/>
                </a:cxn>
                <a:cxn ang="0">
                  <a:pos x="95" y="0"/>
                </a:cxn>
                <a:cxn ang="0">
                  <a:pos x="93" y="0"/>
                </a:cxn>
                <a:cxn ang="0">
                  <a:pos x="92" y="1"/>
                </a:cxn>
                <a:cxn ang="0">
                  <a:pos x="90" y="2"/>
                </a:cxn>
                <a:cxn ang="0">
                  <a:pos x="90" y="2"/>
                </a:cxn>
              </a:cxnLst>
              <a:rect l="0" t="0" r="r" b="b"/>
              <a:pathLst>
                <a:path w="100" h="137">
                  <a:moveTo>
                    <a:pt x="90" y="2"/>
                  </a:moveTo>
                  <a:lnTo>
                    <a:pt x="90" y="2"/>
                  </a:lnTo>
                  <a:lnTo>
                    <a:pt x="79" y="18"/>
                  </a:lnTo>
                  <a:lnTo>
                    <a:pt x="67" y="33"/>
                  </a:lnTo>
                  <a:lnTo>
                    <a:pt x="54" y="47"/>
                  </a:lnTo>
                  <a:lnTo>
                    <a:pt x="43" y="63"/>
                  </a:lnTo>
                  <a:lnTo>
                    <a:pt x="43" y="63"/>
                  </a:lnTo>
                  <a:lnTo>
                    <a:pt x="31" y="78"/>
                  </a:lnTo>
                  <a:lnTo>
                    <a:pt x="20" y="96"/>
                  </a:lnTo>
                  <a:lnTo>
                    <a:pt x="10" y="112"/>
                  </a:lnTo>
                  <a:lnTo>
                    <a:pt x="0" y="130"/>
                  </a:lnTo>
                  <a:lnTo>
                    <a:pt x="0" y="130"/>
                  </a:lnTo>
                  <a:lnTo>
                    <a:pt x="0" y="132"/>
                  </a:lnTo>
                  <a:lnTo>
                    <a:pt x="0" y="134"/>
                  </a:lnTo>
                  <a:lnTo>
                    <a:pt x="1" y="136"/>
                  </a:lnTo>
                  <a:lnTo>
                    <a:pt x="3" y="137"/>
                  </a:lnTo>
                  <a:lnTo>
                    <a:pt x="5" y="137"/>
                  </a:lnTo>
                  <a:lnTo>
                    <a:pt x="6" y="137"/>
                  </a:lnTo>
                  <a:lnTo>
                    <a:pt x="8" y="137"/>
                  </a:lnTo>
                  <a:lnTo>
                    <a:pt x="9" y="135"/>
                  </a:lnTo>
                  <a:lnTo>
                    <a:pt x="9" y="135"/>
                  </a:lnTo>
                  <a:lnTo>
                    <a:pt x="18" y="118"/>
                  </a:lnTo>
                  <a:lnTo>
                    <a:pt x="29" y="101"/>
                  </a:lnTo>
                  <a:lnTo>
                    <a:pt x="51" y="67"/>
                  </a:lnTo>
                  <a:lnTo>
                    <a:pt x="51" y="67"/>
                  </a:lnTo>
                  <a:lnTo>
                    <a:pt x="62" y="51"/>
                  </a:lnTo>
                  <a:lnTo>
                    <a:pt x="75" y="37"/>
                  </a:lnTo>
                  <a:lnTo>
                    <a:pt x="87" y="23"/>
                  </a:lnTo>
                  <a:lnTo>
                    <a:pt x="99" y="7"/>
                  </a:lnTo>
                  <a:lnTo>
                    <a:pt x="99" y="7"/>
                  </a:lnTo>
                  <a:lnTo>
                    <a:pt x="100" y="5"/>
                  </a:lnTo>
                  <a:lnTo>
                    <a:pt x="100" y="4"/>
                  </a:lnTo>
                  <a:lnTo>
                    <a:pt x="99" y="2"/>
                  </a:lnTo>
                  <a:lnTo>
                    <a:pt x="98" y="1"/>
                  </a:lnTo>
                  <a:lnTo>
                    <a:pt x="95" y="0"/>
                  </a:lnTo>
                  <a:lnTo>
                    <a:pt x="93" y="0"/>
                  </a:lnTo>
                  <a:lnTo>
                    <a:pt x="92" y="1"/>
                  </a:lnTo>
                  <a:lnTo>
                    <a:pt x="90" y="2"/>
                  </a:lnTo>
                  <a:lnTo>
                    <a:pt x="90"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7" name="Freeform 428"/>
            <p:cNvSpPr/>
            <p:nvPr/>
          </p:nvSpPr>
          <p:spPr bwMode="auto">
            <a:xfrm>
              <a:off x="6384926" y="3644900"/>
              <a:ext cx="50800" cy="76200"/>
            </a:xfrm>
            <a:custGeom>
              <a:avLst/>
              <a:gdLst/>
              <a:ahLst/>
              <a:cxnLst>
                <a:cxn ang="0">
                  <a:pos x="87" y="3"/>
                </a:cxn>
                <a:cxn ang="0">
                  <a:pos x="87" y="3"/>
                </a:cxn>
                <a:cxn ang="0">
                  <a:pos x="86" y="8"/>
                </a:cxn>
                <a:cxn ang="0">
                  <a:pos x="84" y="13"/>
                </a:cxn>
                <a:cxn ang="0">
                  <a:pos x="78" y="21"/>
                </a:cxn>
                <a:cxn ang="0">
                  <a:pos x="70" y="29"/>
                </a:cxn>
                <a:cxn ang="0">
                  <a:pos x="64" y="37"/>
                </a:cxn>
                <a:cxn ang="0">
                  <a:pos x="64" y="37"/>
                </a:cxn>
                <a:cxn ang="0">
                  <a:pos x="36" y="78"/>
                </a:cxn>
                <a:cxn ang="0">
                  <a:pos x="36" y="78"/>
                </a:cxn>
                <a:cxn ang="0">
                  <a:pos x="17" y="105"/>
                </a:cxn>
                <a:cxn ang="0">
                  <a:pos x="7" y="120"/>
                </a:cxn>
                <a:cxn ang="0">
                  <a:pos x="4" y="127"/>
                </a:cxn>
                <a:cxn ang="0">
                  <a:pos x="0" y="135"/>
                </a:cxn>
                <a:cxn ang="0">
                  <a:pos x="0" y="135"/>
                </a:cxn>
                <a:cxn ang="0">
                  <a:pos x="0" y="136"/>
                </a:cxn>
                <a:cxn ang="0">
                  <a:pos x="1" y="138"/>
                </a:cxn>
                <a:cxn ang="0">
                  <a:pos x="2" y="140"/>
                </a:cxn>
                <a:cxn ang="0">
                  <a:pos x="2" y="140"/>
                </a:cxn>
                <a:cxn ang="0">
                  <a:pos x="4" y="141"/>
                </a:cxn>
                <a:cxn ang="0">
                  <a:pos x="4" y="141"/>
                </a:cxn>
                <a:cxn ang="0">
                  <a:pos x="6" y="142"/>
                </a:cxn>
                <a:cxn ang="0">
                  <a:pos x="7" y="142"/>
                </a:cxn>
                <a:cxn ang="0">
                  <a:pos x="9" y="141"/>
                </a:cxn>
                <a:cxn ang="0">
                  <a:pos x="11" y="140"/>
                </a:cxn>
                <a:cxn ang="0">
                  <a:pos x="11" y="136"/>
                </a:cxn>
                <a:cxn ang="0">
                  <a:pos x="11" y="134"/>
                </a:cxn>
                <a:cxn ang="0">
                  <a:pos x="8" y="133"/>
                </a:cxn>
                <a:cxn ang="0">
                  <a:pos x="8" y="133"/>
                </a:cxn>
                <a:cxn ang="0">
                  <a:pos x="11" y="133"/>
                </a:cxn>
                <a:cxn ang="0">
                  <a:pos x="13" y="131"/>
                </a:cxn>
                <a:cxn ang="0">
                  <a:pos x="17" y="124"/>
                </a:cxn>
                <a:cxn ang="0">
                  <a:pos x="23" y="111"/>
                </a:cxn>
                <a:cxn ang="0">
                  <a:pos x="23" y="111"/>
                </a:cxn>
                <a:cxn ang="0">
                  <a:pos x="29" y="103"/>
                </a:cxn>
                <a:cxn ang="0">
                  <a:pos x="35" y="95"/>
                </a:cxn>
                <a:cxn ang="0">
                  <a:pos x="49" y="77"/>
                </a:cxn>
                <a:cxn ang="0">
                  <a:pos x="49" y="77"/>
                </a:cxn>
                <a:cxn ang="0">
                  <a:pos x="64" y="53"/>
                </a:cxn>
                <a:cxn ang="0">
                  <a:pos x="73" y="41"/>
                </a:cxn>
                <a:cxn ang="0">
                  <a:pos x="82" y="31"/>
                </a:cxn>
                <a:cxn ang="0">
                  <a:pos x="82" y="31"/>
                </a:cxn>
                <a:cxn ang="0">
                  <a:pos x="87" y="24"/>
                </a:cxn>
                <a:cxn ang="0">
                  <a:pos x="91" y="19"/>
                </a:cxn>
                <a:cxn ang="0">
                  <a:pos x="94" y="12"/>
                </a:cxn>
                <a:cxn ang="0">
                  <a:pos x="96" y="6"/>
                </a:cxn>
                <a:cxn ang="0">
                  <a:pos x="96" y="6"/>
                </a:cxn>
                <a:cxn ang="0">
                  <a:pos x="96" y="4"/>
                </a:cxn>
                <a:cxn ang="0">
                  <a:pos x="95" y="2"/>
                </a:cxn>
                <a:cxn ang="0">
                  <a:pos x="93" y="0"/>
                </a:cxn>
                <a:cxn ang="0">
                  <a:pos x="91" y="0"/>
                </a:cxn>
                <a:cxn ang="0">
                  <a:pos x="89" y="0"/>
                </a:cxn>
                <a:cxn ang="0">
                  <a:pos x="88" y="1"/>
                </a:cxn>
                <a:cxn ang="0">
                  <a:pos x="87" y="3"/>
                </a:cxn>
                <a:cxn ang="0">
                  <a:pos x="87" y="3"/>
                </a:cxn>
              </a:cxnLst>
              <a:rect l="0" t="0" r="r" b="b"/>
              <a:pathLst>
                <a:path w="96" h="142">
                  <a:moveTo>
                    <a:pt x="87" y="3"/>
                  </a:moveTo>
                  <a:lnTo>
                    <a:pt x="87" y="3"/>
                  </a:lnTo>
                  <a:lnTo>
                    <a:pt x="86" y="8"/>
                  </a:lnTo>
                  <a:lnTo>
                    <a:pt x="84" y="13"/>
                  </a:lnTo>
                  <a:lnTo>
                    <a:pt x="78" y="21"/>
                  </a:lnTo>
                  <a:lnTo>
                    <a:pt x="70" y="29"/>
                  </a:lnTo>
                  <a:lnTo>
                    <a:pt x="64" y="37"/>
                  </a:lnTo>
                  <a:lnTo>
                    <a:pt x="64" y="37"/>
                  </a:lnTo>
                  <a:lnTo>
                    <a:pt x="36" y="78"/>
                  </a:lnTo>
                  <a:lnTo>
                    <a:pt x="36" y="78"/>
                  </a:lnTo>
                  <a:lnTo>
                    <a:pt x="17" y="105"/>
                  </a:lnTo>
                  <a:lnTo>
                    <a:pt x="7" y="120"/>
                  </a:lnTo>
                  <a:lnTo>
                    <a:pt x="4" y="127"/>
                  </a:lnTo>
                  <a:lnTo>
                    <a:pt x="0" y="135"/>
                  </a:lnTo>
                  <a:lnTo>
                    <a:pt x="0" y="135"/>
                  </a:lnTo>
                  <a:lnTo>
                    <a:pt x="0" y="136"/>
                  </a:lnTo>
                  <a:lnTo>
                    <a:pt x="1" y="138"/>
                  </a:lnTo>
                  <a:lnTo>
                    <a:pt x="2" y="140"/>
                  </a:lnTo>
                  <a:lnTo>
                    <a:pt x="2" y="140"/>
                  </a:lnTo>
                  <a:lnTo>
                    <a:pt x="4" y="141"/>
                  </a:lnTo>
                  <a:lnTo>
                    <a:pt x="4" y="141"/>
                  </a:lnTo>
                  <a:lnTo>
                    <a:pt x="6" y="142"/>
                  </a:lnTo>
                  <a:lnTo>
                    <a:pt x="7" y="142"/>
                  </a:lnTo>
                  <a:lnTo>
                    <a:pt x="9" y="141"/>
                  </a:lnTo>
                  <a:lnTo>
                    <a:pt x="11" y="140"/>
                  </a:lnTo>
                  <a:lnTo>
                    <a:pt x="11" y="136"/>
                  </a:lnTo>
                  <a:lnTo>
                    <a:pt x="11" y="134"/>
                  </a:lnTo>
                  <a:lnTo>
                    <a:pt x="8" y="133"/>
                  </a:lnTo>
                  <a:lnTo>
                    <a:pt x="8" y="133"/>
                  </a:lnTo>
                  <a:lnTo>
                    <a:pt x="11" y="133"/>
                  </a:lnTo>
                  <a:lnTo>
                    <a:pt x="13" y="131"/>
                  </a:lnTo>
                  <a:lnTo>
                    <a:pt x="17" y="124"/>
                  </a:lnTo>
                  <a:lnTo>
                    <a:pt x="23" y="111"/>
                  </a:lnTo>
                  <a:lnTo>
                    <a:pt x="23" y="111"/>
                  </a:lnTo>
                  <a:lnTo>
                    <a:pt x="29" y="103"/>
                  </a:lnTo>
                  <a:lnTo>
                    <a:pt x="35" y="95"/>
                  </a:lnTo>
                  <a:lnTo>
                    <a:pt x="49" y="77"/>
                  </a:lnTo>
                  <a:lnTo>
                    <a:pt x="49" y="77"/>
                  </a:lnTo>
                  <a:lnTo>
                    <a:pt x="64" y="53"/>
                  </a:lnTo>
                  <a:lnTo>
                    <a:pt x="73" y="41"/>
                  </a:lnTo>
                  <a:lnTo>
                    <a:pt x="82" y="31"/>
                  </a:lnTo>
                  <a:lnTo>
                    <a:pt x="82" y="31"/>
                  </a:lnTo>
                  <a:lnTo>
                    <a:pt x="87" y="24"/>
                  </a:lnTo>
                  <a:lnTo>
                    <a:pt x="91" y="19"/>
                  </a:lnTo>
                  <a:lnTo>
                    <a:pt x="94" y="12"/>
                  </a:lnTo>
                  <a:lnTo>
                    <a:pt x="96" y="6"/>
                  </a:lnTo>
                  <a:lnTo>
                    <a:pt x="96" y="6"/>
                  </a:lnTo>
                  <a:lnTo>
                    <a:pt x="96" y="4"/>
                  </a:lnTo>
                  <a:lnTo>
                    <a:pt x="95" y="2"/>
                  </a:lnTo>
                  <a:lnTo>
                    <a:pt x="93" y="0"/>
                  </a:lnTo>
                  <a:lnTo>
                    <a:pt x="91" y="0"/>
                  </a:lnTo>
                  <a:lnTo>
                    <a:pt x="89" y="0"/>
                  </a:lnTo>
                  <a:lnTo>
                    <a:pt x="88" y="1"/>
                  </a:lnTo>
                  <a:lnTo>
                    <a:pt x="87" y="3"/>
                  </a:lnTo>
                  <a:lnTo>
                    <a:pt x="8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8" name="Freeform 429"/>
            <p:cNvSpPr/>
            <p:nvPr/>
          </p:nvSpPr>
          <p:spPr bwMode="auto">
            <a:xfrm>
              <a:off x="6399213" y="3665538"/>
              <a:ext cx="57150" cy="65088"/>
            </a:xfrm>
            <a:custGeom>
              <a:avLst/>
              <a:gdLst/>
              <a:ahLst/>
              <a:cxnLst>
                <a:cxn ang="0">
                  <a:pos x="101" y="1"/>
                </a:cxn>
                <a:cxn ang="0">
                  <a:pos x="101" y="1"/>
                </a:cxn>
                <a:cxn ang="0">
                  <a:pos x="85" y="12"/>
                </a:cxn>
                <a:cxn ang="0">
                  <a:pos x="69" y="25"/>
                </a:cxn>
                <a:cxn ang="0">
                  <a:pos x="55" y="38"/>
                </a:cxn>
                <a:cxn ang="0">
                  <a:pos x="41" y="54"/>
                </a:cxn>
                <a:cxn ang="0">
                  <a:pos x="41" y="54"/>
                </a:cxn>
                <a:cxn ang="0">
                  <a:pos x="30" y="69"/>
                </a:cxn>
                <a:cxn ang="0">
                  <a:pos x="18" y="84"/>
                </a:cxn>
                <a:cxn ang="0">
                  <a:pos x="11" y="91"/>
                </a:cxn>
                <a:cxn ang="0">
                  <a:pos x="7" y="99"/>
                </a:cxn>
                <a:cxn ang="0">
                  <a:pos x="3" y="108"/>
                </a:cxn>
                <a:cxn ang="0">
                  <a:pos x="0" y="118"/>
                </a:cxn>
                <a:cxn ang="0">
                  <a:pos x="0" y="118"/>
                </a:cxn>
                <a:cxn ang="0">
                  <a:pos x="0" y="120"/>
                </a:cxn>
                <a:cxn ang="0">
                  <a:pos x="0" y="122"/>
                </a:cxn>
                <a:cxn ang="0">
                  <a:pos x="1" y="123"/>
                </a:cxn>
                <a:cxn ang="0">
                  <a:pos x="3" y="123"/>
                </a:cxn>
                <a:cxn ang="0">
                  <a:pos x="5" y="124"/>
                </a:cxn>
                <a:cxn ang="0">
                  <a:pos x="6" y="123"/>
                </a:cxn>
                <a:cxn ang="0">
                  <a:pos x="8" y="122"/>
                </a:cxn>
                <a:cxn ang="0">
                  <a:pos x="8" y="120"/>
                </a:cxn>
                <a:cxn ang="0">
                  <a:pos x="8" y="120"/>
                </a:cxn>
                <a:cxn ang="0">
                  <a:pos x="11" y="111"/>
                </a:cxn>
                <a:cxn ang="0">
                  <a:pos x="16" y="104"/>
                </a:cxn>
                <a:cxn ang="0">
                  <a:pos x="20" y="97"/>
                </a:cxn>
                <a:cxn ang="0">
                  <a:pos x="25" y="91"/>
                </a:cxn>
                <a:cxn ang="0">
                  <a:pos x="36" y="78"/>
                </a:cxn>
                <a:cxn ang="0">
                  <a:pos x="41" y="71"/>
                </a:cxn>
                <a:cxn ang="0">
                  <a:pos x="47" y="64"/>
                </a:cxn>
                <a:cxn ang="0">
                  <a:pos x="47" y="64"/>
                </a:cxn>
                <a:cxn ang="0">
                  <a:pos x="52" y="56"/>
                </a:cxn>
                <a:cxn ang="0">
                  <a:pos x="59" y="47"/>
                </a:cxn>
                <a:cxn ang="0">
                  <a:pos x="65" y="40"/>
                </a:cxn>
                <a:cxn ang="0">
                  <a:pos x="73" y="33"/>
                </a:cxn>
                <a:cxn ang="0">
                  <a:pos x="89" y="21"/>
                </a:cxn>
                <a:cxn ang="0">
                  <a:pos x="106" y="9"/>
                </a:cxn>
                <a:cxn ang="0">
                  <a:pos x="106" y="9"/>
                </a:cxn>
                <a:cxn ang="0">
                  <a:pos x="107" y="8"/>
                </a:cxn>
                <a:cxn ang="0">
                  <a:pos x="108" y="6"/>
                </a:cxn>
                <a:cxn ang="0">
                  <a:pos x="108" y="4"/>
                </a:cxn>
                <a:cxn ang="0">
                  <a:pos x="107" y="3"/>
                </a:cxn>
                <a:cxn ang="0">
                  <a:pos x="106" y="1"/>
                </a:cxn>
                <a:cxn ang="0">
                  <a:pos x="105" y="1"/>
                </a:cxn>
                <a:cxn ang="0">
                  <a:pos x="103" y="0"/>
                </a:cxn>
                <a:cxn ang="0">
                  <a:pos x="101" y="1"/>
                </a:cxn>
                <a:cxn ang="0">
                  <a:pos x="101" y="1"/>
                </a:cxn>
              </a:cxnLst>
              <a:rect l="0" t="0" r="r" b="b"/>
              <a:pathLst>
                <a:path w="108" h="124">
                  <a:moveTo>
                    <a:pt x="101" y="1"/>
                  </a:moveTo>
                  <a:lnTo>
                    <a:pt x="101" y="1"/>
                  </a:lnTo>
                  <a:lnTo>
                    <a:pt x="85" y="12"/>
                  </a:lnTo>
                  <a:lnTo>
                    <a:pt x="69" y="25"/>
                  </a:lnTo>
                  <a:lnTo>
                    <a:pt x="55" y="38"/>
                  </a:lnTo>
                  <a:lnTo>
                    <a:pt x="41" y="54"/>
                  </a:lnTo>
                  <a:lnTo>
                    <a:pt x="41" y="54"/>
                  </a:lnTo>
                  <a:lnTo>
                    <a:pt x="30" y="69"/>
                  </a:lnTo>
                  <a:lnTo>
                    <a:pt x="18" y="84"/>
                  </a:lnTo>
                  <a:lnTo>
                    <a:pt x="11" y="91"/>
                  </a:lnTo>
                  <a:lnTo>
                    <a:pt x="7" y="99"/>
                  </a:lnTo>
                  <a:lnTo>
                    <a:pt x="3" y="108"/>
                  </a:lnTo>
                  <a:lnTo>
                    <a:pt x="0" y="118"/>
                  </a:lnTo>
                  <a:lnTo>
                    <a:pt x="0" y="118"/>
                  </a:lnTo>
                  <a:lnTo>
                    <a:pt x="0" y="120"/>
                  </a:lnTo>
                  <a:lnTo>
                    <a:pt x="0" y="122"/>
                  </a:lnTo>
                  <a:lnTo>
                    <a:pt x="1" y="123"/>
                  </a:lnTo>
                  <a:lnTo>
                    <a:pt x="3" y="123"/>
                  </a:lnTo>
                  <a:lnTo>
                    <a:pt x="5" y="124"/>
                  </a:lnTo>
                  <a:lnTo>
                    <a:pt x="6" y="123"/>
                  </a:lnTo>
                  <a:lnTo>
                    <a:pt x="8" y="122"/>
                  </a:lnTo>
                  <a:lnTo>
                    <a:pt x="8" y="120"/>
                  </a:lnTo>
                  <a:lnTo>
                    <a:pt x="8" y="120"/>
                  </a:lnTo>
                  <a:lnTo>
                    <a:pt x="11" y="111"/>
                  </a:lnTo>
                  <a:lnTo>
                    <a:pt x="16" y="104"/>
                  </a:lnTo>
                  <a:lnTo>
                    <a:pt x="20" y="97"/>
                  </a:lnTo>
                  <a:lnTo>
                    <a:pt x="25" y="91"/>
                  </a:lnTo>
                  <a:lnTo>
                    <a:pt x="36" y="78"/>
                  </a:lnTo>
                  <a:lnTo>
                    <a:pt x="41" y="71"/>
                  </a:lnTo>
                  <a:lnTo>
                    <a:pt x="47" y="64"/>
                  </a:lnTo>
                  <a:lnTo>
                    <a:pt x="47" y="64"/>
                  </a:lnTo>
                  <a:lnTo>
                    <a:pt x="52" y="56"/>
                  </a:lnTo>
                  <a:lnTo>
                    <a:pt x="59" y="47"/>
                  </a:lnTo>
                  <a:lnTo>
                    <a:pt x="65" y="40"/>
                  </a:lnTo>
                  <a:lnTo>
                    <a:pt x="73" y="33"/>
                  </a:lnTo>
                  <a:lnTo>
                    <a:pt x="89" y="21"/>
                  </a:lnTo>
                  <a:lnTo>
                    <a:pt x="106" y="9"/>
                  </a:lnTo>
                  <a:lnTo>
                    <a:pt x="106" y="9"/>
                  </a:lnTo>
                  <a:lnTo>
                    <a:pt x="107" y="8"/>
                  </a:lnTo>
                  <a:lnTo>
                    <a:pt x="108" y="6"/>
                  </a:lnTo>
                  <a:lnTo>
                    <a:pt x="108" y="4"/>
                  </a:lnTo>
                  <a:lnTo>
                    <a:pt x="107" y="3"/>
                  </a:lnTo>
                  <a:lnTo>
                    <a:pt x="106" y="1"/>
                  </a:lnTo>
                  <a:lnTo>
                    <a:pt x="105" y="1"/>
                  </a:lnTo>
                  <a:lnTo>
                    <a:pt x="103" y="0"/>
                  </a:lnTo>
                  <a:lnTo>
                    <a:pt x="101" y="1"/>
                  </a:lnTo>
                  <a:lnTo>
                    <a:pt x="101"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79" name="Freeform 430"/>
            <p:cNvSpPr/>
            <p:nvPr/>
          </p:nvSpPr>
          <p:spPr bwMode="auto">
            <a:xfrm>
              <a:off x="6424613" y="3671888"/>
              <a:ext cx="61913" cy="76200"/>
            </a:xfrm>
            <a:custGeom>
              <a:avLst/>
              <a:gdLst/>
              <a:ahLst/>
              <a:cxnLst>
                <a:cxn ang="0">
                  <a:pos x="110" y="2"/>
                </a:cxn>
                <a:cxn ang="0">
                  <a:pos x="110" y="2"/>
                </a:cxn>
                <a:cxn ang="0">
                  <a:pos x="78" y="32"/>
                </a:cxn>
                <a:cxn ang="0">
                  <a:pos x="63" y="48"/>
                </a:cxn>
                <a:cxn ang="0">
                  <a:pos x="47" y="63"/>
                </a:cxn>
                <a:cxn ang="0">
                  <a:pos x="33" y="80"/>
                </a:cxn>
                <a:cxn ang="0">
                  <a:pos x="20" y="97"/>
                </a:cxn>
                <a:cxn ang="0">
                  <a:pos x="14" y="107"/>
                </a:cxn>
                <a:cxn ang="0">
                  <a:pos x="9" y="116"/>
                </a:cxn>
                <a:cxn ang="0">
                  <a:pos x="5" y="126"/>
                </a:cxn>
                <a:cxn ang="0">
                  <a:pos x="1" y="137"/>
                </a:cxn>
                <a:cxn ang="0">
                  <a:pos x="1" y="137"/>
                </a:cxn>
                <a:cxn ang="0">
                  <a:pos x="0" y="139"/>
                </a:cxn>
                <a:cxn ang="0">
                  <a:pos x="1" y="140"/>
                </a:cxn>
                <a:cxn ang="0">
                  <a:pos x="3" y="142"/>
                </a:cxn>
                <a:cxn ang="0">
                  <a:pos x="5" y="143"/>
                </a:cxn>
                <a:cxn ang="0">
                  <a:pos x="8" y="142"/>
                </a:cxn>
                <a:cxn ang="0">
                  <a:pos x="13" y="137"/>
                </a:cxn>
                <a:cxn ang="0">
                  <a:pos x="13" y="137"/>
                </a:cxn>
                <a:cxn ang="0">
                  <a:pos x="14" y="135"/>
                </a:cxn>
                <a:cxn ang="0">
                  <a:pos x="14" y="134"/>
                </a:cxn>
                <a:cxn ang="0">
                  <a:pos x="13" y="130"/>
                </a:cxn>
                <a:cxn ang="0">
                  <a:pos x="13" y="130"/>
                </a:cxn>
                <a:cxn ang="0">
                  <a:pos x="22" y="112"/>
                </a:cxn>
                <a:cxn ang="0">
                  <a:pos x="33" y="95"/>
                </a:cxn>
                <a:cxn ang="0">
                  <a:pos x="45" y="80"/>
                </a:cxn>
                <a:cxn ang="0">
                  <a:pos x="58" y="64"/>
                </a:cxn>
                <a:cxn ang="0">
                  <a:pos x="73" y="51"/>
                </a:cxn>
                <a:cxn ang="0">
                  <a:pos x="87" y="37"/>
                </a:cxn>
                <a:cxn ang="0">
                  <a:pos x="117" y="9"/>
                </a:cxn>
                <a:cxn ang="0">
                  <a:pos x="117" y="9"/>
                </a:cxn>
                <a:cxn ang="0">
                  <a:pos x="118" y="7"/>
                </a:cxn>
                <a:cxn ang="0">
                  <a:pos x="118" y="6"/>
                </a:cxn>
                <a:cxn ang="0">
                  <a:pos x="118" y="3"/>
                </a:cxn>
                <a:cxn ang="0">
                  <a:pos x="117" y="2"/>
                </a:cxn>
                <a:cxn ang="0">
                  <a:pos x="115" y="1"/>
                </a:cxn>
                <a:cxn ang="0">
                  <a:pos x="114" y="0"/>
                </a:cxn>
                <a:cxn ang="0">
                  <a:pos x="112" y="0"/>
                </a:cxn>
                <a:cxn ang="0">
                  <a:pos x="110" y="2"/>
                </a:cxn>
                <a:cxn ang="0">
                  <a:pos x="110" y="2"/>
                </a:cxn>
              </a:cxnLst>
              <a:rect l="0" t="0" r="r" b="b"/>
              <a:pathLst>
                <a:path w="118" h="143">
                  <a:moveTo>
                    <a:pt x="110" y="2"/>
                  </a:moveTo>
                  <a:lnTo>
                    <a:pt x="110" y="2"/>
                  </a:lnTo>
                  <a:lnTo>
                    <a:pt x="78" y="32"/>
                  </a:lnTo>
                  <a:lnTo>
                    <a:pt x="63" y="48"/>
                  </a:lnTo>
                  <a:lnTo>
                    <a:pt x="47" y="63"/>
                  </a:lnTo>
                  <a:lnTo>
                    <a:pt x="33" y="80"/>
                  </a:lnTo>
                  <a:lnTo>
                    <a:pt x="20" y="97"/>
                  </a:lnTo>
                  <a:lnTo>
                    <a:pt x="14" y="107"/>
                  </a:lnTo>
                  <a:lnTo>
                    <a:pt x="9" y="116"/>
                  </a:lnTo>
                  <a:lnTo>
                    <a:pt x="5" y="126"/>
                  </a:lnTo>
                  <a:lnTo>
                    <a:pt x="1" y="137"/>
                  </a:lnTo>
                  <a:lnTo>
                    <a:pt x="1" y="137"/>
                  </a:lnTo>
                  <a:lnTo>
                    <a:pt x="0" y="139"/>
                  </a:lnTo>
                  <a:lnTo>
                    <a:pt x="1" y="140"/>
                  </a:lnTo>
                  <a:lnTo>
                    <a:pt x="3" y="142"/>
                  </a:lnTo>
                  <a:lnTo>
                    <a:pt x="5" y="143"/>
                  </a:lnTo>
                  <a:lnTo>
                    <a:pt x="8" y="142"/>
                  </a:lnTo>
                  <a:lnTo>
                    <a:pt x="13" y="137"/>
                  </a:lnTo>
                  <a:lnTo>
                    <a:pt x="13" y="137"/>
                  </a:lnTo>
                  <a:lnTo>
                    <a:pt x="14" y="135"/>
                  </a:lnTo>
                  <a:lnTo>
                    <a:pt x="14" y="134"/>
                  </a:lnTo>
                  <a:lnTo>
                    <a:pt x="13" y="130"/>
                  </a:lnTo>
                  <a:lnTo>
                    <a:pt x="13" y="130"/>
                  </a:lnTo>
                  <a:lnTo>
                    <a:pt x="22" y="112"/>
                  </a:lnTo>
                  <a:lnTo>
                    <a:pt x="33" y="95"/>
                  </a:lnTo>
                  <a:lnTo>
                    <a:pt x="45" y="80"/>
                  </a:lnTo>
                  <a:lnTo>
                    <a:pt x="58" y="64"/>
                  </a:lnTo>
                  <a:lnTo>
                    <a:pt x="73" y="51"/>
                  </a:lnTo>
                  <a:lnTo>
                    <a:pt x="87" y="37"/>
                  </a:lnTo>
                  <a:lnTo>
                    <a:pt x="117" y="9"/>
                  </a:lnTo>
                  <a:lnTo>
                    <a:pt x="117" y="9"/>
                  </a:lnTo>
                  <a:lnTo>
                    <a:pt x="118" y="7"/>
                  </a:lnTo>
                  <a:lnTo>
                    <a:pt x="118" y="6"/>
                  </a:lnTo>
                  <a:lnTo>
                    <a:pt x="118" y="3"/>
                  </a:lnTo>
                  <a:lnTo>
                    <a:pt x="117" y="2"/>
                  </a:lnTo>
                  <a:lnTo>
                    <a:pt x="115" y="1"/>
                  </a:lnTo>
                  <a:lnTo>
                    <a:pt x="114" y="0"/>
                  </a:lnTo>
                  <a:lnTo>
                    <a:pt x="112" y="0"/>
                  </a:lnTo>
                  <a:lnTo>
                    <a:pt x="110" y="2"/>
                  </a:lnTo>
                  <a:lnTo>
                    <a:pt x="110"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0" name="Freeform 431"/>
            <p:cNvSpPr/>
            <p:nvPr/>
          </p:nvSpPr>
          <p:spPr bwMode="auto">
            <a:xfrm>
              <a:off x="6456363" y="3679825"/>
              <a:ext cx="60325" cy="74613"/>
            </a:xfrm>
            <a:custGeom>
              <a:avLst/>
              <a:gdLst/>
              <a:ahLst/>
              <a:cxnLst>
                <a:cxn ang="0">
                  <a:pos x="106" y="1"/>
                </a:cxn>
                <a:cxn ang="0">
                  <a:pos x="106" y="1"/>
                </a:cxn>
                <a:cxn ang="0">
                  <a:pos x="91" y="16"/>
                </a:cxn>
                <a:cxn ang="0">
                  <a:pos x="78" y="33"/>
                </a:cxn>
                <a:cxn ang="0">
                  <a:pos x="52" y="67"/>
                </a:cxn>
                <a:cxn ang="0">
                  <a:pos x="26" y="101"/>
                </a:cxn>
                <a:cxn ang="0">
                  <a:pos x="2" y="135"/>
                </a:cxn>
                <a:cxn ang="0">
                  <a:pos x="2" y="135"/>
                </a:cxn>
                <a:cxn ang="0">
                  <a:pos x="0" y="137"/>
                </a:cxn>
                <a:cxn ang="0">
                  <a:pos x="0" y="138"/>
                </a:cxn>
                <a:cxn ang="0">
                  <a:pos x="2" y="140"/>
                </a:cxn>
                <a:cxn ang="0">
                  <a:pos x="3" y="141"/>
                </a:cxn>
                <a:cxn ang="0">
                  <a:pos x="6" y="141"/>
                </a:cxn>
                <a:cxn ang="0">
                  <a:pos x="8" y="141"/>
                </a:cxn>
                <a:cxn ang="0">
                  <a:pos x="10" y="139"/>
                </a:cxn>
                <a:cxn ang="0">
                  <a:pos x="10" y="139"/>
                </a:cxn>
                <a:cxn ang="0">
                  <a:pos x="35" y="106"/>
                </a:cxn>
                <a:cxn ang="0">
                  <a:pos x="59" y="72"/>
                </a:cxn>
                <a:cxn ang="0">
                  <a:pos x="85" y="39"/>
                </a:cxn>
                <a:cxn ang="0">
                  <a:pos x="99" y="24"/>
                </a:cxn>
                <a:cxn ang="0">
                  <a:pos x="113" y="8"/>
                </a:cxn>
                <a:cxn ang="0">
                  <a:pos x="113" y="8"/>
                </a:cxn>
                <a:cxn ang="0">
                  <a:pos x="114" y="6"/>
                </a:cxn>
                <a:cxn ang="0">
                  <a:pos x="114" y="4"/>
                </a:cxn>
                <a:cxn ang="0">
                  <a:pos x="114" y="3"/>
                </a:cxn>
                <a:cxn ang="0">
                  <a:pos x="113" y="1"/>
                </a:cxn>
                <a:cxn ang="0">
                  <a:pos x="111" y="0"/>
                </a:cxn>
                <a:cxn ang="0">
                  <a:pos x="110" y="0"/>
                </a:cxn>
                <a:cxn ang="0">
                  <a:pos x="108" y="0"/>
                </a:cxn>
                <a:cxn ang="0">
                  <a:pos x="106" y="1"/>
                </a:cxn>
                <a:cxn ang="0">
                  <a:pos x="106" y="1"/>
                </a:cxn>
              </a:cxnLst>
              <a:rect l="0" t="0" r="r" b="b"/>
              <a:pathLst>
                <a:path w="114" h="141">
                  <a:moveTo>
                    <a:pt x="106" y="1"/>
                  </a:moveTo>
                  <a:lnTo>
                    <a:pt x="106" y="1"/>
                  </a:lnTo>
                  <a:lnTo>
                    <a:pt x="91" y="16"/>
                  </a:lnTo>
                  <a:lnTo>
                    <a:pt x="78" y="33"/>
                  </a:lnTo>
                  <a:lnTo>
                    <a:pt x="52" y="67"/>
                  </a:lnTo>
                  <a:lnTo>
                    <a:pt x="26" y="101"/>
                  </a:lnTo>
                  <a:lnTo>
                    <a:pt x="2" y="135"/>
                  </a:lnTo>
                  <a:lnTo>
                    <a:pt x="2" y="135"/>
                  </a:lnTo>
                  <a:lnTo>
                    <a:pt x="0" y="137"/>
                  </a:lnTo>
                  <a:lnTo>
                    <a:pt x="0" y="138"/>
                  </a:lnTo>
                  <a:lnTo>
                    <a:pt x="2" y="140"/>
                  </a:lnTo>
                  <a:lnTo>
                    <a:pt x="3" y="141"/>
                  </a:lnTo>
                  <a:lnTo>
                    <a:pt x="6" y="141"/>
                  </a:lnTo>
                  <a:lnTo>
                    <a:pt x="8" y="141"/>
                  </a:lnTo>
                  <a:lnTo>
                    <a:pt x="10" y="139"/>
                  </a:lnTo>
                  <a:lnTo>
                    <a:pt x="10" y="139"/>
                  </a:lnTo>
                  <a:lnTo>
                    <a:pt x="35" y="106"/>
                  </a:lnTo>
                  <a:lnTo>
                    <a:pt x="59" y="72"/>
                  </a:lnTo>
                  <a:lnTo>
                    <a:pt x="85" y="39"/>
                  </a:lnTo>
                  <a:lnTo>
                    <a:pt x="99" y="24"/>
                  </a:lnTo>
                  <a:lnTo>
                    <a:pt x="113" y="8"/>
                  </a:lnTo>
                  <a:lnTo>
                    <a:pt x="113" y="8"/>
                  </a:lnTo>
                  <a:lnTo>
                    <a:pt x="114" y="6"/>
                  </a:lnTo>
                  <a:lnTo>
                    <a:pt x="114" y="4"/>
                  </a:lnTo>
                  <a:lnTo>
                    <a:pt x="114" y="3"/>
                  </a:lnTo>
                  <a:lnTo>
                    <a:pt x="113" y="1"/>
                  </a:lnTo>
                  <a:lnTo>
                    <a:pt x="111" y="0"/>
                  </a:lnTo>
                  <a:lnTo>
                    <a:pt x="110" y="0"/>
                  </a:lnTo>
                  <a:lnTo>
                    <a:pt x="108" y="0"/>
                  </a:lnTo>
                  <a:lnTo>
                    <a:pt x="106" y="1"/>
                  </a:lnTo>
                  <a:lnTo>
                    <a:pt x="10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1" name="Freeform 432"/>
            <p:cNvSpPr/>
            <p:nvPr/>
          </p:nvSpPr>
          <p:spPr bwMode="auto">
            <a:xfrm>
              <a:off x="6483351" y="3683000"/>
              <a:ext cx="68263" cy="84138"/>
            </a:xfrm>
            <a:custGeom>
              <a:avLst/>
              <a:gdLst/>
              <a:ahLst/>
              <a:cxnLst>
                <a:cxn ang="0">
                  <a:pos x="120" y="1"/>
                </a:cxn>
                <a:cxn ang="0">
                  <a:pos x="120" y="1"/>
                </a:cxn>
                <a:cxn ang="0">
                  <a:pos x="113" y="9"/>
                </a:cxn>
                <a:cxn ang="0">
                  <a:pos x="105" y="18"/>
                </a:cxn>
                <a:cxn ang="0">
                  <a:pos x="99" y="26"/>
                </a:cxn>
                <a:cxn ang="0">
                  <a:pos x="92" y="34"/>
                </a:cxn>
                <a:cxn ang="0">
                  <a:pos x="92" y="34"/>
                </a:cxn>
                <a:cxn ang="0">
                  <a:pos x="77" y="50"/>
                </a:cxn>
                <a:cxn ang="0">
                  <a:pos x="68" y="58"/>
                </a:cxn>
                <a:cxn ang="0">
                  <a:pos x="61" y="66"/>
                </a:cxn>
                <a:cxn ang="0">
                  <a:pos x="61" y="66"/>
                </a:cxn>
                <a:cxn ang="0">
                  <a:pos x="28" y="108"/>
                </a:cxn>
                <a:cxn ang="0">
                  <a:pos x="20" y="120"/>
                </a:cxn>
                <a:cxn ang="0">
                  <a:pos x="12" y="131"/>
                </a:cxn>
                <a:cxn ang="0">
                  <a:pos x="5" y="143"/>
                </a:cxn>
                <a:cxn ang="0">
                  <a:pos x="0" y="155"/>
                </a:cxn>
                <a:cxn ang="0">
                  <a:pos x="0" y="155"/>
                </a:cxn>
                <a:cxn ang="0">
                  <a:pos x="0" y="157"/>
                </a:cxn>
                <a:cxn ang="0">
                  <a:pos x="0" y="158"/>
                </a:cxn>
                <a:cxn ang="0">
                  <a:pos x="1" y="159"/>
                </a:cxn>
                <a:cxn ang="0">
                  <a:pos x="3" y="160"/>
                </a:cxn>
                <a:cxn ang="0">
                  <a:pos x="6" y="160"/>
                </a:cxn>
                <a:cxn ang="0">
                  <a:pos x="8" y="159"/>
                </a:cxn>
                <a:cxn ang="0">
                  <a:pos x="9" y="157"/>
                </a:cxn>
                <a:cxn ang="0">
                  <a:pos x="9" y="157"/>
                </a:cxn>
                <a:cxn ang="0">
                  <a:pos x="15" y="147"/>
                </a:cxn>
                <a:cxn ang="0">
                  <a:pos x="21" y="136"/>
                </a:cxn>
                <a:cxn ang="0">
                  <a:pos x="34" y="116"/>
                </a:cxn>
                <a:cxn ang="0">
                  <a:pos x="64" y="77"/>
                </a:cxn>
                <a:cxn ang="0">
                  <a:pos x="64" y="77"/>
                </a:cxn>
                <a:cxn ang="0">
                  <a:pos x="72" y="68"/>
                </a:cxn>
                <a:cxn ang="0">
                  <a:pos x="81" y="59"/>
                </a:cxn>
                <a:cxn ang="0">
                  <a:pos x="98" y="40"/>
                </a:cxn>
                <a:cxn ang="0">
                  <a:pos x="98" y="40"/>
                </a:cxn>
                <a:cxn ang="0">
                  <a:pos x="105" y="32"/>
                </a:cxn>
                <a:cxn ang="0">
                  <a:pos x="113" y="24"/>
                </a:cxn>
                <a:cxn ang="0">
                  <a:pos x="119" y="15"/>
                </a:cxn>
                <a:cxn ang="0">
                  <a:pos x="126" y="7"/>
                </a:cxn>
                <a:cxn ang="0">
                  <a:pos x="126" y="7"/>
                </a:cxn>
                <a:cxn ang="0">
                  <a:pos x="127" y="6"/>
                </a:cxn>
                <a:cxn ang="0">
                  <a:pos x="128" y="4"/>
                </a:cxn>
                <a:cxn ang="0">
                  <a:pos x="127" y="2"/>
                </a:cxn>
                <a:cxn ang="0">
                  <a:pos x="126" y="1"/>
                </a:cxn>
                <a:cxn ang="0">
                  <a:pos x="125" y="0"/>
                </a:cxn>
                <a:cxn ang="0">
                  <a:pos x="123" y="0"/>
                </a:cxn>
                <a:cxn ang="0">
                  <a:pos x="121" y="0"/>
                </a:cxn>
                <a:cxn ang="0">
                  <a:pos x="120" y="1"/>
                </a:cxn>
                <a:cxn ang="0">
                  <a:pos x="120" y="1"/>
                </a:cxn>
              </a:cxnLst>
              <a:rect l="0" t="0" r="r" b="b"/>
              <a:pathLst>
                <a:path w="128" h="160">
                  <a:moveTo>
                    <a:pt x="120" y="1"/>
                  </a:moveTo>
                  <a:lnTo>
                    <a:pt x="120" y="1"/>
                  </a:lnTo>
                  <a:lnTo>
                    <a:pt x="113" y="9"/>
                  </a:lnTo>
                  <a:lnTo>
                    <a:pt x="105" y="18"/>
                  </a:lnTo>
                  <a:lnTo>
                    <a:pt x="99" y="26"/>
                  </a:lnTo>
                  <a:lnTo>
                    <a:pt x="92" y="34"/>
                  </a:lnTo>
                  <a:lnTo>
                    <a:pt x="92" y="34"/>
                  </a:lnTo>
                  <a:lnTo>
                    <a:pt x="77" y="50"/>
                  </a:lnTo>
                  <a:lnTo>
                    <a:pt x="68" y="58"/>
                  </a:lnTo>
                  <a:lnTo>
                    <a:pt x="61" y="66"/>
                  </a:lnTo>
                  <a:lnTo>
                    <a:pt x="61" y="66"/>
                  </a:lnTo>
                  <a:lnTo>
                    <a:pt x="28" y="108"/>
                  </a:lnTo>
                  <a:lnTo>
                    <a:pt x="20" y="120"/>
                  </a:lnTo>
                  <a:lnTo>
                    <a:pt x="12" y="131"/>
                  </a:lnTo>
                  <a:lnTo>
                    <a:pt x="5" y="143"/>
                  </a:lnTo>
                  <a:lnTo>
                    <a:pt x="0" y="155"/>
                  </a:lnTo>
                  <a:lnTo>
                    <a:pt x="0" y="155"/>
                  </a:lnTo>
                  <a:lnTo>
                    <a:pt x="0" y="157"/>
                  </a:lnTo>
                  <a:lnTo>
                    <a:pt x="0" y="158"/>
                  </a:lnTo>
                  <a:lnTo>
                    <a:pt x="1" y="159"/>
                  </a:lnTo>
                  <a:lnTo>
                    <a:pt x="3" y="160"/>
                  </a:lnTo>
                  <a:lnTo>
                    <a:pt x="6" y="160"/>
                  </a:lnTo>
                  <a:lnTo>
                    <a:pt x="8" y="159"/>
                  </a:lnTo>
                  <a:lnTo>
                    <a:pt x="9" y="157"/>
                  </a:lnTo>
                  <a:lnTo>
                    <a:pt x="9" y="157"/>
                  </a:lnTo>
                  <a:lnTo>
                    <a:pt x="15" y="147"/>
                  </a:lnTo>
                  <a:lnTo>
                    <a:pt x="21" y="136"/>
                  </a:lnTo>
                  <a:lnTo>
                    <a:pt x="34" y="116"/>
                  </a:lnTo>
                  <a:lnTo>
                    <a:pt x="64" y="77"/>
                  </a:lnTo>
                  <a:lnTo>
                    <a:pt x="64" y="77"/>
                  </a:lnTo>
                  <a:lnTo>
                    <a:pt x="72" y="68"/>
                  </a:lnTo>
                  <a:lnTo>
                    <a:pt x="81" y="59"/>
                  </a:lnTo>
                  <a:lnTo>
                    <a:pt x="98" y="40"/>
                  </a:lnTo>
                  <a:lnTo>
                    <a:pt x="98" y="40"/>
                  </a:lnTo>
                  <a:lnTo>
                    <a:pt x="105" y="32"/>
                  </a:lnTo>
                  <a:lnTo>
                    <a:pt x="113" y="24"/>
                  </a:lnTo>
                  <a:lnTo>
                    <a:pt x="119" y="15"/>
                  </a:lnTo>
                  <a:lnTo>
                    <a:pt x="126" y="7"/>
                  </a:lnTo>
                  <a:lnTo>
                    <a:pt x="126" y="7"/>
                  </a:lnTo>
                  <a:lnTo>
                    <a:pt x="127" y="6"/>
                  </a:lnTo>
                  <a:lnTo>
                    <a:pt x="128" y="4"/>
                  </a:lnTo>
                  <a:lnTo>
                    <a:pt x="127" y="2"/>
                  </a:lnTo>
                  <a:lnTo>
                    <a:pt x="126" y="1"/>
                  </a:lnTo>
                  <a:lnTo>
                    <a:pt x="125" y="0"/>
                  </a:lnTo>
                  <a:lnTo>
                    <a:pt x="123" y="0"/>
                  </a:lnTo>
                  <a:lnTo>
                    <a:pt x="121" y="0"/>
                  </a:lnTo>
                  <a:lnTo>
                    <a:pt x="120" y="1"/>
                  </a:lnTo>
                  <a:lnTo>
                    <a:pt x="12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2" name="Freeform 433"/>
            <p:cNvSpPr/>
            <p:nvPr/>
          </p:nvSpPr>
          <p:spPr bwMode="auto">
            <a:xfrm>
              <a:off x="6513513" y="3700463"/>
              <a:ext cx="55563" cy="79375"/>
            </a:xfrm>
            <a:custGeom>
              <a:avLst/>
              <a:gdLst/>
              <a:ahLst/>
              <a:cxnLst>
                <a:cxn ang="0">
                  <a:pos x="95" y="3"/>
                </a:cxn>
                <a:cxn ang="0">
                  <a:pos x="95" y="3"/>
                </a:cxn>
                <a:cxn ang="0">
                  <a:pos x="94" y="7"/>
                </a:cxn>
                <a:cxn ang="0">
                  <a:pos x="91" y="11"/>
                </a:cxn>
                <a:cxn ang="0">
                  <a:pos x="86" y="22"/>
                </a:cxn>
                <a:cxn ang="0">
                  <a:pos x="73" y="38"/>
                </a:cxn>
                <a:cxn ang="0">
                  <a:pos x="73" y="38"/>
                </a:cxn>
                <a:cxn ang="0">
                  <a:pos x="66" y="48"/>
                </a:cxn>
                <a:cxn ang="0">
                  <a:pos x="58" y="57"/>
                </a:cxn>
                <a:cxn ang="0">
                  <a:pos x="42" y="75"/>
                </a:cxn>
                <a:cxn ang="0">
                  <a:pos x="42" y="75"/>
                </a:cxn>
                <a:cxn ang="0">
                  <a:pos x="30" y="92"/>
                </a:cxn>
                <a:cxn ang="0">
                  <a:pos x="16" y="108"/>
                </a:cxn>
                <a:cxn ang="0">
                  <a:pos x="10" y="118"/>
                </a:cxn>
                <a:cxn ang="0">
                  <a:pos x="6" y="127"/>
                </a:cxn>
                <a:cxn ang="0">
                  <a:pos x="2" y="136"/>
                </a:cxn>
                <a:cxn ang="0">
                  <a:pos x="0" y="147"/>
                </a:cxn>
                <a:cxn ang="0">
                  <a:pos x="0" y="147"/>
                </a:cxn>
                <a:cxn ang="0">
                  <a:pos x="0" y="149"/>
                </a:cxn>
                <a:cxn ang="0">
                  <a:pos x="1" y="150"/>
                </a:cxn>
                <a:cxn ang="0">
                  <a:pos x="2" y="151"/>
                </a:cxn>
                <a:cxn ang="0">
                  <a:pos x="4" y="151"/>
                </a:cxn>
                <a:cxn ang="0">
                  <a:pos x="7" y="150"/>
                </a:cxn>
                <a:cxn ang="0">
                  <a:pos x="8" y="149"/>
                </a:cxn>
                <a:cxn ang="0">
                  <a:pos x="9" y="147"/>
                </a:cxn>
                <a:cxn ang="0">
                  <a:pos x="9" y="147"/>
                </a:cxn>
                <a:cxn ang="0">
                  <a:pos x="10" y="141"/>
                </a:cxn>
                <a:cxn ang="0">
                  <a:pos x="12" y="135"/>
                </a:cxn>
                <a:cxn ang="0">
                  <a:pos x="18" y="125"/>
                </a:cxn>
                <a:cxn ang="0">
                  <a:pos x="26" y="115"/>
                </a:cxn>
                <a:cxn ang="0">
                  <a:pos x="33" y="105"/>
                </a:cxn>
                <a:cxn ang="0">
                  <a:pos x="33" y="105"/>
                </a:cxn>
                <a:cxn ang="0">
                  <a:pos x="48" y="84"/>
                </a:cxn>
                <a:cxn ang="0">
                  <a:pos x="66" y="62"/>
                </a:cxn>
                <a:cxn ang="0">
                  <a:pos x="66" y="62"/>
                </a:cxn>
                <a:cxn ang="0">
                  <a:pos x="78" y="47"/>
                </a:cxn>
                <a:cxn ang="0">
                  <a:pos x="89" y="31"/>
                </a:cxn>
                <a:cxn ang="0">
                  <a:pos x="89" y="31"/>
                </a:cxn>
                <a:cxn ang="0">
                  <a:pos x="98" y="19"/>
                </a:cxn>
                <a:cxn ang="0">
                  <a:pos x="101" y="12"/>
                </a:cxn>
                <a:cxn ang="0">
                  <a:pos x="104" y="6"/>
                </a:cxn>
                <a:cxn ang="0">
                  <a:pos x="104" y="6"/>
                </a:cxn>
                <a:cxn ang="0">
                  <a:pos x="104" y="4"/>
                </a:cxn>
                <a:cxn ang="0">
                  <a:pos x="103" y="2"/>
                </a:cxn>
                <a:cxn ang="0">
                  <a:pos x="102" y="1"/>
                </a:cxn>
                <a:cxn ang="0">
                  <a:pos x="100" y="0"/>
                </a:cxn>
                <a:cxn ang="0">
                  <a:pos x="98" y="0"/>
                </a:cxn>
                <a:cxn ang="0">
                  <a:pos x="97" y="0"/>
                </a:cxn>
                <a:cxn ang="0">
                  <a:pos x="96" y="1"/>
                </a:cxn>
                <a:cxn ang="0">
                  <a:pos x="95" y="3"/>
                </a:cxn>
                <a:cxn ang="0">
                  <a:pos x="95" y="3"/>
                </a:cxn>
              </a:cxnLst>
              <a:rect l="0" t="0" r="r" b="b"/>
              <a:pathLst>
                <a:path w="104" h="151">
                  <a:moveTo>
                    <a:pt x="95" y="3"/>
                  </a:moveTo>
                  <a:lnTo>
                    <a:pt x="95" y="3"/>
                  </a:lnTo>
                  <a:lnTo>
                    <a:pt x="94" y="7"/>
                  </a:lnTo>
                  <a:lnTo>
                    <a:pt x="91" y="11"/>
                  </a:lnTo>
                  <a:lnTo>
                    <a:pt x="86" y="22"/>
                  </a:lnTo>
                  <a:lnTo>
                    <a:pt x="73" y="38"/>
                  </a:lnTo>
                  <a:lnTo>
                    <a:pt x="73" y="38"/>
                  </a:lnTo>
                  <a:lnTo>
                    <a:pt x="66" y="48"/>
                  </a:lnTo>
                  <a:lnTo>
                    <a:pt x="58" y="57"/>
                  </a:lnTo>
                  <a:lnTo>
                    <a:pt x="42" y="75"/>
                  </a:lnTo>
                  <a:lnTo>
                    <a:pt x="42" y="75"/>
                  </a:lnTo>
                  <a:lnTo>
                    <a:pt x="30" y="92"/>
                  </a:lnTo>
                  <a:lnTo>
                    <a:pt x="16" y="108"/>
                  </a:lnTo>
                  <a:lnTo>
                    <a:pt x="10" y="118"/>
                  </a:lnTo>
                  <a:lnTo>
                    <a:pt x="6" y="127"/>
                  </a:lnTo>
                  <a:lnTo>
                    <a:pt x="2" y="136"/>
                  </a:lnTo>
                  <a:lnTo>
                    <a:pt x="0" y="147"/>
                  </a:lnTo>
                  <a:lnTo>
                    <a:pt x="0" y="147"/>
                  </a:lnTo>
                  <a:lnTo>
                    <a:pt x="0" y="149"/>
                  </a:lnTo>
                  <a:lnTo>
                    <a:pt x="1" y="150"/>
                  </a:lnTo>
                  <a:lnTo>
                    <a:pt x="2" y="151"/>
                  </a:lnTo>
                  <a:lnTo>
                    <a:pt x="4" y="151"/>
                  </a:lnTo>
                  <a:lnTo>
                    <a:pt x="7" y="150"/>
                  </a:lnTo>
                  <a:lnTo>
                    <a:pt x="8" y="149"/>
                  </a:lnTo>
                  <a:lnTo>
                    <a:pt x="9" y="147"/>
                  </a:lnTo>
                  <a:lnTo>
                    <a:pt x="9" y="147"/>
                  </a:lnTo>
                  <a:lnTo>
                    <a:pt x="10" y="141"/>
                  </a:lnTo>
                  <a:lnTo>
                    <a:pt x="12" y="135"/>
                  </a:lnTo>
                  <a:lnTo>
                    <a:pt x="18" y="125"/>
                  </a:lnTo>
                  <a:lnTo>
                    <a:pt x="26" y="115"/>
                  </a:lnTo>
                  <a:lnTo>
                    <a:pt x="33" y="105"/>
                  </a:lnTo>
                  <a:lnTo>
                    <a:pt x="33" y="105"/>
                  </a:lnTo>
                  <a:lnTo>
                    <a:pt x="48" y="84"/>
                  </a:lnTo>
                  <a:lnTo>
                    <a:pt x="66" y="62"/>
                  </a:lnTo>
                  <a:lnTo>
                    <a:pt x="66" y="62"/>
                  </a:lnTo>
                  <a:lnTo>
                    <a:pt x="78" y="47"/>
                  </a:lnTo>
                  <a:lnTo>
                    <a:pt x="89" y="31"/>
                  </a:lnTo>
                  <a:lnTo>
                    <a:pt x="89" y="31"/>
                  </a:lnTo>
                  <a:lnTo>
                    <a:pt x="98" y="19"/>
                  </a:lnTo>
                  <a:lnTo>
                    <a:pt x="101" y="12"/>
                  </a:lnTo>
                  <a:lnTo>
                    <a:pt x="104" y="6"/>
                  </a:lnTo>
                  <a:lnTo>
                    <a:pt x="104" y="6"/>
                  </a:lnTo>
                  <a:lnTo>
                    <a:pt x="104" y="4"/>
                  </a:lnTo>
                  <a:lnTo>
                    <a:pt x="103" y="2"/>
                  </a:lnTo>
                  <a:lnTo>
                    <a:pt x="102" y="1"/>
                  </a:lnTo>
                  <a:lnTo>
                    <a:pt x="100" y="0"/>
                  </a:lnTo>
                  <a:lnTo>
                    <a:pt x="98" y="0"/>
                  </a:lnTo>
                  <a:lnTo>
                    <a:pt x="97" y="0"/>
                  </a:lnTo>
                  <a:lnTo>
                    <a:pt x="96" y="1"/>
                  </a:lnTo>
                  <a:lnTo>
                    <a:pt x="95" y="3"/>
                  </a:lnTo>
                  <a:lnTo>
                    <a:pt x="95"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3" name="Freeform 434"/>
            <p:cNvSpPr/>
            <p:nvPr/>
          </p:nvSpPr>
          <p:spPr bwMode="auto">
            <a:xfrm>
              <a:off x="6535738" y="3706813"/>
              <a:ext cx="65088" cy="80963"/>
            </a:xfrm>
            <a:custGeom>
              <a:avLst/>
              <a:gdLst/>
              <a:ahLst/>
              <a:cxnLst>
                <a:cxn ang="0">
                  <a:pos x="117" y="1"/>
                </a:cxn>
                <a:cxn ang="0">
                  <a:pos x="117" y="1"/>
                </a:cxn>
                <a:cxn ang="0">
                  <a:pos x="108" y="9"/>
                </a:cxn>
                <a:cxn ang="0">
                  <a:pos x="98" y="16"/>
                </a:cxn>
                <a:cxn ang="0">
                  <a:pos x="82" y="31"/>
                </a:cxn>
                <a:cxn ang="0">
                  <a:pos x="66" y="49"/>
                </a:cxn>
                <a:cxn ang="0">
                  <a:pos x="52" y="68"/>
                </a:cxn>
                <a:cxn ang="0">
                  <a:pos x="38" y="87"/>
                </a:cxn>
                <a:cxn ang="0">
                  <a:pos x="25" y="107"/>
                </a:cxn>
                <a:cxn ang="0">
                  <a:pos x="1" y="145"/>
                </a:cxn>
                <a:cxn ang="0">
                  <a:pos x="1" y="145"/>
                </a:cxn>
                <a:cxn ang="0">
                  <a:pos x="0" y="147"/>
                </a:cxn>
                <a:cxn ang="0">
                  <a:pos x="0" y="149"/>
                </a:cxn>
                <a:cxn ang="0">
                  <a:pos x="1" y="150"/>
                </a:cxn>
                <a:cxn ang="0">
                  <a:pos x="2" y="152"/>
                </a:cxn>
                <a:cxn ang="0">
                  <a:pos x="4" y="152"/>
                </a:cxn>
                <a:cxn ang="0">
                  <a:pos x="6" y="152"/>
                </a:cxn>
                <a:cxn ang="0">
                  <a:pos x="7" y="152"/>
                </a:cxn>
                <a:cxn ang="0">
                  <a:pos x="10" y="150"/>
                </a:cxn>
                <a:cxn ang="0">
                  <a:pos x="10" y="150"/>
                </a:cxn>
                <a:cxn ang="0">
                  <a:pos x="33" y="112"/>
                </a:cxn>
                <a:cxn ang="0">
                  <a:pos x="46" y="93"/>
                </a:cxn>
                <a:cxn ang="0">
                  <a:pos x="58" y="74"/>
                </a:cxn>
                <a:cxn ang="0">
                  <a:pos x="73" y="56"/>
                </a:cxn>
                <a:cxn ang="0">
                  <a:pos x="88" y="39"/>
                </a:cxn>
                <a:cxn ang="0">
                  <a:pos x="104" y="23"/>
                </a:cxn>
                <a:cxn ang="0">
                  <a:pos x="113" y="16"/>
                </a:cxn>
                <a:cxn ang="0">
                  <a:pos x="121" y="10"/>
                </a:cxn>
                <a:cxn ang="0">
                  <a:pos x="121" y="10"/>
                </a:cxn>
                <a:cxn ang="0">
                  <a:pos x="123" y="9"/>
                </a:cxn>
                <a:cxn ang="0">
                  <a:pos x="123" y="7"/>
                </a:cxn>
                <a:cxn ang="0">
                  <a:pos x="123" y="4"/>
                </a:cxn>
                <a:cxn ang="0">
                  <a:pos x="121" y="1"/>
                </a:cxn>
                <a:cxn ang="0">
                  <a:pos x="120" y="0"/>
                </a:cxn>
                <a:cxn ang="0">
                  <a:pos x="118" y="0"/>
                </a:cxn>
                <a:cxn ang="0">
                  <a:pos x="117" y="1"/>
                </a:cxn>
                <a:cxn ang="0">
                  <a:pos x="117" y="1"/>
                </a:cxn>
              </a:cxnLst>
              <a:rect l="0" t="0" r="r" b="b"/>
              <a:pathLst>
                <a:path w="123" h="152">
                  <a:moveTo>
                    <a:pt x="117" y="1"/>
                  </a:moveTo>
                  <a:lnTo>
                    <a:pt x="117" y="1"/>
                  </a:lnTo>
                  <a:lnTo>
                    <a:pt x="108" y="9"/>
                  </a:lnTo>
                  <a:lnTo>
                    <a:pt x="98" y="16"/>
                  </a:lnTo>
                  <a:lnTo>
                    <a:pt x="82" y="31"/>
                  </a:lnTo>
                  <a:lnTo>
                    <a:pt x="66" y="49"/>
                  </a:lnTo>
                  <a:lnTo>
                    <a:pt x="52" y="68"/>
                  </a:lnTo>
                  <a:lnTo>
                    <a:pt x="38" y="87"/>
                  </a:lnTo>
                  <a:lnTo>
                    <a:pt x="25" y="107"/>
                  </a:lnTo>
                  <a:lnTo>
                    <a:pt x="1" y="145"/>
                  </a:lnTo>
                  <a:lnTo>
                    <a:pt x="1" y="145"/>
                  </a:lnTo>
                  <a:lnTo>
                    <a:pt x="0" y="147"/>
                  </a:lnTo>
                  <a:lnTo>
                    <a:pt x="0" y="149"/>
                  </a:lnTo>
                  <a:lnTo>
                    <a:pt x="1" y="150"/>
                  </a:lnTo>
                  <a:lnTo>
                    <a:pt x="2" y="152"/>
                  </a:lnTo>
                  <a:lnTo>
                    <a:pt x="4" y="152"/>
                  </a:lnTo>
                  <a:lnTo>
                    <a:pt x="6" y="152"/>
                  </a:lnTo>
                  <a:lnTo>
                    <a:pt x="7" y="152"/>
                  </a:lnTo>
                  <a:lnTo>
                    <a:pt x="10" y="150"/>
                  </a:lnTo>
                  <a:lnTo>
                    <a:pt x="10" y="150"/>
                  </a:lnTo>
                  <a:lnTo>
                    <a:pt x="33" y="112"/>
                  </a:lnTo>
                  <a:lnTo>
                    <a:pt x="46" y="93"/>
                  </a:lnTo>
                  <a:lnTo>
                    <a:pt x="58" y="74"/>
                  </a:lnTo>
                  <a:lnTo>
                    <a:pt x="73" y="56"/>
                  </a:lnTo>
                  <a:lnTo>
                    <a:pt x="88" y="39"/>
                  </a:lnTo>
                  <a:lnTo>
                    <a:pt x="104" y="23"/>
                  </a:lnTo>
                  <a:lnTo>
                    <a:pt x="113" y="16"/>
                  </a:lnTo>
                  <a:lnTo>
                    <a:pt x="121" y="10"/>
                  </a:lnTo>
                  <a:lnTo>
                    <a:pt x="121" y="10"/>
                  </a:lnTo>
                  <a:lnTo>
                    <a:pt x="123" y="9"/>
                  </a:lnTo>
                  <a:lnTo>
                    <a:pt x="123" y="7"/>
                  </a:lnTo>
                  <a:lnTo>
                    <a:pt x="123" y="4"/>
                  </a:lnTo>
                  <a:lnTo>
                    <a:pt x="121" y="1"/>
                  </a:lnTo>
                  <a:lnTo>
                    <a:pt x="120" y="0"/>
                  </a:lnTo>
                  <a:lnTo>
                    <a:pt x="118" y="0"/>
                  </a:lnTo>
                  <a:lnTo>
                    <a:pt x="117" y="1"/>
                  </a:lnTo>
                  <a:lnTo>
                    <a:pt x="117"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4" name="Freeform 435"/>
            <p:cNvSpPr/>
            <p:nvPr/>
          </p:nvSpPr>
          <p:spPr bwMode="auto">
            <a:xfrm>
              <a:off x="6569076" y="3690938"/>
              <a:ext cx="77788" cy="101600"/>
            </a:xfrm>
            <a:custGeom>
              <a:avLst/>
              <a:gdLst/>
              <a:ahLst/>
              <a:cxnLst>
                <a:cxn ang="0">
                  <a:pos x="141" y="0"/>
                </a:cxn>
                <a:cxn ang="0">
                  <a:pos x="141" y="0"/>
                </a:cxn>
                <a:cxn ang="0">
                  <a:pos x="138" y="0"/>
                </a:cxn>
                <a:cxn ang="0">
                  <a:pos x="136" y="3"/>
                </a:cxn>
                <a:cxn ang="0">
                  <a:pos x="135" y="5"/>
                </a:cxn>
                <a:cxn ang="0">
                  <a:pos x="133" y="8"/>
                </a:cxn>
                <a:cxn ang="0">
                  <a:pos x="133" y="8"/>
                </a:cxn>
                <a:cxn ang="0">
                  <a:pos x="114" y="28"/>
                </a:cxn>
                <a:cxn ang="0">
                  <a:pos x="96" y="51"/>
                </a:cxn>
                <a:cxn ang="0">
                  <a:pos x="60" y="96"/>
                </a:cxn>
                <a:cxn ang="0">
                  <a:pos x="60" y="96"/>
                </a:cxn>
                <a:cxn ang="0">
                  <a:pos x="44" y="117"/>
                </a:cxn>
                <a:cxn ang="0">
                  <a:pos x="27" y="140"/>
                </a:cxn>
                <a:cxn ang="0">
                  <a:pos x="20" y="152"/>
                </a:cxn>
                <a:cxn ang="0">
                  <a:pos x="13" y="164"/>
                </a:cxn>
                <a:cxn ang="0">
                  <a:pos x="5" y="176"/>
                </a:cxn>
                <a:cxn ang="0">
                  <a:pos x="0" y="188"/>
                </a:cxn>
                <a:cxn ang="0">
                  <a:pos x="0" y="188"/>
                </a:cxn>
                <a:cxn ang="0">
                  <a:pos x="0" y="190"/>
                </a:cxn>
                <a:cxn ang="0">
                  <a:pos x="0" y="192"/>
                </a:cxn>
                <a:cxn ang="0">
                  <a:pos x="1" y="193"/>
                </a:cxn>
                <a:cxn ang="0">
                  <a:pos x="3" y="194"/>
                </a:cxn>
                <a:cxn ang="0">
                  <a:pos x="6" y="194"/>
                </a:cxn>
                <a:cxn ang="0">
                  <a:pos x="8" y="193"/>
                </a:cxn>
                <a:cxn ang="0">
                  <a:pos x="10" y="190"/>
                </a:cxn>
                <a:cxn ang="0">
                  <a:pos x="10" y="190"/>
                </a:cxn>
                <a:cxn ang="0">
                  <a:pos x="15" y="178"/>
                </a:cxn>
                <a:cxn ang="0">
                  <a:pos x="22" y="166"/>
                </a:cxn>
                <a:cxn ang="0">
                  <a:pos x="29" y="153"/>
                </a:cxn>
                <a:cxn ang="0">
                  <a:pos x="37" y="141"/>
                </a:cxn>
                <a:cxn ang="0">
                  <a:pos x="55" y="117"/>
                </a:cxn>
                <a:cxn ang="0">
                  <a:pos x="74" y="95"/>
                </a:cxn>
                <a:cxn ang="0">
                  <a:pos x="74" y="95"/>
                </a:cxn>
                <a:cxn ang="0">
                  <a:pos x="109" y="51"/>
                </a:cxn>
                <a:cxn ang="0">
                  <a:pos x="126" y="29"/>
                </a:cxn>
                <a:cxn ang="0">
                  <a:pos x="146" y="8"/>
                </a:cxn>
                <a:cxn ang="0">
                  <a:pos x="146" y="8"/>
                </a:cxn>
                <a:cxn ang="0">
                  <a:pos x="147" y="5"/>
                </a:cxn>
                <a:cxn ang="0">
                  <a:pos x="146" y="3"/>
                </a:cxn>
                <a:cxn ang="0">
                  <a:pos x="144" y="0"/>
                </a:cxn>
                <a:cxn ang="0">
                  <a:pos x="141" y="0"/>
                </a:cxn>
                <a:cxn ang="0">
                  <a:pos x="141" y="0"/>
                </a:cxn>
              </a:cxnLst>
              <a:rect l="0" t="0" r="r" b="b"/>
              <a:pathLst>
                <a:path w="147" h="194">
                  <a:moveTo>
                    <a:pt x="141" y="0"/>
                  </a:moveTo>
                  <a:lnTo>
                    <a:pt x="141" y="0"/>
                  </a:lnTo>
                  <a:lnTo>
                    <a:pt x="138" y="0"/>
                  </a:lnTo>
                  <a:lnTo>
                    <a:pt x="136" y="3"/>
                  </a:lnTo>
                  <a:lnTo>
                    <a:pt x="135" y="5"/>
                  </a:lnTo>
                  <a:lnTo>
                    <a:pt x="133" y="8"/>
                  </a:lnTo>
                  <a:lnTo>
                    <a:pt x="133" y="8"/>
                  </a:lnTo>
                  <a:lnTo>
                    <a:pt x="114" y="28"/>
                  </a:lnTo>
                  <a:lnTo>
                    <a:pt x="96" y="51"/>
                  </a:lnTo>
                  <a:lnTo>
                    <a:pt x="60" y="96"/>
                  </a:lnTo>
                  <a:lnTo>
                    <a:pt x="60" y="96"/>
                  </a:lnTo>
                  <a:lnTo>
                    <a:pt x="44" y="117"/>
                  </a:lnTo>
                  <a:lnTo>
                    <a:pt x="27" y="140"/>
                  </a:lnTo>
                  <a:lnTo>
                    <a:pt x="20" y="152"/>
                  </a:lnTo>
                  <a:lnTo>
                    <a:pt x="13" y="164"/>
                  </a:lnTo>
                  <a:lnTo>
                    <a:pt x="5" y="176"/>
                  </a:lnTo>
                  <a:lnTo>
                    <a:pt x="0" y="188"/>
                  </a:lnTo>
                  <a:lnTo>
                    <a:pt x="0" y="188"/>
                  </a:lnTo>
                  <a:lnTo>
                    <a:pt x="0" y="190"/>
                  </a:lnTo>
                  <a:lnTo>
                    <a:pt x="0" y="192"/>
                  </a:lnTo>
                  <a:lnTo>
                    <a:pt x="1" y="193"/>
                  </a:lnTo>
                  <a:lnTo>
                    <a:pt x="3" y="194"/>
                  </a:lnTo>
                  <a:lnTo>
                    <a:pt x="6" y="194"/>
                  </a:lnTo>
                  <a:lnTo>
                    <a:pt x="8" y="193"/>
                  </a:lnTo>
                  <a:lnTo>
                    <a:pt x="10" y="190"/>
                  </a:lnTo>
                  <a:lnTo>
                    <a:pt x="10" y="190"/>
                  </a:lnTo>
                  <a:lnTo>
                    <a:pt x="15" y="178"/>
                  </a:lnTo>
                  <a:lnTo>
                    <a:pt x="22" y="166"/>
                  </a:lnTo>
                  <a:lnTo>
                    <a:pt x="29" y="153"/>
                  </a:lnTo>
                  <a:lnTo>
                    <a:pt x="37" y="141"/>
                  </a:lnTo>
                  <a:lnTo>
                    <a:pt x="55" y="117"/>
                  </a:lnTo>
                  <a:lnTo>
                    <a:pt x="74" y="95"/>
                  </a:lnTo>
                  <a:lnTo>
                    <a:pt x="74" y="95"/>
                  </a:lnTo>
                  <a:lnTo>
                    <a:pt x="109" y="51"/>
                  </a:lnTo>
                  <a:lnTo>
                    <a:pt x="126" y="29"/>
                  </a:lnTo>
                  <a:lnTo>
                    <a:pt x="146" y="8"/>
                  </a:lnTo>
                  <a:lnTo>
                    <a:pt x="146" y="8"/>
                  </a:lnTo>
                  <a:lnTo>
                    <a:pt x="147" y="5"/>
                  </a:lnTo>
                  <a:lnTo>
                    <a:pt x="146" y="3"/>
                  </a:lnTo>
                  <a:lnTo>
                    <a:pt x="144" y="0"/>
                  </a:lnTo>
                  <a:lnTo>
                    <a:pt x="141" y="0"/>
                  </a:lnTo>
                  <a:lnTo>
                    <a:pt x="141"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5" name="Freeform 436"/>
            <p:cNvSpPr/>
            <p:nvPr/>
          </p:nvSpPr>
          <p:spPr bwMode="auto">
            <a:xfrm>
              <a:off x="6599238" y="3675063"/>
              <a:ext cx="95250" cy="111125"/>
            </a:xfrm>
            <a:custGeom>
              <a:avLst/>
              <a:gdLst/>
              <a:ahLst/>
              <a:cxnLst>
                <a:cxn ang="0">
                  <a:pos x="173" y="0"/>
                </a:cxn>
                <a:cxn ang="0">
                  <a:pos x="173" y="0"/>
                </a:cxn>
                <a:cxn ang="0">
                  <a:pos x="160" y="9"/>
                </a:cxn>
                <a:cxn ang="0">
                  <a:pos x="148" y="19"/>
                </a:cxn>
                <a:cxn ang="0">
                  <a:pos x="135" y="31"/>
                </a:cxn>
                <a:cxn ang="0">
                  <a:pos x="124" y="42"/>
                </a:cxn>
                <a:cxn ang="0">
                  <a:pos x="103" y="66"/>
                </a:cxn>
                <a:cxn ang="0">
                  <a:pos x="83" y="89"/>
                </a:cxn>
                <a:cxn ang="0">
                  <a:pos x="83" y="89"/>
                </a:cxn>
                <a:cxn ang="0">
                  <a:pos x="61" y="116"/>
                </a:cxn>
                <a:cxn ang="0">
                  <a:pos x="40" y="143"/>
                </a:cxn>
                <a:cxn ang="0">
                  <a:pos x="40" y="143"/>
                </a:cxn>
                <a:cxn ang="0">
                  <a:pos x="30" y="158"/>
                </a:cxn>
                <a:cxn ang="0">
                  <a:pos x="22" y="172"/>
                </a:cxn>
                <a:cxn ang="0">
                  <a:pos x="11" y="186"/>
                </a:cxn>
                <a:cxn ang="0">
                  <a:pos x="1" y="200"/>
                </a:cxn>
                <a:cxn ang="0">
                  <a:pos x="1" y="200"/>
                </a:cxn>
                <a:cxn ang="0">
                  <a:pos x="0" y="202"/>
                </a:cxn>
                <a:cxn ang="0">
                  <a:pos x="0" y="203"/>
                </a:cxn>
                <a:cxn ang="0">
                  <a:pos x="1" y="205"/>
                </a:cxn>
                <a:cxn ang="0">
                  <a:pos x="2" y="207"/>
                </a:cxn>
                <a:cxn ang="0">
                  <a:pos x="3" y="207"/>
                </a:cxn>
                <a:cxn ang="0">
                  <a:pos x="5" y="208"/>
                </a:cxn>
                <a:cxn ang="0">
                  <a:pos x="6" y="208"/>
                </a:cxn>
                <a:cxn ang="0">
                  <a:pos x="8" y="206"/>
                </a:cxn>
                <a:cxn ang="0">
                  <a:pos x="8" y="206"/>
                </a:cxn>
                <a:cxn ang="0">
                  <a:pos x="14" y="198"/>
                </a:cxn>
                <a:cxn ang="0">
                  <a:pos x="21" y="189"/>
                </a:cxn>
                <a:cxn ang="0">
                  <a:pos x="33" y="170"/>
                </a:cxn>
                <a:cxn ang="0">
                  <a:pos x="33" y="170"/>
                </a:cxn>
                <a:cxn ang="0">
                  <a:pos x="55" y="139"/>
                </a:cxn>
                <a:cxn ang="0">
                  <a:pos x="79" y="109"/>
                </a:cxn>
                <a:cxn ang="0">
                  <a:pos x="79" y="109"/>
                </a:cxn>
                <a:cxn ang="0">
                  <a:pos x="101" y="81"/>
                </a:cxn>
                <a:cxn ang="0">
                  <a:pos x="124" y="54"/>
                </a:cxn>
                <a:cxn ang="0">
                  <a:pos x="136" y="42"/>
                </a:cxn>
                <a:cxn ang="0">
                  <a:pos x="150" y="29"/>
                </a:cxn>
                <a:cxn ang="0">
                  <a:pos x="163" y="18"/>
                </a:cxn>
                <a:cxn ang="0">
                  <a:pos x="178" y="8"/>
                </a:cxn>
                <a:cxn ang="0">
                  <a:pos x="178" y="8"/>
                </a:cxn>
                <a:cxn ang="0">
                  <a:pos x="179" y="7"/>
                </a:cxn>
                <a:cxn ang="0">
                  <a:pos x="180" y="5"/>
                </a:cxn>
                <a:cxn ang="0">
                  <a:pos x="180" y="4"/>
                </a:cxn>
                <a:cxn ang="0">
                  <a:pos x="179" y="2"/>
                </a:cxn>
                <a:cxn ang="0">
                  <a:pos x="178" y="1"/>
                </a:cxn>
                <a:cxn ang="0">
                  <a:pos x="177" y="0"/>
                </a:cxn>
                <a:cxn ang="0">
                  <a:pos x="175" y="0"/>
                </a:cxn>
                <a:cxn ang="0">
                  <a:pos x="173" y="0"/>
                </a:cxn>
                <a:cxn ang="0">
                  <a:pos x="173" y="0"/>
                </a:cxn>
              </a:cxnLst>
              <a:rect l="0" t="0" r="r" b="b"/>
              <a:pathLst>
                <a:path w="180" h="208">
                  <a:moveTo>
                    <a:pt x="173" y="0"/>
                  </a:moveTo>
                  <a:lnTo>
                    <a:pt x="173" y="0"/>
                  </a:lnTo>
                  <a:lnTo>
                    <a:pt x="160" y="9"/>
                  </a:lnTo>
                  <a:lnTo>
                    <a:pt x="148" y="19"/>
                  </a:lnTo>
                  <a:lnTo>
                    <a:pt x="135" y="31"/>
                  </a:lnTo>
                  <a:lnTo>
                    <a:pt x="124" y="42"/>
                  </a:lnTo>
                  <a:lnTo>
                    <a:pt x="103" y="66"/>
                  </a:lnTo>
                  <a:lnTo>
                    <a:pt x="83" y="89"/>
                  </a:lnTo>
                  <a:lnTo>
                    <a:pt x="83" y="89"/>
                  </a:lnTo>
                  <a:lnTo>
                    <a:pt x="61" y="116"/>
                  </a:lnTo>
                  <a:lnTo>
                    <a:pt x="40" y="143"/>
                  </a:lnTo>
                  <a:lnTo>
                    <a:pt x="40" y="143"/>
                  </a:lnTo>
                  <a:lnTo>
                    <a:pt x="30" y="158"/>
                  </a:lnTo>
                  <a:lnTo>
                    <a:pt x="22" y="172"/>
                  </a:lnTo>
                  <a:lnTo>
                    <a:pt x="11" y="186"/>
                  </a:lnTo>
                  <a:lnTo>
                    <a:pt x="1" y="200"/>
                  </a:lnTo>
                  <a:lnTo>
                    <a:pt x="1" y="200"/>
                  </a:lnTo>
                  <a:lnTo>
                    <a:pt x="0" y="202"/>
                  </a:lnTo>
                  <a:lnTo>
                    <a:pt x="0" y="203"/>
                  </a:lnTo>
                  <a:lnTo>
                    <a:pt x="1" y="205"/>
                  </a:lnTo>
                  <a:lnTo>
                    <a:pt x="2" y="207"/>
                  </a:lnTo>
                  <a:lnTo>
                    <a:pt x="3" y="207"/>
                  </a:lnTo>
                  <a:lnTo>
                    <a:pt x="5" y="208"/>
                  </a:lnTo>
                  <a:lnTo>
                    <a:pt x="6" y="208"/>
                  </a:lnTo>
                  <a:lnTo>
                    <a:pt x="8" y="206"/>
                  </a:lnTo>
                  <a:lnTo>
                    <a:pt x="8" y="206"/>
                  </a:lnTo>
                  <a:lnTo>
                    <a:pt x="14" y="198"/>
                  </a:lnTo>
                  <a:lnTo>
                    <a:pt x="21" y="189"/>
                  </a:lnTo>
                  <a:lnTo>
                    <a:pt x="33" y="170"/>
                  </a:lnTo>
                  <a:lnTo>
                    <a:pt x="33" y="170"/>
                  </a:lnTo>
                  <a:lnTo>
                    <a:pt x="55" y="139"/>
                  </a:lnTo>
                  <a:lnTo>
                    <a:pt x="79" y="109"/>
                  </a:lnTo>
                  <a:lnTo>
                    <a:pt x="79" y="109"/>
                  </a:lnTo>
                  <a:lnTo>
                    <a:pt x="101" y="81"/>
                  </a:lnTo>
                  <a:lnTo>
                    <a:pt x="124" y="54"/>
                  </a:lnTo>
                  <a:lnTo>
                    <a:pt x="136" y="42"/>
                  </a:lnTo>
                  <a:lnTo>
                    <a:pt x="150" y="29"/>
                  </a:lnTo>
                  <a:lnTo>
                    <a:pt x="163" y="18"/>
                  </a:lnTo>
                  <a:lnTo>
                    <a:pt x="178" y="8"/>
                  </a:lnTo>
                  <a:lnTo>
                    <a:pt x="178" y="8"/>
                  </a:lnTo>
                  <a:lnTo>
                    <a:pt x="179" y="7"/>
                  </a:lnTo>
                  <a:lnTo>
                    <a:pt x="180" y="5"/>
                  </a:lnTo>
                  <a:lnTo>
                    <a:pt x="180" y="4"/>
                  </a:lnTo>
                  <a:lnTo>
                    <a:pt x="179" y="2"/>
                  </a:lnTo>
                  <a:lnTo>
                    <a:pt x="178" y="1"/>
                  </a:lnTo>
                  <a:lnTo>
                    <a:pt x="177" y="0"/>
                  </a:lnTo>
                  <a:lnTo>
                    <a:pt x="175" y="0"/>
                  </a:lnTo>
                  <a:lnTo>
                    <a:pt x="173" y="0"/>
                  </a:lnTo>
                  <a:lnTo>
                    <a:pt x="173"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6" name="Freeform 437"/>
            <p:cNvSpPr/>
            <p:nvPr/>
          </p:nvSpPr>
          <p:spPr bwMode="auto">
            <a:xfrm>
              <a:off x="6630988" y="3644900"/>
              <a:ext cx="111125" cy="133350"/>
            </a:xfrm>
            <a:custGeom>
              <a:avLst/>
              <a:gdLst/>
              <a:ahLst/>
              <a:cxnLst>
                <a:cxn ang="0">
                  <a:pos x="199" y="3"/>
                </a:cxn>
                <a:cxn ang="0">
                  <a:pos x="199" y="3"/>
                </a:cxn>
                <a:cxn ang="0">
                  <a:pos x="194" y="12"/>
                </a:cxn>
                <a:cxn ang="0">
                  <a:pos x="189" y="20"/>
                </a:cxn>
                <a:cxn ang="0">
                  <a:pos x="178" y="38"/>
                </a:cxn>
                <a:cxn ang="0">
                  <a:pos x="164" y="53"/>
                </a:cxn>
                <a:cxn ang="0">
                  <a:pos x="151" y="69"/>
                </a:cxn>
                <a:cxn ang="0">
                  <a:pos x="151" y="69"/>
                </a:cxn>
                <a:cxn ang="0">
                  <a:pos x="136" y="85"/>
                </a:cxn>
                <a:cxn ang="0">
                  <a:pos x="122" y="102"/>
                </a:cxn>
                <a:cxn ang="0">
                  <a:pos x="92" y="133"/>
                </a:cxn>
                <a:cxn ang="0">
                  <a:pos x="92" y="133"/>
                </a:cxn>
                <a:cxn ang="0">
                  <a:pos x="63" y="165"/>
                </a:cxn>
                <a:cxn ang="0">
                  <a:pos x="35" y="198"/>
                </a:cxn>
                <a:cxn ang="0">
                  <a:pos x="35" y="198"/>
                </a:cxn>
                <a:cxn ang="0">
                  <a:pos x="17" y="220"/>
                </a:cxn>
                <a:cxn ang="0">
                  <a:pos x="7" y="231"/>
                </a:cxn>
                <a:cxn ang="0">
                  <a:pos x="3" y="237"/>
                </a:cxn>
                <a:cxn ang="0">
                  <a:pos x="0" y="243"/>
                </a:cxn>
                <a:cxn ang="0">
                  <a:pos x="0" y="243"/>
                </a:cxn>
                <a:cxn ang="0">
                  <a:pos x="0" y="246"/>
                </a:cxn>
                <a:cxn ang="0">
                  <a:pos x="0" y="249"/>
                </a:cxn>
                <a:cxn ang="0">
                  <a:pos x="2" y="250"/>
                </a:cxn>
                <a:cxn ang="0">
                  <a:pos x="4" y="251"/>
                </a:cxn>
                <a:cxn ang="0">
                  <a:pos x="9" y="251"/>
                </a:cxn>
                <a:cxn ang="0">
                  <a:pos x="9" y="251"/>
                </a:cxn>
                <a:cxn ang="0">
                  <a:pos x="12" y="250"/>
                </a:cxn>
                <a:cxn ang="0">
                  <a:pos x="13" y="248"/>
                </a:cxn>
                <a:cxn ang="0">
                  <a:pos x="13" y="245"/>
                </a:cxn>
                <a:cxn ang="0">
                  <a:pos x="11" y="242"/>
                </a:cxn>
                <a:cxn ang="0">
                  <a:pos x="11" y="242"/>
                </a:cxn>
                <a:cxn ang="0">
                  <a:pos x="21" y="228"/>
                </a:cxn>
                <a:cxn ang="0">
                  <a:pos x="32" y="216"/>
                </a:cxn>
                <a:cxn ang="0">
                  <a:pos x="54" y="191"/>
                </a:cxn>
                <a:cxn ang="0">
                  <a:pos x="54" y="191"/>
                </a:cxn>
                <a:cxn ang="0">
                  <a:pos x="82" y="159"/>
                </a:cxn>
                <a:cxn ang="0">
                  <a:pos x="111" y="128"/>
                </a:cxn>
                <a:cxn ang="0">
                  <a:pos x="111" y="128"/>
                </a:cxn>
                <a:cxn ang="0">
                  <a:pos x="140" y="96"/>
                </a:cxn>
                <a:cxn ang="0">
                  <a:pos x="168" y="63"/>
                </a:cxn>
                <a:cxn ang="0">
                  <a:pos x="168" y="63"/>
                </a:cxn>
                <a:cxn ang="0">
                  <a:pos x="179" y="49"/>
                </a:cxn>
                <a:cxn ang="0">
                  <a:pos x="190" y="36"/>
                </a:cxn>
                <a:cxn ang="0">
                  <a:pos x="200" y="21"/>
                </a:cxn>
                <a:cxn ang="0">
                  <a:pos x="205" y="13"/>
                </a:cxn>
                <a:cxn ang="0">
                  <a:pos x="208" y="6"/>
                </a:cxn>
                <a:cxn ang="0">
                  <a:pos x="208" y="6"/>
                </a:cxn>
                <a:cxn ang="0">
                  <a:pos x="209" y="4"/>
                </a:cxn>
                <a:cxn ang="0">
                  <a:pos x="208" y="2"/>
                </a:cxn>
                <a:cxn ang="0">
                  <a:pos x="207" y="1"/>
                </a:cxn>
                <a:cxn ang="0">
                  <a:pos x="206" y="0"/>
                </a:cxn>
                <a:cxn ang="0">
                  <a:pos x="201" y="0"/>
                </a:cxn>
                <a:cxn ang="0">
                  <a:pos x="200" y="1"/>
                </a:cxn>
                <a:cxn ang="0">
                  <a:pos x="199" y="3"/>
                </a:cxn>
                <a:cxn ang="0">
                  <a:pos x="199" y="3"/>
                </a:cxn>
              </a:cxnLst>
              <a:rect l="0" t="0" r="r" b="b"/>
              <a:pathLst>
                <a:path w="209" h="251">
                  <a:moveTo>
                    <a:pt x="199" y="3"/>
                  </a:moveTo>
                  <a:lnTo>
                    <a:pt x="199" y="3"/>
                  </a:lnTo>
                  <a:lnTo>
                    <a:pt x="194" y="12"/>
                  </a:lnTo>
                  <a:lnTo>
                    <a:pt x="189" y="20"/>
                  </a:lnTo>
                  <a:lnTo>
                    <a:pt x="178" y="38"/>
                  </a:lnTo>
                  <a:lnTo>
                    <a:pt x="164" y="53"/>
                  </a:lnTo>
                  <a:lnTo>
                    <a:pt x="151" y="69"/>
                  </a:lnTo>
                  <a:lnTo>
                    <a:pt x="151" y="69"/>
                  </a:lnTo>
                  <a:lnTo>
                    <a:pt x="136" y="85"/>
                  </a:lnTo>
                  <a:lnTo>
                    <a:pt x="122" y="102"/>
                  </a:lnTo>
                  <a:lnTo>
                    <a:pt x="92" y="133"/>
                  </a:lnTo>
                  <a:lnTo>
                    <a:pt x="92" y="133"/>
                  </a:lnTo>
                  <a:lnTo>
                    <a:pt x="63" y="165"/>
                  </a:lnTo>
                  <a:lnTo>
                    <a:pt x="35" y="198"/>
                  </a:lnTo>
                  <a:lnTo>
                    <a:pt x="35" y="198"/>
                  </a:lnTo>
                  <a:lnTo>
                    <a:pt x="17" y="220"/>
                  </a:lnTo>
                  <a:lnTo>
                    <a:pt x="7" y="231"/>
                  </a:lnTo>
                  <a:lnTo>
                    <a:pt x="3" y="237"/>
                  </a:lnTo>
                  <a:lnTo>
                    <a:pt x="0" y="243"/>
                  </a:lnTo>
                  <a:lnTo>
                    <a:pt x="0" y="243"/>
                  </a:lnTo>
                  <a:lnTo>
                    <a:pt x="0" y="246"/>
                  </a:lnTo>
                  <a:lnTo>
                    <a:pt x="0" y="249"/>
                  </a:lnTo>
                  <a:lnTo>
                    <a:pt x="2" y="250"/>
                  </a:lnTo>
                  <a:lnTo>
                    <a:pt x="4" y="251"/>
                  </a:lnTo>
                  <a:lnTo>
                    <a:pt x="9" y="251"/>
                  </a:lnTo>
                  <a:lnTo>
                    <a:pt x="9" y="251"/>
                  </a:lnTo>
                  <a:lnTo>
                    <a:pt x="12" y="250"/>
                  </a:lnTo>
                  <a:lnTo>
                    <a:pt x="13" y="248"/>
                  </a:lnTo>
                  <a:lnTo>
                    <a:pt x="13" y="245"/>
                  </a:lnTo>
                  <a:lnTo>
                    <a:pt x="11" y="242"/>
                  </a:lnTo>
                  <a:lnTo>
                    <a:pt x="11" y="242"/>
                  </a:lnTo>
                  <a:lnTo>
                    <a:pt x="21" y="228"/>
                  </a:lnTo>
                  <a:lnTo>
                    <a:pt x="32" y="216"/>
                  </a:lnTo>
                  <a:lnTo>
                    <a:pt x="54" y="191"/>
                  </a:lnTo>
                  <a:lnTo>
                    <a:pt x="54" y="191"/>
                  </a:lnTo>
                  <a:lnTo>
                    <a:pt x="82" y="159"/>
                  </a:lnTo>
                  <a:lnTo>
                    <a:pt x="111" y="128"/>
                  </a:lnTo>
                  <a:lnTo>
                    <a:pt x="111" y="128"/>
                  </a:lnTo>
                  <a:lnTo>
                    <a:pt x="140" y="96"/>
                  </a:lnTo>
                  <a:lnTo>
                    <a:pt x="168" y="63"/>
                  </a:lnTo>
                  <a:lnTo>
                    <a:pt x="168" y="63"/>
                  </a:lnTo>
                  <a:lnTo>
                    <a:pt x="179" y="49"/>
                  </a:lnTo>
                  <a:lnTo>
                    <a:pt x="190" y="36"/>
                  </a:lnTo>
                  <a:lnTo>
                    <a:pt x="200" y="21"/>
                  </a:lnTo>
                  <a:lnTo>
                    <a:pt x="205" y="13"/>
                  </a:lnTo>
                  <a:lnTo>
                    <a:pt x="208" y="6"/>
                  </a:lnTo>
                  <a:lnTo>
                    <a:pt x="208" y="6"/>
                  </a:lnTo>
                  <a:lnTo>
                    <a:pt x="209" y="4"/>
                  </a:lnTo>
                  <a:lnTo>
                    <a:pt x="208" y="2"/>
                  </a:lnTo>
                  <a:lnTo>
                    <a:pt x="207" y="1"/>
                  </a:lnTo>
                  <a:lnTo>
                    <a:pt x="206" y="0"/>
                  </a:lnTo>
                  <a:lnTo>
                    <a:pt x="201" y="0"/>
                  </a:lnTo>
                  <a:lnTo>
                    <a:pt x="200" y="1"/>
                  </a:lnTo>
                  <a:lnTo>
                    <a:pt x="199" y="3"/>
                  </a:lnTo>
                  <a:lnTo>
                    <a:pt x="19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7" name="Freeform 438"/>
            <p:cNvSpPr/>
            <p:nvPr/>
          </p:nvSpPr>
          <p:spPr bwMode="auto">
            <a:xfrm>
              <a:off x="6669088" y="3613150"/>
              <a:ext cx="122238" cy="165100"/>
            </a:xfrm>
            <a:custGeom>
              <a:avLst/>
              <a:gdLst/>
              <a:ahLst/>
              <a:cxnLst>
                <a:cxn ang="0">
                  <a:pos x="227" y="0"/>
                </a:cxn>
                <a:cxn ang="0">
                  <a:pos x="214" y="6"/>
                </a:cxn>
                <a:cxn ang="0">
                  <a:pos x="203" y="17"/>
                </a:cxn>
                <a:cxn ang="0">
                  <a:pos x="186" y="43"/>
                </a:cxn>
                <a:cxn ang="0">
                  <a:pos x="172" y="66"/>
                </a:cxn>
                <a:cxn ang="0">
                  <a:pos x="141" y="110"/>
                </a:cxn>
                <a:cxn ang="0">
                  <a:pos x="124" y="133"/>
                </a:cxn>
                <a:cxn ang="0">
                  <a:pos x="89" y="180"/>
                </a:cxn>
                <a:cxn ang="0">
                  <a:pos x="52" y="227"/>
                </a:cxn>
                <a:cxn ang="0">
                  <a:pos x="22" y="264"/>
                </a:cxn>
                <a:cxn ang="0">
                  <a:pos x="10" y="285"/>
                </a:cxn>
                <a:cxn ang="0">
                  <a:pos x="1" y="307"/>
                </a:cxn>
                <a:cxn ang="0">
                  <a:pos x="0" y="309"/>
                </a:cxn>
                <a:cxn ang="0">
                  <a:pos x="2" y="312"/>
                </a:cxn>
                <a:cxn ang="0">
                  <a:pos x="6" y="313"/>
                </a:cxn>
                <a:cxn ang="0">
                  <a:pos x="10" y="311"/>
                </a:cxn>
                <a:cxn ang="0">
                  <a:pos x="10" y="310"/>
                </a:cxn>
                <a:cxn ang="0">
                  <a:pos x="19" y="287"/>
                </a:cxn>
                <a:cxn ang="0">
                  <a:pos x="32" y="265"/>
                </a:cxn>
                <a:cxn ang="0">
                  <a:pos x="64" y="227"/>
                </a:cxn>
                <a:cxn ang="0">
                  <a:pos x="91" y="193"/>
                </a:cxn>
                <a:cxn ang="0">
                  <a:pos x="118" y="158"/>
                </a:cxn>
                <a:cxn ang="0">
                  <a:pos x="173" y="83"/>
                </a:cxn>
                <a:cxn ang="0">
                  <a:pos x="180" y="72"/>
                </a:cxn>
                <a:cxn ang="0">
                  <a:pos x="193" y="48"/>
                </a:cxn>
                <a:cxn ang="0">
                  <a:pos x="202" y="37"/>
                </a:cxn>
                <a:cxn ang="0">
                  <a:pos x="213" y="20"/>
                </a:cxn>
                <a:cxn ang="0">
                  <a:pos x="220" y="13"/>
                </a:cxn>
                <a:cxn ang="0">
                  <a:pos x="230" y="9"/>
                </a:cxn>
                <a:cxn ang="0">
                  <a:pos x="232" y="8"/>
                </a:cxn>
                <a:cxn ang="0">
                  <a:pos x="233" y="6"/>
                </a:cxn>
                <a:cxn ang="0">
                  <a:pos x="231" y="1"/>
                </a:cxn>
                <a:cxn ang="0">
                  <a:pos x="227" y="0"/>
                </a:cxn>
              </a:cxnLst>
              <a:rect l="0" t="0" r="r" b="b"/>
              <a:pathLst>
                <a:path w="233" h="313">
                  <a:moveTo>
                    <a:pt x="227" y="0"/>
                  </a:moveTo>
                  <a:lnTo>
                    <a:pt x="227" y="0"/>
                  </a:lnTo>
                  <a:lnTo>
                    <a:pt x="220" y="2"/>
                  </a:lnTo>
                  <a:lnTo>
                    <a:pt x="214" y="6"/>
                  </a:lnTo>
                  <a:lnTo>
                    <a:pt x="208" y="11"/>
                  </a:lnTo>
                  <a:lnTo>
                    <a:pt x="203" y="17"/>
                  </a:lnTo>
                  <a:lnTo>
                    <a:pt x="194" y="31"/>
                  </a:lnTo>
                  <a:lnTo>
                    <a:pt x="186" y="43"/>
                  </a:lnTo>
                  <a:lnTo>
                    <a:pt x="186" y="43"/>
                  </a:lnTo>
                  <a:lnTo>
                    <a:pt x="172" y="66"/>
                  </a:lnTo>
                  <a:lnTo>
                    <a:pt x="156" y="89"/>
                  </a:lnTo>
                  <a:lnTo>
                    <a:pt x="141" y="110"/>
                  </a:lnTo>
                  <a:lnTo>
                    <a:pt x="124" y="133"/>
                  </a:lnTo>
                  <a:lnTo>
                    <a:pt x="124" y="133"/>
                  </a:lnTo>
                  <a:lnTo>
                    <a:pt x="108" y="157"/>
                  </a:lnTo>
                  <a:lnTo>
                    <a:pt x="89" y="180"/>
                  </a:lnTo>
                  <a:lnTo>
                    <a:pt x="52" y="227"/>
                  </a:lnTo>
                  <a:lnTo>
                    <a:pt x="52" y="227"/>
                  </a:lnTo>
                  <a:lnTo>
                    <a:pt x="36" y="246"/>
                  </a:lnTo>
                  <a:lnTo>
                    <a:pt x="22" y="264"/>
                  </a:lnTo>
                  <a:lnTo>
                    <a:pt x="16" y="274"/>
                  </a:lnTo>
                  <a:lnTo>
                    <a:pt x="10" y="285"/>
                  </a:lnTo>
                  <a:lnTo>
                    <a:pt x="4" y="295"/>
                  </a:lnTo>
                  <a:lnTo>
                    <a:pt x="1" y="307"/>
                  </a:lnTo>
                  <a:lnTo>
                    <a:pt x="1" y="307"/>
                  </a:lnTo>
                  <a:lnTo>
                    <a:pt x="0" y="309"/>
                  </a:lnTo>
                  <a:lnTo>
                    <a:pt x="1" y="311"/>
                  </a:lnTo>
                  <a:lnTo>
                    <a:pt x="2" y="312"/>
                  </a:lnTo>
                  <a:lnTo>
                    <a:pt x="4" y="313"/>
                  </a:lnTo>
                  <a:lnTo>
                    <a:pt x="6" y="313"/>
                  </a:lnTo>
                  <a:lnTo>
                    <a:pt x="7" y="312"/>
                  </a:lnTo>
                  <a:lnTo>
                    <a:pt x="10" y="311"/>
                  </a:lnTo>
                  <a:lnTo>
                    <a:pt x="10" y="310"/>
                  </a:lnTo>
                  <a:lnTo>
                    <a:pt x="10" y="310"/>
                  </a:lnTo>
                  <a:lnTo>
                    <a:pt x="14" y="297"/>
                  </a:lnTo>
                  <a:lnTo>
                    <a:pt x="19" y="287"/>
                  </a:lnTo>
                  <a:lnTo>
                    <a:pt x="25" y="276"/>
                  </a:lnTo>
                  <a:lnTo>
                    <a:pt x="32" y="265"/>
                  </a:lnTo>
                  <a:lnTo>
                    <a:pt x="48" y="246"/>
                  </a:lnTo>
                  <a:lnTo>
                    <a:pt x="64" y="227"/>
                  </a:lnTo>
                  <a:lnTo>
                    <a:pt x="64" y="227"/>
                  </a:lnTo>
                  <a:lnTo>
                    <a:pt x="91" y="193"/>
                  </a:lnTo>
                  <a:lnTo>
                    <a:pt x="118" y="158"/>
                  </a:lnTo>
                  <a:lnTo>
                    <a:pt x="118" y="158"/>
                  </a:lnTo>
                  <a:lnTo>
                    <a:pt x="146" y="121"/>
                  </a:lnTo>
                  <a:lnTo>
                    <a:pt x="173" y="83"/>
                  </a:lnTo>
                  <a:lnTo>
                    <a:pt x="173" y="83"/>
                  </a:lnTo>
                  <a:lnTo>
                    <a:pt x="180" y="72"/>
                  </a:lnTo>
                  <a:lnTo>
                    <a:pt x="186" y="60"/>
                  </a:lnTo>
                  <a:lnTo>
                    <a:pt x="193" y="48"/>
                  </a:lnTo>
                  <a:lnTo>
                    <a:pt x="202" y="37"/>
                  </a:lnTo>
                  <a:lnTo>
                    <a:pt x="202" y="37"/>
                  </a:lnTo>
                  <a:lnTo>
                    <a:pt x="208" y="30"/>
                  </a:lnTo>
                  <a:lnTo>
                    <a:pt x="213" y="20"/>
                  </a:lnTo>
                  <a:lnTo>
                    <a:pt x="216" y="16"/>
                  </a:lnTo>
                  <a:lnTo>
                    <a:pt x="220" y="13"/>
                  </a:lnTo>
                  <a:lnTo>
                    <a:pt x="224" y="11"/>
                  </a:lnTo>
                  <a:lnTo>
                    <a:pt x="230" y="9"/>
                  </a:lnTo>
                  <a:lnTo>
                    <a:pt x="230" y="9"/>
                  </a:lnTo>
                  <a:lnTo>
                    <a:pt x="232" y="8"/>
                  </a:lnTo>
                  <a:lnTo>
                    <a:pt x="233" y="7"/>
                  </a:lnTo>
                  <a:lnTo>
                    <a:pt x="233" y="6"/>
                  </a:lnTo>
                  <a:lnTo>
                    <a:pt x="233" y="4"/>
                  </a:lnTo>
                  <a:lnTo>
                    <a:pt x="231" y="1"/>
                  </a:lnTo>
                  <a:lnTo>
                    <a:pt x="230" y="0"/>
                  </a:lnTo>
                  <a:lnTo>
                    <a:pt x="227" y="0"/>
                  </a:lnTo>
                  <a:lnTo>
                    <a:pt x="227"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8" name="Freeform 439"/>
            <p:cNvSpPr/>
            <p:nvPr/>
          </p:nvSpPr>
          <p:spPr bwMode="auto">
            <a:xfrm>
              <a:off x="6704013" y="3436938"/>
              <a:ext cx="225425" cy="333375"/>
            </a:xfrm>
            <a:custGeom>
              <a:avLst/>
              <a:gdLst/>
              <a:ahLst/>
              <a:cxnLst>
                <a:cxn ang="0">
                  <a:pos x="419" y="1"/>
                </a:cxn>
                <a:cxn ang="0">
                  <a:pos x="395" y="32"/>
                </a:cxn>
                <a:cxn ang="0">
                  <a:pos x="374" y="64"/>
                </a:cxn>
                <a:cxn ang="0">
                  <a:pos x="344" y="108"/>
                </a:cxn>
                <a:cxn ang="0">
                  <a:pos x="313" y="150"/>
                </a:cxn>
                <a:cxn ang="0">
                  <a:pos x="285" y="189"/>
                </a:cxn>
                <a:cxn ang="0">
                  <a:pos x="232" y="269"/>
                </a:cxn>
                <a:cxn ang="0">
                  <a:pos x="205" y="308"/>
                </a:cxn>
                <a:cxn ang="0">
                  <a:pos x="156" y="375"/>
                </a:cxn>
                <a:cxn ang="0">
                  <a:pos x="139" y="396"/>
                </a:cxn>
                <a:cxn ang="0">
                  <a:pos x="110" y="432"/>
                </a:cxn>
                <a:cxn ang="0">
                  <a:pos x="85" y="471"/>
                </a:cxn>
                <a:cxn ang="0">
                  <a:pos x="73" y="492"/>
                </a:cxn>
                <a:cxn ang="0">
                  <a:pos x="50" y="534"/>
                </a:cxn>
                <a:cxn ang="0">
                  <a:pos x="39" y="556"/>
                </a:cxn>
                <a:cxn ang="0">
                  <a:pos x="16" y="589"/>
                </a:cxn>
                <a:cxn ang="0">
                  <a:pos x="6" y="605"/>
                </a:cxn>
                <a:cxn ang="0">
                  <a:pos x="0" y="624"/>
                </a:cxn>
                <a:cxn ang="0">
                  <a:pos x="0" y="626"/>
                </a:cxn>
                <a:cxn ang="0">
                  <a:pos x="5" y="630"/>
                </a:cxn>
                <a:cxn ang="0">
                  <a:pos x="8" y="630"/>
                </a:cxn>
                <a:cxn ang="0">
                  <a:pos x="10" y="627"/>
                </a:cxn>
                <a:cxn ang="0">
                  <a:pos x="12" y="617"/>
                </a:cxn>
                <a:cxn ang="0">
                  <a:pos x="21" y="598"/>
                </a:cxn>
                <a:cxn ang="0">
                  <a:pos x="39" y="570"/>
                </a:cxn>
                <a:cxn ang="0">
                  <a:pos x="51" y="554"/>
                </a:cxn>
                <a:cxn ang="0">
                  <a:pos x="72" y="515"/>
                </a:cxn>
                <a:cxn ang="0">
                  <a:pos x="92" y="475"/>
                </a:cxn>
                <a:cxn ang="0">
                  <a:pos x="106" y="455"/>
                </a:cxn>
                <a:cxn ang="0">
                  <a:pos x="135" y="415"/>
                </a:cxn>
                <a:cxn ang="0">
                  <a:pos x="151" y="396"/>
                </a:cxn>
                <a:cxn ang="0">
                  <a:pos x="181" y="359"/>
                </a:cxn>
                <a:cxn ang="0">
                  <a:pos x="208" y="319"/>
                </a:cxn>
                <a:cxn ang="0">
                  <a:pos x="312" y="167"/>
                </a:cxn>
                <a:cxn ang="0">
                  <a:pos x="367" y="91"/>
                </a:cxn>
                <a:cxn ang="0">
                  <a:pos x="382" y="70"/>
                </a:cxn>
                <a:cxn ang="0">
                  <a:pos x="409" y="27"/>
                </a:cxn>
                <a:cxn ang="0">
                  <a:pos x="425" y="8"/>
                </a:cxn>
                <a:cxn ang="0">
                  <a:pos x="426" y="6"/>
                </a:cxn>
                <a:cxn ang="0">
                  <a:pos x="426" y="2"/>
                </a:cxn>
                <a:cxn ang="0">
                  <a:pos x="424" y="0"/>
                </a:cxn>
                <a:cxn ang="0">
                  <a:pos x="421" y="0"/>
                </a:cxn>
                <a:cxn ang="0">
                  <a:pos x="419" y="1"/>
                </a:cxn>
              </a:cxnLst>
              <a:rect l="0" t="0" r="r" b="b"/>
              <a:pathLst>
                <a:path w="427" h="630">
                  <a:moveTo>
                    <a:pt x="419" y="1"/>
                  </a:moveTo>
                  <a:lnTo>
                    <a:pt x="419" y="1"/>
                  </a:lnTo>
                  <a:lnTo>
                    <a:pt x="406" y="17"/>
                  </a:lnTo>
                  <a:lnTo>
                    <a:pt x="395" y="32"/>
                  </a:lnTo>
                  <a:lnTo>
                    <a:pt x="385" y="49"/>
                  </a:lnTo>
                  <a:lnTo>
                    <a:pt x="374" y="64"/>
                  </a:lnTo>
                  <a:lnTo>
                    <a:pt x="374" y="64"/>
                  </a:lnTo>
                  <a:lnTo>
                    <a:pt x="344" y="108"/>
                  </a:lnTo>
                  <a:lnTo>
                    <a:pt x="329" y="129"/>
                  </a:lnTo>
                  <a:lnTo>
                    <a:pt x="313" y="150"/>
                  </a:lnTo>
                  <a:lnTo>
                    <a:pt x="313" y="150"/>
                  </a:lnTo>
                  <a:lnTo>
                    <a:pt x="285" y="189"/>
                  </a:lnTo>
                  <a:lnTo>
                    <a:pt x="259" y="228"/>
                  </a:lnTo>
                  <a:lnTo>
                    <a:pt x="232" y="269"/>
                  </a:lnTo>
                  <a:lnTo>
                    <a:pt x="205" y="308"/>
                  </a:lnTo>
                  <a:lnTo>
                    <a:pt x="205" y="308"/>
                  </a:lnTo>
                  <a:lnTo>
                    <a:pt x="173" y="353"/>
                  </a:lnTo>
                  <a:lnTo>
                    <a:pt x="156" y="375"/>
                  </a:lnTo>
                  <a:lnTo>
                    <a:pt x="139" y="396"/>
                  </a:lnTo>
                  <a:lnTo>
                    <a:pt x="139" y="396"/>
                  </a:lnTo>
                  <a:lnTo>
                    <a:pt x="124" y="414"/>
                  </a:lnTo>
                  <a:lnTo>
                    <a:pt x="110" y="432"/>
                  </a:lnTo>
                  <a:lnTo>
                    <a:pt x="97" y="452"/>
                  </a:lnTo>
                  <a:lnTo>
                    <a:pt x="85" y="471"/>
                  </a:lnTo>
                  <a:lnTo>
                    <a:pt x="85" y="471"/>
                  </a:lnTo>
                  <a:lnTo>
                    <a:pt x="73" y="492"/>
                  </a:lnTo>
                  <a:lnTo>
                    <a:pt x="61" y="514"/>
                  </a:lnTo>
                  <a:lnTo>
                    <a:pt x="50" y="534"/>
                  </a:lnTo>
                  <a:lnTo>
                    <a:pt x="39" y="556"/>
                  </a:lnTo>
                  <a:lnTo>
                    <a:pt x="39" y="556"/>
                  </a:lnTo>
                  <a:lnTo>
                    <a:pt x="27" y="572"/>
                  </a:lnTo>
                  <a:lnTo>
                    <a:pt x="16" y="589"/>
                  </a:lnTo>
                  <a:lnTo>
                    <a:pt x="11" y="597"/>
                  </a:lnTo>
                  <a:lnTo>
                    <a:pt x="6" y="605"/>
                  </a:lnTo>
                  <a:lnTo>
                    <a:pt x="2" y="615"/>
                  </a:lnTo>
                  <a:lnTo>
                    <a:pt x="0" y="624"/>
                  </a:lnTo>
                  <a:lnTo>
                    <a:pt x="0" y="624"/>
                  </a:lnTo>
                  <a:lnTo>
                    <a:pt x="0" y="626"/>
                  </a:lnTo>
                  <a:lnTo>
                    <a:pt x="1" y="628"/>
                  </a:lnTo>
                  <a:lnTo>
                    <a:pt x="5" y="630"/>
                  </a:lnTo>
                  <a:lnTo>
                    <a:pt x="6" y="630"/>
                  </a:lnTo>
                  <a:lnTo>
                    <a:pt x="8" y="630"/>
                  </a:lnTo>
                  <a:lnTo>
                    <a:pt x="9" y="629"/>
                  </a:lnTo>
                  <a:lnTo>
                    <a:pt x="10" y="627"/>
                  </a:lnTo>
                  <a:lnTo>
                    <a:pt x="10" y="627"/>
                  </a:lnTo>
                  <a:lnTo>
                    <a:pt x="12" y="617"/>
                  </a:lnTo>
                  <a:lnTo>
                    <a:pt x="16" y="608"/>
                  </a:lnTo>
                  <a:lnTo>
                    <a:pt x="21" y="598"/>
                  </a:lnTo>
                  <a:lnTo>
                    <a:pt x="26" y="589"/>
                  </a:lnTo>
                  <a:lnTo>
                    <a:pt x="39" y="570"/>
                  </a:lnTo>
                  <a:lnTo>
                    <a:pt x="51" y="554"/>
                  </a:lnTo>
                  <a:lnTo>
                    <a:pt x="51" y="554"/>
                  </a:lnTo>
                  <a:lnTo>
                    <a:pt x="61" y="534"/>
                  </a:lnTo>
                  <a:lnTo>
                    <a:pt x="72" y="515"/>
                  </a:lnTo>
                  <a:lnTo>
                    <a:pt x="82" y="495"/>
                  </a:lnTo>
                  <a:lnTo>
                    <a:pt x="92" y="475"/>
                  </a:lnTo>
                  <a:lnTo>
                    <a:pt x="92" y="475"/>
                  </a:lnTo>
                  <a:lnTo>
                    <a:pt x="106" y="455"/>
                  </a:lnTo>
                  <a:lnTo>
                    <a:pt x="120" y="434"/>
                  </a:lnTo>
                  <a:lnTo>
                    <a:pt x="135" y="415"/>
                  </a:lnTo>
                  <a:lnTo>
                    <a:pt x="151" y="396"/>
                  </a:lnTo>
                  <a:lnTo>
                    <a:pt x="151" y="396"/>
                  </a:lnTo>
                  <a:lnTo>
                    <a:pt x="167" y="378"/>
                  </a:lnTo>
                  <a:lnTo>
                    <a:pt x="181" y="359"/>
                  </a:lnTo>
                  <a:lnTo>
                    <a:pt x="208" y="319"/>
                  </a:lnTo>
                  <a:lnTo>
                    <a:pt x="208" y="319"/>
                  </a:lnTo>
                  <a:lnTo>
                    <a:pt x="312" y="167"/>
                  </a:lnTo>
                  <a:lnTo>
                    <a:pt x="312" y="167"/>
                  </a:lnTo>
                  <a:lnTo>
                    <a:pt x="340" y="129"/>
                  </a:lnTo>
                  <a:lnTo>
                    <a:pt x="367" y="91"/>
                  </a:lnTo>
                  <a:lnTo>
                    <a:pt x="367" y="91"/>
                  </a:lnTo>
                  <a:lnTo>
                    <a:pt x="382" y="70"/>
                  </a:lnTo>
                  <a:lnTo>
                    <a:pt x="395" y="49"/>
                  </a:lnTo>
                  <a:lnTo>
                    <a:pt x="409" y="27"/>
                  </a:lnTo>
                  <a:lnTo>
                    <a:pt x="418" y="18"/>
                  </a:lnTo>
                  <a:lnTo>
                    <a:pt x="425" y="8"/>
                  </a:lnTo>
                  <a:lnTo>
                    <a:pt x="425" y="8"/>
                  </a:lnTo>
                  <a:lnTo>
                    <a:pt x="426" y="6"/>
                  </a:lnTo>
                  <a:lnTo>
                    <a:pt x="427" y="4"/>
                  </a:lnTo>
                  <a:lnTo>
                    <a:pt x="426" y="2"/>
                  </a:lnTo>
                  <a:lnTo>
                    <a:pt x="425" y="1"/>
                  </a:lnTo>
                  <a:lnTo>
                    <a:pt x="424" y="0"/>
                  </a:lnTo>
                  <a:lnTo>
                    <a:pt x="422" y="0"/>
                  </a:lnTo>
                  <a:lnTo>
                    <a:pt x="421" y="0"/>
                  </a:lnTo>
                  <a:lnTo>
                    <a:pt x="419" y="1"/>
                  </a:lnTo>
                  <a:lnTo>
                    <a:pt x="419"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89" name="Freeform 440"/>
            <p:cNvSpPr/>
            <p:nvPr/>
          </p:nvSpPr>
          <p:spPr bwMode="auto">
            <a:xfrm>
              <a:off x="6738938" y="3468688"/>
              <a:ext cx="206375" cy="279400"/>
            </a:xfrm>
            <a:custGeom>
              <a:avLst/>
              <a:gdLst/>
              <a:ahLst/>
              <a:cxnLst>
                <a:cxn ang="0">
                  <a:pos x="381" y="2"/>
                </a:cxn>
                <a:cxn ang="0">
                  <a:pos x="329" y="67"/>
                </a:cxn>
                <a:cxn ang="0">
                  <a:pos x="230" y="203"/>
                </a:cxn>
                <a:cxn ang="0">
                  <a:pos x="180" y="271"/>
                </a:cxn>
                <a:cxn ang="0">
                  <a:pos x="128" y="340"/>
                </a:cxn>
                <a:cxn ang="0">
                  <a:pos x="75" y="409"/>
                </a:cxn>
                <a:cxn ang="0">
                  <a:pos x="50" y="445"/>
                </a:cxn>
                <a:cxn ang="0">
                  <a:pos x="39" y="459"/>
                </a:cxn>
                <a:cxn ang="0">
                  <a:pos x="29" y="473"/>
                </a:cxn>
                <a:cxn ang="0">
                  <a:pos x="26" y="479"/>
                </a:cxn>
                <a:cxn ang="0">
                  <a:pos x="15" y="497"/>
                </a:cxn>
                <a:cxn ang="0">
                  <a:pos x="4" y="514"/>
                </a:cxn>
                <a:cxn ang="0">
                  <a:pos x="0" y="521"/>
                </a:cxn>
                <a:cxn ang="0">
                  <a:pos x="0" y="525"/>
                </a:cxn>
                <a:cxn ang="0">
                  <a:pos x="4" y="527"/>
                </a:cxn>
                <a:cxn ang="0">
                  <a:pos x="7" y="526"/>
                </a:cxn>
                <a:cxn ang="0">
                  <a:pos x="10" y="524"/>
                </a:cxn>
                <a:cxn ang="0">
                  <a:pos x="12" y="519"/>
                </a:cxn>
                <a:cxn ang="0">
                  <a:pos x="22" y="503"/>
                </a:cxn>
                <a:cxn ang="0">
                  <a:pos x="35" y="485"/>
                </a:cxn>
                <a:cxn ang="0">
                  <a:pos x="40" y="475"/>
                </a:cxn>
                <a:cxn ang="0">
                  <a:pos x="57" y="448"/>
                </a:cxn>
                <a:cxn ang="0">
                  <a:pos x="83" y="414"/>
                </a:cxn>
                <a:cxn ang="0">
                  <a:pos x="133" y="348"/>
                </a:cxn>
                <a:cxn ang="0">
                  <a:pos x="183" y="282"/>
                </a:cxn>
                <a:cxn ang="0">
                  <a:pos x="285" y="145"/>
                </a:cxn>
                <a:cxn ang="0">
                  <a:pos x="361" y="41"/>
                </a:cxn>
                <a:cxn ang="0">
                  <a:pos x="388" y="8"/>
                </a:cxn>
                <a:cxn ang="0">
                  <a:pos x="389" y="5"/>
                </a:cxn>
                <a:cxn ang="0">
                  <a:pos x="386" y="1"/>
                </a:cxn>
                <a:cxn ang="0">
                  <a:pos x="383" y="1"/>
                </a:cxn>
                <a:cxn ang="0">
                  <a:pos x="381" y="2"/>
                </a:cxn>
              </a:cxnLst>
              <a:rect l="0" t="0" r="r" b="b"/>
              <a:pathLst>
                <a:path w="389" h="527">
                  <a:moveTo>
                    <a:pt x="381" y="2"/>
                  </a:moveTo>
                  <a:lnTo>
                    <a:pt x="381" y="2"/>
                  </a:lnTo>
                  <a:lnTo>
                    <a:pt x="355" y="34"/>
                  </a:lnTo>
                  <a:lnTo>
                    <a:pt x="329" y="67"/>
                  </a:lnTo>
                  <a:lnTo>
                    <a:pt x="279" y="135"/>
                  </a:lnTo>
                  <a:lnTo>
                    <a:pt x="230" y="203"/>
                  </a:lnTo>
                  <a:lnTo>
                    <a:pt x="180" y="271"/>
                  </a:lnTo>
                  <a:lnTo>
                    <a:pt x="180" y="271"/>
                  </a:lnTo>
                  <a:lnTo>
                    <a:pt x="153" y="305"/>
                  </a:lnTo>
                  <a:lnTo>
                    <a:pt x="128" y="340"/>
                  </a:lnTo>
                  <a:lnTo>
                    <a:pt x="101" y="374"/>
                  </a:lnTo>
                  <a:lnTo>
                    <a:pt x="75" y="409"/>
                  </a:lnTo>
                  <a:lnTo>
                    <a:pt x="75" y="409"/>
                  </a:lnTo>
                  <a:lnTo>
                    <a:pt x="50" y="445"/>
                  </a:lnTo>
                  <a:lnTo>
                    <a:pt x="50" y="445"/>
                  </a:lnTo>
                  <a:lnTo>
                    <a:pt x="39" y="459"/>
                  </a:lnTo>
                  <a:lnTo>
                    <a:pt x="33" y="466"/>
                  </a:lnTo>
                  <a:lnTo>
                    <a:pt x="29" y="473"/>
                  </a:lnTo>
                  <a:lnTo>
                    <a:pt x="29" y="473"/>
                  </a:lnTo>
                  <a:lnTo>
                    <a:pt x="26" y="479"/>
                  </a:lnTo>
                  <a:lnTo>
                    <a:pt x="22" y="486"/>
                  </a:lnTo>
                  <a:lnTo>
                    <a:pt x="15" y="497"/>
                  </a:lnTo>
                  <a:lnTo>
                    <a:pt x="7" y="508"/>
                  </a:lnTo>
                  <a:lnTo>
                    <a:pt x="4" y="514"/>
                  </a:lnTo>
                  <a:lnTo>
                    <a:pt x="0" y="521"/>
                  </a:lnTo>
                  <a:lnTo>
                    <a:pt x="0" y="521"/>
                  </a:lnTo>
                  <a:lnTo>
                    <a:pt x="0" y="523"/>
                  </a:lnTo>
                  <a:lnTo>
                    <a:pt x="0" y="525"/>
                  </a:lnTo>
                  <a:lnTo>
                    <a:pt x="3" y="526"/>
                  </a:lnTo>
                  <a:lnTo>
                    <a:pt x="4" y="527"/>
                  </a:lnTo>
                  <a:lnTo>
                    <a:pt x="6" y="527"/>
                  </a:lnTo>
                  <a:lnTo>
                    <a:pt x="7" y="526"/>
                  </a:lnTo>
                  <a:lnTo>
                    <a:pt x="9" y="525"/>
                  </a:lnTo>
                  <a:lnTo>
                    <a:pt x="10" y="524"/>
                  </a:lnTo>
                  <a:lnTo>
                    <a:pt x="10" y="524"/>
                  </a:lnTo>
                  <a:lnTo>
                    <a:pt x="12" y="519"/>
                  </a:lnTo>
                  <a:lnTo>
                    <a:pt x="15" y="513"/>
                  </a:lnTo>
                  <a:lnTo>
                    <a:pt x="22" y="503"/>
                  </a:lnTo>
                  <a:lnTo>
                    <a:pt x="29" y="494"/>
                  </a:lnTo>
                  <a:lnTo>
                    <a:pt x="35" y="485"/>
                  </a:lnTo>
                  <a:lnTo>
                    <a:pt x="35" y="485"/>
                  </a:lnTo>
                  <a:lnTo>
                    <a:pt x="40" y="475"/>
                  </a:lnTo>
                  <a:lnTo>
                    <a:pt x="45" y="466"/>
                  </a:lnTo>
                  <a:lnTo>
                    <a:pt x="57" y="448"/>
                  </a:lnTo>
                  <a:lnTo>
                    <a:pt x="83" y="414"/>
                  </a:lnTo>
                  <a:lnTo>
                    <a:pt x="83" y="414"/>
                  </a:lnTo>
                  <a:lnTo>
                    <a:pt x="107" y="380"/>
                  </a:lnTo>
                  <a:lnTo>
                    <a:pt x="133" y="348"/>
                  </a:lnTo>
                  <a:lnTo>
                    <a:pt x="183" y="282"/>
                  </a:lnTo>
                  <a:lnTo>
                    <a:pt x="183" y="282"/>
                  </a:lnTo>
                  <a:lnTo>
                    <a:pt x="234" y="214"/>
                  </a:lnTo>
                  <a:lnTo>
                    <a:pt x="285" y="145"/>
                  </a:lnTo>
                  <a:lnTo>
                    <a:pt x="335" y="75"/>
                  </a:lnTo>
                  <a:lnTo>
                    <a:pt x="361" y="41"/>
                  </a:lnTo>
                  <a:lnTo>
                    <a:pt x="388" y="8"/>
                  </a:lnTo>
                  <a:lnTo>
                    <a:pt x="388" y="8"/>
                  </a:lnTo>
                  <a:lnTo>
                    <a:pt x="389" y="6"/>
                  </a:lnTo>
                  <a:lnTo>
                    <a:pt x="389" y="5"/>
                  </a:lnTo>
                  <a:lnTo>
                    <a:pt x="388" y="2"/>
                  </a:lnTo>
                  <a:lnTo>
                    <a:pt x="386" y="1"/>
                  </a:lnTo>
                  <a:lnTo>
                    <a:pt x="385" y="0"/>
                  </a:lnTo>
                  <a:lnTo>
                    <a:pt x="383" y="1"/>
                  </a:lnTo>
                  <a:lnTo>
                    <a:pt x="381" y="2"/>
                  </a:lnTo>
                  <a:lnTo>
                    <a:pt x="381"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0" name="Freeform 441"/>
            <p:cNvSpPr/>
            <p:nvPr/>
          </p:nvSpPr>
          <p:spPr bwMode="auto">
            <a:xfrm>
              <a:off x="6777038" y="3524250"/>
              <a:ext cx="163513" cy="212725"/>
            </a:xfrm>
            <a:custGeom>
              <a:avLst/>
              <a:gdLst/>
              <a:ahLst/>
              <a:cxnLst>
                <a:cxn ang="0">
                  <a:pos x="299" y="2"/>
                </a:cxn>
                <a:cxn ang="0">
                  <a:pos x="263" y="45"/>
                </a:cxn>
                <a:cxn ang="0">
                  <a:pos x="232" y="91"/>
                </a:cxn>
                <a:cxn ang="0">
                  <a:pos x="214" y="118"/>
                </a:cxn>
                <a:cxn ang="0">
                  <a:pos x="157" y="196"/>
                </a:cxn>
                <a:cxn ang="0">
                  <a:pos x="135" y="223"/>
                </a:cxn>
                <a:cxn ang="0">
                  <a:pos x="70" y="302"/>
                </a:cxn>
                <a:cxn ang="0">
                  <a:pos x="53" y="323"/>
                </a:cxn>
                <a:cxn ang="0">
                  <a:pos x="38" y="343"/>
                </a:cxn>
                <a:cxn ang="0">
                  <a:pos x="19" y="373"/>
                </a:cxn>
                <a:cxn ang="0">
                  <a:pos x="13" y="386"/>
                </a:cxn>
                <a:cxn ang="0">
                  <a:pos x="6" y="393"/>
                </a:cxn>
                <a:cxn ang="0">
                  <a:pos x="3" y="395"/>
                </a:cxn>
                <a:cxn ang="0">
                  <a:pos x="0" y="397"/>
                </a:cxn>
                <a:cxn ang="0">
                  <a:pos x="0" y="400"/>
                </a:cxn>
                <a:cxn ang="0">
                  <a:pos x="2" y="403"/>
                </a:cxn>
                <a:cxn ang="0">
                  <a:pos x="6" y="403"/>
                </a:cxn>
                <a:cxn ang="0">
                  <a:pos x="11" y="401"/>
                </a:cxn>
                <a:cxn ang="0">
                  <a:pos x="19" y="394"/>
                </a:cxn>
                <a:cxn ang="0">
                  <a:pos x="22" y="388"/>
                </a:cxn>
                <a:cxn ang="0">
                  <a:pos x="47" y="347"/>
                </a:cxn>
                <a:cxn ang="0">
                  <a:pos x="57" y="334"/>
                </a:cxn>
                <a:cxn ang="0">
                  <a:pos x="102" y="278"/>
                </a:cxn>
                <a:cxn ang="0">
                  <a:pos x="147" y="223"/>
                </a:cxn>
                <a:cxn ang="0">
                  <a:pos x="185" y="173"/>
                </a:cxn>
                <a:cxn ang="0">
                  <a:pos x="222" y="124"/>
                </a:cxn>
                <a:cxn ang="0">
                  <a:pos x="262" y="65"/>
                </a:cxn>
                <a:cxn ang="0">
                  <a:pos x="294" y="22"/>
                </a:cxn>
                <a:cxn ang="0">
                  <a:pos x="307" y="9"/>
                </a:cxn>
                <a:cxn ang="0">
                  <a:pos x="308" y="6"/>
                </a:cxn>
                <a:cxn ang="0">
                  <a:pos x="307" y="2"/>
                </a:cxn>
                <a:cxn ang="0">
                  <a:pos x="303" y="0"/>
                </a:cxn>
                <a:cxn ang="0">
                  <a:pos x="299" y="2"/>
                </a:cxn>
              </a:cxnLst>
              <a:rect l="0" t="0" r="r" b="b"/>
              <a:pathLst>
                <a:path w="308" h="403">
                  <a:moveTo>
                    <a:pt x="299" y="2"/>
                  </a:moveTo>
                  <a:lnTo>
                    <a:pt x="299" y="2"/>
                  </a:lnTo>
                  <a:lnTo>
                    <a:pt x="281" y="23"/>
                  </a:lnTo>
                  <a:lnTo>
                    <a:pt x="263" y="45"/>
                  </a:lnTo>
                  <a:lnTo>
                    <a:pt x="248" y="68"/>
                  </a:lnTo>
                  <a:lnTo>
                    <a:pt x="232" y="91"/>
                  </a:lnTo>
                  <a:lnTo>
                    <a:pt x="232" y="91"/>
                  </a:lnTo>
                  <a:lnTo>
                    <a:pt x="214" y="118"/>
                  </a:lnTo>
                  <a:lnTo>
                    <a:pt x="195" y="144"/>
                  </a:lnTo>
                  <a:lnTo>
                    <a:pt x="157" y="196"/>
                  </a:lnTo>
                  <a:lnTo>
                    <a:pt x="157" y="196"/>
                  </a:lnTo>
                  <a:lnTo>
                    <a:pt x="135" y="223"/>
                  </a:lnTo>
                  <a:lnTo>
                    <a:pt x="113" y="249"/>
                  </a:lnTo>
                  <a:lnTo>
                    <a:pt x="70" y="302"/>
                  </a:lnTo>
                  <a:lnTo>
                    <a:pt x="70" y="302"/>
                  </a:lnTo>
                  <a:lnTo>
                    <a:pt x="53" y="323"/>
                  </a:lnTo>
                  <a:lnTo>
                    <a:pt x="38" y="343"/>
                  </a:lnTo>
                  <a:lnTo>
                    <a:pt x="38" y="343"/>
                  </a:lnTo>
                  <a:lnTo>
                    <a:pt x="29" y="358"/>
                  </a:lnTo>
                  <a:lnTo>
                    <a:pt x="19" y="373"/>
                  </a:lnTo>
                  <a:lnTo>
                    <a:pt x="19" y="373"/>
                  </a:lnTo>
                  <a:lnTo>
                    <a:pt x="13" y="386"/>
                  </a:lnTo>
                  <a:lnTo>
                    <a:pt x="9" y="391"/>
                  </a:lnTo>
                  <a:lnTo>
                    <a:pt x="6" y="393"/>
                  </a:lnTo>
                  <a:lnTo>
                    <a:pt x="3" y="395"/>
                  </a:lnTo>
                  <a:lnTo>
                    <a:pt x="3" y="395"/>
                  </a:lnTo>
                  <a:lnTo>
                    <a:pt x="1" y="395"/>
                  </a:lnTo>
                  <a:lnTo>
                    <a:pt x="0" y="397"/>
                  </a:lnTo>
                  <a:lnTo>
                    <a:pt x="0" y="398"/>
                  </a:lnTo>
                  <a:lnTo>
                    <a:pt x="0" y="400"/>
                  </a:lnTo>
                  <a:lnTo>
                    <a:pt x="1" y="402"/>
                  </a:lnTo>
                  <a:lnTo>
                    <a:pt x="2" y="403"/>
                  </a:lnTo>
                  <a:lnTo>
                    <a:pt x="4" y="403"/>
                  </a:lnTo>
                  <a:lnTo>
                    <a:pt x="6" y="403"/>
                  </a:lnTo>
                  <a:lnTo>
                    <a:pt x="6" y="403"/>
                  </a:lnTo>
                  <a:lnTo>
                    <a:pt x="11" y="401"/>
                  </a:lnTo>
                  <a:lnTo>
                    <a:pt x="15" y="398"/>
                  </a:lnTo>
                  <a:lnTo>
                    <a:pt x="19" y="394"/>
                  </a:lnTo>
                  <a:lnTo>
                    <a:pt x="22" y="388"/>
                  </a:lnTo>
                  <a:lnTo>
                    <a:pt x="22" y="388"/>
                  </a:lnTo>
                  <a:lnTo>
                    <a:pt x="38" y="361"/>
                  </a:lnTo>
                  <a:lnTo>
                    <a:pt x="47" y="347"/>
                  </a:lnTo>
                  <a:lnTo>
                    <a:pt x="57" y="334"/>
                  </a:lnTo>
                  <a:lnTo>
                    <a:pt x="57" y="334"/>
                  </a:lnTo>
                  <a:lnTo>
                    <a:pt x="78" y="306"/>
                  </a:lnTo>
                  <a:lnTo>
                    <a:pt x="102" y="278"/>
                  </a:lnTo>
                  <a:lnTo>
                    <a:pt x="125" y="250"/>
                  </a:lnTo>
                  <a:lnTo>
                    <a:pt x="147" y="223"/>
                  </a:lnTo>
                  <a:lnTo>
                    <a:pt x="147" y="223"/>
                  </a:lnTo>
                  <a:lnTo>
                    <a:pt x="185" y="173"/>
                  </a:lnTo>
                  <a:lnTo>
                    <a:pt x="222" y="124"/>
                  </a:lnTo>
                  <a:lnTo>
                    <a:pt x="222" y="124"/>
                  </a:lnTo>
                  <a:lnTo>
                    <a:pt x="241" y="94"/>
                  </a:lnTo>
                  <a:lnTo>
                    <a:pt x="262" y="65"/>
                  </a:lnTo>
                  <a:lnTo>
                    <a:pt x="283" y="37"/>
                  </a:lnTo>
                  <a:lnTo>
                    <a:pt x="294" y="22"/>
                  </a:lnTo>
                  <a:lnTo>
                    <a:pt x="307" y="9"/>
                  </a:lnTo>
                  <a:lnTo>
                    <a:pt x="307" y="9"/>
                  </a:lnTo>
                  <a:lnTo>
                    <a:pt x="308" y="8"/>
                  </a:lnTo>
                  <a:lnTo>
                    <a:pt x="308" y="6"/>
                  </a:lnTo>
                  <a:lnTo>
                    <a:pt x="308" y="4"/>
                  </a:lnTo>
                  <a:lnTo>
                    <a:pt x="307" y="2"/>
                  </a:lnTo>
                  <a:lnTo>
                    <a:pt x="304" y="1"/>
                  </a:lnTo>
                  <a:lnTo>
                    <a:pt x="303" y="0"/>
                  </a:lnTo>
                  <a:lnTo>
                    <a:pt x="301" y="1"/>
                  </a:lnTo>
                  <a:lnTo>
                    <a:pt x="299" y="2"/>
                  </a:lnTo>
                  <a:lnTo>
                    <a:pt x="299"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1" name="Freeform 442"/>
            <p:cNvSpPr/>
            <p:nvPr/>
          </p:nvSpPr>
          <p:spPr bwMode="auto">
            <a:xfrm>
              <a:off x="6821488" y="3595688"/>
              <a:ext cx="88900" cy="111125"/>
            </a:xfrm>
            <a:custGeom>
              <a:avLst/>
              <a:gdLst/>
              <a:ahLst/>
              <a:cxnLst>
                <a:cxn ang="0">
                  <a:pos x="158" y="1"/>
                </a:cxn>
                <a:cxn ang="0">
                  <a:pos x="158" y="1"/>
                </a:cxn>
                <a:cxn ang="0">
                  <a:pos x="138" y="25"/>
                </a:cxn>
                <a:cxn ang="0">
                  <a:pos x="117" y="50"/>
                </a:cxn>
                <a:cxn ang="0">
                  <a:pos x="79" y="102"/>
                </a:cxn>
                <a:cxn ang="0">
                  <a:pos x="79" y="102"/>
                </a:cxn>
                <a:cxn ang="0">
                  <a:pos x="40" y="155"/>
                </a:cxn>
                <a:cxn ang="0">
                  <a:pos x="40" y="155"/>
                </a:cxn>
                <a:cxn ang="0">
                  <a:pos x="20" y="180"/>
                </a:cxn>
                <a:cxn ang="0">
                  <a:pos x="10" y="193"/>
                </a:cxn>
                <a:cxn ang="0">
                  <a:pos x="1" y="206"/>
                </a:cxn>
                <a:cxn ang="0">
                  <a:pos x="1" y="206"/>
                </a:cxn>
                <a:cxn ang="0">
                  <a:pos x="0" y="207"/>
                </a:cxn>
                <a:cxn ang="0">
                  <a:pos x="1" y="209"/>
                </a:cxn>
                <a:cxn ang="0">
                  <a:pos x="1" y="211"/>
                </a:cxn>
                <a:cxn ang="0">
                  <a:pos x="4" y="212"/>
                </a:cxn>
                <a:cxn ang="0">
                  <a:pos x="5" y="212"/>
                </a:cxn>
                <a:cxn ang="0">
                  <a:pos x="7" y="212"/>
                </a:cxn>
                <a:cxn ang="0">
                  <a:pos x="9" y="212"/>
                </a:cxn>
                <a:cxn ang="0">
                  <a:pos x="10" y="210"/>
                </a:cxn>
                <a:cxn ang="0">
                  <a:pos x="10" y="210"/>
                </a:cxn>
                <a:cxn ang="0">
                  <a:pos x="17" y="199"/>
                </a:cxn>
                <a:cxn ang="0">
                  <a:pos x="26" y="188"/>
                </a:cxn>
                <a:cxn ang="0">
                  <a:pos x="43" y="166"/>
                </a:cxn>
                <a:cxn ang="0">
                  <a:pos x="43" y="166"/>
                </a:cxn>
                <a:cxn ang="0">
                  <a:pos x="81" y="113"/>
                </a:cxn>
                <a:cxn ang="0">
                  <a:pos x="81" y="113"/>
                </a:cxn>
                <a:cxn ang="0">
                  <a:pos x="122" y="60"/>
                </a:cxn>
                <a:cxn ang="0">
                  <a:pos x="143" y="33"/>
                </a:cxn>
                <a:cxn ang="0">
                  <a:pos x="166" y="8"/>
                </a:cxn>
                <a:cxn ang="0">
                  <a:pos x="166" y="8"/>
                </a:cxn>
                <a:cxn ang="0">
                  <a:pos x="167" y="6"/>
                </a:cxn>
                <a:cxn ang="0">
                  <a:pos x="167" y="4"/>
                </a:cxn>
                <a:cxn ang="0">
                  <a:pos x="166" y="3"/>
                </a:cxn>
                <a:cxn ang="0">
                  <a:pos x="165" y="1"/>
                </a:cxn>
                <a:cxn ang="0">
                  <a:pos x="164" y="0"/>
                </a:cxn>
                <a:cxn ang="0">
                  <a:pos x="162" y="0"/>
                </a:cxn>
                <a:cxn ang="0">
                  <a:pos x="161" y="0"/>
                </a:cxn>
                <a:cxn ang="0">
                  <a:pos x="158" y="1"/>
                </a:cxn>
                <a:cxn ang="0">
                  <a:pos x="158" y="1"/>
                </a:cxn>
              </a:cxnLst>
              <a:rect l="0" t="0" r="r" b="b"/>
              <a:pathLst>
                <a:path w="167" h="212">
                  <a:moveTo>
                    <a:pt x="158" y="1"/>
                  </a:moveTo>
                  <a:lnTo>
                    <a:pt x="158" y="1"/>
                  </a:lnTo>
                  <a:lnTo>
                    <a:pt x="138" y="25"/>
                  </a:lnTo>
                  <a:lnTo>
                    <a:pt x="117" y="50"/>
                  </a:lnTo>
                  <a:lnTo>
                    <a:pt x="79" y="102"/>
                  </a:lnTo>
                  <a:lnTo>
                    <a:pt x="79" y="102"/>
                  </a:lnTo>
                  <a:lnTo>
                    <a:pt x="40" y="155"/>
                  </a:lnTo>
                  <a:lnTo>
                    <a:pt x="40" y="155"/>
                  </a:lnTo>
                  <a:lnTo>
                    <a:pt x="20" y="180"/>
                  </a:lnTo>
                  <a:lnTo>
                    <a:pt x="10" y="193"/>
                  </a:lnTo>
                  <a:lnTo>
                    <a:pt x="1" y="206"/>
                  </a:lnTo>
                  <a:lnTo>
                    <a:pt x="1" y="206"/>
                  </a:lnTo>
                  <a:lnTo>
                    <a:pt x="0" y="207"/>
                  </a:lnTo>
                  <a:lnTo>
                    <a:pt x="1" y="209"/>
                  </a:lnTo>
                  <a:lnTo>
                    <a:pt x="1" y="211"/>
                  </a:lnTo>
                  <a:lnTo>
                    <a:pt x="4" y="212"/>
                  </a:lnTo>
                  <a:lnTo>
                    <a:pt x="5" y="212"/>
                  </a:lnTo>
                  <a:lnTo>
                    <a:pt x="7" y="212"/>
                  </a:lnTo>
                  <a:lnTo>
                    <a:pt x="9" y="212"/>
                  </a:lnTo>
                  <a:lnTo>
                    <a:pt x="10" y="210"/>
                  </a:lnTo>
                  <a:lnTo>
                    <a:pt x="10" y="210"/>
                  </a:lnTo>
                  <a:lnTo>
                    <a:pt x="17" y="199"/>
                  </a:lnTo>
                  <a:lnTo>
                    <a:pt x="26" y="188"/>
                  </a:lnTo>
                  <a:lnTo>
                    <a:pt x="43" y="166"/>
                  </a:lnTo>
                  <a:lnTo>
                    <a:pt x="43" y="166"/>
                  </a:lnTo>
                  <a:lnTo>
                    <a:pt x="81" y="113"/>
                  </a:lnTo>
                  <a:lnTo>
                    <a:pt x="81" y="113"/>
                  </a:lnTo>
                  <a:lnTo>
                    <a:pt x="122" y="60"/>
                  </a:lnTo>
                  <a:lnTo>
                    <a:pt x="143" y="33"/>
                  </a:lnTo>
                  <a:lnTo>
                    <a:pt x="166" y="8"/>
                  </a:lnTo>
                  <a:lnTo>
                    <a:pt x="166" y="8"/>
                  </a:lnTo>
                  <a:lnTo>
                    <a:pt x="167" y="6"/>
                  </a:lnTo>
                  <a:lnTo>
                    <a:pt x="167" y="4"/>
                  </a:lnTo>
                  <a:lnTo>
                    <a:pt x="166" y="3"/>
                  </a:lnTo>
                  <a:lnTo>
                    <a:pt x="165" y="1"/>
                  </a:lnTo>
                  <a:lnTo>
                    <a:pt x="164" y="0"/>
                  </a:lnTo>
                  <a:lnTo>
                    <a:pt x="162" y="0"/>
                  </a:lnTo>
                  <a:lnTo>
                    <a:pt x="161" y="0"/>
                  </a:lnTo>
                  <a:lnTo>
                    <a:pt x="158" y="1"/>
                  </a:lnTo>
                  <a:lnTo>
                    <a:pt x="158"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2" name="Freeform 443"/>
            <p:cNvSpPr/>
            <p:nvPr/>
          </p:nvSpPr>
          <p:spPr bwMode="auto">
            <a:xfrm>
              <a:off x="6443663" y="3109913"/>
              <a:ext cx="95250" cy="120650"/>
            </a:xfrm>
            <a:custGeom>
              <a:avLst/>
              <a:gdLst/>
              <a:ahLst/>
              <a:cxnLst>
                <a:cxn ang="0">
                  <a:pos x="171" y="3"/>
                </a:cxn>
                <a:cxn ang="0">
                  <a:pos x="171" y="3"/>
                </a:cxn>
                <a:cxn ang="0">
                  <a:pos x="147" y="34"/>
                </a:cxn>
                <a:cxn ang="0">
                  <a:pos x="123" y="63"/>
                </a:cxn>
                <a:cxn ang="0">
                  <a:pos x="73" y="123"/>
                </a:cxn>
                <a:cxn ang="0">
                  <a:pos x="73" y="123"/>
                </a:cxn>
                <a:cxn ang="0">
                  <a:pos x="50" y="152"/>
                </a:cxn>
                <a:cxn ang="0">
                  <a:pos x="27" y="180"/>
                </a:cxn>
                <a:cxn ang="0">
                  <a:pos x="27" y="180"/>
                </a:cxn>
                <a:cxn ang="0">
                  <a:pos x="18" y="190"/>
                </a:cxn>
                <a:cxn ang="0">
                  <a:pos x="10" y="200"/>
                </a:cxn>
                <a:cxn ang="0">
                  <a:pos x="4" y="210"/>
                </a:cxn>
                <a:cxn ang="0">
                  <a:pos x="2" y="216"/>
                </a:cxn>
                <a:cxn ang="0">
                  <a:pos x="0" y="223"/>
                </a:cxn>
                <a:cxn ang="0">
                  <a:pos x="0" y="223"/>
                </a:cxn>
                <a:cxn ang="0">
                  <a:pos x="1" y="225"/>
                </a:cxn>
                <a:cxn ang="0">
                  <a:pos x="1" y="226"/>
                </a:cxn>
                <a:cxn ang="0">
                  <a:pos x="4" y="228"/>
                </a:cxn>
                <a:cxn ang="0">
                  <a:pos x="6" y="228"/>
                </a:cxn>
                <a:cxn ang="0">
                  <a:pos x="7" y="228"/>
                </a:cxn>
                <a:cxn ang="0">
                  <a:pos x="9" y="227"/>
                </a:cxn>
                <a:cxn ang="0">
                  <a:pos x="9" y="225"/>
                </a:cxn>
                <a:cxn ang="0">
                  <a:pos x="9" y="225"/>
                </a:cxn>
                <a:cxn ang="0">
                  <a:pos x="12" y="216"/>
                </a:cxn>
                <a:cxn ang="0">
                  <a:pos x="15" y="209"/>
                </a:cxn>
                <a:cxn ang="0">
                  <a:pos x="19" y="202"/>
                </a:cxn>
                <a:cxn ang="0">
                  <a:pos x="25" y="195"/>
                </a:cxn>
                <a:cxn ang="0">
                  <a:pos x="37" y="181"/>
                </a:cxn>
                <a:cxn ang="0">
                  <a:pos x="48" y="169"/>
                </a:cxn>
                <a:cxn ang="0">
                  <a:pos x="48" y="169"/>
                </a:cxn>
                <a:cxn ang="0">
                  <a:pos x="69" y="143"/>
                </a:cxn>
                <a:cxn ang="0">
                  <a:pos x="91" y="117"/>
                </a:cxn>
                <a:cxn ang="0">
                  <a:pos x="91" y="117"/>
                </a:cxn>
                <a:cxn ang="0">
                  <a:pos x="112" y="90"/>
                </a:cxn>
                <a:cxn ang="0">
                  <a:pos x="136" y="66"/>
                </a:cxn>
                <a:cxn ang="0">
                  <a:pos x="136" y="66"/>
                </a:cxn>
                <a:cxn ang="0">
                  <a:pos x="147" y="52"/>
                </a:cxn>
                <a:cxn ang="0">
                  <a:pos x="159" y="38"/>
                </a:cxn>
                <a:cxn ang="0">
                  <a:pos x="179" y="8"/>
                </a:cxn>
                <a:cxn ang="0">
                  <a:pos x="179" y="8"/>
                </a:cxn>
                <a:cxn ang="0">
                  <a:pos x="180" y="6"/>
                </a:cxn>
                <a:cxn ang="0">
                  <a:pos x="180" y="5"/>
                </a:cxn>
                <a:cxn ang="0">
                  <a:pos x="179" y="3"/>
                </a:cxn>
                <a:cxn ang="0">
                  <a:pos x="178" y="2"/>
                </a:cxn>
                <a:cxn ang="0">
                  <a:pos x="174" y="0"/>
                </a:cxn>
                <a:cxn ang="0">
                  <a:pos x="173" y="2"/>
                </a:cxn>
                <a:cxn ang="0">
                  <a:pos x="171" y="3"/>
                </a:cxn>
                <a:cxn ang="0">
                  <a:pos x="171" y="3"/>
                </a:cxn>
              </a:cxnLst>
              <a:rect l="0" t="0" r="r" b="b"/>
              <a:pathLst>
                <a:path w="180" h="228">
                  <a:moveTo>
                    <a:pt x="171" y="3"/>
                  </a:moveTo>
                  <a:lnTo>
                    <a:pt x="171" y="3"/>
                  </a:lnTo>
                  <a:lnTo>
                    <a:pt x="147" y="34"/>
                  </a:lnTo>
                  <a:lnTo>
                    <a:pt x="123" y="63"/>
                  </a:lnTo>
                  <a:lnTo>
                    <a:pt x="73" y="123"/>
                  </a:lnTo>
                  <a:lnTo>
                    <a:pt x="73" y="123"/>
                  </a:lnTo>
                  <a:lnTo>
                    <a:pt x="50" y="152"/>
                  </a:lnTo>
                  <a:lnTo>
                    <a:pt x="27" y="180"/>
                  </a:lnTo>
                  <a:lnTo>
                    <a:pt x="27" y="180"/>
                  </a:lnTo>
                  <a:lnTo>
                    <a:pt x="18" y="190"/>
                  </a:lnTo>
                  <a:lnTo>
                    <a:pt x="10" y="200"/>
                  </a:lnTo>
                  <a:lnTo>
                    <a:pt x="4" y="210"/>
                  </a:lnTo>
                  <a:lnTo>
                    <a:pt x="2" y="216"/>
                  </a:lnTo>
                  <a:lnTo>
                    <a:pt x="0" y="223"/>
                  </a:lnTo>
                  <a:lnTo>
                    <a:pt x="0" y="223"/>
                  </a:lnTo>
                  <a:lnTo>
                    <a:pt x="1" y="225"/>
                  </a:lnTo>
                  <a:lnTo>
                    <a:pt x="1" y="226"/>
                  </a:lnTo>
                  <a:lnTo>
                    <a:pt x="4" y="228"/>
                  </a:lnTo>
                  <a:lnTo>
                    <a:pt x="6" y="228"/>
                  </a:lnTo>
                  <a:lnTo>
                    <a:pt x="7" y="228"/>
                  </a:lnTo>
                  <a:lnTo>
                    <a:pt x="9" y="227"/>
                  </a:lnTo>
                  <a:lnTo>
                    <a:pt x="9" y="225"/>
                  </a:lnTo>
                  <a:lnTo>
                    <a:pt x="9" y="225"/>
                  </a:lnTo>
                  <a:lnTo>
                    <a:pt x="12" y="216"/>
                  </a:lnTo>
                  <a:lnTo>
                    <a:pt x="15" y="209"/>
                  </a:lnTo>
                  <a:lnTo>
                    <a:pt x="19" y="202"/>
                  </a:lnTo>
                  <a:lnTo>
                    <a:pt x="25" y="195"/>
                  </a:lnTo>
                  <a:lnTo>
                    <a:pt x="37" y="181"/>
                  </a:lnTo>
                  <a:lnTo>
                    <a:pt x="48" y="169"/>
                  </a:lnTo>
                  <a:lnTo>
                    <a:pt x="48" y="169"/>
                  </a:lnTo>
                  <a:lnTo>
                    <a:pt x="69" y="143"/>
                  </a:lnTo>
                  <a:lnTo>
                    <a:pt x="91" y="117"/>
                  </a:lnTo>
                  <a:lnTo>
                    <a:pt x="91" y="117"/>
                  </a:lnTo>
                  <a:lnTo>
                    <a:pt x="112" y="90"/>
                  </a:lnTo>
                  <a:lnTo>
                    <a:pt x="136" y="66"/>
                  </a:lnTo>
                  <a:lnTo>
                    <a:pt x="136" y="66"/>
                  </a:lnTo>
                  <a:lnTo>
                    <a:pt x="147" y="52"/>
                  </a:lnTo>
                  <a:lnTo>
                    <a:pt x="159" y="38"/>
                  </a:lnTo>
                  <a:lnTo>
                    <a:pt x="179" y="8"/>
                  </a:lnTo>
                  <a:lnTo>
                    <a:pt x="179" y="8"/>
                  </a:lnTo>
                  <a:lnTo>
                    <a:pt x="180" y="6"/>
                  </a:lnTo>
                  <a:lnTo>
                    <a:pt x="180" y="5"/>
                  </a:lnTo>
                  <a:lnTo>
                    <a:pt x="179" y="3"/>
                  </a:lnTo>
                  <a:lnTo>
                    <a:pt x="178" y="2"/>
                  </a:lnTo>
                  <a:lnTo>
                    <a:pt x="174" y="0"/>
                  </a:lnTo>
                  <a:lnTo>
                    <a:pt x="173" y="2"/>
                  </a:lnTo>
                  <a:lnTo>
                    <a:pt x="171" y="3"/>
                  </a:lnTo>
                  <a:lnTo>
                    <a:pt x="17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3" name="Freeform 444"/>
            <p:cNvSpPr/>
            <p:nvPr/>
          </p:nvSpPr>
          <p:spPr bwMode="auto">
            <a:xfrm>
              <a:off x="6483351" y="3103563"/>
              <a:ext cx="100013" cy="117475"/>
            </a:xfrm>
            <a:custGeom>
              <a:avLst/>
              <a:gdLst/>
              <a:ahLst/>
              <a:cxnLst>
                <a:cxn ang="0">
                  <a:pos x="180" y="4"/>
                </a:cxn>
                <a:cxn ang="0">
                  <a:pos x="180" y="4"/>
                </a:cxn>
                <a:cxn ang="0">
                  <a:pos x="178" y="12"/>
                </a:cxn>
                <a:cxn ang="0">
                  <a:pos x="174" y="21"/>
                </a:cxn>
                <a:cxn ang="0">
                  <a:pos x="168" y="29"/>
                </a:cxn>
                <a:cxn ang="0">
                  <a:pos x="161" y="37"/>
                </a:cxn>
                <a:cxn ang="0">
                  <a:pos x="148" y="53"/>
                </a:cxn>
                <a:cxn ang="0">
                  <a:pos x="135" y="67"/>
                </a:cxn>
                <a:cxn ang="0">
                  <a:pos x="135" y="67"/>
                </a:cxn>
                <a:cxn ang="0">
                  <a:pos x="111" y="98"/>
                </a:cxn>
                <a:cxn ang="0">
                  <a:pos x="97" y="114"/>
                </a:cxn>
                <a:cxn ang="0">
                  <a:pos x="85" y="128"/>
                </a:cxn>
                <a:cxn ang="0">
                  <a:pos x="85" y="128"/>
                </a:cxn>
                <a:cxn ang="0">
                  <a:pos x="73" y="138"/>
                </a:cxn>
                <a:cxn ang="0">
                  <a:pos x="63" y="149"/>
                </a:cxn>
                <a:cxn ang="0">
                  <a:pos x="40" y="169"/>
                </a:cxn>
                <a:cxn ang="0">
                  <a:pos x="29" y="181"/>
                </a:cxn>
                <a:cxn ang="0">
                  <a:pos x="19" y="191"/>
                </a:cxn>
                <a:cxn ang="0">
                  <a:pos x="9" y="203"/>
                </a:cxn>
                <a:cxn ang="0">
                  <a:pos x="0" y="215"/>
                </a:cxn>
                <a:cxn ang="0">
                  <a:pos x="0" y="215"/>
                </a:cxn>
                <a:cxn ang="0">
                  <a:pos x="0" y="217"/>
                </a:cxn>
                <a:cxn ang="0">
                  <a:pos x="0" y="220"/>
                </a:cxn>
                <a:cxn ang="0">
                  <a:pos x="2" y="221"/>
                </a:cxn>
                <a:cxn ang="0">
                  <a:pos x="4" y="222"/>
                </a:cxn>
                <a:cxn ang="0">
                  <a:pos x="4" y="222"/>
                </a:cxn>
                <a:cxn ang="0">
                  <a:pos x="9" y="222"/>
                </a:cxn>
                <a:cxn ang="0">
                  <a:pos x="14" y="221"/>
                </a:cxn>
                <a:cxn ang="0">
                  <a:pos x="18" y="219"/>
                </a:cxn>
                <a:cxn ang="0">
                  <a:pos x="21" y="217"/>
                </a:cxn>
                <a:cxn ang="0">
                  <a:pos x="21" y="217"/>
                </a:cxn>
                <a:cxn ang="0">
                  <a:pos x="23" y="215"/>
                </a:cxn>
                <a:cxn ang="0">
                  <a:pos x="23" y="214"/>
                </a:cxn>
                <a:cxn ang="0">
                  <a:pos x="23" y="211"/>
                </a:cxn>
                <a:cxn ang="0">
                  <a:pos x="21" y="208"/>
                </a:cxn>
                <a:cxn ang="0">
                  <a:pos x="19" y="208"/>
                </a:cxn>
                <a:cxn ang="0">
                  <a:pos x="17" y="209"/>
                </a:cxn>
                <a:cxn ang="0">
                  <a:pos x="17" y="209"/>
                </a:cxn>
                <a:cxn ang="0">
                  <a:pos x="28" y="195"/>
                </a:cxn>
                <a:cxn ang="0">
                  <a:pos x="39" y="183"/>
                </a:cxn>
                <a:cxn ang="0">
                  <a:pos x="65" y="158"/>
                </a:cxn>
                <a:cxn ang="0">
                  <a:pos x="90" y="134"/>
                </a:cxn>
                <a:cxn ang="0">
                  <a:pos x="102" y="122"/>
                </a:cxn>
                <a:cxn ang="0">
                  <a:pos x="113" y="110"/>
                </a:cxn>
                <a:cxn ang="0">
                  <a:pos x="113" y="110"/>
                </a:cxn>
                <a:cxn ang="0">
                  <a:pos x="164" y="46"/>
                </a:cxn>
                <a:cxn ang="0">
                  <a:pos x="164" y="46"/>
                </a:cxn>
                <a:cxn ang="0">
                  <a:pos x="173" y="35"/>
                </a:cxn>
                <a:cxn ang="0">
                  <a:pos x="180" y="27"/>
                </a:cxn>
                <a:cxn ang="0">
                  <a:pos x="183" y="22"/>
                </a:cxn>
                <a:cxn ang="0">
                  <a:pos x="186" y="17"/>
                </a:cxn>
                <a:cxn ang="0">
                  <a:pos x="188" y="10"/>
                </a:cxn>
                <a:cxn ang="0">
                  <a:pos x="189" y="4"/>
                </a:cxn>
                <a:cxn ang="0">
                  <a:pos x="189" y="4"/>
                </a:cxn>
                <a:cxn ang="0">
                  <a:pos x="189" y="2"/>
                </a:cxn>
                <a:cxn ang="0">
                  <a:pos x="188" y="1"/>
                </a:cxn>
                <a:cxn ang="0">
                  <a:pos x="187" y="0"/>
                </a:cxn>
                <a:cxn ang="0">
                  <a:pos x="185" y="0"/>
                </a:cxn>
                <a:cxn ang="0">
                  <a:pos x="182" y="1"/>
                </a:cxn>
                <a:cxn ang="0">
                  <a:pos x="181" y="2"/>
                </a:cxn>
                <a:cxn ang="0">
                  <a:pos x="180" y="4"/>
                </a:cxn>
                <a:cxn ang="0">
                  <a:pos x="180" y="4"/>
                </a:cxn>
              </a:cxnLst>
              <a:rect l="0" t="0" r="r" b="b"/>
              <a:pathLst>
                <a:path w="189" h="222">
                  <a:moveTo>
                    <a:pt x="180" y="4"/>
                  </a:moveTo>
                  <a:lnTo>
                    <a:pt x="180" y="4"/>
                  </a:lnTo>
                  <a:lnTo>
                    <a:pt x="178" y="12"/>
                  </a:lnTo>
                  <a:lnTo>
                    <a:pt x="174" y="21"/>
                  </a:lnTo>
                  <a:lnTo>
                    <a:pt x="168" y="29"/>
                  </a:lnTo>
                  <a:lnTo>
                    <a:pt x="161" y="37"/>
                  </a:lnTo>
                  <a:lnTo>
                    <a:pt x="148" y="53"/>
                  </a:lnTo>
                  <a:lnTo>
                    <a:pt x="135" y="67"/>
                  </a:lnTo>
                  <a:lnTo>
                    <a:pt x="135" y="67"/>
                  </a:lnTo>
                  <a:lnTo>
                    <a:pt x="111" y="98"/>
                  </a:lnTo>
                  <a:lnTo>
                    <a:pt x="97" y="114"/>
                  </a:lnTo>
                  <a:lnTo>
                    <a:pt x="85" y="128"/>
                  </a:lnTo>
                  <a:lnTo>
                    <a:pt x="85" y="128"/>
                  </a:lnTo>
                  <a:lnTo>
                    <a:pt x="73" y="138"/>
                  </a:lnTo>
                  <a:lnTo>
                    <a:pt x="63" y="149"/>
                  </a:lnTo>
                  <a:lnTo>
                    <a:pt x="40" y="169"/>
                  </a:lnTo>
                  <a:lnTo>
                    <a:pt x="29" y="181"/>
                  </a:lnTo>
                  <a:lnTo>
                    <a:pt x="19" y="191"/>
                  </a:lnTo>
                  <a:lnTo>
                    <a:pt x="9" y="203"/>
                  </a:lnTo>
                  <a:lnTo>
                    <a:pt x="0" y="215"/>
                  </a:lnTo>
                  <a:lnTo>
                    <a:pt x="0" y="215"/>
                  </a:lnTo>
                  <a:lnTo>
                    <a:pt x="0" y="217"/>
                  </a:lnTo>
                  <a:lnTo>
                    <a:pt x="0" y="220"/>
                  </a:lnTo>
                  <a:lnTo>
                    <a:pt x="2" y="221"/>
                  </a:lnTo>
                  <a:lnTo>
                    <a:pt x="4" y="222"/>
                  </a:lnTo>
                  <a:lnTo>
                    <a:pt x="4" y="222"/>
                  </a:lnTo>
                  <a:lnTo>
                    <a:pt x="9" y="222"/>
                  </a:lnTo>
                  <a:lnTo>
                    <a:pt x="14" y="221"/>
                  </a:lnTo>
                  <a:lnTo>
                    <a:pt x="18" y="219"/>
                  </a:lnTo>
                  <a:lnTo>
                    <a:pt x="21" y="217"/>
                  </a:lnTo>
                  <a:lnTo>
                    <a:pt x="21" y="217"/>
                  </a:lnTo>
                  <a:lnTo>
                    <a:pt x="23" y="215"/>
                  </a:lnTo>
                  <a:lnTo>
                    <a:pt x="23" y="214"/>
                  </a:lnTo>
                  <a:lnTo>
                    <a:pt x="23" y="211"/>
                  </a:lnTo>
                  <a:lnTo>
                    <a:pt x="21" y="208"/>
                  </a:lnTo>
                  <a:lnTo>
                    <a:pt x="19" y="208"/>
                  </a:lnTo>
                  <a:lnTo>
                    <a:pt x="17" y="209"/>
                  </a:lnTo>
                  <a:lnTo>
                    <a:pt x="17" y="209"/>
                  </a:lnTo>
                  <a:lnTo>
                    <a:pt x="28" y="195"/>
                  </a:lnTo>
                  <a:lnTo>
                    <a:pt x="39" y="183"/>
                  </a:lnTo>
                  <a:lnTo>
                    <a:pt x="65" y="158"/>
                  </a:lnTo>
                  <a:lnTo>
                    <a:pt x="90" y="134"/>
                  </a:lnTo>
                  <a:lnTo>
                    <a:pt x="102" y="122"/>
                  </a:lnTo>
                  <a:lnTo>
                    <a:pt x="113" y="110"/>
                  </a:lnTo>
                  <a:lnTo>
                    <a:pt x="113" y="110"/>
                  </a:lnTo>
                  <a:lnTo>
                    <a:pt x="164" y="46"/>
                  </a:lnTo>
                  <a:lnTo>
                    <a:pt x="164" y="46"/>
                  </a:lnTo>
                  <a:lnTo>
                    <a:pt x="173" y="35"/>
                  </a:lnTo>
                  <a:lnTo>
                    <a:pt x="180" y="27"/>
                  </a:lnTo>
                  <a:lnTo>
                    <a:pt x="183" y="22"/>
                  </a:lnTo>
                  <a:lnTo>
                    <a:pt x="186" y="17"/>
                  </a:lnTo>
                  <a:lnTo>
                    <a:pt x="188" y="10"/>
                  </a:lnTo>
                  <a:lnTo>
                    <a:pt x="189" y="4"/>
                  </a:lnTo>
                  <a:lnTo>
                    <a:pt x="189" y="4"/>
                  </a:lnTo>
                  <a:lnTo>
                    <a:pt x="189" y="2"/>
                  </a:lnTo>
                  <a:lnTo>
                    <a:pt x="188" y="1"/>
                  </a:lnTo>
                  <a:lnTo>
                    <a:pt x="187" y="0"/>
                  </a:lnTo>
                  <a:lnTo>
                    <a:pt x="185" y="0"/>
                  </a:lnTo>
                  <a:lnTo>
                    <a:pt x="182" y="1"/>
                  </a:lnTo>
                  <a:lnTo>
                    <a:pt x="181" y="2"/>
                  </a:lnTo>
                  <a:lnTo>
                    <a:pt x="180" y="4"/>
                  </a:lnTo>
                  <a:lnTo>
                    <a:pt x="180"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4" name="Freeform 445"/>
            <p:cNvSpPr/>
            <p:nvPr/>
          </p:nvSpPr>
          <p:spPr bwMode="auto">
            <a:xfrm>
              <a:off x="6530976" y="3109913"/>
              <a:ext cx="85725" cy="107950"/>
            </a:xfrm>
            <a:custGeom>
              <a:avLst/>
              <a:gdLst/>
              <a:ahLst/>
              <a:cxnLst>
                <a:cxn ang="0">
                  <a:pos x="153" y="2"/>
                </a:cxn>
                <a:cxn ang="0">
                  <a:pos x="153" y="2"/>
                </a:cxn>
                <a:cxn ang="0">
                  <a:pos x="144" y="11"/>
                </a:cxn>
                <a:cxn ang="0">
                  <a:pos x="134" y="21"/>
                </a:cxn>
                <a:cxn ang="0">
                  <a:pos x="127" y="31"/>
                </a:cxn>
                <a:cxn ang="0">
                  <a:pos x="119" y="42"/>
                </a:cxn>
                <a:cxn ang="0">
                  <a:pos x="91" y="86"/>
                </a:cxn>
                <a:cxn ang="0">
                  <a:pos x="91" y="86"/>
                </a:cxn>
                <a:cxn ang="0">
                  <a:pos x="70" y="114"/>
                </a:cxn>
                <a:cxn ang="0">
                  <a:pos x="47" y="142"/>
                </a:cxn>
                <a:cxn ang="0">
                  <a:pos x="25" y="170"/>
                </a:cxn>
                <a:cxn ang="0">
                  <a:pos x="1" y="197"/>
                </a:cxn>
                <a:cxn ang="0">
                  <a:pos x="1" y="197"/>
                </a:cxn>
                <a:cxn ang="0">
                  <a:pos x="0" y="198"/>
                </a:cxn>
                <a:cxn ang="0">
                  <a:pos x="0" y="200"/>
                </a:cxn>
                <a:cxn ang="0">
                  <a:pos x="1" y="202"/>
                </a:cxn>
                <a:cxn ang="0">
                  <a:pos x="2" y="203"/>
                </a:cxn>
                <a:cxn ang="0">
                  <a:pos x="3" y="204"/>
                </a:cxn>
                <a:cxn ang="0">
                  <a:pos x="4" y="204"/>
                </a:cxn>
                <a:cxn ang="0">
                  <a:pos x="6" y="204"/>
                </a:cxn>
                <a:cxn ang="0">
                  <a:pos x="8" y="203"/>
                </a:cxn>
                <a:cxn ang="0">
                  <a:pos x="23" y="188"/>
                </a:cxn>
                <a:cxn ang="0">
                  <a:pos x="23" y="188"/>
                </a:cxn>
                <a:cxn ang="0">
                  <a:pos x="24" y="187"/>
                </a:cxn>
                <a:cxn ang="0">
                  <a:pos x="24" y="185"/>
                </a:cxn>
                <a:cxn ang="0">
                  <a:pos x="24" y="185"/>
                </a:cxn>
                <a:cxn ang="0">
                  <a:pos x="55" y="149"/>
                </a:cxn>
                <a:cxn ang="0">
                  <a:pos x="84" y="111"/>
                </a:cxn>
                <a:cxn ang="0">
                  <a:pos x="84" y="111"/>
                </a:cxn>
                <a:cxn ang="0">
                  <a:pos x="93" y="99"/>
                </a:cxn>
                <a:cxn ang="0">
                  <a:pos x="102" y="85"/>
                </a:cxn>
                <a:cxn ang="0">
                  <a:pos x="119" y="57"/>
                </a:cxn>
                <a:cxn ang="0">
                  <a:pos x="128" y="45"/>
                </a:cxn>
                <a:cxn ang="0">
                  <a:pos x="137" y="31"/>
                </a:cxn>
                <a:cxn ang="0">
                  <a:pos x="148" y="20"/>
                </a:cxn>
                <a:cxn ang="0">
                  <a:pos x="160" y="9"/>
                </a:cxn>
                <a:cxn ang="0">
                  <a:pos x="160" y="9"/>
                </a:cxn>
                <a:cxn ang="0">
                  <a:pos x="161" y="7"/>
                </a:cxn>
                <a:cxn ang="0">
                  <a:pos x="161" y="6"/>
                </a:cxn>
                <a:cxn ang="0">
                  <a:pos x="161" y="4"/>
                </a:cxn>
                <a:cxn ang="0">
                  <a:pos x="160" y="3"/>
                </a:cxn>
                <a:cxn ang="0">
                  <a:pos x="157" y="0"/>
                </a:cxn>
                <a:cxn ang="0">
                  <a:pos x="155" y="0"/>
                </a:cxn>
                <a:cxn ang="0">
                  <a:pos x="153" y="2"/>
                </a:cxn>
                <a:cxn ang="0">
                  <a:pos x="153" y="2"/>
                </a:cxn>
              </a:cxnLst>
              <a:rect l="0" t="0" r="r" b="b"/>
              <a:pathLst>
                <a:path w="161" h="204">
                  <a:moveTo>
                    <a:pt x="153" y="2"/>
                  </a:moveTo>
                  <a:lnTo>
                    <a:pt x="153" y="2"/>
                  </a:lnTo>
                  <a:lnTo>
                    <a:pt x="144" y="11"/>
                  </a:lnTo>
                  <a:lnTo>
                    <a:pt x="134" y="21"/>
                  </a:lnTo>
                  <a:lnTo>
                    <a:pt x="127" y="31"/>
                  </a:lnTo>
                  <a:lnTo>
                    <a:pt x="119" y="42"/>
                  </a:lnTo>
                  <a:lnTo>
                    <a:pt x="91" y="86"/>
                  </a:lnTo>
                  <a:lnTo>
                    <a:pt x="91" y="86"/>
                  </a:lnTo>
                  <a:lnTo>
                    <a:pt x="70" y="114"/>
                  </a:lnTo>
                  <a:lnTo>
                    <a:pt x="47" y="142"/>
                  </a:lnTo>
                  <a:lnTo>
                    <a:pt x="25" y="170"/>
                  </a:lnTo>
                  <a:lnTo>
                    <a:pt x="1" y="197"/>
                  </a:lnTo>
                  <a:lnTo>
                    <a:pt x="1" y="197"/>
                  </a:lnTo>
                  <a:lnTo>
                    <a:pt x="0" y="198"/>
                  </a:lnTo>
                  <a:lnTo>
                    <a:pt x="0" y="200"/>
                  </a:lnTo>
                  <a:lnTo>
                    <a:pt x="1" y="202"/>
                  </a:lnTo>
                  <a:lnTo>
                    <a:pt x="2" y="203"/>
                  </a:lnTo>
                  <a:lnTo>
                    <a:pt x="3" y="204"/>
                  </a:lnTo>
                  <a:lnTo>
                    <a:pt x="4" y="204"/>
                  </a:lnTo>
                  <a:lnTo>
                    <a:pt x="6" y="204"/>
                  </a:lnTo>
                  <a:lnTo>
                    <a:pt x="8" y="203"/>
                  </a:lnTo>
                  <a:lnTo>
                    <a:pt x="23" y="188"/>
                  </a:lnTo>
                  <a:lnTo>
                    <a:pt x="23" y="188"/>
                  </a:lnTo>
                  <a:lnTo>
                    <a:pt x="24" y="187"/>
                  </a:lnTo>
                  <a:lnTo>
                    <a:pt x="24" y="185"/>
                  </a:lnTo>
                  <a:lnTo>
                    <a:pt x="24" y="185"/>
                  </a:lnTo>
                  <a:lnTo>
                    <a:pt x="55" y="149"/>
                  </a:lnTo>
                  <a:lnTo>
                    <a:pt x="84" y="111"/>
                  </a:lnTo>
                  <a:lnTo>
                    <a:pt x="84" y="111"/>
                  </a:lnTo>
                  <a:lnTo>
                    <a:pt x="93" y="99"/>
                  </a:lnTo>
                  <a:lnTo>
                    <a:pt x="102" y="85"/>
                  </a:lnTo>
                  <a:lnTo>
                    <a:pt x="119" y="57"/>
                  </a:lnTo>
                  <a:lnTo>
                    <a:pt x="128" y="45"/>
                  </a:lnTo>
                  <a:lnTo>
                    <a:pt x="137" y="31"/>
                  </a:lnTo>
                  <a:lnTo>
                    <a:pt x="148" y="20"/>
                  </a:lnTo>
                  <a:lnTo>
                    <a:pt x="160" y="9"/>
                  </a:lnTo>
                  <a:lnTo>
                    <a:pt x="160" y="9"/>
                  </a:lnTo>
                  <a:lnTo>
                    <a:pt x="161" y="7"/>
                  </a:lnTo>
                  <a:lnTo>
                    <a:pt x="161" y="6"/>
                  </a:lnTo>
                  <a:lnTo>
                    <a:pt x="161" y="4"/>
                  </a:lnTo>
                  <a:lnTo>
                    <a:pt x="160" y="3"/>
                  </a:lnTo>
                  <a:lnTo>
                    <a:pt x="157" y="0"/>
                  </a:lnTo>
                  <a:lnTo>
                    <a:pt x="155" y="0"/>
                  </a:lnTo>
                  <a:lnTo>
                    <a:pt x="153" y="2"/>
                  </a:lnTo>
                  <a:lnTo>
                    <a:pt x="15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5" name="Freeform 446"/>
            <p:cNvSpPr/>
            <p:nvPr/>
          </p:nvSpPr>
          <p:spPr bwMode="auto">
            <a:xfrm>
              <a:off x="6581776" y="3121025"/>
              <a:ext cx="65088" cy="84138"/>
            </a:xfrm>
            <a:custGeom>
              <a:avLst/>
              <a:gdLst/>
              <a:ahLst/>
              <a:cxnLst>
                <a:cxn ang="0">
                  <a:pos x="119" y="0"/>
                </a:cxn>
                <a:cxn ang="0">
                  <a:pos x="114" y="0"/>
                </a:cxn>
                <a:cxn ang="0">
                  <a:pos x="114" y="0"/>
                </a:cxn>
                <a:cxn ang="0">
                  <a:pos x="111" y="1"/>
                </a:cxn>
                <a:cxn ang="0">
                  <a:pos x="109" y="3"/>
                </a:cxn>
                <a:cxn ang="0">
                  <a:pos x="109" y="5"/>
                </a:cxn>
                <a:cxn ang="0">
                  <a:pos x="109" y="7"/>
                </a:cxn>
                <a:cxn ang="0">
                  <a:pos x="109" y="7"/>
                </a:cxn>
                <a:cxn ang="0">
                  <a:pos x="97" y="24"/>
                </a:cxn>
                <a:cxn ang="0">
                  <a:pos x="86" y="40"/>
                </a:cxn>
                <a:cxn ang="0">
                  <a:pos x="63" y="75"/>
                </a:cxn>
                <a:cxn ang="0">
                  <a:pos x="63" y="75"/>
                </a:cxn>
                <a:cxn ang="0">
                  <a:pos x="47" y="95"/>
                </a:cxn>
                <a:cxn ang="0">
                  <a:pos x="31" y="115"/>
                </a:cxn>
                <a:cxn ang="0">
                  <a:pos x="14" y="133"/>
                </a:cxn>
                <a:cxn ang="0">
                  <a:pos x="7" y="144"/>
                </a:cxn>
                <a:cxn ang="0">
                  <a:pos x="0" y="155"/>
                </a:cxn>
                <a:cxn ang="0">
                  <a:pos x="0" y="155"/>
                </a:cxn>
                <a:cxn ang="0">
                  <a:pos x="0" y="156"/>
                </a:cxn>
                <a:cxn ang="0">
                  <a:pos x="0" y="158"/>
                </a:cxn>
                <a:cxn ang="0">
                  <a:pos x="1" y="160"/>
                </a:cxn>
                <a:cxn ang="0">
                  <a:pos x="2" y="161"/>
                </a:cxn>
                <a:cxn ang="0">
                  <a:pos x="4" y="161"/>
                </a:cxn>
                <a:cxn ang="0">
                  <a:pos x="5" y="161"/>
                </a:cxn>
                <a:cxn ang="0">
                  <a:pos x="7" y="161"/>
                </a:cxn>
                <a:cxn ang="0">
                  <a:pos x="8" y="159"/>
                </a:cxn>
                <a:cxn ang="0">
                  <a:pos x="8" y="159"/>
                </a:cxn>
                <a:cxn ang="0">
                  <a:pos x="22" y="141"/>
                </a:cxn>
                <a:cxn ang="0">
                  <a:pos x="36" y="122"/>
                </a:cxn>
                <a:cxn ang="0">
                  <a:pos x="65" y="87"/>
                </a:cxn>
                <a:cxn ang="0">
                  <a:pos x="65" y="87"/>
                </a:cxn>
                <a:cxn ang="0">
                  <a:pos x="80" y="67"/>
                </a:cxn>
                <a:cxn ang="0">
                  <a:pos x="93" y="48"/>
                </a:cxn>
                <a:cxn ang="0">
                  <a:pos x="106" y="27"/>
                </a:cxn>
                <a:cxn ang="0">
                  <a:pos x="114" y="18"/>
                </a:cxn>
                <a:cxn ang="0">
                  <a:pos x="122" y="8"/>
                </a:cxn>
                <a:cxn ang="0">
                  <a:pos x="122" y="8"/>
                </a:cxn>
                <a:cxn ang="0">
                  <a:pos x="123" y="6"/>
                </a:cxn>
                <a:cxn ang="0">
                  <a:pos x="123" y="3"/>
                </a:cxn>
                <a:cxn ang="0">
                  <a:pos x="121" y="1"/>
                </a:cxn>
                <a:cxn ang="0">
                  <a:pos x="119" y="0"/>
                </a:cxn>
                <a:cxn ang="0">
                  <a:pos x="119" y="0"/>
                </a:cxn>
              </a:cxnLst>
              <a:rect l="0" t="0" r="r" b="b"/>
              <a:pathLst>
                <a:path w="123" h="161">
                  <a:moveTo>
                    <a:pt x="119" y="0"/>
                  </a:moveTo>
                  <a:lnTo>
                    <a:pt x="114" y="0"/>
                  </a:lnTo>
                  <a:lnTo>
                    <a:pt x="114" y="0"/>
                  </a:lnTo>
                  <a:lnTo>
                    <a:pt x="111" y="1"/>
                  </a:lnTo>
                  <a:lnTo>
                    <a:pt x="109" y="3"/>
                  </a:lnTo>
                  <a:lnTo>
                    <a:pt x="109" y="5"/>
                  </a:lnTo>
                  <a:lnTo>
                    <a:pt x="109" y="7"/>
                  </a:lnTo>
                  <a:lnTo>
                    <a:pt x="109" y="7"/>
                  </a:lnTo>
                  <a:lnTo>
                    <a:pt x="97" y="24"/>
                  </a:lnTo>
                  <a:lnTo>
                    <a:pt x="86" y="40"/>
                  </a:lnTo>
                  <a:lnTo>
                    <a:pt x="63" y="75"/>
                  </a:lnTo>
                  <a:lnTo>
                    <a:pt x="63" y="75"/>
                  </a:lnTo>
                  <a:lnTo>
                    <a:pt x="47" y="95"/>
                  </a:lnTo>
                  <a:lnTo>
                    <a:pt x="31" y="115"/>
                  </a:lnTo>
                  <a:lnTo>
                    <a:pt x="14" y="133"/>
                  </a:lnTo>
                  <a:lnTo>
                    <a:pt x="7" y="144"/>
                  </a:lnTo>
                  <a:lnTo>
                    <a:pt x="0" y="155"/>
                  </a:lnTo>
                  <a:lnTo>
                    <a:pt x="0" y="155"/>
                  </a:lnTo>
                  <a:lnTo>
                    <a:pt x="0" y="156"/>
                  </a:lnTo>
                  <a:lnTo>
                    <a:pt x="0" y="158"/>
                  </a:lnTo>
                  <a:lnTo>
                    <a:pt x="1" y="160"/>
                  </a:lnTo>
                  <a:lnTo>
                    <a:pt x="2" y="161"/>
                  </a:lnTo>
                  <a:lnTo>
                    <a:pt x="4" y="161"/>
                  </a:lnTo>
                  <a:lnTo>
                    <a:pt x="5" y="161"/>
                  </a:lnTo>
                  <a:lnTo>
                    <a:pt x="7" y="161"/>
                  </a:lnTo>
                  <a:lnTo>
                    <a:pt x="8" y="159"/>
                  </a:lnTo>
                  <a:lnTo>
                    <a:pt x="8" y="159"/>
                  </a:lnTo>
                  <a:lnTo>
                    <a:pt x="22" y="141"/>
                  </a:lnTo>
                  <a:lnTo>
                    <a:pt x="36" y="122"/>
                  </a:lnTo>
                  <a:lnTo>
                    <a:pt x="65" y="87"/>
                  </a:lnTo>
                  <a:lnTo>
                    <a:pt x="65" y="87"/>
                  </a:lnTo>
                  <a:lnTo>
                    <a:pt x="80" y="67"/>
                  </a:lnTo>
                  <a:lnTo>
                    <a:pt x="93" y="48"/>
                  </a:lnTo>
                  <a:lnTo>
                    <a:pt x="106" y="27"/>
                  </a:lnTo>
                  <a:lnTo>
                    <a:pt x="114" y="18"/>
                  </a:lnTo>
                  <a:lnTo>
                    <a:pt x="122" y="8"/>
                  </a:lnTo>
                  <a:lnTo>
                    <a:pt x="122" y="8"/>
                  </a:lnTo>
                  <a:lnTo>
                    <a:pt x="123" y="6"/>
                  </a:lnTo>
                  <a:lnTo>
                    <a:pt x="123" y="3"/>
                  </a:lnTo>
                  <a:lnTo>
                    <a:pt x="121" y="1"/>
                  </a:lnTo>
                  <a:lnTo>
                    <a:pt x="119" y="0"/>
                  </a:lnTo>
                  <a:lnTo>
                    <a:pt x="119"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6" name="Freeform 447"/>
            <p:cNvSpPr/>
            <p:nvPr/>
          </p:nvSpPr>
          <p:spPr bwMode="auto">
            <a:xfrm>
              <a:off x="6604001" y="3140075"/>
              <a:ext cx="60325" cy="73025"/>
            </a:xfrm>
            <a:custGeom>
              <a:avLst/>
              <a:gdLst/>
              <a:ahLst/>
              <a:cxnLst>
                <a:cxn ang="0">
                  <a:pos x="105" y="3"/>
                </a:cxn>
                <a:cxn ang="0">
                  <a:pos x="105" y="3"/>
                </a:cxn>
                <a:cxn ang="0">
                  <a:pos x="101" y="13"/>
                </a:cxn>
                <a:cxn ang="0">
                  <a:pos x="95" y="21"/>
                </a:cxn>
                <a:cxn ang="0">
                  <a:pos x="89" y="29"/>
                </a:cxn>
                <a:cxn ang="0">
                  <a:pos x="82" y="36"/>
                </a:cxn>
                <a:cxn ang="0">
                  <a:pos x="67" y="51"/>
                </a:cxn>
                <a:cxn ang="0">
                  <a:pos x="54" y="65"/>
                </a:cxn>
                <a:cxn ang="0">
                  <a:pos x="54" y="65"/>
                </a:cxn>
                <a:cxn ang="0">
                  <a:pos x="26" y="97"/>
                </a:cxn>
                <a:cxn ang="0">
                  <a:pos x="14" y="114"/>
                </a:cxn>
                <a:cxn ang="0">
                  <a:pos x="1" y="130"/>
                </a:cxn>
                <a:cxn ang="0">
                  <a:pos x="1" y="130"/>
                </a:cxn>
                <a:cxn ang="0">
                  <a:pos x="0" y="133"/>
                </a:cxn>
                <a:cxn ang="0">
                  <a:pos x="0" y="135"/>
                </a:cxn>
                <a:cxn ang="0">
                  <a:pos x="1" y="136"/>
                </a:cxn>
                <a:cxn ang="0">
                  <a:pos x="2" y="137"/>
                </a:cxn>
                <a:cxn ang="0">
                  <a:pos x="7" y="138"/>
                </a:cxn>
                <a:cxn ang="0">
                  <a:pos x="8" y="137"/>
                </a:cxn>
                <a:cxn ang="0">
                  <a:pos x="10" y="136"/>
                </a:cxn>
                <a:cxn ang="0">
                  <a:pos x="10" y="136"/>
                </a:cxn>
                <a:cxn ang="0">
                  <a:pos x="24" y="116"/>
                </a:cxn>
                <a:cxn ang="0">
                  <a:pos x="39" y="97"/>
                </a:cxn>
                <a:cxn ang="0">
                  <a:pos x="71" y="60"/>
                </a:cxn>
                <a:cxn ang="0">
                  <a:pos x="71" y="60"/>
                </a:cxn>
                <a:cxn ang="0">
                  <a:pos x="82" y="48"/>
                </a:cxn>
                <a:cxn ang="0">
                  <a:pos x="94" y="35"/>
                </a:cxn>
                <a:cxn ang="0">
                  <a:pos x="101" y="29"/>
                </a:cxn>
                <a:cxn ang="0">
                  <a:pos x="106" y="22"/>
                </a:cxn>
                <a:cxn ang="0">
                  <a:pos x="111" y="15"/>
                </a:cxn>
                <a:cxn ang="0">
                  <a:pos x="114" y="6"/>
                </a:cxn>
                <a:cxn ang="0">
                  <a:pos x="114" y="6"/>
                </a:cxn>
                <a:cxn ang="0">
                  <a:pos x="114" y="4"/>
                </a:cxn>
                <a:cxn ang="0">
                  <a:pos x="114" y="2"/>
                </a:cxn>
                <a:cxn ang="0">
                  <a:pos x="113" y="1"/>
                </a:cxn>
                <a:cxn ang="0">
                  <a:pos x="111" y="1"/>
                </a:cxn>
                <a:cxn ang="0">
                  <a:pos x="109" y="0"/>
                </a:cxn>
                <a:cxn ang="0">
                  <a:pos x="108" y="1"/>
                </a:cxn>
                <a:cxn ang="0">
                  <a:pos x="106" y="2"/>
                </a:cxn>
                <a:cxn ang="0">
                  <a:pos x="105" y="3"/>
                </a:cxn>
                <a:cxn ang="0">
                  <a:pos x="105" y="3"/>
                </a:cxn>
              </a:cxnLst>
              <a:rect l="0" t="0" r="r" b="b"/>
              <a:pathLst>
                <a:path w="114" h="138">
                  <a:moveTo>
                    <a:pt x="105" y="3"/>
                  </a:moveTo>
                  <a:lnTo>
                    <a:pt x="105" y="3"/>
                  </a:lnTo>
                  <a:lnTo>
                    <a:pt x="101" y="13"/>
                  </a:lnTo>
                  <a:lnTo>
                    <a:pt x="95" y="21"/>
                  </a:lnTo>
                  <a:lnTo>
                    <a:pt x="89" y="29"/>
                  </a:lnTo>
                  <a:lnTo>
                    <a:pt x="82" y="36"/>
                  </a:lnTo>
                  <a:lnTo>
                    <a:pt x="67" y="51"/>
                  </a:lnTo>
                  <a:lnTo>
                    <a:pt x="54" y="65"/>
                  </a:lnTo>
                  <a:lnTo>
                    <a:pt x="54" y="65"/>
                  </a:lnTo>
                  <a:lnTo>
                    <a:pt x="26" y="97"/>
                  </a:lnTo>
                  <a:lnTo>
                    <a:pt x="14" y="114"/>
                  </a:lnTo>
                  <a:lnTo>
                    <a:pt x="1" y="130"/>
                  </a:lnTo>
                  <a:lnTo>
                    <a:pt x="1" y="130"/>
                  </a:lnTo>
                  <a:lnTo>
                    <a:pt x="0" y="133"/>
                  </a:lnTo>
                  <a:lnTo>
                    <a:pt x="0" y="135"/>
                  </a:lnTo>
                  <a:lnTo>
                    <a:pt x="1" y="136"/>
                  </a:lnTo>
                  <a:lnTo>
                    <a:pt x="2" y="137"/>
                  </a:lnTo>
                  <a:lnTo>
                    <a:pt x="7" y="138"/>
                  </a:lnTo>
                  <a:lnTo>
                    <a:pt x="8" y="137"/>
                  </a:lnTo>
                  <a:lnTo>
                    <a:pt x="10" y="136"/>
                  </a:lnTo>
                  <a:lnTo>
                    <a:pt x="10" y="136"/>
                  </a:lnTo>
                  <a:lnTo>
                    <a:pt x="24" y="116"/>
                  </a:lnTo>
                  <a:lnTo>
                    <a:pt x="39" y="97"/>
                  </a:lnTo>
                  <a:lnTo>
                    <a:pt x="71" y="60"/>
                  </a:lnTo>
                  <a:lnTo>
                    <a:pt x="71" y="60"/>
                  </a:lnTo>
                  <a:lnTo>
                    <a:pt x="82" y="48"/>
                  </a:lnTo>
                  <a:lnTo>
                    <a:pt x="94" y="35"/>
                  </a:lnTo>
                  <a:lnTo>
                    <a:pt x="101" y="29"/>
                  </a:lnTo>
                  <a:lnTo>
                    <a:pt x="106" y="22"/>
                  </a:lnTo>
                  <a:lnTo>
                    <a:pt x="111" y="15"/>
                  </a:lnTo>
                  <a:lnTo>
                    <a:pt x="114" y="6"/>
                  </a:lnTo>
                  <a:lnTo>
                    <a:pt x="114" y="6"/>
                  </a:lnTo>
                  <a:lnTo>
                    <a:pt x="114" y="4"/>
                  </a:lnTo>
                  <a:lnTo>
                    <a:pt x="114" y="2"/>
                  </a:lnTo>
                  <a:lnTo>
                    <a:pt x="113" y="1"/>
                  </a:lnTo>
                  <a:lnTo>
                    <a:pt x="111" y="1"/>
                  </a:lnTo>
                  <a:lnTo>
                    <a:pt x="109" y="0"/>
                  </a:lnTo>
                  <a:lnTo>
                    <a:pt x="108" y="1"/>
                  </a:lnTo>
                  <a:lnTo>
                    <a:pt x="106" y="2"/>
                  </a:lnTo>
                  <a:lnTo>
                    <a:pt x="105" y="3"/>
                  </a:lnTo>
                  <a:lnTo>
                    <a:pt x="105"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7" name="Freeform 448"/>
            <p:cNvSpPr/>
            <p:nvPr/>
          </p:nvSpPr>
          <p:spPr bwMode="auto">
            <a:xfrm>
              <a:off x="6634163" y="3143250"/>
              <a:ext cx="66675" cy="73025"/>
            </a:xfrm>
            <a:custGeom>
              <a:avLst/>
              <a:gdLst/>
              <a:ahLst/>
              <a:cxnLst>
                <a:cxn ang="0">
                  <a:pos x="122" y="0"/>
                </a:cxn>
                <a:cxn ang="0">
                  <a:pos x="122" y="0"/>
                </a:cxn>
                <a:cxn ang="0">
                  <a:pos x="116" y="3"/>
                </a:cxn>
                <a:cxn ang="0">
                  <a:pos x="110" y="6"/>
                </a:cxn>
                <a:cxn ang="0">
                  <a:pos x="103" y="11"/>
                </a:cxn>
                <a:cxn ang="0">
                  <a:pos x="98" y="16"/>
                </a:cxn>
                <a:cxn ang="0">
                  <a:pos x="89" y="28"/>
                </a:cxn>
                <a:cxn ang="0">
                  <a:pos x="80" y="41"/>
                </a:cxn>
                <a:cxn ang="0">
                  <a:pos x="80" y="41"/>
                </a:cxn>
                <a:cxn ang="0">
                  <a:pos x="61" y="63"/>
                </a:cxn>
                <a:cxn ang="0">
                  <a:pos x="42" y="86"/>
                </a:cxn>
                <a:cxn ang="0">
                  <a:pos x="22" y="108"/>
                </a:cxn>
                <a:cxn ang="0">
                  <a:pos x="2" y="130"/>
                </a:cxn>
                <a:cxn ang="0">
                  <a:pos x="2" y="130"/>
                </a:cxn>
                <a:cxn ang="0">
                  <a:pos x="0" y="132"/>
                </a:cxn>
                <a:cxn ang="0">
                  <a:pos x="0" y="133"/>
                </a:cxn>
                <a:cxn ang="0">
                  <a:pos x="1" y="135"/>
                </a:cxn>
                <a:cxn ang="0">
                  <a:pos x="2" y="136"/>
                </a:cxn>
                <a:cxn ang="0">
                  <a:pos x="3" y="137"/>
                </a:cxn>
                <a:cxn ang="0">
                  <a:pos x="5" y="138"/>
                </a:cxn>
                <a:cxn ang="0">
                  <a:pos x="6" y="138"/>
                </a:cxn>
                <a:cxn ang="0">
                  <a:pos x="8" y="136"/>
                </a:cxn>
                <a:cxn ang="0">
                  <a:pos x="8" y="136"/>
                </a:cxn>
                <a:cxn ang="0">
                  <a:pos x="15" y="133"/>
                </a:cxn>
                <a:cxn ang="0">
                  <a:pos x="15" y="133"/>
                </a:cxn>
                <a:cxn ang="0">
                  <a:pos x="17" y="132"/>
                </a:cxn>
                <a:cxn ang="0">
                  <a:pos x="19" y="131"/>
                </a:cxn>
                <a:cxn ang="0">
                  <a:pos x="19" y="128"/>
                </a:cxn>
                <a:cxn ang="0">
                  <a:pos x="19" y="125"/>
                </a:cxn>
                <a:cxn ang="0">
                  <a:pos x="19" y="125"/>
                </a:cxn>
                <a:cxn ang="0">
                  <a:pos x="50" y="91"/>
                </a:cxn>
                <a:cxn ang="0">
                  <a:pos x="80" y="55"/>
                </a:cxn>
                <a:cxn ang="0">
                  <a:pos x="80" y="55"/>
                </a:cxn>
                <a:cxn ang="0">
                  <a:pos x="89" y="43"/>
                </a:cxn>
                <a:cxn ang="0">
                  <a:pos x="99" y="28"/>
                </a:cxn>
                <a:cxn ang="0">
                  <a:pos x="105" y="22"/>
                </a:cxn>
                <a:cxn ang="0">
                  <a:pos x="112" y="16"/>
                </a:cxn>
                <a:cxn ang="0">
                  <a:pos x="118" y="12"/>
                </a:cxn>
                <a:cxn ang="0">
                  <a:pos x="125" y="10"/>
                </a:cxn>
                <a:cxn ang="0">
                  <a:pos x="125" y="10"/>
                </a:cxn>
                <a:cxn ang="0">
                  <a:pos x="127" y="9"/>
                </a:cxn>
                <a:cxn ang="0">
                  <a:pos x="128" y="8"/>
                </a:cxn>
                <a:cxn ang="0">
                  <a:pos x="128" y="6"/>
                </a:cxn>
                <a:cxn ang="0">
                  <a:pos x="128" y="5"/>
                </a:cxn>
                <a:cxn ang="0">
                  <a:pos x="126" y="1"/>
                </a:cxn>
                <a:cxn ang="0">
                  <a:pos x="124" y="0"/>
                </a:cxn>
                <a:cxn ang="0">
                  <a:pos x="122" y="0"/>
                </a:cxn>
                <a:cxn ang="0">
                  <a:pos x="122" y="0"/>
                </a:cxn>
              </a:cxnLst>
              <a:rect l="0" t="0" r="r" b="b"/>
              <a:pathLst>
                <a:path w="128" h="138">
                  <a:moveTo>
                    <a:pt x="122" y="0"/>
                  </a:moveTo>
                  <a:lnTo>
                    <a:pt x="122" y="0"/>
                  </a:lnTo>
                  <a:lnTo>
                    <a:pt x="116" y="3"/>
                  </a:lnTo>
                  <a:lnTo>
                    <a:pt x="110" y="6"/>
                  </a:lnTo>
                  <a:lnTo>
                    <a:pt x="103" y="11"/>
                  </a:lnTo>
                  <a:lnTo>
                    <a:pt x="98" y="16"/>
                  </a:lnTo>
                  <a:lnTo>
                    <a:pt x="89" y="28"/>
                  </a:lnTo>
                  <a:lnTo>
                    <a:pt x="80" y="41"/>
                  </a:lnTo>
                  <a:lnTo>
                    <a:pt x="80" y="41"/>
                  </a:lnTo>
                  <a:lnTo>
                    <a:pt x="61" y="63"/>
                  </a:lnTo>
                  <a:lnTo>
                    <a:pt x="42" y="86"/>
                  </a:lnTo>
                  <a:lnTo>
                    <a:pt x="22" y="108"/>
                  </a:lnTo>
                  <a:lnTo>
                    <a:pt x="2" y="130"/>
                  </a:lnTo>
                  <a:lnTo>
                    <a:pt x="2" y="130"/>
                  </a:lnTo>
                  <a:lnTo>
                    <a:pt x="0" y="132"/>
                  </a:lnTo>
                  <a:lnTo>
                    <a:pt x="0" y="133"/>
                  </a:lnTo>
                  <a:lnTo>
                    <a:pt x="1" y="135"/>
                  </a:lnTo>
                  <a:lnTo>
                    <a:pt x="2" y="136"/>
                  </a:lnTo>
                  <a:lnTo>
                    <a:pt x="3" y="137"/>
                  </a:lnTo>
                  <a:lnTo>
                    <a:pt x="5" y="138"/>
                  </a:lnTo>
                  <a:lnTo>
                    <a:pt x="6" y="138"/>
                  </a:lnTo>
                  <a:lnTo>
                    <a:pt x="8" y="136"/>
                  </a:lnTo>
                  <a:lnTo>
                    <a:pt x="8" y="136"/>
                  </a:lnTo>
                  <a:lnTo>
                    <a:pt x="15" y="133"/>
                  </a:lnTo>
                  <a:lnTo>
                    <a:pt x="15" y="133"/>
                  </a:lnTo>
                  <a:lnTo>
                    <a:pt x="17" y="132"/>
                  </a:lnTo>
                  <a:lnTo>
                    <a:pt x="19" y="131"/>
                  </a:lnTo>
                  <a:lnTo>
                    <a:pt x="19" y="128"/>
                  </a:lnTo>
                  <a:lnTo>
                    <a:pt x="19" y="125"/>
                  </a:lnTo>
                  <a:lnTo>
                    <a:pt x="19" y="125"/>
                  </a:lnTo>
                  <a:lnTo>
                    <a:pt x="50" y="91"/>
                  </a:lnTo>
                  <a:lnTo>
                    <a:pt x="80" y="55"/>
                  </a:lnTo>
                  <a:lnTo>
                    <a:pt x="80" y="55"/>
                  </a:lnTo>
                  <a:lnTo>
                    <a:pt x="89" y="43"/>
                  </a:lnTo>
                  <a:lnTo>
                    <a:pt x="99" y="28"/>
                  </a:lnTo>
                  <a:lnTo>
                    <a:pt x="105" y="22"/>
                  </a:lnTo>
                  <a:lnTo>
                    <a:pt x="112" y="16"/>
                  </a:lnTo>
                  <a:lnTo>
                    <a:pt x="118" y="12"/>
                  </a:lnTo>
                  <a:lnTo>
                    <a:pt x="125" y="10"/>
                  </a:lnTo>
                  <a:lnTo>
                    <a:pt x="125" y="10"/>
                  </a:lnTo>
                  <a:lnTo>
                    <a:pt x="127" y="9"/>
                  </a:lnTo>
                  <a:lnTo>
                    <a:pt x="128" y="8"/>
                  </a:lnTo>
                  <a:lnTo>
                    <a:pt x="128" y="6"/>
                  </a:lnTo>
                  <a:lnTo>
                    <a:pt x="128" y="5"/>
                  </a:lnTo>
                  <a:lnTo>
                    <a:pt x="126" y="1"/>
                  </a:lnTo>
                  <a:lnTo>
                    <a:pt x="124" y="0"/>
                  </a:lnTo>
                  <a:lnTo>
                    <a:pt x="122" y="0"/>
                  </a:lnTo>
                  <a:lnTo>
                    <a:pt x="122"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8" name="Freeform 449"/>
            <p:cNvSpPr/>
            <p:nvPr/>
          </p:nvSpPr>
          <p:spPr bwMode="auto">
            <a:xfrm>
              <a:off x="6659563" y="3152775"/>
              <a:ext cx="61913" cy="68263"/>
            </a:xfrm>
            <a:custGeom>
              <a:avLst/>
              <a:gdLst/>
              <a:ahLst/>
              <a:cxnLst>
                <a:cxn ang="0">
                  <a:pos x="111" y="1"/>
                </a:cxn>
                <a:cxn ang="0">
                  <a:pos x="111" y="1"/>
                </a:cxn>
                <a:cxn ang="0">
                  <a:pos x="107" y="4"/>
                </a:cxn>
                <a:cxn ang="0">
                  <a:pos x="103" y="8"/>
                </a:cxn>
                <a:cxn ang="0">
                  <a:pos x="100" y="12"/>
                </a:cxn>
                <a:cxn ang="0">
                  <a:pos x="98" y="18"/>
                </a:cxn>
                <a:cxn ang="0">
                  <a:pos x="98" y="18"/>
                </a:cxn>
                <a:cxn ang="0">
                  <a:pos x="95" y="23"/>
                </a:cxn>
                <a:cxn ang="0">
                  <a:pos x="91" y="28"/>
                </a:cxn>
                <a:cxn ang="0">
                  <a:pos x="81" y="37"/>
                </a:cxn>
                <a:cxn ang="0">
                  <a:pos x="71" y="47"/>
                </a:cxn>
                <a:cxn ang="0">
                  <a:pos x="63" y="56"/>
                </a:cxn>
                <a:cxn ang="0">
                  <a:pos x="63" y="56"/>
                </a:cxn>
                <a:cxn ang="0">
                  <a:pos x="55" y="64"/>
                </a:cxn>
                <a:cxn ang="0">
                  <a:pos x="47" y="72"/>
                </a:cxn>
                <a:cxn ang="0">
                  <a:pos x="31" y="88"/>
                </a:cxn>
                <a:cxn ang="0">
                  <a:pos x="14" y="103"/>
                </a:cxn>
                <a:cxn ang="0">
                  <a:pos x="7" y="113"/>
                </a:cxn>
                <a:cxn ang="0">
                  <a:pos x="1" y="121"/>
                </a:cxn>
                <a:cxn ang="0">
                  <a:pos x="1" y="121"/>
                </a:cxn>
                <a:cxn ang="0">
                  <a:pos x="0" y="124"/>
                </a:cxn>
                <a:cxn ang="0">
                  <a:pos x="1" y="126"/>
                </a:cxn>
                <a:cxn ang="0">
                  <a:pos x="3" y="128"/>
                </a:cxn>
                <a:cxn ang="0">
                  <a:pos x="6" y="128"/>
                </a:cxn>
                <a:cxn ang="0">
                  <a:pos x="6" y="128"/>
                </a:cxn>
                <a:cxn ang="0">
                  <a:pos x="20" y="123"/>
                </a:cxn>
                <a:cxn ang="0">
                  <a:pos x="20" y="123"/>
                </a:cxn>
                <a:cxn ang="0">
                  <a:pos x="21" y="122"/>
                </a:cxn>
                <a:cxn ang="0">
                  <a:pos x="22" y="121"/>
                </a:cxn>
                <a:cxn ang="0">
                  <a:pos x="23" y="118"/>
                </a:cxn>
                <a:cxn ang="0">
                  <a:pos x="21" y="116"/>
                </a:cxn>
                <a:cxn ang="0">
                  <a:pos x="20" y="115"/>
                </a:cxn>
                <a:cxn ang="0">
                  <a:pos x="19" y="114"/>
                </a:cxn>
                <a:cxn ang="0">
                  <a:pos x="19" y="114"/>
                </a:cxn>
                <a:cxn ang="0">
                  <a:pos x="37" y="98"/>
                </a:cxn>
                <a:cxn ang="0">
                  <a:pos x="37" y="98"/>
                </a:cxn>
                <a:cxn ang="0">
                  <a:pos x="53" y="81"/>
                </a:cxn>
                <a:cxn ang="0">
                  <a:pos x="69" y="62"/>
                </a:cxn>
                <a:cxn ang="0">
                  <a:pos x="69" y="62"/>
                </a:cxn>
                <a:cxn ang="0">
                  <a:pos x="82" y="48"/>
                </a:cxn>
                <a:cxn ang="0">
                  <a:pos x="97" y="33"/>
                </a:cxn>
                <a:cxn ang="0">
                  <a:pos x="97" y="33"/>
                </a:cxn>
                <a:cxn ang="0">
                  <a:pos x="102" y="27"/>
                </a:cxn>
                <a:cxn ang="0">
                  <a:pos x="106" y="21"/>
                </a:cxn>
                <a:cxn ang="0">
                  <a:pos x="110" y="15"/>
                </a:cxn>
                <a:cxn ang="0">
                  <a:pos x="116" y="9"/>
                </a:cxn>
                <a:cxn ang="0">
                  <a:pos x="116" y="9"/>
                </a:cxn>
                <a:cxn ang="0">
                  <a:pos x="117" y="7"/>
                </a:cxn>
                <a:cxn ang="0">
                  <a:pos x="117" y="5"/>
                </a:cxn>
                <a:cxn ang="0">
                  <a:pos x="117" y="2"/>
                </a:cxn>
                <a:cxn ang="0">
                  <a:pos x="116" y="1"/>
                </a:cxn>
                <a:cxn ang="0">
                  <a:pos x="114" y="0"/>
                </a:cxn>
                <a:cxn ang="0">
                  <a:pos x="113" y="0"/>
                </a:cxn>
                <a:cxn ang="0">
                  <a:pos x="111" y="1"/>
                </a:cxn>
                <a:cxn ang="0">
                  <a:pos x="111" y="1"/>
                </a:cxn>
              </a:cxnLst>
              <a:rect l="0" t="0" r="r" b="b"/>
              <a:pathLst>
                <a:path w="117" h="128">
                  <a:moveTo>
                    <a:pt x="111" y="1"/>
                  </a:moveTo>
                  <a:lnTo>
                    <a:pt x="111" y="1"/>
                  </a:lnTo>
                  <a:lnTo>
                    <a:pt x="107" y="4"/>
                  </a:lnTo>
                  <a:lnTo>
                    <a:pt x="103" y="8"/>
                  </a:lnTo>
                  <a:lnTo>
                    <a:pt x="100" y="12"/>
                  </a:lnTo>
                  <a:lnTo>
                    <a:pt x="98" y="18"/>
                  </a:lnTo>
                  <a:lnTo>
                    <a:pt x="98" y="18"/>
                  </a:lnTo>
                  <a:lnTo>
                    <a:pt x="95" y="23"/>
                  </a:lnTo>
                  <a:lnTo>
                    <a:pt x="91" y="28"/>
                  </a:lnTo>
                  <a:lnTo>
                    <a:pt x="81" y="37"/>
                  </a:lnTo>
                  <a:lnTo>
                    <a:pt x="71" y="47"/>
                  </a:lnTo>
                  <a:lnTo>
                    <a:pt x="63" y="56"/>
                  </a:lnTo>
                  <a:lnTo>
                    <a:pt x="63" y="56"/>
                  </a:lnTo>
                  <a:lnTo>
                    <a:pt x="55" y="64"/>
                  </a:lnTo>
                  <a:lnTo>
                    <a:pt x="47" y="72"/>
                  </a:lnTo>
                  <a:lnTo>
                    <a:pt x="31" y="88"/>
                  </a:lnTo>
                  <a:lnTo>
                    <a:pt x="14" y="103"/>
                  </a:lnTo>
                  <a:lnTo>
                    <a:pt x="7" y="113"/>
                  </a:lnTo>
                  <a:lnTo>
                    <a:pt x="1" y="121"/>
                  </a:lnTo>
                  <a:lnTo>
                    <a:pt x="1" y="121"/>
                  </a:lnTo>
                  <a:lnTo>
                    <a:pt x="0" y="124"/>
                  </a:lnTo>
                  <a:lnTo>
                    <a:pt x="1" y="126"/>
                  </a:lnTo>
                  <a:lnTo>
                    <a:pt x="3" y="128"/>
                  </a:lnTo>
                  <a:lnTo>
                    <a:pt x="6" y="128"/>
                  </a:lnTo>
                  <a:lnTo>
                    <a:pt x="6" y="128"/>
                  </a:lnTo>
                  <a:lnTo>
                    <a:pt x="20" y="123"/>
                  </a:lnTo>
                  <a:lnTo>
                    <a:pt x="20" y="123"/>
                  </a:lnTo>
                  <a:lnTo>
                    <a:pt x="21" y="122"/>
                  </a:lnTo>
                  <a:lnTo>
                    <a:pt x="22" y="121"/>
                  </a:lnTo>
                  <a:lnTo>
                    <a:pt x="23" y="118"/>
                  </a:lnTo>
                  <a:lnTo>
                    <a:pt x="21" y="116"/>
                  </a:lnTo>
                  <a:lnTo>
                    <a:pt x="20" y="115"/>
                  </a:lnTo>
                  <a:lnTo>
                    <a:pt x="19" y="114"/>
                  </a:lnTo>
                  <a:lnTo>
                    <a:pt x="19" y="114"/>
                  </a:lnTo>
                  <a:lnTo>
                    <a:pt x="37" y="98"/>
                  </a:lnTo>
                  <a:lnTo>
                    <a:pt x="37" y="98"/>
                  </a:lnTo>
                  <a:lnTo>
                    <a:pt x="53" y="81"/>
                  </a:lnTo>
                  <a:lnTo>
                    <a:pt x="69" y="62"/>
                  </a:lnTo>
                  <a:lnTo>
                    <a:pt x="69" y="62"/>
                  </a:lnTo>
                  <a:lnTo>
                    <a:pt x="82" y="48"/>
                  </a:lnTo>
                  <a:lnTo>
                    <a:pt x="97" y="33"/>
                  </a:lnTo>
                  <a:lnTo>
                    <a:pt x="97" y="33"/>
                  </a:lnTo>
                  <a:lnTo>
                    <a:pt x="102" y="27"/>
                  </a:lnTo>
                  <a:lnTo>
                    <a:pt x="106" y="21"/>
                  </a:lnTo>
                  <a:lnTo>
                    <a:pt x="110" y="15"/>
                  </a:lnTo>
                  <a:lnTo>
                    <a:pt x="116" y="9"/>
                  </a:lnTo>
                  <a:lnTo>
                    <a:pt x="116" y="9"/>
                  </a:lnTo>
                  <a:lnTo>
                    <a:pt x="117" y="7"/>
                  </a:lnTo>
                  <a:lnTo>
                    <a:pt x="117" y="5"/>
                  </a:lnTo>
                  <a:lnTo>
                    <a:pt x="117" y="2"/>
                  </a:lnTo>
                  <a:lnTo>
                    <a:pt x="116" y="1"/>
                  </a:lnTo>
                  <a:lnTo>
                    <a:pt x="114" y="0"/>
                  </a:lnTo>
                  <a:lnTo>
                    <a:pt x="113" y="0"/>
                  </a:lnTo>
                  <a:lnTo>
                    <a:pt x="111" y="1"/>
                  </a:lnTo>
                  <a:lnTo>
                    <a:pt x="111"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99" name="Freeform 450"/>
            <p:cNvSpPr/>
            <p:nvPr/>
          </p:nvSpPr>
          <p:spPr bwMode="auto">
            <a:xfrm>
              <a:off x="6691313" y="3163888"/>
              <a:ext cx="55563" cy="69850"/>
            </a:xfrm>
            <a:custGeom>
              <a:avLst/>
              <a:gdLst/>
              <a:ahLst/>
              <a:cxnLst>
                <a:cxn ang="0">
                  <a:pos x="95" y="2"/>
                </a:cxn>
                <a:cxn ang="0">
                  <a:pos x="95" y="2"/>
                </a:cxn>
                <a:cxn ang="0">
                  <a:pos x="89" y="11"/>
                </a:cxn>
                <a:cxn ang="0">
                  <a:pos x="82" y="20"/>
                </a:cxn>
                <a:cxn ang="0">
                  <a:pos x="69" y="38"/>
                </a:cxn>
                <a:cxn ang="0">
                  <a:pos x="53" y="54"/>
                </a:cxn>
                <a:cxn ang="0">
                  <a:pos x="39" y="72"/>
                </a:cxn>
                <a:cxn ang="0">
                  <a:pos x="39" y="72"/>
                </a:cxn>
                <a:cxn ang="0">
                  <a:pos x="28" y="84"/>
                </a:cxn>
                <a:cxn ang="0">
                  <a:pos x="16" y="97"/>
                </a:cxn>
                <a:cxn ang="0">
                  <a:pos x="11" y="103"/>
                </a:cxn>
                <a:cxn ang="0">
                  <a:pos x="6" y="110"/>
                </a:cxn>
                <a:cxn ang="0">
                  <a:pos x="3" y="117"/>
                </a:cxn>
                <a:cxn ang="0">
                  <a:pos x="0" y="126"/>
                </a:cxn>
                <a:cxn ang="0">
                  <a:pos x="0" y="126"/>
                </a:cxn>
                <a:cxn ang="0">
                  <a:pos x="0" y="128"/>
                </a:cxn>
                <a:cxn ang="0">
                  <a:pos x="0" y="130"/>
                </a:cxn>
                <a:cxn ang="0">
                  <a:pos x="2" y="131"/>
                </a:cxn>
                <a:cxn ang="0">
                  <a:pos x="3" y="132"/>
                </a:cxn>
                <a:cxn ang="0">
                  <a:pos x="5" y="132"/>
                </a:cxn>
                <a:cxn ang="0">
                  <a:pos x="6" y="131"/>
                </a:cxn>
                <a:cxn ang="0">
                  <a:pos x="8" y="130"/>
                </a:cxn>
                <a:cxn ang="0">
                  <a:pos x="9" y="129"/>
                </a:cxn>
                <a:cxn ang="0">
                  <a:pos x="9" y="129"/>
                </a:cxn>
                <a:cxn ang="0">
                  <a:pos x="12" y="119"/>
                </a:cxn>
                <a:cxn ang="0">
                  <a:pos x="16" y="111"/>
                </a:cxn>
                <a:cxn ang="0">
                  <a:pos x="22" y="103"/>
                </a:cxn>
                <a:cxn ang="0">
                  <a:pos x="29" y="96"/>
                </a:cxn>
                <a:cxn ang="0">
                  <a:pos x="42" y="81"/>
                </a:cxn>
                <a:cxn ang="0">
                  <a:pos x="55" y="67"/>
                </a:cxn>
                <a:cxn ang="0">
                  <a:pos x="55" y="67"/>
                </a:cxn>
                <a:cxn ang="0">
                  <a:pos x="81" y="38"/>
                </a:cxn>
                <a:cxn ang="0">
                  <a:pos x="93" y="22"/>
                </a:cxn>
                <a:cxn ang="0">
                  <a:pos x="98" y="15"/>
                </a:cxn>
                <a:cxn ang="0">
                  <a:pos x="103" y="6"/>
                </a:cxn>
                <a:cxn ang="0">
                  <a:pos x="103" y="6"/>
                </a:cxn>
                <a:cxn ang="0">
                  <a:pos x="104" y="4"/>
                </a:cxn>
                <a:cxn ang="0">
                  <a:pos x="103" y="3"/>
                </a:cxn>
                <a:cxn ang="0">
                  <a:pos x="103" y="1"/>
                </a:cxn>
                <a:cxn ang="0">
                  <a:pos x="101" y="0"/>
                </a:cxn>
                <a:cxn ang="0">
                  <a:pos x="100" y="0"/>
                </a:cxn>
                <a:cxn ang="0">
                  <a:pos x="98" y="0"/>
                </a:cxn>
                <a:cxn ang="0">
                  <a:pos x="96" y="0"/>
                </a:cxn>
                <a:cxn ang="0">
                  <a:pos x="95" y="2"/>
                </a:cxn>
                <a:cxn ang="0">
                  <a:pos x="95" y="2"/>
                </a:cxn>
              </a:cxnLst>
              <a:rect l="0" t="0" r="r" b="b"/>
              <a:pathLst>
                <a:path w="104" h="132">
                  <a:moveTo>
                    <a:pt x="95" y="2"/>
                  </a:moveTo>
                  <a:lnTo>
                    <a:pt x="95" y="2"/>
                  </a:lnTo>
                  <a:lnTo>
                    <a:pt x="89" y="11"/>
                  </a:lnTo>
                  <a:lnTo>
                    <a:pt x="82" y="20"/>
                  </a:lnTo>
                  <a:lnTo>
                    <a:pt x="69" y="38"/>
                  </a:lnTo>
                  <a:lnTo>
                    <a:pt x="53" y="54"/>
                  </a:lnTo>
                  <a:lnTo>
                    <a:pt x="39" y="72"/>
                  </a:lnTo>
                  <a:lnTo>
                    <a:pt x="39" y="72"/>
                  </a:lnTo>
                  <a:lnTo>
                    <a:pt x="28" y="84"/>
                  </a:lnTo>
                  <a:lnTo>
                    <a:pt x="16" y="97"/>
                  </a:lnTo>
                  <a:lnTo>
                    <a:pt x="11" y="103"/>
                  </a:lnTo>
                  <a:lnTo>
                    <a:pt x="6" y="110"/>
                  </a:lnTo>
                  <a:lnTo>
                    <a:pt x="3" y="117"/>
                  </a:lnTo>
                  <a:lnTo>
                    <a:pt x="0" y="126"/>
                  </a:lnTo>
                  <a:lnTo>
                    <a:pt x="0" y="126"/>
                  </a:lnTo>
                  <a:lnTo>
                    <a:pt x="0" y="128"/>
                  </a:lnTo>
                  <a:lnTo>
                    <a:pt x="0" y="130"/>
                  </a:lnTo>
                  <a:lnTo>
                    <a:pt x="2" y="131"/>
                  </a:lnTo>
                  <a:lnTo>
                    <a:pt x="3" y="132"/>
                  </a:lnTo>
                  <a:lnTo>
                    <a:pt x="5" y="132"/>
                  </a:lnTo>
                  <a:lnTo>
                    <a:pt x="6" y="131"/>
                  </a:lnTo>
                  <a:lnTo>
                    <a:pt x="8" y="130"/>
                  </a:lnTo>
                  <a:lnTo>
                    <a:pt x="9" y="129"/>
                  </a:lnTo>
                  <a:lnTo>
                    <a:pt x="9" y="129"/>
                  </a:lnTo>
                  <a:lnTo>
                    <a:pt x="12" y="119"/>
                  </a:lnTo>
                  <a:lnTo>
                    <a:pt x="16" y="111"/>
                  </a:lnTo>
                  <a:lnTo>
                    <a:pt x="22" y="103"/>
                  </a:lnTo>
                  <a:lnTo>
                    <a:pt x="29" y="96"/>
                  </a:lnTo>
                  <a:lnTo>
                    <a:pt x="42" y="81"/>
                  </a:lnTo>
                  <a:lnTo>
                    <a:pt x="55" y="67"/>
                  </a:lnTo>
                  <a:lnTo>
                    <a:pt x="55" y="67"/>
                  </a:lnTo>
                  <a:lnTo>
                    <a:pt x="81" y="38"/>
                  </a:lnTo>
                  <a:lnTo>
                    <a:pt x="93" y="22"/>
                  </a:lnTo>
                  <a:lnTo>
                    <a:pt x="98" y="15"/>
                  </a:lnTo>
                  <a:lnTo>
                    <a:pt x="103" y="6"/>
                  </a:lnTo>
                  <a:lnTo>
                    <a:pt x="103" y="6"/>
                  </a:lnTo>
                  <a:lnTo>
                    <a:pt x="104" y="4"/>
                  </a:lnTo>
                  <a:lnTo>
                    <a:pt x="103" y="3"/>
                  </a:lnTo>
                  <a:lnTo>
                    <a:pt x="103" y="1"/>
                  </a:lnTo>
                  <a:lnTo>
                    <a:pt x="101" y="0"/>
                  </a:lnTo>
                  <a:lnTo>
                    <a:pt x="100" y="0"/>
                  </a:lnTo>
                  <a:lnTo>
                    <a:pt x="98" y="0"/>
                  </a:lnTo>
                  <a:lnTo>
                    <a:pt x="96" y="0"/>
                  </a:lnTo>
                  <a:lnTo>
                    <a:pt x="95" y="2"/>
                  </a:lnTo>
                  <a:lnTo>
                    <a:pt x="95"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0" name="Freeform 451"/>
            <p:cNvSpPr/>
            <p:nvPr/>
          </p:nvSpPr>
          <p:spPr bwMode="auto">
            <a:xfrm>
              <a:off x="6721476" y="3168650"/>
              <a:ext cx="65088" cy="77788"/>
            </a:xfrm>
            <a:custGeom>
              <a:avLst/>
              <a:gdLst/>
              <a:ahLst/>
              <a:cxnLst>
                <a:cxn ang="0">
                  <a:pos x="119" y="0"/>
                </a:cxn>
                <a:cxn ang="0">
                  <a:pos x="119" y="0"/>
                </a:cxn>
                <a:cxn ang="0">
                  <a:pos x="110" y="1"/>
                </a:cxn>
                <a:cxn ang="0">
                  <a:pos x="103" y="5"/>
                </a:cxn>
                <a:cxn ang="0">
                  <a:pos x="95" y="10"/>
                </a:cxn>
                <a:cxn ang="0">
                  <a:pos x="88" y="15"/>
                </a:cxn>
                <a:cxn ang="0">
                  <a:pos x="83" y="23"/>
                </a:cxn>
                <a:cxn ang="0">
                  <a:pos x="77" y="30"/>
                </a:cxn>
                <a:cxn ang="0">
                  <a:pos x="68" y="44"/>
                </a:cxn>
                <a:cxn ang="0">
                  <a:pos x="68" y="44"/>
                </a:cxn>
                <a:cxn ang="0">
                  <a:pos x="50" y="68"/>
                </a:cxn>
                <a:cxn ang="0">
                  <a:pos x="32" y="91"/>
                </a:cxn>
                <a:cxn ang="0">
                  <a:pos x="16" y="115"/>
                </a:cxn>
                <a:cxn ang="0">
                  <a:pos x="8" y="127"/>
                </a:cxn>
                <a:cxn ang="0">
                  <a:pos x="0" y="139"/>
                </a:cxn>
                <a:cxn ang="0">
                  <a:pos x="0" y="139"/>
                </a:cxn>
                <a:cxn ang="0">
                  <a:pos x="0" y="141"/>
                </a:cxn>
                <a:cxn ang="0">
                  <a:pos x="0" y="144"/>
                </a:cxn>
                <a:cxn ang="0">
                  <a:pos x="1" y="145"/>
                </a:cxn>
                <a:cxn ang="0">
                  <a:pos x="3" y="146"/>
                </a:cxn>
                <a:cxn ang="0">
                  <a:pos x="5" y="147"/>
                </a:cxn>
                <a:cxn ang="0">
                  <a:pos x="7" y="147"/>
                </a:cxn>
                <a:cxn ang="0">
                  <a:pos x="8" y="146"/>
                </a:cxn>
                <a:cxn ang="0">
                  <a:pos x="9" y="145"/>
                </a:cxn>
                <a:cxn ang="0">
                  <a:pos x="9" y="145"/>
                </a:cxn>
                <a:cxn ang="0">
                  <a:pos x="15" y="133"/>
                </a:cxn>
                <a:cxn ang="0">
                  <a:pos x="22" y="123"/>
                </a:cxn>
                <a:cxn ang="0">
                  <a:pos x="37" y="103"/>
                </a:cxn>
                <a:cxn ang="0">
                  <a:pos x="52" y="84"/>
                </a:cxn>
                <a:cxn ang="0">
                  <a:pos x="66" y="64"/>
                </a:cxn>
                <a:cxn ang="0">
                  <a:pos x="66" y="64"/>
                </a:cxn>
                <a:cxn ang="0">
                  <a:pos x="76" y="47"/>
                </a:cxn>
                <a:cxn ang="0">
                  <a:pos x="81" y="39"/>
                </a:cxn>
                <a:cxn ang="0">
                  <a:pos x="87" y="30"/>
                </a:cxn>
                <a:cxn ang="0">
                  <a:pos x="94" y="23"/>
                </a:cxn>
                <a:cxn ang="0">
                  <a:pos x="102" y="17"/>
                </a:cxn>
                <a:cxn ang="0">
                  <a:pos x="110" y="11"/>
                </a:cxn>
                <a:cxn ang="0">
                  <a:pos x="114" y="10"/>
                </a:cxn>
                <a:cxn ang="0">
                  <a:pos x="119" y="9"/>
                </a:cxn>
                <a:cxn ang="0">
                  <a:pos x="119" y="9"/>
                </a:cxn>
                <a:cxn ang="0">
                  <a:pos x="120" y="8"/>
                </a:cxn>
                <a:cxn ang="0">
                  <a:pos x="122" y="7"/>
                </a:cxn>
                <a:cxn ang="0">
                  <a:pos x="123" y="4"/>
                </a:cxn>
                <a:cxn ang="0">
                  <a:pos x="123" y="2"/>
                </a:cxn>
                <a:cxn ang="0">
                  <a:pos x="122" y="1"/>
                </a:cxn>
                <a:cxn ang="0">
                  <a:pos x="120" y="0"/>
                </a:cxn>
                <a:cxn ang="0">
                  <a:pos x="119" y="0"/>
                </a:cxn>
                <a:cxn ang="0">
                  <a:pos x="119" y="0"/>
                </a:cxn>
              </a:cxnLst>
              <a:rect l="0" t="0" r="r" b="b"/>
              <a:pathLst>
                <a:path w="123" h="147">
                  <a:moveTo>
                    <a:pt x="119" y="0"/>
                  </a:moveTo>
                  <a:lnTo>
                    <a:pt x="119" y="0"/>
                  </a:lnTo>
                  <a:lnTo>
                    <a:pt x="110" y="1"/>
                  </a:lnTo>
                  <a:lnTo>
                    <a:pt x="103" y="5"/>
                  </a:lnTo>
                  <a:lnTo>
                    <a:pt x="95" y="10"/>
                  </a:lnTo>
                  <a:lnTo>
                    <a:pt x="88" y="15"/>
                  </a:lnTo>
                  <a:lnTo>
                    <a:pt x="83" y="23"/>
                  </a:lnTo>
                  <a:lnTo>
                    <a:pt x="77" y="30"/>
                  </a:lnTo>
                  <a:lnTo>
                    <a:pt x="68" y="44"/>
                  </a:lnTo>
                  <a:lnTo>
                    <a:pt x="68" y="44"/>
                  </a:lnTo>
                  <a:lnTo>
                    <a:pt x="50" y="68"/>
                  </a:lnTo>
                  <a:lnTo>
                    <a:pt x="32" y="91"/>
                  </a:lnTo>
                  <a:lnTo>
                    <a:pt x="16" y="115"/>
                  </a:lnTo>
                  <a:lnTo>
                    <a:pt x="8" y="127"/>
                  </a:lnTo>
                  <a:lnTo>
                    <a:pt x="0" y="139"/>
                  </a:lnTo>
                  <a:lnTo>
                    <a:pt x="0" y="139"/>
                  </a:lnTo>
                  <a:lnTo>
                    <a:pt x="0" y="141"/>
                  </a:lnTo>
                  <a:lnTo>
                    <a:pt x="0" y="144"/>
                  </a:lnTo>
                  <a:lnTo>
                    <a:pt x="1" y="145"/>
                  </a:lnTo>
                  <a:lnTo>
                    <a:pt x="3" y="146"/>
                  </a:lnTo>
                  <a:lnTo>
                    <a:pt x="5" y="147"/>
                  </a:lnTo>
                  <a:lnTo>
                    <a:pt x="7" y="147"/>
                  </a:lnTo>
                  <a:lnTo>
                    <a:pt x="8" y="146"/>
                  </a:lnTo>
                  <a:lnTo>
                    <a:pt x="9" y="145"/>
                  </a:lnTo>
                  <a:lnTo>
                    <a:pt x="9" y="145"/>
                  </a:lnTo>
                  <a:lnTo>
                    <a:pt x="15" y="133"/>
                  </a:lnTo>
                  <a:lnTo>
                    <a:pt x="22" y="123"/>
                  </a:lnTo>
                  <a:lnTo>
                    <a:pt x="37" y="103"/>
                  </a:lnTo>
                  <a:lnTo>
                    <a:pt x="52" y="84"/>
                  </a:lnTo>
                  <a:lnTo>
                    <a:pt x="66" y="64"/>
                  </a:lnTo>
                  <a:lnTo>
                    <a:pt x="66" y="64"/>
                  </a:lnTo>
                  <a:lnTo>
                    <a:pt x="76" y="47"/>
                  </a:lnTo>
                  <a:lnTo>
                    <a:pt x="81" y="39"/>
                  </a:lnTo>
                  <a:lnTo>
                    <a:pt x="87" y="30"/>
                  </a:lnTo>
                  <a:lnTo>
                    <a:pt x="94" y="23"/>
                  </a:lnTo>
                  <a:lnTo>
                    <a:pt x="102" y="17"/>
                  </a:lnTo>
                  <a:lnTo>
                    <a:pt x="110" y="11"/>
                  </a:lnTo>
                  <a:lnTo>
                    <a:pt x="114" y="10"/>
                  </a:lnTo>
                  <a:lnTo>
                    <a:pt x="119" y="9"/>
                  </a:lnTo>
                  <a:lnTo>
                    <a:pt x="119" y="9"/>
                  </a:lnTo>
                  <a:lnTo>
                    <a:pt x="120" y="8"/>
                  </a:lnTo>
                  <a:lnTo>
                    <a:pt x="122" y="7"/>
                  </a:lnTo>
                  <a:lnTo>
                    <a:pt x="123" y="4"/>
                  </a:lnTo>
                  <a:lnTo>
                    <a:pt x="123" y="2"/>
                  </a:lnTo>
                  <a:lnTo>
                    <a:pt x="122" y="1"/>
                  </a:lnTo>
                  <a:lnTo>
                    <a:pt x="120" y="0"/>
                  </a:lnTo>
                  <a:lnTo>
                    <a:pt x="119" y="0"/>
                  </a:lnTo>
                  <a:lnTo>
                    <a:pt x="119"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1" name="Freeform 452"/>
            <p:cNvSpPr/>
            <p:nvPr/>
          </p:nvSpPr>
          <p:spPr bwMode="auto">
            <a:xfrm>
              <a:off x="6734176" y="3182938"/>
              <a:ext cx="74613" cy="77788"/>
            </a:xfrm>
            <a:custGeom>
              <a:avLst/>
              <a:gdLst/>
              <a:ahLst/>
              <a:cxnLst>
                <a:cxn ang="0">
                  <a:pos x="137" y="0"/>
                </a:cxn>
                <a:cxn ang="0">
                  <a:pos x="137" y="0"/>
                </a:cxn>
                <a:cxn ang="0">
                  <a:pos x="125" y="5"/>
                </a:cxn>
                <a:cxn ang="0">
                  <a:pos x="115" y="10"/>
                </a:cxn>
                <a:cxn ang="0">
                  <a:pos x="106" y="17"/>
                </a:cxn>
                <a:cxn ang="0">
                  <a:pos x="96" y="25"/>
                </a:cxn>
                <a:cxn ang="0">
                  <a:pos x="87" y="32"/>
                </a:cxn>
                <a:cxn ang="0">
                  <a:pos x="79" y="40"/>
                </a:cxn>
                <a:cxn ang="0">
                  <a:pos x="63" y="58"/>
                </a:cxn>
                <a:cxn ang="0">
                  <a:pos x="63" y="58"/>
                </a:cxn>
                <a:cxn ang="0">
                  <a:pos x="45" y="77"/>
                </a:cxn>
                <a:cxn ang="0">
                  <a:pos x="27" y="96"/>
                </a:cxn>
                <a:cxn ang="0">
                  <a:pos x="20" y="106"/>
                </a:cxn>
                <a:cxn ang="0">
                  <a:pos x="13" y="117"/>
                </a:cxn>
                <a:cxn ang="0">
                  <a:pos x="5" y="128"/>
                </a:cxn>
                <a:cxn ang="0">
                  <a:pos x="0" y="141"/>
                </a:cxn>
                <a:cxn ang="0">
                  <a:pos x="0" y="141"/>
                </a:cxn>
                <a:cxn ang="0">
                  <a:pos x="0" y="142"/>
                </a:cxn>
                <a:cxn ang="0">
                  <a:pos x="0" y="144"/>
                </a:cxn>
                <a:cxn ang="0">
                  <a:pos x="2" y="147"/>
                </a:cxn>
                <a:cxn ang="0">
                  <a:pos x="5" y="147"/>
                </a:cxn>
                <a:cxn ang="0">
                  <a:pos x="8" y="146"/>
                </a:cxn>
                <a:cxn ang="0">
                  <a:pos x="8" y="146"/>
                </a:cxn>
                <a:cxn ang="0">
                  <a:pos x="16" y="142"/>
                </a:cxn>
                <a:cxn ang="0">
                  <a:pos x="16" y="142"/>
                </a:cxn>
                <a:cxn ang="0">
                  <a:pos x="17" y="141"/>
                </a:cxn>
                <a:cxn ang="0">
                  <a:pos x="18" y="140"/>
                </a:cxn>
                <a:cxn ang="0">
                  <a:pos x="19" y="137"/>
                </a:cxn>
                <a:cxn ang="0">
                  <a:pos x="17" y="134"/>
                </a:cxn>
                <a:cxn ang="0">
                  <a:pos x="16" y="133"/>
                </a:cxn>
                <a:cxn ang="0">
                  <a:pos x="14" y="133"/>
                </a:cxn>
                <a:cxn ang="0">
                  <a:pos x="14" y="133"/>
                </a:cxn>
                <a:cxn ang="0">
                  <a:pos x="19" y="124"/>
                </a:cxn>
                <a:cxn ang="0">
                  <a:pos x="24" y="115"/>
                </a:cxn>
                <a:cxn ang="0">
                  <a:pos x="35" y="99"/>
                </a:cxn>
                <a:cxn ang="0">
                  <a:pos x="50" y="84"/>
                </a:cxn>
                <a:cxn ang="0">
                  <a:pos x="65" y="70"/>
                </a:cxn>
                <a:cxn ang="0">
                  <a:pos x="65" y="70"/>
                </a:cxn>
                <a:cxn ang="0">
                  <a:pos x="71" y="63"/>
                </a:cxn>
                <a:cxn ang="0">
                  <a:pos x="78" y="56"/>
                </a:cxn>
                <a:cxn ang="0">
                  <a:pos x="84" y="48"/>
                </a:cxn>
                <a:cxn ang="0">
                  <a:pos x="90" y="41"/>
                </a:cxn>
                <a:cxn ang="0">
                  <a:pos x="90" y="41"/>
                </a:cxn>
                <a:cxn ang="0">
                  <a:pos x="101" y="32"/>
                </a:cxn>
                <a:cxn ang="0">
                  <a:pos x="113" y="23"/>
                </a:cxn>
                <a:cxn ang="0">
                  <a:pos x="125" y="15"/>
                </a:cxn>
                <a:cxn ang="0">
                  <a:pos x="139" y="9"/>
                </a:cxn>
                <a:cxn ang="0">
                  <a:pos x="139" y="9"/>
                </a:cxn>
                <a:cxn ang="0">
                  <a:pos x="141" y="8"/>
                </a:cxn>
                <a:cxn ang="0">
                  <a:pos x="142" y="7"/>
                </a:cxn>
                <a:cxn ang="0">
                  <a:pos x="142" y="3"/>
                </a:cxn>
                <a:cxn ang="0">
                  <a:pos x="141" y="2"/>
                </a:cxn>
                <a:cxn ang="0">
                  <a:pos x="140" y="1"/>
                </a:cxn>
                <a:cxn ang="0">
                  <a:pos x="139" y="0"/>
                </a:cxn>
                <a:cxn ang="0">
                  <a:pos x="137" y="0"/>
                </a:cxn>
                <a:cxn ang="0">
                  <a:pos x="137" y="0"/>
                </a:cxn>
              </a:cxnLst>
              <a:rect l="0" t="0" r="r" b="b"/>
              <a:pathLst>
                <a:path w="142" h="147">
                  <a:moveTo>
                    <a:pt x="137" y="0"/>
                  </a:moveTo>
                  <a:lnTo>
                    <a:pt x="137" y="0"/>
                  </a:lnTo>
                  <a:lnTo>
                    <a:pt x="125" y="5"/>
                  </a:lnTo>
                  <a:lnTo>
                    <a:pt x="115" y="10"/>
                  </a:lnTo>
                  <a:lnTo>
                    <a:pt x="106" y="17"/>
                  </a:lnTo>
                  <a:lnTo>
                    <a:pt x="96" y="25"/>
                  </a:lnTo>
                  <a:lnTo>
                    <a:pt x="87" y="32"/>
                  </a:lnTo>
                  <a:lnTo>
                    <a:pt x="79" y="40"/>
                  </a:lnTo>
                  <a:lnTo>
                    <a:pt x="63" y="58"/>
                  </a:lnTo>
                  <a:lnTo>
                    <a:pt x="63" y="58"/>
                  </a:lnTo>
                  <a:lnTo>
                    <a:pt x="45" y="77"/>
                  </a:lnTo>
                  <a:lnTo>
                    <a:pt x="27" y="96"/>
                  </a:lnTo>
                  <a:lnTo>
                    <a:pt x="20" y="106"/>
                  </a:lnTo>
                  <a:lnTo>
                    <a:pt x="13" y="117"/>
                  </a:lnTo>
                  <a:lnTo>
                    <a:pt x="5" y="128"/>
                  </a:lnTo>
                  <a:lnTo>
                    <a:pt x="0" y="141"/>
                  </a:lnTo>
                  <a:lnTo>
                    <a:pt x="0" y="141"/>
                  </a:lnTo>
                  <a:lnTo>
                    <a:pt x="0" y="142"/>
                  </a:lnTo>
                  <a:lnTo>
                    <a:pt x="0" y="144"/>
                  </a:lnTo>
                  <a:lnTo>
                    <a:pt x="2" y="147"/>
                  </a:lnTo>
                  <a:lnTo>
                    <a:pt x="5" y="147"/>
                  </a:lnTo>
                  <a:lnTo>
                    <a:pt x="8" y="146"/>
                  </a:lnTo>
                  <a:lnTo>
                    <a:pt x="8" y="146"/>
                  </a:lnTo>
                  <a:lnTo>
                    <a:pt x="16" y="142"/>
                  </a:lnTo>
                  <a:lnTo>
                    <a:pt x="16" y="142"/>
                  </a:lnTo>
                  <a:lnTo>
                    <a:pt x="17" y="141"/>
                  </a:lnTo>
                  <a:lnTo>
                    <a:pt x="18" y="140"/>
                  </a:lnTo>
                  <a:lnTo>
                    <a:pt x="19" y="137"/>
                  </a:lnTo>
                  <a:lnTo>
                    <a:pt x="17" y="134"/>
                  </a:lnTo>
                  <a:lnTo>
                    <a:pt x="16" y="133"/>
                  </a:lnTo>
                  <a:lnTo>
                    <a:pt x="14" y="133"/>
                  </a:lnTo>
                  <a:lnTo>
                    <a:pt x="14" y="133"/>
                  </a:lnTo>
                  <a:lnTo>
                    <a:pt x="19" y="124"/>
                  </a:lnTo>
                  <a:lnTo>
                    <a:pt x="24" y="115"/>
                  </a:lnTo>
                  <a:lnTo>
                    <a:pt x="35" y="99"/>
                  </a:lnTo>
                  <a:lnTo>
                    <a:pt x="50" y="84"/>
                  </a:lnTo>
                  <a:lnTo>
                    <a:pt x="65" y="70"/>
                  </a:lnTo>
                  <a:lnTo>
                    <a:pt x="65" y="70"/>
                  </a:lnTo>
                  <a:lnTo>
                    <a:pt x="71" y="63"/>
                  </a:lnTo>
                  <a:lnTo>
                    <a:pt x="78" y="56"/>
                  </a:lnTo>
                  <a:lnTo>
                    <a:pt x="84" y="48"/>
                  </a:lnTo>
                  <a:lnTo>
                    <a:pt x="90" y="41"/>
                  </a:lnTo>
                  <a:lnTo>
                    <a:pt x="90" y="41"/>
                  </a:lnTo>
                  <a:lnTo>
                    <a:pt x="101" y="32"/>
                  </a:lnTo>
                  <a:lnTo>
                    <a:pt x="113" y="23"/>
                  </a:lnTo>
                  <a:lnTo>
                    <a:pt x="125" y="15"/>
                  </a:lnTo>
                  <a:lnTo>
                    <a:pt x="139" y="9"/>
                  </a:lnTo>
                  <a:lnTo>
                    <a:pt x="139" y="9"/>
                  </a:lnTo>
                  <a:lnTo>
                    <a:pt x="141" y="8"/>
                  </a:lnTo>
                  <a:lnTo>
                    <a:pt x="142" y="7"/>
                  </a:lnTo>
                  <a:lnTo>
                    <a:pt x="142" y="3"/>
                  </a:lnTo>
                  <a:lnTo>
                    <a:pt x="141" y="2"/>
                  </a:lnTo>
                  <a:lnTo>
                    <a:pt x="140" y="1"/>
                  </a:lnTo>
                  <a:lnTo>
                    <a:pt x="139" y="0"/>
                  </a:lnTo>
                  <a:lnTo>
                    <a:pt x="137" y="0"/>
                  </a:lnTo>
                  <a:lnTo>
                    <a:pt x="137"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2" name="Freeform 453"/>
            <p:cNvSpPr/>
            <p:nvPr/>
          </p:nvSpPr>
          <p:spPr bwMode="auto">
            <a:xfrm>
              <a:off x="6754813" y="3195638"/>
              <a:ext cx="79375" cy="76200"/>
            </a:xfrm>
            <a:custGeom>
              <a:avLst/>
              <a:gdLst/>
              <a:ahLst/>
              <a:cxnLst>
                <a:cxn ang="0">
                  <a:pos x="144" y="1"/>
                </a:cxn>
                <a:cxn ang="0">
                  <a:pos x="144" y="1"/>
                </a:cxn>
                <a:cxn ang="0">
                  <a:pos x="128" y="15"/>
                </a:cxn>
                <a:cxn ang="0">
                  <a:pos x="112" y="29"/>
                </a:cxn>
                <a:cxn ang="0">
                  <a:pos x="95" y="41"/>
                </a:cxn>
                <a:cxn ang="0">
                  <a:pos x="80" y="54"/>
                </a:cxn>
                <a:cxn ang="0">
                  <a:pos x="80" y="54"/>
                </a:cxn>
                <a:cxn ang="0">
                  <a:pos x="59" y="74"/>
                </a:cxn>
                <a:cxn ang="0">
                  <a:pos x="40" y="94"/>
                </a:cxn>
                <a:cxn ang="0">
                  <a:pos x="1" y="134"/>
                </a:cxn>
                <a:cxn ang="0">
                  <a:pos x="1" y="134"/>
                </a:cxn>
                <a:cxn ang="0">
                  <a:pos x="0" y="135"/>
                </a:cxn>
                <a:cxn ang="0">
                  <a:pos x="0" y="137"/>
                </a:cxn>
                <a:cxn ang="0">
                  <a:pos x="1" y="140"/>
                </a:cxn>
                <a:cxn ang="0">
                  <a:pos x="4" y="142"/>
                </a:cxn>
                <a:cxn ang="0">
                  <a:pos x="6" y="142"/>
                </a:cxn>
                <a:cxn ang="0">
                  <a:pos x="7" y="141"/>
                </a:cxn>
                <a:cxn ang="0">
                  <a:pos x="7" y="141"/>
                </a:cxn>
                <a:cxn ang="0">
                  <a:pos x="12" y="139"/>
                </a:cxn>
                <a:cxn ang="0">
                  <a:pos x="17" y="137"/>
                </a:cxn>
                <a:cxn ang="0">
                  <a:pos x="21" y="135"/>
                </a:cxn>
                <a:cxn ang="0">
                  <a:pos x="26" y="132"/>
                </a:cxn>
                <a:cxn ang="0">
                  <a:pos x="26" y="132"/>
                </a:cxn>
                <a:cxn ang="0">
                  <a:pos x="28" y="130"/>
                </a:cxn>
                <a:cxn ang="0">
                  <a:pos x="28" y="127"/>
                </a:cxn>
                <a:cxn ang="0">
                  <a:pos x="27" y="125"/>
                </a:cxn>
                <a:cxn ang="0">
                  <a:pos x="25" y="124"/>
                </a:cxn>
                <a:cxn ang="0">
                  <a:pos x="25" y="124"/>
                </a:cxn>
                <a:cxn ang="0">
                  <a:pos x="52" y="95"/>
                </a:cxn>
                <a:cxn ang="0">
                  <a:pos x="80" y="68"/>
                </a:cxn>
                <a:cxn ang="0">
                  <a:pos x="80" y="68"/>
                </a:cxn>
                <a:cxn ang="0">
                  <a:pos x="98" y="52"/>
                </a:cxn>
                <a:cxn ang="0">
                  <a:pos x="115" y="38"/>
                </a:cxn>
                <a:cxn ang="0">
                  <a:pos x="134" y="23"/>
                </a:cxn>
                <a:cxn ang="0">
                  <a:pos x="150" y="8"/>
                </a:cxn>
                <a:cxn ang="0">
                  <a:pos x="150" y="8"/>
                </a:cxn>
                <a:cxn ang="0">
                  <a:pos x="151" y="6"/>
                </a:cxn>
                <a:cxn ang="0">
                  <a:pos x="151" y="5"/>
                </a:cxn>
                <a:cxn ang="0">
                  <a:pos x="151" y="3"/>
                </a:cxn>
                <a:cxn ang="0">
                  <a:pos x="150" y="2"/>
                </a:cxn>
                <a:cxn ang="0">
                  <a:pos x="149" y="1"/>
                </a:cxn>
                <a:cxn ang="0">
                  <a:pos x="147" y="0"/>
                </a:cxn>
                <a:cxn ang="0">
                  <a:pos x="145" y="0"/>
                </a:cxn>
                <a:cxn ang="0">
                  <a:pos x="144" y="1"/>
                </a:cxn>
                <a:cxn ang="0">
                  <a:pos x="144" y="1"/>
                </a:cxn>
              </a:cxnLst>
              <a:rect l="0" t="0" r="r" b="b"/>
              <a:pathLst>
                <a:path w="151" h="142">
                  <a:moveTo>
                    <a:pt x="144" y="1"/>
                  </a:moveTo>
                  <a:lnTo>
                    <a:pt x="144" y="1"/>
                  </a:lnTo>
                  <a:lnTo>
                    <a:pt x="128" y="15"/>
                  </a:lnTo>
                  <a:lnTo>
                    <a:pt x="112" y="29"/>
                  </a:lnTo>
                  <a:lnTo>
                    <a:pt x="95" y="41"/>
                  </a:lnTo>
                  <a:lnTo>
                    <a:pt x="80" y="54"/>
                  </a:lnTo>
                  <a:lnTo>
                    <a:pt x="80" y="54"/>
                  </a:lnTo>
                  <a:lnTo>
                    <a:pt x="59" y="74"/>
                  </a:lnTo>
                  <a:lnTo>
                    <a:pt x="40" y="94"/>
                  </a:lnTo>
                  <a:lnTo>
                    <a:pt x="1" y="134"/>
                  </a:lnTo>
                  <a:lnTo>
                    <a:pt x="1" y="134"/>
                  </a:lnTo>
                  <a:lnTo>
                    <a:pt x="0" y="135"/>
                  </a:lnTo>
                  <a:lnTo>
                    <a:pt x="0" y="137"/>
                  </a:lnTo>
                  <a:lnTo>
                    <a:pt x="1" y="140"/>
                  </a:lnTo>
                  <a:lnTo>
                    <a:pt x="4" y="142"/>
                  </a:lnTo>
                  <a:lnTo>
                    <a:pt x="6" y="142"/>
                  </a:lnTo>
                  <a:lnTo>
                    <a:pt x="7" y="141"/>
                  </a:lnTo>
                  <a:lnTo>
                    <a:pt x="7" y="141"/>
                  </a:lnTo>
                  <a:lnTo>
                    <a:pt x="12" y="139"/>
                  </a:lnTo>
                  <a:lnTo>
                    <a:pt x="17" y="137"/>
                  </a:lnTo>
                  <a:lnTo>
                    <a:pt x="21" y="135"/>
                  </a:lnTo>
                  <a:lnTo>
                    <a:pt x="26" y="132"/>
                  </a:lnTo>
                  <a:lnTo>
                    <a:pt x="26" y="132"/>
                  </a:lnTo>
                  <a:lnTo>
                    <a:pt x="28" y="130"/>
                  </a:lnTo>
                  <a:lnTo>
                    <a:pt x="28" y="127"/>
                  </a:lnTo>
                  <a:lnTo>
                    <a:pt x="27" y="125"/>
                  </a:lnTo>
                  <a:lnTo>
                    <a:pt x="25" y="124"/>
                  </a:lnTo>
                  <a:lnTo>
                    <a:pt x="25" y="124"/>
                  </a:lnTo>
                  <a:lnTo>
                    <a:pt x="52" y="95"/>
                  </a:lnTo>
                  <a:lnTo>
                    <a:pt x="80" y="68"/>
                  </a:lnTo>
                  <a:lnTo>
                    <a:pt x="80" y="68"/>
                  </a:lnTo>
                  <a:lnTo>
                    <a:pt x="98" y="52"/>
                  </a:lnTo>
                  <a:lnTo>
                    <a:pt x="115" y="38"/>
                  </a:lnTo>
                  <a:lnTo>
                    <a:pt x="134" y="23"/>
                  </a:lnTo>
                  <a:lnTo>
                    <a:pt x="150" y="8"/>
                  </a:lnTo>
                  <a:lnTo>
                    <a:pt x="150" y="8"/>
                  </a:lnTo>
                  <a:lnTo>
                    <a:pt x="151" y="6"/>
                  </a:lnTo>
                  <a:lnTo>
                    <a:pt x="151" y="5"/>
                  </a:lnTo>
                  <a:lnTo>
                    <a:pt x="151" y="3"/>
                  </a:lnTo>
                  <a:lnTo>
                    <a:pt x="150" y="2"/>
                  </a:lnTo>
                  <a:lnTo>
                    <a:pt x="149" y="1"/>
                  </a:lnTo>
                  <a:lnTo>
                    <a:pt x="147" y="0"/>
                  </a:lnTo>
                  <a:lnTo>
                    <a:pt x="145" y="0"/>
                  </a:lnTo>
                  <a:lnTo>
                    <a:pt x="144" y="1"/>
                  </a:lnTo>
                  <a:lnTo>
                    <a:pt x="14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3" name="Freeform 454"/>
            <p:cNvSpPr/>
            <p:nvPr/>
          </p:nvSpPr>
          <p:spPr bwMode="auto">
            <a:xfrm>
              <a:off x="6773863" y="3211513"/>
              <a:ext cx="71438" cy="82550"/>
            </a:xfrm>
            <a:custGeom>
              <a:avLst/>
              <a:gdLst/>
              <a:ahLst/>
              <a:cxnLst>
                <a:cxn ang="0">
                  <a:pos x="124" y="3"/>
                </a:cxn>
                <a:cxn ang="0">
                  <a:pos x="124" y="3"/>
                </a:cxn>
                <a:cxn ang="0">
                  <a:pos x="121" y="8"/>
                </a:cxn>
                <a:cxn ang="0">
                  <a:pos x="118" y="12"/>
                </a:cxn>
                <a:cxn ang="0">
                  <a:pos x="115" y="16"/>
                </a:cxn>
                <a:cxn ang="0">
                  <a:pos x="111" y="20"/>
                </a:cxn>
                <a:cxn ang="0">
                  <a:pos x="102" y="27"/>
                </a:cxn>
                <a:cxn ang="0">
                  <a:pos x="95" y="34"/>
                </a:cxn>
                <a:cxn ang="0">
                  <a:pos x="95" y="34"/>
                </a:cxn>
                <a:cxn ang="0">
                  <a:pos x="87" y="43"/>
                </a:cxn>
                <a:cxn ang="0">
                  <a:pos x="80" y="52"/>
                </a:cxn>
                <a:cxn ang="0">
                  <a:pos x="74" y="60"/>
                </a:cxn>
                <a:cxn ang="0">
                  <a:pos x="67" y="70"/>
                </a:cxn>
                <a:cxn ang="0">
                  <a:pos x="67" y="70"/>
                </a:cxn>
                <a:cxn ang="0">
                  <a:pos x="2" y="147"/>
                </a:cxn>
                <a:cxn ang="0">
                  <a:pos x="2" y="147"/>
                </a:cxn>
                <a:cxn ang="0">
                  <a:pos x="1" y="149"/>
                </a:cxn>
                <a:cxn ang="0">
                  <a:pos x="0" y="151"/>
                </a:cxn>
                <a:cxn ang="0">
                  <a:pos x="2" y="154"/>
                </a:cxn>
                <a:cxn ang="0">
                  <a:pos x="3" y="156"/>
                </a:cxn>
                <a:cxn ang="0">
                  <a:pos x="5" y="156"/>
                </a:cxn>
                <a:cxn ang="0">
                  <a:pos x="6" y="156"/>
                </a:cxn>
                <a:cxn ang="0">
                  <a:pos x="8" y="154"/>
                </a:cxn>
                <a:cxn ang="0">
                  <a:pos x="17" y="145"/>
                </a:cxn>
                <a:cxn ang="0">
                  <a:pos x="17" y="145"/>
                </a:cxn>
                <a:cxn ang="0">
                  <a:pos x="18" y="143"/>
                </a:cxn>
                <a:cxn ang="0">
                  <a:pos x="19" y="141"/>
                </a:cxn>
                <a:cxn ang="0">
                  <a:pos x="19" y="141"/>
                </a:cxn>
                <a:cxn ang="0">
                  <a:pos x="83" y="65"/>
                </a:cxn>
                <a:cxn ang="0">
                  <a:pos x="83" y="65"/>
                </a:cxn>
                <a:cxn ang="0">
                  <a:pos x="100" y="45"/>
                </a:cxn>
                <a:cxn ang="0">
                  <a:pos x="108" y="36"/>
                </a:cxn>
                <a:cxn ang="0">
                  <a:pos x="117" y="26"/>
                </a:cxn>
                <a:cxn ang="0">
                  <a:pos x="117" y="26"/>
                </a:cxn>
                <a:cxn ang="0">
                  <a:pos x="123" y="21"/>
                </a:cxn>
                <a:cxn ang="0">
                  <a:pos x="127" y="17"/>
                </a:cxn>
                <a:cxn ang="0">
                  <a:pos x="130" y="12"/>
                </a:cxn>
                <a:cxn ang="0">
                  <a:pos x="133" y="5"/>
                </a:cxn>
                <a:cxn ang="0">
                  <a:pos x="133" y="5"/>
                </a:cxn>
                <a:cxn ang="0">
                  <a:pos x="133" y="3"/>
                </a:cxn>
                <a:cxn ang="0">
                  <a:pos x="132" y="2"/>
                </a:cxn>
                <a:cxn ang="0">
                  <a:pos x="131" y="1"/>
                </a:cxn>
                <a:cxn ang="0">
                  <a:pos x="129" y="0"/>
                </a:cxn>
                <a:cxn ang="0">
                  <a:pos x="127" y="0"/>
                </a:cxn>
                <a:cxn ang="0">
                  <a:pos x="126" y="0"/>
                </a:cxn>
                <a:cxn ang="0">
                  <a:pos x="124" y="1"/>
                </a:cxn>
                <a:cxn ang="0">
                  <a:pos x="124" y="3"/>
                </a:cxn>
                <a:cxn ang="0">
                  <a:pos x="124" y="3"/>
                </a:cxn>
              </a:cxnLst>
              <a:rect l="0" t="0" r="r" b="b"/>
              <a:pathLst>
                <a:path w="133" h="156">
                  <a:moveTo>
                    <a:pt x="124" y="3"/>
                  </a:moveTo>
                  <a:lnTo>
                    <a:pt x="124" y="3"/>
                  </a:lnTo>
                  <a:lnTo>
                    <a:pt x="121" y="8"/>
                  </a:lnTo>
                  <a:lnTo>
                    <a:pt x="118" y="12"/>
                  </a:lnTo>
                  <a:lnTo>
                    <a:pt x="115" y="16"/>
                  </a:lnTo>
                  <a:lnTo>
                    <a:pt x="111" y="20"/>
                  </a:lnTo>
                  <a:lnTo>
                    <a:pt x="102" y="27"/>
                  </a:lnTo>
                  <a:lnTo>
                    <a:pt x="95" y="34"/>
                  </a:lnTo>
                  <a:lnTo>
                    <a:pt x="95" y="34"/>
                  </a:lnTo>
                  <a:lnTo>
                    <a:pt x="87" y="43"/>
                  </a:lnTo>
                  <a:lnTo>
                    <a:pt x="80" y="52"/>
                  </a:lnTo>
                  <a:lnTo>
                    <a:pt x="74" y="60"/>
                  </a:lnTo>
                  <a:lnTo>
                    <a:pt x="67" y="70"/>
                  </a:lnTo>
                  <a:lnTo>
                    <a:pt x="67" y="70"/>
                  </a:lnTo>
                  <a:lnTo>
                    <a:pt x="2" y="147"/>
                  </a:lnTo>
                  <a:lnTo>
                    <a:pt x="2" y="147"/>
                  </a:lnTo>
                  <a:lnTo>
                    <a:pt x="1" y="149"/>
                  </a:lnTo>
                  <a:lnTo>
                    <a:pt x="0" y="151"/>
                  </a:lnTo>
                  <a:lnTo>
                    <a:pt x="2" y="154"/>
                  </a:lnTo>
                  <a:lnTo>
                    <a:pt x="3" y="156"/>
                  </a:lnTo>
                  <a:lnTo>
                    <a:pt x="5" y="156"/>
                  </a:lnTo>
                  <a:lnTo>
                    <a:pt x="6" y="156"/>
                  </a:lnTo>
                  <a:lnTo>
                    <a:pt x="8" y="154"/>
                  </a:lnTo>
                  <a:lnTo>
                    <a:pt x="17" y="145"/>
                  </a:lnTo>
                  <a:lnTo>
                    <a:pt x="17" y="145"/>
                  </a:lnTo>
                  <a:lnTo>
                    <a:pt x="18" y="143"/>
                  </a:lnTo>
                  <a:lnTo>
                    <a:pt x="19" y="141"/>
                  </a:lnTo>
                  <a:lnTo>
                    <a:pt x="19" y="141"/>
                  </a:lnTo>
                  <a:lnTo>
                    <a:pt x="83" y="65"/>
                  </a:lnTo>
                  <a:lnTo>
                    <a:pt x="83" y="65"/>
                  </a:lnTo>
                  <a:lnTo>
                    <a:pt x="100" y="45"/>
                  </a:lnTo>
                  <a:lnTo>
                    <a:pt x="108" y="36"/>
                  </a:lnTo>
                  <a:lnTo>
                    <a:pt x="117" y="26"/>
                  </a:lnTo>
                  <a:lnTo>
                    <a:pt x="117" y="26"/>
                  </a:lnTo>
                  <a:lnTo>
                    <a:pt x="123" y="21"/>
                  </a:lnTo>
                  <a:lnTo>
                    <a:pt x="127" y="17"/>
                  </a:lnTo>
                  <a:lnTo>
                    <a:pt x="130" y="12"/>
                  </a:lnTo>
                  <a:lnTo>
                    <a:pt x="133" y="5"/>
                  </a:lnTo>
                  <a:lnTo>
                    <a:pt x="133" y="5"/>
                  </a:lnTo>
                  <a:lnTo>
                    <a:pt x="133" y="3"/>
                  </a:lnTo>
                  <a:lnTo>
                    <a:pt x="132" y="2"/>
                  </a:lnTo>
                  <a:lnTo>
                    <a:pt x="131" y="1"/>
                  </a:lnTo>
                  <a:lnTo>
                    <a:pt x="129" y="0"/>
                  </a:lnTo>
                  <a:lnTo>
                    <a:pt x="127" y="0"/>
                  </a:lnTo>
                  <a:lnTo>
                    <a:pt x="126" y="0"/>
                  </a:lnTo>
                  <a:lnTo>
                    <a:pt x="124" y="1"/>
                  </a:lnTo>
                  <a:lnTo>
                    <a:pt x="124" y="3"/>
                  </a:lnTo>
                  <a:lnTo>
                    <a:pt x="124"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4" name="Freeform 455"/>
            <p:cNvSpPr/>
            <p:nvPr/>
          </p:nvSpPr>
          <p:spPr bwMode="auto">
            <a:xfrm>
              <a:off x="6794501" y="3233738"/>
              <a:ext cx="65088" cy="80963"/>
            </a:xfrm>
            <a:custGeom>
              <a:avLst/>
              <a:gdLst/>
              <a:ahLst/>
              <a:cxnLst>
                <a:cxn ang="0">
                  <a:pos x="114" y="1"/>
                </a:cxn>
                <a:cxn ang="0">
                  <a:pos x="114" y="1"/>
                </a:cxn>
                <a:cxn ang="0">
                  <a:pos x="97" y="21"/>
                </a:cxn>
                <a:cxn ang="0">
                  <a:pos x="79" y="40"/>
                </a:cxn>
                <a:cxn ang="0">
                  <a:pos x="63" y="61"/>
                </a:cxn>
                <a:cxn ang="0">
                  <a:pos x="47" y="83"/>
                </a:cxn>
                <a:cxn ang="0">
                  <a:pos x="47" y="83"/>
                </a:cxn>
                <a:cxn ang="0">
                  <a:pos x="32" y="104"/>
                </a:cxn>
                <a:cxn ang="0">
                  <a:pos x="24" y="116"/>
                </a:cxn>
                <a:cxn ang="0">
                  <a:pos x="14" y="126"/>
                </a:cxn>
                <a:cxn ang="0">
                  <a:pos x="14" y="126"/>
                </a:cxn>
                <a:cxn ang="0">
                  <a:pos x="6" y="135"/>
                </a:cxn>
                <a:cxn ang="0">
                  <a:pos x="2" y="140"/>
                </a:cxn>
                <a:cxn ang="0">
                  <a:pos x="0" y="146"/>
                </a:cxn>
                <a:cxn ang="0">
                  <a:pos x="0" y="146"/>
                </a:cxn>
                <a:cxn ang="0">
                  <a:pos x="0" y="148"/>
                </a:cxn>
                <a:cxn ang="0">
                  <a:pos x="1" y="150"/>
                </a:cxn>
                <a:cxn ang="0">
                  <a:pos x="3" y="152"/>
                </a:cxn>
                <a:cxn ang="0">
                  <a:pos x="6" y="152"/>
                </a:cxn>
                <a:cxn ang="0">
                  <a:pos x="6" y="152"/>
                </a:cxn>
                <a:cxn ang="0">
                  <a:pos x="10" y="150"/>
                </a:cxn>
                <a:cxn ang="0">
                  <a:pos x="14" y="148"/>
                </a:cxn>
                <a:cxn ang="0">
                  <a:pos x="23" y="140"/>
                </a:cxn>
                <a:cxn ang="0">
                  <a:pos x="23" y="140"/>
                </a:cxn>
                <a:cxn ang="0">
                  <a:pos x="24" y="138"/>
                </a:cxn>
                <a:cxn ang="0">
                  <a:pos x="24" y="136"/>
                </a:cxn>
                <a:cxn ang="0">
                  <a:pos x="23" y="134"/>
                </a:cxn>
                <a:cxn ang="0">
                  <a:pos x="20" y="133"/>
                </a:cxn>
                <a:cxn ang="0">
                  <a:pos x="20" y="133"/>
                </a:cxn>
                <a:cxn ang="0">
                  <a:pos x="28" y="126"/>
                </a:cxn>
                <a:cxn ang="0">
                  <a:pos x="28" y="126"/>
                </a:cxn>
                <a:cxn ang="0">
                  <a:pos x="56" y="87"/>
                </a:cxn>
                <a:cxn ang="0">
                  <a:pos x="56" y="87"/>
                </a:cxn>
                <a:cxn ang="0">
                  <a:pos x="71" y="66"/>
                </a:cxn>
                <a:cxn ang="0">
                  <a:pos x="87" y="46"/>
                </a:cxn>
                <a:cxn ang="0">
                  <a:pos x="104" y="27"/>
                </a:cxn>
                <a:cxn ang="0">
                  <a:pos x="122" y="8"/>
                </a:cxn>
                <a:cxn ang="0">
                  <a:pos x="122" y="8"/>
                </a:cxn>
                <a:cxn ang="0">
                  <a:pos x="123" y="6"/>
                </a:cxn>
                <a:cxn ang="0">
                  <a:pos x="123" y="4"/>
                </a:cxn>
                <a:cxn ang="0">
                  <a:pos x="123" y="3"/>
                </a:cxn>
                <a:cxn ang="0">
                  <a:pos x="122" y="1"/>
                </a:cxn>
                <a:cxn ang="0">
                  <a:pos x="120" y="0"/>
                </a:cxn>
                <a:cxn ang="0">
                  <a:pos x="119" y="0"/>
                </a:cxn>
                <a:cxn ang="0">
                  <a:pos x="117" y="0"/>
                </a:cxn>
                <a:cxn ang="0">
                  <a:pos x="114" y="1"/>
                </a:cxn>
                <a:cxn ang="0">
                  <a:pos x="114" y="1"/>
                </a:cxn>
              </a:cxnLst>
              <a:rect l="0" t="0" r="r" b="b"/>
              <a:pathLst>
                <a:path w="123" h="152">
                  <a:moveTo>
                    <a:pt x="114" y="1"/>
                  </a:moveTo>
                  <a:lnTo>
                    <a:pt x="114" y="1"/>
                  </a:lnTo>
                  <a:lnTo>
                    <a:pt x="97" y="21"/>
                  </a:lnTo>
                  <a:lnTo>
                    <a:pt x="79" y="40"/>
                  </a:lnTo>
                  <a:lnTo>
                    <a:pt x="63" y="61"/>
                  </a:lnTo>
                  <a:lnTo>
                    <a:pt x="47" y="83"/>
                  </a:lnTo>
                  <a:lnTo>
                    <a:pt x="47" y="83"/>
                  </a:lnTo>
                  <a:lnTo>
                    <a:pt x="32" y="104"/>
                  </a:lnTo>
                  <a:lnTo>
                    <a:pt x="24" y="116"/>
                  </a:lnTo>
                  <a:lnTo>
                    <a:pt x="14" y="126"/>
                  </a:lnTo>
                  <a:lnTo>
                    <a:pt x="14" y="126"/>
                  </a:lnTo>
                  <a:lnTo>
                    <a:pt x="6" y="135"/>
                  </a:lnTo>
                  <a:lnTo>
                    <a:pt x="2" y="140"/>
                  </a:lnTo>
                  <a:lnTo>
                    <a:pt x="0" y="146"/>
                  </a:lnTo>
                  <a:lnTo>
                    <a:pt x="0" y="146"/>
                  </a:lnTo>
                  <a:lnTo>
                    <a:pt x="0" y="148"/>
                  </a:lnTo>
                  <a:lnTo>
                    <a:pt x="1" y="150"/>
                  </a:lnTo>
                  <a:lnTo>
                    <a:pt x="3" y="152"/>
                  </a:lnTo>
                  <a:lnTo>
                    <a:pt x="6" y="152"/>
                  </a:lnTo>
                  <a:lnTo>
                    <a:pt x="6" y="152"/>
                  </a:lnTo>
                  <a:lnTo>
                    <a:pt x="10" y="150"/>
                  </a:lnTo>
                  <a:lnTo>
                    <a:pt x="14" y="148"/>
                  </a:lnTo>
                  <a:lnTo>
                    <a:pt x="23" y="140"/>
                  </a:lnTo>
                  <a:lnTo>
                    <a:pt x="23" y="140"/>
                  </a:lnTo>
                  <a:lnTo>
                    <a:pt x="24" y="138"/>
                  </a:lnTo>
                  <a:lnTo>
                    <a:pt x="24" y="136"/>
                  </a:lnTo>
                  <a:lnTo>
                    <a:pt x="23" y="134"/>
                  </a:lnTo>
                  <a:lnTo>
                    <a:pt x="20" y="133"/>
                  </a:lnTo>
                  <a:lnTo>
                    <a:pt x="20" y="133"/>
                  </a:lnTo>
                  <a:lnTo>
                    <a:pt x="28" y="126"/>
                  </a:lnTo>
                  <a:lnTo>
                    <a:pt x="28" y="126"/>
                  </a:lnTo>
                  <a:lnTo>
                    <a:pt x="56" y="87"/>
                  </a:lnTo>
                  <a:lnTo>
                    <a:pt x="56" y="87"/>
                  </a:lnTo>
                  <a:lnTo>
                    <a:pt x="71" y="66"/>
                  </a:lnTo>
                  <a:lnTo>
                    <a:pt x="87" y="46"/>
                  </a:lnTo>
                  <a:lnTo>
                    <a:pt x="104" y="27"/>
                  </a:lnTo>
                  <a:lnTo>
                    <a:pt x="122" y="8"/>
                  </a:lnTo>
                  <a:lnTo>
                    <a:pt x="122" y="8"/>
                  </a:lnTo>
                  <a:lnTo>
                    <a:pt x="123" y="6"/>
                  </a:lnTo>
                  <a:lnTo>
                    <a:pt x="123" y="4"/>
                  </a:lnTo>
                  <a:lnTo>
                    <a:pt x="123" y="3"/>
                  </a:lnTo>
                  <a:lnTo>
                    <a:pt x="122" y="1"/>
                  </a:lnTo>
                  <a:lnTo>
                    <a:pt x="120" y="0"/>
                  </a:lnTo>
                  <a:lnTo>
                    <a:pt x="119" y="0"/>
                  </a:lnTo>
                  <a:lnTo>
                    <a:pt x="117" y="0"/>
                  </a:lnTo>
                  <a:lnTo>
                    <a:pt x="114" y="1"/>
                  </a:lnTo>
                  <a:lnTo>
                    <a:pt x="11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5" name="Freeform 456"/>
            <p:cNvSpPr/>
            <p:nvPr/>
          </p:nvSpPr>
          <p:spPr bwMode="auto">
            <a:xfrm>
              <a:off x="6819901" y="3259138"/>
              <a:ext cx="52388" cy="74613"/>
            </a:xfrm>
            <a:custGeom>
              <a:avLst/>
              <a:gdLst/>
              <a:ahLst/>
              <a:cxnLst>
                <a:cxn ang="0">
                  <a:pos x="91" y="1"/>
                </a:cxn>
                <a:cxn ang="0">
                  <a:pos x="91" y="1"/>
                </a:cxn>
                <a:cxn ang="0">
                  <a:pos x="69" y="32"/>
                </a:cxn>
                <a:cxn ang="0">
                  <a:pos x="47" y="65"/>
                </a:cxn>
                <a:cxn ang="0">
                  <a:pos x="47" y="65"/>
                </a:cxn>
                <a:cxn ang="0">
                  <a:pos x="35" y="83"/>
                </a:cxn>
                <a:cxn ang="0">
                  <a:pos x="23" y="100"/>
                </a:cxn>
                <a:cxn ang="0">
                  <a:pos x="12" y="117"/>
                </a:cxn>
                <a:cxn ang="0">
                  <a:pos x="0" y="136"/>
                </a:cxn>
                <a:cxn ang="0">
                  <a:pos x="0" y="136"/>
                </a:cxn>
                <a:cxn ang="0">
                  <a:pos x="0" y="137"/>
                </a:cxn>
                <a:cxn ang="0">
                  <a:pos x="0" y="139"/>
                </a:cxn>
                <a:cxn ang="0">
                  <a:pos x="2" y="142"/>
                </a:cxn>
                <a:cxn ang="0">
                  <a:pos x="5" y="143"/>
                </a:cxn>
                <a:cxn ang="0">
                  <a:pos x="7" y="142"/>
                </a:cxn>
                <a:cxn ang="0">
                  <a:pos x="9" y="141"/>
                </a:cxn>
                <a:cxn ang="0">
                  <a:pos x="9" y="141"/>
                </a:cxn>
                <a:cxn ang="0">
                  <a:pos x="15" y="138"/>
                </a:cxn>
                <a:cxn ang="0">
                  <a:pos x="15" y="138"/>
                </a:cxn>
                <a:cxn ang="0">
                  <a:pos x="16" y="138"/>
                </a:cxn>
                <a:cxn ang="0">
                  <a:pos x="18" y="137"/>
                </a:cxn>
                <a:cxn ang="0">
                  <a:pos x="19" y="134"/>
                </a:cxn>
                <a:cxn ang="0">
                  <a:pos x="18" y="131"/>
                </a:cxn>
                <a:cxn ang="0">
                  <a:pos x="17" y="130"/>
                </a:cxn>
                <a:cxn ang="0">
                  <a:pos x="16" y="128"/>
                </a:cxn>
                <a:cxn ang="0">
                  <a:pos x="16" y="128"/>
                </a:cxn>
                <a:cxn ang="0">
                  <a:pos x="24" y="115"/>
                </a:cxn>
                <a:cxn ang="0">
                  <a:pos x="33" y="103"/>
                </a:cxn>
                <a:cxn ang="0">
                  <a:pos x="43" y="90"/>
                </a:cxn>
                <a:cxn ang="0">
                  <a:pos x="51" y="77"/>
                </a:cxn>
                <a:cxn ang="0">
                  <a:pos x="51" y="77"/>
                </a:cxn>
                <a:cxn ang="0">
                  <a:pos x="62" y="59"/>
                </a:cxn>
                <a:cxn ang="0">
                  <a:pos x="74" y="42"/>
                </a:cxn>
                <a:cxn ang="0">
                  <a:pos x="98" y="9"/>
                </a:cxn>
                <a:cxn ang="0">
                  <a:pos x="98" y="9"/>
                </a:cxn>
                <a:cxn ang="0">
                  <a:pos x="99" y="7"/>
                </a:cxn>
                <a:cxn ang="0">
                  <a:pos x="99" y="5"/>
                </a:cxn>
                <a:cxn ang="0">
                  <a:pos x="97" y="1"/>
                </a:cxn>
                <a:cxn ang="0">
                  <a:pos x="96" y="0"/>
                </a:cxn>
                <a:cxn ang="0">
                  <a:pos x="94" y="0"/>
                </a:cxn>
                <a:cxn ang="0">
                  <a:pos x="93" y="0"/>
                </a:cxn>
                <a:cxn ang="0">
                  <a:pos x="91" y="1"/>
                </a:cxn>
                <a:cxn ang="0">
                  <a:pos x="91" y="1"/>
                </a:cxn>
              </a:cxnLst>
              <a:rect l="0" t="0" r="r" b="b"/>
              <a:pathLst>
                <a:path w="99" h="143">
                  <a:moveTo>
                    <a:pt x="91" y="1"/>
                  </a:moveTo>
                  <a:lnTo>
                    <a:pt x="91" y="1"/>
                  </a:lnTo>
                  <a:lnTo>
                    <a:pt x="69" y="32"/>
                  </a:lnTo>
                  <a:lnTo>
                    <a:pt x="47" y="65"/>
                  </a:lnTo>
                  <a:lnTo>
                    <a:pt x="47" y="65"/>
                  </a:lnTo>
                  <a:lnTo>
                    <a:pt x="35" y="83"/>
                  </a:lnTo>
                  <a:lnTo>
                    <a:pt x="23" y="100"/>
                  </a:lnTo>
                  <a:lnTo>
                    <a:pt x="12" y="117"/>
                  </a:lnTo>
                  <a:lnTo>
                    <a:pt x="0" y="136"/>
                  </a:lnTo>
                  <a:lnTo>
                    <a:pt x="0" y="136"/>
                  </a:lnTo>
                  <a:lnTo>
                    <a:pt x="0" y="137"/>
                  </a:lnTo>
                  <a:lnTo>
                    <a:pt x="0" y="139"/>
                  </a:lnTo>
                  <a:lnTo>
                    <a:pt x="2" y="142"/>
                  </a:lnTo>
                  <a:lnTo>
                    <a:pt x="5" y="143"/>
                  </a:lnTo>
                  <a:lnTo>
                    <a:pt x="7" y="142"/>
                  </a:lnTo>
                  <a:lnTo>
                    <a:pt x="9" y="141"/>
                  </a:lnTo>
                  <a:lnTo>
                    <a:pt x="9" y="141"/>
                  </a:lnTo>
                  <a:lnTo>
                    <a:pt x="15" y="138"/>
                  </a:lnTo>
                  <a:lnTo>
                    <a:pt x="15" y="138"/>
                  </a:lnTo>
                  <a:lnTo>
                    <a:pt x="16" y="138"/>
                  </a:lnTo>
                  <a:lnTo>
                    <a:pt x="18" y="137"/>
                  </a:lnTo>
                  <a:lnTo>
                    <a:pt x="19" y="134"/>
                  </a:lnTo>
                  <a:lnTo>
                    <a:pt x="18" y="131"/>
                  </a:lnTo>
                  <a:lnTo>
                    <a:pt x="17" y="130"/>
                  </a:lnTo>
                  <a:lnTo>
                    <a:pt x="16" y="128"/>
                  </a:lnTo>
                  <a:lnTo>
                    <a:pt x="16" y="128"/>
                  </a:lnTo>
                  <a:lnTo>
                    <a:pt x="24" y="115"/>
                  </a:lnTo>
                  <a:lnTo>
                    <a:pt x="33" y="103"/>
                  </a:lnTo>
                  <a:lnTo>
                    <a:pt x="43" y="90"/>
                  </a:lnTo>
                  <a:lnTo>
                    <a:pt x="51" y="77"/>
                  </a:lnTo>
                  <a:lnTo>
                    <a:pt x="51" y="77"/>
                  </a:lnTo>
                  <a:lnTo>
                    <a:pt x="62" y="59"/>
                  </a:lnTo>
                  <a:lnTo>
                    <a:pt x="74" y="42"/>
                  </a:lnTo>
                  <a:lnTo>
                    <a:pt x="98" y="9"/>
                  </a:lnTo>
                  <a:lnTo>
                    <a:pt x="98" y="9"/>
                  </a:lnTo>
                  <a:lnTo>
                    <a:pt x="99" y="7"/>
                  </a:lnTo>
                  <a:lnTo>
                    <a:pt x="99" y="5"/>
                  </a:lnTo>
                  <a:lnTo>
                    <a:pt x="97" y="1"/>
                  </a:lnTo>
                  <a:lnTo>
                    <a:pt x="96" y="0"/>
                  </a:lnTo>
                  <a:lnTo>
                    <a:pt x="94" y="0"/>
                  </a:lnTo>
                  <a:lnTo>
                    <a:pt x="93" y="0"/>
                  </a:lnTo>
                  <a:lnTo>
                    <a:pt x="91" y="1"/>
                  </a:lnTo>
                  <a:lnTo>
                    <a:pt x="91"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6" name="Freeform 457"/>
            <p:cNvSpPr/>
            <p:nvPr/>
          </p:nvSpPr>
          <p:spPr bwMode="auto">
            <a:xfrm>
              <a:off x="6827838" y="3284538"/>
              <a:ext cx="57150" cy="84138"/>
            </a:xfrm>
            <a:custGeom>
              <a:avLst/>
              <a:gdLst/>
              <a:ahLst/>
              <a:cxnLst>
                <a:cxn ang="0">
                  <a:pos x="100" y="2"/>
                </a:cxn>
                <a:cxn ang="0">
                  <a:pos x="100" y="2"/>
                </a:cxn>
                <a:cxn ang="0">
                  <a:pos x="88" y="22"/>
                </a:cxn>
                <a:cxn ang="0">
                  <a:pos x="74" y="40"/>
                </a:cxn>
                <a:cxn ang="0">
                  <a:pos x="48" y="77"/>
                </a:cxn>
                <a:cxn ang="0">
                  <a:pos x="23" y="115"/>
                </a:cxn>
                <a:cxn ang="0">
                  <a:pos x="11" y="134"/>
                </a:cxn>
                <a:cxn ang="0">
                  <a:pos x="0" y="154"/>
                </a:cxn>
                <a:cxn ang="0">
                  <a:pos x="0" y="154"/>
                </a:cxn>
                <a:cxn ang="0">
                  <a:pos x="0" y="156"/>
                </a:cxn>
                <a:cxn ang="0">
                  <a:pos x="0" y="157"/>
                </a:cxn>
                <a:cxn ang="0">
                  <a:pos x="2" y="160"/>
                </a:cxn>
                <a:cxn ang="0">
                  <a:pos x="4" y="161"/>
                </a:cxn>
                <a:cxn ang="0">
                  <a:pos x="6" y="161"/>
                </a:cxn>
                <a:cxn ang="0">
                  <a:pos x="7" y="159"/>
                </a:cxn>
                <a:cxn ang="0">
                  <a:pos x="12" y="155"/>
                </a:cxn>
                <a:cxn ang="0">
                  <a:pos x="12" y="155"/>
                </a:cxn>
                <a:cxn ang="0">
                  <a:pos x="13" y="152"/>
                </a:cxn>
                <a:cxn ang="0">
                  <a:pos x="13" y="150"/>
                </a:cxn>
                <a:cxn ang="0">
                  <a:pos x="13" y="150"/>
                </a:cxn>
                <a:cxn ang="0">
                  <a:pos x="24" y="131"/>
                </a:cxn>
                <a:cxn ang="0">
                  <a:pos x="35" y="113"/>
                </a:cxn>
                <a:cxn ang="0">
                  <a:pos x="60" y="77"/>
                </a:cxn>
                <a:cxn ang="0">
                  <a:pos x="84" y="42"/>
                </a:cxn>
                <a:cxn ang="0">
                  <a:pos x="96" y="25"/>
                </a:cxn>
                <a:cxn ang="0">
                  <a:pos x="108" y="7"/>
                </a:cxn>
                <a:cxn ang="0">
                  <a:pos x="108" y="7"/>
                </a:cxn>
                <a:cxn ang="0">
                  <a:pos x="108" y="5"/>
                </a:cxn>
                <a:cxn ang="0">
                  <a:pos x="108" y="3"/>
                </a:cxn>
                <a:cxn ang="0">
                  <a:pos x="107" y="2"/>
                </a:cxn>
                <a:cxn ang="0">
                  <a:pos x="106" y="1"/>
                </a:cxn>
                <a:cxn ang="0">
                  <a:pos x="104" y="0"/>
                </a:cxn>
                <a:cxn ang="0">
                  <a:pos x="103" y="0"/>
                </a:cxn>
                <a:cxn ang="0">
                  <a:pos x="101" y="1"/>
                </a:cxn>
                <a:cxn ang="0">
                  <a:pos x="100" y="2"/>
                </a:cxn>
                <a:cxn ang="0">
                  <a:pos x="100" y="2"/>
                </a:cxn>
              </a:cxnLst>
              <a:rect l="0" t="0" r="r" b="b"/>
              <a:pathLst>
                <a:path w="108" h="161">
                  <a:moveTo>
                    <a:pt x="100" y="2"/>
                  </a:moveTo>
                  <a:lnTo>
                    <a:pt x="100" y="2"/>
                  </a:lnTo>
                  <a:lnTo>
                    <a:pt x="88" y="22"/>
                  </a:lnTo>
                  <a:lnTo>
                    <a:pt x="74" y="40"/>
                  </a:lnTo>
                  <a:lnTo>
                    <a:pt x="48" y="77"/>
                  </a:lnTo>
                  <a:lnTo>
                    <a:pt x="23" y="115"/>
                  </a:lnTo>
                  <a:lnTo>
                    <a:pt x="11" y="134"/>
                  </a:lnTo>
                  <a:lnTo>
                    <a:pt x="0" y="154"/>
                  </a:lnTo>
                  <a:lnTo>
                    <a:pt x="0" y="154"/>
                  </a:lnTo>
                  <a:lnTo>
                    <a:pt x="0" y="156"/>
                  </a:lnTo>
                  <a:lnTo>
                    <a:pt x="0" y="157"/>
                  </a:lnTo>
                  <a:lnTo>
                    <a:pt x="2" y="160"/>
                  </a:lnTo>
                  <a:lnTo>
                    <a:pt x="4" y="161"/>
                  </a:lnTo>
                  <a:lnTo>
                    <a:pt x="6" y="161"/>
                  </a:lnTo>
                  <a:lnTo>
                    <a:pt x="7" y="159"/>
                  </a:lnTo>
                  <a:lnTo>
                    <a:pt x="12" y="155"/>
                  </a:lnTo>
                  <a:lnTo>
                    <a:pt x="12" y="155"/>
                  </a:lnTo>
                  <a:lnTo>
                    <a:pt x="13" y="152"/>
                  </a:lnTo>
                  <a:lnTo>
                    <a:pt x="13" y="150"/>
                  </a:lnTo>
                  <a:lnTo>
                    <a:pt x="13" y="150"/>
                  </a:lnTo>
                  <a:lnTo>
                    <a:pt x="24" y="131"/>
                  </a:lnTo>
                  <a:lnTo>
                    <a:pt x="35" y="113"/>
                  </a:lnTo>
                  <a:lnTo>
                    <a:pt x="60" y="77"/>
                  </a:lnTo>
                  <a:lnTo>
                    <a:pt x="84" y="42"/>
                  </a:lnTo>
                  <a:lnTo>
                    <a:pt x="96" y="25"/>
                  </a:lnTo>
                  <a:lnTo>
                    <a:pt x="108" y="7"/>
                  </a:lnTo>
                  <a:lnTo>
                    <a:pt x="108" y="7"/>
                  </a:lnTo>
                  <a:lnTo>
                    <a:pt x="108" y="5"/>
                  </a:lnTo>
                  <a:lnTo>
                    <a:pt x="108" y="3"/>
                  </a:lnTo>
                  <a:lnTo>
                    <a:pt x="107" y="2"/>
                  </a:lnTo>
                  <a:lnTo>
                    <a:pt x="106" y="1"/>
                  </a:lnTo>
                  <a:lnTo>
                    <a:pt x="104" y="0"/>
                  </a:lnTo>
                  <a:lnTo>
                    <a:pt x="103" y="0"/>
                  </a:lnTo>
                  <a:lnTo>
                    <a:pt x="101" y="1"/>
                  </a:lnTo>
                  <a:lnTo>
                    <a:pt x="100" y="2"/>
                  </a:lnTo>
                  <a:lnTo>
                    <a:pt x="100"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7" name="Freeform 458"/>
            <p:cNvSpPr/>
            <p:nvPr/>
          </p:nvSpPr>
          <p:spPr bwMode="auto">
            <a:xfrm>
              <a:off x="6840538" y="3311525"/>
              <a:ext cx="63500" cy="87313"/>
            </a:xfrm>
            <a:custGeom>
              <a:avLst/>
              <a:gdLst/>
              <a:ahLst/>
              <a:cxnLst>
                <a:cxn ang="0">
                  <a:pos x="114" y="2"/>
                </a:cxn>
                <a:cxn ang="0">
                  <a:pos x="114" y="2"/>
                </a:cxn>
                <a:cxn ang="0">
                  <a:pos x="98" y="19"/>
                </a:cxn>
                <a:cxn ang="0">
                  <a:pos x="82" y="38"/>
                </a:cxn>
                <a:cxn ang="0">
                  <a:pos x="69" y="57"/>
                </a:cxn>
                <a:cxn ang="0">
                  <a:pos x="55" y="78"/>
                </a:cxn>
                <a:cxn ang="0">
                  <a:pos x="28" y="118"/>
                </a:cxn>
                <a:cxn ang="0">
                  <a:pos x="15" y="138"/>
                </a:cxn>
                <a:cxn ang="0">
                  <a:pos x="1" y="158"/>
                </a:cxn>
                <a:cxn ang="0">
                  <a:pos x="1" y="158"/>
                </a:cxn>
                <a:cxn ang="0">
                  <a:pos x="0" y="160"/>
                </a:cxn>
                <a:cxn ang="0">
                  <a:pos x="0" y="162"/>
                </a:cxn>
                <a:cxn ang="0">
                  <a:pos x="1" y="165"/>
                </a:cxn>
                <a:cxn ang="0">
                  <a:pos x="3" y="166"/>
                </a:cxn>
                <a:cxn ang="0">
                  <a:pos x="4" y="166"/>
                </a:cxn>
                <a:cxn ang="0">
                  <a:pos x="6" y="166"/>
                </a:cxn>
                <a:cxn ang="0">
                  <a:pos x="7" y="165"/>
                </a:cxn>
                <a:cxn ang="0">
                  <a:pos x="7" y="165"/>
                </a:cxn>
                <a:cxn ang="0">
                  <a:pos x="21" y="145"/>
                </a:cxn>
                <a:cxn ang="0">
                  <a:pos x="36" y="125"/>
                </a:cxn>
                <a:cxn ang="0">
                  <a:pos x="62" y="84"/>
                </a:cxn>
                <a:cxn ang="0">
                  <a:pos x="75" y="65"/>
                </a:cxn>
                <a:cxn ang="0">
                  <a:pos x="89" y="45"/>
                </a:cxn>
                <a:cxn ang="0">
                  <a:pos x="105" y="25"/>
                </a:cxn>
                <a:cxn ang="0">
                  <a:pos x="121" y="8"/>
                </a:cxn>
                <a:cxn ang="0">
                  <a:pos x="121" y="8"/>
                </a:cxn>
                <a:cxn ang="0">
                  <a:pos x="122" y="6"/>
                </a:cxn>
                <a:cxn ang="0">
                  <a:pos x="122" y="5"/>
                </a:cxn>
                <a:cxn ang="0">
                  <a:pos x="121" y="3"/>
                </a:cxn>
                <a:cxn ang="0">
                  <a:pos x="120" y="2"/>
                </a:cxn>
                <a:cxn ang="0">
                  <a:pos x="119" y="1"/>
                </a:cxn>
                <a:cxn ang="0">
                  <a:pos x="117" y="0"/>
                </a:cxn>
                <a:cxn ang="0">
                  <a:pos x="116" y="0"/>
                </a:cxn>
                <a:cxn ang="0">
                  <a:pos x="114" y="2"/>
                </a:cxn>
                <a:cxn ang="0">
                  <a:pos x="114" y="2"/>
                </a:cxn>
              </a:cxnLst>
              <a:rect l="0" t="0" r="r" b="b"/>
              <a:pathLst>
                <a:path w="122" h="166">
                  <a:moveTo>
                    <a:pt x="114" y="2"/>
                  </a:moveTo>
                  <a:lnTo>
                    <a:pt x="114" y="2"/>
                  </a:lnTo>
                  <a:lnTo>
                    <a:pt x="98" y="19"/>
                  </a:lnTo>
                  <a:lnTo>
                    <a:pt x="82" y="38"/>
                  </a:lnTo>
                  <a:lnTo>
                    <a:pt x="69" y="57"/>
                  </a:lnTo>
                  <a:lnTo>
                    <a:pt x="55" y="78"/>
                  </a:lnTo>
                  <a:lnTo>
                    <a:pt x="28" y="118"/>
                  </a:lnTo>
                  <a:lnTo>
                    <a:pt x="15" y="138"/>
                  </a:lnTo>
                  <a:lnTo>
                    <a:pt x="1" y="158"/>
                  </a:lnTo>
                  <a:lnTo>
                    <a:pt x="1" y="158"/>
                  </a:lnTo>
                  <a:lnTo>
                    <a:pt x="0" y="160"/>
                  </a:lnTo>
                  <a:lnTo>
                    <a:pt x="0" y="162"/>
                  </a:lnTo>
                  <a:lnTo>
                    <a:pt x="1" y="165"/>
                  </a:lnTo>
                  <a:lnTo>
                    <a:pt x="3" y="166"/>
                  </a:lnTo>
                  <a:lnTo>
                    <a:pt x="4" y="166"/>
                  </a:lnTo>
                  <a:lnTo>
                    <a:pt x="6" y="166"/>
                  </a:lnTo>
                  <a:lnTo>
                    <a:pt x="7" y="165"/>
                  </a:lnTo>
                  <a:lnTo>
                    <a:pt x="7" y="165"/>
                  </a:lnTo>
                  <a:lnTo>
                    <a:pt x="21" y="145"/>
                  </a:lnTo>
                  <a:lnTo>
                    <a:pt x="36" y="125"/>
                  </a:lnTo>
                  <a:lnTo>
                    <a:pt x="62" y="84"/>
                  </a:lnTo>
                  <a:lnTo>
                    <a:pt x="75" y="65"/>
                  </a:lnTo>
                  <a:lnTo>
                    <a:pt x="89" y="45"/>
                  </a:lnTo>
                  <a:lnTo>
                    <a:pt x="105" y="25"/>
                  </a:lnTo>
                  <a:lnTo>
                    <a:pt x="121" y="8"/>
                  </a:lnTo>
                  <a:lnTo>
                    <a:pt x="121" y="8"/>
                  </a:lnTo>
                  <a:lnTo>
                    <a:pt x="122" y="6"/>
                  </a:lnTo>
                  <a:lnTo>
                    <a:pt x="122" y="5"/>
                  </a:lnTo>
                  <a:lnTo>
                    <a:pt x="121" y="3"/>
                  </a:lnTo>
                  <a:lnTo>
                    <a:pt x="120" y="2"/>
                  </a:lnTo>
                  <a:lnTo>
                    <a:pt x="119" y="1"/>
                  </a:lnTo>
                  <a:lnTo>
                    <a:pt x="117" y="0"/>
                  </a:lnTo>
                  <a:lnTo>
                    <a:pt x="116" y="0"/>
                  </a:lnTo>
                  <a:lnTo>
                    <a:pt x="114" y="2"/>
                  </a:lnTo>
                  <a:lnTo>
                    <a:pt x="114"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8" name="Freeform 459"/>
            <p:cNvSpPr/>
            <p:nvPr/>
          </p:nvSpPr>
          <p:spPr bwMode="auto">
            <a:xfrm>
              <a:off x="6840538" y="3338513"/>
              <a:ext cx="74613" cy="115888"/>
            </a:xfrm>
            <a:custGeom>
              <a:avLst/>
              <a:gdLst/>
              <a:ahLst/>
              <a:cxnLst>
                <a:cxn ang="0">
                  <a:pos x="133" y="2"/>
                </a:cxn>
                <a:cxn ang="0">
                  <a:pos x="133" y="2"/>
                </a:cxn>
                <a:cxn ang="0">
                  <a:pos x="113" y="31"/>
                </a:cxn>
                <a:cxn ang="0">
                  <a:pos x="95" y="61"/>
                </a:cxn>
                <a:cxn ang="0">
                  <a:pos x="76" y="90"/>
                </a:cxn>
                <a:cxn ang="0">
                  <a:pos x="57" y="119"/>
                </a:cxn>
                <a:cxn ang="0">
                  <a:pos x="57" y="119"/>
                </a:cxn>
                <a:cxn ang="0">
                  <a:pos x="41" y="142"/>
                </a:cxn>
                <a:cxn ang="0">
                  <a:pos x="24" y="163"/>
                </a:cxn>
                <a:cxn ang="0">
                  <a:pos x="16" y="175"/>
                </a:cxn>
                <a:cxn ang="0">
                  <a:pos x="10" y="186"/>
                </a:cxn>
                <a:cxn ang="0">
                  <a:pos x="4" y="199"/>
                </a:cxn>
                <a:cxn ang="0">
                  <a:pos x="0" y="212"/>
                </a:cxn>
                <a:cxn ang="0">
                  <a:pos x="0" y="212"/>
                </a:cxn>
                <a:cxn ang="0">
                  <a:pos x="0" y="214"/>
                </a:cxn>
                <a:cxn ang="0">
                  <a:pos x="0" y="216"/>
                </a:cxn>
                <a:cxn ang="0">
                  <a:pos x="1" y="217"/>
                </a:cxn>
                <a:cxn ang="0">
                  <a:pos x="3" y="218"/>
                </a:cxn>
                <a:cxn ang="0">
                  <a:pos x="5" y="218"/>
                </a:cxn>
                <a:cxn ang="0">
                  <a:pos x="6" y="217"/>
                </a:cxn>
                <a:cxn ang="0">
                  <a:pos x="8" y="216"/>
                </a:cxn>
                <a:cxn ang="0">
                  <a:pos x="9" y="215"/>
                </a:cxn>
                <a:cxn ang="0">
                  <a:pos x="9" y="215"/>
                </a:cxn>
                <a:cxn ang="0">
                  <a:pos x="13" y="201"/>
                </a:cxn>
                <a:cxn ang="0">
                  <a:pos x="19" y="188"/>
                </a:cxn>
                <a:cxn ang="0">
                  <a:pos x="26" y="176"/>
                </a:cxn>
                <a:cxn ang="0">
                  <a:pos x="35" y="164"/>
                </a:cxn>
                <a:cxn ang="0">
                  <a:pos x="52" y="142"/>
                </a:cxn>
                <a:cxn ang="0">
                  <a:pos x="69" y="119"/>
                </a:cxn>
                <a:cxn ang="0">
                  <a:pos x="69" y="119"/>
                </a:cxn>
                <a:cxn ang="0">
                  <a:pos x="87" y="91"/>
                </a:cxn>
                <a:cxn ang="0">
                  <a:pos x="105" y="63"/>
                </a:cxn>
                <a:cxn ang="0">
                  <a:pos x="122" y="35"/>
                </a:cxn>
                <a:cxn ang="0">
                  <a:pos x="141" y="7"/>
                </a:cxn>
                <a:cxn ang="0">
                  <a:pos x="141" y="7"/>
                </a:cxn>
                <a:cxn ang="0">
                  <a:pos x="141" y="5"/>
                </a:cxn>
                <a:cxn ang="0">
                  <a:pos x="141" y="3"/>
                </a:cxn>
                <a:cxn ang="0">
                  <a:pos x="140" y="2"/>
                </a:cxn>
                <a:cxn ang="0">
                  <a:pos x="139" y="1"/>
                </a:cxn>
                <a:cxn ang="0">
                  <a:pos x="138" y="0"/>
                </a:cxn>
                <a:cxn ang="0">
                  <a:pos x="136" y="0"/>
                </a:cxn>
                <a:cxn ang="0">
                  <a:pos x="134" y="1"/>
                </a:cxn>
                <a:cxn ang="0">
                  <a:pos x="133" y="2"/>
                </a:cxn>
                <a:cxn ang="0">
                  <a:pos x="133" y="2"/>
                </a:cxn>
              </a:cxnLst>
              <a:rect l="0" t="0" r="r" b="b"/>
              <a:pathLst>
                <a:path w="141" h="218">
                  <a:moveTo>
                    <a:pt x="133" y="2"/>
                  </a:moveTo>
                  <a:lnTo>
                    <a:pt x="133" y="2"/>
                  </a:lnTo>
                  <a:lnTo>
                    <a:pt x="113" y="31"/>
                  </a:lnTo>
                  <a:lnTo>
                    <a:pt x="95" y="61"/>
                  </a:lnTo>
                  <a:lnTo>
                    <a:pt x="76" y="90"/>
                  </a:lnTo>
                  <a:lnTo>
                    <a:pt x="57" y="119"/>
                  </a:lnTo>
                  <a:lnTo>
                    <a:pt x="57" y="119"/>
                  </a:lnTo>
                  <a:lnTo>
                    <a:pt x="41" y="142"/>
                  </a:lnTo>
                  <a:lnTo>
                    <a:pt x="24" y="163"/>
                  </a:lnTo>
                  <a:lnTo>
                    <a:pt x="16" y="175"/>
                  </a:lnTo>
                  <a:lnTo>
                    <a:pt x="10" y="186"/>
                  </a:lnTo>
                  <a:lnTo>
                    <a:pt x="4" y="199"/>
                  </a:lnTo>
                  <a:lnTo>
                    <a:pt x="0" y="212"/>
                  </a:lnTo>
                  <a:lnTo>
                    <a:pt x="0" y="212"/>
                  </a:lnTo>
                  <a:lnTo>
                    <a:pt x="0" y="214"/>
                  </a:lnTo>
                  <a:lnTo>
                    <a:pt x="0" y="216"/>
                  </a:lnTo>
                  <a:lnTo>
                    <a:pt x="1" y="217"/>
                  </a:lnTo>
                  <a:lnTo>
                    <a:pt x="3" y="218"/>
                  </a:lnTo>
                  <a:lnTo>
                    <a:pt x="5" y="218"/>
                  </a:lnTo>
                  <a:lnTo>
                    <a:pt x="6" y="217"/>
                  </a:lnTo>
                  <a:lnTo>
                    <a:pt x="8" y="216"/>
                  </a:lnTo>
                  <a:lnTo>
                    <a:pt x="9" y="215"/>
                  </a:lnTo>
                  <a:lnTo>
                    <a:pt x="9" y="215"/>
                  </a:lnTo>
                  <a:lnTo>
                    <a:pt x="13" y="201"/>
                  </a:lnTo>
                  <a:lnTo>
                    <a:pt x="19" y="188"/>
                  </a:lnTo>
                  <a:lnTo>
                    <a:pt x="26" y="176"/>
                  </a:lnTo>
                  <a:lnTo>
                    <a:pt x="35" y="164"/>
                  </a:lnTo>
                  <a:lnTo>
                    <a:pt x="52" y="142"/>
                  </a:lnTo>
                  <a:lnTo>
                    <a:pt x="69" y="119"/>
                  </a:lnTo>
                  <a:lnTo>
                    <a:pt x="69" y="119"/>
                  </a:lnTo>
                  <a:lnTo>
                    <a:pt x="87" y="91"/>
                  </a:lnTo>
                  <a:lnTo>
                    <a:pt x="105" y="63"/>
                  </a:lnTo>
                  <a:lnTo>
                    <a:pt x="122" y="35"/>
                  </a:lnTo>
                  <a:lnTo>
                    <a:pt x="141" y="7"/>
                  </a:lnTo>
                  <a:lnTo>
                    <a:pt x="141" y="7"/>
                  </a:lnTo>
                  <a:lnTo>
                    <a:pt x="141" y="5"/>
                  </a:lnTo>
                  <a:lnTo>
                    <a:pt x="141" y="3"/>
                  </a:lnTo>
                  <a:lnTo>
                    <a:pt x="140" y="2"/>
                  </a:lnTo>
                  <a:lnTo>
                    <a:pt x="139" y="1"/>
                  </a:lnTo>
                  <a:lnTo>
                    <a:pt x="138" y="0"/>
                  </a:lnTo>
                  <a:lnTo>
                    <a:pt x="136" y="0"/>
                  </a:lnTo>
                  <a:lnTo>
                    <a:pt x="134" y="1"/>
                  </a:lnTo>
                  <a:lnTo>
                    <a:pt x="133" y="2"/>
                  </a:lnTo>
                  <a:lnTo>
                    <a:pt x="13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09" name="Freeform 460"/>
            <p:cNvSpPr/>
            <p:nvPr/>
          </p:nvSpPr>
          <p:spPr bwMode="auto">
            <a:xfrm>
              <a:off x="6821488" y="3373438"/>
              <a:ext cx="95250" cy="125413"/>
            </a:xfrm>
            <a:custGeom>
              <a:avLst/>
              <a:gdLst/>
              <a:ahLst/>
              <a:cxnLst>
                <a:cxn ang="0">
                  <a:pos x="172" y="2"/>
                </a:cxn>
                <a:cxn ang="0">
                  <a:pos x="172" y="2"/>
                </a:cxn>
                <a:cxn ang="0">
                  <a:pos x="169" y="10"/>
                </a:cxn>
                <a:cxn ang="0">
                  <a:pos x="164" y="17"/>
                </a:cxn>
                <a:cxn ang="0">
                  <a:pos x="151" y="30"/>
                </a:cxn>
                <a:cxn ang="0">
                  <a:pos x="139" y="44"/>
                </a:cxn>
                <a:cxn ang="0">
                  <a:pos x="128" y="56"/>
                </a:cxn>
                <a:cxn ang="0">
                  <a:pos x="128" y="56"/>
                </a:cxn>
                <a:cxn ang="0">
                  <a:pos x="117" y="71"/>
                </a:cxn>
                <a:cxn ang="0">
                  <a:pos x="107" y="85"/>
                </a:cxn>
                <a:cxn ang="0">
                  <a:pos x="87" y="114"/>
                </a:cxn>
                <a:cxn ang="0">
                  <a:pos x="87" y="114"/>
                </a:cxn>
                <a:cxn ang="0">
                  <a:pos x="66" y="143"/>
                </a:cxn>
                <a:cxn ang="0">
                  <a:pos x="44" y="172"/>
                </a:cxn>
                <a:cxn ang="0">
                  <a:pos x="22" y="201"/>
                </a:cxn>
                <a:cxn ang="0">
                  <a:pos x="12" y="215"/>
                </a:cxn>
                <a:cxn ang="0">
                  <a:pos x="1" y="231"/>
                </a:cxn>
                <a:cxn ang="0">
                  <a:pos x="1" y="231"/>
                </a:cxn>
                <a:cxn ang="0">
                  <a:pos x="0" y="232"/>
                </a:cxn>
                <a:cxn ang="0">
                  <a:pos x="1" y="234"/>
                </a:cxn>
                <a:cxn ang="0">
                  <a:pos x="1" y="236"/>
                </a:cxn>
                <a:cxn ang="0">
                  <a:pos x="4" y="237"/>
                </a:cxn>
                <a:cxn ang="0">
                  <a:pos x="5" y="237"/>
                </a:cxn>
                <a:cxn ang="0">
                  <a:pos x="7" y="237"/>
                </a:cxn>
                <a:cxn ang="0">
                  <a:pos x="9" y="237"/>
                </a:cxn>
                <a:cxn ang="0">
                  <a:pos x="10" y="235"/>
                </a:cxn>
                <a:cxn ang="0">
                  <a:pos x="10" y="235"/>
                </a:cxn>
                <a:cxn ang="0">
                  <a:pos x="19" y="219"/>
                </a:cxn>
                <a:cxn ang="0">
                  <a:pos x="29" y="205"/>
                </a:cxn>
                <a:cxn ang="0">
                  <a:pos x="51" y="176"/>
                </a:cxn>
                <a:cxn ang="0">
                  <a:pos x="74" y="147"/>
                </a:cxn>
                <a:cxn ang="0">
                  <a:pos x="95" y="118"/>
                </a:cxn>
                <a:cxn ang="0">
                  <a:pos x="95" y="118"/>
                </a:cxn>
                <a:cxn ang="0">
                  <a:pos x="120" y="83"/>
                </a:cxn>
                <a:cxn ang="0">
                  <a:pos x="133" y="65"/>
                </a:cxn>
                <a:cxn ang="0">
                  <a:pos x="145" y="49"/>
                </a:cxn>
                <a:cxn ang="0">
                  <a:pos x="145" y="49"/>
                </a:cxn>
                <a:cxn ang="0">
                  <a:pos x="154" y="39"/>
                </a:cxn>
                <a:cxn ang="0">
                  <a:pos x="165" y="29"/>
                </a:cxn>
                <a:cxn ang="0">
                  <a:pos x="173" y="19"/>
                </a:cxn>
                <a:cxn ang="0">
                  <a:pos x="177" y="14"/>
                </a:cxn>
                <a:cxn ang="0">
                  <a:pos x="180" y="8"/>
                </a:cxn>
                <a:cxn ang="0">
                  <a:pos x="180" y="8"/>
                </a:cxn>
                <a:cxn ang="0">
                  <a:pos x="181" y="6"/>
                </a:cxn>
                <a:cxn ang="0">
                  <a:pos x="180" y="3"/>
                </a:cxn>
                <a:cxn ang="0">
                  <a:pos x="178" y="1"/>
                </a:cxn>
                <a:cxn ang="0">
                  <a:pos x="176" y="0"/>
                </a:cxn>
                <a:cxn ang="0">
                  <a:pos x="175" y="0"/>
                </a:cxn>
                <a:cxn ang="0">
                  <a:pos x="173" y="1"/>
                </a:cxn>
                <a:cxn ang="0">
                  <a:pos x="172" y="2"/>
                </a:cxn>
                <a:cxn ang="0">
                  <a:pos x="172" y="2"/>
                </a:cxn>
              </a:cxnLst>
              <a:rect l="0" t="0" r="r" b="b"/>
              <a:pathLst>
                <a:path w="181" h="237">
                  <a:moveTo>
                    <a:pt x="172" y="2"/>
                  </a:moveTo>
                  <a:lnTo>
                    <a:pt x="172" y="2"/>
                  </a:lnTo>
                  <a:lnTo>
                    <a:pt x="169" y="10"/>
                  </a:lnTo>
                  <a:lnTo>
                    <a:pt x="164" y="17"/>
                  </a:lnTo>
                  <a:lnTo>
                    <a:pt x="151" y="30"/>
                  </a:lnTo>
                  <a:lnTo>
                    <a:pt x="139" y="44"/>
                  </a:lnTo>
                  <a:lnTo>
                    <a:pt x="128" y="56"/>
                  </a:lnTo>
                  <a:lnTo>
                    <a:pt x="128" y="56"/>
                  </a:lnTo>
                  <a:lnTo>
                    <a:pt x="117" y="71"/>
                  </a:lnTo>
                  <a:lnTo>
                    <a:pt x="107" y="85"/>
                  </a:lnTo>
                  <a:lnTo>
                    <a:pt x="87" y="114"/>
                  </a:lnTo>
                  <a:lnTo>
                    <a:pt x="87" y="114"/>
                  </a:lnTo>
                  <a:lnTo>
                    <a:pt x="66" y="143"/>
                  </a:lnTo>
                  <a:lnTo>
                    <a:pt x="44" y="172"/>
                  </a:lnTo>
                  <a:lnTo>
                    <a:pt x="22" y="201"/>
                  </a:lnTo>
                  <a:lnTo>
                    <a:pt x="12" y="215"/>
                  </a:lnTo>
                  <a:lnTo>
                    <a:pt x="1" y="231"/>
                  </a:lnTo>
                  <a:lnTo>
                    <a:pt x="1" y="231"/>
                  </a:lnTo>
                  <a:lnTo>
                    <a:pt x="0" y="232"/>
                  </a:lnTo>
                  <a:lnTo>
                    <a:pt x="1" y="234"/>
                  </a:lnTo>
                  <a:lnTo>
                    <a:pt x="1" y="236"/>
                  </a:lnTo>
                  <a:lnTo>
                    <a:pt x="4" y="237"/>
                  </a:lnTo>
                  <a:lnTo>
                    <a:pt x="5" y="237"/>
                  </a:lnTo>
                  <a:lnTo>
                    <a:pt x="7" y="237"/>
                  </a:lnTo>
                  <a:lnTo>
                    <a:pt x="9" y="237"/>
                  </a:lnTo>
                  <a:lnTo>
                    <a:pt x="10" y="235"/>
                  </a:lnTo>
                  <a:lnTo>
                    <a:pt x="10" y="235"/>
                  </a:lnTo>
                  <a:lnTo>
                    <a:pt x="19" y="219"/>
                  </a:lnTo>
                  <a:lnTo>
                    <a:pt x="29" y="205"/>
                  </a:lnTo>
                  <a:lnTo>
                    <a:pt x="51" y="176"/>
                  </a:lnTo>
                  <a:lnTo>
                    <a:pt x="74" y="147"/>
                  </a:lnTo>
                  <a:lnTo>
                    <a:pt x="95" y="118"/>
                  </a:lnTo>
                  <a:lnTo>
                    <a:pt x="95" y="118"/>
                  </a:lnTo>
                  <a:lnTo>
                    <a:pt x="120" y="83"/>
                  </a:lnTo>
                  <a:lnTo>
                    <a:pt x="133" y="65"/>
                  </a:lnTo>
                  <a:lnTo>
                    <a:pt x="145" y="49"/>
                  </a:lnTo>
                  <a:lnTo>
                    <a:pt x="145" y="49"/>
                  </a:lnTo>
                  <a:lnTo>
                    <a:pt x="154" y="39"/>
                  </a:lnTo>
                  <a:lnTo>
                    <a:pt x="165" y="29"/>
                  </a:lnTo>
                  <a:lnTo>
                    <a:pt x="173" y="19"/>
                  </a:lnTo>
                  <a:lnTo>
                    <a:pt x="177" y="14"/>
                  </a:lnTo>
                  <a:lnTo>
                    <a:pt x="180" y="8"/>
                  </a:lnTo>
                  <a:lnTo>
                    <a:pt x="180" y="8"/>
                  </a:lnTo>
                  <a:lnTo>
                    <a:pt x="181" y="6"/>
                  </a:lnTo>
                  <a:lnTo>
                    <a:pt x="180" y="3"/>
                  </a:lnTo>
                  <a:lnTo>
                    <a:pt x="178" y="1"/>
                  </a:lnTo>
                  <a:lnTo>
                    <a:pt x="176" y="0"/>
                  </a:lnTo>
                  <a:lnTo>
                    <a:pt x="175" y="0"/>
                  </a:lnTo>
                  <a:lnTo>
                    <a:pt x="173" y="1"/>
                  </a:lnTo>
                  <a:lnTo>
                    <a:pt x="172" y="2"/>
                  </a:lnTo>
                  <a:lnTo>
                    <a:pt x="17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0" name="Freeform 461"/>
            <p:cNvSpPr/>
            <p:nvPr/>
          </p:nvSpPr>
          <p:spPr bwMode="auto">
            <a:xfrm>
              <a:off x="6832601" y="3394075"/>
              <a:ext cx="104775" cy="127000"/>
            </a:xfrm>
            <a:custGeom>
              <a:avLst/>
              <a:gdLst/>
              <a:ahLst/>
              <a:cxnLst>
                <a:cxn ang="0">
                  <a:pos x="192" y="0"/>
                </a:cxn>
                <a:cxn ang="0">
                  <a:pos x="192" y="0"/>
                </a:cxn>
                <a:cxn ang="0">
                  <a:pos x="177" y="10"/>
                </a:cxn>
                <a:cxn ang="0">
                  <a:pos x="162" y="20"/>
                </a:cxn>
                <a:cxn ang="0">
                  <a:pos x="149" y="33"/>
                </a:cxn>
                <a:cxn ang="0">
                  <a:pos x="136" y="45"/>
                </a:cxn>
                <a:cxn ang="0">
                  <a:pos x="124" y="58"/>
                </a:cxn>
                <a:cxn ang="0">
                  <a:pos x="113" y="72"/>
                </a:cxn>
                <a:cxn ang="0">
                  <a:pos x="90" y="100"/>
                </a:cxn>
                <a:cxn ang="0">
                  <a:pos x="90" y="100"/>
                </a:cxn>
                <a:cxn ang="0">
                  <a:pos x="65" y="135"/>
                </a:cxn>
                <a:cxn ang="0">
                  <a:pos x="53" y="152"/>
                </a:cxn>
                <a:cxn ang="0">
                  <a:pos x="41" y="170"/>
                </a:cxn>
                <a:cxn ang="0">
                  <a:pos x="41" y="170"/>
                </a:cxn>
                <a:cxn ang="0">
                  <a:pos x="31" y="187"/>
                </a:cxn>
                <a:cxn ang="0">
                  <a:pos x="20" y="202"/>
                </a:cxn>
                <a:cxn ang="0">
                  <a:pos x="8" y="219"/>
                </a:cxn>
                <a:cxn ang="0">
                  <a:pos x="4" y="227"/>
                </a:cxn>
                <a:cxn ang="0">
                  <a:pos x="0" y="235"/>
                </a:cxn>
                <a:cxn ang="0">
                  <a:pos x="0" y="235"/>
                </a:cxn>
                <a:cxn ang="0">
                  <a:pos x="0" y="237"/>
                </a:cxn>
                <a:cxn ang="0">
                  <a:pos x="0" y="238"/>
                </a:cxn>
                <a:cxn ang="0">
                  <a:pos x="1" y="240"/>
                </a:cxn>
                <a:cxn ang="0">
                  <a:pos x="3" y="240"/>
                </a:cxn>
                <a:cxn ang="0">
                  <a:pos x="6" y="240"/>
                </a:cxn>
                <a:cxn ang="0">
                  <a:pos x="8" y="239"/>
                </a:cxn>
                <a:cxn ang="0">
                  <a:pos x="9" y="237"/>
                </a:cxn>
                <a:cxn ang="0">
                  <a:pos x="9" y="237"/>
                </a:cxn>
                <a:cxn ang="0">
                  <a:pos x="14" y="229"/>
                </a:cxn>
                <a:cxn ang="0">
                  <a:pos x="19" y="221"/>
                </a:cxn>
                <a:cxn ang="0">
                  <a:pos x="25" y="213"/>
                </a:cxn>
                <a:cxn ang="0">
                  <a:pos x="32" y="206"/>
                </a:cxn>
                <a:cxn ang="0">
                  <a:pos x="32" y="206"/>
                </a:cxn>
                <a:cxn ang="0">
                  <a:pos x="37" y="200"/>
                </a:cxn>
                <a:cxn ang="0">
                  <a:pos x="41" y="192"/>
                </a:cxn>
                <a:cxn ang="0">
                  <a:pos x="50" y="175"/>
                </a:cxn>
                <a:cxn ang="0">
                  <a:pos x="50" y="175"/>
                </a:cxn>
                <a:cxn ang="0">
                  <a:pos x="60" y="159"/>
                </a:cxn>
                <a:cxn ang="0">
                  <a:pos x="71" y="142"/>
                </a:cxn>
                <a:cxn ang="0">
                  <a:pos x="94" y="111"/>
                </a:cxn>
                <a:cxn ang="0">
                  <a:pos x="94" y="111"/>
                </a:cxn>
                <a:cxn ang="0">
                  <a:pos x="117" y="82"/>
                </a:cxn>
                <a:cxn ang="0">
                  <a:pos x="128" y="68"/>
                </a:cxn>
                <a:cxn ang="0">
                  <a:pos x="141" y="54"/>
                </a:cxn>
                <a:cxn ang="0">
                  <a:pos x="153" y="41"/>
                </a:cxn>
                <a:cxn ang="0">
                  <a:pos x="166" y="30"/>
                </a:cxn>
                <a:cxn ang="0">
                  <a:pos x="181" y="18"/>
                </a:cxn>
                <a:cxn ang="0">
                  <a:pos x="196" y="8"/>
                </a:cxn>
                <a:cxn ang="0">
                  <a:pos x="196" y="8"/>
                </a:cxn>
                <a:cxn ang="0">
                  <a:pos x="198" y="7"/>
                </a:cxn>
                <a:cxn ang="0">
                  <a:pos x="198" y="5"/>
                </a:cxn>
                <a:cxn ang="0">
                  <a:pos x="198" y="4"/>
                </a:cxn>
                <a:cxn ang="0">
                  <a:pos x="198" y="2"/>
                </a:cxn>
                <a:cxn ang="0">
                  <a:pos x="197" y="1"/>
                </a:cxn>
                <a:cxn ang="0">
                  <a:pos x="195" y="0"/>
                </a:cxn>
                <a:cxn ang="0">
                  <a:pos x="194" y="0"/>
                </a:cxn>
                <a:cxn ang="0">
                  <a:pos x="192" y="0"/>
                </a:cxn>
                <a:cxn ang="0">
                  <a:pos x="192" y="0"/>
                </a:cxn>
              </a:cxnLst>
              <a:rect l="0" t="0" r="r" b="b"/>
              <a:pathLst>
                <a:path w="198" h="240">
                  <a:moveTo>
                    <a:pt x="192" y="0"/>
                  </a:moveTo>
                  <a:lnTo>
                    <a:pt x="192" y="0"/>
                  </a:lnTo>
                  <a:lnTo>
                    <a:pt x="177" y="10"/>
                  </a:lnTo>
                  <a:lnTo>
                    <a:pt x="162" y="20"/>
                  </a:lnTo>
                  <a:lnTo>
                    <a:pt x="149" y="33"/>
                  </a:lnTo>
                  <a:lnTo>
                    <a:pt x="136" y="45"/>
                  </a:lnTo>
                  <a:lnTo>
                    <a:pt x="124" y="58"/>
                  </a:lnTo>
                  <a:lnTo>
                    <a:pt x="113" y="72"/>
                  </a:lnTo>
                  <a:lnTo>
                    <a:pt x="90" y="100"/>
                  </a:lnTo>
                  <a:lnTo>
                    <a:pt x="90" y="100"/>
                  </a:lnTo>
                  <a:lnTo>
                    <a:pt x="65" y="135"/>
                  </a:lnTo>
                  <a:lnTo>
                    <a:pt x="53" y="152"/>
                  </a:lnTo>
                  <a:lnTo>
                    <a:pt x="41" y="170"/>
                  </a:lnTo>
                  <a:lnTo>
                    <a:pt x="41" y="170"/>
                  </a:lnTo>
                  <a:lnTo>
                    <a:pt x="31" y="187"/>
                  </a:lnTo>
                  <a:lnTo>
                    <a:pt x="20" y="202"/>
                  </a:lnTo>
                  <a:lnTo>
                    <a:pt x="8" y="219"/>
                  </a:lnTo>
                  <a:lnTo>
                    <a:pt x="4" y="227"/>
                  </a:lnTo>
                  <a:lnTo>
                    <a:pt x="0" y="235"/>
                  </a:lnTo>
                  <a:lnTo>
                    <a:pt x="0" y="235"/>
                  </a:lnTo>
                  <a:lnTo>
                    <a:pt x="0" y="237"/>
                  </a:lnTo>
                  <a:lnTo>
                    <a:pt x="0" y="238"/>
                  </a:lnTo>
                  <a:lnTo>
                    <a:pt x="1" y="240"/>
                  </a:lnTo>
                  <a:lnTo>
                    <a:pt x="3" y="240"/>
                  </a:lnTo>
                  <a:lnTo>
                    <a:pt x="6" y="240"/>
                  </a:lnTo>
                  <a:lnTo>
                    <a:pt x="8" y="239"/>
                  </a:lnTo>
                  <a:lnTo>
                    <a:pt x="9" y="237"/>
                  </a:lnTo>
                  <a:lnTo>
                    <a:pt x="9" y="237"/>
                  </a:lnTo>
                  <a:lnTo>
                    <a:pt x="14" y="229"/>
                  </a:lnTo>
                  <a:lnTo>
                    <a:pt x="19" y="221"/>
                  </a:lnTo>
                  <a:lnTo>
                    <a:pt x="25" y="213"/>
                  </a:lnTo>
                  <a:lnTo>
                    <a:pt x="32" y="206"/>
                  </a:lnTo>
                  <a:lnTo>
                    <a:pt x="32" y="206"/>
                  </a:lnTo>
                  <a:lnTo>
                    <a:pt x="37" y="200"/>
                  </a:lnTo>
                  <a:lnTo>
                    <a:pt x="41" y="192"/>
                  </a:lnTo>
                  <a:lnTo>
                    <a:pt x="50" y="175"/>
                  </a:lnTo>
                  <a:lnTo>
                    <a:pt x="50" y="175"/>
                  </a:lnTo>
                  <a:lnTo>
                    <a:pt x="60" y="159"/>
                  </a:lnTo>
                  <a:lnTo>
                    <a:pt x="71" y="142"/>
                  </a:lnTo>
                  <a:lnTo>
                    <a:pt x="94" y="111"/>
                  </a:lnTo>
                  <a:lnTo>
                    <a:pt x="94" y="111"/>
                  </a:lnTo>
                  <a:lnTo>
                    <a:pt x="117" y="82"/>
                  </a:lnTo>
                  <a:lnTo>
                    <a:pt x="128" y="68"/>
                  </a:lnTo>
                  <a:lnTo>
                    <a:pt x="141" y="54"/>
                  </a:lnTo>
                  <a:lnTo>
                    <a:pt x="153" y="41"/>
                  </a:lnTo>
                  <a:lnTo>
                    <a:pt x="166" y="30"/>
                  </a:lnTo>
                  <a:lnTo>
                    <a:pt x="181" y="18"/>
                  </a:lnTo>
                  <a:lnTo>
                    <a:pt x="196" y="8"/>
                  </a:lnTo>
                  <a:lnTo>
                    <a:pt x="196" y="8"/>
                  </a:lnTo>
                  <a:lnTo>
                    <a:pt x="198" y="7"/>
                  </a:lnTo>
                  <a:lnTo>
                    <a:pt x="198" y="5"/>
                  </a:lnTo>
                  <a:lnTo>
                    <a:pt x="198" y="4"/>
                  </a:lnTo>
                  <a:lnTo>
                    <a:pt x="198" y="2"/>
                  </a:lnTo>
                  <a:lnTo>
                    <a:pt x="197" y="1"/>
                  </a:lnTo>
                  <a:lnTo>
                    <a:pt x="195" y="0"/>
                  </a:lnTo>
                  <a:lnTo>
                    <a:pt x="194" y="0"/>
                  </a:lnTo>
                  <a:lnTo>
                    <a:pt x="192" y="0"/>
                  </a:lnTo>
                  <a:lnTo>
                    <a:pt x="192"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1" name="Freeform 462"/>
            <p:cNvSpPr/>
            <p:nvPr/>
          </p:nvSpPr>
          <p:spPr bwMode="auto">
            <a:xfrm>
              <a:off x="6451601" y="3336925"/>
              <a:ext cx="39688" cy="65088"/>
            </a:xfrm>
            <a:custGeom>
              <a:avLst/>
              <a:gdLst/>
              <a:ahLst/>
              <a:cxnLst>
                <a:cxn ang="0">
                  <a:pos x="66" y="3"/>
                </a:cxn>
                <a:cxn ang="0">
                  <a:pos x="66" y="3"/>
                </a:cxn>
                <a:cxn ang="0">
                  <a:pos x="60" y="18"/>
                </a:cxn>
                <a:cxn ang="0">
                  <a:pos x="51" y="32"/>
                </a:cxn>
                <a:cxn ang="0">
                  <a:pos x="41" y="46"/>
                </a:cxn>
                <a:cxn ang="0">
                  <a:pos x="31" y="59"/>
                </a:cxn>
                <a:cxn ang="0">
                  <a:pos x="22" y="71"/>
                </a:cxn>
                <a:cxn ang="0">
                  <a:pos x="13" y="86"/>
                </a:cxn>
                <a:cxn ang="0">
                  <a:pos x="5" y="100"/>
                </a:cxn>
                <a:cxn ang="0">
                  <a:pos x="2" y="109"/>
                </a:cxn>
                <a:cxn ang="0">
                  <a:pos x="0" y="117"/>
                </a:cxn>
                <a:cxn ang="0">
                  <a:pos x="0" y="117"/>
                </a:cxn>
                <a:cxn ang="0">
                  <a:pos x="0" y="119"/>
                </a:cxn>
                <a:cxn ang="0">
                  <a:pos x="1" y="120"/>
                </a:cxn>
                <a:cxn ang="0">
                  <a:pos x="2" y="122"/>
                </a:cxn>
                <a:cxn ang="0">
                  <a:pos x="3" y="122"/>
                </a:cxn>
                <a:cxn ang="0">
                  <a:pos x="5" y="122"/>
                </a:cxn>
                <a:cxn ang="0">
                  <a:pos x="7" y="122"/>
                </a:cxn>
                <a:cxn ang="0">
                  <a:pos x="8" y="121"/>
                </a:cxn>
                <a:cxn ang="0">
                  <a:pos x="9" y="119"/>
                </a:cxn>
                <a:cxn ang="0">
                  <a:pos x="9" y="119"/>
                </a:cxn>
                <a:cxn ang="0">
                  <a:pos x="12" y="111"/>
                </a:cxn>
                <a:cxn ang="0">
                  <a:pos x="15" y="103"/>
                </a:cxn>
                <a:cxn ang="0">
                  <a:pos x="22" y="88"/>
                </a:cxn>
                <a:cxn ang="0">
                  <a:pos x="31" y="74"/>
                </a:cxn>
                <a:cxn ang="0">
                  <a:pos x="40" y="61"/>
                </a:cxn>
                <a:cxn ang="0">
                  <a:pos x="51" y="48"/>
                </a:cxn>
                <a:cxn ang="0">
                  <a:pos x="60" y="34"/>
                </a:cxn>
                <a:cxn ang="0">
                  <a:pos x="68" y="21"/>
                </a:cxn>
                <a:cxn ang="0">
                  <a:pos x="76" y="5"/>
                </a:cxn>
                <a:cxn ang="0">
                  <a:pos x="76" y="5"/>
                </a:cxn>
                <a:cxn ang="0">
                  <a:pos x="76" y="3"/>
                </a:cxn>
                <a:cxn ang="0">
                  <a:pos x="76" y="1"/>
                </a:cxn>
                <a:cxn ang="0">
                  <a:pos x="75" y="0"/>
                </a:cxn>
                <a:cxn ang="0">
                  <a:pos x="72" y="0"/>
                </a:cxn>
                <a:cxn ang="0">
                  <a:pos x="69" y="0"/>
                </a:cxn>
                <a:cxn ang="0">
                  <a:pos x="67" y="1"/>
                </a:cxn>
                <a:cxn ang="0">
                  <a:pos x="66" y="3"/>
                </a:cxn>
                <a:cxn ang="0">
                  <a:pos x="66" y="3"/>
                </a:cxn>
              </a:cxnLst>
              <a:rect l="0" t="0" r="r" b="b"/>
              <a:pathLst>
                <a:path w="76" h="122">
                  <a:moveTo>
                    <a:pt x="66" y="3"/>
                  </a:moveTo>
                  <a:lnTo>
                    <a:pt x="66" y="3"/>
                  </a:lnTo>
                  <a:lnTo>
                    <a:pt x="60" y="18"/>
                  </a:lnTo>
                  <a:lnTo>
                    <a:pt x="51" y="32"/>
                  </a:lnTo>
                  <a:lnTo>
                    <a:pt x="41" y="46"/>
                  </a:lnTo>
                  <a:lnTo>
                    <a:pt x="31" y="59"/>
                  </a:lnTo>
                  <a:lnTo>
                    <a:pt x="22" y="71"/>
                  </a:lnTo>
                  <a:lnTo>
                    <a:pt x="13" y="86"/>
                  </a:lnTo>
                  <a:lnTo>
                    <a:pt x="5" y="100"/>
                  </a:lnTo>
                  <a:lnTo>
                    <a:pt x="2" y="109"/>
                  </a:lnTo>
                  <a:lnTo>
                    <a:pt x="0" y="117"/>
                  </a:lnTo>
                  <a:lnTo>
                    <a:pt x="0" y="117"/>
                  </a:lnTo>
                  <a:lnTo>
                    <a:pt x="0" y="119"/>
                  </a:lnTo>
                  <a:lnTo>
                    <a:pt x="1" y="120"/>
                  </a:lnTo>
                  <a:lnTo>
                    <a:pt x="2" y="122"/>
                  </a:lnTo>
                  <a:lnTo>
                    <a:pt x="3" y="122"/>
                  </a:lnTo>
                  <a:lnTo>
                    <a:pt x="5" y="122"/>
                  </a:lnTo>
                  <a:lnTo>
                    <a:pt x="7" y="122"/>
                  </a:lnTo>
                  <a:lnTo>
                    <a:pt x="8" y="121"/>
                  </a:lnTo>
                  <a:lnTo>
                    <a:pt x="9" y="119"/>
                  </a:lnTo>
                  <a:lnTo>
                    <a:pt x="9" y="119"/>
                  </a:lnTo>
                  <a:lnTo>
                    <a:pt x="12" y="111"/>
                  </a:lnTo>
                  <a:lnTo>
                    <a:pt x="15" y="103"/>
                  </a:lnTo>
                  <a:lnTo>
                    <a:pt x="22" y="88"/>
                  </a:lnTo>
                  <a:lnTo>
                    <a:pt x="31" y="74"/>
                  </a:lnTo>
                  <a:lnTo>
                    <a:pt x="40" y="61"/>
                  </a:lnTo>
                  <a:lnTo>
                    <a:pt x="51" y="48"/>
                  </a:lnTo>
                  <a:lnTo>
                    <a:pt x="60" y="34"/>
                  </a:lnTo>
                  <a:lnTo>
                    <a:pt x="68" y="21"/>
                  </a:lnTo>
                  <a:lnTo>
                    <a:pt x="76" y="5"/>
                  </a:lnTo>
                  <a:lnTo>
                    <a:pt x="76" y="5"/>
                  </a:lnTo>
                  <a:lnTo>
                    <a:pt x="76" y="3"/>
                  </a:lnTo>
                  <a:lnTo>
                    <a:pt x="76" y="1"/>
                  </a:lnTo>
                  <a:lnTo>
                    <a:pt x="75" y="0"/>
                  </a:lnTo>
                  <a:lnTo>
                    <a:pt x="72" y="0"/>
                  </a:lnTo>
                  <a:lnTo>
                    <a:pt x="69" y="0"/>
                  </a:lnTo>
                  <a:lnTo>
                    <a:pt x="67" y="1"/>
                  </a:lnTo>
                  <a:lnTo>
                    <a:pt x="66" y="3"/>
                  </a:lnTo>
                  <a:lnTo>
                    <a:pt x="6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2" name="Freeform 463"/>
            <p:cNvSpPr/>
            <p:nvPr/>
          </p:nvSpPr>
          <p:spPr bwMode="auto">
            <a:xfrm>
              <a:off x="6467476" y="3341688"/>
              <a:ext cx="50800" cy="73025"/>
            </a:xfrm>
            <a:custGeom>
              <a:avLst/>
              <a:gdLst/>
              <a:ahLst/>
              <a:cxnLst>
                <a:cxn ang="0">
                  <a:pos x="87" y="1"/>
                </a:cxn>
                <a:cxn ang="0">
                  <a:pos x="87" y="1"/>
                </a:cxn>
                <a:cxn ang="0">
                  <a:pos x="80" y="8"/>
                </a:cxn>
                <a:cxn ang="0">
                  <a:pos x="74" y="15"/>
                </a:cxn>
                <a:cxn ang="0">
                  <a:pos x="63" y="29"/>
                </a:cxn>
                <a:cxn ang="0">
                  <a:pos x="54" y="46"/>
                </a:cxn>
                <a:cxn ang="0">
                  <a:pos x="44" y="61"/>
                </a:cxn>
                <a:cxn ang="0">
                  <a:pos x="44" y="61"/>
                </a:cxn>
                <a:cxn ang="0">
                  <a:pos x="36" y="72"/>
                </a:cxn>
                <a:cxn ang="0">
                  <a:pos x="30" y="82"/>
                </a:cxn>
                <a:cxn ang="0">
                  <a:pos x="19" y="104"/>
                </a:cxn>
                <a:cxn ang="0">
                  <a:pos x="19" y="104"/>
                </a:cxn>
                <a:cxn ang="0">
                  <a:pos x="15" y="111"/>
                </a:cxn>
                <a:cxn ang="0">
                  <a:pos x="9" y="117"/>
                </a:cxn>
                <a:cxn ang="0">
                  <a:pos x="4" y="123"/>
                </a:cxn>
                <a:cxn ang="0">
                  <a:pos x="2" y="127"/>
                </a:cxn>
                <a:cxn ang="0">
                  <a:pos x="0" y="132"/>
                </a:cxn>
                <a:cxn ang="0">
                  <a:pos x="0" y="132"/>
                </a:cxn>
                <a:cxn ang="0">
                  <a:pos x="0" y="134"/>
                </a:cxn>
                <a:cxn ang="0">
                  <a:pos x="1" y="135"/>
                </a:cxn>
                <a:cxn ang="0">
                  <a:pos x="2" y="136"/>
                </a:cxn>
                <a:cxn ang="0">
                  <a:pos x="4" y="137"/>
                </a:cxn>
                <a:cxn ang="0">
                  <a:pos x="5" y="137"/>
                </a:cxn>
                <a:cxn ang="0">
                  <a:pos x="7" y="137"/>
                </a:cxn>
                <a:cxn ang="0">
                  <a:pos x="8" y="136"/>
                </a:cxn>
                <a:cxn ang="0">
                  <a:pos x="9" y="134"/>
                </a:cxn>
                <a:cxn ang="0">
                  <a:pos x="9" y="134"/>
                </a:cxn>
                <a:cxn ang="0">
                  <a:pos x="13" y="127"/>
                </a:cxn>
                <a:cxn ang="0">
                  <a:pos x="18" y="121"/>
                </a:cxn>
                <a:cxn ang="0">
                  <a:pos x="23" y="115"/>
                </a:cxn>
                <a:cxn ang="0">
                  <a:pos x="27" y="109"/>
                </a:cxn>
                <a:cxn ang="0">
                  <a:pos x="27" y="109"/>
                </a:cxn>
                <a:cxn ang="0">
                  <a:pos x="36" y="90"/>
                </a:cxn>
                <a:cxn ang="0">
                  <a:pos x="47" y="73"/>
                </a:cxn>
                <a:cxn ang="0">
                  <a:pos x="47" y="73"/>
                </a:cxn>
                <a:cxn ang="0">
                  <a:pos x="57" y="56"/>
                </a:cxn>
                <a:cxn ang="0">
                  <a:pos x="68" y="39"/>
                </a:cxn>
                <a:cxn ang="0">
                  <a:pos x="80" y="22"/>
                </a:cxn>
                <a:cxn ang="0">
                  <a:pos x="87" y="15"/>
                </a:cxn>
                <a:cxn ang="0">
                  <a:pos x="94" y="8"/>
                </a:cxn>
                <a:cxn ang="0">
                  <a:pos x="94" y="8"/>
                </a:cxn>
                <a:cxn ang="0">
                  <a:pos x="95" y="7"/>
                </a:cxn>
                <a:cxn ang="0">
                  <a:pos x="95" y="5"/>
                </a:cxn>
                <a:cxn ang="0">
                  <a:pos x="95" y="2"/>
                </a:cxn>
                <a:cxn ang="0">
                  <a:pos x="94" y="1"/>
                </a:cxn>
                <a:cxn ang="0">
                  <a:pos x="91" y="0"/>
                </a:cxn>
                <a:cxn ang="0">
                  <a:pos x="89" y="0"/>
                </a:cxn>
                <a:cxn ang="0">
                  <a:pos x="87" y="1"/>
                </a:cxn>
                <a:cxn ang="0">
                  <a:pos x="87" y="1"/>
                </a:cxn>
              </a:cxnLst>
              <a:rect l="0" t="0" r="r" b="b"/>
              <a:pathLst>
                <a:path w="95" h="137">
                  <a:moveTo>
                    <a:pt x="87" y="1"/>
                  </a:moveTo>
                  <a:lnTo>
                    <a:pt x="87" y="1"/>
                  </a:lnTo>
                  <a:lnTo>
                    <a:pt x="80" y="8"/>
                  </a:lnTo>
                  <a:lnTo>
                    <a:pt x="74" y="15"/>
                  </a:lnTo>
                  <a:lnTo>
                    <a:pt x="63" y="29"/>
                  </a:lnTo>
                  <a:lnTo>
                    <a:pt x="54" y="46"/>
                  </a:lnTo>
                  <a:lnTo>
                    <a:pt x="44" y="61"/>
                  </a:lnTo>
                  <a:lnTo>
                    <a:pt x="44" y="61"/>
                  </a:lnTo>
                  <a:lnTo>
                    <a:pt x="36" y="72"/>
                  </a:lnTo>
                  <a:lnTo>
                    <a:pt x="30" y="82"/>
                  </a:lnTo>
                  <a:lnTo>
                    <a:pt x="19" y="104"/>
                  </a:lnTo>
                  <a:lnTo>
                    <a:pt x="19" y="104"/>
                  </a:lnTo>
                  <a:lnTo>
                    <a:pt x="15" y="111"/>
                  </a:lnTo>
                  <a:lnTo>
                    <a:pt x="9" y="117"/>
                  </a:lnTo>
                  <a:lnTo>
                    <a:pt x="4" y="123"/>
                  </a:lnTo>
                  <a:lnTo>
                    <a:pt x="2" y="127"/>
                  </a:lnTo>
                  <a:lnTo>
                    <a:pt x="0" y="132"/>
                  </a:lnTo>
                  <a:lnTo>
                    <a:pt x="0" y="132"/>
                  </a:lnTo>
                  <a:lnTo>
                    <a:pt x="0" y="134"/>
                  </a:lnTo>
                  <a:lnTo>
                    <a:pt x="1" y="135"/>
                  </a:lnTo>
                  <a:lnTo>
                    <a:pt x="2" y="136"/>
                  </a:lnTo>
                  <a:lnTo>
                    <a:pt x="4" y="137"/>
                  </a:lnTo>
                  <a:lnTo>
                    <a:pt x="5" y="137"/>
                  </a:lnTo>
                  <a:lnTo>
                    <a:pt x="7" y="137"/>
                  </a:lnTo>
                  <a:lnTo>
                    <a:pt x="8" y="136"/>
                  </a:lnTo>
                  <a:lnTo>
                    <a:pt x="9" y="134"/>
                  </a:lnTo>
                  <a:lnTo>
                    <a:pt x="9" y="134"/>
                  </a:lnTo>
                  <a:lnTo>
                    <a:pt x="13" y="127"/>
                  </a:lnTo>
                  <a:lnTo>
                    <a:pt x="18" y="121"/>
                  </a:lnTo>
                  <a:lnTo>
                    <a:pt x="23" y="115"/>
                  </a:lnTo>
                  <a:lnTo>
                    <a:pt x="27" y="109"/>
                  </a:lnTo>
                  <a:lnTo>
                    <a:pt x="27" y="109"/>
                  </a:lnTo>
                  <a:lnTo>
                    <a:pt x="36" y="90"/>
                  </a:lnTo>
                  <a:lnTo>
                    <a:pt x="47" y="73"/>
                  </a:lnTo>
                  <a:lnTo>
                    <a:pt x="47" y="73"/>
                  </a:lnTo>
                  <a:lnTo>
                    <a:pt x="57" y="56"/>
                  </a:lnTo>
                  <a:lnTo>
                    <a:pt x="68" y="39"/>
                  </a:lnTo>
                  <a:lnTo>
                    <a:pt x="80" y="22"/>
                  </a:lnTo>
                  <a:lnTo>
                    <a:pt x="87" y="15"/>
                  </a:lnTo>
                  <a:lnTo>
                    <a:pt x="94" y="8"/>
                  </a:lnTo>
                  <a:lnTo>
                    <a:pt x="94" y="8"/>
                  </a:lnTo>
                  <a:lnTo>
                    <a:pt x="95" y="7"/>
                  </a:lnTo>
                  <a:lnTo>
                    <a:pt x="95" y="5"/>
                  </a:lnTo>
                  <a:lnTo>
                    <a:pt x="95" y="2"/>
                  </a:lnTo>
                  <a:lnTo>
                    <a:pt x="94" y="1"/>
                  </a:lnTo>
                  <a:lnTo>
                    <a:pt x="91" y="0"/>
                  </a:lnTo>
                  <a:lnTo>
                    <a:pt x="89" y="0"/>
                  </a:lnTo>
                  <a:lnTo>
                    <a:pt x="87" y="1"/>
                  </a:lnTo>
                  <a:lnTo>
                    <a:pt x="87"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3" name="Freeform 464"/>
            <p:cNvSpPr/>
            <p:nvPr/>
          </p:nvSpPr>
          <p:spPr bwMode="auto">
            <a:xfrm>
              <a:off x="6483351" y="3346450"/>
              <a:ext cx="50800" cy="96838"/>
            </a:xfrm>
            <a:custGeom>
              <a:avLst/>
              <a:gdLst/>
              <a:ahLst/>
              <a:cxnLst>
                <a:cxn ang="0">
                  <a:pos x="86" y="2"/>
                </a:cxn>
                <a:cxn ang="0">
                  <a:pos x="86" y="2"/>
                </a:cxn>
                <a:cxn ang="0">
                  <a:pos x="62" y="43"/>
                </a:cxn>
                <a:cxn ang="0">
                  <a:pos x="52" y="65"/>
                </a:cxn>
                <a:cxn ang="0">
                  <a:pos x="41" y="88"/>
                </a:cxn>
                <a:cxn ang="0">
                  <a:pos x="41" y="88"/>
                </a:cxn>
                <a:cxn ang="0">
                  <a:pos x="36" y="101"/>
                </a:cxn>
                <a:cxn ang="0">
                  <a:pos x="32" y="114"/>
                </a:cxn>
                <a:cxn ang="0">
                  <a:pos x="27" y="128"/>
                </a:cxn>
                <a:cxn ang="0">
                  <a:pos x="24" y="135"/>
                </a:cxn>
                <a:cxn ang="0">
                  <a:pos x="20" y="141"/>
                </a:cxn>
                <a:cxn ang="0">
                  <a:pos x="20" y="141"/>
                </a:cxn>
                <a:cxn ang="0">
                  <a:pos x="8" y="156"/>
                </a:cxn>
                <a:cxn ang="0">
                  <a:pos x="3" y="164"/>
                </a:cxn>
                <a:cxn ang="0">
                  <a:pos x="1" y="168"/>
                </a:cxn>
                <a:cxn ang="0">
                  <a:pos x="0" y="172"/>
                </a:cxn>
                <a:cxn ang="0">
                  <a:pos x="0" y="172"/>
                </a:cxn>
                <a:cxn ang="0">
                  <a:pos x="0" y="174"/>
                </a:cxn>
                <a:cxn ang="0">
                  <a:pos x="0" y="176"/>
                </a:cxn>
                <a:cxn ang="0">
                  <a:pos x="0" y="176"/>
                </a:cxn>
                <a:cxn ang="0">
                  <a:pos x="0" y="178"/>
                </a:cxn>
                <a:cxn ang="0">
                  <a:pos x="1" y="180"/>
                </a:cxn>
                <a:cxn ang="0">
                  <a:pos x="3" y="182"/>
                </a:cxn>
                <a:cxn ang="0">
                  <a:pos x="4" y="182"/>
                </a:cxn>
                <a:cxn ang="0">
                  <a:pos x="6" y="182"/>
                </a:cxn>
                <a:cxn ang="0">
                  <a:pos x="8" y="180"/>
                </a:cxn>
                <a:cxn ang="0">
                  <a:pos x="9" y="178"/>
                </a:cxn>
                <a:cxn ang="0">
                  <a:pos x="9" y="176"/>
                </a:cxn>
                <a:cxn ang="0">
                  <a:pos x="9" y="176"/>
                </a:cxn>
                <a:cxn ang="0">
                  <a:pos x="10" y="171"/>
                </a:cxn>
                <a:cxn ang="0">
                  <a:pos x="12" y="166"/>
                </a:cxn>
                <a:cxn ang="0">
                  <a:pos x="16" y="160"/>
                </a:cxn>
                <a:cxn ang="0">
                  <a:pos x="20" y="154"/>
                </a:cxn>
                <a:cxn ang="0">
                  <a:pos x="29" y="143"/>
                </a:cxn>
                <a:cxn ang="0">
                  <a:pos x="32" y="137"/>
                </a:cxn>
                <a:cxn ang="0">
                  <a:pos x="35" y="133"/>
                </a:cxn>
                <a:cxn ang="0">
                  <a:pos x="35" y="133"/>
                </a:cxn>
                <a:cxn ang="0">
                  <a:pos x="42" y="114"/>
                </a:cxn>
                <a:cxn ang="0">
                  <a:pos x="49" y="97"/>
                </a:cxn>
                <a:cxn ang="0">
                  <a:pos x="49" y="97"/>
                </a:cxn>
                <a:cxn ang="0">
                  <a:pos x="53" y="84"/>
                </a:cxn>
                <a:cxn ang="0">
                  <a:pos x="58" y="73"/>
                </a:cxn>
                <a:cxn ang="0">
                  <a:pos x="69" y="50"/>
                </a:cxn>
                <a:cxn ang="0">
                  <a:pos x="94" y="6"/>
                </a:cxn>
                <a:cxn ang="0">
                  <a:pos x="94" y="6"/>
                </a:cxn>
                <a:cxn ang="0">
                  <a:pos x="95" y="5"/>
                </a:cxn>
                <a:cxn ang="0">
                  <a:pos x="94" y="3"/>
                </a:cxn>
                <a:cxn ang="0">
                  <a:pos x="93" y="1"/>
                </a:cxn>
                <a:cxn ang="0">
                  <a:pos x="92" y="0"/>
                </a:cxn>
                <a:cxn ang="0">
                  <a:pos x="91" y="0"/>
                </a:cxn>
                <a:cxn ang="0">
                  <a:pos x="89" y="0"/>
                </a:cxn>
                <a:cxn ang="0">
                  <a:pos x="87" y="0"/>
                </a:cxn>
                <a:cxn ang="0">
                  <a:pos x="86" y="2"/>
                </a:cxn>
                <a:cxn ang="0">
                  <a:pos x="86" y="2"/>
                </a:cxn>
              </a:cxnLst>
              <a:rect l="0" t="0" r="r" b="b"/>
              <a:pathLst>
                <a:path w="95" h="182">
                  <a:moveTo>
                    <a:pt x="86" y="2"/>
                  </a:moveTo>
                  <a:lnTo>
                    <a:pt x="86" y="2"/>
                  </a:lnTo>
                  <a:lnTo>
                    <a:pt x="62" y="43"/>
                  </a:lnTo>
                  <a:lnTo>
                    <a:pt x="52" y="65"/>
                  </a:lnTo>
                  <a:lnTo>
                    <a:pt x="41" y="88"/>
                  </a:lnTo>
                  <a:lnTo>
                    <a:pt x="41" y="88"/>
                  </a:lnTo>
                  <a:lnTo>
                    <a:pt x="36" y="101"/>
                  </a:lnTo>
                  <a:lnTo>
                    <a:pt x="32" y="114"/>
                  </a:lnTo>
                  <a:lnTo>
                    <a:pt x="27" y="128"/>
                  </a:lnTo>
                  <a:lnTo>
                    <a:pt x="24" y="135"/>
                  </a:lnTo>
                  <a:lnTo>
                    <a:pt x="20" y="141"/>
                  </a:lnTo>
                  <a:lnTo>
                    <a:pt x="20" y="141"/>
                  </a:lnTo>
                  <a:lnTo>
                    <a:pt x="8" y="156"/>
                  </a:lnTo>
                  <a:lnTo>
                    <a:pt x="3" y="164"/>
                  </a:lnTo>
                  <a:lnTo>
                    <a:pt x="1" y="168"/>
                  </a:lnTo>
                  <a:lnTo>
                    <a:pt x="0" y="172"/>
                  </a:lnTo>
                  <a:lnTo>
                    <a:pt x="0" y="172"/>
                  </a:lnTo>
                  <a:lnTo>
                    <a:pt x="0" y="174"/>
                  </a:lnTo>
                  <a:lnTo>
                    <a:pt x="0" y="176"/>
                  </a:lnTo>
                  <a:lnTo>
                    <a:pt x="0" y="176"/>
                  </a:lnTo>
                  <a:lnTo>
                    <a:pt x="0" y="178"/>
                  </a:lnTo>
                  <a:lnTo>
                    <a:pt x="1" y="180"/>
                  </a:lnTo>
                  <a:lnTo>
                    <a:pt x="3" y="182"/>
                  </a:lnTo>
                  <a:lnTo>
                    <a:pt x="4" y="182"/>
                  </a:lnTo>
                  <a:lnTo>
                    <a:pt x="6" y="182"/>
                  </a:lnTo>
                  <a:lnTo>
                    <a:pt x="8" y="180"/>
                  </a:lnTo>
                  <a:lnTo>
                    <a:pt x="9" y="178"/>
                  </a:lnTo>
                  <a:lnTo>
                    <a:pt x="9" y="176"/>
                  </a:lnTo>
                  <a:lnTo>
                    <a:pt x="9" y="176"/>
                  </a:lnTo>
                  <a:lnTo>
                    <a:pt x="10" y="171"/>
                  </a:lnTo>
                  <a:lnTo>
                    <a:pt x="12" y="166"/>
                  </a:lnTo>
                  <a:lnTo>
                    <a:pt x="16" y="160"/>
                  </a:lnTo>
                  <a:lnTo>
                    <a:pt x="20" y="154"/>
                  </a:lnTo>
                  <a:lnTo>
                    <a:pt x="29" y="143"/>
                  </a:lnTo>
                  <a:lnTo>
                    <a:pt x="32" y="137"/>
                  </a:lnTo>
                  <a:lnTo>
                    <a:pt x="35" y="133"/>
                  </a:lnTo>
                  <a:lnTo>
                    <a:pt x="35" y="133"/>
                  </a:lnTo>
                  <a:lnTo>
                    <a:pt x="42" y="114"/>
                  </a:lnTo>
                  <a:lnTo>
                    <a:pt x="49" y="97"/>
                  </a:lnTo>
                  <a:lnTo>
                    <a:pt x="49" y="97"/>
                  </a:lnTo>
                  <a:lnTo>
                    <a:pt x="53" y="84"/>
                  </a:lnTo>
                  <a:lnTo>
                    <a:pt x="58" y="73"/>
                  </a:lnTo>
                  <a:lnTo>
                    <a:pt x="69" y="50"/>
                  </a:lnTo>
                  <a:lnTo>
                    <a:pt x="94" y="6"/>
                  </a:lnTo>
                  <a:lnTo>
                    <a:pt x="94" y="6"/>
                  </a:lnTo>
                  <a:lnTo>
                    <a:pt x="95" y="5"/>
                  </a:lnTo>
                  <a:lnTo>
                    <a:pt x="94" y="3"/>
                  </a:lnTo>
                  <a:lnTo>
                    <a:pt x="93" y="1"/>
                  </a:lnTo>
                  <a:lnTo>
                    <a:pt x="92" y="0"/>
                  </a:lnTo>
                  <a:lnTo>
                    <a:pt x="91" y="0"/>
                  </a:lnTo>
                  <a:lnTo>
                    <a:pt x="89" y="0"/>
                  </a:lnTo>
                  <a:lnTo>
                    <a:pt x="87" y="0"/>
                  </a:lnTo>
                  <a:lnTo>
                    <a:pt x="86" y="2"/>
                  </a:lnTo>
                  <a:lnTo>
                    <a:pt x="86"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4" name="Freeform 465"/>
            <p:cNvSpPr/>
            <p:nvPr/>
          </p:nvSpPr>
          <p:spPr bwMode="auto">
            <a:xfrm>
              <a:off x="6491288" y="3362325"/>
              <a:ext cx="57150" cy="109538"/>
            </a:xfrm>
            <a:custGeom>
              <a:avLst/>
              <a:gdLst/>
              <a:ahLst/>
              <a:cxnLst>
                <a:cxn ang="0">
                  <a:pos x="102" y="0"/>
                </a:cxn>
                <a:cxn ang="0">
                  <a:pos x="102" y="0"/>
                </a:cxn>
                <a:cxn ang="0">
                  <a:pos x="95" y="2"/>
                </a:cxn>
                <a:cxn ang="0">
                  <a:pos x="88" y="6"/>
                </a:cxn>
                <a:cxn ang="0">
                  <a:pos x="83" y="12"/>
                </a:cxn>
                <a:cxn ang="0">
                  <a:pos x="79" y="19"/>
                </a:cxn>
                <a:cxn ang="0">
                  <a:pos x="79" y="19"/>
                </a:cxn>
                <a:cxn ang="0">
                  <a:pos x="72" y="38"/>
                </a:cxn>
                <a:cxn ang="0">
                  <a:pos x="62" y="54"/>
                </a:cxn>
                <a:cxn ang="0">
                  <a:pos x="52" y="71"/>
                </a:cxn>
                <a:cxn ang="0">
                  <a:pos x="42" y="87"/>
                </a:cxn>
                <a:cxn ang="0">
                  <a:pos x="42" y="87"/>
                </a:cxn>
                <a:cxn ang="0">
                  <a:pos x="36" y="101"/>
                </a:cxn>
                <a:cxn ang="0">
                  <a:pos x="31" y="115"/>
                </a:cxn>
                <a:cxn ang="0">
                  <a:pos x="20" y="144"/>
                </a:cxn>
                <a:cxn ang="0">
                  <a:pos x="20" y="144"/>
                </a:cxn>
                <a:cxn ang="0">
                  <a:pos x="15" y="159"/>
                </a:cxn>
                <a:cxn ang="0">
                  <a:pos x="8" y="173"/>
                </a:cxn>
                <a:cxn ang="0">
                  <a:pos x="3" y="189"/>
                </a:cxn>
                <a:cxn ang="0">
                  <a:pos x="1" y="196"/>
                </a:cxn>
                <a:cxn ang="0">
                  <a:pos x="0" y="203"/>
                </a:cxn>
                <a:cxn ang="0">
                  <a:pos x="0" y="203"/>
                </a:cxn>
                <a:cxn ang="0">
                  <a:pos x="0" y="205"/>
                </a:cxn>
                <a:cxn ang="0">
                  <a:pos x="1" y="207"/>
                </a:cxn>
                <a:cxn ang="0">
                  <a:pos x="2" y="208"/>
                </a:cxn>
                <a:cxn ang="0">
                  <a:pos x="4" y="208"/>
                </a:cxn>
                <a:cxn ang="0">
                  <a:pos x="7" y="207"/>
                </a:cxn>
                <a:cxn ang="0">
                  <a:pos x="8" y="205"/>
                </a:cxn>
                <a:cxn ang="0">
                  <a:pos x="9" y="203"/>
                </a:cxn>
                <a:cxn ang="0">
                  <a:pos x="9" y="203"/>
                </a:cxn>
                <a:cxn ang="0">
                  <a:pos x="10" y="198"/>
                </a:cxn>
                <a:cxn ang="0">
                  <a:pos x="11" y="193"/>
                </a:cxn>
                <a:cxn ang="0">
                  <a:pos x="15" y="181"/>
                </a:cxn>
                <a:cxn ang="0">
                  <a:pos x="20" y="171"/>
                </a:cxn>
                <a:cxn ang="0">
                  <a:pos x="25" y="161"/>
                </a:cxn>
                <a:cxn ang="0">
                  <a:pos x="25" y="161"/>
                </a:cxn>
                <a:cxn ang="0">
                  <a:pos x="34" y="136"/>
                </a:cxn>
                <a:cxn ang="0">
                  <a:pos x="41" y="111"/>
                </a:cxn>
                <a:cxn ang="0">
                  <a:pos x="41" y="111"/>
                </a:cxn>
                <a:cxn ang="0">
                  <a:pos x="47" y="97"/>
                </a:cxn>
                <a:cxn ang="0">
                  <a:pos x="55" y="83"/>
                </a:cxn>
                <a:cxn ang="0">
                  <a:pos x="72" y="56"/>
                </a:cxn>
                <a:cxn ang="0">
                  <a:pos x="72" y="56"/>
                </a:cxn>
                <a:cxn ang="0">
                  <a:pos x="78" y="44"/>
                </a:cxn>
                <a:cxn ang="0">
                  <a:pos x="85" y="29"/>
                </a:cxn>
                <a:cxn ang="0">
                  <a:pos x="89" y="21"/>
                </a:cxn>
                <a:cxn ang="0">
                  <a:pos x="94" y="16"/>
                </a:cxn>
                <a:cxn ang="0">
                  <a:pos x="99" y="11"/>
                </a:cxn>
                <a:cxn ang="0">
                  <a:pos x="102" y="10"/>
                </a:cxn>
                <a:cxn ang="0">
                  <a:pos x="105" y="9"/>
                </a:cxn>
                <a:cxn ang="0">
                  <a:pos x="105" y="9"/>
                </a:cxn>
                <a:cxn ang="0">
                  <a:pos x="107" y="8"/>
                </a:cxn>
                <a:cxn ang="0">
                  <a:pos x="108" y="7"/>
                </a:cxn>
                <a:cxn ang="0">
                  <a:pos x="108" y="6"/>
                </a:cxn>
                <a:cxn ang="0">
                  <a:pos x="108" y="4"/>
                </a:cxn>
                <a:cxn ang="0">
                  <a:pos x="106" y="1"/>
                </a:cxn>
                <a:cxn ang="0">
                  <a:pos x="104" y="0"/>
                </a:cxn>
                <a:cxn ang="0">
                  <a:pos x="102" y="0"/>
                </a:cxn>
                <a:cxn ang="0">
                  <a:pos x="102" y="0"/>
                </a:cxn>
              </a:cxnLst>
              <a:rect l="0" t="0" r="r" b="b"/>
              <a:pathLst>
                <a:path w="108" h="208">
                  <a:moveTo>
                    <a:pt x="102" y="0"/>
                  </a:moveTo>
                  <a:lnTo>
                    <a:pt x="102" y="0"/>
                  </a:lnTo>
                  <a:lnTo>
                    <a:pt x="95" y="2"/>
                  </a:lnTo>
                  <a:lnTo>
                    <a:pt x="88" y="6"/>
                  </a:lnTo>
                  <a:lnTo>
                    <a:pt x="83" y="12"/>
                  </a:lnTo>
                  <a:lnTo>
                    <a:pt x="79" y="19"/>
                  </a:lnTo>
                  <a:lnTo>
                    <a:pt x="79" y="19"/>
                  </a:lnTo>
                  <a:lnTo>
                    <a:pt x="72" y="38"/>
                  </a:lnTo>
                  <a:lnTo>
                    <a:pt x="62" y="54"/>
                  </a:lnTo>
                  <a:lnTo>
                    <a:pt x="52" y="71"/>
                  </a:lnTo>
                  <a:lnTo>
                    <a:pt x="42" y="87"/>
                  </a:lnTo>
                  <a:lnTo>
                    <a:pt x="42" y="87"/>
                  </a:lnTo>
                  <a:lnTo>
                    <a:pt x="36" y="101"/>
                  </a:lnTo>
                  <a:lnTo>
                    <a:pt x="31" y="115"/>
                  </a:lnTo>
                  <a:lnTo>
                    <a:pt x="20" y="144"/>
                  </a:lnTo>
                  <a:lnTo>
                    <a:pt x="20" y="144"/>
                  </a:lnTo>
                  <a:lnTo>
                    <a:pt x="15" y="159"/>
                  </a:lnTo>
                  <a:lnTo>
                    <a:pt x="8" y="173"/>
                  </a:lnTo>
                  <a:lnTo>
                    <a:pt x="3" y="189"/>
                  </a:lnTo>
                  <a:lnTo>
                    <a:pt x="1" y="196"/>
                  </a:lnTo>
                  <a:lnTo>
                    <a:pt x="0" y="203"/>
                  </a:lnTo>
                  <a:lnTo>
                    <a:pt x="0" y="203"/>
                  </a:lnTo>
                  <a:lnTo>
                    <a:pt x="0" y="205"/>
                  </a:lnTo>
                  <a:lnTo>
                    <a:pt x="1" y="207"/>
                  </a:lnTo>
                  <a:lnTo>
                    <a:pt x="2" y="208"/>
                  </a:lnTo>
                  <a:lnTo>
                    <a:pt x="4" y="208"/>
                  </a:lnTo>
                  <a:lnTo>
                    <a:pt x="7" y="207"/>
                  </a:lnTo>
                  <a:lnTo>
                    <a:pt x="8" y="205"/>
                  </a:lnTo>
                  <a:lnTo>
                    <a:pt x="9" y="203"/>
                  </a:lnTo>
                  <a:lnTo>
                    <a:pt x="9" y="203"/>
                  </a:lnTo>
                  <a:lnTo>
                    <a:pt x="10" y="198"/>
                  </a:lnTo>
                  <a:lnTo>
                    <a:pt x="11" y="193"/>
                  </a:lnTo>
                  <a:lnTo>
                    <a:pt x="15" y="181"/>
                  </a:lnTo>
                  <a:lnTo>
                    <a:pt x="20" y="171"/>
                  </a:lnTo>
                  <a:lnTo>
                    <a:pt x="25" y="161"/>
                  </a:lnTo>
                  <a:lnTo>
                    <a:pt x="25" y="161"/>
                  </a:lnTo>
                  <a:lnTo>
                    <a:pt x="34" y="136"/>
                  </a:lnTo>
                  <a:lnTo>
                    <a:pt x="41" y="111"/>
                  </a:lnTo>
                  <a:lnTo>
                    <a:pt x="41" y="111"/>
                  </a:lnTo>
                  <a:lnTo>
                    <a:pt x="47" y="97"/>
                  </a:lnTo>
                  <a:lnTo>
                    <a:pt x="55" y="83"/>
                  </a:lnTo>
                  <a:lnTo>
                    <a:pt x="72" y="56"/>
                  </a:lnTo>
                  <a:lnTo>
                    <a:pt x="72" y="56"/>
                  </a:lnTo>
                  <a:lnTo>
                    <a:pt x="78" y="44"/>
                  </a:lnTo>
                  <a:lnTo>
                    <a:pt x="85" y="29"/>
                  </a:lnTo>
                  <a:lnTo>
                    <a:pt x="89" y="21"/>
                  </a:lnTo>
                  <a:lnTo>
                    <a:pt x="94" y="16"/>
                  </a:lnTo>
                  <a:lnTo>
                    <a:pt x="99" y="11"/>
                  </a:lnTo>
                  <a:lnTo>
                    <a:pt x="102" y="10"/>
                  </a:lnTo>
                  <a:lnTo>
                    <a:pt x="105" y="9"/>
                  </a:lnTo>
                  <a:lnTo>
                    <a:pt x="105" y="9"/>
                  </a:lnTo>
                  <a:lnTo>
                    <a:pt x="107" y="8"/>
                  </a:lnTo>
                  <a:lnTo>
                    <a:pt x="108" y="7"/>
                  </a:lnTo>
                  <a:lnTo>
                    <a:pt x="108" y="6"/>
                  </a:lnTo>
                  <a:lnTo>
                    <a:pt x="108" y="4"/>
                  </a:lnTo>
                  <a:lnTo>
                    <a:pt x="106" y="1"/>
                  </a:lnTo>
                  <a:lnTo>
                    <a:pt x="104" y="0"/>
                  </a:lnTo>
                  <a:lnTo>
                    <a:pt x="102" y="0"/>
                  </a:lnTo>
                  <a:lnTo>
                    <a:pt x="102"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5" name="Freeform 466"/>
            <p:cNvSpPr/>
            <p:nvPr/>
          </p:nvSpPr>
          <p:spPr bwMode="auto">
            <a:xfrm>
              <a:off x="6492876" y="3363913"/>
              <a:ext cx="71438" cy="147638"/>
            </a:xfrm>
            <a:custGeom>
              <a:avLst/>
              <a:gdLst/>
              <a:ahLst/>
              <a:cxnLst>
                <a:cxn ang="0">
                  <a:pos x="123" y="4"/>
                </a:cxn>
                <a:cxn ang="0">
                  <a:pos x="123" y="4"/>
                </a:cxn>
                <a:cxn ang="0">
                  <a:pos x="122" y="12"/>
                </a:cxn>
                <a:cxn ang="0">
                  <a:pos x="120" y="19"/>
                </a:cxn>
                <a:cxn ang="0">
                  <a:pos x="116" y="28"/>
                </a:cxn>
                <a:cxn ang="0">
                  <a:pos x="112" y="35"/>
                </a:cxn>
                <a:cxn ang="0">
                  <a:pos x="104" y="49"/>
                </a:cxn>
                <a:cxn ang="0">
                  <a:pos x="96" y="63"/>
                </a:cxn>
                <a:cxn ang="0">
                  <a:pos x="96" y="63"/>
                </a:cxn>
                <a:cxn ang="0">
                  <a:pos x="89" y="79"/>
                </a:cxn>
                <a:cxn ang="0">
                  <a:pos x="82" y="96"/>
                </a:cxn>
                <a:cxn ang="0">
                  <a:pos x="75" y="111"/>
                </a:cxn>
                <a:cxn ang="0">
                  <a:pos x="68" y="128"/>
                </a:cxn>
                <a:cxn ang="0">
                  <a:pos x="68" y="128"/>
                </a:cxn>
                <a:cxn ang="0">
                  <a:pos x="50" y="164"/>
                </a:cxn>
                <a:cxn ang="0">
                  <a:pos x="34" y="199"/>
                </a:cxn>
                <a:cxn ang="0">
                  <a:pos x="1" y="272"/>
                </a:cxn>
                <a:cxn ang="0">
                  <a:pos x="1" y="272"/>
                </a:cxn>
                <a:cxn ang="0">
                  <a:pos x="0" y="275"/>
                </a:cxn>
                <a:cxn ang="0">
                  <a:pos x="1" y="276"/>
                </a:cxn>
                <a:cxn ang="0">
                  <a:pos x="3" y="279"/>
                </a:cxn>
                <a:cxn ang="0">
                  <a:pos x="4" y="279"/>
                </a:cxn>
                <a:cxn ang="0">
                  <a:pos x="6" y="279"/>
                </a:cxn>
                <a:cxn ang="0">
                  <a:pos x="8" y="279"/>
                </a:cxn>
                <a:cxn ang="0">
                  <a:pos x="9" y="277"/>
                </a:cxn>
                <a:cxn ang="0">
                  <a:pos x="9" y="277"/>
                </a:cxn>
                <a:cxn ang="0">
                  <a:pos x="43" y="200"/>
                </a:cxn>
                <a:cxn ang="0">
                  <a:pos x="80" y="125"/>
                </a:cxn>
                <a:cxn ang="0">
                  <a:pos x="80" y="125"/>
                </a:cxn>
                <a:cxn ang="0">
                  <a:pos x="87" y="107"/>
                </a:cxn>
                <a:cxn ang="0">
                  <a:pos x="95" y="90"/>
                </a:cxn>
                <a:cxn ang="0">
                  <a:pos x="102" y="72"/>
                </a:cxn>
                <a:cxn ang="0">
                  <a:pos x="110" y="55"/>
                </a:cxn>
                <a:cxn ang="0">
                  <a:pos x="110" y="55"/>
                </a:cxn>
                <a:cxn ang="0">
                  <a:pos x="125" y="31"/>
                </a:cxn>
                <a:cxn ang="0">
                  <a:pos x="128" y="25"/>
                </a:cxn>
                <a:cxn ang="0">
                  <a:pos x="130" y="18"/>
                </a:cxn>
                <a:cxn ang="0">
                  <a:pos x="132" y="11"/>
                </a:cxn>
                <a:cxn ang="0">
                  <a:pos x="133" y="4"/>
                </a:cxn>
                <a:cxn ang="0">
                  <a:pos x="133" y="4"/>
                </a:cxn>
                <a:cxn ang="0">
                  <a:pos x="132" y="2"/>
                </a:cxn>
                <a:cxn ang="0">
                  <a:pos x="131" y="1"/>
                </a:cxn>
                <a:cxn ang="0">
                  <a:pos x="130" y="0"/>
                </a:cxn>
                <a:cxn ang="0">
                  <a:pos x="128" y="0"/>
                </a:cxn>
                <a:cxn ang="0">
                  <a:pos x="127" y="0"/>
                </a:cxn>
                <a:cxn ang="0">
                  <a:pos x="125" y="1"/>
                </a:cxn>
                <a:cxn ang="0">
                  <a:pos x="124" y="2"/>
                </a:cxn>
                <a:cxn ang="0">
                  <a:pos x="123" y="4"/>
                </a:cxn>
                <a:cxn ang="0">
                  <a:pos x="123" y="4"/>
                </a:cxn>
              </a:cxnLst>
              <a:rect l="0" t="0" r="r" b="b"/>
              <a:pathLst>
                <a:path w="133" h="279">
                  <a:moveTo>
                    <a:pt x="123" y="4"/>
                  </a:moveTo>
                  <a:lnTo>
                    <a:pt x="123" y="4"/>
                  </a:lnTo>
                  <a:lnTo>
                    <a:pt x="122" y="12"/>
                  </a:lnTo>
                  <a:lnTo>
                    <a:pt x="120" y="19"/>
                  </a:lnTo>
                  <a:lnTo>
                    <a:pt x="116" y="28"/>
                  </a:lnTo>
                  <a:lnTo>
                    <a:pt x="112" y="35"/>
                  </a:lnTo>
                  <a:lnTo>
                    <a:pt x="104" y="49"/>
                  </a:lnTo>
                  <a:lnTo>
                    <a:pt x="96" y="63"/>
                  </a:lnTo>
                  <a:lnTo>
                    <a:pt x="96" y="63"/>
                  </a:lnTo>
                  <a:lnTo>
                    <a:pt x="89" y="79"/>
                  </a:lnTo>
                  <a:lnTo>
                    <a:pt x="82" y="96"/>
                  </a:lnTo>
                  <a:lnTo>
                    <a:pt x="75" y="111"/>
                  </a:lnTo>
                  <a:lnTo>
                    <a:pt x="68" y="128"/>
                  </a:lnTo>
                  <a:lnTo>
                    <a:pt x="68" y="128"/>
                  </a:lnTo>
                  <a:lnTo>
                    <a:pt x="50" y="164"/>
                  </a:lnTo>
                  <a:lnTo>
                    <a:pt x="34" y="199"/>
                  </a:lnTo>
                  <a:lnTo>
                    <a:pt x="1" y="272"/>
                  </a:lnTo>
                  <a:lnTo>
                    <a:pt x="1" y="272"/>
                  </a:lnTo>
                  <a:lnTo>
                    <a:pt x="0" y="275"/>
                  </a:lnTo>
                  <a:lnTo>
                    <a:pt x="1" y="276"/>
                  </a:lnTo>
                  <a:lnTo>
                    <a:pt x="3" y="279"/>
                  </a:lnTo>
                  <a:lnTo>
                    <a:pt x="4" y="279"/>
                  </a:lnTo>
                  <a:lnTo>
                    <a:pt x="6" y="279"/>
                  </a:lnTo>
                  <a:lnTo>
                    <a:pt x="8" y="279"/>
                  </a:lnTo>
                  <a:lnTo>
                    <a:pt x="9" y="277"/>
                  </a:lnTo>
                  <a:lnTo>
                    <a:pt x="9" y="277"/>
                  </a:lnTo>
                  <a:lnTo>
                    <a:pt x="43" y="200"/>
                  </a:lnTo>
                  <a:lnTo>
                    <a:pt x="80" y="125"/>
                  </a:lnTo>
                  <a:lnTo>
                    <a:pt x="80" y="125"/>
                  </a:lnTo>
                  <a:lnTo>
                    <a:pt x="87" y="107"/>
                  </a:lnTo>
                  <a:lnTo>
                    <a:pt x="95" y="90"/>
                  </a:lnTo>
                  <a:lnTo>
                    <a:pt x="102" y="72"/>
                  </a:lnTo>
                  <a:lnTo>
                    <a:pt x="110" y="55"/>
                  </a:lnTo>
                  <a:lnTo>
                    <a:pt x="110" y="55"/>
                  </a:lnTo>
                  <a:lnTo>
                    <a:pt x="125" y="31"/>
                  </a:lnTo>
                  <a:lnTo>
                    <a:pt x="128" y="25"/>
                  </a:lnTo>
                  <a:lnTo>
                    <a:pt x="130" y="18"/>
                  </a:lnTo>
                  <a:lnTo>
                    <a:pt x="132" y="11"/>
                  </a:lnTo>
                  <a:lnTo>
                    <a:pt x="133" y="4"/>
                  </a:lnTo>
                  <a:lnTo>
                    <a:pt x="133" y="4"/>
                  </a:lnTo>
                  <a:lnTo>
                    <a:pt x="132" y="2"/>
                  </a:lnTo>
                  <a:lnTo>
                    <a:pt x="131" y="1"/>
                  </a:lnTo>
                  <a:lnTo>
                    <a:pt x="130" y="0"/>
                  </a:lnTo>
                  <a:lnTo>
                    <a:pt x="128" y="0"/>
                  </a:lnTo>
                  <a:lnTo>
                    <a:pt x="127" y="0"/>
                  </a:lnTo>
                  <a:lnTo>
                    <a:pt x="125" y="1"/>
                  </a:lnTo>
                  <a:lnTo>
                    <a:pt x="124" y="2"/>
                  </a:lnTo>
                  <a:lnTo>
                    <a:pt x="123" y="4"/>
                  </a:lnTo>
                  <a:lnTo>
                    <a:pt x="12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6" name="Freeform 467"/>
            <p:cNvSpPr/>
            <p:nvPr/>
          </p:nvSpPr>
          <p:spPr bwMode="auto">
            <a:xfrm>
              <a:off x="6561138" y="3363913"/>
              <a:ext cx="25400" cy="63500"/>
            </a:xfrm>
            <a:custGeom>
              <a:avLst/>
              <a:gdLst/>
              <a:ahLst/>
              <a:cxnLst>
                <a:cxn ang="0">
                  <a:pos x="47" y="3"/>
                </a:cxn>
                <a:cxn ang="0">
                  <a:pos x="47" y="3"/>
                </a:cxn>
                <a:cxn ang="0">
                  <a:pos x="46" y="1"/>
                </a:cxn>
                <a:cxn ang="0">
                  <a:pos x="45" y="0"/>
                </a:cxn>
                <a:cxn ang="0">
                  <a:pos x="43" y="0"/>
                </a:cxn>
                <a:cxn ang="0">
                  <a:pos x="42" y="0"/>
                </a:cxn>
                <a:cxn ang="0">
                  <a:pos x="39" y="2"/>
                </a:cxn>
                <a:cxn ang="0">
                  <a:pos x="38" y="3"/>
                </a:cxn>
                <a:cxn ang="0">
                  <a:pos x="38" y="5"/>
                </a:cxn>
                <a:cxn ang="0">
                  <a:pos x="38" y="5"/>
                </a:cxn>
                <a:cxn ang="0">
                  <a:pos x="38" y="12"/>
                </a:cxn>
                <a:cxn ang="0">
                  <a:pos x="37" y="19"/>
                </a:cxn>
                <a:cxn ang="0">
                  <a:pos x="35" y="27"/>
                </a:cxn>
                <a:cxn ang="0">
                  <a:pos x="32" y="35"/>
                </a:cxn>
                <a:cxn ang="0">
                  <a:pos x="25" y="49"/>
                </a:cxn>
                <a:cxn ang="0">
                  <a:pos x="18" y="63"/>
                </a:cxn>
                <a:cxn ang="0">
                  <a:pos x="18" y="63"/>
                </a:cxn>
                <a:cxn ang="0">
                  <a:pos x="8" y="87"/>
                </a:cxn>
                <a:cxn ang="0">
                  <a:pos x="0" y="112"/>
                </a:cxn>
                <a:cxn ang="0">
                  <a:pos x="0" y="112"/>
                </a:cxn>
                <a:cxn ang="0">
                  <a:pos x="0" y="114"/>
                </a:cxn>
                <a:cxn ang="0">
                  <a:pos x="1" y="115"/>
                </a:cxn>
                <a:cxn ang="0">
                  <a:pos x="2" y="116"/>
                </a:cxn>
                <a:cxn ang="0">
                  <a:pos x="3" y="118"/>
                </a:cxn>
                <a:cxn ang="0">
                  <a:pos x="5" y="118"/>
                </a:cxn>
                <a:cxn ang="0">
                  <a:pos x="7" y="118"/>
                </a:cxn>
                <a:cxn ang="0">
                  <a:pos x="8" y="116"/>
                </a:cxn>
                <a:cxn ang="0">
                  <a:pos x="9" y="114"/>
                </a:cxn>
                <a:cxn ang="0">
                  <a:pos x="9" y="114"/>
                </a:cxn>
                <a:cxn ang="0">
                  <a:pos x="14" y="96"/>
                </a:cxn>
                <a:cxn ang="0">
                  <a:pos x="21" y="78"/>
                </a:cxn>
                <a:cxn ang="0">
                  <a:pos x="37" y="44"/>
                </a:cxn>
                <a:cxn ang="0">
                  <a:pos x="37" y="44"/>
                </a:cxn>
                <a:cxn ang="0">
                  <a:pos x="41" y="34"/>
                </a:cxn>
                <a:cxn ang="0">
                  <a:pos x="45" y="24"/>
                </a:cxn>
                <a:cxn ang="0">
                  <a:pos x="47" y="14"/>
                </a:cxn>
                <a:cxn ang="0">
                  <a:pos x="47" y="8"/>
                </a:cxn>
                <a:cxn ang="0">
                  <a:pos x="47" y="3"/>
                </a:cxn>
                <a:cxn ang="0">
                  <a:pos x="47" y="3"/>
                </a:cxn>
              </a:cxnLst>
              <a:rect l="0" t="0" r="r" b="b"/>
              <a:pathLst>
                <a:path w="47" h="118">
                  <a:moveTo>
                    <a:pt x="47" y="3"/>
                  </a:moveTo>
                  <a:lnTo>
                    <a:pt x="47" y="3"/>
                  </a:lnTo>
                  <a:lnTo>
                    <a:pt x="46" y="1"/>
                  </a:lnTo>
                  <a:lnTo>
                    <a:pt x="45" y="0"/>
                  </a:lnTo>
                  <a:lnTo>
                    <a:pt x="43" y="0"/>
                  </a:lnTo>
                  <a:lnTo>
                    <a:pt x="42" y="0"/>
                  </a:lnTo>
                  <a:lnTo>
                    <a:pt x="39" y="2"/>
                  </a:lnTo>
                  <a:lnTo>
                    <a:pt x="38" y="3"/>
                  </a:lnTo>
                  <a:lnTo>
                    <a:pt x="38" y="5"/>
                  </a:lnTo>
                  <a:lnTo>
                    <a:pt x="38" y="5"/>
                  </a:lnTo>
                  <a:lnTo>
                    <a:pt x="38" y="12"/>
                  </a:lnTo>
                  <a:lnTo>
                    <a:pt x="37" y="19"/>
                  </a:lnTo>
                  <a:lnTo>
                    <a:pt x="35" y="27"/>
                  </a:lnTo>
                  <a:lnTo>
                    <a:pt x="32" y="35"/>
                  </a:lnTo>
                  <a:lnTo>
                    <a:pt x="25" y="49"/>
                  </a:lnTo>
                  <a:lnTo>
                    <a:pt x="18" y="63"/>
                  </a:lnTo>
                  <a:lnTo>
                    <a:pt x="18" y="63"/>
                  </a:lnTo>
                  <a:lnTo>
                    <a:pt x="8" y="87"/>
                  </a:lnTo>
                  <a:lnTo>
                    <a:pt x="0" y="112"/>
                  </a:lnTo>
                  <a:lnTo>
                    <a:pt x="0" y="112"/>
                  </a:lnTo>
                  <a:lnTo>
                    <a:pt x="0" y="114"/>
                  </a:lnTo>
                  <a:lnTo>
                    <a:pt x="1" y="115"/>
                  </a:lnTo>
                  <a:lnTo>
                    <a:pt x="2" y="116"/>
                  </a:lnTo>
                  <a:lnTo>
                    <a:pt x="3" y="118"/>
                  </a:lnTo>
                  <a:lnTo>
                    <a:pt x="5" y="118"/>
                  </a:lnTo>
                  <a:lnTo>
                    <a:pt x="7" y="118"/>
                  </a:lnTo>
                  <a:lnTo>
                    <a:pt x="8" y="116"/>
                  </a:lnTo>
                  <a:lnTo>
                    <a:pt x="9" y="114"/>
                  </a:lnTo>
                  <a:lnTo>
                    <a:pt x="9" y="114"/>
                  </a:lnTo>
                  <a:lnTo>
                    <a:pt x="14" y="96"/>
                  </a:lnTo>
                  <a:lnTo>
                    <a:pt x="21" y="78"/>
                  </a:lnTo>
                  <a:lnTo>
                    <a:pt x="37" y="44"/>
                  </a:lnTo>
                  <a:lnTo>
                    <a:pt x="37" y="44"/>
                  </a:lnTo>
                  <a:lnTo>
                    <a:pt x="41" y="34"/>
                  </a:lnTo>
                  <a:lnTo>
                    <a:pt x="45" y="24"/>
                  </a:lnTo>
                  <a:lnTo>
                    <a:pt x="47" y="14"/>
                  </a:lnTo>
                  <a:lnTo>
                    <a:pt x="47" y="8"/>
                  </a:lnTo>
                  <a:lnTo>
                    <a:pt x="47" y="3"/>
                  </a:lnTo>
                  <a:lnTo>
                    <a:pt x="4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7" name="Freeform 468"/>
            <p:cNvSpPr/>
            <p:nvPr/>
          </p:nvSpPr>
          <p:spPr bwMode="auto">
            <a:xfrm>
              <a:off x="6578601" y="3381375"/>
              <a:ext cx="22225" cy="47625"/>
            </a:xfrm>
            <a:custGeom>
              <a:avLst/>
              <a:gdLst/>
              <a:ahLst/>
              <a:cxnLst>
                <a:cxn ang="0">
                  <a:pos x="33" y="4"/>
                </a:cxn>
                <a:cxn ang="0">
                  <a:pos x="33" y="4"/>
                </a:cxn>
                <a:cxn ang="0">
                  <a:pos x="33" y="9"/>
                </a:cxn>
                <a:cxn ang="0">
                  <a:pos x="31" y="14"/>
                </a:cxn>
                <a:cxn ang="0">
                  <a:pos x="28" y="24"/>
                </a:cxn>
                <a:cxn ang="0">
                  <a:pos x="23" y="32"/>
                </a:cxn>
                <a:cxn ang="0">
                  <a:pos x="19" y="41"/>
                </a:cxn>
                <a:cxn ang="0">
                  <a:pos x="19" y="41"/>
                </a:cxn>
                <a:cxn ang="0">
                  <a:pos x="11" y="63"/>
                </a:cxn>
                <a:cxn ang="0">
                  <a:pos x="6" y="72"/>
                </a:cxn>
                <a:cxn ang="0">
                  <a:pos x="1" y="82"/>
                </a:cxn>
                <a:cxn ang="0">
                  <a:pos x="1" y="82"/>
                </a:cxn>
                <a:cxn ang="0">
                  <a:pos x="0" y="85"/>
                </a:cxn>
                <a:cxn ang="0">
                  <a:pos x="0" y="87"/>
                </a:cxn>
                <a:cxn ang="0">
                  <a:pos x="1" y="88"/>
                </a:cxn>
                <a:cxn ang="0">
                  <a:pos x="2" y="89"/>
                </a:cxn>
                <a:cxn ang="0">
                  <a:pos x="4" y="90"/>
                </a:cxn>
                <a:cxn ang="0">
                  <a:pos x="6" y="90"/>
                </a:cxn>
                <a:cxn ang="0">
                  <a:pos x="7" y="89"/>
                </a:cxn>
                <a:cxn ang="0">
                  <a:pos x="9" y="88"/>
                </a:cxn>
                <a:cxn ang="0">
                  <a:pos x="9" y="88"/>
                </a:cxn>
                <a:cxn ang="0">
                  <a:pos x="15" y="76"/>
                </a:cxn>
                <a:cxn ang="0">
                  <a:pos x="19" y="64"/>
                </a:cxn>
                <a:cxn ang="0">
                  <a:pos x="25" y="53"/>
                </a:cxn>
                <a:cxn ang="0">
                  <a:pos x="30" y="41"/>
                </a:cxn>
                <a:cxn ang="0">
                  <a:pos x="30" y="41"/>
                </a:cxn>
                <a:cxn ang="0">
                  <a:pos x="34" y="32"/>
                </a:cxn>
                <a:cxn ang="0">
                  <a:pos x="38" y="24"/>
                </a:cxn>
                <a:cxn ang="0">
                  <a:pos x="41" y="14"/>
                </a:cxn>
                <a:cxn ang="0">
                  <a:pos x="42" y="4"/>
                </a:cxn>
                <a:cxn ang="0">
                  <a:pos x="42" y="4"/>
                </a:cxn>
                <a:cxn ang="0">
                  <a:pos x="42" y="2"/>
                </a:cxn>
                <a:cxn ang="0">
                  <a:pos x="41" y="1"/>
                </a:cxn>
                <a:cxn ang="0">
                  <a:pos x="40" y="0"/>
                </a:cxn>
                <a:cxn ang="0">
                  <a:pos x="38" y="0"/>
                </a:cxn>
                <a:cxn ang="0">
                  <a:pos x="35" y="1"/>
                </a:cxn>
                <a:cxn ang="0">
                  <a:pos x="34" y="2"/>
                </a:cxn>
                <a:cxn ang="0">
                  <a:pos x="33" y="4"/>
                </a:cxn>
                <a:cxn ang="0">
                  <a:pos x="33" y="4"/>
                </a:cxn>
              </a:cxnLst>
              <a:rect l="0" t="0" r="r" b="b"/>
              <a:pathLst>
                <a:path w="42" h="90">
                  <a:moveTo>
                    <a:pt x="33" y="4"/>
                  </a:moveTo>
                  <a:lnTo>
                    <a:pt x="33" y="4"/>
                  </a:lnTo>
                  <a:lnTo>
                    <a:pt x="33" y="9"/>
                  </a:lnTo>
                  <a:lnTo>
                    <a:pt x="31" y="14"/>
                  </a:lnTo>
                  <a:lnTo>
                    <a:pt x="28" y="24"/>
                  </a:lnTo>
                  <a:lnTo>
                    <a:pt x="23" y="32"/>
                  </a:lnTo>
                  <a:lnTo>
                    <a:pt x="19" y="41"/>
                  </a:lnTo>
                  <a:lnTo>
                    <a:pt x="19" y="41"/>
                  </a:lnTo>
                  <a:lnTo>
                    <a:pt x="11" y="63"/>
                  </a:lnTo>
                  <a:lnTo>
                    <a:pt x="6" y="72"/>
                  </a:lnTo>
                  <a:lnTo>
                    <a:pt x="1" y="82"/>
                  </a:lnTo>
                  <a:lnTo>
                    <a:pt x="1" y="82"/>
                  </a:lnTo>
                  <a:lnTo>
                    <a:pt x="0" y="85"/>
                  </a:lnTo>
                  <a:lnTo>
                    <a:pt x="0" y="87"/>
                  </a:lnTo>
                  <a:lnTo>
                    <a:pt x="1" y="88"/>
                  </a:lnTo>
                  <a:lnTo>
                    <a:pt x="2" y="89"/>
                  </a:lnTo>
                  <a:lnTo>
                    <a:pt x="4" y="90"/>
                  </a:lnTo>
                  <a:lnTo>
                    <a:pt x="6" y="90"/>
                  </a:lnTo>
                  <a:lnTo>
                    <a:pt x="7" y="89"/>
                  </a:lnTo>
                  <a:lnTo>
                    <a:pt x="9" y="88"/>
                  </a:lnTo>
                  <a:lnTo>
                    <a:pt x="9" y="88"/>
                  </a:lnTo>
                  <a:lnTo>
                    <a:pt x="15" y="76"/>
                  </a:lnTo>
                  <a:lnTo>
                    <a:pt x="19" y="64"/>
                  </a:lnTo>
                  <a:lnTo>
                    <a:pt x="25" y="53"/>
                  </a:lnTo>
                  <a:lnTo>
                    <a:pt x="30" y="41"/>
                  </a:lnTo>
                  <a:lnTo>
                    <a:pt x="30" y="41"/>
                  </a:lnTo>
                  <a:lnTo>
                    <a:pt x="34" y="32"/>
                  </a:lnTo>
                  <a:lnTo>
                    <a:pt x="38" y="24"/>
                  </a:lnTo>
                  <a:lnTo>
                    <a:pt x="41" y="14"/>
                  </a:lnTo>
                  <a:lnTo>
                    <a:pt x="42" y="4"/>
                  </a:lnTo>
                  <a:lnTo>
                    <a:pt x="42" y="4"/>
                  </a:lnTo>
                  <a:lnTo>
                    <a:pt x="42" y="2"/>
                  </a:lnTo>
                  <a:lnTo>
                    <a:pt x="41" y="1"/>
                  </a:lnTo>
                  <a:lnTo>
                    <a:pt x="40" y="0"/>
                  </a:lnTo>
                  <a:lnTo>
                    <a:pt x="38" y="0"/>
                  </a:lnTo>
                  <a:lnTo>
                    <a:pt x="35" y="1"/>
                  </a:lnTo>
                  <a:lnTo>
                    <a:pt x="34" y="2"/>
                  </a:lnTo>
                  <a:lnTo>
                    <a:pt x="33" y="4"/>
                  </a:lnTo>
                  <a:lnTo>
                    <a:pt x="3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8" name="Freeform 469"/>
            <p:cNvSpPr/>
            <p:nvPr/>
          </p:nvSpPr>
          <p:spPr bwMode="auto">
            <a:xfrm>
              <a:off x="6600826" y="3389313"/>
              <a:ext cx="17463" cy="52388"/>
            </a:xfrm>
            <a:custGeom>
              <a:avLst/>
              <a:gdLst/>
              <a:ahLst/>
              <a:cxnLst>
                <a:cxn ang="0">
                  <a:pos x="24" y="4"/>
                </a:cxn>
                <a:cxn ang="0">
                  <a:pos x="24" y="4"/>
                </a:cxn>
                <a:cxn ang="0">
                  <a:pos x="24" y="15"/>
                </a:cxn>
                <a:cxn ang="0">
                  <a:pos x="23" y="23"/>
                </a:cxn>
                <a:cxn ang="0">
                  <a:pos x="19" y="43"/>
                </a:cxn>
                <a:cxn ang="0">
                  <a:pos x="19" y="43"/>
                </a:cxn>
                <a:cxn ang="0">
                  <a:pos x="16" y="55"/>
                </a:cxn>
                <a:cxn ang="0">
                  <a:pos x="13" y="68"/>
                </a:cxn>
                <a:cxn ang="0">
                  <a:pos x="8" y="80"/>
                </a:cxn>
                <a:cxn ang="0">
                  <a:pos x="5" y="86"/>
                </a:cxn>
                <a:cxn ang="0">
                  <a:pos x="1" y="92"/>
                </a:cxn>
                <a:cxn ang="0">
                  <a:pos x="1" y="92"/>
                </a:cxn>
                <a:cxn ang="0">
                  <a:pos x="0" y="94"/>
                </a:cxn>
                <a:cxn ang="0">
                  <a:pos x="0" y="96"/>
                </a:cxn>
                <a:cxn ang="0">
                  <a:pos x="1" y="97"/>
                </a:cxn>
                <a:cxn ang="0">
                  <a:pos x="3" y="98"/>
                </a:cxn>
                <a:cxn ang="0">
                  <a:pos x="4" y="99"/>
                </a:cxn>
                <a:cxn ang="0">
                  <a:pos x="6" y="99"/>
                </a:cxn>
                <a:cxn ang="0">
                  <a:pos x="8" y="98"/>
                </a:cxn>
                <a:cxn ang="0">
                  <a:pos x="9" y="97"/>
                </a:cxn>
                <a:cxn ang="0">
                  <a:pos x="9" y="97"/>
                </a:cxn>
                <a:cxn ang="0">
                  <a:pos x="16" y="86"/>
                </a:cxn>
                <a:cxn ang="0">
                  <a:pos x="21" y="75"/>
                </a:cxn>
                <a:cxn ang="0">
                  <a:pos x="24" y="63"/>
                </a:cxn>
                <a:cxn ang="0">
                  <a:pos x="27" y="50"/>
                </a:cxn>
                <a:cxn ang="0">
                  <a:pos x="27" y="50"/>
                </a:cxn>
                <a:cxn ang="0">
                  <a:pos x="31" y="27"/>
                </a:cxn>
                <a:cxn ang="0">
                  <a:pos x="33" y="17"/>
                </a:cxn>
                <a:cxn ang="0">
                  <a:pos x="34" y="4"/>
                </a:cxn>
                <a:cxn ang="0">
                  <a:pos x="34" y="4"/>
                </a:cxn>
                <a:cxn ang="0">
                  <a:pos x="33" y="2"/>
                </a:cxn>
                <a:cxn ang="0">
                  <a:pos x="32" y="1"/>
                </a:cxn>
                <a:cxn ang="0">
                  <a:pos x="31" y="0"/>
                </a:cxn>
                <a:cxn ang="0">
                  <a:pos x="29" y="0"/>
                </a:cxn>
                <a:cxn ang="0">
                  <a:pos x="27" y="0"/>
                </a:cxn>
                <a:cxn ang="0">
                  <a:pos x="26" y="1"/>
                </a:cxn>
                <a:cxn ang="0">
                  <a:pos x="25" y="2"/>
                </a:cxn>
                <a:cxn ang="0">
                  <a:pos x="24" y="4"/>
                </a:cxn>
                <a:cxn ang="0">
                  <a:pos x="24" y="4"/>
                </a:cxn>
              </a:cxnLst>
              <a:rect l="0" t="0" r="r" b="b"/>
              <a:pathLst>
                <a:path w="34" h="99">
                  <a:moveTo>
                    <a:pt x="24" y="4"/>
                  </a:moveTo>
                  <a:lnTo>
                    <a:pt x="24" y="4"/>
                  </a:lnTo>
                  <a:lnTo>
                    <a:pt x="24" y="15"/>
                  </a:lnTo>
                  <a:lnTo>
                    <a:pt x="23" y="23"/>
                  </a:lnTo>
                  <a:lnTo>
                    <a:pt x="19" y="43"/>
                  </a:lnTo>
                  <a:lnTo>
                    <a:pt x="19" y="43"/>
                  </a:lnTo>
                  <a:lnTo>
                    <a:pt x="16" y="55"/>
                  </a:lnTo>
                  <a:lnTo>
                    <a:pt x="13" y="68"/>
                  </a:lnTo>
                  <a:lnTo>
                    <a:pt x="8" y="80"/>
                  </a:lnTo>
                  <a:lnTo>
                    <a:pt x="5" y="86"/>
                  </a:lnTo>
                  <a:lnTo>
                    <a:pt x="1" y="92"/>
                  </a:lnTo>
                  <a:lnTo>
                    <a:pt x="1" y="92"/>
                  </a:lnTo>
                  <a:lnTo>
                    <a:pt x="0" y="94"/>
                  </a:lnTo>
                  <a:lnTo>
                    <a:pt x="0" y="96"/>
                  </a:lnTo>
                  <a:lnTo>
                    <a:pt x="1" y="97"/>
                  </a:lnTo>
                  <a:lnTo>
                    <a:pt x="3" y="98"/>
                  </a:lnTo>
                  <a:lnTo>
                    <a:pt x="4" y="99"/>
                  </a:lnTo>
                  <a:lnTo>
                    <a:pt x="6" y="99"/>
                  </a:lnTo>
                  <a:lnTo>
                    <a:pt x="8" y="98"/>
                  </a:lnTo>
                  <a:lnTo>
                    <a:pt x="9" y="97"/>
                  </a:lnTo>
                  <a:lnTo>
                    <a:pt x="9" y="97"/>
                  </a:lnTo>
                  <a:lnTo>
                    <a:pt x="16" y="86"/>
                  </a:lnTo>
                  <a:lnTo>
                    <a:pt x="21" y="75"/>
                  </a:lnTo>
                  <a:lnTo>
                    <a:pt x="24" y="63"/>
                  </a:lnTo>
                  <a:lnTo>
                    <a:pt x="27" y="50"/>
                  </a:lnTo>
                  <a:lnTo>
                    <a:pt x="27" y="50"/>
                  </a:lnTo>
                  <a:lnTo>
                    <a:pt x="31" y="27"/>
                  </a:lnTo>
                  <a:lnTo>
                    <a:pt x="33" y="17"/>
                  </a:lnTo>
                  <a:lnTo>
                    <a:pt x="34" y="4"/>
                  </a:lnTo>
                  <a:lnTo>
                    <a:pt x="34" y="4"/>
                  </a:lnTo>
                  <a:lnTo>
                    <a:pt x="33" y="2"/>
                  </a:lnTo>
                  <a:lnTo>
                    <a:pt x="32" y="1"/>
                  </a:lnTo>
                  <a:lnTo>
                    <a:pt x="31" y="0"/>
                  </a:lnTo>
                  <a:lnTo>
                    <a:pt x="29" y="0"/>
                  </a:lnTo>
                  <a:lnTo>
                    <a:pt x="27" y="0"/>
                  </a:lnTo>
                  <a:lnTo>
                    <a:pt x="26" y="1"/>
                  </a:lnTo>
                  <a:lnTo>
                    <a:pt x="25" y="2"/>
                  </a:lnTo>
                  <a:lnTo>
                    <a:pt x="24" y="4"/>
                  </a:lnTo>
                  <a:lnTo>
                    <a:pt x="2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19" name="Freeform 470"/>
            <p:cNvSpPr/>
            <p:nvPr/>
          </p:nvSpPr>
          <p:spPr bwMode="auto">
            <a:xfrm>
              <a:off x="6521451" y="3475038"/>
              <a:ext cx="17463" cy="39688"/>
            </a:xfrm>
            <a:custGeom>
              <a:avLst/>
              <a:gdLst/>
              <a:ahLst/>
              <a:cxnLst>
                <a:cxn ang="0">
                  <a:pos x="24" y="2"/>
                </a:cxn>
                <a:cxn ang="0">
                  <a:pos x="24" y="2"/>
                </a:cxn>
                <a:cxn ang="0">
                  <a:pos x="19" y="10"/>
                </a:cxn>
                <a:cxn ang="0">
                  <a:pos x="15" y="18"/>
                </a:cxn>
                <a:cxn ang="0">
                  <a:pos x="11" y="26"/>
                </a:cxn>
                <a:cxn ang="0">
                  <a:pos x="7" y="35"/>
                </a:cxn>
                <a:cxn ang="0">
                  <a:pos x="4" y="44"/>
                </a:cxn>
                <a:cxn ang="0">
                  <a:pos x="2" y="53"/>
                </a:cxn>
                <a:cxn ang="0">
                  <a:pos x="0" y="62"/>
                </a:cxn>
                <a:cxn ang="0">
                  <a:pos x="0" y="71"/>
                </a:cxn>
                <a:cxn ang="0">
                  <a:pos x="0" y="71"/>
                </a:cxn>
                <a:cxn ang="0">
                  <a:pos x="0" y="73"/>
                </a:cxn>
                <a:cxn ang="0">
                  <a:pos x="1" y="75"/>
                </a:cxn>
                <a:cxn ang="0">
                  <a:pos x="2" y="76"/>
                </a:cxn>
                <a:cxn ang="0">
                  <a:pos x="4" y="76"/>
                </a:cxn>
                <a:cxn ang="0">
                  <a:pos x="7" y="76"/>
                </a:cxn>
                <a:cxn ang="0">
                  <a:pos x="8" y="75"/>
                </a:cxn>
                <a:cxn ang="0">
                  <a:pos x="9" y="73"/>
                </a:cxn>
                <a:cxn ang="0">
                  <a:pos x="10" y="71"/>
                </a:cxn>
                <a:cxn ang="0">
                  <a:pos x="10" y="71"/>
                </a:cxn>
                <a:cxn ang="0">
                  <a:pos x="10" y="62"/>
                </a:cxn>
                <a:cxn ang="0">
                  <a:pos x="12" y="54"/>
                </a:cxn>
                <a:cxn ang="0">
                  <a:pos x="14" y="46"/>
                </a:cxn>
                <a:cxn ang="0">
                  <a:pos x="16" y="38"/>
                </a:cxn>
                <a:cxn ang="0">
                  <a:pos x="23" y="22"/>
                </a:cxn>
                <a:cxn ang="0">
                  <a:pos x="32" y="8"/>
                </a:cxn>
                <a:cxn ang="0">
                  <a:pos x="32" y="8"/>
                </a:cxn>
                <a:cxn ang="0">
                  <a:pos x="33" y="6"/>
                </a:cxn>
                <a:cxn ang="0">
                  <a:pos x="33" y="4"/>
                </a:cxn>
                <a:cxn ang="0">
                  <a:pos x="32" y="2"/>
                </a:cxn>
                <a:cxn ang="0">
                  <a:pos x="31" y="1"/>
                </a:cxn>
                <a:cxn ang="0">
                  <a:pos x="27" y="0"/>
                </a:cxn>
                <a:cxn ang="0">
                  <a:pos x="26" y="1"/>
                </a:cxn>
                <a:cxn ang="0">
                  <a:pos x="24" y="2"/>
                </a:cxn>
                <a:cxn ang="0">
                  <a:pos x="24" y="2"/>
                </a:cxn>
              </a:cxnLst>
              <a:rect l="0" t="0" r="r" b="b"/>
              <a:pathLst>
                <a:path w="33" h="76">
                  <a:moveTo>
                    <a:pt x="24" y="2"/>
                  </a:moveTo>
                  <a:lnTo>
                    <a:pt x="24" y="2"/>
                  </a:lnTo>
                  <a:lnTo>
                    <a:pt x="19" y="10"/>
                  </a:lnTo>
                  <a:lnTo>
                    <a:pt x="15" y="18"/>
                  </a:lnTo>
                  <a:lnTo>
                    <a:pt x="11" y="26"/>
                  </a:lnTo>
                  <a:lnTo>
                    <a:pt x="7" y="35"/>
                  </a:lnTo>
                  <a:lnTo>
                    <a:pt x="4" y="44"/>
                  </a:lnTo>
                  <a:lnTo>
                    <a:pt x="2" y="53"/>
                  </a:lnTo>
                  <a:lnTo>
                    <a:pt x="0" y="62"/>
                  </a:lnTo>
                  <a:lnTo>
                    <a:pt x="0" y="71"/>
                  </a:lnTo>
                  <a:lnTo>
                    <a:pt x="0" y="71"/>
                  </a:lnTo>
                  <a:lnTo>
                    <a:pt x="0" y="73"/>
                  </a:lnTo>
                  <a:lnTo>
                    <a:pt x="1" y="75"/>
                  </a:lnTo>
                  <a:lnTo>
                    <a:pt x="2" y="76"/>
                  </a:lnTo>
                  <a:lnTo>
                    <a:pt x="4" y="76"/>
                  </a:lnTo>
                  <a:lnTo>
                    <a:pt x="7" y="76"/>
                  </a:lnTo>
                  <a:lnTo>
                    <a:pt x="8" y="75"/>
                  </a:lnTo>
                  <a:lnTo>
                    <a:pt x="9" y="73"/>
                  </a:lnTo>
                  <a:lnTo>
                    <a:pt x="10" y="71"/>
                  </a:lnTo>
                  <a:lnTo>
                    <a:pt x="10" y="71"/>
                  </a:lnTo>
                  <a:lnTo>
                    <a:pt x="10" y="62"/>
                  </a:lnTo>
                  <a:lnTo>
                    <a:pt x="12" y="54"/>
                  </a:lnTo>
                  <a:lnTo>
                    <a:pt x="14" y="46"/>
                  </a:lnTo>
                  <a:lnTo>
                    <a:pt x="16" y="38"/>
                  </a:lnTo>
                  <a:lnTo>
                    <a:pt x="23" y="22"/>
                  </a:lnTo>
                  <a:lnTo>
                    <a:pt x="32" y="8"/>
                  </a:lnTo>
                  <a:lnTo>
                    <a:pt x="32" y="8"/>
                  </a:lnTo>
                  <a:lnTo>
                    <a:pt x="33" y="6"/>
                  </a:lnTo>
                  <a:lnTo>
                    <a:pt x="33" y="4"/>
                  </a:lnTo>
                  <a:lnTo>
                    <a:pt x="32" y="2"/>
                  </a:lnTo>
                  <a:lnTo>
                    <a:pt x="31" y="1"/>
                  </a:lnTo>
                  <a:lnTo>
                    <a:pt x="27" y="0"/>
                  </a:lnTo>
                  <a:lnTo>
                    <a:pt x="26" y="1"/>
                  </a:lnTo>
                  <a:lnTo>
                    <a:pt x="24" y="2"/>
                  </a:lnTo>
                  <a:lnTo>
                    <a:pt x="24"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0" name="Freeform 471"/>
            <p:cNvSpPr/>
            <p:nvPr/>
          </p:nvSpPr>
          <p:spPr bwMode="auto">
            <a:xfrm>
              <a:off x="6535738" y="3481388"/>
              <a:ext cx="22225" cy="46038"/>
            </a:xfrm>
            <a:custGeom>
              <a:avLst/>
              <a:gdLst/>
              <a:ahLst/>
              <a:cxnLst>
                <a:cxn ang="0">
                  <a:pos x="33" y="4"/>
                </a:cxn>
                <a:cxn ang="0">
                  <a:pos x="33" y="4"/>
                </a:cxn>
                <a:cxn ang="0">
                  <a:pos x="30" y="14"/>
                </a:cxn>
                <a:cxn ang="0">
                  <a:pos x="26" y="24"/>
                </a:cxn>
                <a:cxn ang="0">
                  <a:pos x="15" y="41"/>
                </a:cxn>
                <a:cxn ang="0">
                  <a:pos x="10" y="50"/>
                </a:cxn>
                <a:cxn ang="0">
                  <a:pos x="5" y="60"/>
                </a:cxn>
                <a:cxn ang="0">
                  <a:pos x="2" y="70"/>
                </a:cxn>
                <a:cxn ang="0">
                  <a:pos x="0" y="80"/>
                </a:cxn>
                <a:cxn ang="0">
                  <a:pos x="0" y="80"/>
                </a:cxn>
                <a:cxn ang="0">
                  <a:pos x="0" y="82"/>
                </a:cxn>
                <a:cxn ang="0">
                  <a:pos x="1" y="85"/>
                </a:cxn>
                <a:cxn ang="0">
                  <a:pos x="3" y="86"/>
                </a:cxn>
                <a:cxn ang="0">
                  <a:pos x="5" y="86"/>
                </a:cxn>
                <a:cxn ang="0">
                  <a:pos x="6" y="86"/>
                </a:cxn>
                <a:cxn ang="0">
                  <a:pos x="9" y="85"/>
                </a:cxn>
                <a:cxn ang="0">
                  <a:pos x="10" y="82"/>
                </a:cxn>
                <a:cxn ang="0">
                  <a:pos x="10" y="80"/>
                </a:cxn>
                <a:cxn ang="0">
                  <a:pos x="10" y="80"/>
                </a:cxn>
                <a:cxn ang="0">
                  <a:pos x="12" y="70"/>
                </a:cxn>
                <a:cxn ang="0">
                  <a:pos x="15" y="61"/>
                </a:cxn>
                <a:cxn ang="0">
                  <a:pos x="19" y="51"/>
                </a:cxn>
                <a:cxn ang="0">
                  <a:pos x="24" y="43"/>
                </a:cxn>
                <a:cxn ang="0">
                  <a:pos x="35" y="26"/>
                </a:cxn>
                <a:cxn ang="0">
                  <a:pos x="40" y="16"/>
                </a:cxn>
                <a:cxn ang="0">
                  <a:pos x="43" y="6"/>
                </a:cxn>
                <a:cxn ang="0">
                  <a:pos x="43" y="6"/>
                </a:cxn>
                <a:cxn ang="0">
                  <a:pos x="43" y="4"/>
                </a:cxn>
                <a:cxn ang="0">
                  <a:pos x="43" y="3"/>
                </a:cxn>
                <a:cxn ang="0">
                  <a:pos x="41" y="1"/>
                </a:cxn>
                <a:cxn ang="0">
                  <a:pos x="40" y="1"/>
                </a:cxn>
                <a:cxn ang="0">
                  <a:pos x="37" y="0"/>
                </a:cxn>
                <a:cxn ang="0">
                  <a:pos x="36" y="1"/>
                </a:cxn>
                <a:cxn ang="0">
                  <a:pos x="34" y="2"/>
                </a:cxn>
                <a:cxn ang="0">
                  <a:pos x="33" y="4"/>
                </a:cxn>
                <a:cxn ang="0">
                  <a:pos x="33" y="4"/>
                </a:cxn>
              </a:cxnLst>
              <a:rect l="0" t="0" r="r" b="b"/>
              <a:pathLst>
                <a:path w="43" h="86">
                  <a:moveTo>
                    <a:pt x="33" y="4"/>
                  </a:moveTo>
                  <a:lnTo>
                    <a:pt x="33" y="4"/>
                  </a:lnTo>
                  <a:lnTo>
                    <a:pt x="30" y="14"/>
                  </a:lnTo>
                  <a:lnTo>
                    <a:pt x="26" y="24"/>
                  </a:lnTo>
                  <a:lnTo>
                    <a:pt x="15" y="41"/>
                  </a:lnTo>
                  <a:lnTo>
                    <a:pt x="10" y="50"/>
                  </a:lnTo>
                  <a:lnTo>
                    <a:pt x="5" y="60"/>
                  </a:lnTo>
                  <a:lnTo>
                    <a:pt x="2" y="70"/>
                  </a:lnTo>
                  <a:lnTo>
                    <a:pt x="0" y="80"/>
                  </a:lnTo>
                  <a:lnTo>
                    <a:pt x="0" y="80"/>
                  </a:lnTo>
                  <a:lnTo>
                    <a:pt x="0" y="82"/>
                  </a:lnTo>
                  <a:lnTo>
                    <a:pt x="1" y="85"/>
                  </a:lnTo>
                  <a:lnTo>
                    <a:pt x="3" y="86"/>
                  </a:lnTo>
                  <a:lnTo>
                    <a:pt x="5" y="86"/>
                  </a:lnTo>
                  <a:lnTo>
                    <a:pt x="6" y="86"/>
                  </a:lnTo>
                  <a:lnTo>
                    <a:pt x="9" y="85"/>
                  </a:lnTo>
                  <a:lnTo>
                    <a:pt x="10" y="82"/>
                  </a:lnTo>
                  <a:lnTo>
                    <a:pt x="10" y="80"/>
                  </a:lnTo>
                  <a:lnTo>
                    <a:pt x="10" y="80"/>
                  </a:lnTo>
                  <a:lnTo>
                    <a:pt x="12" y="70"/>
                  </a:lnTo>
                  <a:lnTo>
                    <a:pt x="15" y="61"/>
                  </a:lnTo>
                  <a:lnTo>
                    <a:pt x="19" y="51"/>
                  </a:lnTo>
                  <a:lnTo>
                    <a:pt x="24" y="43"/>
                  </a:lnTo>
                  <a:lnTo>
                    <a:pt x="35" y="26"/>
                  </a:lnTo>
                  <a:lnTo>
                    <a:pt x="40" y="16"/>
                  </a:lnTo>
                  <a:lnTo>
                    <a:pt x="43" y="6"/>
                  </a:lnTo>
                  <a:lnTo>
                    <a:pt x="43" y="6"/>
                  </a:lnTo>
                  <a:lnTo>
                    <a:pt x="43" y="4"/>
                  </a:lnTo>
                  <a:lnTo>
                    <a:pt x="43" y="3"/>
                  </a:lnTo>
                  <a:lnTo>
                    <a:pt x="41" y="1"/>
                  </a:lnTo>
                  <a:lnTo>
                    <a:pt x="40" y="1"/>
                  </a:lnTo>
                  <a:lnTo>
                    <a:pt x="37" y="0"/>
                  </a:lnTo>
                  <a:lnTo>
                    <a:pt x="36" y="1"/>
                  </a:lnTo>
                  <a:lnTo>
                    <a:pt x="34" y="2"/>
                  </a:lnTo>
                  <a:lnTo>
                    <a:pt x="33" y="4"/>
                  </a:lnTo>
                  <a:lnTo>
                    <a:pt x="3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1" name="Freeform 472"/>
            <p:cNvSpPr/>
            <p:nvPr/>
          </p:nvSpPr>
          <p:spPr bwMode="auto">
            <a:xfrm>
              <a:off x="6556376" y="3495675"/>
              <a:ext cx="20638" cy="39688"/>
            </a:xfrm>
            <a:custGeom>
              <a:avLst/>
              <a:gdLst/>
              <a:ahLst/>
              <a:cxnLst>
                <a:cxn ang="0">
                  <a:pos x="29" y="3"/>
                </a:cxn>
                <a:cxn ang="0">
                  <a:pos x="29" y="3"/>
                </a:cxn>
                <a:cxn ang="0">
                  <a:pos x="21" y="19"/>
                </a:cxn>
                <a:cxn ang="0">
                  <a:pos x="13" y="35"/>
                </a:cxn>
                <a:cxn ang="0">
                  <a:pos x="6" y="51"/>
                </a:cxn>
                <a:cxn ang="0">
                  <a:pos x="3" y="60"/>
                </a:cxn>
                <a:cxn ang="0">
                  <a:pos x="0" y="69"/>
                </a:cxn>
                <a:cxn ang="0">
                  <a:pos x="0" y="69"/>
                </a:cxn>
                <a:cxn ang="0">
                  <a:pos x="0" y="71"/>
                </a:cxn>
                <a:cxn ang="0">
                  <a:pos x="2" y="73"/>
                </a:cxn>
                <a:cxn ang="0">
                  <a:pos x="3" y="74"/>
                </a:cxn>
                <a:cxn ang="0">
                  <a:pos x="4" y="74"/>
                </a:cxn>
                <a:cxn ang="0">
                  <a:pos x="6" y="75"/>
                </a:cxn>
                <a:cxn ang="0">
                  <a:pos x="8" y="74"/>
                </a:cxn>
                <a:cxn ang="0">
                  <a:pos x="9" y="73"/>
                </a:cxn>
                <a:cxn ang="0">
                  <a:pos x="10" y="71"/>
                </a:cxn>
                <a:cxn ang="0">
                  <a:pos x="10" y="71"/>
                </a:cxn>
                <a:cxn ang="0">
                  <a:pos x="12" y="63"/>
                </a:cxn>
                <a:cxn ang="0">
                  <a:pos x="15" y="54"/>
                </a:cxn>
                <a:cxn ang="0">
                  <a:pos x="22" y="38"/>
                </a:cxn>
                <a:cxn ang="0">
                  <a:pos x="30" y="21"/>
                </a:cxn>
                <a:cxn ang="0">
                  <a:pos x="38" y="5"/>
                </a:cxn>
                <a:cxn ang="0">
                  <a:pos x="38" y="5"/>
                </a:cxn>
                <a:cxn ang="0">
                  <a:pos x="39" y="3"/>
                </a:cxn>
                <a:cxn ang="0">
                  <a:pos x="38" y="2"/>
                </a:cxn>
                <a:cxn ang="0">
                  <a:pos x="37" y="1"/>
                </a:cxn>
                <a:cxn ang="0">
                  <a:pos x="36" y="0"/>
                </a:cxn>
                <a:cxn ang="0">
                  <a:pos x="31" y="0"/>
                </a:cxn>
                <a:cxn ang="0">
                  <a:pos x="30" y="1"/>
                </a:cxn>
                <a:cxn ang="0">
                  <a:pos x="29" y="3"/>
                </a:cxn>
                <a:cxn ang="0">
                  <a:pos x="29" y="3"/>
                </a:cxn>
              </a:cxnLst>
              <a:rect l="0" t="0" r="r" b="b"/>
              <a:pathLst>
                <a:path w="39" h="75">
                  <a:moveTo>
                    <a:pt x="29" y="3"/>
                  </a:moveTo>
                  <a:lnTo>
                    <a:pt x="29" y="3"/>
                  </a:lnTo>
                  <a:lnTo>
                    <a:pt x="21" y="19"/>
                  </a:lnTo>
                  <a:lnTo>
                    <a:pt x="13" y="35"/>
                  </a:lnTo>
                  <a:lnTo>
                    <a:pt x="6" y="51"/>
                  </a:lnTo>
                  <a:lnTo>
                    <a:pt x="3" y="60"/>
                  </a:lnTo>
                  <a:lnTo>
                    <a:pt x="0" y="69"/>
                  </a:lnTo>
                  <a:lnTo>
                    <a:pt x="0" y="69"/>
                  </a:lnTo>
                  <a:lnTo>
                    <a:pt x="0" y="71"/>
                  </a:lnTo>
                  <a:lnTo>
                    <a:pt x="2" y="73"/>
                  </a:lnTo>
                  <a:lnTo>
                    <a:pt x="3" y="74"/>
                  </a:lnTo>
                  <a:lnTo>
                    <a:pt x="4" y="74"/>
                  </a:lnTo>
                  <a:lnTo>
                    <a:pt x="6" y="75"/>
                  </a:lnTo>
                  <a:lnTo>
                    <a:pt x="8" y="74"/>
                  </a:lnTo>
                  <a:lnTo>
                    <a:pt x="9" y="73"/>
                  </a:lnTo>
                  <a:lnTo>
                    <a:pt x="10" y="71"/>
                  </a:lnTo>
                  <a:lnTo>
                    <a:pt x="10" y="71"/>
                  </a:lnTo>
                  <a:lnTo>
                    <a:pt x="12" y="63"/>
                  </a:lnTo>
                  <a:lnTo>
                    <a:pt x="15" y="54"/>
                  </a:lnTo>
                  <a:lnTo>
                    <a:pt x="22" y="38"/>
                  </a:lnTo>
                  <a:lnTo>
                    <a:pt x="30" y="21"/>
                  </a:lnTo>
                  <a:lnTo>
                    <a:pt x="38" y="5"/>
                  </a:lnTo>
                  <a:lnTo>
                    <a:pt x="38" y="5"/>
                  </a:lnTo>
                  <a:lnTo>
                    <a:pt x="39" y="3"/>
                  </a:lnTo>
                  <a:lnTo>
                    <a:pt x="38" y="2"/>
                  </a:lnTo>
                  <a:lnTo>
                    <a:pt x="37" y="1"/>
                  </a:lnTo>
                  <a:lnTo>
                    <a:pt x="36" y="0"/>
                  </a:lnTo>
                  <a:lnTo>
                    <a:pt x="31" y="0"/>
                  </a:lnTo>
                  <a:lnTo>
                    <a:pt x="30" y="1"/>
                  </a:lnTo>
                  <a:lnTo>
                    <a:pt x="29" y="3"/>
                  </a:lnTo>
                  <a:lnTo>
                    <a:pt x="2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2" name="Freeform 473"/>
            <p:cNvSpPr/>
            <p:nvPr/>
          </p:nvSpPr>
          <p:spPr bwMode="auto">
            <a:xfrm>
              <a:off x="6578601" y="3484563"/>
              <a:ext cx="26988" cy="55563"/>
            </a:xfrm>
            <a:custGeom>
              <a:avLst/>
              <a:gdLst/>
              <a:ahLst/>
              <a:cxnLst>
                <a:cxn ang="0">
                  <a:pos x="43" y="3"/>
                </a:cxn>
                <a:cxn ang="0">
                  <a:pos x="43" y="3"/>
                </a:cxn>
                <a:cxn ang="0">
                  <a:pos x="39" y="16"/>
                </a:cxn>
                <a:cxn ang="0">
                  <a:pos x="34" y="28"/>
                </a:cxn>
                <a:cxn ang="0">
                  <a:pos x="22" y="51"/>
                </a:cxn>
                <a:cxn ang="0">
                  <a:pos x="9" y="73"/>
                </a:cxn>
                <a:cxn ang="0">
                  <a:pos x="4" y="86"/>
                </a:cxn>
                <a:cxn ang="0">
                  <a:pos x="0" y="98"/>
                </a:cxn>
                <a:cxn ang="0">
                  <a:pos x="0" y="98"/>
                </a:cxn>
                <a:cxn ang="0">
                  <a:pos x="0" y="100"/>
                </a:cxn>
                <a:cxn ang="0">
                  <a:pos x="1" y="102"/>
                </a:cxn>
                <a:cxn ang="0">
                  <a:pos x="2" y="103"/>
                </a:cxn>
                <a:cxn ang="0">
                  <a:pos x="4" y="104"/>
                </a:cxn>
                <a:cxn ang="0">
                  <a:pos x="5" y="104"/>
                </a:cxn>
                <a:cxn ang="0">
                  <a:pos x="7" y="103"/>
                </a:cxn>
                <a:cxn ang="0">
                  <a:pos x="8" y="102"/>
                </a:cxn>
                <a:cxn ang="0">
                  <a:pos x="9" y="101"/>
                </a:cxn>
                <a:cxn ang="0">
                  <a:pos x="9" y="101"/>
                </a:cxn>
                <a:cxn ang="0">
                  <a:pos x="13" y="88"/>
                </a:cxn>
                <a:cxn ang="0">
                  <a:pos x="18" y="76"/>
                </a:cxn>
                <a:cxn ang="0">
                  <a:pos x="31" y="54"/>
                </a:cxn>
                <a:cxn ang="0">
                  <a:pos x="43" y="30"/>
                </a:cxn>
                <a:cxn ang="0">
                  <a:pos x="48" y="19"/>
                </a:cxn>
                <a:cxn ang="0">
                  <a:pos x="52" y="6"/>
                </a:cxn>
                <a:cxn ang="0">
                  <a:pos x="52" y="6"/>
                </a:cxn>
                <a:cxn ang="0">
                  <a:pos x="52" y="4"/>
                </a:cxn>
                <a:cxn ang="0">
                  <a:pos x="51" y="2"/>
                </a:cxn>
                <a:cxn ang="0">
                  <a:pos x="50" y="1"/>
                </a:cxn>
                <a:cxn ang="0">
                  <a:pos x="48" y="0"/>
                </a:cxn>
                <a:cxn ang="0">
                  <a:pos x="46" y="0"/>
                </a:cxn>
                <a:cxn ang="0">
                  <a:pos x="45" y="0"/>
                </a:cxn>
                <a:cxn ang="0">
                  <a:pos x="44" y="2"/>
                </a:cxn>
                <a:cxn ang="0">
                  <a:pos x="43" y="3"/>
                </a:cxn>
                <a:cxn ang="0">
                  <a:pos x="43" y="3"/>
                </a:cxn>
              </a:cxnLst>
              <a:rect l="0" t="0" r="r" b="b"/>
              <a:pathLst>
                <a:path w="52" h="104">
                  <a:moveTo>
                    <a:pt x="43" y="3"/>
                  </a:moveTo>
                  <a:lnTo>
                    <a:pt x="43" y="3"/>
                  </a:lnTo>
                  <a:lnTo>
                    <a:pt x="39" y="16"/>
                  </a:lnTo>
                  <a:lnTo>
                    <a:pt x="34" y="28"/>
                  </a:lnTo>
                  <a:lnTo>
                    <a:pt x="22" y="51"/>
                  </a:lnTo>
                  <a:lnTo>
                    <a:pt x="9" y="73"/>
                  </a:lnTo>
                  <a:lnTo>
                    <a:pt x="4" y="86"/>
                  </a:lnTo>
                  <a:lnTo>
                    <a:pt x="0" y="98"/>
                  </a:lnTo>
                  <a:lnTo>
                    <a:pt x="0" y="98"/>
                  </a:lnTo>
                  <a:lnTo>
                    <a:pt x="0" y="100"/>
                  </a:lnTo>
                  <a:lnTo>
                    <a:pt x="1" y="102"/>
                  </a:lnTo>
                  <a:lnTo>
                    <a:pt x="2" y="103"/>
                  </a:lnTo>
                  <a:lnTo>
                    <a:pt x="4" y="104"/>
                  </a:lnTo>
                  <a:lnTo>
                    <a:pt x="5" y="104"/>
                  </a:lnTo>
                  <a:lnTo>
                    <a:pt x="7" y="103"/>
                  </a:lnTo>
                  <a:lnTo>
                    <a:pt x="8" y="102"/>
                  </a:lnTo>
                  <a:lnTo>
                    <a:pt x="9" y="101"/>
                  </a:lnTo>
                  <a:lnTo>
                    <a:pt x="9" y="101"/>
                  </a:lnTo>
                  <a:lnTo>
                    <a:pt x="13" y="88"/>
                  </a:lnTo>
                  <a:lnTo>
                    <a:pt x="18" y="76"/>
                  </a:lnTo>
                  <a:lnTo>
                    <a:pt x="31" y="54"/>
                  </a:lnTo>
                  <a:lnTo>
                    <a:pt x="43" y="30"/>
                  </a:lnTo>
                  <a:lnTo>
                    <a:pt x="48" y="19"/>
                  </a:lnTo>
                  <a:lnTo>
                    <a:pt x="52" y="6"/>
                  </a:lnTo>
                  <a:lnTo>
                    <a:pt x="52" y="6"/>
                  </a:lnTo>
                  <a:lnTo>
                    <a:pt x="52" y="4"/>
                  </a:lnTo>
                  <a:lnTo>
                    <a:pt x="51" y="2"/>
                  </a:lnTo>
                  <a:lnTo>
                    <a:pt x="50" y="1"/>
                  </a:lnTo>
                  <a:lnTo>
                    <a:pt x="48" y="0"/>
                  </a:lnTo>
                  <a:lnTo>
                    <a:pt x="46" y="0"/>
                  </a:lnTo>
                  <a:lnTo>
                    <a:pt x="45" y="0"/>
                  </a:lnTo>
                  <a:lnTo>
                    <a:pt x="44" y="2"/>
                  </a:lnTo>
                  <a:lnTo>
                    <a:pt x="43" y="3"/>
                  </a:lnTo>
                  <a:lnTo>
                    <a:pt x="43"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3" name="Freeform 474"/>
            <p:cNvSpPr/>
            <p:nvPr/>
          </p:nvSpPr>
          <p:spPr bwMode="auto">
            <a:xfrm>
              <a:off x="6599238" y="3429000"/>
              <a:ext cx="47625" cy="112713"/>
            </a:xfrm>
            <a:custGeom>
              <a:avLst/>
              <a:gdLst/>
              <a:ahLst/>
              <a:cxnLst>
                <a:cxn ang="0">
                  <a:pos x="81" y="5"/>
                </a:cxn>
                <a:cxn ang="0">
                  <a:pos x="81" y="5"/>
                </a:cxn>
                <a:cxn ang="0">
                  <a:pos x="80" y="11"/>
                </a:cxn>
                <a:cxn ang="0">
                  <a:pos x="76" y="18"/>
                </a:cxn>
                <a:cxn ang="0">
                  <a:pos x="70" y="34"/>
                </a:cxn>
                <a:cxn ang="0">
                  <a:pos x="63" y="49"/>
                </a:cxn>
                <a:cxn ang="0">
                  <a:pos x="56" y="63"/>
                </a:cxn>
                <a:cxn ang="0">
                  <a:pos x="56" y="63"/>
                </a:cxn>
                <a:cxn ang="0">
                  <a:pos x="36" y="109"/>
                </a:cxn>
                <a:cxn ang="0">
                  <a:pos x="36" y="109"/>
                </a:cxn>
                <a:cxn ang="0">
                  <a:pos x="26" y="133"/>
                </a:cxn>
                <a:cxn ang="0">
                  <a:pos x="14" y="158"/>
                </a:cxn>
                <a:cxn ang="0">
                  <a:pos x="10" y="170"/>
                </a:cxn>
                <a:cxn ang="0">
                  <a:pos x="5" y="184"/>
                </a:cxn>
                <a:cxn ang="0">
                  <a:pos x="2" y="196"/>
                </a:cxn>
                <a:cxn ang="0">
                  <a:pos x="0" y="208"/>
                </a:cxn>
                <a:cxn ang="0">
                  <a:pos x="0" y="208"/>
                </a:cxn>
                <a:cxn ang="0">
                  <a:pos x="0" y="210"/>
                </a:cxn>
                <a:cxn ang="0">
                  <a:pos x="1" y="211"/>
                </a:cxn>
                <a:cxn ang="0">
                  <a:pos x="2" y="212"/>
                </a:cxn>
                <a:cxn ang="0">
                  <a:pos x="4" y="212"/>
                </a:cxn>
                <a:cxn ang="0">
                  <a:pos x="7" y="211"/>
                </a:cxn>
                <a:cxn ang="0">
                  <a:pos x="8" y="210"/>
                </a:cxn>
                <a:cxn ang="0">
                  <a:pos x="9" y="208"/>
                </a:cxn>
                <a:cxn ang="0">
                  <a:pos x="9" y="208"/>
                </a:cxn>
                <a:cxn ang="0">
                  <a:pos x="12" y="196"/>
                </a:cxn>
                <a:cxn ang="0">
                  <a:pos x="17" y="184"/>
                </a:cxn>
                <a:cxn ang="0">
                  <a:pos x="27" y="159"/>
                </a:cxn>
                <a:cxn ang="0">
                  <a:pos x="27" y="159"/>
                </a:cxn>
                <a:cxn ang="0">
                  <a:pos x="52" y="96"/>
                </a:cxn>
                <a:cxn ang="0">
                  <a:pos x="52" y="96"/>
                </a:cxn>
                <a:cxn ang="0">
                  <a:pos x="64" y="67"/>
                </a:cxn>
                <a:cxn ang="0">
                  <a:pos x="76" y="38"/>
                </a:cxn>
                <a:cxn ang="0">
                  <a:pos x="76" y="38"/>
                </a:cxn>
                <a:cxn ang="0">
                  <a:pos x="85" y="21"/>
                </a:cxn>
                <a:cxn ang="0">
                  <a:pos x="88" y="14"/>
                </a:cxn>
                <a:cxn ang="0">
                  <a:pos x="90" y="5"/>
                </a:cxn>
                <a:cxn ang="0">
                  <a:pos x="90" y="5"/>
                </a:cxn>
                <a:cxn ang="0">
                  <a:pos x="90" y="3"/>
                </a:cxn>
                <a:cxn ang="0">
                  <a:pos x="89" y="1"/>
                </a:cxn>
                <a:cxn ang="0">
                  <a:pos x="88" y="0"/>
                </a:cxn>
                <a:cxn ang="0">
                  <a:pos x="86" y="0"/>
                </a:cxn>
                <a:cxn ang="0">
                  <a:pos x="83" y="1"/>
                </a:cxn>
                <a:cxn ang="0">
                  <a:pos x="82" y="3"/>
                </a:cxn>
                <a:cxn ang="0">
                  <a:pos x="81" y="5"/>
                </a:cxn>
                <a:cxn ang="0">
                  <a:pos x="81" y="5"/>
                </a:cxn>
              </a:cxnLst>
              <a:rect l="0" t="0" r="r" b="b"/>
              <a:pathLst>
                <a:path w="90" h="212">
                  <a:moveTo>
                    <a:pt x="81" y="5"/>
                  </a:moveTo>
                  <a:lnTo>
                    <a:pt x="81" y="5"/>
                  </a:lnTo>
                  <a:lnTo>
                    <a:pt x="80" y="11"/>
                  </a:lnTo>
                  <a:lnTo>
                    <a:pt x="76" y="18"/>
                  </a:lnTo>
                  <a:lnTo>
                    <a:pt x="70" y="34"/>
                  </a:lnTo>
                  <a:lnTo>
                    <a:pt x="63" y="49"/>
                  </a:lnTo>
                  <a:lnTo>
                    <a:pt x="56" y="63"/>
                  </a:lnTo>
                  <a:lnTo>
                    <a:pt x="56" y="63"/>
                  </a:lnTo>
                  <a:lnTo>
                    <a:pt x="36" y="109"/>
                  </a:lnTo>
                  <a:lnTo>
                    <a:pt x="36" y="109"/>
                  </a:lnTo>
                  <a:lnTo>
                    <a:pt x="26" y="133"/>
                  </a:lnTo>
                  <a:lnTo>
                    <a:pt x="14" y="158"/>
                  </a:lnTo>
                  <a:lnTo>
                    <a:pt x="10" y="170"/>
                  </a:lnTo>
                  <a:lnTo>
                    <a:pt x="5" y="184"/>
                  </a:lnTo>
                  <a:lnTo>
                    <a:pt x="2" y="196"/>
                  </a:lnTo>
                  <a:lnTo>
                    <a:pt x="0" y="208"/>
                  </a:lnTo>
                  <a:lnTo>
                    <a:pt x="0" y="208"/>
                  </a:lnTo>
                  <a:lnTo>
                    <a:pt x="0" y="210"/>
                  </a:lnTo>
                  <a:lnTo>
                    <a:pt x="1" y="211"/>
                  </a:lnTo>
                  <a:lnTo>
                    <a:pt x="2" y="212"/>
                  </a:lnTo>
                  <a:lnTo>
                    <a:pt x="4" y="212"/>
                  </a:lnTo>
                  <a:lnTo>
                    <a:pt x="7" y="211"/>
                  </a:lnTo>
                  <a:lnTo>
                    <a:pt x="8" y="210"/>
                  </a:lnTo>
                  <a:lnTo>
                    <a:pt x="9" y="208"/>
                  </a:lnTo>
                  <a:lnTo>
                    <a:pt x="9" y="208"/>
                  </a:lnTo>
                  <a:lnTo>
                    <a:pt x="12" y="196"/>
                  </a:lnTo>
                  <a:lnTo>
                    <a:pt x="17" y="184"/>
                  </a:lnTo>
                  <a:lnTo>
                    <a:pt x="27" y="159"/>
                  </a:lnTo>
                  <a:lnTo>
                    <a:pt x="27" y="159"/>
                  </a:lnTo>
                  <a:lnTo>
                    <a:pt x="52" y="96"/>
                  </a:lnTo>
                  <a:lnTo>
                    <a:pt x="52" y="96"/>
                  </a:lnTo>
                  <a:lnTo>
                    <a:pt x="64" y="67"/>
                  </a:lnTo>
                  <a:lnTo>
                    <a:pt x="76" y="38"/>
                  </a:lnTo>
                  <a:lnTo>
                    <a:pt x="76" y="38"/>
                  </a:lnTo>
                  <a:lnTo>
                    <a:pt x="85" y="21"/>
                  </a:lnTo>
                  <a:lnTo>
                    <a:pt x="88" y="14"/>
                  </a:lnTo>
                  <a:lnTo>
                    <a:pt x="90" y="5"/>
                  </a:lnTo>
                  <a:lnTo>
                    <a:pt x="90" y="5"/>
                  </a:lnTo>
                  <a:lnTo>
                    <a:pt x="90" y="3"/>
                  </a:lnTo>
                  <a:lnTo>
                    <a:pt x="89" y="1"/>
                  </a:lnTo>
                  <a:lnTo>
                    <a:pt x="88" y="0"/>
                  </a:lnTo>
                  <a:lnTo>
                    <a:pt x="86" y="0"/>
                  </a:lnTo>
                  <a:lnTo>
                    <a:pt x="83" y="1"/>
                  </a:lnTo>
                  <a:lnTo>
                    <a:pt x="82" y="3"/>
                  </a:lnTo>
                  <a:lnTo>
                    <a:pt x="81" y="5"/>
                  </a:lnTo>
                  <a:lnTo>
                    <a:pt x="81"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4" name="Freeform 475"/>
            <p:cNvSpPr/>
            <p:nvPr/>
          </p:nvSpPr>
          <p:spPr bwMode="auto">
            <a:xfrm>
              <a:off x="6618288" y="3476625"/>
              <a:ext cx="28575" cy="80963"/>
            </a:xfrm>
            <a:custGeom>
              <a:avLst/>
              <a:gdLst/>
              <a:ahLst/>
              <a:cxnLst>
                <a:cxn ang="0">
                  <a:pos x="43" y="5"/>
                </a:cxn>
                <a:cxn ang="0">
                  <a:pos x="43" y="5"/>
                </a:cxn>
                <a:cxn ang="0">
                  <a:pos x="42" y="10"/>
                </a:cxn>
                <a:cxn ang="0">
                  <a:pos x="40" y="16"/>
                </a:cxn>
                <a:cxn ang="0">
                  <a:pos x="34" y="26"/>
                </a:cxn>
                <a:cxn ang="0">
                  <a:pos x="34" y="26"/>
                </a:cxn>
                <a:cxn ang="0">
                  <a:pos x="30" y="37"/>
                </a:cxn>
                <a:cxn ang="0">
                  <a:pos x="27" y="46"/>
                </a:cxn>
                <a:cxn ang="0">
                  <a:pos x="24" y="57"/>
                </a:cxn>
                <a:cxn ang="0">
                  <a:pos x="21" y="67"/>
                </a:cxn>
                <a:cxn ang="0">
                  <a:pos x="21" y="67"/>
                </a:cxn>
                <a:cxn ang="0">
                  <a:pos x="14" y="86"/>
                </a:cxn>
                <a:cxn ang="0">
                  <a:pos x="7" y="106"/>
                </a:cxn>
                <a:cxn ang="0">
                  <a:pos x="2" y="127"/>
                </a:cxn>
                <a:cxn ang="0">
                  <a:pos x="0" y="146"/>
                </a:cxn>
                <a:cxn ang="0">
                  <a:pos x="0" y="146"/>
                </a:cxn>
                <a:cxn ang="0">
                  <a:pos x="0" y="148"/>
                </a:cxn>
                <a:cxn ang="0">
                  <a:pos x="1" y="150"/>
                </a:cxn>
                <a:cxn ang="0">
                  <a:pos x="2" y="151"/>
                </a:cxn>
                <a:cxn ang="0">
                  <a:pos x="4" y="151"/>
                </a:cxn>
                <a:cxn ang="0">
                  <a:pos x="7" y="150"/>
                </a:cxn>
                <a:cxn ang="0">
                  <a:pos x="9" y="148"/>
                </a:cxn>
                <a:cxn ang="0">
                  <a:pos x="10" y="146"/>
                </a:cxn>
                <a:cxn ang="0">
                  <a:pos x="10" y="146"/>
                </a:cxn>
                <a:cxn ang="0">
                  <a:pos x="11" y="136"/>
                </a:cxn>
                <a:cxn ang="0">
                  <a:pos x="14" y="126"/>
                </a:cxn>
                <a:cxn ang="0">
                  <a:pos x="19" y="104"/>
                </a:cxn>
                <a:cxn ang="0">
                  <a:pos x="26" y="83"/>
                </a:cxn>
                <a:cxn ang="0">
                  <a:pos x="33" y="63"/>
                </a:cxn>
                <a:cxn ang="0">
                  <a:pos x="33" y="63"/>
                </a:cxn>
                <a:cxn ang="0">
                  <a:pos x="37" y="48"/>
                </a:cxn>
                <a:cxn ang="0">
                  <a:pos x="44" y="34"/>
                </a:cxn>
                <a:cxn ang="0">
                  <a:pos x="49" y="19"/>
                </a:cxn>
                <a:cxn ang="0">
                  <a:pos x="51" y="12"/>
                </a:cxn>
                <a:cxn ang="0">
                  <a:pos x="52" y="5"/>
                </a:cxn>
                <a:cxn ang="0">
                  <a:pos x="52" y="5"/>
                </a:cxn>
                <a:cxn ang="0">
                  <a:pos x="52" y="3"/>
                </a:cxn>
                <a:cxn ang="0">
                  <a:pos x="51" y="1"/>
                </a:cxn>
                <a:cxn ang="0">
                  <a:pos x="50" y="1"/>
                </a:cxn>
                <a:cxn ang="0">
                  <a:pos x="48" y="0"/>
                </a:cxn>
                <a:cxn ang="0">
                  <a:pos x="45" y="2"/>
                </a:cxn>
                <a:cxn ang="0">
                  <a:pos x="44" y="3"/>
                </a:cxn>
                <a:cxn ang="0">
                  <a:pos x="43" y="5"/>
                </a:cxn>
                <a:cxn ang="0">
                  <a:pos x="43" y="5"/>
                </a:cxn>
              </a:cxnLst>
              <a:rect l="0" t="0" r="r" b="b"/>
              <a:pathLst>
                <a:path w="52" h="151">
                  <a:moveTo>
                    <a:pt x="43" y="5"/>
                  </a:moveTo>
                  <a:lnTo>
                    <a:pt x="43" y="5"/>
                  </a:lnTo>
                  <a:lnTo>
                    <a:pt x="42" y="10"/>
                  </a:lnTo>
                  <a:lnTo>
                    <a:pt x="40" y="16"/>
                  </a:lnTo>
                  <a:lnTo>
                    <a:pt x="34" y="26"/>
                  </a:lnTo>
                  <a:lnTo>
                    <a:pt x="34" y="26"/>
                  </a:lnTo>
                  <a:lnTo>
                    <a:pt x="30" y="37"/>
                  </a:lnTo>
                  <a:lnTo>
                    <a:pt x="27" y="46"/>
                  </a:lnTo>
                  <a:lnTo>
                    <a:pt x="24" y="57"/>
                  </a:lnTo>
                  <a:lnTo>
                    <a:pt x="21" y="67"/>
                  </a:lnTo>
                  <a:lnTo>
                    <a:pt x="21" y="67"/>
                  </a:lnTo>
                  <a:lnTo>
                    <a:pt x="14" y="86"/>
                  </a:lnTo>
                  <a:lnTo>
                    <a:pt x="7" y="106"/>
                  </a:lnTo>
                  <a:lnTo>
                    <a:pt x="2" y="127"/>
                  </a:lnTo>
                  <a:lnTo>
                    <a:pt x="0" y="146"/>
                  </a:lnTo>
                  <a:lnTo>
                    <a:pt x="0" y="146"/>
                  </a:lnTo>
                  <a:lnTo>
                    <a:pt x="0" y="148"/>
                  </a:lnTo>
                  <a:lnTo>
                    <a:pt x="1" y="150"/>
                  </a:lnTo>
                  <a:lnTo>
                    <a:pt x="2" y="151"/>
                  </a:lnTo>
                  <a:lnTo>
                    <a:pt x="4" y="151"/>
                  </a:lnTo>
                  <a:lnTo>
                    <a:pt x="7" y="150"/>
                  </a:lnTo>
                  <a:lnTo>
                    <a:pt x="9" y="148"/>
                  </a:lnTo>
                  <a:lnTo>
                    <a:pt x="10" y="146"/>
                  </a:lnTo>
                  <a:lnTo>
                    <a:pt x="10" y="146"/>
                  </a:lnTo>
                  <a:lnTo>
                    <a:pt x="11" y="136"/>
                  </a:lnTo>
                  <a:lnTo>
                    <a:pt x="14" y="126"/>
                  </a:lnTo>
                  <a:lnTo>
                    <a:pt x="19" y="104"/>
                  </a:lnTo>
                  <a:lnTo>
                    <a:pt x="26" y="83"/>
                  </a:lnTo>
                  <a:lnTo>
                    <a:pt x="33" y="63"/>
                  </a:lnTo>
                  <a:lnTo>
                    <a:pt x="33" y="63"/>
                  </a:lnTo>
                  <a:lnTo>
                    <a:pt x="37" y="48"/>
                  </a:lnTo>
                  <a:lnTo>
                    <a:pt x="44" y="34"/>
                  </a:lnTo>
                  <a:lnTo>
                    <a:pt x="49" y="19"/>
                  </a:lnTo>
                  <a:lnTo>
                    <a:pt x="51" y="12"/>
                  </a:lnTo>
                  <a:lnTo>
                    <a:pt x="52" y="5"/>
                  </a:lnTo>
                  <a:lnTo>
                    <a:pt x="52" y="5"/>
                  </a:lnTo>
                  <a:lnTo>
                    <a:pt x="52" y="3"/>
                  </a:lnTo>
                  <a:lnTo>
                    <a:pt x="51" y="1"/>
                  </a:lnTo>
                  <a:lnTo>
                    <a:pt x="50" y="1"/>
                  </a:lnTo>
                  <a:lnTo>
                    <a:pt x="48" y="0"/>
                  </a:lnTo>
                  <a:lnTo>
                    <a:pt x="45" y="2"/>
                  </a:lnTo>
                  <a:lnTo>
                    <a:pt x="44" y="3"/>
                  </a:lnTo>
                  <a:lnTo>
                    <a:pt x="43" y="5"/>
                  </a:lnTo>
                  <a:lnTo>
                    <a:pt x="43"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5" name="Freeform 476"/>
            <p:cNvSpPr/>
            <p:nvPr/>
          </p:nvSpPr>
          <p:spPr bwMode="auto">
            <a:xfrm>
              <a:off x="6634163" y="3489325"/>
              <a:ext cx="31750" cy="77788"/>
            </a:xfrm>
            <a:custGeom>
              <a:avLst/>
              <a:gdLst/>
              <a:ahLst/>
              <a:cxnLst>
                <a:cxn ang="0">
                  <a:pos x="53" y="4"/>
                </a:cxn>
                <a:cxn ang="0">
                  <a:pos x="53" y="4"/>
                </a:cxn>
                <a:cxn ang="0">
                  <a:pos x="46" y="23"/>
                </a:cxn>
                <a:cxn ang="0">
                  <a:pos x="37" y="42"/>
                </a:cxn>
                <a:cxn ang="0">
                  <a:pos x="30" y="60"/>
                </a:cxn>
                <a:cxn ang="0">
                  <a:pos x="24" y="80"/>
                </a:cxn>
                <a:cxn ang="0">
                  <a:pos x="24" y="80"/>
                </a:cxn>
                <a:cxn ang="0">
                  <a:pos x="22" y="88"/>
                </a:cxn>
                <a:cxn ang="0">
                  <a:pos x="18" y="95"/>
                </a:cxn>
                <a:cxn ang="0">
                  <a:pos x="10" y="111"/>
                </a:cxn>
                <a:cxn ang="0">
                  <a:pos x="4" y="126"/>
                </a:cxn>
                <a:cxn ang="0">
                  <a:pos x="2" y="135"/>
                </a:cxn>
                <a:cxn ang="0">
                  <a:pos x="0" y="143"/>
                </a:cxn>
                <a:cxn ang="0">
                  <a:pos x="0" y="143"/>
                </a:cxn>
                <a:cxn ang="0">
                  <a:pos x="0" y="145"/>
                </a:cxn>
                <a:cxn ang="0">
                  <a:pos x="1" y="146"/>
                </a:cxn>
                <a:cxn ang="0">
                  <a:pos x="3" y="147"/>
                </a:cxn>
                <a:cxn ang="0">
                  <a:pos x="4" y="147"/>
                </a:cxn>
                <a:cxn ang="0">
                  <a:pos x="8" y="146"/>
                </a:cxn>
                <a:cxn ang="0">
                  <a:pos x="9" y="145"/>
                </a:cxn>
                <a:cxn ang="0">
                  <a:pos x="9" y="143"/>
                </a:cxn>
                <a:cxn ang="0">
                  <a:pos x="9" y="143"/>
                </a:cxn>
                <a:cxn ang="0">
                  <a:pos x="12" y="135"/>
                </a:cxn>
                <a:cxn ang="0">
                  <a:pos x="14" y="127"/>
                </a:cxn>
                <a:cxn ang="0">
                  <a:pos x="20" y="112"/>
                </a:cxn>
                <a:cxn ang="0">
                  <a:pos x="27" y="97"/>
                </a:cxn>
                <a:cxn ang="0">
                  <a:pos x="31" y="90"/>
                </a:cxn>
                <a:cxn ang="0">
                  <a:pos x="33" y="82"/>
                </a:cxn>
                <a:cxn ang="0">
                  <a:pos x="33" y="82"/>
                </a:cxn>
                <a:cxn ang="0">
                  <a:pos x="39" y="63"/>
                </a:cxn>
                <a:cxn ang="0">
                  <a:pos x="47" y="45"/>
                </a:cxn>
                <a:cxn ang="0">
                  <a:pos x="55" y="25"/>
                </a:cxn>
                <a:cxn ang="0">
                  <a:pos x="62" y="7"/>
                </a:cxn>
                <a:cxn ang="0">
                  <a:pos x="62" y="7"/>
                </a:cxn>
                <a:cxn ang="0">
                  <a:pos x="62" y="4"/>
                </a:cxn>
                <a:cxn ang="0">
                  <a:pos x="61" y="2"/>
                </a:cxn>
                <a:cxn ang="0">
                  <a:pos x="60" y="1"/>
                </a:cxn>
                <a:cxn ang="0">
                  <a:pos x="59" y="1"/>
                </a:cxn>
                <a:cxn ang="0">
                  <a:pos x="57" y="0"/>
                </a:cxn>
                <a:cxn ang="0">
                  <a:pos x="55" y="1"/>
                </a:cxn>
                <a:cxn ang="0">
                  <a:pos x="54" y="2"/>
                </a:cxn>
                <a:cxn ang="0">
                  <a:pos x="53" y="4"/>
                </a:cxn>
                <a:cxn ang="0">
                  <a:pos x="53" y="4"/>
                </a:cxn>
              </a:cxnLst>
              <a:rect l="0" t="0" r="r" b="b"/>
              <a:pathLst>
                <a:path w="62" h="147">
                  <a:moveTo>
                    <a:pt x="53" y="4"/>
                  </a:moveTo>
                  <a:lnTo>
                    <a:pt x="53" y="4"/>
                  </a:lnTo>
                  <a:lnTo>
                    <a:pt x="46" y="23"/>
                  </a:lnTo>
                  <a:lnTo>
                    <a:pt x="37" y="42"/>
                  </a:lnTo>
                  <a:lnTo>
                    <a:pt x="30" y="60"/>
                  </a:lnTo>
                  <a:lnTo>
                    <a:pt x="24" y="80"/>
                  </a:lnTo>
                  <a:lnTo>
                    <a:pt x="24" y="80"/>
                  </a:lnTo>
                  <a:lnTo>
                    <a:pt x="22" y="88"/>
                  </a:lnTo>
                  <a:lnTo>
                    <a:pt x="18" y="95"/>
                  </a:lnTo>
                  <a:lnTo>
                    <a:pt x="10" y="111"/>
                  </a:lnTo>
                  <a:lnTo>
                    <a:pt x="4" y="126"/>
                  </a:lnTo>
                  <a:lnTo>
                    <a:pt x="2" y="135"/>
                  </a:lnTo>
                  <a:lnTo>
                    <a:pt x="0" y="143"/>
                  </a:lnTo>
                  <a:lnTo>
                    <a:pt x="0" y="143"/>
                  </a:lnTo>
                  <a:lnTo>
                    <a:pt x="0" y="145"/>
                  </a:lnTo>
                  <a:lnTo>
                    <a:pt x="1" y="146"/>
                  </a:lnTo>
                  <a:lnTo>
                    <a:pt x="3" y="147"/>
                  </a:lnTo>
                  <a:lnTo>
                    <a:pt x="4" y="147"/>
                  </a:lnTo>
                  <a:lnTo>
                    <a:pt x="8" y="146"/>
                  </a:lnTo>
                  <a:lnTo>
                    <a:pt x="9" y="145"/>
                  </a:lnTo>
                  <a:lnTo>
                    <a:pt x="9" y="143"/>
                  </a:lnTo>
                  <a:lnTo>
                    <a:pt x="9" y="143"/>
                  </a:lnTo>
                  <a:lnTo>
                    <a:pt x="12" y="135"/>
                  </a:lnTo>
                  <a:lnTo>
                    <a:pt x="14" y="127"/>
                  </a:lnTo>
                  <a:lnTo>
                    <a:pt x="20" y="112"/>
                  </a:lnTo>
                  <a:lnTo>
                    <a:pt x="27" y="97"/>
                  </a:lnTo>
                  <a:lnTo>
                    <a:pt x="31" y="90"/>
                  </a:lnTo>
                  <a:lnTo>
                    <a:pt x="33" y="82"/>
                  </a:lnTo>
                  <a:lnTo>
                    <a:pt x="33" y="82"/>
                  </a:lnTo>
                  <a:lnTo>
                    <a:pt x="39" y="63"/>
                  </a:lnTo>
                  <a:lnTo>
                    <a:pt x="47" y="45"/>
                  </a:lnTo>
                  <a:lnTo>
                    <a:pt x="55" y="25"/>
                  </a:lnTo>
                  <a:lnTo>
                    <a:pt x="62" y="7"/>
                  </a:lnTo>
                  <a:lnTo>
                    <a:pt x="62" y="7"/>
                  </a:lnTo>
                  <a:lnTo>
                    <a:pt x="62" y="4"/>
                  </a:lnTo>
                  <a:lnTo>
                    <a:pt x="61" y="2"/>
                  </a:lnTo>
                  <a:lnTo>
                    <a:pt x="60" y="1"/>
                  </a:lnTo>
                  <a:lnTo>
                    <a:pt x="59" y="1"/>
                  </a:lnTo>
                  <a:lnTo>
                    <a:pt x="57" y="0"/>
                  </a:lnTo>
                  <a:lnTo>
                    <a:pt x="55" y="1"/>
                  </a:lnTo>
                  <a:lnTo>
                    <a:pt x="54" y="2"/>
                  </a:lnTo>
                  <a:lnTo>
                    <a:pt x="53" y="4"/>
                  </a:lnTo>
                  <a:lnTo>
                    <a:pt x="5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6" name="Freeform 477"/>
            <p:cNvSpPr/>
            <p:nvPr/>
          </p:nvSpPr>
          <p:spPr bwMode="auto">
            <a:xfrm>
              <a:off x="6651626" y="3519488"/>
              <a:ext cx="25400" cy="61913"/>
            </a:xfrm>
            <a:custGeom>
              <a:avLst/>
              <a:gdLst/>
              <a:ahLst/>
              <a:cxnLst>
                <a:cxn ang="0">
                  <a:pos x="38" y="5"/>
                </a:cxn>
                <a:cxn ang="0">
                  <a:pos x="38" y="5"/>
                </a:cxn>
                <a:cxn ang="0">
                  <a:pos x="37" y="13"/>
                </a:cxn>
                <a:cxn ang="0">
                  <a:pos x="35" y="20"/>
                </a:cxn>
                <a:cxn ang="0">
                  <a:pos x="31" y="33"/>
                </a:cxn>
                <a:cxn ang="0">
                  <a:pos x="25" y="48"/>
                </a:cxn>
                <a:cxn ang="0">
                  <a:pos x="21" y="62"/>
                </a:cxn>
                <a:cxn ang="0">
                  <a:pos x="21" y="62"/>
                </a:cxn>
                <a:cxn ang="0">
                  <a:pos x="17" y="74"/>
                </a:cxn>
                <a:cxn ang="0">
                  <a:pos x="12" y="88"/>
                </a:cxn>
                <a:cxn ang="0">
                  <a:pos x="0" y="113"/>
                </a:cxn>
                <a:cxn ang="0">
                  <a:pos x="0" y="113"/>
                </a:cxn>
                <a:cxn ang="0">
                  <a:pos x="0" y="115"/>
                </a:cxn>
                <a:cxn ang="0">
                  <a:pos x="1" y="117"/>
                </a:cxn>
                <a:cxn ang="0">
                  <a:pos x="2" y="118"/>
                </a:cxn>
                <a:cxn ang="0">
                  <a:pos x="3" y="118"/>
                </a:cxn>
                <a:cxn ang="0">
                  <a:pos x="7" y="118"/>
                </a:cxn>
                <a:cxn ang="0">
                  <a:pos x="8" y="117"/>
                </a:cxn>
                <a:cxn ang="0">
                  <a:pos x="9" y="116"/>
                </a:cxn>
                <a:cxn ang="0">
                  <a:pos x="9" y="116"/>
                </a:cxn>
                <a:cxn ang="0">
                  <a:pos x="22" y="87"/>
                </a:cxn>
                <a:cxn ang="0">
                  <a:pos x="27" y="71"/>
                </a:cxn>
                <a:cxn ang="0">
                  <a:pos x="32" y="57"/>
                </a:cxn>
                <a:cxn ang="0">
                  <a:pos x="32" y="57"/>
                </a:cxn>
                <a:cxn ang="0">
                  <a:pos x="36" y="44"/>
                </a:cxn>
                <a:cxn ang="0">
                  <a:pos x="40" y="31"/>
                </a:cxn>
                <a:cxn ang="0">
                  <a:pos x="46" y="19"/>
                </a:cxn>
                <a:cxn ang="0">
                  <a:pos x="47" y="11"/>
                </a:cxn>
                <a:cxn ang="0">
                  <a:pos x="48" y="5"/>
                </a:cxn>
                <a:cxn ang="0">
                  <a:pos x="48" y="5"/>
                </a:cxn>
                <a:cxn ang="0">
                  <a:pos x="48" y="3"/>
                </a:cxn>
                <a:cxn ang="0">
                  <a:pos x="47" y="2"/>
                </a:cxn>
                <a:cxn ang="0">
                  <a:pos x="46" y="1"/>
                </a:cxn>
                <a:cxn ang="0">
                  <a:pos x="44" y="0"/>
                </a:cxn>
                <a:cxn ang="0">
                  <a:pos x="40" y="2"/>
                </a:cxn>
                <a:cxn ang="0">
                  <a:pos x="39" y="3"/>
                </a:cxn>
                <a:cxn ang="0">
                  <a:pos x="38" y="5"/>
                </a:cxn>
                <a:cxn ang="0">
                  <a:pos x="38" y="5"/>
                </a:cxn>
              </a:cxnLst>
              <a:rect l="0" t="0" r="r" b="b"/>
              <a:pathLst>
                <a:path w="48" h="118">
                  <a:moveTo>
                    <a:pt x="38" y="5"/>
                  </a:moveTo>
                  <a:lnTo>
                    <a:pt x="38" y="5"/>
                  </a:lnTo>
                  <a:lnTo>
                    <a:pt x="37" y="13"/>
                  </a:lnTo>
                  <a:lnTo>
                    <a:pt x="35" y="20"/>
                  </a:lnTo>
                  <a:lnTo>
                    <a:pt x="31" y="33"/>
                  </a:lnTo>
                  <a:lnTo>
                    <a:pt x="25" y="48"/>
                  </a:lnTo>
                  <a:lnTo>
                    <a:pt x="21" y="62"/>
                  </a:lnTo>
                  <a:lnTo>
                    <a:pt x="21" y="62"/>
                  </a:lnTo>
                  <a:lnTo>
                    <a:pt x="17" y="74"/>
                  </a:lnTo>
                  <a:lnTo>
                    <a:pt x="12" y="88"/>
                  </a:lnTo>
                  <a:lnTo>
                    <a:pt x="0" y="113"/>
                  </a:lnTo>
                  <a:lnTo>
                    <a:pt x="0" y="113"/>
                  </a:lnTo>
                  <a:lnTo>
                    <a:pt x="0" y="115"/>
                  </a:lnTo>
                  <a:lnTo>
                    <a:pt x="1" y="117"/>
                  </a:lnTo>
                  <a:lnTo>
                    <a:pt x="2" y="118"/>
                  </a:lnTo>
                  <a:lnTo>
                    <a:pt x="3" y="118"/>
                  </a:lnTo>
                  <a:lnTo>
                    <a:pt x="7" y="118"/>
                  </a:lnTo>
                  <a:lnTo>
                    <a:pt x="8" y="117"/>
                  </a:lnTo>
                  <a:lnTo>
                    <a:pt x="9" y="116"/>
                  </a:lnTo>
                  <a:lnTo>
                    <a:pt x="9" y="116"/>
                  </a:lnTo>
                  <a:lnTo>
                    <a:pt x="22" y="87"/>
                  </a:lnTo>
                  <a:lnTo>
                    <a:pt x="27" y="71"/>
                  </a:lnTo>
                  <a:lnTo>
                    <a:pt x="32" y="57"/>
                  </a:lnTo>
                  <a:lnTo>
                    <a:pt x="32" y="57"/>
                  </a:lnTo>
                  <a:lnTo>
                    <a:pt x="36" y="44"/>
                  </a:lnTo>
                  <a:lnTo>
                    <a:pt x="40" y="31"/>
                  </a:lnTo>
                  <a:lnTo>
                    <a:pt x="46" y="19"/>
                  </a:lnTo>
                  <a:lnTo>
                    <a:pt x="47" y="11"/>
                  </a:lnTo>
                  <a:lnTo>
                    <a:pt x="48" y="5"/>
                  </a:lnTo>
                  <a:lnTo>
                    <a:pt x="48" y="5"/>
                  </a:lnTo>
                  <a:lnTo>
                    <a:pt x="48" y="3"/>
                  </a:lnTo>
                  <a:lnTo>
                    <a:pt x="47" y="2"/>
                  </a:lnTo>
                  <a:lnTo>
                    <a:pt x="46" y="1"/>
                  </a:lnTo>
                  <a:lnTo>
                    <a:pt x="44" y="0"/>
                  </a:lnTo>
                  <a:lnTo>
                    <a:pt x="40" y="2"/>
                  </a:lnTo>
                  <a:lnTo>
                    <a:pt x="39" y="3"/>
                  </a:lnTo>
                  <a:lnTo>
                    <a:pt x="38" y="5"/>
                  </a:lnTo>
                  <a:lnTo>
                    <a:pt x="38"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7" name="Freeform 478"/>
            <p:cNvSpPr>
              <a:spLocks noEditPoints="1"/>
            </p:cNvSpPr>
            <p:nvPr/>
          </p:nvSpPr>
          <p:spPr bwMode="auto">
            <a:xfrm>
              <a:off x="6318251" y="3205163"/>
              <a:ext cx="522288" cy="504825"/>
            </a:xfrm>
            <a:custGeom>
              <a:avLst/>
              <a:gdLst/>
              <a:ahLst/>
              <a:cxnLst>
                <a:cxn ang="0">
                  <a:pos x="404" y="944"/>
                </a:cxn>
                <a:cxn ang="0">
                  <a:pos x="283" y="907"/>
                </a:cxn>
                <a:cxn ang="0">
                  <a:pos x="157" y="830"/>
                </a:cxn>
                <a:cxn ang="0">
                  <a:pos x="52" y="695"/>
                </a:cxn>
                <a:cxn ang="0">
                  <a:pos x="14" y="619"/>
                </a:cxn>
                <a:cxn ang="0">
                  <a:pos x="0" y="497"/>
                </a:cxn>
                <a:cxn ang="0">
                  <a:pos x="3" y="373"/>
                </a:cxn>
                <a:cxn ang="0">
                  <a:pos x="33" y="268"/>
                </a:cxn>
                <a:cxn ang="0">
                  <a:pos x="100" y="151"/>
                </a:cxn>
                <a:cxn ang="0">
                  <a:pos x="189" y="72"/>
                </a:cxn>
                <a:cxn ang="0">
                  <a:pos x="287" y="30"/>
                </a:cxn>
                <a:cxn ang="0">
                  <a:pos x="403" y="5"/>
                </a:cxn>
                <a:cxn ang="0">
                  <a:pos x="467" y="0"/>
                </a:cxn>
                <a:cxn ang="0">
                  <a:pos x="504" y="4"/>
                </a:cxn>
                <a:cxn ang="0">
                  <a:pos x="586" y="15"/>
                </a:cxn>
                <a:cxn ang="0">
                  <a:pos x="704" y="48"/>
                </a:cxn>
                <a:cxn ang="0">
                  <a:pos x="782" y="96"/>
                </a:cxn>
                <a:cxn ang="0">
                  <a:pos x="866" y="152"/>
                </a:cxn>
                <a:cxn ang="0">
                  <a:pos x="943" y="264"/>
                </a:cxn>
                <a:cxn ang="0">
                  <a:pos x="974" y="355"/>
                </a:cxn>
                <a:cxn ang="0">
                  <a:pos x="985" y="453"/>
                </a:cxn>
                <a:cxn ang="0">
                  <a:pos x="969" y="636"/>
                </a:cxn>
                <a:cxn ang="0">
                  <a:pos x="922" y="747"/>
                </a:cxn>
                <a:cxn ang="0">
                  <a:pos x="852" y="813"/>
                </a:cxn>
                <a:cxn ang="0">
                  <a:pos x="786" y="860"/>
                </a:cxn>
                <a:cxn ang="0">
                  <a:pos x="714" y="905"/>
                </a:cxn>
                <a:cxn ang="0">
                  <a:pos x="615" y="946"/>
                </a:cxn>
                <a:cxn ang="0">
                  <a:pos x="515" y="954"/>
                </a:cxn>
                <a:cxn ang="0">
                  <a:pos x="450" y="37"/>
                </a:cxn>
                <a:cxn ang="0">
                  <a:pos x="382" y="47"/>
                </a:cxn>
                <a:cxn ang="0">
                  <a:pos x="271" y="78"/>
                </a:cxn>
                <a:cxn ang="0">
                  <a:pos x="162" y="135"/>
                </a:cxn>
                <a:cxn ang="0">
                  <a:pos x="95" y="220"/>
                </a:cxn>
                <a:cxn ang="0">
                  <a:pos x="48" y="349"/>
                </a:cxn>
                <a:cxn ang="0">
                  <a:pos x="36" y="483"/>
                </a:cxn>
                <a:cxn ang="0">
                  <a:pos x="53" y="623"/>
                </a:cxn>
                <a:cxn ang="0">
                  <a:pos x="82" y="676"/>
                </a:cxn>
                <a:cxn ang="0">
                  <a:pos x="171" y="792"/>
                </a:cxn>
                <a:cxn ang="0">
                  <a:pos x="254" y="852"/>
                </a:cxn>
                <a:cxn ang="0">
                  <a:pos x="378" y="898"/>
                </a:cxn>
                <a:cxn ang="0">
                  <a:pos x="505" y="914"/>
                </a:cxn>
                <a:cxn ang="0">
                  <a:pos x="623" y="905"/>
                </a:cxn>
                <a:cxn ang="0">
                  <a:pos x="717" y="861"/>
                </a:cxn>
                <a:cxn ang="0">
                  <a:pos x="813" y="802"/>
                </a:cxn>
                <a:cxn ang="0">
                  <a:pos x="870" y="744"/>
                </a:cxn>
                <a:cxn ang="0">
                  <a:pos x="900" y="704"/>
                </a:cxn>
                <a:cxn ang="0">
                  <a:pos x="924" y="666"/>
                </a:cxn>
                <a:cxn ang="0">
                  <a:pos x="947" y="514"/>
                </a:cxn>
                <a:cxn ang="0">
                  <a:pos x="941" y="371"/>
                </a:cxn>
                <a:cxn ang="0">
                  <a:pos x="908" y="276"/>
                </a:cxn>
                <a:cxn ang="0">
                  <a:pos x="839" y="178"/>
                </a:cxn>
                <a:cxn ang="0">
                  <a:pos x="772" y="130"/>
                </a:cxn>
                <a:cxn ang="0">
                  <a:pos x="647" y="68"/>
                </a:cxn>
                <a:cxn ang="0">
                  <a:pos x="521" y="42"/>
                </a:cxn>
                <a:cxn ang="0">
                  <a:pos x="507" y="46"/>
                </a:cxn>
                <a:cxn ang="0">
                  <a:pos x="494" y="39"/>
                </a:cxn>
                <a:cxn ang="0">
                  <a:pos x="473" y="36"/>
                </a:cxn>
              </a:cxnLst>
              <a:rect l="0" t="0" r="r" b="b"/>
              <a:pathLst>
                <a:path w="985" h="954">
                  <a:moveTo>
                    <a:pt x="515" y="954"/>
                  </a:moveTo>
                  <a:lnTo>
                    <a:pt x="515" y="954"/>
                  </a:lnTo>
                  <a:lnTo>
                    <a:pt x="490" y="953"/>
                  </a:lnTo>
                  <a:lnTo>
                    <a:pt x="463" y="951"/>
                  </a:lnTo>
                  <a:lnTo>
                    <a:pt x="434" y="948"/>
                  </a:lnTo>
                  <a:lnTo>
                    <a:pt x="404" y="944"/>
                  </a:lnTo>
                  <a:lnTo>
                    <a:pt x="374" y="938"/>
                  </a:lnTo>
                  <a:lnTo>
                    <a:pt x="343" y="931"/>
                  </a:lnTo>
                  <a:lnTo>
                    <a:pt x="328" y="926"/>
                  </a:lnTo>
                  <a:lnTo>
                    <a:pt x="312" y="919"/>
                  </a:lnTo>
                  <a:lnTo>
                    <a:pt x="298" y="913"/>
                  </a:lnTo>
                  <a:lnTo>
                    <a:pt x="283" y="907"/>
                  </a:lnTo>
                  <a:lnTo>
                    <a:pt x="283" y="907"/>
                  </a:lnTo>
                  <a:lnTo>
                    <a:pt x="239" y="884"/>
                  </a:lnTo>
                  <a:lnTo>
                    <a:pt x="217" y="872"/>
                  </a:lnTo>
                  <a:lnTo>
                    <a:pt x="196" y="859"/>
                  </a:lnTo>
                  <a:lnTo>
                    <a:pt x="177" y="845"/>
                  </a:lnTo>
                  <a:lnTo>
                    <a:pt x="157" y="830"/>
                  </a:lnTo>
                  <a:lnTo>
                    <a:pt x="140" y="813"/>
                  </a:lnTo>
                  <a:lnTo>
                    <a:pt x="123" y="794"/>
                  </a:lnTo>
                  <a:lnTo>
                    <a:pt x="123" y="794"/>
                  </a:lnTo>
                  <a:lnTo>
                    <a:pt x="101" y="766"/>
                  </a:lnTo>
                  <a:lnTo>
                    <a:pt x="77" y="733"/>
                  </a:lnTo>
                  <a:lnTo>
                    <a:pt x="52" y="695"/>
                  </a:lnTo>
                  <a:lnTo>
                    <a:pt x="39" y="676"/>
                  </a:lnTo>
                  <a:lnTo>
                    <a:pt x="28" y="656"/>
                  </a:lnTo>
                  <a:lnTo>
                    <a:pt x="28" y="656"/>
                  </a:lnTo>
                  <a:lnTo>
                    <a:pt x="24" y="648"/>
                  </a:lnTo>
                  <a:lnTo>
                    <a:pt x="20" y="639"/>
                  </a:lnTo>
                  <a:lnTo>
                    <a:pt x="14" y="619"/>
                  </a:lnTo>
                  <a:lnTo>
                    <a:pt x="8" y="598"/>
                  </a:lnTo>
                  <a:lnTo>
                    <a:pt x="5" y="577"/>
                  </a:lnTo>
                  <a:lnTo>
                    <a:pt x="2" y="556"/>
                  </a:lnTo>
                  <a:lnTo>
                    <a:pt x="1" y="535"/>
                  </a:lnTo>
                  <a:lnTo>
                    <a:pt x="0" y="497"/>
                  </a:lnTo>
                  <a:lnTo>
                    <a:pt x="0" y="497"/>
                  </a:lnTo>
                  <a:lnTo>
                    <a:pt x="0" y="475"/>
                  </a:lnTo>
                  <a:lnTo>
                    <a:pt x="0" y="475"/>
                  </a:lnTo>
                  <a:lnTo>
                    <a:pt x="0" y="434"/>
                  </a:lnTo>
                  <a:lnTo>
                    <a:pt x="0" y="413"/>
                  </a:lnTo>
                  <a:lnTo>
                    <a:pt x="1" y="394"/>
                  </a:lnTo>
                  <a:lnTo>
                    <a:pt x="3" y="373"/>
                  </a:lnTo>
                  <a:lnTo>
                    <a:pt x="6" y="353"/>
                  </a:lnTo>
                  <a:lnTo>
                    <a:pt x="11" y="334"/>
                  </a:lnTo>
                  <a:lnTo>
                    <a:pt x="16" y="315"/>
                  </a:lnTo>
                  <a:lnTo>
                    <a:pt x="16" y="315"/>
                  </a:lnTo>
                  <a:lnTo>
                    <a:pt x="24" y="290"/>
                  </a:lnTo>
                  <a:lnTo>
                    <a:pt x="33" y="268"/>
                  </a:lnTo>
                  <a:lnTo>
                    <a:pt x="44" y="245"/>
                  </a:lnTo>
                  <a:lnTo>
                    <a:pt x="53" y="224"/>
                  </a:lnTo>
                  <a:lnTo>
                    <a:pt x="64" y="204"/>
                  </a:lnTo>
                  <a:lnTo>
                    <a:pt x="76" y="185"/>
                  </a:lnTo>
                  <a:lnTo>
                    <a:pt x="88" y="167"/>
                  </a:lnTo>
                  <a:lnTo>
                    <a:pt x="100" y="151"/>
                  </a:lnTo>
                  <a:lnTo>
                    <a:pt x="113" y="135"/>
                  </a:lnTo>
                  <a:lnTo>
                    <a:pt x="127" y="121"/>
                  </a:lnTo>
                  <a:lnTo>
                    <a:pt x="142" y="107"/>
                  </a:lnTo>
                  <a:lnTo>
                    <a:pt x="156" y="94"/>
                  </a:lnTo>
                  <a:lnTo>
                    <a:pt x="173" y="83"/>
                  </a:lnTo>
                  <a:lnTo>
                    <a:pt x="189" y="72"/>
                  </a:lnTo>
                  <a:lnTo>
                    <a:pt x="206" y="63"/>
                  </a:lnTo>
                  <a:lnTo>
                    <a:pt x="224" y="54"/>
                  </a:lnTo>
                  <a:lnTo>
                    <a:pt x="224" y="54"/>
                  </a:lnTo>
                  <a:lnTo>
                    <a:pt x="244" y="46"/>
                  </a:lnTo>
                  <a:lnTo>
                    <a:pt x="266" y="37"/>
                  </a:lnTo>
                  <a:lnTo>
                    <a:pt x="287" y="30"/>
                  </a:lnTo>
                  <a:lnTo>
                    <a:pt x="311" y="24"/>
                  </a:lnTo>
                  <a:lnTo>
                    <a:pt x="335" y="18"/>
                  </a:lnTo>
                  <a:lnTo>
                    <a:pt x="358" y="13"/>
                  </a:lnTo>
                  <a:lnTo>
                    <a:pt x="381" y="8"/>
                  </a:lnTo>
                  <a:lnTo>
                    <a:pt x="403" y="5"/>
                  </a:lnTo>
                  <a:lnTo>
                    <a:pt x="403" y="5"/>
                  </a:lnTo>
                  <a:lnTo>
                    <a:pt x="415" y="4"/>
                  </a:lnTo>
                  <a:lnTo>
                    <a:pt x="415" y="4"/>
                  </a:lnTo>
                  <a:lnTo>
                    <a:pt x="440" y="1"/>
                  </a:lnTo>
                  <a:lnTo>
                    <a:pt x="454" y="0"/>
                  </a:lnTo>
                  <a:lnTo>
                    <a:pt x="467" y="0"/>
                  </a:lnTo>
                  <a:lnTo>
                    <a:pt x="467" y="0"/>
                  </a:lnTo>
                  <a:lnTo>
                    <a:pt x="487" y="1"/>
                  </a:lnTo>
                  <a:lnTo>
                    <a:pt x="495" y="2"/>
                  </a:lnTo>
                  <a:lnTo>
                    <a:pt x="503" y="4"/>
                  </a:lnTo>
                  <a:lnTo>
                    <a:pt x="504" y="4"/>
                  </a:lnTo>
                  <a:lnTo>
                    <a:pt x="504" y="4"/>
                  </a:lnTo>
                  <a:lnTo>
                    <a:pt x="504" y="4"/>
                  </a:lnTo>
                  <a:lnTo>
                    <a:pt x="525" y="6"/>
                  </a:lnTo>
                  <a:lnTo>
                    <a:pt x="525" y="6"/>
                  </a:lnTo>
                  <a:lnTo>
                    <a:pt x="556" y="9"/>
                  </a:lnTo>
                  <a:lnTo>
                    <a:pt x="571" y="12"/>
                  </a:lnTo>
                  <a:lnTo>
                    <a:pt x="586" y="15"/>
                  </a:lnTo>
                  <a:lnTo>
                    <a:pt x="586" y="15"/>
                  </a:lnTo>
                  <a:lnTo>
                    <a:pt x="629" y="26"/>
                  </a:lnTo>
                  <a:lnTo>
                    <a:pt x="629" y="26"/>
                  </a:lnTo>
                  <a:lnTo>
                    <a:pt x="687" y="41"/>
                  </a:lnTo>
                  <a:lnTo>
                    <a:pt x="687" y="41"/>
                  </a:lnTo>
                  <a:lnTo>
                    <a:pt x="695" y="45"/>
                  </a:lnTo>
                  <a:lnTo>
                    <a:pt x="704" y="48"/>
                  </a:lnTo>
                  <a:lnTo>
                    <a:pt x="720" y="56"/>
                  </a:lnTo>
                  <a:lnTo>
                    <a:pt x="736" y="65"/>
                  </a:lnTo>
                  <a:lnTo>
                    <a:pt x="751" y="77"/>
                  </a:lnTo>
                  <a:lnTo>
                    <a:pt x="751" y="77"/>
                  </a:lnTo>
                  <a:lnTo>
                    <a:pt x="767" y="87"/>
                  </a:lnTo>
                  <a:lnTo>
                    <a:pt x="782" y="96"/>
                  </a:lnTo>
                  <a:lnTo>
                    <a:pt x="782" y="96"/>
                  </a:lnTo>
                  <a:lnTo>
                    <a:pt x="804" y="109"/>
                  </a:lnTo>
                  <a:lnTo>
                    <a:pt x="824" y="122"/>
                  </a:lnTo>
                  <a:lnTo>
                    <a:pt x="845" y="136"/>
                  </a:lnTo>
                  <a:lnTo>
                    <a:pt x="866" y="152"/>
                  </a:lnTo>
                  <a:lnTo>
                    <a:pt x="866" y="152"/>
                  </a:lnTo>
                  <a:lnTo>
                    <a:pt x="881" y="167"/>
                  </a:lnTo>
                  <a:lnTo>
                    <a:pt x="896" y="185"/>
                  </a:lnTo>
                  <a:lnTo>
                    <a:pt x="909" y="204"/>
                  </a:lnTo>
                  <a:lnTo>
                    <a:pt x="922" y="223"/>
                  </a:lnTo>
                  <a:lnTo>
                    <a:pt x="933" y="244"/>
                  </a:lnTo>
                  <a:lnTo>
                    <a:pt x="943" y="264"/>
                  </a:lnTo>
                  <a:lnTo>
                    <a:pt x="951" y="283"/>
                  </a:lnTo>
                  <a:lnTo>
                    <a:pt x="959" y="301"/>
                  </a:lnTo>
                  <a:lnTo>
                    <a:pt x="959" y="301"/>
                  </a:lnTo>
                  <a:lnTo>
                    <a:pt x="965" y="318"/>
                  </a:lnTo>
                  <a:lnTo>
                    <a:pt x="970" y="337"/>
                  </a:lnTo>
                  <a:lnTo>
                    <a:pt x="974" y="355"/>
                  </a:lnTo>
                  <a:lnTo>
                    <a:pt x="978" y="375"/>
                  </a:lnTo>
                  <a:lnTo>
                    <a:pt x="980" y="394"/>
                  </a:lnTo>
                  <a:lnTo>
                    <a:pt x="982" y="413"/>
                  </a:lnTo>
                  <a:lnTo>
                    <a:pt x="985" y="433"/>
                  </a:lnTo>
                  <a:lnTo>
                    <a:pt x="985" y="453"/>
                  </a:lnTo>
                  <a:lnTo>
                    <a:pt x="985" y="453"/>
                  </a:lnTo>
                  <a:lnTo>
                    <a:pt x="985" y="494"/>
                  </a:lnTo>
                  <a:lnTo>
                    <a:pt x="982" y="535"/>
                  </a:lnTo>
                  <a:lnTo>
                    <a:pt x="979" y="577"/>
                  </a:lnTo>
                  <a:lnTo>
                    <a:pt x="976" y="596"/>
                  </a:lnTo>
                  <a:lnTo>
                    <a:pt x="973" y="617"/>
                  </a:lnTo>
                  <a:lnTo>
                    <a:pt x="969" y="636"/>
                  </a:lnTo>
                  <a:lnTo>
                    <a:pt x="964" y="656"/>
                  </a:lnTo>
                  <a:lnTo>
                    <a:pt x="958" y="675"/>
                  </a:lnTo>
                  <a:lnTo>
                    <a:pt x="950" y="693"/>
                  </a:lnTo>
                  <a:lnTo>
                    <a:pt x="942" y="712"/>
                  </a:lnTo>
                  <a:lnTo>
                    <a:pt x="932" y="729"/>
                  </a:lnTo>
                  <a:lnTo>
                    <a:pt x="922" y="747"/>
                  </a:lnTo>
                  <a:lnTo>
                    <a:pt x="909" y="763"/>
                  </a:lnTo>
                  <a:lnTo>
                    <a:pt x="909" y="763"/>
                  </a:lnTo>
                  <a:lnTo>
                    <a:pt x="897" y="776"/>
                  </a:lnTo>
                  <a:lnTo>
                    <a:pt x="882" y="789"/>
                  </a:lnTo>
                  <a:lnTo>
                    <a:pt x="868" y="802"/>
                  </a:lnTo>
                  <a:lnTo>
                    <a:pt x="852" y="813"/>
                  </a:lnTo>
                  <a:lnTo>
                    <a:pt x="852" y="813"/>
                  </a:lnTo>
                  <a:lnTo>
                    <a:pt x="835" y="827"/>
                  </a:lnTo>
                  <a:lnTo>
                    <a:pt x="835" y="827"/>
                  </a:lnTo>
                  <a:lnTo>
                    <a:pt x="823" y="836"/>
                  </a:lnTo>
                  <a:lnTo>
                    <a:pt x="811" y="844"/>
                  </a:lnTo>
                  <a:lnTo>
                    <a:pt x="786" y="860"/>
                  </a:lnTo>
                  <a:lnTo>
                    <a:pt x="786" y="860"/>
                  </a:lnTo>
                  <a:lnTo>
                    <a:pt x="767" y="871"/>
                  </a:lnTo>
                  <a:lnTo>
                    <a:pt x="767" y="871"/>
                  </a:lnTo>
                  <a:lnTo>
                    <a:pt x="746" y="885"/>
                  </a:lnTo>
                  <a:lnTo>
                    <a:pt x="746" y="885"/>
                  </a:lnTo>
                  <a:lnTo>
                    <a:pt x="714" y="905"/>
                  </a:lnTo>
                  <a:lnTo>
                    <a:pt x="698" y="914"/>
                  </a:lnTo>
                  <a:lnTo>
                    <a:pt x="682" y="924"/>
                  </a:lnTo>
                  <a:lnTo>
                    <a:pt x="665" y="931"/>
                  </a:lnTo>
                  <a:lnTo>
                    <a:pt x="649" y="938"/>
                  </a:lnTo>
                  <a:lnTo>
                    <a:pt x="632" y="943"/>
                  </a:lnTo>
                  <a:lnTo>
                    <a:pt x="615" y="946"/>
                  </a:lnTo>
                  <a:lnTo>
                    <a:pt x="615" y="946"/>
                  </a:lnTo>
                  <a:lnTo>
                    <a:pt x="590" y="949"/>
                  </a:lnTo>
                  <a:lnTo>
                    <a:pt x="565" y="951"/>
                  </a:lnTo>
                  <a:lnTo>
                    <a:pt x="539" y="953"/>
                  </a:lnTo>
                  <a:lnTo>
                    <a:pt x="515" y="954"/>
                  </a:lnTo>
                  <a:lnTo>
                    <a:pt x="515" y="954"/>
                  </a:lnTo>
                  <a:lnTo>
                    <a:pt x="515" y="954"/>
                  </a:lnTo>
                  <a:lnTo>
                    <a:pt x="515" y="954"/>
                  </a:lnTo>
                  <a:close/>
                  <a:moveTo>
                    <a:pt x="473" y="36"/>
                  </a:moveTo>
                  <a:lnTo>
                    <a:pt x="473" y="36"/>
                  </a:lnTo>
                  <a:lnTo>
                    <a:pt x="461" y="36"/>
                  </a:lnTo>
                  <a:lnTo>
                    <a:pt x="450" y="37"/>
                  </a:lnTo>
                  <a:lnTo>
                    <a:pt x="450" y="37"/>
                  </a:lnTo>
                  <a:lnTo>
                    <a:pt x="435" y="39"/>
                  </a:lnTo>
                  <a:lnTo>
                    <a:pt x="435" y="39"/>
                  </a:lnTo>
                  <a:lnTo>
                    <a:pt x="422" y="39"/>
                  </a:lnTo>
                  <a:lnTo>
                    <a:pt x="408" y="41"/>
                  </a:lnTo>
                  <a:lnTo>
                    <a:pt x="382" y="47"/>
                  </a:lnTo>
                  <a:lnTo>
                    <a:pt x="358" y="53"/>
                  </a:lnTo>
                  <a:lnTo>
                    <a:pt x="332" y="60"/>
                  </a:lnTo>
                  <a:lnTo>
                    <a:pt x="332" y="60"/>
                  </a:lnTo>
                  <a:lnTo>
                    <a:pt x="310" y="66"/>
                  </a:lnTo>
                  <a:lnTo>
                    <a:pt x="310" y="66"/>
                  </a:lnTo>
                  <a:lnTo>
                    <a:pt x="271" y="78"/>
                  </a:lnTo>
                  <a:lnTo>
                    <a:pt x="251" y="84"/>
                  </a:lnTo>
                  <a:lnTo>
                    <a:pt x="233" y="91"/>
                  </a:lnTo>
                  <a:lnTo>
                    <a:pt x="214" y="99"/>
                  </a:lnTo>
                  <a:lnTo>
                    <a:pt x="196" y="110"/>
                  </a:lnTo>
                  <a:lnTo>
                    <a:pt x="179" y="122"/>
                  </a:lnTo>
                  <a:lnTo>
                    <a:pt x="162" y="135"/>
                  </a:lnTo>
                  <a:lnTo>
                    <a:pt x="162" y="135"/>
                  </a:lnTo>
                  <a:lnTo>
                    <a:pt x="147" y="151"/>
                  </a:lnTo>
                  <a:lnTo>
                    <a:pt x="132" y="167"/>
                  </a:lnTo>
                  <a:lnTo>
                    <a:pt x="119" y="184"/>
                  </a:lnTo>
                  <a:lnTo>
                    <a:pt x="107" y="202"/>
                  </a:lnTo>
                  <a:lnTo>
                    <a:pt x="95" y="220"/>
                  </a:lnTo>
                  <a:lnTo>
                    <a:pt x="85" y="240"/>
                  </a:lnTo>
                  <a:lnTo>
                    <a:pt x="76" y="260"/>
                  </a:lnTo>
                  <a:lnTo>
                    <a:pt x="67" y="281"/>
                  </a:lnTo>
                  <a:lnTo>
                    <a:pt x="60" y="303"/>
                  </a:lnTo>
                  <a:lnTo>
                    <a:pt x="54" y="326"/>
                  </a:lnTo>
                  <a:lnTo>
                    <a:pt x="48" y="349"/>
                  </a:lnTo>
                  <a:lnTo>
                    <a:pt x="44" y="374"/>
                  </a:lnTo>
                  <a:lnTo>
                    <a:pt x="40" y="400"/>
                  </a:lnTo>
                  <a:lnTo>
                    <a:pt x="38" y="426"/>
                  </a:lnTo>
                  <a:lnTo>
                    <a:pt x="36" y="454"/>
                  </a:lnTo>
                  <a:lnTo>
                    <a:pt x="36" y="483"/>
                  </a:lnTo>
                  <a:lnTo>
                    <a:pt x="36" y="483"/>
                  </a:lnTo>
                  <a:lnTo>
                    <a:pt x="37" y="524"/>
                  </a:lnTo>
                  <a:lnTo>
                    <a:pt x="38" y="547"/>
                  </a:lnTo>
                  <a:lnTo>
                    <a:pt x="40" y="569"/>
                  </a:lnTo>
                  <a:lnTo>
                    <a:pt x="44" y="591"/>
                  </a:lnTo>
                  <a:lnTo>
                    <a:pt x="50" y="613"/>
                  </a:lnTo>
                  <a:lnTo>
                    <a:pt x="53" y="623"/>
                  </a:lnTo>
                  <a:lnTo>
                    <a:pt x="57" y="633"/>
                  </a:lnTo>
                  <a:lnTo>
                    <a:pt x="61" y="643"/>
                  </a:lnTo>
                  <a:lnTo>
                    <a:pt x="67" y="652"/>
                  </a:lnTo>
                  <a:lnTo>
                    <a:pt x="67" y="652"/>
                  </a:lnTo>
                  <a:lnTo>
                    <a:pt x="82" y="676"/>
                  </a:lnTo>
                  <a:lnTo>
                    <a:pt x="82" y="676"/>
                  </a:lnTo>
                  <a:lnTo>
                    <a:pt x="102" y="707"/>
                  </a:lnTo>
                  <a:lnTo>
                    <a:pt x="123" y="738"/>
                  </a:lnTo>
                  <a:lnTo>
                    <a:pt x="134" y="752"/>
                  </a:lnTo>
                  <a:lnTo>
                    <a:pt x="146" y="767"/>
                  </a:lnTo>
                  <a:lnTo>
                    <a:pt x="157" y="780"/>
                  </a:lnTo>
                  <a:lnTo>
                    <a:pt x="171" y="792"/>
                  </a:lnTo>
                  <a:lnTo>
                    <a:pt x="171" y="792"/>
                  </a:lnTo>
                  <a:lnTo>
                    <a:pt x="186" y="806"/>
                  </a:lnTo>
                  <a:lnTo>
                    <a:pt x="202" y="819"/>
                  </a:lnTo>
                  <a:lnTo>
                    <a:pt x="219" y="831"/>
                  </a:lnTo>
                  <a:lnTo>
                    <a:pt x="236" y="842"/>
                  </a:lnTo>
                  <a:lnTo>
                    <a:pt x="254" y="852"/>
                  </a:lnTo>
                  <a:lnTo>
                    <a:pt x="273" y="862"/>
                  </a:lnTo>
                  <a:lnTo>
                    <a:pt x="292" y="871"/>
                  </a:lnTo>
                  <a:lnTo>
                    <a:pt x="313" y="879"/>
                  </a:lnTo>
                  <a:lnTo>
                    <a:pt x="334" y="886"/>
                  </a:lnTo>
                  <a:lnTo>
                    <a:pt x="356" y="893"/>
                  </a:lnTo>
                  <a:lnTo>
                    <a:pt x="378" y="898"/>
                  </a:lnTo>
                  <a:lnTo>
                    <a:pt x="402" y="903"/>
                  </a:lnTo>
                  <a:lnTo>
                    <a:pt x="427" y="907"/>
                  </a:lnTo>
                  <a:lnTo>
                    <a:pt x="452" y="910"/>
                  </a:lnTo>
                  <a:lnTo>
                    <a:pt x="478" y="912"/>
                  </a:lnTo>
                  <a:lnTo>
                    <a:pt x="505" y="914"/>
                  </a:lnTo>
                  <a:lnTo>
                    <a:pt x="505" y="914"/>
                  </a:lnTo>
                  <a:lnTo>
                    <a:pt x="536" y="915"/>
                  </a:lnTo>
                  <a:lnTo>
                    <a:pt x="536" y="915"/>
                  </a:lnTo>
                  <a:lnTo>
                    <a:pt x="560" y="914"/>
                  </a:lnTo>
                  <a:lnTo>
                    <a:pt x="582" y="912"/>
                  </a:lnTo>
                  <a:lnTo>
                    <a:pt x="603" y="909"/>
                  </a:lnTo>
                  <a:lnTo>
                    <a:pt x="623" y="905"/>
                  </a:lnTo>
                  <a:lnTo>
                    <a:pt x="643" y="899"/>
                  </a:lnTo>
                  <a:lnTo>
                    <a:pt x="661" y="892"/>
                  </a:lnTo>
                  <a:lnTo>
                    <a:pt x="680" y="882"/>
                  </a:lnTo>
                  <a:lnTo>
                    <a:pt x="698" y="872"/>
                  </a:lnTo>
                  <a:lnTo>
                    <a:pt x="698" y="872"/>
                  </a:lnTo>
                  <a:lnTo>
                    <a:pt x="717" y="861"/>
                  </a:lnTo>
                  <a:lnTo>
                    <a:pt x="737" y="850"/>
                  </a:lnTo>
                  <a:lnTo>
                    <a:pt x="737" y="850"/>
                  </a:lnTo>
                  <a:lnTo>
                    <a:pt x="768" y="832"/>
                  </a:lnTo>
                  <a:lnTo>
                    <a:pt x="783" y="822"/>
                  </a:lnTo>
                  <a:lnTo>
                    <a:pt x="799" y="812"/>
                  </a:lnTo>
                  <a:lnTo>
                    <a:pt x="813" y="802"/>
                  </a:lnTo>
                  <a:lnTo>
                    <a:pt x="827" y="790"/>
                  </a:lnTo>
                  <a:lnTo>
                    <a:pt x="839" y="778"/>
                  </a:lnTo>
                  <a:lnTo>
                    <a:pt x="849" y="765"/>
                  </a:lnTo>
                  <a:lnTo>
                    <a:pt x="849" y="765"/>
                  </a:lnTo>
                  <a:lnTo>
                    <a:pt x="860" y="753"/>
                  </a:lnTo>
                  <a:lnTo>
                    <a:pt x="870" y="744"/>
                  </a:lnTo>
                  <a:lnTo>
                    <a:pt x="870" y="744"/>
                  </a:lnTo>
                  <a:lnTo>
                    <a:pt x="878" y="736"/>
                  </a:lnTo>
                  <a:lnTo>
                    <a:pt x="885" y="727"/>
                  </a:lnTo>
                  <a:lnTo>
                    <a:pt x="894" y="717"/>
                  </a:lnTo>
                  <a:lnTo>
                    <a:pt x="897" y="711"/>
                  </a:lnTo>
                  <a:lnTo>
                    <a:pt x="900" y="704"/>
                  </a:lnTo>
                  <a:lnTo>
                    <a:pt x="900" y="704"/>
                  </a:lnTo>
                  <a:lnTo>
                    <a:pt x="906" y="692"/>
                  </a:lnTo>
                  <a:lnTo>
                    <a:pt x="913" y="682"/>
                  </a:lnTo>
                  <a:lnTo>
                    <a:pt x="913" y="682"/>
                  </a:lnTo>
                  <a:lnTo>
                    <a:pt x="918" y="674"/>
                  </a:lnTo>
                  <a:lnTo>
                    <a:pt x="924" y="666"/>
                  </a:lnTo>
                  <a:lnTo>
                    <a:pt x="928" y="657"/>
                  </a:lnTo>
                  <a:lnTo>
                    <a:pt x="930" y="648"/>
                  </a:lnTo>
                  <a:lnTo>
                    <a:pt x="930" y="648"/>
                  </a:lnTo>
                  <a:lnTo>
                    <a:pt x="938" y="602"/>
                  </a:lnTo>
                  <a:lnTo>
                    <a:pt x="944" y="558"/>
                  </a:lnTo>
                  <a:lnTo>
                    <a:pt x="947" y="514"/>
                  </a:lnTo>
                  <a:lnTo>
                    <a:pt x="948" y="470"/>
                  </a:lnTo>
                  <a:lnTo>
                    <a:pt x="948" y="470"/>
                  </a:lnTo>
                  <a:lnTo>
                    <a:pt x="947" y="433"/>
                  </a:lnTo>
                  <a:lnTo>
                    <a:pt x="946" y="412"/>
                  </a:lnTo>
                  <a:lnTo>
                    <a:pt x="944" y="393"/>
                  </a:lnTo>
                  <a:lnTo>
                    <a:pt x="941" y="371"/>
                  </a:lnTo>
                  <a:lnTo>
                    <a:pt x="937" y="350"/>
                  </a:lnTo>
                  <a:lnTo>
                    <a:pt x="931" y="330"/>
                  </a:lnTo>
                  <a:lnTo>
                    <a:pt x="924" y="309"/>
                  </a:lnTo>
                  <a:lnTo>
                    <a:pt x="924" y="309"/>
                  </a:lnTo>
                  <a:lnTo>
                    <a:pt x="917" y="295"/>
                  </a:lnTo>
                  <a:lnTo>
                    <a:pt x="908" y="276"/>
                  </a:lnTo>
                  <a:lnTo>
                    <a:pt x="897" y="254"/>
                  </a:lnTo>
                  <a:lnTo>
                    <a:pt x="883" y="233"/>
                  </a:lnTo>
                  <a:lnTo>
                    <a:pt x="867" y="210"/>
                  </a:lnTo>
                  <a:lnTo>
                    <a:pt x="859" y="198"/>
                  </a:lnTo>
                  <a:lnTo>
                    <a:pt x="849" y="188"/>
                  </a:lnTo>
                  <a:lnTo>
                    <a:pt x="839" y="178"/>
                  </a:lnTo>
                  <a:lnTo>
                    <a:pt x="829" y="169"/>
                  </a:lnTo>
                  <a:lnTo>
                    <a:pt x="817" y="160"/>
                  </a:lnTo>
                  <a:lnTo>
                    <a:pt x="806" y="152"/>
                  </a:lnTo>
                  <a:lnTo>
                    <a:pt x="806" y="152"/>
                  </a:lnTo>
                  <a:lnTo>
                    <a:pt x="772" y="130"/>
                  </a:lnTo>
                  <a:lnTo>
                    <a:pt x="772" y="130"/>
                  </a:lnTo>
                  <a:lnTo>
                    <a:pt x="742" y="112"/>
                  </a:lnTo>
                  <a:lnTo>
                    <a:pt x="712" y="94"/>
                  </a:lnTo>
                  <a:lnTo>
                    <a:pt x="696" y="87"/>
                  </a:lnTo>
                  <a:lnTo>
                    <a:pt x="680" y="80"/>
                  </a:lnTo>
                  <a:lnTo>
                    <a:pt x="664" y="73"/>
                  </a:lnTo>
                  <a:lnTo>
                    <a:pt x="647" y="68"/>
                  </a:lnTo>
                  <a:lnTo>
                    <a:pt x="647" y="68"/>
                  </a:lnTo>
                  <a:lnTo>
                    <a:pt x="615" y="61"/>
                  </a:lnTo>
                  <a:lnTo>
                    <a:pt x="584" y="54"/>
                  </a:lnTo>
                  <a:lnTo>
                    <a:pt x="553" y="49"/>
                  </a:lnTo>
                  <a:lnTo>
                    <a:pt x="523" y="44"/>
                  </a:lnTo>
                  <a:lnTo>
                    <a:pt x="521" y="42"/>
                  </a:lnTo>
                  <a:lnTo>
                    <a:pt x="519" y="44"/>
                  </a:lnTo>
                  <a:lnTo>
                    <a:pt x="519" y="44"/>
                  </a:lnTo>
                  <a:lnTo>
                    <a:pt x="516" y="46"/>
                  </a:lnTo>
                  <a:lnTo>
                    <a:pt x="511" y="46"/>
                  </a:lnTo>
                  <a:lnTo>
                    <a:pt x="511" y="46"/>
                  </a:lnTo>
                  <a:lnTo>
                    <a:pt x="507" y="46"/>
                  </a:lnTo>
                  <a:lnTo>
                    <a:pt x="502" y="42"/>
                  </a:lnTo>
                  <a:lnTo>
                    <a:pt x="502" y="42"/>
                  </a:lnTo>
                  <a:lnTo>
                    <a:pt x="495" y="39"/>
                  </a:lnTo>
                  <a:lnTo>
                    <a:pt x="495" y="39"/>
                  </a:lnTo>
                  <a:lnTo>
                    <a:pt x="494" y="39"/>
                  </a:lnTo>
                  <a:lnTo>
                    <a:pt x="494" y="39"/>
                  </a:lnTo>
                  <a:lnTo>
                    <a:pt x="488" y="37"/>
                  </a:lnTo>
                  <a:lnTo>
                    <a:pt x="488" y="37"/>
                  </a:lnTo>
                  <a:lnTo>
                    <a:pt x="487" y="37"/>
                  </a:lnTo>
                  <a:lnTo>
                    <a:pt x="487" y="37"/>
                  </a:lnTo>
                  <a:lnTo>
                    <a:pt x="480" y="36"/>
                  </a:lnTo>
                  <a:lnTo>
                    <a:pt x="473" y="36"/>
                  </a:lnTo>
                  <a:lnTo>
                    <a:pt x="473"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8" name="Freeform 479"/>
            <p:cNvSpPr>
              <a:spLocks noEditPoints="1"/>
            </p:cNvSpPr>
            <p:nvPr/>
          </p:nvSpPr>
          <p:spPr bwMode="auto">
            <a:xfrm>
              <a:off x="6207126" y="3098800"/>
              <a:ext cx="741363" cy="712788"/>
            </a:xfrm>
            <a:custGeom>
              <a:avLst/>
              <a:gdLst/>
              <a:ahLst/>
              <a:cxnLst>
                <a:cxn ang="0">
                  <a:pos x="592" y="1335"/>
                </a:cxn>
                <a:cxn ang="0">
                  <a:pos x="436" y="1285"/>
                </a:cxn>
                <a:cxn ang="0">
                  <a:pos x="291" y="1202"/>
                </a:cxn>
                <a:cxn ang="0">
                  <a:pos x="184" y="1116"/>
                </a:cxn>
                <a:cxn ang="0">
                  <a:pos x="118" y="1037"/>
                </a:cxn>
                <a:cxn ang="0">
                  <a:pos x="43" y="904"/>
                </a:cxn>
                <a:cxn ang="0">
                  <a:pos x="3" y="760"/>
                </a:cxn>
                <a:cxn ang="0">
                  <a:pos x="11" y="568"/>
                </a:cxn>
                <a:cxn ang="0">
                  <a:pos x="58" y="349"/>
                </a:cxn>
                <a:cxn ang="0">
                  <a:pos x="123" y="226"/>
                </a:cxn>
                <a:cxn ang="0">
                  <a:pos x="223" y="131"/>
                </a:cxn>
                <a:cxn ang="0">
                  <a:pos x="371" y="58"/>
                </a:cxn>
                <a:cxn ang="0">
                  <a:pos x="532" y="13"/>
                </a:cxn>
                <a:cxn ang="0">
                  <a:pos x="701" y="2"/>
                </a:cxn>
                <a:cxn ang="0">
                  <a:pos x="786" y="10"/>
                </a:cxn>
                <a:cxn ang="0">
                  <a:pos x="919" y="37"/>
                </a:cxn>
                <a:cxn ang="0">
                  <a:pos x="1046" y="90"/>
                </a:cxn>
                <a:cxn ang="0">
                  <a:pos x="1142" y="138"/>
                </a:cxn>
                <a:cxn ang="0">
                  <a:pos x="1259" y="239"/>
                </a:cxn>
                <a:cxn ang="0">
                  <a:pos x="1280" y="294"/>
                </a:cxn>
                <a:cxn ang="0">
                  <a:pos x="1312" y="340"/>
                </a:cxn>
                <a:cxn ang="0">
                  <a:pos x="1340" y="375"/>
                </a:cxn>
                <a:cxn ang="0">
                  <a:pos x="1355" y="411"/>
                </a:cxn>
                <a:cxn ang="0">
                  <a:pos x="1379" y="475"/>
                </a:cxn>
                <a:cxn ang="0">
                  <a:pos x="1400" y="583"/>
                </a:cxn>
                <a:cxn ang="0">
                  <a:pos x="1400" y="713"/>
                </a:cxn>
                <a:cxn ang="0">
                  <a:pos x="1392" y="850"/>
                </a:cxn>
                <a:cxn ang="0">
                  <a:pos x="1323" y="1032"/>
                </a:cxn>
                <a:cxn ang="0">
                  <a:pos x="1214" y="1164"/>
                </a:cxn>
                <a:cxn ang="0">
                  <a:pos x="1066" y="1261"/>
                </a:cxn>
                <a:cxn ang="0">
                  <a:pos x="869" y="1332"/>
                </a:cxn>
                <a:cxn ang="0">
                  <a:pos x="719" y="1347"/>
                </a:cxn>
                <a:cxn ang="0">
                  <a:pos x="583" y="45"/>
                </a:cxn>
                <a:cxn ang="0">
                  <a:pos x="393" y="86"/>
                </a:cxn>
                <a:cxn ang="0">
                  <a:pos x="227" y="170"/>
                </a:cxn>
                <a:cxn ang="0">
                  <a:pos x="130" y="283"/>
                </a:cxn>
                <a:cxn ang="0">
                  <a:pos x="53" y="521"/>
                </a:cxn>
                <a:cxn ang="0">
                  <a:pos x="42" y="770"/>
                </a:cxn>
                <a:cxn ang="0">
                  <a:pos x="69" y="860"/>
                </a:cxn>
                <a:cxn ang="0">
                  <a:pos x="118" y="966"/>
                </a:cxn>
                <a:cxn ang="0">
                  <a:pos x="196" y="1073"/>
                </a:cxn>
                <a:cxn ang="0">
                  <a:pos x="320" y="1179"/>
                </a:cxn>
                <a:cxn ang="0">
                  <a:pos x="429" y="1241"/>
                </a:cxn>
                <a:cxn ang="0">
                  <a:pos x="569" y="1293"/>
                </a:cxn>
                <a:cxn ang="0">
                  <a:pos x="766" y="1307"/>
                </a:cxn>
                <a:cxn ang="0">
                  <a:pos x="947" y="1271"/>
                </a:cxn>
                <a:cxn ang="0">
                  <a:pos x="1158" y="1161"/>
                </a:cxn>
                <a:cxn ang="0">
                  <a:pos x="1277" y="1038"/>
                </a:cxn>
                <a:cxn ang="0">
                  <a:pos x="1355" y="855"/>
                </a:cxn>
                <a:cxn ang="0">
                  <a:pos x="1363" y="661"/>
                </a:cxn>
                <a:cxn ang="0">
                  <a:pos x="1337" y="474"/>
                </a:cxn>
                <a:cxn ang="0">
                  <a:pos x="1315" y="410"/>
                </a:cxn>
                <a:cxn ang="0">
                  <a:pos x="1277" y="355"/>
                </a:cxn>
                <a:cxn ang="0">
                  <a:pos x="1239" y="290"/>
                </a:cxn>
                <a:cxn ang="0">
                  <a:pos x="1196" y="223"/>
                </a:cxn>
                <a:cxn ang="0">
                  <a:pos x="1119" y="166"/>
                </a:cxn>
                <a:cxn ang="0">
                  <a:pos x="851" y="56"/>
                </a:cxn>
                <a:cxn ang="0">
                  <a:pos x="722" y="38"/>
                </a:cxn>
              </a:cxnLst>
              <a:rect l="0" t="0" r="r" b="b"/>
              <a:pathLst>
                <a:path w="1401" h="1347">
                  <a:moveTo>
                    <a:pt x="719" y="1347"/>
                  </a:moveTo>
                  <a:lnTo>
                    <a:pt x="719" y="1347"/>
                  </a:lnTo>
                  <a:lnTo>
                    <a:pt x="692" y="1347"/>
                  </a:lnTo>
                  <a:lnTo>
                    <a:pt x="666" y="1345"/>
                  </a:lnTo>
                  <a:lnTo>
                    <a:pt x="640" y="1343"/>
                  </a:lnTo>
                  <a:lnTo>
                    <a:pt x="614" y="1340"/>
                  </a:lnTo>
                  <a:lnTo>
                    <a:pt x="614" y="1340"/>
                  </a:lnTo>
                  <a:lnTo>
                    <a:pt x="592" y="1335"/>
                  </a:lnTo>
                  <a:lnTo>
                    <a:pt x="570" y="1331"/>
                  </a:lnTo>
                  <a:lnTo>
                    <a:pt x="548" y="1326"/>
                  </a:lnTo>
                  <a:lnTo>
                    <a:pt x="525" y="1319"/>
                  </a:lnTo>
                  <a:lnTo>
                    <a:pt x="503" y="1312"/>
                  </a:lnTo>
                  <a:lnTo>
                    <a:pt x="481" y="1303"/>
                  </a:lnTo>
                  <a:lnTo>
                    <a:pt x="459" y="1295"/>
                  </a:lnTo>
                  <a:lnTo>
                    <a:pt x="436" y="1285"/>
                  </a:lnTo>
                  <a:lnTo>
                    <a:pt x="436" y="1285"/>
                  </a:lnTo>
                  <a:lnTo>
                    <a:pt x="418" y="1275"/>
                  </a:lnTo>
                  <a:lnTo>
                    <a:pt x="400" y="1266"/>
                  </a:lnTo>
                  <a:lnTo>
                    <a:pt x="365" y="1244"/>
                  </a:lnTo>
                  <a:lnTo>
                    <a:pt x="365" y="1244"/>
                  </a:lnTo>
                  <a:lnTo>
                    <a:pt x="329" y="1223"/>
                  </a:lnTo>
                  <a:lnTo>
                    <a:pt x="309" y="1212"/>
                  </a:lnTo>
                  <a:lnTo>
                    <a:pt x="291" y="1202"/>
                  </a:lnTo>
                  <a:lnTo>
                    <a:pt x="291" y="1202"/>
                  </a:lnTo>
                  <a:lnTo>
                    <a:pt x="269" y="1192"/>
                  </a:lnTo>
                  <a:lnTo>
                    <a:pt x="248" y="1178"/>
                  </a:lnTo>
                  <a:lnTo>
                    <a:pt x="229" y="1164"/>
                  </a:lnTo>
                  <a:lnTo>
                    <a:pt x="210" y="1147"/>
                  </a:lnTo>
                  <a:lnTo>
                    <a:pt x="210" y="1147"/>
                  </a:lnTo>
                  <a:lnTo>
                    <a:pt x="203" y="1140"/>
                  </a:lnTo>
                  <a:lnTo>
                    <a:pt x="197" y="1132"/>
                  </a:lnTo>
                  <a:lnTo>
                    <a:pt x="184" y="1116"/>
                  </a:lnTo>
                  <a:lnTo>
                    <a:pt x="184" y="1116"/>
                  </a:lnTo>
                  <a:lnTo>
                    <a:pt x="173" y="1101"/>
                  </a:lnTo>
                  <a:lnTo>
                    <a:pt x="168" y="1094"/>
                  </a:lnTo>
                  <a:lnTo>
                    <a:pt x="161" y="1086"/>
                  </a:lnTo>
                  <a:lnTo>
                    <a:pt x="161" y="1086"/>
                  </a:lnTo>
                  <a:lnTo>
                    <a:pt x="146" y="1071"/>
                  </a:lnTo>
                  <a:lnTo>
                    <a:pt x="132" y="1054"/>
                  </a:lnTo>
                  <a:lnTo>
                    <a:pt x="118" y="1037"/>
                  </a:lnTo>
                  <a:lnTo>
                    <a:pt x="106" y="1020"/>
                  </a:lnTo>
                  <a:lnTo>
                    <a:pt x="93" y="1002"/>
                  </a:lnTo>
                  <a:lnTo>
                    <a:pt x="82" y="984"/>
                  </a:lnTo>
                  <a:lnTo>
                    <a:pt x="72" y="967"/>
                  </a:lnTo>
                  <a:lnTo>
                    <a:pt x="63" y="950"/>
                  </a:lnTo>
                  <a:lnTo>
                    <a:pt x="63" y="950"/>
                  </a:lnTo>
                  <a:lnTo>
                    <a:pt x="52" y="926"/>
                  </a:lnTo>
                  <a:lnTo>
                    <a:pt x="43" y="904"/>
                  </a:lnTo>
                  <a:lnTo>
                    <a:pt x="33" y="881"/>
                  </a:lnTo>
                  <a:lnTo>
                    <a:pt x="26" y="859"/>
                  </a:lnTo>
                  <a:lnTo>
                    <a:pt x="19" y="839"/>
                  </a:lnTo>
                  <a:lnTo>
                    <a:pt x="13" y="819"/>
                  </a:lnTo>
                  <a:lnTo>
                    <a:pt x="9" y="799"/>
                  </a:lnTo>
                  <a:lnTo>
                    <a:pt x="6" y="781"/>
                  </a:lnTo>
                  <a:lnTo>
                    <a:pt x="6" y="781"/>
                  </a:lnTo>
                  <a:lnTo>
                    <a:pt x="3" y="760"/>
                  </a:lnTo>
                  <a:lnTo>
                    <a:pt x="1" y="738"/>
                  </a:lnTo>
                  <a:lnTo>
                    <a:pt x="0" y="717"/>
                  </a:lnTo>
                  <a:lnTo>
                    <a:pt x="1" y="695"/>
                  </a:lnTo>
                  <a:lnTo>
                    <a:pt x="4" y="652"/>
                  </a:lnTo>
                  <a:lnTo>
                    <a:pt x="8" y="608"/>
                  </a:lnTo>
                  <a:lnTo>
                    <a:pt x="8" y="605"/>
                  </a:lnTo>
                  <a:lnTo>
                    <a:pt x="8" y="605"/>
                  </a:lnTo>
                  <a:lnTo>
                    <a:pt x="11" y="568"/>
                  </a:lnTo>
                  <a:lnTo>
                    <a:pt x="15" y="532"/>
                  </a:lnTo>
                  <a:lnTo>
                    <a:pt x="20" y="495"/>
                  </a:lnTo>
                  <a:lnTo>
                    <a:pt x="26" y="457"/>
                  </a:lnTo>
                  <a:lnTo>
                    <a:pt x="35" y="420"/>
                  </a:lnTo>
                  <a:lnTo>
                    <a:pt x="40" y="403"/>
                  </a:lnTo>
                  <a:lnTo>
                    <a:pt x="45" y="384"/>
                  </a:lnTo>
                  <a:lnTo>
                    <a:pt x="51" y="366"/>
                  </a:lnTo>
                  <a:lnTo>
                    <a:pt x="58" y="349"/>
                  </a:lnTo>
                  <a:lnTo>
                    <a:pt x="66" y="330"/>
                  </a:lnTo>
                  <a:lnTo>
                    <a:pt x="75" y="314"/>
                  </a:lnTo>
                  <a:lnTo>
                    <a:pt x="75" y="314"/>
                  </a:lnTo>
                  <a:lnTo>
                    <a:pt x="84" y="295"/>
                  </a:lnTo>
                  <a:lnTo>
                    <a:pt x="84" y="295"/>
                  </a:lnTo>
                  <a:lnTo>
                    <a:pt x="103" y="259"/>
                  </a:lnTo>
                  <a:lnTo>
                    <a:pt x="113" y="243"/>
                  </a:lnTo>
                  <a:lnTo>
                    <a:pt x="123" y="226"/>
                  </a:lnTo>
                  <a:lnTo>
                    <a:pt x="134" y="211"/>
                  </a:lnTo>
                  <a:lnTo>
                    <a:pt x="146" y="195"/>
                  </a:lnTo>
                  <a:lnTo>
                    <a:pt x="160" y="181"/>
                  </a:lnTo>
                  <a:lnTo>
                    <a:pt x="174" y="167"/>
                  </a:lnTo>
                  <a:lnTo>
                    <a:pt x="174" y="167"/>
                  </a:lnTo>
                  <a:lnTo>
                    <a:pt x="189" y="155"/>
                  </a:lnTo>
                  <a:lnTo>
                    <a:pt x="206" y="142"/>
                  </a:lnTo>
                  <a:lnTo>
                    <a:pt x="223" y="131"/>
                  </a:lnTo>
                  <a:lnTo>
                    <a:pt x="240" y="120"/>
                  </a:lnTo>
                  <a:lnTo>
                    <a:pt x="259" y="109"/>
                  </a:lnTo>
                  <a:lnTo>
                    <a:pt x="278" y="98"/>
                  </a:lnTo>
                  <a:lnTo>
                    <a:pt x="299" y="89"/>
                  </a:lnTo>
                  <a:lnTo>
                    <a:pt x="321" y="78"/>
                  </a:lnTo>
                  <a:lnTo>
                    <a:pt x="321" y="78"/>
                  </a:lnTo>
                  <a:lnTo>
                    <a:pt x="345" y="67"/>
                  </a:lnTo>
                  <a:lnTo>
                    <a:pt x="371" y="58"/>
                  </a:lnTo>
                  <a:lnTo>
                    <a:pt x="395" y="48"/>
                  </a:lnTo>
                  <a:lnTo>
                    <a:pt x="419" y="40"/>
                  </a:lnTo>
                  <a:lnTo>
                    <a:pt x="443" y="33"/>
                  </a:lnTo>
                  <a:lnTo>
                    <a:pt x="466" y="27"/>
                  </a:lnTo>
                  <a:lnTo>
                    <a:pt x="489" y="21"/>
                  </a:lnTo>
                  <a:lnTo>
                    <a:pt x="513" y="16"/>
                  </a:lnTo>
                  <a:lnTo>
                    <a:pt x="513" y="16"/>
                  </a:lnTo>
                  <a:lnTo>
                    <a:pt x="532" y="13"/>
                  </a:lnTo>
                  <a:lnTo>
                    <a:pt x="551" y="10"/>
                  </a:lnTo>
                  <a:lnTo>
                    <a:pt x="589" y="7"/>
                  </a:lnTo>
                  <a:lnTo>
                    <a:pt x="626" y="6"/>
                  </a:lnTo>
                  <a:lnTo>
                    <a:pt x="662" y="6"/>
                  </a:lnTo>
                  <a:lnTo>
                    <a:pt x="697" y="6"/>
                  </a:lnTo>
                  <a:lnTo>
                    <a:pt x="699" y="4"/>
                  </a:lnTo>
                  <a:lnTo>
                    <a:pt x="699" y="4"/>
                  </a:lnTo>
                  <a:lnTo>
                    <a:pt x="701" y="2"/>
                  </a:lnTo>
                  <a:lnTo>
                    <a:pt x="704" y="1"/>
                  </a:lnTo>
                  <a:lnTo>
                    <a:pt x="707" y="0"/>
                  </a:lnTo>
                  <a:lnTo>
                    <a:pt x="710" y="0"/>
                  </a:lnTo>
                  <a:lnTo>
                    <a:pt x="710" y="0"/>
                  </a:lnTo>
                  <a:lnTo>
                    <a:pt x="730" y="1"/>
                  </a:lnTo>
                  <a:lnTo>
                    <a:pt x="748" y="4"/>
                  </a:lnTo>
                  <a:lnTo>
                    <a:pt x="786" y="10"/>
                  </a:lnTo>
                  <a:lnTo>
                    <a:pt x="786" y="10"/>
                  </a:lnTo>
                  <a:lnTo>
                    <a:pt x="814" y="15"/>
                  </a:lnTo>
                  <a:lnTo>
                    <a:pt x="814" y="15"/>
                  </a:lnTo>
                  <a:lnTo>
                    <a:pt x="842" y="20"/>
                  </a:lnTo>
                  <a:lnTo>
                    <a:pt x="842" y="20"/>
                  </a:lnTo>
                  <a:lnTo>
                    <a:pt x="882" y="27"/>
                  </a:lnTo>
                  <a:lnTo>
                    <a:pt x="900" y="31"/>
                  </a:lnTo>
                  <a:lnTo>
                    <a:pt x="919" y="37"/>
                  </a:lnTo>
                  <a:lnTo>
                    <a:pt x="919" y="37"/>
                  </a:lnTo>
                  <a:lnTo>
                    <a:pt x="936" y="42"/>
                  </a:lnTo>
                  <a:lnTo>
                    <a:pt x="952" y="49"/>
                  </a:lnTo>
                  <a:lnTo>
                    <a:pt x="984" y="63"/>
                  </a:lnTo>
                  <a:lnTo>
                    <a:pt x="984" y="63"/>
                  </a:lnTo>
                  <a:lnTo>
                    <a:pt x="1004" y="73"/>
                  </a:lnTo>
                  <a:lnTo>
                    <a:pt x="1027" y="82"/>
                  </a:lnTo>
                  <a:lnTo>
                    <a:pt x="1027" y="82"/>
                  </a:lnTo>
                  <a:lnTo>
                    <a:pt x="1046" y="90"/>
                  </a:lnTo>
                  <a:lnTo>
                    <a:pt x="1046" y="90"/>
                  </a:lnTo>
                  <a:lnTo>
                    <a:pt x="1064" y="97"/>
                  </a:lnTo>
                  <a:lnTo>
                    <a:pt x="1083" y="104"/>
                  </a:lnTo>
                  <a:lnTo>
                    <a:pt x="1100" y="112"/>
                  </a:lnTo>
                  <a:lnTo>
                    <a:pt x="1117" y="123"/>
                  </a:lnTo>
                  <a:lnTo>
                    <a:pt x="1117" y="123"/>
                  </a:lnTo>
                  <a:lnTo>
                    <a:pt x="1142" y="138"/>
                  </a:lnTo>
                  <a:lnTo>
                    <a:pt x="1142" y="138"/>
                  </a:lnTo>
                  <a:lnTo>
                    <a:pt x="1178" y="161"/>
                  </a:lnTo>
                  <a:lnTo>
                    <a:pt x="1196" y="173"/>
                  </a:lnTo>
                  <a:lnTo>
                    <a:pt x="1212" y="187"/>
                  </a:lnTo>
                  <a:lnTo>
                    <a:pt x="1228" y="200"/>
                  </a:lnTo>
                  <a:lnTo>
                    <a:pt x="1242" y="216"/>
                  </a:lnTo>
                  <a:lnTo>
                    <a:pt x="1248" y="223"/>
                  </a:lnTo>
                  <a:lnTo>
                    <a:pt x="1253" y="231"/>
                  </a:lnTo>
                  <a:lnTo>
                    <a:pt x="1259" y="239"/>
                  </a:lnTo>
                  <a:lnTo>
                    <a:pt x="1263" y="248"/>
                  </a:lnTo>
                  <a:lnTo>
                    <a:pt x="1263" y="248"/>
                  </a:lnTo>
                  <a:lnTo>
                    <a:pt x="1266" y="256"/>
                  </a:lnTo>
                  <a:lnTo>
                    <a:pt x="1268" y="265"/>
                  </a:lnTo>
                  <a:lnTo>
                    <a:pt x="1268" y="265"/>
                  </a:lnTo>
                  <a:lnTo>
                    <a:pt x="1271" y="275"/>
                  </a:lnTo>
                  <a:lnTo>
                    <a:pt x="1275" y="285"/>
                  </a:lnTo>
                  <a:lnTo>
                    <a:pt x="1280" y="294"/>
                  </a:lnTo>
                  <a:lnTo>
                    <a:pt x="1286" y="302"/>
                  </a:lnTo>
                  <a:lnTo>
                    <a:pt x="1290" y="306"/>
                  </a:lnTo>
                  <a:lnTo>
                    <a:pt x="1290" y="306"/>
                  </a:lnTo>
                  <a:lnTo>
                    <a:pt x="1299" y="315"/>
                  </a:lnTo>
                  <a:lnTo>
                    <a:pt x="1306" y="325"/>
                  </a:lnTo>
                  <a:lnTo>
                    <a:pt x="1306" y="325"/>
                  </a:lnTo>
                  <a:lnTo>
                    <a:pt x="1310" y="331"/>
                  </a:lnTo>
                  <a:lnTo>
                    <a:pt x="1312" y="340"/>
                  </a:lnTo>
                  <a:lnTo>
                    <a:pt x="1312" y="340"/>
                  </a:lnTo>
                  <a:lnTo>
                    <a:pt x="1316" y="349"/>
                  </a:lnTo>
                  <a:lnTo>
                    <a:pt x="1320" y="357"/>
                  </a:lnTo>
                  <a:lnTo>
                    <a:pt x="1320" y="357"/>
                  </a:lnTo>
                  <a:lnTo>
                    <a:pt x="1327" y="363"/>
                  </a:lnTo>
                  <a:lnTo>
                    <a:pt x="1334" y="370"/>
                  </a:lnTo>
                  <a:lnTo>
                    <a:pt x="1334" y="370"/>
                  </a:lnTo>
                  <a:lnTo>
                    <a:pt x="1340" y="375"/>
                  </a:lnTo>
                  <a:lnTo>
                    <a:pt x="1343" y="378"/>
                  </a:lnTo>
                  <a:lnTo>
                    <a:pt x="1346" y="382"/>
                  </a:lnTo>
                  <a:lnTo>
                    <a:pt x="1346" y="382"/>
                  </a:lnTo>
                  <a:lnTo>
                    <a:pt x="1349" y="388"/>
                  </a:lnTo>
                  <a:lnTo>
                    <a:pt x="1351" y="396"/>
                  </a:lnTo>
                  <a:lnTo>
                    <a:pt x="1354" y="404"/>
                  </a:lnTo>
                  <a:lnTo>
                    <a:pt x="1355" y="411"/>
                  </a:lnTo>
                  <a:lnTo>
                    <a:pt x="1355" y="411"/>
                  </a:lnTo>
                  <a:lnTo>
                    <a:pt x="1356" y="423"/>
                  </a:lnTo>
                  <a:lnTo>
                    <a:pt x="1359" y="434"/>
                  </a:lnTo>
                  <a:lnTo>
                    <a:pt x="1364" y="443"/>
                  </a:lnTo>
                  <a:lnTo>
                    <a:pt x="1369" y="452"/>
                  </a:lnTo>
                  <a:lnTo>
                    <a:pt x="1369" y="452"/>
                  </a:lnTo>
                  <a:lnTo>
                    <a:pt x="1374" y="464"/>
                  </a:lnTo>
                  <a:lnTo>
                    <a:pt x="1379" y="475"/>
                  </a:lnTo>
                  <a:lnTo>
                    <a:pt x="1379" y="475"/>
                  </a:lnTo>
                  <a:lnTo>
                    <a:pt x="1384" y="488"/>
                  </a:lnTo>
                  <a:lnTo>
                    <a:pt x="1387" y="503"/>
                  </a:lnTo>
                  <a:lnTo>
                    <a:pt x="1391" y="531"/>
                  </a:lnTo>
                  <a:lnTo>
                    <a:pt x="1391" y="531"/>
                  </a:lnTo>
                  <a:lnTo>
                    <a:pt x="1394" y="548"/>
                  </a:lnTo>
                  <a:lnTo>
                    <a:pt x="1397" y="566"/>
                  </a:lnTo>
                  <a:lnTo>
                    <a:pt x="1397" y="566"/>
                  </a:lnTo>
                  <a:lnTo>
                    <a:pt x="1400" y="583"/>
                  </a:lnTo>
                  <a:lnTo>
                    <a:pt x="1401" y="603"/>
                  </a:lnTo>
                  <a:lnTo>
                    <a:pt x="1401" y="623"/>
                  </a:lnTo>
                  <a:lnTo>
                    <a:pt x="1400" y="641"/>
                  </a:lnTo>
                  <a:lnTo>
                    <a:pt x="1400" y="641"/>
                  </a:lnTo>
                  <a:lnTo>
                    <a:pt x="1399" y="662"/>
                  </a:lnTo>
                  <a:lnTo>
                    <a:pt x="1399" y="682"/>
                  </a:lnTo>
                  <a:lnTo>
                    <a:pt x="1399" y="682"/>
                  </a:lnTo>
                  <a:lnTo>
                    <a:pt x="1400" y="713"/>
                  </a:lnTo>
                  <a:lnTo>
                    <a:pt x="1400" y="713"/>
                  </a:lnTo>
                  <a:lnTo>
                    <a:pt x="1401" y="745"/>
                  </a:lnTo>
                  <a:lnTo>
                    <a:pt x="1401" y="760"/>
                  </a:lnTo>
                  <a:lnTo>
                    <a:pt x="1401" y="777"/>
                  </a:lnTo>
                  <a:lnTo>
                    <a:pt x="1401" y="777"/>
                  </a:lnTo>
                  <a:lnTo>
                    <a:pt x="1399" y="801"/>
                  </a:lnTo>
                  <a:lnTo>
                    <a:pt x="1396" y="826"/>
                  </a:lnTo>
                  <a:lnTo>
                    <a:pt x="1392" y="850"/>
                  </a:lnTo>
                  <a:lnTo>
                    <a:pt x="1386" y="874"/>
                  </a:lnTo>
                  <a:lnTo>
                    <a:pt x="1380" y="897"/>
                  </a:lnTo>
                  <a:lnTo>
                    <a:pt x="1373" y="921"/>
                  </a:lnTo>
                  <a:lnTo>
                    <a:pt x="1365" y="944"/>
                  </a:lnTo>
                  <a:lnTo>
                    <a:pt x="1356" y="967"/>
                  </a:lnTo>
                  <a:lnTo>
                    <a:pt x="1345" y="988"/>
                  </a:lnTo>
                  <a:lnTo>
                    <a:pt x="1334" y="1010"/>
                  </a:lnTo>
                  <a:lnTo>
                    <a:pt x="1323" y="1032"/>
                  </a:lnTo>
                  <a:lnTo>
                    <a:pt x="1309" y="1052"/>
                  </a:lnTo>
                  <a:lnTo>
                    <a:pt x="1296" y="1073"/>
                  </a:lnTo>
                  <a:lnTo>
                    <a:pt x="1280" y="1093"/>
                  </a:lnTo>
                  <a:lnTo>
                    <a:pt x="1265" y="1112"/>
                  </a:lnTo>
                  <a:lnTo>
                    <a:pt x="1248" y="1131"/>
                  </a:lnTo>
                  <a:lnTo>
                    <a:pt x="1248" y="1131"/>
                  </a:lnTo>
                  <a:lnTo>
                    <a:pt x="1232" y="1147"/>
                  </a:lnTo>
                  <a:lnTo>
                    <a:pt x="1214" y="1164"/>
                  </a:lnTo>
                  <a:lnTo>
                    <a:pt x="1198" y="1179"/>
                  </a:lnTo>
                  <a:lnTo>
                    <a:pt x="1180" y="1194"/>
                  </a:lnTo>
                  <a:lnTo>
                    <a:pt x="1161" y="1207"/>
                  </a:lnTo>
                  <a:lnTo>
                    <a:pt x="1143" y="1219"/>
                  </a:lnTo>
                  <a:lnTo>
                    <a:pt x="1124" y="1230"/>
                  </a:lnTo>
                  <a:lnTo>
                    <a:pt x="1106" y="1240"/>
                  </a:lnTo>
                  <a:lnTo>
                    <a:pt x="1106" y="1240"/>
                  </a:lnTo>
                  <a:lnTo>
                    <a:pt x="1066" y="1261"/>
                  </a:lnTo>
                  <a:lnTo>
                    <a:pt x="1027" y="1280"/>
                  </a:lnTo>
                  <a:lnTo>
                    <a:pt x="989" y="1296"/>
                  </a:lnTo>
                  <a:lnTo>
                    <a:pt x="970" y="1304"/>
                  </a:lnTo>
                  <a:lnTo>
                    <a:pt x="952" y="1311"/>
                  </a:lnTo>
                  <a:lnTo>
                    <a:pt x="952" y="1311"/>
                  </a:lnTo>
                  <a:lnTo>
                    <a:pt x="925" y="1319"/>
                  </a:lnTo>
                  <a:lnTo>
                    <a:pt x="897" y="1326"/>
                  </a:lnTo>
                  <a:lnTo>
                    <a:pt x="869" y="1332"/>
                  </a:lnTo>
                  <a:lnTo>
                    <a:pt x="840" y="1337"/>
                  </a:lnTo>
                  <a:lnTo>
                    <a:pt x="810" y="1342"/>
                  </a:lnTo>
                  <a:lnTo>
                    <a:pt x="780" y="1345"/>
                  </a:lnTo>
                  <a:lnTo>
                    <a:pt x="750" y="1347"/>
                  </a:lnTo>
                  <a:lnTo>
                    <a:pt x="719" y="1347"/>
                  </a:lnTo>
                  <a:lnTo>
                    <a:pt x="719" y="1347"/>
                  </a:lnTo>
                  <a:lnTo>
                    <a:pt x="719" y="1347"/>
                  </a:lnTo>
                  <a:lnTo>
                    <a:pt x="719" y="1347"/>
                  </a:lnTo>
                  <a:close/>
                  <a:moveTo>
                    <a:pt x="722" y="38"/>
                  </a:moveTo>
                  <a:lnTo>
                    <a:pt x="722" y="38"/>
                  </a:lnTo>
                  <a:lnTo>
                    <a:pt x="717" y="41"/>
                  </a:lnTo>
                  <a:lnTo>
                    <a:pt x="711" y="42"/>
                  </a:lnTo>
                  <a:lnTo>
                    <a:pt x="711" y="42"/>
                  </a:lnTo>
                  <a:lnTo>
                    <a:pt x="667" y="42"/>
                  </a:lnTo>
                  <a:lnTo>
                    <a:pt x="624" y="43"/>
                  </a:lnTo>
                  <a:lnTo>
                    <a:pt x="583" y="45"/>
                  </a:lnTo>
                  <a:lnTo>
                    <a:pt x="544" y="48"/>
                  </a:lnTo>
                  <a:lnTo>
                    <a:pt x="504" y="55"/>
                  </a:lnTo>
                  <a:lnTo>
                    <a:pt x="486" y="58"/>
                  </a:lnTo>
                  <a:lnTo>
                    <a:pt x="467" y="62"/>
                  </a:lnTo>
                  <a:lnTo>
                    <a:pt x="448" y="67"/>
                  </a:lnTo>
                  <a:lnTo>
                    <a:pt x="429" y="72"/>
                  </a:lnTo>
                  <a:lnTo>
                    <a:pt x="411" y="78"/>
                  </a:lnTo>
                  <a:lnTo>
                    <a:pt x="393" y="86"/>
                  </a:lnTo>
                  <a:lnTo>
                    <a:pt x="393" y="86"/>
                  </a:lnTo>
                  <a:lnTo>
                    <a:pt x="360" y="99"/>
                  </a:lnTo>
                  <a:lnTo>
                    <a:pt x="327" y="114"/>
                  </a:lnTo>
                  <a:lnTo>
                    <a:pt x="293" y="131"/>
                  </a:lnTo>
                  <a:lnTo>
                    <a:pt x="275" y="139"/>
                  </a:lnTo>
                  <a:lnTo>
                    <a:pt x="259" y="150"/>
                  </a:lnTo>
                  <a:lnTo>
                    <a:pt x="242" y="160"/>
                  </a:lnTo>
                  <a:lnTo>
                    <a:pt x="227" y="170"/>
                  </a:lnTo>
                  <a:lnTo>
                    <a:pt x="211" y="183"/>
                  </a:lnTo>
                  <a:lnTo>
                    <a:pt x="197" y="195"/>
                  </a:lnTo>
                  <a:lnTo>
                    <a:pt x="182" y="208"/>
                  </a:lnTo>
                  <a:lnTo>
                    <a:pt x="170" y="223"/>
                  </a:lnTo>
                  <a:lnTo>
                    <a:pt x="157" y="238"/>
                  </a:lnTo>
                  <a:lnTo>
                    <a:pt x="146" y="255"/>
                  </a:lnTo>
                  <a:lnTo>
                    <a:pt x="146" y="255"/>
                  </a:lnTo>
                  <a:lnTo>
                    <a:pt x="130" y="283"/>
                  </a:lnTo>
                  <a:lnTo>
                    <a:pt x="114" y="312"/>
                  </a:lnTo>
                  <a:lnTo>
                    <a:pt x="102" y="342"/>
                  </a:lnTo>
                  <a:lnTo>
                    <a:pt x="90" y="371"/>
                  </a:lnTo>
                  <a:lnTo>
                    <a:pt x="80" y="401"/>
                  </a:lnTo>
                  <a:lnTo>
                    <a:pt x="72" y="431"/>
                  </a:lnTo>
                  <a:lnTo>
                    <a:pt x="63" y="460"/>
                  </a:lnTo>
                  <a:lnTo>
                    <a:pt x="57" y="491"/>
                  </a:lnTo>
                  <a:lnTo>
                    <a:pt x="53" y="521"/>
                  </a:lnTo>
                  <a:lnTo>
                    <a:pt x="49" y="551"/>
                  </a:lnTo>
                  <a:lnTo>
                    <a:pt x="46" y="581"/>
                  </a:lnTo>
                  <a:lnTo>
                    <a:pt x="43" y="611"/>
                  </a:lnTo>
                  <a:lnTo>
                    <a:pt x="41" y="670"/>
                  </a:lnTo>
                  <a:lnTo>
                    <a:pt x="40" y="727"/>
                  </a:lnTo>
                  <a:lnTo>
                    <a:pt x="40" y="727"/>
                  </a:lnTo>
                  <a:lnTo>
                    <a:pt x="41" y="757"/>
                  </a:lnTo>
                  <a:lnTo>
                    <a:pt x="42" y="770"/>
                  </a:lnTo>
                  <a:lnTo>
                    <a:pt x="44" y="785"/>
                  </a:lnTo>
                  <a:lnTo>
                    <a:pt x="47" y="799"/>
                  </a:lnTo>
                  <a:lnTo>
                    <a:pt x="51" y="814"/>
                  </a:lnTo>
                  <a:lnTo>
                    <a:pt x="56" y="828"/>
                  </a:lnTo>
                  <a:lnTo>
                    <a:pt x="62" y="843"/>
                  </a:lnTo>
                  <a:lnTo>
                    <a:pt x="62" y="843"/>
                  </a:lnTo>
                  <a:lnTo>
                    <a:pt x="66" y="851"/>
                  </a:lnTo>
                  <a:lnTo>
                    <a:pt x="69" y="860"/>
                  </a:lnTo>
                  <a:lnTo>
                    <a:pt x="74" y="879"/>
                  </a:lnTo>
                  <a:lnTo>
                    <a:pt x="74" y="879"/>
                  </a:lnTo>
                  <a:lnTo>
                    <a:pt x="77" y="892"/>
                  </a:lnTo>
                  <a:lnTo>
                    <a:pt x="81" y="906"/>
                  </a:lnTo>
                  <a:lnTo>
                    <a:pt x="87" y="919"/>
                  </a:lnTo>
                  <a:lnTo>
                    <a:pt x="94" y="932"/>
                  </a:lnTo>
                  <a:lnTo>
                    <a:pt x="94" y="932"/>
                  </a:lnTo>
                  <a:lnTo>
                    <a:pt x="118" y="966"/>
                  </a:lnTo>
                  <a:lnTo>
                    <a:pt x="142" y="1002"/>
                  </a:lnTo>
                  <a:lnTo>
                    <a:pt x="142" y="1002"/>
                  </a:lnTo>
                  <a:lnTo>
                    <a:pt x="155" y="1021"/>
                  </a:lnTo>
                  <a:lnTo>
                    <a:pt x="171" y="1040"/>
                  </a:lnTo>
                  <a:lnTo>
                    <a:pt x="171" y="1040"/>
                  </a:lnTo>
                  <a:lnTo>
                    <a:pt x="183" y="1056"/>
                  </a:lnTo>
                  <a:lnTo>
                    <a:pt x="196" y="1073"/>
                  </a:lnTo>
                  <a:lnTo>
                    <a:pt x="196" y="1073"/>
                  </a:lnTo>
                  <a:lnTo>
                    <a:pt x="205" y="1084"/>
                  </a:lnTo>
                  <a:lnTo>
                    <a:pt x="213" y="1096"/>
                  </a:lnTo>
                  <a:lnTo>
                    <a:pt x="223" y="1106"/>
                  </a:lnTo>
                  <a:lnTo>
                    <a:pt x="232" y="1116"/>
                  </a:lnTo>
                  <a:lnTo>
                    <a:pt x="252" y="1134"/>
                  </a:lnTo>
                  <a:lnTo>
                    <a:pt x="274" y="1150"/>
                  </a:lnTo>
                  <a:lnTo>
                    <a:pt x="296" y="1166"/>
                  </a:lnTo>
                  <a:lnTo>
                    <a:pt x="320" y="1179"/>
                  </a:lnTo>
                  <a:lnTo>
                    <a:pt x="342" y="1192"/>
                  </a:lnTo>
                  <a:lnTo>
                    <a:pt x="366" y="1203"/>
                  </a:lnTo>
                  <a:lnTo>
                    <a:pt x="366" y="1203"/>
                  </a:lnTo>
                  <a:lnTo>
                    <a:pt x="383" y="1212"/>
                  </a:lnTo>
                  <a:lnTo>
                    <a:pt x="398" y="1223"/>
                  </a:lnTo>
                  <a:lnTo>
                    <a:pt x="398" y="1223"/>
                  </a:lnTo>
                  <a:lnTo>
                    <a:pt x="414" y="1232"/>
                  </a:lnTo>
                  <a:lnTo>
                    <a:pt x="429" y="1241"/>
                  </a:lnTo>
                  <a:lnTo>
                    <a:pt x="429" y="1241"/>
                  </a:lnTo>
                  <a:lnTo>
                    <a:pt x="453" y="1253"/>
                  </a:lnTo>
                  <a:lnTo>
                    <a:pt x="477" y="1263"/>
                  </a:lnTo>
                  <a:lnTo>
                    <a:pt x="499" y="1272"/>
                  </a:lnTo>
                  <a:lnTo>
                    <a:pt x="522" y="1280"/>
                  </a:lnTo>
                  <a:lnTo>
                    <a:pt x="522" y="1280"/>
                  </a:lnTo>
                  <a:lnTo>
                    <a:pt x="546" y="1287"/>
                  </a:lnTo>
                  <a:lnTo>
                    <a:pt x="569" y="1293"/>
                  </a:lnTo>
                  <a:lnTo>
                    <a:pt x="592" y="1297"/>
                  </a:lnTo>
                  <a:lnTo>
                    <a:pt x="617" y="1301"/>
                  </a:lnTo>
                  <a:lnTo>
                    <a:pt x="642" y="1304"/>
                  </a:lnTo>
                  <a:lnTo>
                    <a:pt x="668" y="1306"/>
                  </a:lnTo>
                  <a:lnTo>
                    <a:pt x="694" y="1307"/>
                  </a:lnTo>
                  <a:lnTo>
                    <a:pt x="721" y="1309"/>
                  </a:lnTo>
                  <a:lnTo>
                    <a:pt x="721" y="1309"/>
                  </a:lnTo>
                  <a:lnTo>
                    <a:pt x="766" y="1307"/>
                  </a:lnTo>
                  <a:lnTo>
                    <a:pt x="790" y="1307"/>
                  </a:lnTo>
                  <a:lnTo>
                    <a:pt x="813" y="1305"/>
                  </a:lnTo>
                  <a:lnTo>
                    <a:pt x="836" y="1303"/>
                  </a:lnTo>
                  <a:lnTo>
                    <a:pt x="859" y="1300"/>
                  </a:lnTo>
                  <a:lnTo>
                    <a:pt x="880" y="1295"/>
                  </a:lnTo>
                  <a:lnTo>
                    <a:pt x="901" y="1289"/>
                  </a:lnTo>
                  <a:lnTo>
                    <a:pt x="901" y="1289"/>
                  </a:lnTo>
                  <a:lnTo>
                    <a:pt x="947" y="1271"/>
                  </a:lnTo>
                  <a:lnTo>
                    <a:pt x="991" y="1254"/>
                  </a:lnTo>
                  <a:lnTo>
                    <a:pt x="1035" y="1234"/>
                  </a:lnTo>
                  <a:lnTo>
                    <a:pt x="1056" y="1224"/>
                  </a:lnTo>
                  <a:lnTo>
                    <a:pt x="1078" y="1212"/>
                  </a:lnTo>
                  <a:lnTo>
                    <a:pt x="1098" y="1201"/>
                  </a:lnTo>
                  <a:lnTo>
                    <a:pt x="1119" y="1189"/>
                  </a:lnTo>
                  <a:lnTo>
                    <a:pt x="1139" y="1175"/>
                  </a:lnTo>
                  <a:lnTo>
                    <a:pt x="1158" y="1161"/>
                  </a:lnTo>
                  <a:lnTo>
                    <a:pt x="1178" y="1146"/>
                  </a:lnTo>
                  <a:lnTo>
                    <a:pt x="1197" y="1130"/>
                  </a:lnTo>
                  <a:lnTo>
                    <a:pt x="1215" y="1113"/>
                  </a:lnTo>
                  <a:lnTo>
                    <a:pt x="1233" y="1095"/>
                  </a:lnTo>
                  <a:lnTo>
                    <a:pt x="1233" y="1095"/>
                  </a:lnTo>
                  <a:lnTo>
                    <a:pt x="1248" y="1077"/>
                  </a:lnTo>
                  <a:lnTo>
                    <a:pt x="1264" y="1059"/>
                  </a:lnTo>
                  <a:lnTo>
                    <a:pt x="1277" y="1038"/>
                  </a:lnTo>
                  <a:lnTo>
                    <a:pt x="1291" y="1017"/>
                  </a:lnTo>
                  <a:lnTo>
                    <a:pt x="1303" y="996"/>
                  </a:lnTo>
                  <a:lnTo>
                    <a:pt x="1314" y="973"/>
                  </a:lnTo>
                  <a:lnTo>
                    <a:pt x="1325" y="950"/>
                  </a:lnTo>
                  <a:lnTo>
                    <a:pt x="1334" y="927"/>
                  </a:lnTo>
                  <a:lnTo>
                    <a:pt x="1342" y="904"/>
                  </a:lnTo>
                  <a:lnTo>
                    <a:pt x="1348" y="880"/>
                  </a:lnTo>
                  <a:lnTo>
                    <a:pt x="1355" y="855"/>
                  </a:lnTo>
                  <a:lnTo>
                    <a:pt x="1360" y="831"/>
                  </a:lnTo>
                  <a:lnTo>
                    <a:pt x="1363" y="807"/>
                  </a:lnTo>
                  <a:lnTo>
                    <a:pt x="1365" y="783"/>
                  </a:lnTo>
                  <a:lnTo>
                    <a:pt x="1366" y="759"/>
                  </a:lnTo>
                  <a:lnTo>
                    <a:pt x="1365" y="735"/>
                  </a:lnTo>
                  <a:lnTo>
                    <a:pt x="1365" y="735"/>
                  </a:lnTo>
                  <a:lnTo>
                    <a:pt x="1363" y="661"/>
                  </a:lnTo>
                  <a:lnTo>
                    <a:pt x="1363" y="661"/>
                  </a:lnTo>
                  <a:lnTo>
                    <a:pt x="1361" y="605"/>
                  </a:lnTo>
                  <a:lnTo>
                    <a:pt x="1358" y="548"/>
                  </a:lnTo>
                  <a:lnTo>
                    <a:pt x="1358" y="548"/>
                  </a:lnTo>
                  <a:lnTo>
                    <a:pt x="1357" y="538"/>
                  </a:lnTo>
                  <a:lnTo>
                    <a:pt x="1355" y="528"/>
                  </a:lnTo>
                  <a:lnTo>
                    <a:pt x="1350" y="509"/>
                  </a:lnTo>
                  <a:lnTo>
                    <a:pt x="1344" y="491"/>
                  </a:lnTo>
                  <a:lnTo>
                    <a:pt x="1337" y="474"/>
                  </a:lnTo>
                  <a:lnTo>
                    <a:pt x="1337" y="474"/>
                  </a:lnTo>
                  <a:lnTo>
                    <a:pt x="1330" y="455"/>
                  </a:lnTo>
                  <a:lnTo>
                    <a:pt x="1330" y="455"/>
                  </a:lnTo>
                  <a:lnTo>
                    <a:pt x="1326" y="444"/>
                  </a:lnTo>
                  <a:lnTo>
                    <a:pt x="1323" y="434"/>
                  </a:lnTo>
                  <a:lnTo>
                    <a:pt x="1323" y="434"/>
                  </a:lnTo>
                  <a:lnTo>
                    <a:pt x="1319" y="421"/>
                  </a:lnTo>
                  <a:lnTo>
                    <a:pt x="1315" y="410"/>
                  </a:lnTo>
                  <a:lnTo>
                    <a:pt x="1312" y="404"/>
                  </a:lnTo>
                  <a:lnTo>
                    <a:pt x="1309" y="399"/>
                  </a:lnTo>
                  <a:lnTo>
                    <a:pt x="1305" y="393"/>
                  </a:lnTo>
                  <a:lnTo>
                    <a:pt x="1300" y="388"/>
                  </a:lnTo>
                  <a:lnTo>
                    <a:pt x="1300" y="388"/>
                  </a:lnTo>
                  <a:lnTo>
                    <a:pt x="1294" y="382"/>
                  </a:lnTo>
                  <a:lnTo>
                    <a:pt x="1287" y="374"/>
                  </a:lnTo>
                  <a:lnTo>
                    <a:pt x="1277" y="355"/>
                  </a:lnTo>
                  <a:lnTo>
                    <a:pt x="1277" y="355"/>
                  </a:lnTo>
                  <a:lnTo>
                    <a:pt x="1270" y="341"/>
                  </a:lnTo>
                  <a:lnTo>
                    <a:pt x="1266" y="334"/>
                  </a:lnTo>
                  <a:lnTo>
                    <a:pt x="1261" y="328"/>
                  </a:lnTo>
                  <a:lnTo>
                    <a:pt x="1261" y="328"/>
                  </a:lnTo>
                  <a:lnTo>
                    <a:pt x="1252" y="316"/>
                  </a:lnTo>
                  <a:lnTo>
                    <a:pt x="1245" y="303"/>
                  </a:lnTo>
                  <a:lnTo>
                    <a:pt x="1239" y="290"/>
                  </a:lnTo>
                  <a:lnTo>
                    <a:pt x="1234" y="275"/>
                  </a:lnTo>
                  <a:lnTo>
                    <a:pt x="1234" y="275"/>
                  </a:lnTo>
                  <a:lnTo>
                    <a:pt x="1230" y="263"/>
                  </a:lnTo>
                  <a:lnTo>
                    <a:pt x="1223" y="254"/>
                  </a:lnTo>
                  <a:lnTo>
                    <a:pt x="1217" y="245"/>
                  </a:lnTo>
                  <a:lnTo>
                    <a:pt x="1211" y="237"/>
                  </a:lnTo>
                  <a:lnTo>
                    <a:pt x="1203" y="230"/>
                  </a:lnTo>
                  <a:lnTo>
                    <a:pt x="1196" y="223"/>
                  </a:lnTo>
                  <a:lnTo>
                    <a:pt x="1178" y="211"/>
                  </a:lnTo>
                  <a:lnTo>
                    <a:pt x="1178" y="211"/>
                  </a:lnTo>
                  <a:lnTo>
                    <a:pt x="1163" y="199"/>
                  </a:lnTo>
                  <a:lnTo>
                    <a:pt x="1163" y="199"/>
                  </a:lnTo>
                  <a:lnTo>
                    <a:pt x="1151" y="191"/>
                  </a:lnTo>
                  <a:lnTo>
                    <a:pt x="1151" y="191"/>
                  </a:lnTo>
                  <a:lnTo>
                    <a:pt x="1136" y="178"/>
                  </a:lnTo>
                  <a:lnTo>
                    <a:pt x="1119" y="166"/>
                  </a:lnTo>
                  <a:lnTo>
                    <a:pt x="1103" y="156"/>
                  </a:lnTo>
                  <a:lnTo>
                    <a:pt x="1085" y="145"/>
                  </a:lnTo>
                  <a:lnTo>
                    <a:pt x="1085" y="145"/>
                  </a:lnTo>
                  <a:lnTo>
                    <a:pt x="1034" y="122"/>
                  </a:lnTo>
                  <a:lnTo>
                    <a:pt x="986" y="101"/>
                  </a:lnTo>
                  <a:lnTo>
                    <a:pt x="939" y="82"/>
                  </a:lnTo>
                  <a:lnTo>
                    <a:pt x="894" y="68"/>
                  </a:lnTo>
                  <a:lnTo>
                    <a:pt x="851" y="56"/>
                  </a:lnTo>
                  <a:lnTo>
                    <a:pt x="829" y="50"/>
                  </a:lnTo>
                  <a:lnTo>
                    <a:pt x="808" y="46"/>
                  </a:lnTo>
                  <a:lnTo>
                    <a:pt x="788" y="43"/>
                  </a:lnTo>
                  <a:lnTo>
                    <a:pt x="767" y="40"/>
                  </a:lnTo>
                  <a:lnTo>
                    <a:pt x="746" y="38"/>
                  </a:lnTo>
                  <a:lnTo>
                    <a:pt x="727" y="37"/>
                  </a:lnTo>
                  <a:lnTo>
                    <a:pt x="723" y="36"/>
                  </a:lnTo>
                  <a:lnTo>
                    <a:pt x="722" y="3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29" name="Freeform 480"/>
            <p:cNvSpPr>
              <a:spLocks noEditPoints="1"/>
            </p:cNvSpPr>
            <p:nvPr/>
          </p:nvSpPr>
          <p:spPr bwMode="auto">
            <a:xfrm>
              <a:off x="6435726" y="3302000"/>
              <a:ext cx="271463" cy="298450"/>
            </a:xfrm>
            <a:custGeom>
              <a:avLst/>
              <a:gdLst/>
              <a:ahLst/>
              <a:cxnLst>
                <a:cxn ang="0">
                  <a:pos x="450" y="557"/>
                </a:cxn>
                <a:cxn ang="0">
                  <a:pos x="366" y="529"/>
                </a:cxn>
                <a:cxn ang="0">
                  <a:pos x="326" y="519"/>
                </a:cxn>
                <a:cxn ang="0">
                  <a:pos x="297" y="505"/>
                </a:cxn>
                <a:cxn ang="0">
                  <a:pos x="230" y="478"/>
                </a:cxn>
                <a:cxn ang="0">
                  <a:pos x="160" y="451"/>
                </a:cxn>
                <a:cxn ang="0">
                  <a:pos x="114" y="440"/>
                </a:cxn>
                <a:cxn ang="0">
                  <a:pos x="85" y="421"/>
                </a:cxn>
                <a:cxn ang="0">
                  <a:pos x="66" y="358"/>
                </a:cxn>
                <a:cxn ang="0">
                  <a:pos x="46" y="269"/>
                </a:cxn>
                <a:cxn ang="0">
                  <a:pos x="21" y="151"/>
                </a:cxn>
                <a:cxn ang="0">
                  <a:pos x="2" y="56"/>
                </a:cxn>
                <a:cxn ang="0">
                  <a:pos x="2" y="16"/>
                </a:cxn>
                <a:cxn ang="0">
                  <a:pos x="17" y="6"/>
                </a:cxn>
                <a:cxn ang="0">
                  <a:pos x="28" y="0"/>
                </a:cxn>
                <a:cxn ang="0">
                  <a:pos x="44" y="4"/>
                </a:cxn>
                <a:cxn ang="0">
                  <a:pos x="56" y="6"/>
                </a:cxn>
                <a:cxn ang="0">
                  <a:pos x="57" y="9"/>
                </a:cxn>
                <a:cxn ang="0">
                  <a:pos x="101" y="30"/>
                </a:cxn>
                <a:cxn ang="0">
                  <a:pos x="231" y="90"/>
                </a:cxn>
                <a:cxn ang="0">
                  <a:pos x="292" y="117"/>
                </a:cxn>
                <a:cxn ang="0">
                  <a:pos x="351" y="157"/>
                </a:cxn>
                <a:cxn ang="0">
                  <a:pos x="373" y="204"/>
                </a:cxn>
                <a:cxn ang="0">
                  <a:pos x="430" y="337"/>
                </a:cxn>
                <a:cxn ang="0">
                  <a:pos x="461" y="401"/>
                </a:cxn>
                <a:cxn ang="0">
                  <a:pos x="495" y="472"/>
                </a:cxn>
                <a:cxn ang="0">
                  <a:pos x="503" y="509"/>
                </a:cxn>
                <a:cxn ang="0">
                  <a:pos x="509" y="528"/>
                </a:cxn>
                <a:cxn ang="0">
                  <a:pos x="513" y="540"/>
                </a:cxn>
                <a:cxn ang="0">
                  <a:pos x="504" y="558"/>
                </a:cxn>
                <a:cxn ang="0">
                  <a:pos x="492" y="560"/>
                </a:cxn>
                <a:cxn ang="0">
                  <a:pos x="481" y="563"/>
                </a:cxn>
                <a:cxn ang="0">
                  <a:pos x="43" y="61"/>
                </a:cxn>
                <a:cxn ang="0">
                  <a:pos x="48" y="100"/>
                </a:cxn>
                <a:cxn ang="0">
                  <a:pos x="58" y="147"/>
                </a:cxn>
                <a:cxn ang="0">
                  <a:pos x="65" y="173"/>
                </a:cxn>
                <a:cxn ang="0">
                  <a:pos x="73" y="224"/>
                </a:cxn>
                <a:cxn ang="0">
                  <a:pos x="93" y="310"/>
                </a:cxn>
                <a:cxn ang="0">
                  <a:pos x="112" y="374"/>
                </a:cxn>
                <a:cxn ang="0">
                  <a:pos x="121" y="403"/>
                </a:cxn>
                <a:cxn ang="0">
                  <a:pos x="188" y="424"/>
                </a:cxn>
                <a:cxn ang="0">
                  <a:pos x="235" y="443"/>
                </a:cxn>
                <a:cxn ang="0">
                  <a:pos x="283" y="461"/>
                </a:cxn>
                <a:cxn ang="0">
                  <a:pos x="325" y="478"/>
                </a:cxn>
                <a:cxn ang="0">
                  <a:pos x="386" y="498"/>
                </a:cxn>
                <a:cxn ang="0">
                  <a:pos x="463" y="524"/>
                </a:cxn>
                <a:cxn ang="0">
                  <a:pos x="468" y="507"/>
                </a:cxn>
                <a:cxn ang="0">
                  <a:pos x="432" y="419"/>
                </a:cxn>
                <a:cxn ang="0">
                  <a:pos x="405" y="371"/>
                </a:cxn>
                <a:cxn ang="0">
                  <a:pos x="374" y="304"/>
                </a:cxn>
                <a:cxn ang="0">
                  <a:pos x="338" y="213"/>
                </a:cxn>
                <a:cxn ang="0">
                  <a:pos x="325" y="186"/>
                </a:cxn>
                <a:cxn ang="0">
                  <a:pos x="272" y="151"/>
                </a:cxn>
                <a:cxn ang="0">
                  <a:pos x="207" y="120"/>
                </a:cxn>
                <a:cxn ang="0">
                  <a:pos x="96" y="66"/>
                </a:cxn>
                <a:cxn ang="0">
                  <a:pos x="38" y="42"/>
                </a:cxn>
              </a:cxnLst>
              <a:rect l="0" t="0" r="r" b="b"/>
              <a:pathLst>
                <a:path w="513" h="563">
                  <a:moveTo>
                    <a:pt x="481" y="563"/>
                  </a:moveTo>
                  <a:lnTo>
                    <a:pt x="481" y="563"/>
                  </a:lnTo>
                  <a:lnTo>
                    <a:pt x="477" y="562"/>
                  </a:lnTo>
                  <a:lnTo>
                    <a:pt x="477" y="562"/>
                  </a:lnTo>
                  <a:lnTo>
                    <a:pt x="450" y="557"/>
                  </a:lnTo>
                  <a:lnTo>
                    <a:pt x="423" y="551"/>
                  </a:lnTo>
                  <a:lnTo>
                    <a:pt x="398" y="542"/>
                  </a:lnTo>
                  <a:lnTo>
                    <a:pt x="376" y="533"/>
                  </a:lnTo>
                  <a:lnTo>
                    <a:pt x="376" y="533"/>
                  </a:lnTo>
                  <a:lnTo>
                    <a:pt x="366" y="529"/>
                  </a:lnTo>
                  <a:lnTo>
                    <a:pt x="352" y="524"/>
                  </a:lnTo>
                  <a:lnTo>
                    <a:pt x="338" y="521"/>
                  </a:lnTo>
                  <a:lnTo>
                    <a:pt x="331" y="520"/>
                  </a:lnTo>
                  <a:lnTo>
                    <a:pt x="326" y="519"/>
                  </a:lnTo>
                  <a:lnTo>
                    <a:pt x="326" y="519"/>
                  </a:lnTo>
                  <a:lnTo>
                    <a:pt x="320" y="519"/>
                  </a:lnTo>
                  <a:lnTo>
                    <a:pt x="315" y="516"/>
                  </a:lnTo>
                  <a:lnTo>
                    <a:pt x="305" y="510"/>
                  </a:lnTo>
                  <a:lnTo>
                    <a:pt x="305" y="510"/>
                  </a:lnTo>
                  <a:lnTo>
                    <a:pt x="297" y="505"/>
                  </a:lnTo>
                  <a:lnTo>
                    <a:pt x="287" y="501"/>
                  </a:lnTo>
                  <a:lnTo>
                    <a:pt x="287" y="501"/>
                  </a:lnTo>
                  <a:lnTo>
                    <a:pt x="273" y="497"/>
                  </a:lnTo>
                  <a:lnTo>
                    <a:pt x="258" y="491"/>
                  </a:lnTo>
                  <a:lnTo>
                    <a:pt x="230" y="478"/>
                  </a:lnTo>
                  <a:lnTo>
                    <a:pt x="230" y="478"/>
                  </a:lnTo>
                  <a:lnTo>
                    <a:pt x="213" y="470"/>
                  </a:lnTo>
                  <a:lnTo>
                    <a:pt x="195" y="463"/>
                  </a:lnTo>
                  <a:lnTo>
                    <a:pt x="178" y="457"/>
                  </a:lnTo>
                  <a:lnTo>
                    <a:pt x="160" y="451"/>
                  </a:lnTo>
                  <a:lnTo>
                    <a:pt x="160" y="451"/>
                  </a:lnTo>
                  <a:lnTo>
                    <a:pt x="150" y="449"/>
                  </a:lnTo>
                  <a:lnTo>
                    <a:pt x="150" y="449"/>
                  </a:lnTo>
                  <a:lnTo>
                    <a:pt x="132" y="446"/>
                  </a:lnTo>
                  <a:lnTo>
                    <a:pt x="114" y="440"/>
                  </a:lnTo>
                  <a:lnTo>
                    <a:pt x="105" y="437"/>
                  </a:lnTo>
                  <a:lnTo>
                    <a:pt x="96" y="433"/>
                  </a:lnTo>
                  <a:lnTo>
                    <a:pt x="90" y="428"/>
                  </a:lnTo>
                  <a:lnTo>
                    <a:pt x="85" y="421"/>
                  </a:lnTo>
                  <a:lnTo>
                    <a:pt x="85" y="421"/>
                  </a:lnTo>
                  <a:lnTo>
                    <a:pt x="82" y="415"/>
                  </a:lnTo>
                  <a:lnTo>
                    <a:pt x="79" y="408"/>
                  </a:lnTo>
                  <a:lnTo>
                    <a:pt x="74" y="391"/>
                  </a:lnTo>
                  <a:lnTo>
                    <a:pt x="70" y="375"/>
                  </a:lnTo>
                  <a:lnTo>
                    <a:pt x="66" y="358"/>
                  </a:lnTo>
                  <a:lnTo>
                    <a:pt x="66" y="358"/>
                  </a:lnTo>
                  <a:lnTo>
                    <a:pt x="61" y="332"/>
                  </a:lnTo>
                  <a:lnTo>
                    <a:pt x="57" y="315"/>
                  </a:lnTo>
                  <a:lnTo>
                    <a:pt x="57" y="315"/>
                  </a:lnTo>
                  <a:lnTo>
                    <a:pt x="46" y="269"/>
                  </a:lnTo>
                  <a:lnTo>
                    <a:pt x="41" y="245"/>
                  </a:lnTo>
                  <a:lnTo>
                    <a:pt x="36" y="222"/>
                  </a:lnTo>
                  <a:lnTo>
                    <a:pt x="36" y="222"/>
                  </a:lnTo>
                  <a:lnTo>
                    <a:pt x="29" y="186"/>
                  </a:lnTo>
                  <a:lnTo>
                    <a:pt x="21" y="151"/>
                  </a:lnTo>
                  <a:lnTo>
                    <a:pt x="21" y="151"/>
                  </a:lnTo>
                  <a:lnTo>
                    <a:pt x="14" y="119"/>
                  </a:lnTo>
                  <a:lnTo>
                    <a:pt x="6" y="88"/>
                  </a:lnTo>
                  <a:lnTo>
                    <a:pt x="4" y="71"/>
                  </a:lnTo>
                  <a:lnTo>
                    <a:pt x="2" y="56"/>
                  </a:lnTo>
                  <a:lnTo>
                    <a:pt x="1" y="39"/>
                  </a:lnTo>
                  <a:lnTo>
                    <a:pt x="0" y="24"/>
                  </a:lnTo>
                  <a:lnTo>
                    <a:pt x="0" y="24"/>
                  </a:lnTo>
                  <a:lnTo>
                    <a:pt x="1" y="19"/>
                  </a:lnTo>
                  <a:lnTo>
                    <a:pt x="2" y="16"/>
                  </a:lnTo>
                  <a:lnTo>
                    <a:pt x="4" y="12"/>
                  </a:lnTo>
                  <a:lnTo>
                    <a:pt x="6" y="10"/>
                  </a:lnTo>
                  <a:lnTo>
                    <a:pt x="12" y="7"/>
                  </a:lnTo>
                  <a:lnTo>
                    <a:pt x="16" y="6"/>
                  </a:lnTo>
                  <a:lnTo>
                    <a:pt x="17" y="6"/>
                  </a:lnTo>
                  <a:lnTo>
                    <a:pt x="19" y="5"/>
                  </a:lnTo>
                  <a:lnTo>
                    <a:pt x="19" y="5"/>
                  </a:lnTo>
                  <a:lnTo>
                    <a:pt x="21" y="3"/>
                  </a:lnTo>
                  <a:lnTo>
                    <a:pt x="25" y="1"/>
                  </a:lnTo>
                  <a:lnTo>
                    <a:pt x="28" y="0"/>
                  </a:lnTo>
                  <a:lnTo>
                    <a:pt x="32" y="0"/>
                  </a:lnTo>
                  <a:lnTo>
                    <a:pt x="32" y="0"/>
                  </a:lnTo>
                  <a:lnTo>
                    <a:pt x="35" y="0"/>
                  </a:lnTo>
                  <a:lnTo>
                    <a:pt x="39" y="2"/>
                  </a:lnTo>
                  <a:lnTo>
                    <a:pt x="44" y="4"/>
                  </a:lnTo>
                  <a:lnTo>
                    <a:pt x="47" y="8"/>
                  </a:lnTo>
                  <a:lnTo>
                    <a:pt x="56" y="2"/>
                  </a:lnTo>
                  <a:lnTo>
                    <a:pt x="56" y="2"/>
                  </a:lnTo>
                  <a:lnTo>
                    <a:pt x="57" y="3"/>
                  </a:lnTo>
                  <a:lnTo>
                    <a:pt x="56" y="6"/>
                  </a:lnTo>
                  <a:lnTo>
                    <a:pt x="56" y="6"/>
                  </a:lnTo>
                  <a:lnTo>
                    <a:pt x="54" y="8"/>
                  </a:lnTo>
                  <a:lnTo>
                    <a:pt x="53" y="8"/>
                  </a:lnTo>
                  <a:lnTo>
                    <a:pt x="53" y="8"/>
                  </a:lnTo>
                  <a:lnTo>
                    <a:pt x="57" y="9"/>
                  </a:lnTo>
                  <a:lnTo>
                    <a:pt x="73" y="16"/>
                  </a:lnTo>
                  <a:lnTo>
                    <a:pt x="73" y="16"/>
                  </a:lnTo>
                  <a:lnTo>
                    <a:pt x="87" y="23"/>
                  </a:lnTo>
                  <a:lnTo>
                    <a:pt x="101" y="30"/>
                  </a:lnTo>
                  <a:lnTo>
                    <a:pt x="101" y="30"/>
                  </a:lnTo>
                  <a:lnTo>
                    <a:pt x="126" y="42"/>
                  </a:lnTo>
                  <a:lnTo>
                    <a:pt x="150" y="53"/>
                  </a:lnTo>
                  <a:lnTo>
                    <a:pt x="150" y="53"/>
                  </a:lnTo>
                  <a:lnTo>
                    <a:pt x="190" y="71"/>
                  </a:lnTo>
                  <a:lnTo>
                    <a:pt x="231" y="90"/>
                  </a:lnTo>
                  <a:lnTo>
                    <a:pt x="231" y="90"/>
                  </a:lnTo>
                  <a:lnTo>
                    <a:pt x="245" y="97"/>
                  </a:lnTo>
                  <a:lnTo>
                    <a:pt x="262" y="104"/>
                  </a:lnTo>
                  <a:lnTo>
                    <a:pt x="262" y="104"/>
                  </a:lnTo>
                  <a:lnTo>
                    <a:pt x="292" y="117"/>
                  </a:lnTo>
                  <a:lnTo>
                    <a:pt x="307" y="125"/>
                  </a:lnTo>
                  <a:lnTo>
                    <a:pt x="321" y="133"/>
                  </a:lnTo>
                  <a:lnTo>
                    <a:pt x="335" y="142"/>
                  </a:lnTo>
                  <a:lnTo>
                    <a:pt x="346" y="152"/>
                  </a:lnTo>
                  <a:lnTo>
                    <a:pt x="351" y="157"/>
                  </a:lnTo>
                  <a:lnTo>
                    <a:pt x="356" y="163"/>
                  </a:lnTo>
                  <a:lnTo>
                    <a:pt x="359" y="169"/>
                  </a:lnTo>
                  <a:lnTo>
                    <a:pt x="362" y="176"/>
                  </a:lnTo>
                  <a:lnTo>
                    <a:pt x="373" y="204"/>
                  </a:lnTo>
                  <a:lnTo>
                    <a:pt x="373" y="204"/>
                  </a:lnTo>
                  <a:lnTo>
                    <a:pt x="404" y="282"/>
                  </a:lnTo>
                  <a:lnTo>
                    <a:pt x="404" y="282"/>
                  </a:lnTo>
                  <a:lnTo>
                    <a:pt x="410" y="296"/>
                  </a:lnTo>
                  <a:lnTo>
                    <a:pt x="416" y="310"/>
                  </a:lnTo>
                  <a:lnTo>
                    <a:pt x="430" y="337"/>
                  </a:lnTo>
                  <a:lnTo>
                    <a:pt x="430" y="337"/>
                  </a:lnTo>
                  <a:lnTo>
                    <a:pt x="441" y="358"/>
                  </a:lnTo>
                  <a:lnTo>
                    <a:pt x="452" y="381"/>
                  </a:lnTo>
                  <a:lnTo>
                    <a:pt x="452" y="381"/>
                  </a:lnTo>
                  <a:lnTo>
                    <a:pt x="461" y="401"/>
                  </a:lnTo>
                  <a:lnTo>
                    <a:pt x="471" y="420"/>
                  </a:lnTo>
                  <a:lnTo>
                    <a:pt x="471" y="420"/>
                  </a:lnTo>
                  <a:lnTo>
                    <a:pt x="484" y="445"/>
                  </a:lnTo>
                  <a:lnTo>
                    <a:pt x="490" y="459"/>
                  </a:lnTo>
                  <a:lnTo>
                    <a:pt x="495" y="472"/>
                  </a:lnTo>
                  <a:lnTo>
                    <a:pt x="495" y="472"/>
                  </a:lnTo>
                  <a:lnTo>
                    <a:pt x="499" y="484"/>
                  </a:lnTo>
                  <a:lnTo>
                    <a:pt x="501" y="497"/>
                  </a:lnTo>
                  <a:lnTo>
                    <a:pt x="501" y="497"/>
                  </a:lnTo>
                  <a:lnTo>
                    <a:pt x="503" y="509"/>
                  </a:lnTo>
                  <a:lnTo>
                    <a:pt x="507" y="522"/>
                  </a:lnTo>
                  <a:lnTo>
                    <a:pt x="507" y="522"/>
                  </a:lnTo>
                  <a:lnTo>
                    <a:pt x="509" y="527"/>
                  </a:lnTo>
                  <a:lnTo>
                    <a:pt x="509" y="527"/>
                  </a:lnTo>
                  <a:lnTo>
                    <a:pt x="509" y="528"/>
                  </a:lnTo>
                  <a:lnTo>
                    <a:pt x="508" y="529"/>
                  </a:lnTo>
                  <a:lnTo>
                    <a:pt x="508" y="529"/>
                  </a:lnTo>
                  <a:lnTo>
                    <a:pt x="510" y="532"/>
                  </a:lnTo>
                  <a:lnTo>
                    <a:pt x="512" y="535"/>
                  </a:lnTo>
                  <a:lnTo>
                    <a:pt x="513" y="540"/>
                  </a:lnTo>
                  <a:lnTo>
                    <a:pt x="513" y="545"/>
                  </a:lnTo>
                  <a:lnTo>
                    <a:pt x="512" y="549"/>
                  </a:lnTo>
                  <a:lnTo>
                    <a:pt x="512" y="549"/>
                  </a:lnTo>
                  <a:lnTo>
                    <a:pt x="508" y="554"/>
                  </a:lnTo>
                  <a:lnTo>
                    <a:pt x="504" y="558"/>
                  </a:lnTo>
                  <a:lnTo>
                    <a:pt x="499" y="560"/>
                  </a:lnTo>
                  <a:lnTo>
                    <a:pt x="495" y="561"/>
                  </a:lnTo>
                  <a:lnTo>
                    <a:pt x="495" y="561"/>
                  </a:lnTo>
                  <a:lnTo>
                    <a:pt x="495" y="561"/>
                  </a:lnTo>
                  <a:lnTo>
                    <a:pt x="492" y="560"/>
                  </a:lnTo>
                  <a:lnTo>
                    <a:pt x="490" y="560"/>
                  </a:lnTo>
                  <a:lnTo>
                    <a:pt x="489" y="561"/>
                  </a:lnTo>
                  <a:lnTo>
                    <a:pt x="489" y="561"/>
                  </a:lnTo>
                  <a:lnTo>
                    <a:pt x="485" y="562"/>
                  </a:lnTo>
                  <a:lnTo>
                    <a:pt x="481" y="563"/>
                  </a:lnTo>
                  <a:lnTo>
                    <a:pt x="481" y="563"/>
                  </a:lnTo>
                  <a:close/>
                  <a:moveTo>
                    <a:pt x="41" y="52"/>
                  </a:moveTo>
                  <a:lnTo>
                    <a:pt x="41" y="52"/>
                  </a:lnTo>
                  <a:lnTo>
                    <a:pt x="43" y="61"/>
                  </a:lnTo>
                  <a:lnTo>
                    <a:pt x="43" y="61"/>
                  </a:lnTo>
                  <a:lnTo>
                    <a:pt x="46" y="75"/>
                  </a:lnTo>
                  <a:lnTo>
                    <a:pt x="46" y="75"/>
                  </a:lnTo>
                  <a:lnTo>
                    <a:pt x="47" y="88"/>
                  </a:lnTo>
                  <a:lnTo>
                    <a:pt x="48" y="100"/>
                  </a:lnTo>
                  <a:lnTo>
                    <a:pt x="48" y="100"/>
                  </a:lnTo>
                  <a:lnTo>
                    <a:pt x="50" y="115"/>
                  </a:lnTo>
                  <a:lnTo>
                    <a:pt x="52" y="129"/>
                  </a:lnTo>
                  <a:lnTo>
                    <a:pt x="52" y="129"/>
                  </a:lnTo>
                  <a:lnTo>
                    <a:pt x="55" y="137"/>
                  </a:lnTo>
                  <a:lnTo>
                    <a:pt x="58" y="147"/>
                  </a:lnTo>
                  <a:lnTo>
                    <a:pt x="58" y="147"/>
                  </a:lnTo>
                  <a:lnTo>
                    <a:pt x="62" y="160"/>
                  </a:lnTo>
                  <a:lnTo>
                    <a:pt x="64" y="166"/>
                  </a:lnTo>
                  <a:lnTo>
                    <a:pt x="65" y="173"/>
                  </a:lnTo>
                  <a:lnTo>
                    <a:pt x="65" y="173"/>
                  </a:lnTo>
                  <a:lnTo>
                    <a:pt x="65" y="183"/>
                  </a:lnTo>
                  <a:lnTo>
                    <a:pt x="67" y="197"/>
                  </a:lnTo>
                  <a:lnTo>
                    <a:pt x="69" y="212"/>
                  </a:lnTo>
                  <a:lnTo>
                    <a:pt x="73" y="224"/>
                  </a:lnTo>
                  <a:lnTo>
                    <a:pt x="73" y="224"/>
                  </a:lnTo>
                  <a:lnTo>
                    <a:pt x="78" y="239"/>
                  </a:lnTo>
                  <a:lnTo>
                    <a:pt x="82" y="254"/>
                  </a:lnTo>
                  <a:lnTo>
                    <a:pt x="88" y="284"/>
                  </a:lnTo>
                  <a:lnTo>
                    <a:pt x="88" y="284"/>
                  </a:lnTo>
                  <a:lnTo>
                    <a:pt x="93" y="310"/>
                  </a:lnTo>
                  <a:lnTo>
                    <a:pt x="100" y="336"/>
                  </a:lnTo>
                  <a:lnTo>
                    <a:pt x="100" y="336"/>
                  </a:lnTo>
                  <a:lnTo>
                    <a:pt x="105" y="349"/>
                  </a:lnTo>
                  <a:lnTo>
                    <a:pt x="105" y="349"/>
                  </a:lnTo>
                  <a:lnTo>
                    <a:pt x="112" y="374"/>
                  </a:lnTo>
                  <a:lnTo>
                    <a:pt x="115" y="386"/>
                  </a:lnTo>
                  <a:lnTo>
                    <a:pt x="118" y="399"/>
                  </a:lnTo>
                  <a:lnTo>
                    <a:pt x="118" y="402"/>
                  </a:lnTo>
                  <a:lnTo>
                    <a:pt x="121" y="403"/>
                  </a:lnTo>
                  <a:lnTo>
                    <a:pt x="121" y="403"/>
                  </a:lnTo>
                  <a:lnTo>
                    <a:pt x="132" y="408"/>
                  </a:lnTo>
                  <a:lnTo>
                    <a:pt x="145" y="412"/>
                  </a:lnTo>
                  <a:lnTo>
                    <a:pt x="170" y="418"/>
                  </a:lnTo>
                  <a:lnTo>
                    <a:pt x="170" y="418"/>
                  </a:lnTo>
                  <a:lnTo>
                    <a:pt x="188" y="424"/>
                  </a:lnTo>
                  <a:lnTo>
                    <a:pt x="206" y="430"/>
                  </a:lnTo>
                  <a:lnTo>
                    <a:pt x="206" y="430"/>
                  </a:lnTo>
                  <a:lnTo>
                    <a:pt x="221" y="436"/>
                  </a:lnTo>
                  <a:lnTo>
                    <a:pt x="235" y="443"/>
                  </a:lnTo>
                  <a:lnTo>
                    <a:pt x="235" y="443"/>
                  </a:lnTo>
                  <a:lnTo>
                    <a:pt x="259" y="453"/>
                  </a:lnTo>
                  <a:lnTo>
                    <a:pt x="259" y="453"/>
                  </a:lnTo>
                  <a:lnTo>
                    <a:pt x="271" y="458"/>
                  </a:lnTo>
                  <a:lnTo>
                    <a:pt x="283" y="461"/>
                  </a:lnTo>
                  <a:lnTo>
                    <a:pt x="283" y="461"/>
                  </a:lnTo>
                  <a:lnTo>
                    <a:pt x="301" y="466"/>
                  </a:lnTo>
                  <a:lnTo>
                    <a:pt x="308" y="469"/>
                  </a:lnTo>
                  <a:lnTo>
                    <a:pt x="315" y="472"/>
                  </a:lnTo>
                  <a:lnTo>
                    <a:pt x="315" y="472"/>
                  </a:lnTo>
                  <a:lnTo>
                    <a:pt x="325" y="478"/>
                  </a:lnTo>
                  <a:lnTo>
                    <a:pt x="335" y="482"/>
                  </a:lnTo>
                  <a:lnTo>
                    <a:pt x="356" y="489"/>
                  </a:lnTo>
                  <a:lnTo>
                    <a:pt x="356" y="489"/>
                  </a:lnTo>
                  <a:lnTo>
                    <a:pt x="371" y="493"/>
                  </a:lnTo>
                  <a:lnTo>
                    <a:pt x="386" y="498"/>
                  </a:lnTo>
                  <a:lnTo>
                    <a:pt x="386" y="498"/>
                  </a:lnTo>
                  <a:lnTo>
                    <a:pt x="406" y="507"/>
                  </a:lnTo>
                  <a:lnTo>
                    <a:pt x="427" y="514"/>
                  </a:lnTo>
                  <a:lnTo>
                    <a:pt x="446" y="520"/>
                  </a:lnTo>
                  <a:lnTo>
                    <a:pt x="463" y="524"/>
                  </a:lnTo>
                  <a:lnTo>
                    <a:pt x="471" y="525"/>
                  </a:lnTo>
                  <a:lnTo>
                    <a:pt x="470" y="516"/>
                  </a:lnTo>
                  <a:lnTo>
                    <a:pt x="470" y="516"/>
                  </a:lnTo>
                  <a:lnTo>
                    <a:pt x="468" y="507"/>
                  </a:lnTo>
                  <a:lnTo>
                    <a:pt x="468" y="507"/>
                  </a:lnTo>
                  <a:lnTo>
                    <a:pt x="465" y="496"/>
                  </a:lnTo>
                  <a:lnTo>
                    <a:pt x="462" y="484"/>
                  </a:lnTo>
                  <a:lnTo>
                    <a:pt x="453" y="463"/>
                  </a:lnTo>
                  <a:lnTo>
                    <a:pt x="442" y="441"/>
                  </a:lnTo>
                  <a:lnTo>
                    <a:pt x="432" y="419"/>
                  </a:lnTo>
                  <a:lnTo>
                    <a:pt x="432" y="419"/>
                  </a:lnTo>
                  <a:lnTo>
                    <a:pt x="422" y="400"/>
                  </a:lnTo>
                  <a:lnTo>
                    <a:pt x="422" y="400"/>
                  </a:lnTo>
                  <a:lnTo>
                    <a:pt x="413" y="385"/>
                  </a:lnTo>
                  <a:lnTo>
                    <a:pt x="405" y="371"/>
                  </a:lnTo>
                  <a:lnTo>
                    <a:pt x="405" y="371"/>
                  </a:lnTo>
                  <a:lnTo>
                    <a:pt x="391" y="344"/>
                  </a:lnTo>
                  <a:lnTo>
                    <a:pt x="384" y="332"/>
                  </a:lnTo>
                  <a:lnTo>
                    <a:pt x="379" y="317"/>
                  </a:lnTo>
                  <a:lnTo>
                    <a:pt x="374" y="304"/>
                  </a:lnTo>
                  <a:lnTo>
                    <a:pt x="374" y="304"/>
                  </a:lnTo>
                  <a:lnTo>
                    <a:pt x="367" y="280"/>
                  </a:lnTo>
                  <a:lnTo>
                    <a:pt x="359" y="257"/>
                  </a:lnTo>
                  <a:lnTo>
                    <a:pt x="349" y="234"/>
                  </a:lnTo>
                  <a:lnTo>
                    <a:pt x="338" y="213"/>
                  </a:lnTo>
                  <a:lnTo>
                    <a:pt x="338" y="213"/>
                  </a:lnTo>
                  <a:lnTo>
                    <a:pt x="332" y="201"/>
                  </a:lnTo>
                  <a:lnTo>
                    <a:pt x="332" y="201"/>
                  </a:lnTo>
                  <a:lnTo>
                    <a:pt x="329" y="193"/>
                  </a:lnTo>
                  <a:lnTo>
                    <a:pt x="325" y="186"/>
                  </a:lnTo>
                  <a:lnTo>
                    <a:pt x="318" y="179"/>
                  </a:lnTo>
                  <a:lnTo>
                    <a:pt x="310" y="171"/>
                  </a:lnTo>
                  <a:lnTo>
                    <a:pt x="310" y="171"/>
                  </a:lnTo>
                  <a:lnTo>
                    <a:pt x="292" y="161"/>
                  </a:lnTo>
                  <a:lnTo>
                    <a:pt x="272" y="151"/>
                  </a:lnTo>
                  <a:lnTo>
                    <a:pt x="266" y="147"/>
                  </a:lnTo>
                  <a:lnTo>
                    <a:pt x="266" y="147"/>
                  </a:lnTo>
                  <a:lnTo>
                    <a:pt x="236" y="132"/>
                  </a:lnTo>
                  <a:lnTo>
                    <a:pt x="207" y="120"/>
                  </a:lnTo>
                  <a:lnTo>
                    <a:pt x="207" y="120"/>
                  </a:lnTo>
                  <a:lnTo>
                    <a:pt x="168" y="102"/>
                  </a:lnTo>
                  <a:lnTo>
                    <a:pt x="168" y="102"/>
                  </a:lnTo>
                  <a:lnTo>
                    <a:pt x="125" y="81"/>
                  </a:lnTo>
                  <a:lnTo>
                    <a:pt x="125" y="81"/>
                  </a:lnTo>
                  <a:lnTo>
                    <a:pt x="96" y="66"/>
                  </a:lnTo>
                  <a:lnTo>
                    <a:pt x="65" y="52"/>
                  </a:lnTo>
                  <a:lnTo>
                    <a:pt x="65" y="52"/>
                  </a:lnTo>
                  <a:lnTo>
                    <a:pt x="56" y="48"/>
                  </a:lnTo>
                  <a:lnTo>
                    <a:pt x="47" y="45"/>
                  </a:lnTo>
                  <a:lnTo>
                    <a:pt x="38" y="42"/>
                  </a:lnTo>
                  <a:lnTo>
                    <a:pt x="41" y="5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30" name="Freeform 481"/>
            <p:cNvSpPr>
              <a:spLocks noEditPoints="1"/>
            </p:cNvSpPr>
            <p:nvPr/>
          </p:nvSpPr>
          <p:spPr bwMode="auto">
            <a:xfrm>
              <a:off x="6511926" y="3416300"/>
              <a:ext cx="96838" cy="87313"/>
            </a:xfrm>
            <a:custGeom>
              <a:avLst/>
              <a:gdLst/>
              <a:ahLst/>
              <a:cxnLst>
                <a:cxn ang="0">
                  <a:pos x="97" y="165"/>
                </a:cxn>
                <a:cxn ang="0">
                  <a:pos x="87" y="164"/>
                </a:cxn>
                <a:cxn ang="0">
                  <a:pos x="81" y="163"/>
                </a:cxn>
                <a:cxn ang="0">
                  <a:pos x="60" y="156"/>
                </a:cxn>
                <a:cxn ang="0">
                  <a:pos x="31" y="139"/>
                </a:cxn>
                <a:cxn ang="0">
                  <a:pos x="10" y="118"/>
                </a:cxn>
                <a:cxn ang="0">
                  <a:pos x="4" y="105"/>
                </a:cxn>
                <a:cxn ang="0">
                  <a:pos x="0" y="85"/>
                </a:cxn>
                <a:cxn ang="0">
                  <a:pos x="2" y="64"/>
                </a:cxn>
                <a:cxn ang="0">
                  <a:pos x="8" y="48"/>
                </a:cxn>
                <a:cxn ang="0">
                  <a:pos x="27" y="26"/>
                </a:cxn>
                <a:cxn ang="0">
                  <a:pos x="47" y="8"/>
                </a:cxn>
                <a:cxn ang="0">
                  <a:pos x="68" y="1"/>
                </a:cxn>
                <a:cxn ang="0">
                  <a:pos x="88" y="1"/>
                </a:cxn>
                <a:cxn ang="0">
                  <a:pos x="120" y="8"/>
                </a:cxn>
                <a:cxn ang="0">
                  <a:pos x="136" y="17"/>
                </a:cxn>
                <a:cxn ang="0">
                  <a:pos x="159" y="38"/>
                </a:cxn>
                <a:cxn ang="0">
                  <a:pos x="175" y="62"/>
                </a:cxn>
                <a:cxn ang="0">
                  <a:pos x="182" y="78"/>
                </a:cxn>
                <a:cxn ang="0">
                  <a:pos x="185" y="106"/>
                </a:cxn>
                <a:cxn ang="0">
                  <a:pos x="183" y="132"/>
                </a:cxn>
                <a:cxn ang="0">
                  <a:pos x="176" y="146"/>
                </a:cxn>
                <a:cxn ang="0">
                  <a:pos x="165" y="155"/>
                </a:cxn>
                <a:cxn ang="0">
                  <a:pos x="134" y="164"/>
                </a:cxn>
                <a:cxn ang="0">
                  <a:pos x="110" y="165"/>
                </a:cxn>
                <a:cxn ang="0">
                  <a:pos x="75" y="39"/>
                </a:cxn>
                <a:cxn ang="0">
                  <a:pos x="59" y="46"/>
                </a:cxn>
                <a:cxn ang="0">
                  <a:pos x="43" y="64"/>
                </a:cxn>
                <a:cxn ang="0">
                  <a:pos x="37" y="79"/>
                </a:cxn>
                <a:cxn ang="0">
                  <a:pos x="39" y="96"/>
                </a:cxn>
                <a:cxn ang="0">
                  <a:pos x="55" y="113"/>
                </a:cxn>
                <a:cxn ang="0">
                  <a:pos x="77" y="125"/>
                </a:cxn>
                <a:cxn ang="0">
                  <a:pos x="94" y="129"/>
                </a:cxn>
                <a:cxn ang="0">
                  <a:pos x="102" y="129"/>
                </a:cxn>
                <a:cxn ang="0">
                  <a:pos x="131" y="129"/>
                </a:cxn>
                <a:cxn ang="0">
                  <a:pos x="142" y="126"/>
                </a:cxn>
                <a:cxn ang="0">
                  <a:pos x="149" y="119"/>
                </a:cxn>
                <a:cxn ang="0">
                  <a:pos x="147" y="97"/>
                </a:cxn>
                <a:cxn ang="0">
                  <a:pos x="145" y="86"/>
                </a:cxn>
                <a:cxn ang="0">
                  <a:pos x="132" y="65"/>
                </a:cxn>
                <a:cxn ang="0">
                  <a:pos x="118" y="52"/>
                </a:cxn>
                <a:cxn ang="0">
                  <a:pos x="101" y="41"/>
                </a:cxn>
                <a:cxn ang="0">
                  <a:pos x="84" y="38"/>
                </a:cxn>
              </a:cxnLst>
              <a:rect l="0" t="0" r="r" b="b"/>
              <a:pathLst>
                <a:path w="185" h="165">
                  <a:moveTo>
                    <a:pt x="110" y="165"/>
                  </a:moveTo>
                  <a:lnTo>
                    <a:pt x="110" y="165"/>
                  </a:lnTo>
                  <a:lnTo>
                    <a:pt x="97" y="165"/>
                  </a:lnTo>
                  <a:lnTo>
                    <a:pt x="91" y="165"/>
                  </a:lnTo>
                  <a:lnTo>
                    <a:pt x="91" y="165"/>
                  </a:lnTo>
                  <a:lnTo>
                    <a:pt x="87" y="164"/>
                  </a:lnTo>
                  <a:lnTo>
                    <a:pt x="82" y="163"/>
                  </a:lnTo>
                  <a:lnTo>
                    <a:pt x="82" y="163"/>
                  </a:lnTo>
                  <a:lnTo>
                    <a:pt x="81" y="163"/>
                  </a:lnTo>
                  <a:lnTo>
                    <a:pt x="81" y="163"/>
                  </a:lnTo>
                  <a:lnTo>
                    <a:pt x="70" y="160"/>
                  </a:lnTo>
                  <a:lnTo>
                    <a:pt x="60" y="156"/>
                  </a:lnTo>
                  <a:lnTo>
                    <a:pt x="49" y="152"/>
                  </a:lnTo>
                  <a:lnTo>
                    <a:pt x="39" y="146"/>
                  </a:lnTo>
                  <a:lnTo>
                    <a:pt x="31" y="139"/>
                  </a:lnTo>
                  <a:lnTo>
                    <a:pt x="22" y="133"/>
                  </a:lnTo>
                  <a:lnTo>
                    <a:pt x="16" y="126"/>
                  </a:lnTo>
                  <a:lnTo>
                    <a:pt x="10" y="118"/>
                  </a:lnTo>
                  <a:lnTo>
                    <a:pt x="10" y="118"/>
                  </a:lnTo>
                  <a:lnTo>
                    <a:pt x="7" y="111"/>
                  </a:lnTo>
                  <a:lnTo>
                    <a:pt x="4" y="105"/>
                  </a:lnTo>
                  <a:lnTo>
                    <a:pt x="2" y="99"/>
                  </a:lnTo>
                  <a:lnTo>
                    <a:pt x="1" y="92"/>
                  </a:lnTo>
                  <a:lnTo>
                    <a:pt x="0" y="85"/>
                  </a:lnTo>
                  <a:lnTo>
                    <a:pt x="0" y="78"/>
                  </a:lnTo>
                  <a:lnTo>
                    <a:pt x="1" y="71"/>
                  </a:lnTo>
                  <a:lnTo>
                    <a:pt x="2" y="64"/>
                  </a:lnTo>
                  <a:lnTo>
                    <a:pt x="2" y="64"/>
                  </a:lnTo>
                  <a:lnTo>
                    <a:pt x="5" y="56"/>
                  </a:lnTo>
                  <a:lnTo>
                    <a:pt x="8" y="48"/>
                  </a:lnTo>
                  <a:lnTo>
                    <a:pt x="13" y="40"/>
                  </a:lnTo>
                  <a:lnTo>
                    <a:pt x="19" y="33"/>
                  </a:lnTo>
                  <a:lnTo>
                    <a:pt x="27" y="26"/>
                  </a:lnTo>
                  <a:lnTo>
                    <a:pt x="33" y="19"/>
                  </a:lnTo>
                  <a:lnTo>
                    <a:pt x="47" y="8"/>
                  </a:lnTo>
                  <a:lnTo>
                    <a:pt x="47" y="8"/>
                  </a:lnTo>
                  <a:lnTo>
                    <a:pt x="53" y="5"/>
                  </a:lnTo>
                  <a:lnTo>
                    <a:pt x="61" y="2"/>
                  </a:lnTo>
                  <a:lnTo>
                    <a:pt x="68" y="1"/>
                  </a:lnTo>
                  <a:lnTo>
                    <a:pt x="77" y="0"/>
                  </a:lnTo>
                  <a:lnTo>
                    <a:pt x="77" y="0"/>
                  </a:lnTo>
                  <a:lnTo>
                    <a:pt x="88" y="1"/>
                  </a:lnTo>
                  <a:lnTo>
                    <a:pt x="98" y="3"/>
                  </a:lnTo>
                  <a:lnTo>
                    <a:pt x="108" y="5"/>
                  </a:lnTo>
                  <a:lnTo>
                    <a:pt x="120" y="8"/>
                  </a:lnTo>
                  <a:lnTo>
                    <a:pt x="120" y="8"/>
                  </a:lnTo>
                  <a:lnTo>
                    <a:pt x="128" y="12"/>
                  </a:lnTo>
                  <a:lnTo>
                    <a:pt x="136" y="17"/>
                  </a:lnTo>
                  <a:lnTo>
                    <a:pt x="144" y="24"/>
                  </a:lnTo>
                  <a:lnTo>
                    <a:pt x="152" y="31"/>
                  </a:lnTo>
                  <a:lnTo>
                    <a:pt x="159" y="38"/>
                  </a:lnTo>
                  <a:lnTo>
                    <a:pt x="166" y="46"/>
                  </a:lnTo>
                  <a:lnTo>
                    <a:pt x="171" y="54"/>
                  </a:lnTo>
                  <a:lnTo>
                    <a:pt x="175" y="62"/>
                  </a:lnTo>
                  <a:lnTo>
                    <a:pt x="175" y="62"/>
                  </a:lnTo>
                  <a:lnTo>
                    <a:pt x="178" y="69"/>
                  </a:lnTo>
                  <a:lnTo>
                    <a:pt x="182" y="78"/>
                  </a:lnTo>
                  <a:lnTo>
                    <a:pt x="184" y="88"/>
                  </a:lnTo>
                  <a:lnTo>
                    <a:pt x="185" y="97"/>
                  </a:lnTo>
                  <a:lnTo>
                    <a:pt x="185" y="106"/>
                  </a:lnTo>
                  <a:lnTo>
                    <a:pt x="185" y="116"/>
                  </a:lnTo>
                  <a:lnTo>
                    <a:pt x="183" y="132"/>
                  </a:lnTo>
                  <a:lnTo>
                    <a:pt x="183" y="132"/>
                  </a:lnTo>
                  <a:lnTo>
                    <a:pt x="182" y="137"/>
                  </a:lnTo>
                  <a:lnTo>
                    <a:pt x="178" y="141"/>
                  </a:lnTo>
                  <a:lnTo>
                    <a:pt x="176" y="146"/>
                  </a:lnTo>
                  <a:lnTo>
                    <a:pt x="173" y="150"/>
                  </a:lnTo>
                  <a:lnTo>
                    <a:pt x="169" y="153"/>
                  </a:lnTo>
                  <a:lnTo>
                    <a:pt x="165" y="155"/>
                  </a:lnTo>
                  <a:lnTo>
                    <a:pt x="156" y="160"/>
                  </a:lnTo>
                  <a:lnTo>
                    <a:pt x="145" y="162"/>
                  </a:lnTo>
                  <a:lnTo>
                    <a:pt x="134" y="164"/>
                  </a:lnTo>
                  <a:lnTo>
                    <a:pt x="123" y="165"/>
                  </a:lnTo>
                  <a:lnTo>
                    <a:pt x="110" y="165"/>
                  </a:lnTo>
                  <a:lnTo>
                    <a:pt x="110" y="165"/>
                  </a:lnTo>
                  <a:close/>
                  <a:moveTo>
                    <a:pt x="84" y="38"/>
                  </a:moveTo>
                  <a:lnTo>
                    <a:pt x="84" y="38"/>
                  </a:lnTo>
                  <a:lnTo>
                    <a:pt x="75" y="39"/>
                  </a:lnTo>
                  <a:lnTo>
                    <a:pt x="70" y="40"/>
                  </a:lnTo>
                  <a:lnTo>
                    <a:pt x="65" y="43"/>
                  </a:lnTo>
                  <a:lnTo>
                    <a:pt x="59" y="46"/>
                  </a:lnTo>
                  <a:lnTo>
                    <a:pt x="53" y="50"/>
                  </a:lnTo>
                  <a:lnTo>
                    <a:pt x="48" y="57"/>
                  </a:lnTo>
                  <a:lnTo>
                    <a:pt x="43" y="64"/>
                  </a:lnTo>
                  <a:lnTo>
                    <a:pt x="43" y="64"/>
                  </a:lnTo>
                  <a:lnTo>
                    <a:pt x="39" y="72"/>
                  </a:lnTo>
                  <a:lnTo>
                    <a:pt x="37" y="79"/>
                  </a:lnTo>
                  <a:lnTo>
                    <a:pt x="37" y="88"/>
                  </a:lnTo>
                  <a:lnTo>
                    <a:pt x="39" y="96"/>
                  </a:lnTo>
                  <a:lnTo>
                    <a:pt x="39" y="96"/>
                  </a:lnTo>
                  <a:lnTo>
                    <a:pt x="43" y="102"/>
                  </a:lnTo>
                  <a:lnTo>
                    <a:pt x="48" y="108"/>
                  </a:lnTo>
                  <a:lnTo>
                    <a:pt x="55" y="113"/>
                  </a:lnTo>
                  <a:lnTo>
                    <a:pt x="62" y="118"/>
                  </a:lnTo>
                  <a:lnTo>
                    <a:pt x="70" y="122"/>
                  </a:lnTo>
                  <a:lnTo>
                    <a:pt x="77" y="125"/>
                  </a:lnTo>
                  <a:lnTo>
                    <a:pt x="86" y="127"/>
                  </a:lnTo>
                  <a:lnTo>
                    <a:pt x="93" y="129"/>
                  </a:lnTo>
                  <a:lnTo>
                    <a:pt x="94" y="129"/>
                  </a:lnTo>
                  <a:lnTo>
                    <a:pt x="94" y="129"/>
                  </a:lnTo>
                  <a:lnTo>
                    <a:pt x="102" y="129"/>
                  </a:lnTo>
                  <a:lnTo>
                    <a:pt x="102" y="129"/>
                  </a:lnTo>
                  <a:lnTo>
                    <a:pt x="118" y="130"/>
                  </a:lnTo>
                  <a:lnTo>
                    <a:pt x="118" y="130"/>
                  </a:lnTo>
                  <a:lnTo>
                    <a:pt x="131" y="129"/>
                  </a:lnTo>
                  <a:lnTo>
                    <a:pt x="137" y="128"/>
                  </a:lnTo>
                  <a:lnTo>
                    <a:pt x="142" y="126"/>
                  </a:lnTo>
                  <a:lnTo>
                    <a:pt x="142" y="126"/>
                  </a:lnTo>
                  <a:lnTo>
                    <a:pt x="145" y="124"/>
                  </a:lnTo>
                  <a:lnTo>
                    <a:pt x="147" y="122"/>
                  </a:lnTo>
                  <a:lnTo>
                    <a:pt x="149" y="119"/>
                  </a:lnTo>
                  <a:lnTo>
                    <a:pt x="149" y="116"/>
                  </a:lnTo>
                  <a:lnTo>
                    <a:pt x="149" y="106"/>
                  </a:lnTo>
                  <a:lnTo>
                    <a:pt x="147" y="97"/>
                  </a:lnTo>
                  <a:lnTo>
                    <a:pt x="147" y="95"/>
                  </a:lnTo>
                  <a:lnTo>
                    <a:pt x="147" y="95"/>
                  </a:lnTo>
                  <a:lnTo>
                    <a:pt x="145" y="86"/>
                  </a:lnTo>
                  <a:lnTo>
                    <a:pt x="142" y="77"/>
                  </a:lnTo>
                  <a:lnTo>
                    <a:pt x="137" y="71"/>
                  </a:lnTo>
                  <a:lnTo>
                    <a:pt x="132" y="65"/>
                  </a:lnTo>
                  <a:lnTo>
                    <a:pt x="129" y="62"/>
                  </a:lnTo>
                  <a:lnTo>
                    <a:pt x="129" y="62"/>
                  </a:lnTo>
                  <a:lnTo>
                    <a:pt x="118" y="52"/>
                  </a:lnTo>
                  <a:lnTo>
                    <a:pt x="112" y="47"/>
                  </a:lnTo>
                  <a:lnTo>
                    <a:pt x="107" y="44"/>
                  </a:lnTo>
                  <a:lnTo>
                    <a:pt x="101" y="41"/>
                  </a:lnTo>
                  <a:lnTo>
                    <a:pt x="96" y="39"/>
                  </a:lnTo>
                  <a:lnTo>
                    <a:pt x="90" y="38"/>
                  </a:lnTo>
                  <a:lnTo>
                    <a:pt x="84" y="38"/>
                  </a:lnTo>
                  <a:lnTo>
                    <a:pt x="84" y="3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31" name="Freeform 482"/>
            <p:cNvSpPr/>
            <p:nvPr/>
          </p:nvSpPr>
          <p:spPr bwMode="auto">
            <a:xfrm>
              <a:off x="6526213" y="3246438"/>
              <a:ext cx="79375" cy="63500"/>
            </a:xfrm>
            <a:custGeom>
              <a:avLst/>
              <a:gdLst/>
              <a:ahLst/>
              <a:cxnLst>
                <a:cxn ang="0">
                  <a:pos x="13" y="121"/>
                </a:cxn>
                <a:cxn ang="0">
                  <a:pos x="4" y="115"/>
                </a:cxn>
                <a:cxn ang="0">
                  <a:pos x="1" y="110"/>
                </a:cxn>
                <a:cxn ang="0">
                  <a:pos x="0" y="103"/>
                </a:cxn>
                <a:cxn ang="0">
                  <a:pos x="2" y="42"/>
                </a:cxn>
                <a:cxn ang="0">
                  <a:pos x="3" y="14"/>
                </a:cxn>
                <a:cxn ang="0">
                  <a:pos x="8" y="5"/>
                </a:cxn>
                <a:cxn ang="0">
                  <a:pos x="20" y="1"/>
                </a:cxn>
                <a:cxn ang="0">
                  <a:pos x="27" y="1"/>
                </a:cxn>
                <a:cxn ang="0">
                  <a:pos x="35" y="3"/>
                </a:cxn>
                <a:cxn ang="0">
                  <a:pos x="40" y="9"/>
                </a:cxn>
                <a:cxn ang="0">
                  <a:pos x="44" y="17"/>
                </a:cxn>
                <a:cxn ang="0">
                  <a:pos x="57" y="29"/>
                </a:cxn>
                <a:cxn ang="0">
                  <a:pos x="66" y="23"/>
                </a:cxn>
                <a:cxn ang="0">
                  <a:pos x="61" y="29"/>
                </a:cxn>
                <a:cxn ang="0">
                  <a:pos x="69" y="34"/>
                </a:cxn>
                <a:cxn ang="0">
                  <a:pos x="95" y="51"/>
                </a:cxn>
                <a:cxn ang="0">
                  <a:pos x="105" y="48"/>
                </a:cxn>
                <a:cxn ang="0">
                  <a:pos x="103" y="28"/>
                </a:cxn>
                <a:cxn ang="0">
                  <a:pos x="101" y="17"/>
                </a:cxn>
                <a:cxn ang="0">
                  <a:pos x="104" y="9"/>
                </a:cxn>
                <a:cxn ang="0">
                  <a:pos x="115" y="0"/>
                </a:cxn>
                <a:cxn ang="0">
                  <a:pos x="125" y="0"/>
                </a:cxn>
                <a:cxn ang="0">
                  <a:pos x="134" y="8"/>
                </a:cxn>
                <a:cxn ang="0">
                  <a:pos x="139" y="28"/>
                </a:cxn>
                <a:cxn ang="0">
                  <a:pos x="140" y="48"/>
                </a:cxn>
                <a:cxn ang="0">
                  <a:pos x="141" y="49"/>
                </a:cxn>
                <a:cxn ang="0">
                  <a:pos x="145" y="48"/>
                </a:cxn>
                <a:cxn ang="0">
                  <a:pos x="139" y="54"/>
                </a:cxn>
                <a:cxn ang="0">
                  <a:pos x="141" y="60"/>
                </a:cxn>
                <a:cxn ang="0">
                  <a:pos x="143" y="71"/>
                </a:cxn>
                <a:cxn ang="0">
                  <a:pos x="139" y="99"/>
                </a:cxn>
                <a:cxn ang="0">
                  <a:pos x="134" y="107"/>
                </a:cxn>
                <a:cxn ang="0">
                  <a:pos x="124" y="114"/>
                </a:cxn>
                <a:cxn ang="0">
                  <a:pos x="120" y="114"/>
                </a:cxn>
                <a:cxn ang="0">
                  <a:pos x="108" y="111"/>
                </a:cxn>
                <a:cxn ang="0">
                  <a:pos x="98" y="102"/>
                </a:cxn>
                <a:cxn ang="0">
                  <a:pos x="86" y="91"/>
                </a:cxn>
                <a:cxn ang="0">
                  <a:pos x="63" y="73"/>
                </a:cxn>
                <a:cxn ang="0">
                  <a:pos x="50" y="65"/>
                </a:cxn>
                <a:cxn ang="0">
                  <a:pos x="37" y="67"/>
                </a:cxn>
                <a:cxn ang="0">
                  <a:pos x="35" y="103"/>
                </a:cxn>
                <a:cxn ang="0">
                  <a:pos x="32" y="114"/>
                </a:cxn>
                <a:cxn ang="0">
                  <a:pos x="23" y="119"/>
                </a:cxn>
              </a:cxnLst>
              <a:rect l="0" t="0" r="r" b="b"/>
              <a:pathLst>
                <a:path w="149" h="121">
                  <a:moveTo>
                    <a:pt x="17" y="121"/>
                  </a:moveTo>
                  <a:lnTo>
                    <a:pt x="17" y="121"/>
                  </a:lnTo>
                  <a:lnTo>
                    <a:pt x="13" y="121"/>
                  </a:lnTo>
                  <a:lnTo>
                    <a:pt x="9" y="119"/>
                  </a:lnTo>
                  <a:lnTo>
                    <a:pt x="6" y="117"/>
                  </a:lnTo>
                  <a:lnTo>
                    <a:pt x="4" y="115"/>
                  </a:lnTo>
                  <a:lnTo>
                    <a:pt x="4" y="115"/>
                  </a:lnTo>
                  <a:lnTo>
                    <a:pt x="2" y="113"/>
                  </a:lnTo>
                  <a:lnTo>
                    <a:pt x="1" y="110"/>
                  </a:lnTo>
                  <a:lnTo>
                    <a:pt x="0" y="107"/>
                  </a:lnTo>
                  <a:lnTo>
                    <a:pt x="0" y="103"/>
                  </a:lnTo>
                  <a:lnTo>
                    <a:pt x="0" y="103"/>
                  </a:lnTo>
                  <a:lnTo>
                    <a:pt x="1" y="65"/>
                  </a:lnTo>
                  <a:lnTo>
                    <a:pt x="1" y="65"/>
                  </a:lnTo>
                  <a:lnTo>
                    <a:pt x="2" y="42"/>
                  </a:lnTo>
                  <a:lnTo>
                    <a:pt x="3" y="18"/>
                  </a:lnTo>
                  <a:lnTo>
                    <a:pt x="3" y="18"/>
                  </a:lnTo>
                  <a:lnTo>
                    <a:pt x="3" y="14"/>
                  </a:lnTo>
                  <a:lnTo>
                    <a:pt x="4" y="10"/>
                  </a:lnTo>
                  <a:lnTo>
                    <a:pt x="6" y="7"/>
                  </a:lnTo>
                  <a:lnTo>
                    <a:pt x="8" y="5"/>
                  </a:lnTo>
                  <a:lnTo>
                    <a:pt x="11" y="3"/>
                  </a:lnTo>
                  <a:lnTo>
                    <a:pt x="14" y="2"/>
                  </a:lnTo>
                  <a:lnTo>
                    <a:pt x="20" y="1"/>
                  </a:lnTo>
                  <a:lnTo>
                    <a:pt x="22" y="1"/>
                  </a:lnTo>
                  <a:lnTo>
                    <a:pt x="22" y="1"/>
                  </a:lnTo>
                  <a:lnTo>
                    <a:pt x="27" y="1"/>
                  </a:lnTo>
                  <a:lnTo>
                    <a:pt x="27" y="1"/>
                  </a:lnTo>
                  <a:lnTo>
                    <a:pt x="30" y="1"/>
                  </a:lnTo>
                  <a:lnTo>
                    <a:pt x="35" y="3"/>
                  </a:lnTo>
                  <a:lnTo>
                    <a:pt x="37" y="4"/>
                  </a:lnTo>
                  <a:lnTo>
                    <a:pt x="38" y="6"/>
                  </a:lnTo>
                  <a:lnTo>
                    <a:pt x="40" y="9"/>
                  </a:lnTo>
                  <a:lnTo>
                    <a:pt x="41" y="13"/>
                  </a:lnTo>
                  <a:lnTo>
                    <a:pt x="42" y="17"/>
                  </a:lnTo>
                  <a:lnTo>
                    <a:pt x="44" y="17"/>
                  </a:lnTo>
                  <a:lnTo>
                    <a:pt x="44" y="17"/>
                  </a:lnTo>
                  <a:lnTo>
                    <a:pt x="51" y="23"/>
                  </a:lnTo>
                  <a:lnTo>
                    <a:pt x="57" y="29"/>
                  </a:lnTo>
                  <a:lnTo>
                    <a:pt x="66" y="22"/>
                  </a:lnTo>
                  <a:lnTo>
                    <a:pt x="66" y="22"/>
                  </a:lnTo>
                  <a:lnTo>
                    <a:pt x="66" y="23"/>
                  </a:lnTo>
                  <a:lnTo>
                    <a:pt x="65" y="27"/>
                  </a:lnTo>
                  <a:lnTo>
                    <a:pt x="61" y="29"/>
                  </a:lnTo>
                  <a:lnTo>
                    <a:pt x="61" y="29"/>
                  </a:lnTo>
                  <a:lnTo>
                    <a:pt x="68" y="33"/>
                  </a:lnTo>
                  <a:lnTo>
                    <a:pt x="69" y="34"/>
                  </a:lnTo>
                  <a:lnTo>
                    <a:pt x="69" y="34"/>
                  </a:lnTo>
                  <a:lnTo>
                    <a:pt x="80" y="40"/>
                  </a:lnTo>
                  <a:lnTo>
                    <a:pt x="80" y="40"/>
                  </a:lnTo>
                  <a:lnTo>
                    <a:pt x="95" y="51"/>
                  </a:lnTo>
                  <a:lnTo>
                    <a:pt x="103" y="59"/>
                  </a:lnTo>
                  <a:lnTo>
                    <a:pt x="105" y="48"/>
                  </a:lnTo>
                  <a:lnTo>
                    <a:pt x="105" y="48"/>
                  </a:lnTo>
                  <a:lnTo>
                    <a:pt x="105" y="38"/>
                  </a:lnTo>
                  <a:lnTo>
                    <a:pt x="105" y="32"/>
                  </a:lnTo>
                  <a:lnTo>
                    <a:pt x="103" y="28"/>
                  </a:lnTo>
                  <a:lnTo>
                    <a:pt x="103" y="28"/>
                  </a:lnTo>
                  <a:lnTo>
                    <a:pt x="101" y="21"/>
                  </a:lnTo>
                  <a:lnTo>
                    <a:pt x="101" y="17"/>
                  </a:lnTo>
                  <a:lnTo>
                    <a:pt x="102" y="13"/>
                  </a:lnTo>
                  <a:lnTo>
                    <a:pt x="104" y="9"/>
                  </a:lnTo>
                  <a:lnTo>
                    <a:pt x="104" y="9"/>
                  </a:lnTo>
                  <a:lnTo>
                    <a:pt x="107" y="6"/>
                  </a:lnTo>
                  <a:lnTo>
                    <a:pt x="111" y="2"/>
                  </a:lnTo>
                  <a:lnTo>
                    <a:pt x="115" y="0"/>
                  </a:lnTo>
                  <a:lnTo>
                    <a:pt x="121" y="0"/>
                  </a:lnTo>
                  <a:lnTo>
                    <a:pt x="121" y="0"/>
                  </a:lnTo>
                  <a:lnTo>
                    <a:pt x="125" y="0"/>
                  </a:lnTo>
                  <a:lnTo>
                    <a:pt x="129" y="2"/>
                  </a:lnTo>
                  <a:lnTo>
                    <a:pt x="131" y="5"/>
                  </a:lnTo>
                  <a:lnTo>
                    <a:pt x="134" y="8"/>
                  </a:lnTo>
                  <a:lnTo>
                    <a:pt x="134" y="8"/>
                  </a:lnTo>
                  <a:lnTo>
                    <a:pt x="137" y="18"/>
                  </a:lnTo>
                  <a:lnTo>
                    <a:pt x="139" y="28"/>
                  </a:lnTo>
                  <a:lnTo>
                    <a:pt x="140" y="38"/>
                  </a:lnTo>
                  <a:lnTo>
                    <a:pt x="140" y="48"/>
                  </a:lnTo>
                  <a:lnTo>
                    <a:pt x="140" y="48"/>
                  </a:lnTo>
                  <a:lnTo>
                    <a:pt x="140" y="52"/>
                  </a:lnTo>
                  <a:lnTo>
                    <a:pt x="140" y="52"/>
                  </a:lnTo>
                  <a:lnTo>
                    <a:pt x="141" y="49"/>
                  </a:lnTo>
                  <a:lnTo>
                    <a:pt x="143" y="48"/>
                  </a:lnTo>
                  <a:lnTo>
                    <a:pt x="145" y="48"/>
                  </a:lnTo>
                  <a:lnTo>
                    <a:pt x="145" y="48"/>
                  </a:lnTo>
                  <a:lnTo>
                    <a:pt x="148" y="49"/>
                  </a:lnTo>
                  <a:lnTo>
                    <a:pt x="149" y="50"/>
                  </a:lnTo>
                  <a:lnTo>
                    <a:pt x="139" y="54"/>
                  </a:lnTo>
                  <a:lnTo>
                    <a:pt x="139" y="55"/>
                  </a:lnTo>
                  <a:lnTo>
                    <a:pt x="139" y="55"/>
                  </a:lnTo>
                  <a:lnTo>
                    <a:pt x="141" y="60"/>
                  </a:lnTo>
                  <a:lnTo>
                    <a:pt x="141" y="60"/>
                  </a:lnTo>
                  <a:lnTo>
                    <a:pt x="143" y="71"/>
                  </a:lnTo>
                  <a:lnTo>
                    <a:pt x="143" y="71"/>
                  </a:lnTo>
                  <a:lnTo>
                    <a:pt x="144" y="79"/>
                  </a:lnTo>
                  <a:lnTo>
                    <a:pt x="142" y="90"/>
                  </a:lnTo>
                  <a:lnTo>
                    <a:pt x="139" y="99"/>
                  </a:lnTo>
                  <a:lnTo>
                    <a:pt x="137" y="104"/>
                  </a:lnTo>
                  <a:lnTo>
                    <a:pt x="134" y="107"/>
                  </a:lnTo>
                  <a:lnTo>
                    <a:pt x="134" y="107"/>
                  </a:lnTo>
                  <a:lnTo>
                    <a:pt x="131" y="110"/>
                  </a:lnTo>
                  <a:lnTo>
                    <a:pt x="127" y="113"/>
                  </a:lnTo>
                  <a:lnTo>
                    <a:pt x="124" y="114"/>
                  </a:lnTo>
                  <a:lnTo>
                    <a:pt x="120" y="114"/>
                  </a:lnTo>
                  <a:lnTo>
                    <a:pt x="120" y="114"/>
                  </a:lnTo>
                  <a:lnTo>
                    <a:pt x="120" y="114"/>
                  </a:lnTo>
                  <a:lnTo>
                    <a:pt x="112" y="113"/>
                  </a:lnTo>
                  <a:lnTo>
                    <a:pt x="112" y="113"/>
                  </a:lnTo>
                  <a:lnTo>
                    <a:pt x="108" y="111"/>
                  </a:lnTo>
                  <a:lnTo>
                    <a:pt x="104" y="109"/>
                  </a:lnTo>
                  <a:lnTo>
                    <a:pt x="98" y="102"/>
                  </a:lnTo>
                  <a:lnTo>
                    <a:pt x="98" y="102"/>
                  </a:lnTo>
                  <a:lnTo>
                    <a:pt x="93" y="96"/>
                  </a:lnTo>
                  <a:lnTo>
                    <a:pt x="86" y="91"/>
                  </a:lnTo>
                  <a:lnTo>
                    <a:pt x="86" y="91"/>
                  </a:lnTo>
                  <a:lnTo>
                    <a:pt x="75" y="81"/>
                  </a:lnTo>
                  <a:lnTo>
                    <a:pt x="75" y="81"/>
                  </a:lnTo>
                  <a:lnTo>
                    <a:pt x="63" y="73"/>
                  </a:lnTo>
                  <a:lnTo>
                    <a:pt x="57" y="69"/>
                  </a:lnTo>
                  <a:lnTo>
                    <a:pt x="50" y="65"/>
                  </a:lnTo>
                  <a:lnTo>
                    <a:pt x="50" y="65"/>
                  </a:lnTo>
                  <a:lnTo>
                    <a:pt x="45" y="62"/>
                  </a:lnTo>
                  <a:lnTo>
                    <a:pt x="37" y="57"/>
                  </a:lnTo>
                  <a:lnTo>
                    <a:pt x="37" y="67"/>
                  </a:lnTo>
                  <a:lnTo>
                    <a:pt x="37" y="67"/>
                  </a:lnTo>
                  <a:lnTo>
                    <a:pt x="35" y="103"/>
                  </a:lnTo>
                  <a:lnTo>
                    <a:pt x="35" y="103"/>
                  </a:lnTo>
                  <a:lnTo>
                    <a:pt x="35" y="107"/>
                  </a:lnTo>
                  <a:lnTo>
                    <a:pt x="34" y="111"/>
                  </a:lnTo>
                  <a:lnTo>
                    <a:pt x="32" y="114"/>
                  </a:lnTo>
                  <a:lnTo>
                    <a:pt x="30" y="116"/>
                  </a:lnTo>
                  <a:lnTo>
                    <a:pt x="27" y="118"/>
                  </a:lnTo>
                  <a:lnTo>
                    <a:pt x="23" y="119"/>
                  </a:lnTo>
                  <a:lnTo>
                    <a:pt x="17" y="121"/>
                  </a:lnTo>
                  <a:lnTo>
                    <a:pt x="17" y="12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32" name="Freeform 483"/>
            <p:cNvSpPr/>
            <p:nvPr/>
          </p:nvSpPr>
          <p:spPr bwMode="auto">
            <a:xfrm>
              <a:off x="6692901" y="3432175"/>
              <a:ext cx="100013" cy="71438"/>
            </a:xfrm>
            <a:custGeom>
              <a:avLst/>
              <a:gdLst/>
              <a:ahLst/>
              <a:cxnLst>
                <a:cxn ang="0">
                  <a:pos x="162" y="135"/>
                </a:cxn>
                <a:cxn ang="0">
                  <a:pos x="155" y="130"/>
                </a:cxn>
                <a:cxn ang="0">
                  <a:pos x="150" y="119"/>
                </a:cxn>
                <a:cxn ang="0">
                  <a:pos x="152" y="60"/>
                </a:cxn>
                <a:cxn ang="0">
                  <a:pos x="143" y="45"/>
                </a:cxn>
                <a:cxn ang="0">
                  <a:pos x="136" y="45"/>
                </a:cxn>
                <a:cxn ang="0">
                  <a:pos x="114" y="42"/>
                </a:cxn>
                <a:cxn ang="0">
                  <a:pos x="108" y="48"/>
                </a:cxn>
                <a:cxn ang="0">
                  <a:pos x="110" y="70"/>
                </a:cxn>
                <a:cxn ang="0">
                  <a:pos x="111" y="81"/>
                </a:cxn>
                <a:cxn ang="0">
                  <a:pos x="110" y="102"/>
                </a:cxn>
                <a:cxn ang="0">
                  <a:pos x="111" y="106"/>
                </a:cxn>
                <a:cxn ang="0">
                  <a:pos x="114" y="118"/>
                </a:cxn>
                <a:cxn ang="0">
                  <a:pos x="110" y="126"/>
                </a:cxn>
                <a:cxn ang="0">
                  <a:pos x="95" y="133"/>
                </a:cxn>
                <a:cxn ang="0">
                  <a:pos x="83" y="128"/>
                </a:cxn>
                <a:cxn ang="0">
                  <a:pos x="77" y="120"/>
                </a:cxn>
                <a:cxn ang="0">
                  <a:pos x="74" y="99"/>
                </a:cxn>
                <a:cxn ang="0">
                  <a:pos x="74" y="76"/>
                </a:cxn>
                <a:cxn ang="0">
                  <a:pos x="72" y="45"/>
                </a:cxn>
                <a:cxn ang="0">
                  <a:pos x="67" y="40"/>
                </a:cxn>
                <a:cxn ang="0">
                  <a:pos x="42" y="44"/>
                </a:cxn>
                <a:cxn ang="0">
                  <a:pos x="41" y="67"/>
                </a:cxn>
                <a:cxn ang="0">
                  <a:pos x="39" y="82"/>
                </a:cxn>
                <a:cxn ang="0">
                  <a:pos x="35" y="116"/>
                </a:cxn>
                <a:cxn ang="0">
                  <a:pos x="32" y="126"/>
                </a:cxn>
                <a:cxn ang="0">
                  <a:pos x="23" y="132"/>
                </a:cxn>
                <a:cxn ang="0">
                  <a:pos x="12" y="132"/>
                </a:cxn>
                <a:cxn ang="0">
                  <a:pos x="3" y="128"/>
                </a:cxn>
                <a:cxn ang="0">
                  <a:pos x="0" y="123"/>
                </a:cxn>
                <a:cxn ang="0">
                  <a:pos x="1" y="102"/>
                </a:cxn>
                <a:cxn ang="0">
                  <a:pos x="5" y="68"/>
                </a:cxn>
                <a:cxn ang="0">
                  <a:pos x="6" y="29"/>
                </a:cxn>
                <a:cxn ang="0">
                  <a:pos x="6" y="13"/>
                </a:cxn>
                <a:cxn ang="0">
                  <a:pos x="11" y="5"/>
                </a:cxn>
                <a:cxn ang="0">
                  <a:pos x="23" y="1"/>
                </a:cxn>
                <a:cxn ang="0">
                  <a:pos x="27" y="1"/>
                </a:cxn>
                <a:cxn ang="0">
                  <a:pos x="35" y="0"/>
                </a:cxn>
                <a:cxn ang="0">
                  <a:pos x="60" y="4"/>
                </a:cxn>
                <a:cxn ang="0">
                  <a:pos x="100" y="5"/>
                </a:cxn>
                <a:cxn ang="0">
                  <a:pos x="132" y="7"/>
                </a:cxn>
                <a:cxn ang="0">
                  <a:pos x="160" y="10"/>
                </a:cxn>
                <a:cxn ang="0">
                  <a:pos x="172" y="15"/>
                </a:cxn>
                <a:cxn ang="0">
                  <a:pos x="182" y="26"/>
                </a:cxn>
                <a:cxn ang="0">
                  <a:pos x="190" y="60"/>
                </a:cxn>
                <a:cxn ang="0">
                  <a:pos x="188" y="97"/>
                </a:cxn>
                <a:cxn ang="0">
                  <a:pos x="187" y="123"/>
                </a:cxn>
                <a:cxn ang="0">
                  <a:pos x="181" y="132"/>
                </a:cxn>
                <a:cxn ang="0">
                  <a:pos x="169" y="136"/>
                </a:cxn>
              </a:cxnLst>
              <a:rect l="0" t="0" r="r" b="b"/>
              <a:pathLst>
                <a:path w="190" h="136">
                  <a:moveTo>
                    <a:pt x="169" y="136"/>
                  </a:moveTo>
                  <a:lnTo>
                    <a:pt x="169" y="136"/>
                  </a:lnTo>
                  <a:lnTo>
                    <a:pt x="162" y="135"/>
                  </a:lnTo>
                  <a:lnTo>
                    <a:pt x="159" y="134"/>
                  </a:lnTo>
                  <a:lnTo>
                    <a:pt x="157" y="132"/>
                  </a:lnTo>
                  <a:lnTo>
                    <a:pt x="155" y="130"/>
                  </a:lnTo>
                  <a:lnTo>
                    <a:pt x="153" y="127"/>
                  </a:lnTo>
                  <a:lnTo>
                    <a:pt x="152" y="123"/>
                  </a:lnTo>
                  <a:lnTo>
                    <a:pt x="150" y="119"/>
                  </a:lnTo>
                  <a:lnTo>
                    <a:pt x="150" y="119"/>
                  </a:lnTo>
                  <a:lnTo>
                    <a:pt x="152" y="60"/>
                  </a:lnTo>
                  <a:lnTo>
                    <a:pt x="152" y="60"/>
                  </a:lnTo>
                  <a:lnTo>
                    <a:pt x="152" y="50"/>
                  </a:lnTo>
                  <a:lnTo>
                    <a:pt x="152" y="44"/>
                  </a:lnTo>
                  <a:lnTo>
                    <a:pt x="143" y="45"/>
                  </a:lnTo>
                  <a:lnTo>
                    <a:pt x="143" y="45"/>
                  </a:lnTo>
                  <a:lnTo>
                    <a:pt x="136" y="45"/>
                  </a:lnTo>
                  <a:lnTo>
                    <a:pt x="136" y="45"/>
                  </a:lnTo>
                  <a:lnTo>
                    <a:pt x="129" y="44"/>
                  </a:lnTo>
                  <a:lnTo>
                    <a:pt x="129" y="44"/>
                  </a:lnTo>
                  <a:lnTo>
                    <a:pt x="114" y="42"/>
                  </a:lnTo>
                  <a:lnTo>
                    <a:pt x="108" y="41"/>
                  </a:lnTo>
                  <a:lnTo>
                    <a:pt x="108" y="48"/>
                  </a:lnTo>
                  <a:lnTo>
                    <a:pt x="108" y="48"/>
                  </a:lnTo>
                  <a:lnTo>
                    <a:pt x="109" y="59"/>
                  </a:lnTo>
                  <a:lnTo>
                    <a:pt x="109" y="59"/>
                  </a:lnTo>
                  <a:lnTo>
                    <a:pt x="110" y="70"/>
                  </a:lnTo>
                  <a:lnTo>
                    <a:pt x="111" y="80"/>
                  </a:lnTo>
                  <a:lnTo>
                    <a:pt x="111" y="81"/>
                  </a:lnTo>
                  <a:lnTo>
                    <a:pt x="111" y="81"/>
                  </a:lnTo>
                  <a:lnTo>
                    <a:pt x="110" y="96"/>
                  </a:lnTo>
                  <a:lnTo>
                    <a:pt x="110" y="96"/>
                  </a:lnTo>
                  <a:lnTo>
                    <a:pt x="110" y="102"/>
                  </a:lnTo>
                  <a:lnTo>
                    <a:pt x="110" y="104"/>
                  </a:lnTo>
                  <a:lnTo>
                    <a:pt x="111" y="106"/>
                  </a:lnTo>
                  <a:lnTo>
                    <a:pt x="111" y="106"/>
                  </a:lnTo>
                  <a:lnTo>
                    <a:pt x="114" y="110"/>
                  </a:lnTo>
                  <a:lnTo>
                    <a:pt x="115" y="115"/>
                  </a:lnTo>
                  <a:lnTo>
                    <a:pt x="114" y="118"/>
                  </a:lnTo>
                  <a:lnTo>
                    <a:pt x="113" y="121"/>
                  </a:lnTo>
                  <a:lnTo>
                    <a:pt x="113" y="121"/>
                  </a:lnTo>
                  <a:lnTo>
                    <a:pt x="110" y="126"/>
                  </a:lnTo>
                  <a:lnTo>
                    <a:pt x="106" y="129"/>
                  </a:lnTo>
                  <a:lnTo>
                    <a:pt x="101" y="132"/>
                  </a:lnTo>
                  <a:lnTo>
                    <a:pt x="95" y="133"/>
                  </a:lnTo>
                  <a:lnTo>
                    <a:pt x="95" y="133"/>
                  </a:lnTo>
                  <a:lnTo>
                    <a:pt x="88" y="132"/>
                  </a:lnTo>
                  <a:lnTo>
                    <a:pt x="83" y="128"/>
                  </a:lnTo>
                  <a:lnTo>
                    <a:pt x="83" y="128"/>
                  </a:lnTo>
                  <a:lnTo>
                    <a:pt x="80" y="125"/>
                  </a:lnTo>
                  <a:lnTo>
                    <a:pt x="77" y="120"/>
                  </a:lnTo>
                  <a:lnTo>
                    <a:pt x="76" y="116"/>
                  </a:lnTo>
                  <a:lnTo>
                    <a:pt x="75" y="110"/>
                  </a:lnTo>
                  <a:lnTo>
                    <a:pt x="74" y="99"/>
                  </a:lnTo>
                  <a:lnTo>
                    <a:pt x="74" y="90"/>
                  </a:lnTo>
                  <a:lnTo>
                    <a:pt x="74" y="90"/>
                  </a:lnTo>
                  <a:lnTo>
                    <a:pt x="74" y="76"/>
                  </a:lnTo>
                  <a:lnTo>
                    <a:pt x="73" y="63"/>
                  </a:lnTo>
                  <a:lnTo>
                    <a:pt x="73" y="63"/>
                  </a:lnTo>
                  <a:lnTo>
                    <a:pt x="72" y="45"/>
                  </a:lnTo>
                  <a:lnTo>
                    <a:pt x="72" y="40"/>
                  </a:lnTo>
                  <a:lnTo>
                    <a:pt x="67" y="40"/>
                  </a:lnTo>
                  <a:lnTo>
                    <a:pt x="67" y="40"/>
                  </a:lnTo>
                  <a:lnTo>
                    <a:pt x="48" y="39"/>
                  </a:lnTo>
                  <a:lnTo>
                    <a:pt x="42" y="38"/>
                  </a:lnTo>
                  <a:lnTo>
                    <a:pt x="42" y="44"/>
                  </a:lnTo>
                  <a:lnTo>
                    <a:pt x="42" y="44"/>
                  </a:lnTo>
                  <a:lnTo>
                    <a:pt x="42" y="55"/>
                  </a:lnTo>
                  <a:lnTo>
                    <a:pt x="41" y="67"/>
                  </a:lnTo>
                  <a:lnTo>
                    <a:pt x="41" y="67"/>
                  </a:lnTo>
                  <a:lnTo>
                    <a:pt x="39" y="82"/>
                  </a:lnTo>
                  <a:lnTo>
                    <a:pt x="39" y="82"/>
                  </a:lnTo>
                  <a:lnTo>
                    <a:pt x="37" y="99"/>
                  </a:lnTo>
                  <a:lnTo>
                    <a:pt x="35" y="116"/>
                  </a:lnTo>
                  <a:lnTo>
                    <a:pt x="35" y="116"/>
                  </a:lnTo>
                  <a:lnTo>
                    <a:pt x="35" y="120"/>
                  </a:lnTo>
                  <a:lnTo>
                    <a:pt x="34" y="123"/>
                  </a:lnTo>
                  <a:lnTo>
                    <a:pt x="32" y="126"/>
                  </a:lnTo>
                  <a:lnTo>
                    <a:pt x="29" y="129"/>
                  </a:lnTo>
                  <a:lnTo>
                    <a:pt x="27" y="131"/>
                  </a:lnTo>
                  <a:lnTo>
                    <a:pt x="23" y="132"/>
                  </a:lnTo>
                  <a:lnTo>
                    <a:pt x="16" y="133"/>
                  </a:lnTo>
                  <a:lnTo>
                    <a:pt x="16" y="133"/>
                  </a:lnTo>
                  <a:lnTo>
                    <a:pt x="12" y="132"/>
                  </a:lnTo>
                  <a:lnTo>
                    <a:pt x="9" y="132"/>
                  </a:lnTo>
                  <a:lnTo>
                    <a:pt x="6" y="130"/>
                  </a:lnTo>
                  <a:lnTo>
                    <a:pt x="3" y="128"/>
                  </a:lnTo>
                  <a:lnTo>
                    <a:pt x="3" y="128"/>
                  </a:lnTo>
                  <a:lnTo>
                    <a:pt x="2" y="126"/>
                  </a:lnTo>
                  <a:lnTo>
                    <a:pt x="0" y="123"/>
                  </a:lnTo>
                  <a:lnTo>
                    <a:pt x="0" y="116"/>
                  </a:lnTo>
                  <a:lnTo>
                    <a:pt x="0" y="116"/>
                  </a:lnTo>
                  <a:lnTo>
                    <a:pt x="1" y="102"/>
                  </a:lnTo>
                  <a:lnTo>
                    <a:pt x="2" y="89"/>
                  </a:lnTo>
                  <a:lnTo>
                    <a:pt x="2" y="89"/>
                  </a:lnTo>
                  <a:lnTo>
                    <a:pt x="5" y="68"/>
                  </a:lnTo>
                  <a:lnTo>
                    <a:pt x="5" y="68"/>
                  </a:lnTo>
                  <a:lnTo>
                    <a:pt x="6" y="48"/>
                  </a:lnTo>
                  <a:lnTo>
                    <a:pt x="6" y="29"/>
                  </a:lnTo>
                  <a:lnTo>
                    <a:pt x="6" y="17"/>
                  </a:lnTo>
                  <a:lnTo>
                    <a:pt x="6" y="17"/>
                  </a:lnTo>
                  <a:lnTo>
                    <a:pt x="6" y="13"/>
                  </a:lnTo>
                  <a:lnTo>
                    <a:pt x="7" y="10"/>
                  </a:lnTo>
                  <a:lnTo>
                    <a:pt x="9" y="7"/>
                  </a:lnTo>
                  <a:lnTo>
                    <a:pt x="11" y="5"/>
                  </a:lnTo>
                  <a:lnTo>
                    <a:pt x="14" y="3"/>
                  </a:lnTo>
                  <a:lnTo>
                    <a:pt x="17" y="2"/>
                  </a:lnTo>
                  <a:lnTo>
                    <a:pt x="23" y="1"/>
                  </a:lnTo>
                  <a:lnTo>
                    <a:pt x="24" y="1"/>
                  </a:lnTo>
                  <a:lnTo>
                    <a:pt x="27" y="1"/>
                  </a:lnTo>
                  <a:lnTo>
                    <a:pt x="27" y="1"/>
                  </a:lnTo>
                  <a:lnTo>
                    <a:pt x="31" y="0"/>
                  </a:lnTo>
                  <a:lnTo>
                    <a:pt x="31" y="0"/>
                  </a:lnTo>
                  <a:lnTo>
                    <a:pt x="35" y="0"/>
                  </a:lnTo>
                  <a:lnTo>
                    <a:pt x="35" y="0"/>
                  </a:lnTo>
                  <a:lnTo>
                    <a:pt x="47" y="3"/>
                  </a:lnTo>
                  <a:lnTo>
                    <a:pt x="60" y="4"/>
                  </a:lnTo>
                  <a:lnTo>
                    <a:pt x="85" y="5"/>
                  </a:lnTo>
                  <a:lnTo>
                    <a:pt x="85" y="5"/>
                  </a:lnTo>
                  <a:lnTo>
                    <a:pt x="100" y="5"/>
                  </a:lnTo>
                  <a:lnTo>
                    <a:pt x="114" y="6"/>
                  </a:lnTo>
                  <a:lnTo>
                    <a:pt x="114" y="6"/>
                  </a:lnTo>
                  <a:lnTo>
                    <a:pt x="132" y="7"/>
                  </a:lnTo>
                  <a:lnTo>
                    <a:pt x="132" y="7"/>
                  </a:lnTo>
                  <a:lnTo>
                    <a:pt x="150" y="8"/>
                  </a:lnTo>
                  <a:lnTo>
                    <a:pt x="160" y="10"/>
                  </a:lnTo>
                  <a:lnTo>
                    <a:pt x="168" y="12"/>
                  </a:lnTo>
                  <a:lnTo>
                    <a:pt x="168" y="12"/>
                  </a:lnTo>
                  <a:lnTo>
                    <a:pt x="172" y="15"/>
                  </a:lnTo>
                  <a:lnTo>
                    <a:pt x="176" y="18"/>
                  </a:lnTo>
                  <a:lnTo>
                    <a:pt x="179" y="22"/>
                  </a:lnTo>
                  <a:lnTo>
                    <a:pt x="182" y="26"/>
                  </a:lnTo>
                  <a:lnTo>
                    <a:pt x="186" y="36"/>
                  </a:lnTo>
                  <a:lnTo>
                    <a:pt x="189" y="47"/>
                  </a:lnTo>
                  <a:lnTo>
                    <a:pt x="190" y="60"/>
                  </a:lnTo>
                  <a:lnTo>
                    <a:pt x="190" y="72"/>
                  </a:lnTo>
                  <a:lnTo>
                    <a:pt x="188" y="97"/>
                  </a:lnTo>
                  <a:lnTo>
                    <a:pt x="188" y="97"/>
                  </a:lnTo>
                  <a:lnTo>
                    <a:pt x="187" y="119"/>
                  </a:lnTo>
                  <a:lnTo>
                    <a:pt x="187" y="119"/>
                  </a:lnTo>
                  <a:lnTo>
                    <a:pt x="187" y="123"/>
                  </a:lnTo>
                  <a:lnTo>
                    <a:pt x="186" y="127"/>
                  </a:lnTo>
                  <a:lnTo>
                    <a:pt x="184" y="130"/>
                  </a:lnTo>
                  <a:lnTo>
                    <a:pt x="181" y="132"/>
                  </a:lnTo>
                  <a:lnTo>
                    <a:pt x="178" y="134"/>
                  </a:lnTo>
                  <a:lnTo>
                    <a:pt x="175" y="135"/>
                  </a:lnTo>
                  <a:lnTo>
                    <a:pt x="169" y="136"/>
                  </a:lnTo>
                  <a:lnTo>
                    <a:pt x="169" y="1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33" name="Freeform 484"/>
            <p:cNvSpPr/>
            <p:nvPr/>
          </p:nvSpPr>
          <p:spPr bwMode="auto">
            <a:xfrm>
              <a:off x="6354763" y="3409950"/>
              <a:ext cx="55563" cy="111125"/>
            </a:xfrm>
            <a:custGeom>
              <a:avLst/>
              <a:gdLst/>
              <a:ahLst/>
              <a:cxnLst>
                <a:cxn ang="0">
                  <a:pos x="32" y="209"/>
                </a:cxn>
                <a:cxn ang="0">
                  <a:pos x="26" y="208"/>
                </a:cxn>
                <a:cxn ang="0">
                  <a:pos x="17" y="200"/>
                </a:cxn>
                <a:cxn ang="0">
                  <a:pos x="14" y="194"/>
                </a:cxn>
                <a:cxn ang="0">
                  <a:pos x="14" y="185"/>
                </a:cxn>
                <a:cxn ang="0">
                  <a:pos x="17" y="180"/>
                </a:cxn>
                <a:cxn ang="0">
                  <a:pos x="22" y="176"/>
                </a:cxn>
                <a:cxn ang="0">
                  <a:pos x="31" y="172"/>
                </a:cxn>
                <a:cxn ang="0">
                  <a:pos x="42" y="168"/>
                </a:cxn>
                <a:cxn ang="0">
                  <a:pos x="59" y="161"/>
                </a:cxn>
                <a:cxn ang="0">
                  <a:pos x="50" y="154"/>
                </a:cxn>
                <a:cxn ang="0">
                  <a:pos x="21" y="135"/>
                </a:cxn>
                <a:cxn ang="0">
                  <a:pos x="13" y="128"/>
                </a:cxn>
                <a:cxn ang="0">
                  <a:pos x="9" y="122"/>
                </a:cxn>
                <a:cxn ang="0">
                  <a:pos x="8" y="117"/>
                </a:cxn>
                <a:cxn ang="0">
                  <a:pos x="9" y="109"/>
                </a:cxn>
                <a:cxn ang="0">
                  <a:pos x="13" y="103"/>
                </a:cxn>
                <a:cxn ang="0">
                  <a:pos x="20" y="96"/>
                </a:cxn>
                <a:cxn ang="0">
                  <a:pos x="37" y="84"/>
                </a:cxn>
                <a:cxn ang="0">
                  <a:pos x="46" y="79"/>
                </a:cxn>
                <a:cxn ang="0">
                  <a:pos x="63" y="72"/>
                </a:cxn>
                <a:cxn ang="0">
                  <a:pos x="57" y="66"/>
                </a:cxn>
                <a:cxn ang="0">
                  <a:pos x="44" y="55"/>
                </a:cxn>
                <a:cxn ang="0">
                  <a:pos x="29" y="46"/>
                </a:cxn>
                <a:cxn ang="0">
                  <a:pos x="11" y="35"/>
                </a:cxn>
                <a:cxn ang="0">
                  <a:pos x="7" y="31"/>
                </a:cxn>
                <a:cxn ang="0">
                  <a:pos x="0" y="20"/>
                </a:cxn>
                <a:cxn ang="0">
                  <a:pos x="2" y="12"/>
                </a:cxn>
                <a:cxn ang="0">
                  <a:pos x="6" y="7"/>
                </a:cxn>
                <a:cxn ang="0">
                  <a:pos x="15" y="1"/>
                </a:cxn>
                <a:cxn ang="0">
                  <a:pos x="20" y="0"/>
                </a:cxn>
                <a:cxn ang="0">
                  <a:pos x="26" y="1"/>
                </a:cxn>
                <a:cxn ang="0">
                  <a:pos x="31" y="5"/>
                </a:cxn>
                <a:cxn ang="0">
                  <a:pos x="46" y="17"/>
                </a:cxn>
                <a:cxn ang="0">
                  <a:pos x="60" y="27"/>
                </a:cxn>
                <a:cxn ang="0">
                  <a:pos x="85" y="47"/>
                </a:cxn>
                <a:cxn ang="0">
                  <a:pos x="95" y="58"/>
                </a:cxn>
                <a:cxn ang="0">
                  <a:pos x="103" y="73"/>
                </a:cxn>
                <a:cxn ang="0">
                  <a:pos x="104" y="79"/>
                </a:cxn>
                <a:cxn ang="0">
                  <a:pos x="100" y="89"/>
                </a:cxn>
                <a:cxn ang="0">
                  <a:pos x="90" y="99"/>
                </a:cxn>
                <a:cxn ang="0">
                  <a:pos x="66" y="111"/>
                </a:cxn>
                <a:cxn ang="0">
                  <a:pos x="66" y="121"/>
                </a:cxn>
                <a:cxn ang="0">
                  <a:pos x="81" y="130"/>
                </a:cxn>
                <a:cxn ang="0">
                  <a:pos x="93" y="140"/>
                </a:cxn>
                <a:cxn ang="0">
                  <a:pos x="101" y="150"/>
                </a:cxn>
                <a:cxn ang="0">
                  <a:pos x="103" y="163"/>
                </a:cxn>
                <a:cxn ang="0">
                  <a:pos x="102" y="170"/>
                </a:cxn>
                <a:cxn ang="0">
                  <a:pos x="94" y="180"/>
                </a:cxn>
                <a:cxn ang="0">
                  <a:pos x="82" y="189"/>
                </a:cxn>
                <a:cxn ang="0">
                  <a:pos x="61" y="198"/>
                </a:cxn>
                <a:cxn ang="0">
                  <a:pos x="50" y="202"/>
                </a:cxn>
                <a:cxn ang="0">
                  <a:pos x="41" y="207"/>
                </a:cxn>
                <a:cxn ang="0">
                  <a:pos x="32" y="209"/>
                </a:cxn>
              </a:cxnLst>
              <a:rect l="0" t="0" r="r" b="b"/>
              <a:pathLst>
                <a:path w="104" h="209">
                  <a:moveTo>
                    <a:pt x="32" y="209"/>
                  </a:moveTo>
                  <a:lnTo>
                    <a:pt x="32" y="209"/>
                  </a:lnTo>
                  <a:lnTo>
                    <a:pt x="28" y="209"/>
                  </a:lnTo>
                  <a:lnTo>
                    <a:pt x="26" y="208"/>
                  </a:lnTo>
                  <a:lnTo>
                    <a:pt x="20" y="204"/>
                  </a:lnTo>
                  <a:lnTo>
                    <a:pt x="17" y="200"/>
                  </a:lnTo>
                  <a:lnTo>
                    <a:pt x="14" y="194"/>
                  </a:lnTo>
                  <a:lnTo>
                    <a:pt x="14" y="194"/>
                  </a:lnTo>
                  <a:lnTo>
                    <a:pt x="14" y="191"/>
                  </a:lnTo>
                  <a:lnTo>
                    <a:pt x="14" y="185"/>
                  </a:lnTo>
                  <a:lnTo>
                    <a:pt x="15" y="183"/>
                  </a:lnTo>
                  <a:lnTo>
                    <a:pt x="17" y="180"/>
                  </a:lnTo>
                  <a:lnTo>
                    <a:pt x="19" y="178"/>
                  </a:lnTo>
                  <a:lnTo>
                    <a:pt x="22" y="176"/>
                  </a:lnTo>
                  <a:lnTo>
                    <a:pt x="22" y="176"/>
                  </a:lnTo>
                  <a:lnTo>
                    <a:pt x="31" y="172"/>
                  </a:lnTo>
                  <a:lnTo>
                    <a:pt x="42" y="168"/>
                  </a:lnTo>
                  <a:lnTo>
                    <a:pt x="42" y="168"/>
                  </a:lnTo>
                  <a:lnTo>
                    <a:pt x="47" y="166"/>
                  </a:lnTo>
                  <a:lnTo>
                    <a:pt x="59" y="161"/>
                  </a:lnTo>
                  <a:lnTo>
                    <a:pt x="50" y="154"/>
                  </a:lnTo>
                  <a:lnTo>
                    <a:pt x="50" y="154"/>
                  </a:lnTo>
                  <a:lnTo>
                    <a:pt x="29" y="141"/>
                  </a:lnTo>
                  <a:lnTo>
                    <a:pt x="21" y="135"/>
                  </a:lnTo>
                  <a:lnTo>
                    <a:pt x="13" y="128"/>
                  </a:lnTo>
                  <a:lnTo>
                    <a:pt x="13" y="128"/>
                  </a:lnTo>
                  <a:lnTo>
                    <a:pt x="10" y="126"/>
                  </a:lnTo>
                  <a:lnTo>
                    <a:pt x="9" y="122"/>
                  </a:lnTo>
                  <a:lnTo>
                    <a:pt x="8" y="117"/>
                  </a:lnTo>
                  <a:lnTo>
                    <a:pt x="8" y="117"/>
                  </a:lnTo>
                  <a:lnTo>
                    <a:pt x="8" y="113"/>
                  </a:lnTo>
                  <a:lnTo>
                    <a:pt x="9" y="109"/>
                  </a:lnTo>
                  <a:lnTo>
                    <a:pt x="11" y="106"/>
                  </a:lnTo>
                  <a:lnTo>
                    <a:pt x="13" y="103"/>
                  </a:lnTo>
                  <a:lnTo>
                    <a:pt x="13" y="103"/>
                  </a:lnTo>
                  <a:lnTo>
                    <a:pt x="20" y="96"/>
                  </a:lnTo>
                  <a:lnTo>
                    <a:pt x="27" y="89"/>
                  </a:lnTo>
                  <a:lnTo>
                    <a:pt x="37" y="84"/>
                  </a:lnTo>
                  <a:lnTo>
                    <a:pt x="46" y="79"/>
                  </a:lnTo>
                  <a:lnTo>
                    <a:pt x="46" y="79"/>
                  </a:lnTo>
                  <a:lnTo>
                    <a:pt x="53" y="76"/>
                  </a:lnTo>
                  <a:lnTo>
                    <a:pt x="63" y="72"/>
                  </a:lnTo>
                  <a:lnTo>
                    <a:pt x="57" y="66"/>
                  </a:lnTo>
                  <a:lnTo>
                    <a:pt x="57" y="66"/>
                  </a:lnTo>
                  <a:lnTo>
                    <a:pt x="51" y="60"/>
                  </a:lnTo>
                  <a:lnTo>
                    <a:pt x="44" y="55"/>
                  </a:lnTo>
                  <a:lnTo>
                    <a:pt x="29" y="46"/>
                  </a:lnTo>
                  <a:lnTo>
                    <a:pt x="29" y="46"/>
                  </a:lnTo>
                  <a:lnTo>
                    <a:pt x="17" y="39"/>
                  </a:lnTo>
                  <a:lnTo>
                    <a:pt x="11" y="35"/>
                  </a:lnTo>
                  <a:lnTo>
                    <a:pt x="7" y="31"/>
                  </a:lnTo>
                  <a:lnTo>
                    <a:pt x="7" y="31"/>
                  </a:lnTo>
                  <a:lnTo>
                    <a:pt x="2" y="25"/>
                  </a:lnTo>
                  <a:lnTo>
                    <a:pt x="0" y="20"/>
                  </a:lnTo>
                  <a:lnTo>
                    <a:pt x="1" y="16"/>
                  </a:lnTo>
                  <a:lnTo>
                    <a:pt x="2" y="12"/>
                  </a:lnTo>
                  <a:lnTo>
                    <a:pt x="2" y="12"/>
                  </a:lnTo>
                  <a:lnTo>
                    <a:pt x="6" y="7"/>
                  </a:lnTo>
                  <a:lnTo>
                    <a:pt x="10" y="4"/>
                  </a:lnTo>
                  <a:lnTo>
                    <a:pt x="15" y="1"/>
                  </a:lnTo>
                  <a:lnTo>
                    <a:pt x="20" y="0"/>
                  </a:lnTo>
                  <a:lnTo>
                    <a:pt x="20" y="0"/>
                  </a:lnTo>
                  <a:lnTo>
                    <a:pt x="23" y="0"/>
                  </a:lnTo>
                  <a:lnTo>
                    <a:pt x="26" y="1"/>
                  </a:lnTo>
                  <a:lnTo>
                    <a:pt x="31" y="5"/>
                  </a:lnTo>
                  <a:lnTo>
                    <a:pt x="31" y="5"/>
                  </a:lnTo>
                  <a:lnTo>
                    <a:pt x="39" y="11"/>
                  </a:lnTo>
                  <a:lnTo>
                    <a:pt x="46" y="17"/>
                  </a:lnTo>
                  <a:lnTo>
                    <a:pt x="60" y="27"/>
                  </a:lnTo>
                  <a:lnTo>
                    <a:pt x="60" y="27"/>
                  </a:lnTo>
                  <a:lnTo>
                    <a:pt x="74" y="37"/>
                  </a:lnTo>
                  <a:lnTo>
                    <a:pt x="85" y="47"/>
                  </a:lnTo>
                  <a:lnTo>
                    <a:pt x="90" y="52"/>
                  </a:lnTo>
                  <a:lnTo>
                    <a:pt x="95" y="58"/>
                  </a:lnTo>
                  <a:lnTo>
                    <a:pt x="100" y="66"/>
                  </a:lnTo>
                  <a:lnTo>
                    <a:pt x="103" y="73"/>
                  </a:lnTo>
                  <a:lnTo>
                    <a:pt x="103" y="73"/>
                  </a:lnTo>
                  <a:lnTo>
                    <a:pt x="104" y="79"/>
                  </a:lnTo>
                  <a:lnTo>
                    <a:pt x="103" y="84"/>
                  </a:lnTo>
                  <a:lnTo>
                    <a:pt x="100" y="89"/>
                  </a:lnTo>
                  <a:lnTo>
                    <a:pt x="95" y="94"/>
                  </a:lnTo>
                  <a:lnTo>
                    <a:pt x="90" y="99"/>
                  </a:lnTo>
                  <a:lnTo>
                    <a:pt x="83" y="103"/>
                  </a:lnTo>
                  <a:lnTo>
                    <a:pt x="66" y="111"/>
                  </a:lnTo>
                  <a:lnTo>
                    <a:pt x="57" y="116"/>
                  </a:lnTo>
                  <a:lnTo>
                    <a:pt x="66" y="121"/>
                  </a:lnTo>
                  <a:lnTo>
                    <a:pt x="66" y="121"/>
                  </a:lnTo>
                  <a:lnTo>
                    <a:pt x="81" y="130"/>
                  </a:lnTo>
                  <a:lnTo>
                    <a:pt x="87" y="135"/>
                  </a:lnTo>
                  <a:lnTo>
                    <a:pt x="93" y="140"/>
                  </a:lnTo>
                  <a:lnTo>
                    <a:pt x="97" y="145"/>
                  </a:lnTo>
                  <a:lnTo>
                    <a:pt x="101" y="150"/>
                  </a:lnTo>
                  <a:lnTo>
                    <a:pt x="103" y="157"/>
                  </a:lnTo>
                  <a:lnTo>
                    <a:pt x="103" y="163"/>
                  </a:lnTo>
                  <a:lnTo>
                    <a:pt x="103" y="163"/>
                  </a:lnTo>
                  <a:lnTo>
                    <a:pt x="102" y="170"/>
                  </a:lnTo>
                  <a:lnTo>
                    <a:pt x="98" y="175"/>
                  </a:lnTo>
                  <a:lnTo>
                    <a:pt x="94" y="180"/>
                  </a:lnTo>
                  <a:lnTo>
                    <a:pt x="89" y="185"/>
                  </a:lnTo>
                  <a:lnTo>
                    <a:pt x="82" y="189"/>
                  </a:lnTo>
                  <a:lnTo>
                    <a:pt x="76" y="193"/>
                  </a:lnTo>
                  <a:lnTo>
                    <a:pt x="61" y="198"/>
                  </a:lnTo>
                  <a:lnTo>
                    <a:pt x="61" y="198"/>
                  </a:lnTo>
                  <a:lnTo>
                    <a:pt x="50" y="202"/>
                  </a:lnTo>
                  <a:lnTo>
                    <a:pt x="41" y="207"/>
                  </a:lnTo>
                  <a:lnTo>
                    <a:pt x="41" y="207"/>
                  </a:lnTo>
                  <a:lnTo>
                    <a:pt x="37" y="209"/>
                  </a:lnTo>
                  <a:lnTo>
                    <a:pt x="32" y="209"/>
                  </a:lnTo>
                  <a:lnTo>
                    <a:pt x="32" y="209"/>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34" name="Freeform 485"/>
            <p:cNvSpPr/>
            <p:nvPr/>
          </p:nvSpPr>
          <p:spPr bwMode="auto">
            <a:xfrm>
              <a:off x="6524626" y="3581400"/>
              <a:ext cx="87313" cy="84138"/>
            </a:xfrm>
            <a:custGeom>
              <a:avLst/>
              <a:gdLst/>
              <a:ahLst/>
              <a:cxnLst>
                <a:cxn ang="0">
                  <a:pos x="74" y="159"/>
                </a:cxn>
                <a:cxn ang="0">
                  <a:pos x="60" y="156"/>
                </a:cxn>
                <a:cxn ang="0">
                  <a:pos x="44" y="152"/>
                </a:cxn>
                <a:cxn ang="0">
                  <a:pos x="25" y="147"/>
                </a:cxn>
                <a:cxn ang="0">
                  <a:pos x="19" y="142"/>
                </a:cxn>
                <a:cxn ang="0">
                  <a:pos x="13" y="139"/>
                </a:cxn>
                <a:cxn ang="0">
                  <a:pos x="5" y="125"/>
                </a:cxn>
                <a:cxn ang="0">
                  <a:pos x="5" y="118"/>
                </a:cxn>
                <a:cxn ang="0">
                  <a:pos x="10" y="108"/>
                </a:cxn>
                <a:cxn ang="0">
                  <a:pos x="22" y="104"/>
                </a:cxn>
                <a:cxn ang="0">
                  <a:pos x="34" y="107"/>
                </a:cxn>
                <a:cxn ang="0">
                  <a:pos x="35" y="108"/>
                </a:cxn>
                <a:cxn ang="0">
                  <a:pos x="45" y="115"/>
                </a:cxn>
                <a:cxn ang="0">
                  <a:pos x="48" y="116"/>
                </a:cxn>
                <a:cxn ang="0">
                  <a:pos x="60" y="120"/>
                </a:cxn>
                <a:cxn ang="0">
                  <a:pos x="85" y="123"/>
                </a:cxn>
                <a:cxn ang="0">
                  <a:pos x="106" y="121"/>
                </a:cxn>
                <a:cxn ang="0">
                  <a:pos x="116" y="120"/>
                </a:cxn>
                <a:cxn ang="0">
                  <a:pos x="129" y="118"/>
                </a:cxn>
                <a:cxn ang="0">
                  <a:pos x="129" y="110"/>
                </a:cxn>
                <a:cxn ang="0">
                  <a:pos x="116" y="105"/>
                </a:cxn>
                <a:cxn ang="0">
                  <a:pos x="81" y="98"/>
                </a:cxn>
                <a:cxn ang="0">
                  <a:pos x="44" y="91"/>
                </a:cxn>
                <a:cxn ang="0">
                  <a:pos x="19" y="79"/>
                </a:cxn>
                <a:cxn ang="0">
                  <a:pos x="6" y="68"/>
                </a:cxn>
                <a:cxn ang="0">
                  <a:pos x="1" y="45"/>
                </a:cxn>
                <a:cxn ang="0">
                  <a:pos x="8" y="31"/>
                </a:cxn>
                <a:cxn ang="0">
                  <a:pos x="26" y="13"/>
                </a:cxn>
                <a:cxn ang="0">
                  <a:pos x="48" y="3"/>
                </a:cxn>
                <a:cxn ang="0">
                  <a:pos x="74" y="0"/>
                </a:cxn>
                <a:cxn ang="0">
                  <a:pos x="101" y="2"/>
                </a:cxn>
                <a:cxn ang="0">
                  <a:pos x="119" y="4"/>
                </a:cxn>
                <a:cxn ang="0">
                  <a:pos x="142" y="13"/>
                </a:cxn>
                <a:cxn ang="0">
                  <a:pos x="149" y="23"/>
                </a:cxn>
                <a:cxn ang="0">
                  <a:pos x="149" y="35"/>
                </a:cxn>
                <a:cxn ang="0">
                  <a:pos x="142" y="44"/>
                </a:cxn>
                <a:cxn ang="0">
                  <a:pos x="132" y="47"/>
                </a:cxn>
                <a:cxn ang="0">
                  <a:pos x="122" y="45"/>
                </a:cxn>
                <a:cxn ang="0">
                  <a:pos x="116" y="40"/>
                </a:cxn>
                <a:cxn ang="0">
                  <a:pos x="98" y="38"/>
                </a:cxn>
                <a:cxn ang="0">
                  <a:pos x="92" y="37"/>
                </a:cxn>
                <a:cxn ang="0">
                  <a:pos x="74" y="35"/>
                </a:cxn>
                <a:cxn ang="0">
                  <a:pos x="57" y="38"/>
                </a:cxn>
                <a:cxn ang="0">
                  <a:pos x="37" y="48"/>
                </a:cxn>
                <a:cxn ang="0">
                  <a:pos x="58" y="57"/>
                </a:cxn>
                <a:cxn ang="0">
                  <a:pos x="72" y="59"/>
                </a:cxn>
                <a:cxn ang="0">
                  <a:pos x="108" y="64"/>
                </a:cxn>
                <a:cxn ang="0">
                  <a:pos x="146" y="77"/>
                </a:cxn>
                <a:cxn ang="0">
                  <a:pos x="159" y="89"/>
                </a:cxn>
                <a:cxn ang="0">
                  <a:pos x="164" y="98"/>
                </a:cxn>
                <a:cxn ang="0">
                  <a:pos x="166" y="113"/>
                </a:cxn>
                <a:cxn ang="0">
                  <a:pos x="162" y="128"/>
                </a:cxn>
                <a:cxn ang="0">
                  <a:pos x="154" y="138"/>
                </a:cxn>
                <a:cxn ang="0">
                  <a:pos x="139" y="149"/>
                </a:cxn>
                <a:cxn ang="0">
                  <a:pos x="106" y="158"/>
                </a:cxn>
                <a:cxn ang="0">
                  <a:pos x="88" y="160"/>
                </a:cxn>
              </a:cxnLst>
              <a:rect l="0" t="0" r="r" b="b"/>
              <a:pathLst>
                <a:path w="166" h="160">
                  <a:moveTo>
                    <a:pt x="88" y="160"/>
                  </a:moveTo>
                  <a:lnTo>
                    <a:pt x="88" y="160"/>
                  </a:lnTo>
                  <a:lnTo>
                    <a:pt x="74" y="159"/>
                  </a:lnTo>
                  <a:lnTo>
                    <a:pt x="74" y="159"/>
                  </a:lnTo>
                  <a:lnTo>
                    <a:pt x="68" y="158"/>
                  </a:lnTo>
                  <a:lnTo>
                    <a:pt x="60" y="156"/>
                  </a:lnTo>
                  <a:lnTo>
                    <a:pt x="60" y="156"/>
                  </a:lnTo>
                  <a:lnTo>
                    <a:pt x="52" y="153"/>
                  </a:lnTo>
                  <a:lnTo>
                    <a:pt x="44" y="152"/>
                  </a:lnTo>
                  <a:lnTo>
                    <a:pt x="44" y="152"/>
                  </a:lnTo>
                  <a:lnTo>
                    <a:pt x="35" y="151"/>
                  </a:lnTo>
                  <a:lnTo>
                    <a:pt x="25" y="147"/>
                  </a:lnTo>
                  <a:lnTo>
                    <a:pt x="25" y="147"/>
                  </a:lnTo>
                  <a:lnTo>
                    <a:pt x="20" y="143"/>
                  </a:lnTo>
                  <a:lnTo>
                    <a:pt x="19" y="142"/>
                  </a:lnTo>
                  <a:lnTo>
                    <a:pt x="18" y="142"/>
                  </a:lnTo>
                  <a:lnTo>
                    <a:pt x="18" y="142"/>
                  </a:lnTo>
                  <a:lnTo>
                    <a:pt x="13" y="139"/>
                  </a:lnTo>
                  <a:lnTo>
                    <a:pt x="8" y="135"/>
                  </a:lnTo>
                  <a:lnTo>
                    <a:pt x="6" y="130"/>
                  </a:lnTo>
                  <a:lnTo>
                    <a:pt x="5" y="125"/>
                  </a:lnTo>
                  <a:lnTo>
                    <a:pt x="5" y="122"/>
                  </a:lnTo>
                  <a:lnTo>
                    <a:pt x="5" y="122"/>
                  </a:lnTo>
                  <a:lnTo>
                    <a:pt x="5" y="118"/>
                  </a:lnTo>
                  <a:lnTo>
                    <a:pt x="6" y="113"/>
                  </a:lnTo>
                  <a:lnTo>
                    <a:pt x="8" y="110"/>
                  </a:lnTo>
                  <a:lnTo>
                    <a:pt x="10" y="108"/>
                  </a:lnTo>
                  <a:lnTo>
                    <a:pt x="13" y="106"/>
                  </a:lnTo>
                  <a:lnTo>
                    <a:pt x="16" y="105"/>
                  </a:lnTo>
                  <a:lnTo>
                    <a:pt x="22" y="104"/>
                  </a:lnTo>
                  <a:lnTo>
                    <a:pt x="22" y="104"/>
                  </a:lnTo>
                  <a:lnTo>
                    <a:pt x="28" y="105"/>
                  </a:lnTo>
                  <a:lnTo>
                    <a:pt x="34" y="107"/>
                  </a:lnTo>
                  <a:lnTo>
                    <a:pt x="35" y="108"/>
                  </a:lnTo>
                  <a:lnTo>
                    <a:pt x="35" y="108"/>
                  </a:lnTo>
                  <a:lnTo>
                    <a:pt x="35" y="108"/>
                  </a:lnTo>
                  <a:lnTo>
                    <a:pt x="42" y="111"/>
                  </a:lnTo>
                  <a:lnTo>
                    <a:pt x="42" y="111"/>
                  </a:lnTo>
                  <a:lnTo>
                    <a:pt x="45" y="115"/>
                  </a:lnTo>
                  <a:lnTo>
                    <a:pt x="46" y="116"/>
                  </a:lnTo>
                  <a:lnTo>
                    <a:pt x="48" y="116"/>
                  </a:lnTo>
                  <a:lnTo>
                    <a:pt x="48" y="116"/>
                  </a:lnTo>
                  <a:lnTo>
                    <a:pt x="52" y="117"/>
                  </a:lnTo>
                  <a:lnTo>
                    <a:pt x="52" y="117"/>
                  </a:lnTo>
                  <a:lnTo>
                    <a:pt x="60" y="120"/>
                  </a:lnTo>
                  <a:lnTo>
                    <a:pt x="69" y="121"/>
                  </a:lnTo>
                  <a:lnTo>
                    <a:pt x="77" y="122"/>
                  </a:lnTo>
                  <a:lnTo>
                    <a:pt x="85" y="123"/>
                  </a:lnTo>
                  <a:lnTo>
                    <a:pt x="85" y="123"/>
                  </a:lnTo>
                  <a:lnTo>
                    <a:pt x="95" y="122"/>
                  </a:lnTo>
                  <a:lnTo>
                    <a:pt x="106" y="121"/>
                  </a:lnTo>
                  <a:lnTo>
                    <a:pt x="106" y="121"/>
                  </a:lnTo>
                  <a:lnTo>
                    <a:pt x="116" y="120"/>
                  </a:lnTo>
                  <a:lnTo>
                    <a:pt x="116" y="120"/>
                  </a:lnTo>
                  <a:lnTo>
                    <a:pt x="121" y="120"/>
                  </a:lnTo>
                  <a:lnTo>
                    <a:pt x="126" y="120"/>
                  </a:lnTo>
                  <a:lnTo>
                    <a:pt x="129" y="118"/>
                  </a:lnTo>
                  <a:lnTo>
                    <a:pt x="130" y="115"/>
                  </a:lnTo>
                  <a:lnTo>
                    <a:pt x="130" y="115"/>
                  </a:lnTo>
                  <a:lnTo>
                    <a:pt x="129" y="110"/>
                  </a:lnTo>
                  <a:lnTo>
                    <a:pt x="127" y="108"/>
                  </a:lnTo>
                  <a:lnTo>
                    <a:pt x="122" y="106"/>
                  </a:lnTo>
                  <a:lnTo>
                    <a:pt x="116" y="105"/>
                  </a:lnTo>
                  <a:lnTo>
                    <a:pt x="116" y="105"/>
                  </a:lnTo>
                  <a:lnTo>
                    <a:pt x="99" y="101"/>
                  </a:lnTo>
                  <a:lnTo>
                    <a:pt x="81" y="98"/>
                  </a:lnTo>
                  <a:lnTo>
                    <a:pt x="81" y="98"/>
                  </a:lnTo>
                  <a:lnTo>
                    <a:pt x="62" y="95"/>
                  </a:lnTo>
                  <a:lnTo>
                    <a:pt x="44" y="91"/>
                  </a:lnTo>
                  <a:lnTo>
                    <a:pt x="36" y="88"/>
                  </a:lnTo>
                  <a:lnTo>
                    <a:pt x="27" y="85"/>
                  </a:lnTo>
                  <a:lnTo>
                    <a:pt x="19" y="79"/>
                  </a:lnTo>
                  <a:lnTo>
                    <a:pt x="12" y="74"/>
                  </a:lnTo>
                  <a:lnTo>
                    <a:pt x="12" y="74"/>
                  </a:lnTo>
                  <a:lnTo>
                    <a:pt x="6" y="68"/>
                  </a:lnTo>
                  <a:lnTo>
                    <a:pt x="2" y="61"/>
                  </a:lnTo>
                  <a:lnTo>
                    <a:pt x="0" y="54"/>
                  </a:lnTo>
                  <a:lnTo>
                    <a:pt x="1" y="45"/>
                  </a:lnTo>
                  <a:lnTo>
                    <a:pt x="1" y="45"/>
                  </a:lnTo>
                  <a:lnTo>
                    <a:pt x="4" y="38"/>
                  </a:lnTo>
                  <a:lnTo>
                    <a:pt x="8" y="31"/>
                  </a:lnTo>
                  <a:lnTo>
                    <a:pt x="13" y="25"/>
                  </a:lnTo>
                  <a:lnTo>
                    <a:pt x="19" y="18"/>
                  </a:lnTo>
                  <a:lnTo>
                    <a:pt x="26" y="13"/>
                  </a:lnTo>
                  <a:lnTo>
                    <a:pt x="34" y="9"/>
                  </a:lnTo>
                  <a:lnTo>
                    <a:pt x="41" y="5"/>
                  </a:lnTo>
                  <a:lnTo>
                    <a:pt x="48" y="3"/>
                  </a:lnTo>
                  <a:lnTo>
                    <a:pt x="48" y="3"/>
                  </a:lnTo>
                  <a:lnTo>
                    <a:pt x="60" y="1"/>
                  </a:lnTo>
                  <a:lnTo>
                    <a:pt x="74" y="0"/>
                  </a:lnTo>
                  <a:lnTo>
                    <a:pt x="74" y="0"/>
                  </a:lnTo>
                  <a:lnTo>
                    <a:pt x="87" y="1"/>
                  </a:lnTo>
                  <a:lnTo>
                    <a:pt x="101" y="2"/>
                  </a:lnTo>
                  <a:lnTo>
                    <a:pt x="108" y="2"/>
                  </a:lnTo>
                  <a:lnTo>
                    <a:pt x="108" y="2"/>
                  </a:lnTo>
                  <a:lnTo>
                    <a:pt x="119" y="4"/>
                  </a:lnTo>
                  <a:lnTo>
                    <a:pt x="129" y="6"/>
                  </a:lnTo>
                  <a:lnTo>
                    <a:pt x="138" y="10"/>
                  </a:lnTo>
                  <a:lnTo>
                    <a:pt x="142" y="13"/>
                  </a:lnTo>
                  <a:lnTo>
                    <a:pt x="145" y="16"/>
                  </a:lnTo>
                  <a:lnTo>
                    <a:pt x="145" y="16"/>
                  </a:lnTo>
                  <a:lnTo>
                    <a:pt x="149" y="23"/>
                  </a:lnTo>
                  <a:lnTo>
                    <a:pt x="150" y="28"/>
                  </a:lnTo>
                  <a:lnTo>
                    <a:pt x="150" y="32"/>
                  </a:lnTo>
                  <a:lnTo>
                    <a:pt x="149" y="35"/>
                  </a:lnTo>
                  <a:lnTo>
                    <a:pt x="149" y="35"/>
                  </a:lnTo>
                  <a:lnTo>
                    <a:pt x="146" y="40"/>
                  </a:lnTo>
                  <a:lnTo>
                    <a:pt x="142" y="44"/>
                  </a:lnTo>
                  <a:lnTo>
                    <a:pt x="137" y="47"/>
                  </a:lnTo>
                  <a:lnTo>
                    <a:pt x="132" y="47"/>
                  </a:lnTo>
                  <a:lnTo>
                    <a:pt x="132" y="47"/>
                  </a:lnTo>
                  <a:lnTo>
                    <a:pt x="129" y="47"/>
                  </a:lnTo>
                  <a:lnTo>
                    <a:pt x="126" y="46"/>
                  </a:lnTo>
                  <a:lnTo>
                    <a:pt x="122" y="45"/>
                  </a:lnTo>
                  <a:lnTo>
                    <a:pt x="120" y="42"/>
                  </a:lnTo>
                  <a:lnTo>
                    <a:pt x="120" y="42"/>
                  </a:lnTo>
                  <a:lnTo>
                    <a:pt x="116" y="40"/>
                  </a:lnTo>
                  <a:lnTo>
                    <a:pt x="113" y="38"/>
                  </a:lnTo>
                  <a:lnTo>
                    <a:pt x="104" y="38"/>
                  </a:lnTo>
                  <a:lnTo>
                    <a:pt x="98" y="38"/>
                  </a:lnTo>
                  <a:lnTo>
                    <a:pt x="98" y="38"/>
                  </a:lnTo>
                  <a:lnTo>
                    <a:pt x="92" y="37"/>
                  </a:lnTo>
                  <a:lnTo>
                    <a:pt x="92" y="37"/>
                  </a:lnTo>
                  <a:lnTo>
                    <a:pt x="84" y="36"/>
                  </a:lnTo>
                  <a:lnTo>
                    <a:pt x="74" y="35"/>
                  </a:lnTo>
                  <a:lnTo>
                    <a:pt x="74" y="35"/>
                  </a:lnTo>
                  <a:lnTo>
                    <a:pt x="66" y="36"/>
                  </a:lnTo>
                  <a:lnTo>
                    <a:pt x="57" y="38"/>
                  </a:lnTo>
                  <a:lnTo>
                    <a:pt x="57" y="38"/>
                  </a:lnTo>
                  <a:lnTo>
                    <a:pt x="52" y="39"/>
                  </a:lnTo>
                  <a:lnTo>
                    <a:pt x="46" y="42"/>
                  </a:lnTo>
                  <a:lnTo>
                    <a:pt x="37" y="48"/>
                  </a:lnTo>
                  <a:lnTo>
                    <a:pt x="47" y="53"/>
                  </a:lnTo>
                  <a:lnTo>
                    <a:pt x="47" y="53"/>
                  </a:lnTo>
                  <a:lnTo>
                    <a:pt x="58" y="57"/>
                  </a:lnTo>
                  <a:lnTo>
                    <a:pt x="65" y="59"/>
                  </a:lnTo>
                  <a:lnTo>
                    <a:pt x="72" y="59"/>
                  </a:lnTo>
                  <a:lnTo>
                    <a:pt x="72" y="59"/>
                  </a:lnTo>
                  <a:lnTo>
                    <a:pt x="82" y="60"/>
                  </a:lnTo>
                  <a:lnTo>
                    <a:pt x="95" y="61"/>
                  </a:lnTo>
                  <a:lnTo>
                    <a:pt x="108" y="64"/>
                  </a:lnTo>
                  <a:lnTo>
                    <a:pt x="121" y="67"/>
                  </a:lnTo>
                  <a:lnTo>
                    <a:pt x="135" y="72"/>
                  </a:lnTo>
                  <a:lnTo>
                    <a:pt x="146" y="77"/>
                  </a:lnTo>
                  <a:lnTo>
                    <a:pt x="150" y="80"/>
                  </a:lnTo>
                  <a:lnTo>
                    <a:pt x="154" y="85"/>
                  </a:lnTo>
                  <a:lnTo>
                    <a:pt x="159" y="89"/>
                  </a:lnTo>
                  <a:lnTo>
                    <a:pt x="161" y="93"/>
                  </a:lnTo>
                  <a:lnTo>
                    <a:pt x="161" y="93"/>
                  </a:lnTo>
                  <a:lnTo>
                    <a:pt x="164" y="98"/>
                  </a:lnTo>
                  <a:lnTo>
                    <a:pt x="165" y="103"/>
                  </a:lnTo>
                  <a:lnTo>
                    <a:pt x="166" y="108"/>
                  </a:lnTo>
                  <a:lnTo>
                    <a:pt x="166" y="113"/>
                  </a:lnTo>
                  <a:lnTo>
                    <a:pt x="166" y="119"/>
                  </a:lnTo>
                  <a:lnTo>
                    <a:pt x="164" y="124"/>
                  </a:lnTo>
                  <a:lnTo>
                    <a:pt x="162" y="128"/>
                  </a:lnTo>
                  <a:lnTo>
                    <a:pt x="159" y="133"/>
                  </a:lnTo>
                  <a:lnTo>
                    <a:pt x="159" y="133"/>
                  </a:lnTo>
                  <a:lnTo>
                    <a:pt x="154" y="138"/>
                  </a:lnTo>
                  <a:lnTo>
                    <a:pt x="149" y="142"/>
                  </a:lnTo>
                  <a:lnTo>
                    <a:pt x="144" y="145"/>
                  </a:lnTo>
                  <a:lnTo>
                    <a:pt x="139" y="149"/>
                  </a:lnTo>
                  <a:lnTo>
                    <a:pt x="127" y="153"/>
                  </a:lnTo>
                  <a:lnTo>
                    <a:pt x="113" y="156"/>
                  </a:lnTo>
                  <a:lnTo>
                    <a:pt x="106" y="158"/>
                  </a:lnTo>
                  <a:lnTo>
                    <a:pt x="106" y="158"/>
                  </a:lnTo>
                  <a:lnTo>
                    <a:pt x="98" y="159"/>
                  </a:lnTo>
                  <a:lnTo>
                    <a:pt x="88" y="160"/>
                  </a:lnTo>
                  <a:lnTo>
                    <a:pt x="88" y="16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grpSp>
        <p:nvGrpSpPr>
          <p:cNvPr id="210" name="组合 209"/>
          <p:cNvGrpSpPr/>
          <p:nvPr/>
        </p:nvGrpSpPr>
        <p:grpSpPr>
          <a:xfrm>
            <a:off x="8214455" y="2049930"/>
            <a:ext cx="540720" cy="453695"/>
            <a:chOff x="2182813" y="3186113"/>
            <a:chExt cx="739775" cy="620713"/>
          </a:xfrm>
          <a:solidFill>
            <a:schemeClr val="tx1"/>
          </a:solidFill>
        </p:grpSpPr>
        <p:sp>
          <p:nvSpPr>
            <p:cNvPr id="211" name="Freeform 486"/>
            <p:cNvSpPr/>
            <p:nvPr/>
          </p:nvSpPr>
          <p:spPr bwMode="auto">
            <a:xfrm>
              <a:off x="2593976" y="3243263"/>
              <a:ext cx="47625" cy="60325"/>
            </a:xfrm>
            <a:custGeom>
              <a:avLst/>
              <a:gdLst/>
              <a:ahLst/>
              <a:cxnLst>
                <a:cxn ang="0">
                  <a:pos x="83" y="3"/>
                </a:cxn>
                <a:cxn ang="0">
                  <a:pos x="83" y="3"/>
                </a:cxn>
                <a:cxn ang="0">
                  <a:pos x="72" y="13"/>
                </a:cxn>
                <a:cxn ang="0">
                  <a:pos x="64" y="24"/>
                </a:cxn>
                <a:cxn ang="0">
                  <a:pos x="55" y="37"/>
                </a:cxn>
                <a:cxn ang="0">
                  <a:pos x="47" y="49"/>
                </a:cxn>
                <a:cxn ang="0">
                  <a:pos x="47" y="49"/>
                </a:cxn>
                <a:cxn ang="0">
                  <a:pos x="37" y="65"/>
                </a:cxn>
                <a:cxn ang="0">
                  <a:pos x="25" y="79"/>
                </a:cxn>
                <a:cxn ang="0">
                  <a:pos x="13" y="93"/>
                </a:cxn>
                <a:cxn ang="0">
                  <a:pos x="1" y="108"/>
                </a:cxn>
                <a:cxn ang="0">
                  <a:pos x="1" y="108"/>
                </a:cxn>
                <a:cxn ang="0">
                  <a:pos x="0" y="109"/>
                </a:cxn>
                <a:cxn ang="0">
                  <a:pos x="1" y="111"/>
                </a:cxn>
                <a:cxn ang="0">
                  <a:pos x="1" y="112"/>
                </a:cxn>
                <a:cxn ang="0">
                  <a:pos x="3" y="114"/>
                </a:cxn>
                <a:cxn ang="0">
                  <a:pos x="6" y="114"/>
                </a:cxn>
                <a:cxn ang="0">
                  <a:pos x="8" y="114"/>
                </a:cxn>
                <a:cxn ang="0">
                  <a:pos x="9" y="112"/>
                </a:cxn>
                <a:cxn ang="0">
                  <a:pos x="9" y="112"/>
                </a:cxn>
                <a:cxn ang="0">
                  <a:pos x="30" y="86"/>
                </a:cxn>
                <a:cxn ang="0">
                  <a:pos x="40" y="74"/>
                </a:cxn>
                <a:cxn ang="0">
                  <a:pos x="52" y="61"/>
                </a:cxn>
                <a:cxn ang="0">
                  <a:pos x="52" y="61"/>
                </a:cxn>
                <a:cxn ang="0">
                  <a:pos x="55" y="57"/>
                </a:cxn>
                <a:cxn ang="0">
                  <a:pos x="58" y="52"/>
                </a:cxn>
                <a:cxn ang="0">
                  <a:pos x="63" y="42"/>
                </a:cxn>
                <a:cxn ang="0">
                  <a:pos x="63" y="42"/>
                </a:cxn>
                <a:cxn ang="0">
                  <a:pos x="69" y="33"/>
                </a:cxn>
                <a:cxn ang="0">
                  <a:pos x="75" y="24"/>
                </a:cxn>
                <a:cxn ang="0">
                  <a:pos x="90" y="9"/>
                </a:cxn>
                <a:cxn ang="0">
                  <a:pos x="90" y="9"/>
                </a:cxn>
                <a:cxn ang="0">
                  <a:pos x="91" y="8"/>
                </a:cxn>
                <a:cxn ang="0">
                  <a:pos x="91" y="6"/>
                </a:cxn>
                <a:cxn ang="0">
                  <a:pos x="90" y="4"/>
                </a:cxn>
                <a:cxn ang="0">
                  <a:pos x="89" y="3"/>
                </a:cxn>
                <a:cxn ang="0">
                  <a:pos x="88" y="2"/>
                </a:cxn>
                <a:cxn ang="0">
                  <a:pos x="86" y="0"/>
                </a:cxn>
                <a:cxn ang="0">
                  <a:pos x="85" y="2"/>
                </a:cxn>
                <a:cxn ang="0">
                  <a:pos x="83" y="3"/>
                </a:cxn>
                <a:cxn ang="0">
                  <a:pos x="83" y="3"/>
                </a:cxn>
              </a:cxnLst>
              <a:rect l="0" t="0" r="r" b="b"/>
              <a:pathLst>
                <a:path w="91" h="114">
                  <a:moveTo>
                    <a:pt x="83" y="3"/>
                  </a:moveTo>
                  <a:lnTo>
                    <a:pt x="83" y="3"/>
                  </a:lnTo>
                  <a:lnTo>
                    <a:pt x="72" y="13"/>
                  </a:lnTo>
                  <a:lnTo>
                    <a:pt x="64" y="24"/>
                  </a:lnTo>
                  <a:lnTo>
                    <a:pt x="55" y="37"/>
                  </a:lnTo>
                  <a:lnTo>
                    <a:pt x="47" y="49"/>
                  </a:lnTo>
                  <a:lnTo>
                    <a:pt x="47" y="49"/>
                  </a:lnTo>
                  <a:lnTo>
                    <a:pt x="37" y="65"/>
                  </a:lnTo>
                  <a:lnTo>
                    <a:pt x="25" y="79"/>
                  </a:lnTo>
                  <a:lnTo>
                    <a:pt x="13" y="93"/>
                  </a:lnTo>
                  <a:lnTo>
                    <a:pt x="1" y="108"/>
                  </a:lnTo>
                  <a:lnTo>
                    <a:pt x="1" y="108"/>
                  </a:lnTo>
                  <a:lnTo>
                    <a:pt x="0" y="109"/>
                  </a:lnTo>
                  <a:lnTo>
                    <a:pt x="1" y="111"/>
                  </a:lnTo>
                  <a:lnTo>
                    <a:pt x="1" y="112"/>
                  </a:lnTo>
                  <a:lnTo>
                    <a:pt x="3" y="114"/>
                  </a:lnTo>
                  <a:lnTo>
                    <a:pt x="6" y="114"/>
                  </a:lnTo>
                  <a:lnTo>
                    <a:pt x="8" y="114"/>
                  </a:lnTo>
                  <a:lnTo>
                    <a:pt x="9" y="112"/>
                  </a:lnTo>
                  <a:lnTo>
                    <a:pt x="9" y="112"/>
                  </a:lnTo>
                  <a:lnTo>
                    <a:pt x="30" y="86"/>
                  </a:lnTo>
                  <a:lnTo>
                    <a:pt x="40" y="74"/>
                  </a:lnTo>
                  <a:lnTo>
                    <a:pt x="52" y="61"/>
                  </a:lnTo>
                  <a:lnTo>
                    <a:pt x="52" y="61"/>
                  </a:lnTo>
                  <a:lnTo>
                    <a:pt x="55" y="57"/>
                  </a:lnTo>
                  <a:lnTo>
                    <a:pt x="58" y="52"/>
                  </a:lnTo>
                  <a:lnTo>
                    <a:pt x="63" y="42"/>
                  </a:lnTo>
                  <a:lnTo>
                    <a:pt x="63" y="42"/>
                  </a:lnTo>
                  <a:lnTo>
                    <a:pt x="69" y="33"/>
                  </a:lnTo>
                  <a:lnTo>
                    <a:pt x="75" y="24"/>
                  </a:lnTo>
                  <a:lnTo>
                    <a:pt x="90" y="9"/>
                  </a:lnTo>
                  <a:lnTo>
                    <a:pt x="90" y="9"/>
                  </a:lnTo>
                  <a:lnTo>
                    <a:pt x="91" y="8"/>
                  </a:lnTo>
                  <a:lnTo>
                    <a:pt x="91" y="6"/>
                  </a:lnTo>
                  <a:lnTo>
                    <a:pt x="90" y="4"/>
                  </a:lnTo>
                  <a:lnTo>
                    <a:pt x="89" y="3"/>
                  </a:lnTo>
                  <a:lnTo>
                    <a:pt x="88" y="2"/>
                  </a:lnTo>
                  <a:lnTo>
                    <a:pt x="86" y="0"/>
                  </a:lnTo>
                  <a:lnTo>
                    <a:pt x="85" y="2"/>
                  </a:lnTo>
                  <a:lnTo>
                    <a:pt x="83" y="3"/>
                  </a:lnTo>
                  <a:lnTo>
                    <a:pt x="83"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12" name="Freeform 487"/>
            <p:cNvSpPr/>
            <p:nvPr/>
          </p:nvSpPr>
          <p:spPr bwMode="auto">
            <a:xfrm>
              <a:off x="2593976" y="3243263"/>
              <a:ext cx="68263" cy="90488"/>
            </a:xfrm>
            <a:custGeom>
              <a:avLst/>
              <a:gdLst/>
              <a:ahLst/>
              <a:cxnLst>
                <a:cxn ang="0">
                  <a:pos x="122" y="2"/>
                </a:cxn>
                <a:cxn ang="0">
                  <a:pos x="122" y="2"/>
                </a:cxn>
                <a:cxn ang="0">
                  <a:pos x="113" y="6"/>
                </a:cxn>
                <a:cxn ang="0">
                  <a:pos x="104" y="11"/>
                </a:cxn>
                <a:cxn ang="0">
                  <a:pos x="96" y="18"/>
                </a:cxn>
                <a:cxn ang="0">
                  <a:pos x="90" y="25"/>
                </a:cxn>
                <a:cxn ang="0">
                  <a:pos x="83" y="34"/>
                </a:cxn>
                <a:cxn ang="0">
                  <a:pos x="77" y="42"/>
                </a:cxn>
                <a:cxn ang="0">
                  <a:pos x="66" y="58"/>
                </a:cxn>
                <a:cxn ang="0">
                  <a:pos x="66" y="58"/>
                </a:cxn>
                <a:cxn ang="0">
                  <a:pos x="50" y="85"/>
                </a:cxn>
                <a:cxn ang="0">
                  <a:pos x="33" y="111"/>
                </a:cxn>
                <a:cxn ang="0">
                  <a:pos x="16" y="138"/>
                </a:cxn>
                <a:cxn ang="0">
                  <a:pos x="0" y="165"/>
                </a:cxn>
                <a:cxn ang="0">
                  <a:pos x="0" y="165"/>
                </a:cxn>
                <a:cxn ang="0">
                  <a:pos x="0" y="167"/>
                </a:cxn>
                <a:cxn ang="0">
                  <a:pos x="0" y="168"/>
                </a:cxn>
                <a:cxn ang="0">
                  <a:pos x="1" y="170"/>
                </a:cxn>
                <a:cxn ang="0">
                  <a:pos x="2" y="171"/>
                </a:cxn>
                <a:cxn ang="0">
                  <a:pos x="4" y="172"/>
                </a:cxn>
                <a:cxn ang="0">
                  <a:pos x="5" y="172"/>
                </a:cxn>
                <a:cxn ang="0">
                  <a:pos x="7" y="171"/>
                </a:cxn>
                <a:cxn ang="0">
                  <a:pos x="8" y="169"/>
                </a:cxn>
                <a:cxn ang="0">
                  <a:pos x="8" y="169"/>
                </a:cxn>
                <a:cxn ang="0">
                  <a:pos x="34" y="128"/>
                </a:cxn>
                <a:cxn ang="0">
                  <a:pos x="61" y="86"/>
                </a:cxn>
                <a:cxn ang="0">
                  <a:pos x="61" y="86"/>
                </a:cxn>
                <a:cxn ang="0">
                  <a:pos x="74" y="65"/>
                </a:cxn>
                <a:cxn ang="0">
                  <a:pos x="80" y="53"/>
                </a:cxn>
                <a:cxn ang="0">
                  <a:pos x="88" y="43"/>
                </a:cxn>
                <a:cxn ang="0">
                  <a:pos x="95" y="33"/>
                </a:cxn>
                <a:cxn ang="0">
                  <a:pos x="103" y="23"/>
                </a:cxn>
                <a:cxn ang="0">
                  <a:pos x="113" y="16"/>
                </a:cxn>
                <a:cxn ang="0">
                  <a:pos x="119" y="13"/>
                </a:cxn>
                <a:cxn ang="0">
                  <a:pos x="124" y="10"/>
                </a:cxn>
                <a:cxn ang="0">
                  <a:pos x="124" y="10"/>
                </a:cxn>
                <a:cxn ang="0">
                  <a:pos x="126" y="9"/>
                </a:cxn>
                <a:cxn ang="0">
                  <a:pos x="127" y="8"/>
                </a:cxn>
                <a:cxn ang="0">
                  <a:pos x="127" y="4"/>
                </a:cxn>
                <a:cxn ang="0">
                  <a:pos x="126" y="3"/>
                </a:cxn>
                <a:cxn ang="0">
                  <a:pos x="125" y="2"/>
                </a:cxn>
                <a:cxn ang="0">
                  <a:pos x="124" y="0"/>
                </a:cxn>
                <a:cxn ang="0">
                  <a:pos x="122" y="2"/>
                </a:cxn>
                <a:cxn ang="0">
                  <a:pos x="122" y="2"/>
                </a:cxn>
              </a:cxnLst>
              <a:rect l="0" t="0" r="r" b="b"/>
              <a:pathLst>
                <a:path w="127" h="172">
                  <a:moveTo>
                    <a:pt x="122" y="2"/>
                  </a:moveTo>
                  <a:lnTo>
                    <a:pt x="122" y="2"/>
                  </a:lnTo>
                  <a:lnTo>
                    <a:pt x="113" y="6"/>
                  </a:lnTo>
                  <a:lnTo>
                    <a:pt x="104" y="11"/>
                  </a:lnTo>
                  <a:lnTo>
                    <a:pt x="96" y="18"/>
                  </a:lnTo>
                  <a:lnTo>
                    <a:pt x="90" y="25"/>
                  </a:lnTo>
                  <a:lnTo>
                    <a:pt x="83" y="34"/>
                  </a:lnTo>
                  <a:lnTo>
                    <a:pt x="77" y="42"/>
                  </a:lnTo>
                  <a:lnTo>
                    <a:pt x="66" y="58"/>
                  </a:lnTo>
                  <a:lnTo>
                    <a:pt x="66" y="58"/>
                  </a:lnTo>
                  <a:lnTo>
                    <a:pt x="50" y="85"/>
                  </a:lnTo>
                  <a:lnTo>
                    <a:pt x="33" y="111"/>
                  </a:lnTo>
                  <a:lnTo>
                    <a:pt x="16" y="138"/>
                  </a:lnTo>
                  <a:lnTo>
                    <a:pt x="0" y="165"/>
                  </a:lnTo>
                  <a:lnTo>
                    <a:pt x="0" y="165"/>
                  </a:lnTo>
                  <a:lnTo>
                    <a:pt x="0" y="167"/>
                  </a:lnTo>
                  <a:lnTo>
                    <a:pt x="0" y="168"/>
                  </a:lnTo>
                  <a:lnTo>
                    <a:pt x="1" y="170"/>
                  </a:lnTo>
                  <a:lnTo>
                    <a:pt x="2" y="171"/>
                  </a:lnTo>
                  <a:lnTo>
                    <a:pt x="4" y="172"/>
                  </a:lnTo>
                  <a:lnTo>
                    <a:pt x="5" y="172"/>
                  </a:lnTo>
                  <a:lnTo>
                    <a:pt x="7" y="171"/>
                  </a:lnTo>
                  <a:lnTo>
                    <a:pt x="8" y="169"/>
                  </a:lnTo>
                  <a:lnTo>
                    <a:pt x="8" y="169"/>
                  </a:lnTo>
                  <a:lnTo>
                    <a:pt x="34" y="128"/>
                  </a:lnTo>
                  <a:lnTo>
                    <a:pt x="61" y="86"/>
                  </a:lnTo>
                  <a:lnTo>
                    <a:pt x="61" y="86"/>
                  </a:lnTo>
                  <a:lnTo>
                    <a:pt x="74" y="65"/>
                  </a:lnTo>
                  <a:lnTo>
                    <a:pt x="80" y="53"/>
                  </a:lnTo>
                  <a:lnTo>
                    <a:pt x="88" y="43"/>
                  </a:lnTo>
                  <a:lnTo>
                    <a:pt x="95" y="33"/>
                  </a:lnTo>
                  <a:lnTo>
                    <a:pt x="103" y="23"/>
                  </a:lnTo>
                  <a:lnTo>
                    <a:pt x="113" y="16"/>
                  </a:lnTo>
                  <a:lnTo>
                    <a:pt x="119" y="13"/>
                  </a:lnTo>
                  <a:lnTo>
                    <a:pt x="124" y="10"/>
                  </a:lnTo>
                  <a:lnTo>
                    <a:pt x="124" y="10"/>
                  </a:lnTo>
                  <a:lnTo>
                    <a:pt x="126" y="9"/>
                  </a:lnTo>
                  <a:lnTo>
                    <a:pt x="127" y="8"/>
                  </a:lnTo>
                  <a:lnTo>
                    <a:pt x="127" y="4"/>
                  </a:lnTo>
                  <a:lnTo>
                    <a:pt x="126" y="3"/>
                  </a:lnTo>
                  <a:lnTo>
                    <a:pt x="125" y="2"/>
                  </a:lnTo>
                  <a:lnTo>
                    <a:pt x="124" y="0"/>
                  </a:lnTo>
                  <a:lnTo>
                    <a:pt x="122" y="2"/>
                  </a:lnTo>
                  <a:lnTo>
                    <a:pt x="12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13" name="Freeform 488"/>
            <p:cNvSpPr/>
            <p:nvPr/>
          </p:nvSpPr>
          <p:spPr bwMode="auto">
            <a:xfrm>
              <a:off x="2589213" y="3284538"/>
              <a:ext cx="65088" cy="79375"/>
            </a:xfrm>
            <a:custGeom>
              <a:avLst/>
              <a:gdLst/>
              <a:ahLst/>
              <a:cxnLst>
                <a:cxn ang="0">
                  <a:pos x="115" y="0"/>
                </a:cxn>
                <a:cxn ang="0">
                  <a:pos x="115" y="0"/>
                </a:cxn>
                <a:cxn ang="0">
                  <a:pos x="109" y="4"/>
                </a:cxn>
                <a:cxn ang="0">
                  <a:pos x="103" y="9"/>
                </a:cxn>
                <a:cxn ang="0">
                  <a:pos x="98" y="14"/>
                </a:cxn>
                <a:cxn ang="0">
                  <a:pos x="94" y="21"/>
                </a:cxn>
                <a:cxn ang="0">
                  <a:pos x="94" y="21"/>
                </a:cxn>
                <a:cxn ang="0">
                  <a:pos x="85" y="31"/>
                </a:cxn>
                <a:cxn ang="0">
                  <a:pos x="76" y="41"/>
                </a:cxn>
                <a:cxn ang="0">
                  <a:pos x="66" y="52"/>
                </a:cxn>
                <a:cxn ang="0">
                  <a:pos x="56" y="62"/>
                </a:cxn>
                <a:cxn ang="0">
                  <a:pos x="56" y="62"/>
                </a:cxn>
                <a:cxn ang="0">
                  <a:pos x="41" y="82"/>
                </a:cxn>
                <a:cxn ang="0">
                  <a:pos x="26" y="101"/>
                </a:cxn>
                <a:cxn ang="0">
                  <a:pos x="12" y="123"/>
                </a:cxn>
                <a:cxn ang="0">
                  <a:pos x="0" y="145"/>
                </a:cxn>
                <a:cxn ang="0">
                  <a:pos x="0" y="145"/>
                </a:cxn>
                <a:cxn ang="0">
                  <a:pos x="0" y="147"/>
                </a:cxn>
                <a:cxn ang="0">
                  <a:pos x="1" y="150"/>
                </a:cxn>
                <a:cxn ang="0">
                  <a:pos x="3" y="152"/>
                </a:cxn>
                <a:cxn ang="0">
                  <a:pos x="5" y="152"/>
                </a:cxn>
                <a:cxn ang="0">
                  <a:pos x="5" y="152"/>
                </a:cxn>
                <a:cxn ang="0">
                  <a:pos x="8" y="150"/>
                </a:cxn>
                <a:cxn ang="0">
                  <a:pos x="10" y="149"/>
                </a:cxn>
                <a:cxn ang="0">
                  <a:pos x="12" y="147"/>
                </a:cxn>
                <a:cxn ang="0">
                  <a:pos x="13" y="144"/>
                </a:cxn>
                <a:cxn ang="0">
                  <a:pos x="13" y="144"/>
                </a:cxn>
                <a:cxn ang="0">
                  <a:pos x="13" y="140"/>
                </a:cxn>
                <a:cxn ang="0">
                  <a:pos x="13" y="140"/>
                </a:cxn>
                <a:cxn ang="0">
                  <a:pos x="23" y="123"/>
                </a:cxn>
                <a:cxn ang="0">
                  <a:pos x="35" y="106"/>
                </a:cxn>
                <a:cxn ang="0">
                  <a:pos x="47" y="90"/>
                </a:cxn>
                <a:cxn ang="0">
                  <a:pos x="60" y="74"/>
                </a:cxn>
                <a:cxn ang="0">
                  <a:pos x="60" y="74"/>
                </a:cxn>
                <a:cxn ang="0">
                  <a:pos x="72" y="59"/>
                </a:cxn>
                <a:cxn ang="0">
                  <a:pos x="85" y="43"/>
                </a:cxn>
                <a:cxn ang="0">
                  <a:pos x="85" y="43"/>
                </a:cxn>
                <a:cxn ang="0">
                  <a:pos x="102" y="25"/>
                </a:cxn>
                <a:cxn ang="0">
                  <a:pos x="110" y="16"/>
                </a:cxn>
                <a:cxn ang="0">
                  <a:pos x="115" y="12"/>
                </a:cxn>
                <a:cxn ang="0">
                  <a:pos x="120" y="8"/>
                </a:cxn>
                <a:cxn ang="0">
                  <a:pos x="120" y="8"/>
                </a:cxn>
                <a:cxn ang="0">
                  <a:pos x="122" y="7"/>
                </a:cxn>
                <a:cxn ang="0">
                  <a:pos x="123" y="5"/>
                </a:cxn>
                <a:cxn ang="0">
                  <a:pos x="123" y="4"/>
                </a:cxn>
                <a:cxn ang="0">
                  <a:pos x="122" y="2"/>
                </a:cxn>
                <a:cxn ang="0">
                  <a:pos x="120" y="1"/>
                </a:cxn>
                <a:cxn ang="0">
                  <a:pos x="118" y="0"/>
                </a:cxn>
                <a:cxn ang="0">
                  <a:pos x="117" y="0"/>
                </a:cxn>
                <a:cxn ang="0">
                  <a:pos x="115" y="0"/>
                </a:cxn>
                <a:cxn ang="0">
                  <a:pos x="115" y="0"/>
                </a:cxn>
              </a:cxnLst>
              <a:rect l="0" t="0" r="r" b="b"/>
              <a:pathLst>
                <a:path w="123" h="152">
                  <a:moveTo>
                    <a:pt x="115" y="0"/>
                  </a:moveTo>
                  <a:lnTo>
                    <a:pt x="115" y="0"/>
                  </a:lnTo>
                  <a:lnTo>
                    <a:pt x="109" y="4"/>
                  </a:lnTo>
                  <a:lnTo>
                    <a:pt x="103" y="9"/>
                  </a:lnTo>
                  <a:lnTo>
                    <a:pt x="98" y="14"/>
                  </a:lnTo>
                  <a:lnTo>
                    <a:pt x="94" y="21"/>
                  </a:lnTo>
                  <a:lnTo>
                    <a:pt x="94" y="21"/>
                  </a:lnTo>
                  <a:lnTo>
                    <a:pt x="85" y="31"/>
                  </a:lnTo>
                  <a:lnTo>
                    <a:pt x="76" y="41"/>
                  </a:lnTo>
                  <a:lnTo>
                    <a:pt x="66" y="52"/>
                  </a:lnTo>
                  <a:lnTo>
                    <a:pt x="56" y="62"/>
                  </a:lnTo>
                  <a:lnTo>
                    <a:pt x="56" y="62"/>
                  </a:lnTo>
                  <a:lnTo>
                    <a:pt x="41" y="82"/>
                  </a:lnTo>
                  <a:lnTo>
                    <a:pt x="26" y="101"/>
                  </a:lnTo>
                  <a:lnTo>
                    <a:pt x="12" y="123"/>
                  </a:lnTo>
                  <a:lnTo>
                    <a:pt x="0" y="145"/>
                  </a:lnTo>
                  <a:lnTo>
                    <a:pt x="0" y="145"/>
                  </a:lnTo>
                  <a:lnTo>
                    <a:pt x="0" y="147"/>
                  </a:lnTo>
                  <a:lnTo>
                    <a:pt x="1" y="150"/>
                  </a:lnTo>
                  <a:lnTo>
                    <a:pt x="3" y="152"/>
                  </a:lnTo>
                  <a:lnTo>
                    <a:pt x="5" y="152"/>
                  </a:lnTo>
                  <a:lnTo>
                    <a:pt x="5" y="152"/>
                  </a:lnTo>
                  <a:lnTo>
                    <a:pt x="8" y="150"/>
                  </a:lnTo>
                  <a:lnTo>
                    <a:pt x="10" y="149"/>
                  </a:lnTo>
                  <a:lnTo>
                    <a:pt x="12" y="147"/>
                  </a:lnTo>
                  <a:lnTo>
                    <a:pt x="13" y="144"/>
                  </a:lnTo>
                  <a:lnTo>
                    <a:pt x="13" y="144"/>
                  </a:lnTo>
                  <a:lnTo>
                    <a:pt x="13" y="140"/>
                  </a:lnTo>
                  <a:lnTo>
                    <a:pt x="13" y="140"/>
                  </a:lnTo>
                  <a:lnTo>
                    <a:pt x="23" y="123"/>
                  </a:lnTo>
                  <a:lnTo>
                    <a:pt x="35" y="106"/>
                  </a:lnTo>
                  <a:lnTo>
                    <a:pt x="47" y="90"/>
                  </a:lnTo>
                  <a:lnTo>
                    <a:pt x="60" y="74"/>
                  </a:lnTo>
                  <a:lnTo>
                    <a:pt x="60" y="74"/>
                  </a:lnTo>
                  <a:lnTo>
                    <a:pt x="72" y="59"/>
                  </a:lnTo>
                  <a:lnTo>
                    <a:pt x="85" y="43"/>
                  </a:lnTo>
                  <a:lnTo>
                    <a:pt x="85" y="43"/>
                  </a:lnTo>
                  <a:lnTo>
                    <a:pt x="102" y="25"/>
                  </a:lnTo>
                  <a:lnTo>
                    <a:pt x="110" y="16"/>
                  </a:lnTo>
                  <a:lnTo>
                    <a:pt x="115" y="12"/>
                  </a:lnTo>
                  <a:lnTo>
                    <a:pt x="120" y="8"/>
                  </a:lnTo>
                  <a:lnTo>
                    <a:pt x="120" y="8"/>
                  </a:lnTo>
                  <a:lnTo>
                    <a:pt x="122" y="7"/>
                  </a:lnTo>
                  <a:lnTo>
                    <a:pt x="123" y="5"/>
                  </a:lnTo>
                  <a:lnTo>
                    <a:pt x="123" y="4"/>
                  </a:lnTo>
                  <a:lnTo>
                    <a:pt x="122" y="2"/>
                  </a:lnTo>
                  <a:lnTo>
                    <a:pt x="120" y="1"/>
                  </a:lnTo>
                  <a:lnTo>
                    <a:pt x="118" y="0"/>
                  </a:lnTo>
                  <a:lnTo>
                    <a:pt x="117" y="0"/>
                  </a:lnTo>
                  <a:lnTo>
                    <a:pt x="115" y="0"/>
                  </a:lnTo>
                  <a:lnTo>
                    <a:pt x="115"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14" name="Freeform 489"/>
            <p:cNvSpPr/>
            <p:nvPr/>
          </p:nvSpPr>
          <p:spPr bwMode="auto">
            <a:xfrm>
              <a:off x="2609851" y="3311525"/>
              <a:ext cx="49213" cy="60325"/>
            </a:xfrm>
            <a:custGeom>
              <a:avLst/>
              <a:gdLst/>
              <a:ahLst/>
              <a:cxnLst>
                <a:cxn ang="0">
                  <a:pos x="89" y="0"/>
                </a:cxn>
                <a:cxn ang="0">
                  <a:pos x="89" y="0"/>
                </a:cxn>
                <a:cxn ang="0">
                  <a:pos x="82" y="2"/>
                </a:cxn>
                <a:cxn ang="0">
                  <a:pos x="76" y="6"/>
                </a:cxn>
                <a:cxn ang="0">
                  <a:pos x="71" y="11"/>
                </a:cxn>
                <a:cxn ang="0">
                  <a:pos x="66" y="16"/>
                </a:cxn>
                <a:cxn ang="0">
                  <a:pos x="58" y="28"/>
                </a:cxn>
                <a:cxn ang="0">
                  <a:pos x="48" y="39"/>
                </a:cxn>
                <a:cxn ang="0">
                  <a:pos x="48" y="39"/>
                </a:cxn>
                <a:cxn ang="0">
                  <a:pos x="35" y="54"/>
                </a:cxn>
                <a:cxn ang="0">
                  <a:pos x="23" y="71"/>
                </a:cxn>
                <a:cxn ang="0">
                  <a:pos x="10" y="88"/>
                </a:cxn>
                <a:cxn ang="0">
                  <a:pos x="5" y="98"/>
                </a:cxn>
                <a:cxn ang="0">
                  <a:pos x="1" y="107"/>
                </a:cxn>
                <a:cxn ang="0">
                  <a:pos x="1" y="107"/>
                </a:cxn>
                <a:cxn ang="0">
                  <a:pos x="0" y="109"/>
                </a:cxn>
                <a:cxn ang="0">
                  <a:pos x="1" y="110"/>
                </a:cxn>
                <a:cxn ang="0">
                  <a:pos x="3" y="113"/>
                </a:cxn>
                <a:cxn ang="0">
                  <a:pos x="5" y="114"/>
                </a:cxn>
                <a:cxn ang="0">
                  <a:pos x="6" y="114"/>
                </a:cxn>
                <a:cxn ang="0">
                  <a:pos x="8" y="113"/>
                </a:cxn>
                <a:cxn ang="0">
                  <a:pos x="9" y="111"/>
                </a:cxn>
                <a:cxn ang="0">
                  <a:pos x="9" y="111"/>
                </a:cxn>
                <a:cxn ang="0">
                  <a:pos x="13" y="103"/>
                </a:cxn>
                <a:cxn ang="0">
                  <a:pos x="17" y="95"/>
                </a:cxn>
                <a:cxn ang="0">
                  <a:pos x="29" y="79"/>
                </a:cxn>
                <a:cxn ang="0">
                  <a:pos x="52" y="50"/>
                </a:cxn>
                <a:cxn ang="0">
                  <a:pos x="52" y="50"/>
                </a:cxn>
                <a:cxn ang="0">
                  <a:pos x="60" y="39"/>
                </a:cxn>
                <a:cxn ang="0">
                  <a:pos x="69" y="26"/>
                </a:cxn>
                <a:cxn ang="0">
                  <a:pos x="74" y="20"/>
                </a:cxn>
                <a:cxn ang="0">
                  <a:pos x="79" y="15"/>
                </a:cxn>
                <a:cxn ang="0">
                  <a:pos x="86" y="11"/>
                </a:cxn>
                <a:cxn ang="0">
                  <a:pos x="92" y="9"/>
                </a:cxn>
                <a:cxn ang="0">
                  <a:pos x="92" y="9"/>
                </a:cxn>
                <a:cxn ang="0">
                  <a:pos x="93" y="9"/>
                </a:cxn>
                <a:cxn ang="0">
                  <a:pos x="95" y="7"/>
                </a:cxn>
                <a:cxn ang="0">
                  <a:pos x="95" y="6"/>
                </a:cxn>
                <a:cxn ang="0">
                  <a:pos x="95" y="4"/>
                </a:cxn>
                <a:cxn ang="0">
                  <a:pos x="93" y="1"/>
                </a:cxn>
                <a:cxn ang="0">
                  <a:pos x="91" y="1"/>
                </a:cxn>
                <a:cxn ang="0">
                  <a:pos x="89" y="0"/>
                </a:cxn>
                <a:cxn ang="0">
                  <a:pos x="89" y="0"/>
                </a:cxn>
              </a:cxnLst>
              <a:rect l="0" t="0" r="r" b="b"/>
              <a:pathLst>
                <a:path w="95" h="114">
                  <a:moveTo>
                    <a:pt x="89" y="0"/>
                  </a:moveTo>
                  <a:lnTo>
                    <a:pt x="89" y="0"/>
                  </a:lnTo>
                  <a:lnTo>
                    <a:pt x="82" y="2"/>
                  </a:lnTo>
                  <a:lnTo>
                    <a:pt x="76" y="6"/>
                  </a:lnTo>
                  <a:lnTo>
                    <a:pt x="71" y="11"/>
                  </a:lnTo>
                  <a:lnTo>
                    <a:pt x="66" y="16"/>
                  </a:lnTo>
                  <a:lnTo>
                    <a:pt x="58" y="28"/>
                  </a:lnTo>
                  <a:lnTo>
                    <a:pt x="48" y="39"/>
                  </a:lnTo>
                  <a:lnTo>
                    <a:pt x="48" y="39"/>
                  </a:lnTo>
                  <a:lnTo>
                    <a:pt x="35" y="54"/>
                  </a:lnTo>
                  <a:lnTo>
                    <a:pt x="23" y="71"/>
                  </a:lnTo>
                  <a:lnTo>
                    <a:pt x="10" y="88"/>
                  </a:lnTo>
                  <a:lnTo>
                    <a:pt x="5" y="98"/>
                  </a:lnTo>
                  <a:lnTo>
                    <a:pt x="1" y="107"/>
                  </a:lnTo>
                  <a:lnTo>
                    <a:pt x="1" y="107"/>
                  </a:lnTo>
                  <a:lnTo>
                    <a:pt x="0" y="109"/>
                  </a:lnTo>
                  <a:lnTo>
                    <a:pt x="1" y="110"/>
                  </a:lnTo>
                  <a:lnTo>
                    <a:pt x="3" y="113"/>
                  </a:lnTo>
                  <a:lnTo>
                    <a:pt x="5" y="114"/>
                  </a:lnTo>
                  <a:lnTo>
                    <a:pt x="6" y="114"/>
                  </a:lnTo>
                  <a:lnTo>
                    <a:pt x="8" y="113"/>
                  </a:lnTo>
                  <a:lnTo>
                    <a:pt x="9" y="111"/>
                  </a:lnTo>
                  <a:lnTo>
                    <a:pt x="9" y="111"/>
                  </a:lnTo>
                  <a:lnTo>
                    <a:pt x="13" y="103"/>
                  </a:lnTo>
                  <a:lnTo>
                    <a:pt x="17" y="95"/>
                  </a:lnTo>
                  <a:lnTo>
                    <a:pt x="29" y="79"/>
                  </a:lnTo>
                  <a:lnTo>
                    <a:pt x="52" y="50"/>
                  </a:lnTo>
                  <a:lnTo>
                    <a:pt x="52" y="50"/>
                  </a:lnTo>
                  <a:lnTo>
                    <a:pt x="60" y="39"/>
                  </a:lnTo>
                  <a:lnTo>
                    <a:pt x="69" y="26"/>
                  </a:lnTo>
                  <a:lnTo>
                    <a:pt x="74" y="20"/>
                  </a:lnTo>
                  <a:lnTo>
                    <a:pt x="79" y="15"/>
                  </a:lnTo>
                  <a:lnTo>
                    <a:pt x="86" y="11"/>
                  </a:lnTo>
                  <a:lnTo>
                    <a:pt x="92" y="9"/>
                  </a:lnTo>
                  <a:lnTo>
                    <a:pt x="92" y="9"/>
                  </a:lnTo>
                  <a:lnTo>
                    <a:pt x="93" y="9"/>
                  </a:lnTo>
                  <a:lnTo>
                    <a:pt x="95" y="7"/>
                  </a:lnTo>
                  <a:lnTo>
                    <a:pt x="95" y="6"/>
                  </a:lnTo>
                  <a:lnTo>
                    <a:pt x="95" y="4"/>
                  </a:lnTo>
                  <a:lnTo>
                    <a:pt x="93" y="1"/>
                  </a:lnTo>
                  <a:lnTo>
                    <a:pt x="91" y="1"/>
                  </a:lnTo>
                  <a:lnTo>
                    <a:pt x="89" y="0"/>
                  </a:lnTo>
                  <a:lnTo>
                    <a:pt x="89"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15" name="Freeform 490"/>
            <p:cNvSpPr/>
            <p:nvPr/>
          </p:nvSpPr>
          <p:spPr bwMode="auto">
            <a:xfrm>
              <a:off x="2201863" y="3192463"/>
              <a:ext cx="93663" cy="122238"/>
            </a:xfrm>
            <a:custGeom>
              <a:avLst/>
              <a:gdLst/>
              <a:ahLst/>
              <a:cxnLst>
                <a:cxn ang="0">
                  <a:pos x="169" y="3"/>
                </a:cxn>
                <a:cxn ang="0">
                  <a:pos x="169" y="3"/>
                </a:cxn>
                <a:cxn ang="0">
                  <a:pos x="160" y="13"/>
                </a:cxn>
                <a:cxn ang="0">
                  <a:pos x="154" y="23"/>
                </a:cxn>
                <a:cxn ang="0">
                  <a:pos x="143" y="45"/>
                </a:cxn>
                <a:cxn ang="0">
                  <a:pos x="143" y="45"/>
                </a:cxn>
                <a:cxn ang="0">
                  <a:pos x="134" y="61"/>
                </a:cxn>
                <a:cxn ang="0">
                  <a:pos x="123" y="77"/>
                </a:cxn>
                <a:cxn ang="0">
                  <a:pos x="102" y="106"/>
                </a:cxn>
                <a:cxn ang="0">
                  <a:pos x="102" y="106"/>
                </a:cxn>
                <a:cxn ang="0">
                  <a:pos x="87" y="122"/>
                </a:cxn>
                <a:cxn ang="0">
                  <a:pos x="72" y="139"/>
                </a:cxn>
                <a:cxn ang="0">
                  <a:pos x="56" y="154"/>
                </a:cxn>
                <a:cxn ang="0">
                  <a:pos x="42" y="170"/>
                </a:cxn>
                <a:cxn ang="0">
                  <a:pos x="42" y="170"/>
                </a:cxn>
                <a:cxn ang="0">
                  <a:pos x="21" y="195"/>
                </a:cxn>
                <a:cxn ang="0">
                  <a:pos x="1" y="222"/>
                </a:cxn>
                <a:cxn ang="0">
                  <a:pos x="1" y="222"/>
                </a:cxn>
                <a:cxn ang="0">
                  <a:pos x="0" y="224"/>
                </a:cxn>
                <a:cxn ang="0">
                  <a:pos x="1" y="226"/>
                </a:cxn>
                <a:cxn ang="0">
                  <a:pos x="1" y="227"/>
                </a:cxn>
                <a:cxn ang="0">
                  <a:pos x="3" y="228"/>
                </a:cxn>
                <a:cxn ang="0">
                  <a:pos x="4" y="229"/>
                </a:cxn>
                <a:cxn ang="0">
                  <a:pos x="7" y="229"/>
                </a:cxn>
                <a:cxn ang="0">
                  <a:pos x="9" y="228"/>
                </a:cxn>
                <a:cxn ang="0">
                  <a:pos x="10" y="227"/>
                </a:cxn>
                <a:cxn ang="0">
                  <a:pos x="10" y="227"/>
                </a:cxn>
                <a:cxn ang="0">
                  <a:pos x="20" y="211"/>
                </a:cxn>
                <a:cxn ang="0">
                  <a:pos x="31" y="198"/>
                </a:cxn>
                <a:cxn ang="0">
                  <a:pos x="54" y="170"/>
                </a:cxn>
                <a:cxn ang="0">
                  <a:pos x="79" y="144"/>
                </a:cxn>
                <a:cxn ang="0">
                  <a:pos x="104" y="118"/>
                </a:cxn>
                <a:cxn ang="0">
                  <a:pos x="104" y="118"/>
                </a:cxn>
                <a:cxn ang="0">
                  <a:pos x="113" y="108"/>
                </a:cxn>
                <a:cxn ang="0">
                  <a:pos x="122" y="95"/>
                </a:cxn>
                <a:cxn ang="0">
                  <a:pos x="138" y="71"/>
                </a:cxn>
                <a:cxn ang="0">
                  <a:pos x="138" y="71"/>
                </a:cxn>
                <a:cxn ang="0">
                  <a:pos x="147" y="55"/>
                </a:cxn>
                <a:cxn ang="0">
                  <a:pos x="155" y="40"/>
                </a:cxn>
                <a:cxn ang="0">
                  <a:pos x="165" y="23"/>
                </a:cxn>
                <a:cxn ang="0">
                  <a:pos x="170" y="16"/>
                </a:cxn>
                <a:cxn ang="0">
                  <a:pos x="175" y="9"/>
                </a:cxn>
                <a:cxn ang="0">
                  <a:pos x="175" y="9"/>
                </a:cxn>
                <a:cxn ang="0">
                  <a:pos x="176" y="8"/>
                </a:cxn>
                <a:cxn ang="0">
                  <a:pos x="176" y="6"/>
                </a:cxn>
                <a:cxn ang="0">
                  <a:pos x="176" y="4"/>
                </a:cxn>
                <a:cxn ang="0">
                  <a:pos x="175" y="3"/>
                </a:cxn>
                <a:cxn ang="0">
                  <a:pos x="173" y="1"/>
                </a:cxn>
                <a:cxn ang="0">
                  <a:pos x="172" y="0"/>
                </a:cxn>
                <a:cxn ang="0">
                  <a:pos x="170" y="1"/>
                </a:cxn>
                <a:cxn ang="0">
                  <a:pos x="169" y="3"/>
                </a:cxn>
                <a:cxn ang="0">
                  <a:pos x="169" y="3"/>
                </a:cxn>
              </a:cxnLst>
              <a:rect l="0" t="0" r="r" b="b"/>
              <a:pathLst>
                <a:path w="176" h="229">
                  <a:moveTo>
                    <a:pt x="169" y="3"/>
                  </a:moveTo>
                  <a:lnTo>
                    <a:pt x="169" y="3"/>
                  </a:lnTo>
                  <a:lnTo>
                    <a:pt x="160" y="13"/>
                  </a:lnTo>
                  <a:lnTo>
                    <a:pt x="154" y="23"/>
                  </a:lnTo>
                  <a:lnTo>
                    <a:pt x="143" y="45"/>
                  </a:lnTo>
                  <a:lnTo>
                    <a:pt x="143" y="45"/>
                  </a:lnTo>
                  <a:lnTo>
                    <a:pt x="134" y="61"/>
                  </a:lnTo>
                  <a:lnTo>
                    <a:pt x="123" y="77"/>
                  </a:lnTo>
                  <a:lnTo>
                    <a:pt x="102" y="106"/>
                  </a:lnTo>
                  <a:lnTo>
                    <a:pt x="102" y="106"/>
                  </a:lnTo>
                  <a:lnTo>
                    <a:pt x="87" y="122"/>
                  </a:lnTo>
                  <a:lnTo>
                    <a:pt x="72" y="139"/>
                  </a:lnTo>
                  <a:lnTo>
                    <a:pt x="56" y="154"/>
                  </a:lnTo>
                  <a:lnTo>
                    <a:pt x="42" y="170"/>
                  </a:lnTo>
                  <a:lnTo>
                    <a:pt x="42" y="170"/>
                  </a:lnTo>
                  <a:lnTo>
                    <a:pt x="21" y="195"/>
                  </a:lnTo>
                  <a:lnTo>
                    <a:pt x="1" y="222"/>
                  </a:lnTo>
                  <a:lnTo>
                    <a:pt x="1" y="222"/>
                  </a:lnTo>
                  <a:lnTo>
                    <a:pt x="0" y="224"/>
                  </a:lnTo>
                  <a:lnTo>
                    <a:pt x="1" y="226"/>
                  </a:lnTo>
                  <a:lnTo>
                    <a:pt x="1" y="227"/>
                  </a:lnTo>
                  <a:lnTo>
                    <a:pt x="3" y="228"/>
                  </a:lnTo>
                  <a:lnTo>
                    <a:pt x="4" y="229"/>
                  </a:lnTo>
                  <a:lnTo>
                    <a:pt x="7" y="229"/>
                  </a:lnTo>
                  <a:lnTo>
                    <a:pt x="9" y="228"/>
                  </a:lnTo>
                  <a:lnTo>
                    <a:pt x="10" y="227"/>
                  </a:lnTo>
                  <a:lnTo>
                    <a:pt x="10" y="227"/>
                  </a:lnTo>
                  <a:lnTo>
                    <a:pt x="20" y="211"/>
                  </a:lnTo>
                  <a:lnTo>
                    <a:pt x="31" y="198"/>
                  </a:lnTo>
                  <a:lnTo>
                    <a:pt x="54" y="170"/>
                  </a:lnTo>
                  <a:lnTo>
                    <a:pt x="79" y="144"/>
                  </a:lnTo>
                  <a:lnTo>
                    <a:pt x="104" y="118"/>
                  </a:lnTo>
                  <a:lnTo>
                    <a:pt x="104" y="118"/>
                  </a:lnTo>
                  <a:lnTo>
                    <a:pt x="113" y="108"/>
                  </a:lnTo>
                  <a:lnTo>
                    <a:pt x="122" y="95"/>
                  </a:lnTo>
                  <a:lnTo>
                    <a:pt x="138" y="71"/>
                  </a:lnTo>
                  <a:lnTo>
                    <a:pt x="138" y="71"/>
                  </a:lnTo>
                  <a:lnTo>
                    <a:pt x="147" y="55"/>
                  </a:lnTo>
                  <a:lnTo>
                    <a:pt x="155" y="40"/>
                  </a:lnTo>
                  <a:lnTo>
                    <a:pt x="165" y="23"/>
                  </a:lnTo>
                  <a:lnTo>
                    <a:pt x="170" y="16"/>
                  </a:lnTo>
                  <a:lnTo>
                    <a:pt x="175" y="9"/>
                  </a:lnTo>
                  <a:lnTo>
                    <a:pt x="175" y="9"/>
                  </a:lnTo>
                  <a:lnTo>
                    <a:pt x="176" y="8"/>
                  </a:lnTo>
                  <a:lnTo>
                    <a:pt x="176" y="6"/>
                  </a:lnTo>
                  <a:lnTo>
                    <a:pt x="176" y="4"/>
                  </a:lnTo>
                  <a:lnTo>
                    <a:pt x="175" y="3"/>
                  </a:lnTo>
                  <a:lnTo>
                    <a:pt x="173" y="1"/>
                  </a:lnTo>
                  <a:lnTo>
                    <a:pt x="172" y="0"/>
                  </a:lnTo>
                  <a:lnTo>
                    <a:pt x="170" y="1"/>
                  </a:lnTo>
                  <a:lnTo>
                    <a:pt x="169" y="3"/>
                  </a:lnTo>
                  <a:lnTo>
                    <a:pt x="16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16" name="Freeform 491"/>
            <p:cNvSpPr/>
            <p:nvPr/>
          </p:nvSpPr>
          <p:spPr bwMode="auto">
            <a:xfrm>
              <a:off x="2214563" y="3246438"/>
              <a:ext cx="85725" cy="115888"/>
            </a:xfrm>
            <a:custGeom>
              <a:avLst/>
              <a:gdLst/>
              <a:ahLst/>
              <a:cxnLst>
                <a:cxn ang="0">
                  <a:pos x="153" y="2"/>
                </a:cxn>
                <a:cxn ang="0">
                  <a:pos x="153" y="2"/>
                </a:cxn>
                <a:cxn ang="0">
                  <a:pos x="146" y="16"/>
                </a:cxn>
                <a:cxn ang="0">
                  <a:pos x="137" y="30"/>
                </a:cxn>
                <a:cxn ang="0">
                  <a:pos x="129" y="43"/>
                </a:cxn>
                <a:cxn ang="0">
                  <a:pos x="120" y="55"/>
                </a:cxn>
                <a:cxn ang="0">
                  <a:pos x="100" y="80"/>
                </a:cxn>
                <a:cxn ang="0">
                  <a:pos x="81" y="105"/>
                </a:cxn>
                <a:cxn ang="0">
                  <a:pos x="81" y="105"/>
                </a:cxn>
                <a:cxn ang="0">
                  <a:pos x="60" y="135"/>
                </a:cxn>
                <a:cxn ang="0">
                  <a:pos x="39" y="165"/>
                </a:cxn>
                <a:cxn ang="0">
                  <a:pos x="39" y="165"/>
                </a:cxn>
                <a:cxn ang="0">
                  <a:pos x="31" y="176"/>
                </a:cxn>
                <a:cxn ang="0">
                  <a:pos x="21" y="188"/>
                </a:cxn>
                <a:cxn ang="0">
                  <a:pos x="10" y="199"/>
                </a:cxn>
                <a:cxn ang="0">
                  <a:pos x="1" y="210"/>
                </a:cxn>
                <a:cxn ang="0">
                  <a:pos x="1" y="210"/>
                </a:cxn>
                <a:cxn ang="0">
                  <a:pos x="0" y="212"/>
                </a:cxn>
                <a:cxn ang="0">
                  <a:pos x="1" y="215"/>
                </a:cxn>
                <a:cxn ang="0">
                  <a:pos x="1" y="216"/>
                </a:cxn>
                <a:cxn ang="0">
                  <a:pos x="3" y="217"/>
                </a:cxn>
                <a:cxn ang="0">
                  <a:pos x="4" y="218"/>
                </a:cxn>
                <a:cxn ang="0">
                  <a:pos x="6" y="218"/>
                </a:cxn>
                <a:cxn ang="0">
                  <a:pos x="8" y="217"/>
                </a:cxn>
                <a:cxn ang="0">
                  <a:pos x="9" y="216"/>
                </a:cxn>
                <a:cxn ang="0">
                  <a:pos x="9" y="216"/>
                </a:cxn>
                <a:cxn ang="0">
                  <a:pos x="19" y="203"/>
                </a:cxn>
                <a:cxn ang="0">
                  <a:pos x="29" y="193"/>
                </a:cxn>
                <a:cxn ang="0">
                  <a:pos x="38" y="181"/>
                </a:cxn>
                <a:cxn ang="0">
                  <a:pos x="48" y="170"/>
                </a:cxn>
                <a:cxn ang="0">
                  <a:pos x="48" y="170"/>
                </a:cxn>
                <a:cxn ang="0">
                  <a:pos x="68" y="140"/>
                </a:cxn>
                <a:cxn ang="0">
                  <a:pos x="89" y="110"/>
                </a:cxn>
                <a:cxn ang="0">
                  <a:pos x="89" y="110"/>
                </a:cxn>
                <a:cxn ang="0">
                  <a:pos x="109" y="85"/>
                </a:cxn>
                <a:cxn ang="0">
                  <a:pos x="128" y="61"/>
                </a:cxn>
                <a:cxn ang="0">
                  <a:pos x="137" y="47"/>
                </a:cxn>
                <a:cxn ang="0">
                  <a:pos x="146" y="35"/>
                </a:cxn>
                <a:cxn ang="0">
                  <a:pos x="154" y="20"/>
                </a:cxn>
                <a:cxn ang="0">
                  <a:pos x="161" y="7"/>
                </a:cxn>
                <a:cxn ang="0">
                  <a:pos x="161" y="7"/>
                </a:cxn>
                <a:cxn ang="0">
                  <a:pos x="161" y="5"/>
                </a:cxn>
                <a:cxn ang="0">
                  <a:pos x="161" y="3"/>
                </a:cxn>
                <a:cxn ang="0">
                  <a:pos x="159" y="1"/>
                </a:cxn>
                <a:cxn ang="0">
                  <a:pos x="157" y="0"/>
                </a:cxn>
                <a:cxn ang="0">
                  <a:pos x="156" y="0"/>
                </a:cxn>
                <a:cxn ang="0">
                  <a:pos x="154" y="1"/>
                </a:cxn>
                <a:cxn ang="0">
                  <a:pos x="153" y="2"/>
                </a:cxn>
                <a:cxn ang="0">
                  <a:pos x="153" y="2"/>
                </a:cxn>
              </a:cxnLst>
              <a:rect l="0" t="0" r="r" b="b"/>
              <a:pathLst>
                <a:path w="161" h="218">
                  <a:moveTo>
                    <a:pt x="153" y="2"/>
                  </a:moveTo>
                  <a:lnTo>
                    <a:pt x="153" y="2"/>
                  </a:lnTo>
                  <a:lnTo>
                    <a:pt x="146" y="16"/>
                  </a:lnTo>
                  <a:lnTo>
                    <a:pt x="137" y="30"/>
                  </a:lnTo>
                  <a:lnTo>
                    <a:pt x="129" y="43"/>
                  </a:lnTo>
                  <a:lnTo>
                    <a:pt x="120" y="55"/>
                  </a:lnTo>
                  <a:lnTo>
                    <a:pt x="100" y="80"/>
                  </a:lnTo>
                  <a:lnTo>
                    <a:pt x="81" y="105"/>
                  </a:lnTo>
                  <a:lnTo>
                    <a:pt x="81" y="105"/>
                  </a:lnTo>
                  <a:lnTo>
                    <a:pt x="60" y="135"/>
                  </a:lnTo>
                  <a:lnTo>
                    <a:pt x="39" y="165"/>
                  </a:lnTo>
                  <a:lnTo>
                    <a:pt x="39" y="165"/>
                  </a:lnTo>
                  <a:lnTo>
                    <a:pt x="31" y="176"/>
                  </a:lnTo>
                  <a:lnTo>
                    <a:pt x="21" y="188"/>
                  </a:lnTo>
                  <a:lnTo>
                    <a:pt x="10" y="199"/>
                  </a:lnTo>
                  <a:lnTo>
                    <a:pt x="1" y="210"/>
                  </a:lnTo>
                  <a:lnTo>
                    <a:pt x="1" y="210"/>
                  </a:lnTo>
                  <a:lnTo>
                    <a:pt x="0" y="212"/>
                  </a:lnTo>
                  <a:lnTo>
                    <a:pt x="1" y="215"/>
                  </a:lnTo>
                  <a:lnTo>
                    <a:pt x="1" y="216"/>
                  </a:lnTo>
                  <a:lnTo>
                    <a:pt x="3" y="217"/>
                  </a:lnTo>
                  <a:lnTo>
                    <a:pt x="4" y="218"/>
                  </a:lnTo>
                  <a:lnTo>
                    <a:pt x="6" y="218"/>
                  </a:lnTo>
                  <a:lnTo>
                    <a:pt x="8" y="217"/>
                  </a:lnTo>
                  <a:lnTo>
                    <a:pt x="9" y="216"/>
                  </a:lnTo>
                  <a:lnTo>
                    <a:pt x="9" y="216"/>
                  </a:lnTo>
                  <a:lnTo>
                    <a:pt x="19" y="203"/>
                  </a:lnTo>
                  <a:lnTo>
                    <a:pt x="29" y="193"/>
                  </a:lnTo>
                  <a:lnTo>
                    <a:pt x="38" y="181"/>
                  </a:lnTo>
                  <a:lnTo>
                    <a:pt x="48" y="170"/>
                  </a:lnTo>
                  <a:lnTo>
                    <a:pt x="48" y="170"/>
                  </a:lnTo>
                  <a:lnTo>
                    <a:pt x="68" y="140"/>
                  </a:lnTo>
                  <a:lnTo>
                    <a:pt x="89" y="110"/>
                  </a:lnTo>
                  <a:lnTo>
                    <a:pt x="89" y="110"/>
                  </a:lnTo>
                  <a:lnTo>
                    <a:pt x="109" y="85"/>
                  </a:lnTo>
                  <a:lnTo>
                    <a:pt x="128" y="61"/>
                  </a:lnTo>
                  <a:lnTo>
                    <a:pt x="137" y="47"/>
                  </a:lnTo>
                  <a:lnTo>
                    <a:pt x="146" y="35"/>
                  </a:lnTo>
                  <a:lnTo>
                    <a:pt x="154" y="20"/>
                  </a:lnTo>
                  <a:lnTo>
                    <a:pt x="161" y="7"/>
                  </a:lnTo>
                  <a:lnTo>
                    <a:pt x="161" y="7"/>
                  </a:lnTo>
                  <a:lnTo>
                    <a:pt x="161" y="5"/>
                  </a:lnTo>
                  <a:lnTo>
                    <a:pt x="161" y="3"/>
                  </a:lnTo>
                  <a:lnTo>
                    <a:pt x="159" y="1"/>
                  </a:lnTo>
                  <a:lnTo>
                    <a:pt x="157" y="0"/>
                  </a:lnTo>
                  <a:lnTo>
                    <a:pt x="156" y="0"/>
                  </a:lnTo>
                  <a:lnTo>
                    <a:pt x="154" y="1"/>
                  </a:lnTo>
                  <a:lnTo>
                    <a:pt x="153" y="2"/>
                  </a:lnTo>
                  <a:lnTo>
                    <a:pt x="15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17" name="Freeform 492"/>
            <p:cNvSpPr/>
            <p:nvPr/>
          </p:nvSpPr>
          <p:spPr bwMode="auto">
            <a:xfrm>
              <a:off x="2203451" y="3306763"/>
              <a:ext cx="96838" cy="125413"/>
            </a:xfrm>
            <a:custGeom>
              <a:avLst/>
              <a:gdLst/>
              <a:ahLst/>
              <a:cxnLst>
                <a:cxn ang="0">
                  <a:pos x="177" y="2"/>
                </a:cxn>
                <a:cxn ang="0">
                  <a:pos x="177" y="2"/>
                </a:cxn>
                <a:cxn ang="0">
                  <a:pos x="165" y="13"/>
                </a:cxn>
                <a:cxn ang="0">
                  <a:pos x="153" y="25"/>
                </a:cxn>
                <a:cxn ang="0">
                  <a:pos x="143" y="38"/>
                </a:cxn>
                <a:cxn ang="0">
                  <a:pos x="133" y="53"/>
                </a:cxn>
                <a:cxn ang="0">
                  <a:pos x="114" y="83"/>
                </a:cxn>
                <a:cxn ang="0">
                  <a:pos x="106" y="97"/>
                </a:cxn>
                <a:cxn ang="0">
                  <a:pos x="96" y="111"/>
                </a:cxn>
                <a:cxn ang="0">
                  <a:pos x="96" y="111"/>
                </a:cxn>
                <a:cxn ang="0">
                  <a:pos x="86" y="126"/>
                </a:cxn>
                <a:cxn ang="0">
                  <a:pos x="77" y="143"/>
                </a:cxn>
                <a:cxn ang="0">
                  <a:pos x="66" y="159"/>
                </a:cxn>
                <a:cxn ang="0">
                  <a:pos x="56" y="175"/>
                </a:cxn>
                <a:cxn ang="0">
                  <a:pos x="56" y="175"/>
                </a:cxn>
                <a:cxn ang="0">
                  <a:pos x="48" y="186"/>
                </a:cxn>
                <a:cxn ang="0">
                  <a:pos x="33" y="205"/>
                </a:cxn>
                <a:cxn ang="0">
                  <a:pos x="25" y="214"/>
                </a:cxn>
                <a:cxn ang="0">
                  <a:pos x="18" y="221"/>
                </a:cxn>
                <a:cxn ang="0">
                  <a:pos x="11" y="226"/>
                </a:cxn>
                <a:cxn ang="0">
                  <a:pos x="9" y="228"/>
                </a:cxn>
                <a:cxn ang="0">
                  <a:pos x="6" y="229"/>
                </a:cxn>
                <a:cxn ang="0">
                  <a:pos x="6" y="229"/>
                </a:cxn>
                <a:cxn ang="0">
                  <a:pos x="3" y="229"/>
                </a:cxn>
                <a:cxn ang="0">
                  <a:pos x="2" y="229"/>
                </a:cxn>
                <a:cxn ang="0">
                  <a:pos x="0" y="232"/>
                </a:cxn>
                <a:cxn ang="0">
                  <a:pos x="0" y="234"/>
                </a:cxn>
                <a:cxn ang="0">
                  <a:pos x="0" y="236"/>
                </a:cxn>
                <a:cxn ang="0">
                  <a:pos x="1" y="237"/>
                </a:cxn>
                <a:cxn ang="0">
                  <a:pos x="3" y="238"/>
                </a:cxn>
                <a:cxn ang="0">
                  <a:pos x="3" y="238"/>
                </a:cxn>
                <a:cxn ang="0">
                  <a:pos x="8" y="238"/>
                </a:cxn>
                <a:cxn ang="0">
                  <a:pos x="12" y="237"/>
                </a:cxn>
                <a:cxn ang="0">
                  <a:pos x="15" y="236"/>
                </a:cxn>
                <a:cxn ang="0">
                  <a:pos x="19" y="233"/>
                </a:cxn>
                <a:cxn ang="0">
                  <a:pos x="24" y="228"/>
                </a:cxn>
                <a:cxn ang="0">
                  <a:pos x="30" y="220"/>
                </a:cxn>
                <a:cxn ang="0">
                  <a:pos x="30" y="220"/>
                </a:cxn>
                <a:cxn ang="0">
                  <a:pos x="42" y="206"/>
                </a:cxn>
                <a:cxn ang="0">
                  <a:pos x="55" y="190"/>
                </a:cxn>
                <a:cxn ang="0">
                  <a:pos x="66" y="175"/>
                </a:cxn>
                <a:cxn ang="0">
                  <a:pos x="78" y="159"/>
                </a:cxn>
                <a:cxn ang="0">
                  <a:pos x="78" y="159"/>
                </a:cxn>
                <a:cxn ang="0">
                  <a:pos x="104" y="119"/>
                </a:cxn>
                <a:cxn ang="0">
                  <a:pos x="129" y="80"/>
                </a:cxn>
                <a:cxn ang="0">
                  <a:pos x="129" y="80"/>
                </a:cxn>
                <a:cxn ang="0">
                  <a:pos x="141" y="61"/>
                </a:cxn>
                <a:cxn ang="0">
                  <a:pos x="153" y="42"/>
                </a:cxn>
                <a:cxn ang="0">
                  <a:pos x="160" y="32"/>
                </a:cxn>
                <a:cxn ang="0">
                  <a:pos x="168" y="24"/>
                </a:cxn>
                <a:cxn ang="0">
                  <a:pos x="175" y="16"/>
                </a:cxn>
                <a:cxn ang="0">
                  <a:pos x="183" y="9"/>
                </a:cxn>
                <a:cxn ang="0">
                  <a:pos x="183" y="9"/>
                </a:cxn>
                <a:cxn ang="0">
                  <a:pos x="185" y="8"/>
                </a:cxn>
                <a:cxn ang="0">
                  <a:pos x="185" y="5"/>
                </a:cxn>
                <a:cxn ang="0">
                  <a:pos x="184" y="3"/>
                </a:cxn>
                <a:cxn ang="0">
                  <a:pos x="183" y="2"/>
                </a:cxn>
                <a:cxn ang="0">
                  <a:pos x="180" y="0"/>
                </a:cxn>
                <a:cxn ang="0">
                  <a:pos x="179" y="1"/>
                </a:cxn>
                <a:cxn ang="0">
                  <a:pos x="177" y="2"/>
                </a:cxn>
                <a:cxn ang="0">
                  <a:pos x="177" y="2"/>
                </a:cxn>
              </a:cxnLst>
              <a:rect l="0" t="0" r="r" b="b"/>
              <a:pathLst>
                <a:path w="185" h="238">
                  <a:moveTo>
                    <a:pt x="177" y="2"/>
                  </a:moveTo>
                  <a:lnTo>
                    <a:pt x="177" y="2"/>
                  </a:lnTo>
                  <a:lnTo>
                    <a:pt x="165" y="13"/>
                  </a:lnTo>
                  <a:lnTo>
                    <a:pt x="153" y="25"/>
                  </a:lnTo>
                  <a:lnTo>
                    <a:pt x="143" y="38"/>
                  </a:lnTo>
                  <a:lnTo>
                    <a:pt x="133" y="53"/>
                  </a:lnTo>
                  <a:lnTo>
                    <a:pt x="114" y="83"/>
                  </a:lnTo>
                  <a:lnTo>
                    <a:pt x="106" y="97"/>
                  </a:lnTo>
                  <a:lnTo>
                    <a:pt x="96" y="111"/>
                  </a:lnTo>
                  <a:lnTo>
                    <a:pt x="96" y="111"/>
                  </a:lnTo>
                  <a:lnTo>
                    <a:pt x="86" y="126"/>
                  </a:lnTo>
                  <a:lnTo>
                    <a:pt x="77" y="143"/>
                  </a:lnTo>
                  <a:lnTo>
                    <a:pt x="66" y="159"/>
                  </a:lnTo>
                  <a:lnTo>
                    <a:pt x="56" y="175"/>
                  </a:lnTo>
                  <a:lnTo>
                    <a:pt x="56" y="175"/>
                  </a:lnTo>
                  <a:lnTo>
                    <a:pt x="48" y="186"/>
                  </a:lnTo>
                  <a:lnTo>
                    <a:pt x="33" y="205"/>
                  </a:lnTo>
                  <a:lnTo>
                    <a:pt x="25" y="214"/>
                  </a:lnTo>
                  <a:lnTo>
                    <a:pt x="18" y="221"/>
                  </a:lnTo>
                  <a:lnTo>
                    <a:pt x="11" y="226"/>
                  </a:lnTo>
                  <a:lnTo>
                    <a:pt x="9" y="228"/>
                  </a:lnTo>
                  <a:lnTo>
                    <a:pt x="6" y="229"/>
                  </a:lnTo>
                  <a:lnTo>
                    <a:pt x="6" y="229"/>
                  </a:lnTo>
                  <a:lnTo>
                    <a:pt x="3" y="229"/>
                  </a:lnTo>
                  <a:lnTo>
                    <a:pt x="2" y="229"/>
                  </a:lnTo>
                  <a:lnTo>
                    <a:pt x="0" y="232"/>
                  </a:lnTo>
                  <a:lnTo>
                    <a:pt x="0" y="234"/>
                  </a:lnTo>
                  <a:lnTo>
                    <a:pt x="0" y="236"/>
                  </a:lnTo>
                  <a:lnTo>
                    <a:pt x="1" y="237"/>
                  </a:lnTo>
                  <a:lnTo>
                    <a:pt x="3" y="238"/>
                  </a:lnTo>
                  <a:lnTo>
                    <a:pt x="3" y="238"/>
                  </a:lnTo>
                  <a:lnTo>
                    <a:pt x="8" y="238"/>
                  </a:lnTo>
                  <a:lnTo>
                    <a:pt x="12" y="237"/>
                  </a:lnTo>
                  <a:lnTo>
                    <a:pt x="15" y="236"/>
                  </a:lnTo>
                  <a:lnTo>
                    <a:pt x="19" y="233"/>
                  </a:lnTo>
                  <a:lnTo>
                    <a:pt x="24" y="228"/>
                  </a:lnTo>
                  <a:lnTo>
                    <a:pt x="30" y="220"/>
                  </a:lnTo>
                  <a:lnTo>
                    <a:pt x="30" y="220"/>
                  </a:lnTo>
                  <a:lnTo>
                    <a:pt x="42" y="206"/>
                  </a:lnTo>
                  <a:lnTo>
                    <a:pt x="55" y="190"/>
                  </a:lnTo>
                  <a:lnTo>
                    <a:pt x="66" y="175"/>
                  </a:lnTo>
                  <a:lnTo>
                    <a:pt x="78" y="159"/>
                  </a:lnTo>
                  <a:lnTo>
                    <a:pt x="78" y="159"/>
                  </a:lnTo>
                  <a:lnTo>
                    <a:pt x="104" y="119"/>
                  </a:lnTo>
                  <a:lnTo>
                    <a:pt x="129" y="80"/>
                  </a:lnTo>
                  <a:lnTo>
                    <a:pt x="129" y="80"/>
                  </a:lnTo>
                  <a:lnTo>
                    <a:pt x="141" y="61"/>
                  </a:lnTo>
                  <a:lnTo>
                    <a:pt x="153" y="42"/>
                  </a:lnTo>
                  <a:lnTo>
                    <a:pt x="160" y="32"/>
                  </a:lnTo>
                  <a:lnTo>
                    <a:pt x="168" y="24"/>
                  </a:lnTo>
                  <a:lnTo>
                    <a:pt x="175" y="16"/>
                  </a:lnTo>
                  <a:lnTo>
                    <a:pt x="183" y="9"/>
                  </a:lnTo>
                  <a:lnTo>
                    <a:pt x="183" y="9"/>
                  </a:lnTo>
                  <a:lnTo>
                    <a:pt x="185" y="8"/>
                  </a:lnTo>
                  <a:lnTo>
                    <a:pt x="185" y="5"/>
                  </a:lnTo>
                  <a:lnTo>
                    <a:pt x="184" y="3"/>
                  </a:lnTo>
                  <a:lnTo>
                    <a:pt x="183" y="2"/>
                  </a:lnTo>
                  <a:lnTo>
                    <a:pt x="180" y="0"/>
                  </a:lnTo>
                  <a:lnTo>
                    <a:pt x="179" y="1"/>
                  </a:lnTo>
                  <a:lnTo>
                    <a:pt x="177" y="2"/>
                  </a:lnTo>
                  <a:lnTo>
                    <a:pt x="17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18" name="Freeform 493"/>
            <p:cNvSpPr/>
            <p:nvPr/>
          </p:nvSpPr>
          <p:spPr bwMode="auto">
            <a:xfrm>
              <a:off x="2197101" y="3367088"/>
              <a:ext cx="98425" cy="117475"/>
            </a:xfrm>
            <a:custGeom>
              <a:avLst/>
              <a:gdLst/>
              <a:ahLst/>
              <a:cxnLst>
                <a:cxn ang="0">
                  <a:pos x="178" y="2"/>
                </a:cxn>
                <a:cxn ang="0">
                  <a:pos x="178" y="2"/>
                </a:cxn>
                <a:cxn ang="0">
                  <a:pos x="164" y="14"/>
                </a:cxn>
                <a:cxn ang="0">
                  <a:pos x="153" y="28"/>
                </a:cxn>
                <a:cxn ang="0">
                  <a:pos x="142" y="42"/>
                </a:cxn>
                <a:cxn ang="0">
                  <a:pos x="131" y="57"/>
                </a:cxn>
                <a:cxn ang="0">
                  <a:pos x="112" y="87"/>
                </a:cxn>
                <a:cxn ang="0">
                  <a:pos x="101" y="101"/>
                </a:cxn>
                <a:cxn ang="0">
                  <a:pos x="90" y="116"/>
                </a:cxn>
                <a:cxn ang="0">
                  <a:pos x="90" y="116"/>
                </a:cxn>
                <a:cxn ang="0">
                  <a:pos x="66" y="148"/>
                </a:cxn>
                <a:cxn ang="0">
                  <a:pos x="53" y="163"/>
                </a:cxn>
                <a:cxn ang="0">
                  <a:pos x="39" y="177"/>
                </a:cxn>
                <a:cxn ang="0">
                  <a:pos x="39" y="177"/>
                </a:cxn>
                <a:cxn ang="0">
                  <a:pos x="19" y="195"/>
                </a:cxn>
                <a:cxn ang="0">
                  <a:pos x="9" y="204"/>
                </a:cxn>
                <a:cxn ang="0">
                  <a:pos x="5" y="210"/>
                </a:cxn>
                <a:cxn ang="0">
                  <a:pos x="1" y="216"/>
                </a:cxn>
                <a:cxn ang="0">
                  <a:pos x="1" y="216"/>
                </a:cxn>
                <a:cxn ang="0">
                  <a:pos x="0" y="218"/>
                </a:cxn>
                <a:cxn ang="0">
                  <a:pos x="1" y="220"/>
                </a:cxn>
                <a:cxn ang="0">
                  <a:pos x="1" y="221"/>
                </a:cxn>
                <a:cxn ang="0">
                  <a:pos x="3" y="222"/>
                </a:cxn>
                <a:cxn ang="0">
                  <a:pos x="4" y="223"/>
                </a:cxn>
                <a:cxn ang="0">
                  <a:pos x="6" y="223"/>
                </a:cxn>
                <a:cxn ang="0">
                  <a:pos x="8" y="222"/>
                </a:cxn>
                <a:cxn ang="0">
                  <a:pos x="9" y="221"/>
                </a:cxn>
                <a:cxn ang="0">
                  <a:pos x="9" y="221"/>
                </a:cxn>
                <a:cxn ang="0">
                  <a:pos x="13" y="215"/>
                </a:cxn>
                <a:cxn ang="0">
                  <a:pos x="19" y="209"/>
                </a:cxn>
                <a:cxn ang="0">
                  <a:pos x="29" y="198"/>
                </a:cxn>
                <a:cxn ang="0">
                  <a:pos x="40" y="189"/>
                </a:cxn>
                <a:cxn ang="0">
                  <a:pos x="52" y="179"/>
                </a:cxn>
                <a:cxn ang="0">
                  <a:pos x="52" y="179"/>
                </a:cxn>
                <a:cxn ang="0">
                  <a:pos x="58" y="172"/>
                </a:cxn>
                <a:cxn ang="0">
                  <a:pos x="65" y="164"/>
                </a:cxn>
                <a:cxn ang="0">
                  <a:pos x="78" y="148"/>
                </a:cxn>
                <a:cxn ang="0">
                  <a:pos x="90" y="131"/>
                </a:cxn>
                <a:cxn ang="0">
                  <a:pos x="102" y="115"/>
                </a:cxn>
                <a:cxn ang="0">
                  <a:pos x="102" y="115"/>
                </a:cxn>
                <a:cxn ang="0">
                  <a:pos x="113" y="101"/>
                </a:cxn>
                <a:cxn ang="0">
                  <a:pos x="122" y="88"/>
                </a:cxn>
                <a:cxn ang="0">
                  <a:pos x="141" y="60"/>
                </a:cxn>
                <a:cxn ang="0">
                  <a:pos x="151" y="46"/>
                </a:cxn>
                <a:cxn ang="0">
                  <a:pos x="161" y="33"/>
                </a:cxn>
                <a:cxn ang="0">
                  <a:pos x="171" y="21"/>
                </a:cxn>
                <a:cxn ang="0">
                  <a:pos x="184" y="8"/>
                </a:cxn>
                <a:cxn ang="0">
                  <a:pos x="184" y="8"/>
                </a:cxn>
                <a:cxn ang="0">
                  <a:pos x="185" y="7"/>
                </a:cxn>
                <a:cxn ang="0">
                  <a:pos x="186" y="5"/>
                </a:cxn>
                <a:cxn ang="0">
                  <a:pos x="185" y="3"/>
                </a:cxn>
                <a:cxn ang="0">
                  <a:pos x="184" y="2"/>
                </a:cxn>
                <a:cxn ang="0">
                  <a:pos x="183" y="1"/>
                </a:cxn>
                <a:cxn ang="0">
                  <a:pos x="181" y="0"/>
                </a:cxn>
                <a:cxn ang="0">
                  <a:pos x="179" y="1"/>
                </a:cxn>
                <a:cxn ang="0">
                  <a:pos x="178" y="2"/>
                </a:cxn>
                <a:cxn ang="0">
                  <a:pos x="178" y="2"/>
                </a:cxn>
              </a:cxnLst>
              <a:rect l="0" t="0" r="r" b="b"/>
              <a:pathLst>
                <a:path w="186" h="223">
                  <a:moveTo>
                    <a:pt x="178" y="2"/>
                  </a:moveTo>
                  <a:lnTo>
                    <a:pt x="178" y="2"/>
                  </a:lnTo>
                  <a:lnTo>
                    <a:pt x="164" y="14"/>
                  </a:lnTo>
                  <a:lnTo>
                    <a:pt x="153" y="28"/>
                  </a:lnTo>
                  <a:lnTo>
                    <a:pt x="142" y="42"/>
                  </a:lnTo>
                  <a:lnTo>
                    <a:pt x="131" y="57"/>
                  </a:lnTo>
                  <a:lnTo>
                    <a:pt x="112" y="87"/>
                  </a:lnTo>
                  <a:lnTo>
                    <a:pt x="101" y="101"/>
                  </a:lnTo>
                  <a:lnTo>
                    <a:pt x="90" y="116"/>
                  </a:lnTo>
                  <a:lnTo>
                    <a:pt x="90" y="116"/>
                  </a:lnTo>
                  <a:lnTo>
                    <a:pt x="66" y="148"/>
                  </a:lnTo>
                  <a:lnTo>
                    <a:pt x="53" y="163"/>
                  </a:lnTo>
                  <a:lnTo>
                    <a:pt x="39" y="177"/>
                  </a:lnTo>
                  <a:lnTo>
                    <a:pt x="39" y="177"/>
                  </a:lnTo>
                  <a:lnTo>
                    <a:pt x="19" y="195"/>
                  </a:lnTo>
                  <a:lnTo>
                    <a:pt x="9" y="204"/>
                  </a:lnTo>
                  <a:lnTo>
                    <a:pt x="5" y="210"/>
                  </a:lnTo>
                  <a:lnTo>
                    <a:pt x="1" y="216"/>
                  </a:lnTo>
                  <a:lnTo>
                    <a:pt x="1" y="216"/>
                  </a:lnTo>
                  <a:lnTo>
                    <a:pt x="0" y="218"/>
                  </a:lnTo>
                  <a:lnTo>
                    <a:pt x="1" y="220"/>
                  </a:lnTo>
                  <a:lnTo>
                    <a:pt x="1" y="221"/>
                  </a:lnTo>
                  <a:lnTo>
                    <a:pt x="3" y="222"/>
                  </a:lnTo>
                  <a:lnTo>
                    <a:pt x="4" y="223"/>
                  </a:lnTo>
                  <a:lnTo>
                    <a:pt x="6" y="223"/>
                  </a:lnTo>
                  <a:lnTo>
                    <a:pt x="8" y="222"/>
                  </a:lnTo>
                  <a:lnTo>
                    <a:pt x="9" y="221"/>
                  </a:lnTo>
                  <a:lnTo>
                    <a:pt x="9" y="221"/>
                  </a:lnTo>
                  <a:lnTo>
                    <a:pt x="13" y="215"/>
                  </a:lnTo>
                  <a:lnTo>
                    <a:pt x="19" y="209"/>
                  </a:lnTo>
                  <a:lnTo>
                    <a:pt x="29" y="198"/>
                  </a:lnTo>
                  <a:lnTo>
                    <a:pt x="40" y="189"/>
                  </a:lnTo>
                  <a:lnTo>
                    <a:pt x="52" y="179"/>
                  </a:lnTo>
                  <a:lnTo>
                    <a:pt x="52" y="179"/>
                  </a:lnTo>
                  <a:lnTo>
                    <a:pt x="58" y="172"/>
                  </a:lnTo>
                  <a:lnTo>
                    <a:pt x="65" y="164"/>
                  </a:lnTo>
                  <a:lnTo>
                    <a:pt x="78" y="148"/>
                  </a:lnTo>
                  <a:lnTo>
                    <a:pt x="90" y="131"/>
                  </a:lnTo>
                  <a:lnTo>
                    <a:pt x="102" y="115"/>
                  </a:lnTo>
                  <a:lnTo>
                    <a:pt x="102" y="115"/>
                  </a:lnTo>
                  <a:lnTo>
                    <a:pt x="113" y="101"/>
                  </a:lnTo>
                  <a:lnTo>
                    <a:pt x="122" y="88"/>
                  </a:lnTo>
                  <a:lnTo>
                    <a:pt x="141" y="60"/>
                  </a:lnTo>
                  <a:lnTo>
                    <a:pt x="151" y="46"/>
                  </a:lnTo>
                  <a:lnTo>
                    <a:pt x="161" y="33"/>
                  </a:lnTo>
                  <a:lnTo>
                    <a:pt x="171" y="21"/>
                  </a:lnTo>
                  <a:lnTo>
                    <a:pt x="184" y="8"/>
                  </a:lnTo>
                  <a:lnTo>
                    <a:pt x="184" y="8"/>
                  </a:lnTo>
                  <a:lnTo>
                    <a:pt x="185" y="7"/>
                  </a:lnTo>
                  <a:lnTo>
                    <a:pt x="186" y="5"/>
                  </a:lnTo>
                  <a:lnTo>
                    <a:pt x="185" y="3"/>
                  </a:lnTo>
                  <a:lnTo>
                    <a:pt x="184" y="2"/>
                  </a:lnTo>
                  <a:lnTo>
                    <a:pt x="183" y="1"/>
                  </a:lnTo>
                  <a:lnTo>
                    <a:pt x="181" y="0"/>
                  </a:lnTo>
                  <a:lnTo>
                    <a:pt x="179" y="1"/>
                  </a:lnTo>
                  <a:lnTo>
                    <a:pt x="178" y="2"/>
                  </a:lnTo>
                  <a:lnTo>
                    <a:pt x="17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19" name="Freeform 494"/>
            <p:cNvSpPr/>
            <p:nvPr/>
          </p:nvSpPr>
          <p:spPr bwMode="auto">
            <a:xfrm>
              <a:off x="2208213" y="3397250"/>
              <a:ext cx="117475" cy="139700"/>
            </a:xfrm>
            <a:custGeom>
              <a:avLst/>
              <a:gdLst/>
              <a:ahLst/>
              <a:cxnLst>
                <a:cxn ang="0">
                  <a:pos x="215" y="1"/>
                </a:cxn>
                <a:cxn ang="0">
                  <a:pos x="215" y="1"/>
                </a:cxn>
                <a:cxn ang="0">
                  <a:pos x="209" y="5"/>
                </a:cxn>
                <a:cxn ang="0">
                  <a:pos x="204" y="10"/>
                </a:cxn>
                <a:cxn ang="0">
                  <a:pos x="197" y="20"/>
                </a:cxn>
                <a:cxn ang="0">
                  <a:pos x="197" y="20"/>
                </a:cxn>
                <a:cxn ang="0">
                  <a:pos x="190" y="30"/>
                </a:cxn>
                <a:cxn ang="0">
                  <a:pos x="182" y="38"/>
                </a:cxn>
                <a:cxn ang="0">
                  <a:pos x="166" y="54"/>
                </a:cxn>
                <a:cxn ang="0">
                  <a:pos x="166" y="54"/>
                </a:cxn>
                <a:cxn ang="0">
                  <a:pos x="136" y="88"/>
                </a:cxn>
                <a:cxn ang="0">
                  <a:pos x="122" y="104"/>
                </a:cxn>
                <a:cxn ang="0">
                  <a:pos x="107" y="122"/>
                </a:cxn>
                <a:cxn ang="0">
                  <a:pos x="107" y="122"/>
                </a:cxn>
                <a:cxn ang="0">
                  <a:pos x="52" y="189"/>
                </a:cxn>
                <a:cxn ang="0">
                  <a:pos x="25" y="223"/>
                </a:cxn>
                <a:cxn ang="0">
                  <a:pos x="0" y="258"/>
                </a:cxn>
                <a:cxn ang="0">
                  <a:pos x="0" y="258"/>
                </a:cxn>
                <a:cxn ang="0">
                  <a:pos x="0" y="259"/>
                </a:cxn>
                <a:cxn ang="0">
                  <a:pos x="0" y="261"/>
                </a:cxn>
                <a:cxn ang="0">
                  <a:pos x="0" y="262"/>
                </a:cxn>
                <a:cxn ang="0">
                  <a:pos x="2" y="263"/>
                </a:cxn>
                <a:cxn ang="0">
                  <a:pos x="5" y="264"/>
                </a:cxn>
                <a:cxn ang="0">
                  <a:pos x="7" y="264"/>
                </a:cxn>
                <a:cxn ang="0">
                  <a:pos x="8" y="262"/>
                </a:cxn>
                <a:cxn ang="0">
                  <a:pos x="8" y="262"/>
                </a:cxn>
                <a:cxn ang="0">
                  <a:pos x="35" y="226"/>
                </a:cxn>
                <a:cxn ang="0">
                  <a:pos x="63" y="191"/>
                </a:cxn>
                <a:cxn ang="0">
                  <a:pos x="119" y="121"/>
                </a:cxn>
                <a:cxn ang="0">
                  <a:pos x="119" y="121"/>
                </a:cxn>
                <a:cxn ang="0">
                  <a:pos x="132" y="106"/>
                </a:cxn>
                <a:cxn ang="0">
                  <a:pos x="145" y="91"/>
                </a:cxn>
                <a:cxn ang="0">
                  <a:pos x="173" y="62"/>
                </a:cxn>
                <a:cxn ang="0">
                  <a:pos x="173" y="62"/>
                </a:cxn>
                <a:cxn ang="0">
                  <a:pos x="187" y="46"/>
                </a:cxn>
                <a:cxn ang="0">
                  <a:pos x="201" y="31"/>
                </a:cxn>
                <a:cxn ang="0">
                  <a:pos x="201" y="31"/>
                </a:cxn>
                <a:cxn ang="0">
                  <a:pos x="210" y="18"/>
                </a:cxn>
                <a:cxn ang="0">
                  <a:pos x="216" y="13"/>
                </a:cxn>
                <a:cxn ang="0">
                  <a:pos x="221" y="7"/>
                </a:cxn>
                <a:cxn ang="0">
                  <a:pos x="221" y="7"/>
                </a:cxn>
                <a:cxn ang="0">
                  <a:pos x="222" y="6"/>
                </a:cxn>
                <a:cxn ang="0">
                  <a:pos x="223" y="4"/>
                </a:cxn>
                <a:cxn ang="0">
                  <a:pos x="222" y="3"/>
                </a:cxn>
                <a:cxn ang="0">
                  <a:pos x="221" y="1"/>
                </a:cxn>
                <a:cxn ang="0">
                  <a:pos x="218" y="0"/>
                </a:cxn>
                <a:cxn ang="0">
                  <a:pos x="216" y="0"/>
                </a:cxn>
                <a:cxn ang="0">
                  <a:pos x="215" y="1"/>
                </a:cxn>
                <a:cxn ang="0">
                  <a:pos x="215" y="1"/>
                </a:cxn>
              </a:cxnLst>
              <a:rect l="0" t="0" r="r" b="b"/>
              <a:pathLst>
                <a:path w="223" h="264">
                  <a:moveTo>
                    <a:pt x="215" y="1"/>
                  </a:moveTo>
                  <a:lnTo>
                    <a:pt x="215" y="1"/>
                  </a:lnTo>
                  <a:lnTo>
                    <a:pt x="209" y="5"/>
                  </a:lnTo>
                  <a:lnTo>
                    <a:pt x="204" y="10"/>
                  </a:lnTo>
                  <a:lnTo>
                    <a:pt x="197" y="20"/>
                  </a:lnTo>
                  <a:lnTo>
                    <a:pt x="197" y="20"/>
                  </a:lnTo>
                  <a:lnTo>
                    <a:pt x="190" y="30"/>
                  </a:lnTo>
                  <a:lnTo>
                    <a:pt x="182" y="38"/>
                  </a:lnTo>
                  <a:lnTo>
                    <a:pt x="166" y="54"/>
                  </a:lnTo>
                  <a:lnTo>
                    <a:pt x="166" y="54"/>
                  </a:lnTo>
                  <a:lnTo>
                    <a:pt x="136" y="88"/>
                  </a:lnTo>
                  <a:lnTo>
                    <a:pt x="122" y="104"/>
                  </a:lnTo>
                  <a:lnTo>
                    <a:pt x="107" y="122"/>
                  </a:lnTo>
                  <a:lnTo>
                    <a:pt x="107" y="122"/>
                  </a:lnTo>
                  <a:lnTo>
                    <a:pt x="52" y="189"/>
                  </a:lnTo>
                  <a:lnTo>
                    <a:pt x="25" y="223"/>
                  </a:lnTo>
                  <a:lnTo>
                    <a:pt x="0" y="258"/>
                  </a:lnTo>
                  <a:lnTo>
                    <a:pt x="0" y="258"/>
                  </a:lnTo>
                  <a:lnTo>
                    <a:pt x="0" y="259"/>
                  </a:lnTo>
                  <a:lnTo>
                    <a:pt x="0" y="261"/>
                  </a:lnTo>
                  <a:lnTo>
                    <a:pt x="0" y="262"/>
                  </a:lnTo>
                  <a:lnTo>
                    <a:pt x="2" y="263"/>
                  </a:lnTo>
                  <a:lnTo>
                    <a:pt x="5" y="264"/>
                  </a:lnTo>
                  <a:lnTo>
                    <a:pt x="7" y="264"/>
                  </a:lnTo>
                  <a:lnTo>
                    <a:pt x="8" y="262"/>
                  </a:lnTo>
                  <a:lnTo>
                    <a:pt x="8" y="262"/>
                  </a:lnTo>
                  <a:lnTo>
                    <a:pt x="35" y="226"/>
                  </a:lnTo>
                  <a:lnTo>
                    <a:pt x="63" y="191"/>
                  </a:lnTo>
                  <a:lnTo>
                    <a:pt x="119" y="121"/>
                  </a:lnTo>
                  <a:lnTo>
                    <a:pt x="119" y="121"/>
                  </a:lnTo>
                  <a:lnTo>
                    <a:pt x="132" y="106"/>
                  </a:lnTo>
                  <a:lnTo>
                    <a:pt x="145" y="91"/>
                  </a:lnTo>
                  <a:lnTo>
                    <a:pt x="173" y="62"/>
                  </a:lnTo>
                  <a:lnTo>
                    <a:pt x="173" y="62"/>
                  </a:lnTo>
                  <a:lnTo>
                    <a:pt x="187" y="46"/>
                  </a:lnTo>
                  <a:lnTo>
                    <a:pt x="201" y="31"/>
                  </a:lnTo>
                  <a:lnTo>
                    <a:pt x="201" y="31"/>
                  </a:lnTo>
                  <a:lnTo>
                    <a:pt x="210" y="18"/>
                  </a:lnTo>
                  <a:lnTo>
                    <a:pt x="216" y="13"/>
                  </a:lnTo>
                  <a:lnTo>
                    <a:pt x="221" y="7"/>
                  </a:lnTo>
                  <a:lnTo>
                    <a:pt x="221" y="7"/>
                  </a:lnTo>
                  <a:lnTo>
                    <a:pt x="222" y="6"/>
                  </a:lnTo>
                  <a:lnTo>
                    <a:pt x="223" y="4"/>
                  </a:lnTo>
                  <a:lnTo>
                    <a:pt x="222" y="3"/>
                  </a:lnTo>
                  <a:lnTo>
                    <a:pt x="221" y="1"/>
                  </a:lnTo>
                  <a:lnTo>
                    <a:pt x="218" y="0"/>
                  </a:lnTo>
                  <a:lnTo>
                    <a:pt x="216" y="0"/>
                  </a:lnTo>
                  <a:lnTo>
                    <a:pt x="215" y="1"/>
                  </a:lnTo>
                  <a:lnTo>
                    <a:pt x="215"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0" name="Freeform 495"/>
            <p:cNvSpPr/>
            <p:nvPr/>
          </p:nvSpPr>
          <p:spPr bwMode="auto">
            <a:xfrm>
              <a:off x="2216151" y="3408363"/>
              <a:ext cx="147638" cy="184150"/>
            </a:xfrm>
            <a:custGeom>
              <a:avLst/>
              <a:gdLst/>
              <a:ahLst/>
              <a:cxnLst>
                <a:cxn ang="0">
                  <a:pos x="272" y="3"/>
                </a:cxn>
                <a:cxn ang="0">
                  <a:pos x="272" y="3"/>
                </a:cxn>
                <a:cxn ang="0">
                  <a:pos x="253" y="22"/>
                </a:cxn>
                <a:cxn ang="0">
                  <a:pos x="235" y="40"/>
                </a:cxn>
                <a:cxn ang="0">
                  <a:pos x="215" y="58"/>
                </a:cxn>
                <a:cxn ang="0">
                  <a:pos x="197" y="78"/>
                </a:cxn>
                <a:cxn ang="0">
                  <a:pos x="197" y="78"/>
                </a:cxn>
                <a:cxn ang="0">
                  <a:pos x="159" y="124"/>
                </a:cxn>
                <a:cxn ang="0">
                  <a:pos x="121" y="171"/>
                </a:cxn>
                <a:cxn ang="0">
                  <a:pos x="121" y="171"/>
                </a:cxn>
                <a:cxn ang="0">
                  <a:pos x="104" y="192"/>
                </a:cxn>
                <a:cxn ang="0">
                  <a:pos x="88" y="213"/>
                </a:cxn>
                <a:cxn ang="0">
                  <a:pos x="58" y="258"/>
                </a:cxn>
                <a:cxn ang="0">
                  <a:pos x="58" y="258"/>
                </a:cxn>
                <a:cxn ang="0">
                  <a:pos x="45" y="276"/>
                </a:cxn>
                <a:cxn ang="0">
                  <a:pos x="33" y="297"/>
                </a:cxn>
                <a:cxn ang="0">
                  <a:pos x="33" y="297"/>
                </a:cxn>
                <a:cxn ang="0">
                  <a:pos x="27" y="308"/>
                </a:cxn>
                <a:cxn ang="0">
                  <a:pos x="20" y="320"/>
                </a:cxn>
                <a:cxn ang="0">
                  <a:pos x="17" y="325"/>
                </a:cxn>
                <a:cxn ang="0">
                  <a:pos x="13" y="330"/>
                </a:cxn>
                <a:cxn ang="0">
                  <a:pos x="7" y="334"/>
                </a:cxn>
                <a:cxn ang="0">
                  <a:pos x="2" y="338"/>
                </a:cxn>
                <a:cxn ang="0">
                  <a:pos x="2" y="338"/>
                </a:cxn>
                <a:cxn ang="0">
                  <a:pos x="0" y="339"/>
                </a:cxn>
                <a:cxn ang="0">
                  <a:pos x="0" y="341"/>
                </a:cxn>
                <a:cxn ang="0">
                  <a:pos x="0" y="343"/>
                </a:cxn>
                <a:cxn ang="0">
                  <a:pos x="0" y="344"/>
                </a:cxn>
                <a:cxn ang="0">
                  <a:pos x="1" y="345"/>
                </a:cxn>
                <a:cxn ang="0">
                  <a:pos x="3" y="347"/>
                </a:cxn>
                <a:cxn ang="0">
                  <a:pos x="5" y="347"/>
                </a:cxn>
                <a:cxn ang="0">
                  <a:pos x="6" y="347"/>
                </a:cxn>
                <a:cxn ang="0">
                  <a:pos x="6" y="347"/>
                </a:cxn>
                <a:cxn ang="0">
                  <a:pos x="14" y="341"/>
                </a:cxn>
                <a:cxn ang="0">
                  <a:pos x="20" y="335"/>
                </a:cxn>
                <a:cxn ang="0">
                  <a:pos x="25" y="329"/>
                </a:cxn>
                <a:cxn ang="0">
                  <a:pos x="30" y="322"/>
                </a:cxn>
                <a:cxn ang="0">
                  <a:pos x="38" y="307"/>
                </a:cxn>
                <a:cxn ang="0">
                  <a:pos x="47" y="293"/>
                </a:cxn>
                <a:cxn ang="0">
                  <a:pos x="47" y="293"/>
                </a:cxn>
                <a:cxn ang="0">
                  <a:pos x="63" y="266"/>
                </a:cxn>
                <a:cxn ang="0">
                  <a:pos x="81" y="241"/>
                </a:cxn>
                <a:cxn ang="0">
                  <a:pos x="118" y="191"/>
                </a:cxn>
                <a:cxn ang="0">
                  <a:pos x="118" y="191"/>
                </a:cxn>
                <a:cxn ang="0">
                  <a:pos x="136" y="165"/>
                </a:cxn>
                <a:cxn ang="0">
                  <a:pos x="157" y="140"/>
                </a:cxn>
                <a:cxn ang="0">
                  <a:pos x="198" y="92"/>
                </a:cxn>
                <a:cxn ang="0">
                  <a:pos x="198" y="92"/>
                </a:cxn>
                <a:cxn ang="0">
                  <a:pos x="208" y="81"/>
                </a:cxn>
                <a:cxn ang="0">
                  <a:pos x="218" y="71"/>
                </a:cxn>
                <a:cxn ang="0">
                  <a:pos x="238" y="50"/>
                </a:cxn>
                <a:cxn ang="0">
                  <a:pos x="258" y="30"/>
                </a:cxn>
                <a:cxn ang="0">
                  <a:pos x="278" y="9"/>
                </a:cxn>
                <a:cxn ang="0">
                  <a:pos x="278" y="9"/>
                </a:cxn>
                <a:cxn ang="0">
                  <a:pos x="279" y="7"/>
                </a:cxn>
                <a:cxn ang="0">
                  <a:pos x="279" y="6"/>
                </a:cxn>
                <a:cxn ang="0">
                  <a:pos x="278" y="3"/>
                </a:cxn>
                <a:cxn ang="0">
                  <a:pos x="276" y="2"/>
                </a:cxn>
                <a:cxn ang="0">
                  <a:pos x="275" y="0"/>
                </a:cxn>
                <a:cxn ang="0">
                  <a:pos x="273" y="0"/>
                </a:cxn>
                <a:cxn ang="0">
                  <a:pos x="272" y="3"/>
                </a:cxn>
                <a:cxn ang="0">
                  <a:pos x="272" y="3"/>
                </a:cxn>
              </a:cxnLst>
              <a:rect l="0" t="0" r="r" b="b"/>
              <a:pathLst>
                <a:path w="279" h="347">
                  <a:moveTo>
                    <a:pt x="272" y="3"/>
                  </a:moveTo>
                  <a:lnTo>
                    <a:pt x="272" y="3"/>
                  </a:lnTo>
                  <a:lnTo>
                    <a:pt x="253" y="22"/>
                  </a:lnTo>
                  <a:lnTo>
                    <a:pt x="235" y="40"/>
                  </a:lnTo>
                  <a:lnTo>
                    <a:pt x="215" y="58"/>
                  </a:lnTo>
                  <a:lnTo>
                    <a:pt x="197" y="78"/>
                  </a:lnTo>
                  <a:lnTo>
                    <a:pt x="197" y="78"/>
                  </a:lnTo>
                  <a:lnTo>
                    <a:pt x="159" y="124"/>
                  </a:lnTo>
                  <a:lnTo>
                    <a:pt x="121" y="171"/>
                  </a:lnTo>
                  <a:lnTo>
                    <a:pt x="121" y="171"/>
                  </a:lnTo>
                  <a:lnTo>
                    <a:pt x="104" y="192"/>
                  </a:lnTo>
                  <a:lnTo>
                    <a:pt x="88" y="213"/>
                  </a:lnTo>
                  <a:lnTo>
                    <a:pt x="58" y="258"/>
                  </a:lnTo>
                  <a:lnTo>
                    <a:pt x="58" y="258"/>
                  </a:lnTo>
                  <a:lnTo>
                    <a:pt x="45" y="276"/>
                  </a:lnTo>
                  <a:lnTo>
                    <a:pt x="33" y="297"/>
                  </a:lnTo>
                  <a:lnTo>
                    <a:pt x="33" y="297"/>
                  </a:lnTo>
                  <a:lnTo>
                    <a:pt x="27" y="308"/>
                  </a:lnTo>
                  <a:lnTo>
                    <a:pt x="20" y="320"/>
                  </a:lnTo>
                  <a:lnTo>
                    <a:pt x="17" y="325"/>
                  </a:lnTo>
                  <a:lnTo>
                    <a:pt x="13" y="330"/>
                  </a:lnTo>
                  <a:lnTo>
                    <a:pt x="7" y="334"/>
                  </a:lnTo>
                  <a:lnTo>
                    <a:pt x="2" y="338"/>
                  </a:lnTo>
                  <a:lnTo>
                    <a:pt x="2" y="338"/>
                  </a:lnTo>
                  <a:lnTo>
                    <a:pt x="0" y="339"/>
                  </a:lnTo>
                  <a:lnTo>
                    <a:pt x="0" y="341"/>
                  </a:lnTo>
                  <a:lnTo>
                    <a:pt x="0" y="343"/>
                  </a:lnTo>
                  <a:lnTo>
                    <a:pt x="0" y="344"/>
                  </a:lnTo>
                  <a:lnTo>
                    <a:pt x="1" y="345"/>
                  </a:lnTo>
                  <a:lnTo>
                    <a:pt x="3" y="347"/>
                  </a:lnTo>
                  <a:lnTo>
                    <a:pt x="5" y="347"/>
                  </a:lnTo>
                  <a:lnTo>
                    <a:pt x="6" y="347"/>
                  </a:lnTo>
                  <a:lnTo>
                    <a:pt x="6" y="347"/>
                  </a:lnTo>
                  <a:lnTo>
                    <a:pt x="14" y="341"/>
                  </a:lnTo>
                  <a:lnTo>
                    <a:pt x="20" y="335"/>
                  </a:lnTo>
                  <a:lnTo>
                    <a:pt x="25" y="329"/>
                  </a:lnTo>
                  <a:lnTo>
                    <a:pt x="30" y="322"/>
                  </a:lnTo>
                  <a:lnTo>
                    <a:pt x="38" y="307"/>
                  </a:lnTo>
                  <a:lnTo>
                    <a:pt x="47" y="293"/>
                  </a:lnTo>
                  <a:lnTo>
                    <a:pt x="47" y="293"/>
                  </a:lnTo>
                  <a:lnTo>
                    <a:pt x="63" y="266"/>
                  </a:lnTo>
                  <a:lnTo>
                    <a:pt x="81" y="241"/>
                  </a:lnTo>
                  <a:lnTo>
                    <a:pt x="118" y="191"/>
                  </a:lnTo>
                  <a:lnTo>
                    <a:pt x="118" y="191"/>
                  </a:lnTo>
                  <a:lnTo>
                    <a:pt x="136" y="165"/>
                  </a:lnTo>
                  <a:lnTo>
                    <a:pt x="157" y="140"/>
                  </a:lnTo>
                  <a:lnTo>
                    <a:pt x="198" y="92"/>
                  </a:lnTo>
                  <a:lnTo>
                    <a:pt x="198" y="92"/>
                  </a:lnTo>
                  <a:lnTo>
                    <a:pt x="208" y="81"/>
                  </a:lnTo>
                  <a:lnTo>
                    <a:pt x="218" y="71"/>
                  </a:lnTo>
                  <a:lnTo>
                    <a:pt x="238" y="50"/>
                  </a:lnTo>
                  <a:lnTo>
                    <a:pt x="258" y="30"/>
                  </a:lnTo>
                  <a:lnTo>
                    <a:pt x="278" y="9"/>
                  </a:lnTo>
                  <a:lnTo>
                    <a:pt x="278" y="9"/>
                  </a:lnTo>
                  <a:lnTo>
                    <a:pt x="279" y="7"/>
                  </a:lnTo>
                  <a:lnTo>
                    <a:pt x="279" y="6"/>
                  </a:lnTo>
                  <a:lnTo>
                    <a:pt x="278" y="3"/>
                  </a:lnTo>
                  <a:lnTo>
                    <a:pt x="276" y="2"/>
                  </a:lnTo>
                  <a:lnTo>
                    <a:pt x="275" y="0"/>
                  </a:lnTo>
                  <a:lnTo>
                    <a:pt x="273" y="0"/>
                  </a:lnTo>
                  <a:lnTo>
                    <a:pt x="272" y="3"/>
                  </a:lnTo>
                  <a:lnTo>
                    <a:pt x="272"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1" name="Freeform 496"/>
            <p:cNvSpPr/>
            <p:nvPr/>
          </p:nvSpPr>
          <p:spPr bwMode="auto">
            <a:xfrm>
              <a:off x="2216151" y="3514725"/>
              <a:ext cx="104775" cy="128588"/>
            </a:xfrm>
            <a:custGeom>
              <a:avLst/>
              <a:gdLst/>
              <a:ahLst/>
              <a:cxnLst>
                <a:cxn ang="0">
                  <a:pos x="190" y="1"/>
                </a:cxn>
                <a:cxn ang="0">
                  <a:pos x="190" y="1"/>
                </a:cxn>
                <a:cxn ang="0">
                  <a:pos x="181" y="12"/>
                </a:cxn>
                <a:cxn ang="0">
                  <a:pos x="172" y="24"/>
                </a:cxn>
                <a:cxn ang="0">
                  <a:pos x="163" y="35"/>
                </a:cxn>
                <a:cxn ang="0">
                  <a:pos x="156" y="47"/>
                </a:cxn>
                <a:cxn ang="0">
                  <a:pos x="156" y="47"/>
                </a:cxn>
                <a:cxn ang="0">
                  <a:pos x="146" y="63"/>
                </a:cxn>
                <a:cxn ang="0">
                  <a:pos x="134" y="78"/>
                </a:cxn>
                <a:cxn ang="0">
                  <a:pos x="111" y="108"/>
                </a:cxn>
                <a:cxn ang="0">
                  <a:pos x="111" y="108"/>
                </a:cxn>
                <a:cxn ang="0">
                  <a:pos x="85" y="141"/>
                </a:cxn>
                <a:cxn ang="0">
                  <a:pos x="58" y="173"/>
                </a:cxn>
                <a:cxn ang="0">
                  <a:pos x="30" y="203"/>
                </a:cxn>
                <a:cxn ang="0">
                  <a:pos x="1" y="233"/>
                </a:cxn>
                <a:cxn ang="0">
                  <a:pos x="1" y="233"/>
                </a:cxn>
                <a:cxn ang="0">
                  <a:pos x="0" y="235"/>
                </a:cxn>
                <a:cxn ang="0">
                  <a:pos x="0" y="237"/>
                </a:cxn>
                <a:cxn ang="0">
                  <a:pos x="0" y="238"/>
                </a:cxn>
                <a:cxn ang="0">
                  <a:pos x="1" y="241"/>
                </a:cxn>
                <a:cxn ang="0">
                  <a:pos x="2" y="242"/>
                </a:cxn>
                <a:cxn ang="0">
                  <a:pos x="4" y="242"/>
                </a:cxn>
                <a:cxn ang="0">
                  <a:pos x="6" y="242"/>
                </a:cxn>
                <a:cxn ang="0">
                  <a:pos x="7" y="241"/>
                </a:cxn>
                <a:cxn ang="0">
                  <a:pos x="7" y="241"/>
                </a:cxn>
                <a:cxn ang="0">
                  <a:pos x="33" y="215"/>
                </a:cxn>
                <a:cxn ang="0">
                  <a:pos x="57" y="189"/>
                </a:cxn>
                <a:cxn ang="0">
                  <a:pos x="81" y="163"/>
                </a:cxn>
                <a:cxn ang="0">
                  <a:pos x="103" y="135"/>
                </a:cxn>
                <a:cxn ang="0">
                  <a:pos x="103" y="135"/>
                </a:cxn>
                <a:cxn ang="0">
                  <a:pos x="128" y="101"/>
                </a:cxn>
                <a:cxn ang="0">
                  <a:pos x="154" y="67"/>
                </a:cxn>
                <a:cxn ang="0">
                  <a:pos x="154" y="67"/>
                </a:cxn>
                <a:cxn ang="0">
                  <a:pos x="165" y="51"/>
                </a:cxn>
                <a:cxn ang="0">
                  <a:pos x="175" y="37"/>
                </a:cxn>
                <a:cxn ang="0">
                  <a:pos x="185" y="23"/>
                </a:cxn>
                <a:cxn ang="0">
                  <a:pos x="197" y="8"/>
                </a:cxn>
                <a:cxn ang="0">
                  <a:pos x="197" y="8"/>
                </a:cxn>
                <a:cxn ang="0">
                  <a:pos x="198" y="6"/>
                </a:cxn>
                <a:cxn ang="0">
                  <a:pos x="198" y="5"/>
                </a:cxn>
                <a:cxn ang="0">
                  <a:pos x="198" y="3"/>
                </a:cxn>
                <a:cxn ang="0">
                  <a:pos x="197" y="2"/>
                </a:cxn>
                <a:cxn ang="0">
                  <a:pos x="195" y="1"/>
                </a:cxn>
                <a:cxn ang="0">
                  <a:pos x="194" y="0"/>
                </a:cxn>
                <a:cxn ang="0">
                  <a:pos x="192" y="0"/>
                </a:cxn>
                <a:cxn ang="0">
                  <a:pos x="190" y="1"/>
                </a:cxn>
                <a:cxn ang="0">
                  <a:pos x="190" y="1"/>
                </a:cxn>
              </a:cxnLst>
              <a:rect l="0" t="0" r="r" b="b"/>
              <a:pathLst>
                <a:path w="198" h="242">
                  <a:moveTo>
                    <a:pt x="190" y="1"/>
                  </a:moveTo>
                  <a:lnTo>
                    <a:pt x="190" y="1"/>
                  </a:lnTo>
                  <a:lnTo>
                    <a:pt x="181" y="12"/>
                  </a:lnTo>
                  <a:lnTo>
                    <a:pt x="172" y="24"/>
                  </a:lnTo>
                  <a:lnTo>
                    <a:pt x="163" y="35"/>
                  </a:lnTo>
                  <a:lnTo>
                    <a:pt x="156" y="47"/>
                  </a:lnTo>
                  <a:lnTo>
                    <a:pt x="156" y="47"/>
                  </a:lnTo>
                  <a:lnTo>
                    <a:pt x="146" y="63"/>
                  </a:lnTo>
                  <a:lnTo>
                    <a:pt x="134" y="78"/>
                  </a:lnTo>
                  <a:lnTo>
                    <a:pt x="111" y="108"/>
                  </a:lnTo>
                  <a:lnTo>
                    <a:pt x="111" y="108"/>
                  </a:lnTo>
                  <a:lnTo>
                    <a:pt x="85" y="141"/>
                  </a:lnTo>
                  <a:lnTo>
                    <a:pt x="58" y="173"/>
                  </a:lnTo>
                  <a:lnTo>
                    <a:pt x="30" y="203"/>
                  </a:lnTo>
                  <a:lnTo>
                    <a:pt x="1" y="233"/>
                  </a:lnTo>
                  <a:lnTo>
                    <a:pt x="1" y="233"/>
                  </a:lnTo>
                  <a:lnTo>
                    <a:pt x="0" y="235"/>
                  </a:lnTo>
                  <a:lnTo>
                    <a:pt x="0" y="237"/>
                  </a:lnTo>
                  <a:lnTo>
                    <a:pt x="0" y="238"/>
                  </a:lnTo>
                  <a:lnTo>
                    <a:pt x="1" y="241"/>
                  </a:lnTo>
                  <a:lnTo>
                    <a:pt x="2" y="242"/>
                  </a:lnTo>
                  <a:lnTo>
                    <a:pt x="4" y="242"/>
                  </a:lnTo>
                  <a:lnTo>
                    <a:pt x="6" y="242"/>
                  </a:lnTo>
                  <a:lnTo>
                    <a:pt x="7" y="241"/>
                  </a:lnTo>
                  <a:lnTo>
                    <a:pt x="7" y="241"/>
                  </a:lnTo>
                  <a:lnTo>
                    <a:pt x="33" y="215"/>
                  </a:lnTo>
                  <a:lnTo>
                    <a:pt x="57" y="189"/>
                  </a:lnTo>
                  <a:lnTo>
                    <a:pt x="81" y="163"/>
                  </a:lnTo>
                  <a:lnTo>
                    <a:pt x="103" y="135"/>
                  </a:lnTo>
                  <a:lnTo>
                    <a:pt x="103" y="135"/>
                  </a:lnTo>
                  <a:lnTo>
                    <a:pt x="128" y="101"/>
                  </a:lnTo>
                  <a:lnTo>
                    <a:pt x="154" y="67"/>
                  </a:lnTo>
                  <a:lnTo>
                    <a:pt x="154" y="67"/>
                  </a:lnTo>
                  <a:lnTo>
                    <a:pt x="165" y="51"/>
                  </a:lnTo>
                  <a:lnTo>
                    <a:pt x="175" y="37"/>
                  </a:lnTo>
                  <a:lnTo>
                    <a:pt x="185" y="23"/>
                  </a:lnTo>
                  <a:lnTo>
                    <a:pt x="197" y="8"/>
                  </a:lnTo>
                  <a:lnTo>
                    <a:pt x="197" y="8"/>
                  </a:lnTo>
                  <a:lnTo>
                    <a:pt x="198" y="6"/>
                  </a:lnTo>
                  <a:lnTo>
                    <a:pt x="198" y="5"/>
                  </a:lnTo>
                  <a:lnTo>
                    <a:pt x="198" y="3"/>
                  </a:lnTo>
                  <a:lnTo>
                    <a:pt x="197" y="2"/>
                  </a:lnTo>
                  <a:lnTo>
                    <a:pt x="195" y="1"/>
                  </a:lnTo>
                  <a:lnTo>
                    <a:pt x="194" y="0"/>
                  </a:lnTo>
                  <a:lnTo>
                    <a:pt x="192" y="0"/>
                  </a:lnTo>
                  <a:lnTo>
                    <a:pt x="190" y="1"/>
                  </a:lnTo>
                  <a:lnTo>
                    <a:pt x="19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2" name="Freeform 497"/>
            <p:cNvSpPr/>
            <p:nvPr/>
          </p:nvSpPr>
          <p:spPr bwMode="auto">
            <a:xfrm>
              <a:off x="2212976" y="3592513"/>
              <a:ext cx="93663" cy="115888"/>
            </a:xfrm>
            <a:custGeom>
              <a:avLst/>
              <a:gdLst/>
              <a:ahLst/>
              <a:cxnLst>
                <a:cxn ang="0">
                  <a:pos x="166" y="4"/>
                </a:cxn>
                <a:cxn ang="0">
                  <a:pos x="166" y="4"/>
                </a:cxn>
                <a:cxn ang="0">
                  <a:pos x="164" y="9"/>
                </a:cxn>
                <a:cxn ang="0">
                  <a:pos x="162" y="14"/>
                </a:cxn>
                <a:cxn ang="0">
                  <a:pos x="154" y="24"/>
                </a:cxn>
                <a:cxn ang="0">
                  <a:pos x="146" y="35"/>
                </a:cxn>
                <a:cxn ang="0">
                  <a:pos x="138" y="44"/>
                </a:cxn>
                <a:cxn ang="0">
                  <a:pos x="138" y="44"/>
                </a:cxn>
                <a:cxn ang="0">
                  <a:pos x="128" y="58"/>
                </a:cxn>
                <a:cxn ang="0">
                  <a:pos x="118" y="72"/>
                </a:cxn>
                <a:cxn ang="0">
                  <a:pos x="95" y="98"/>
                </a:cxn>
                <a:cxn ang="0">
                  <a:pos x="95" y="98"/>
                </a:cxn>
                <a:cxn ang="0">
                  <a:pos x="71" y="126"/>
                </a:cxn>
                <a:cxn ang="0">
                  <a:pos x="49" y="153"/>
                </a:cxn>
                <a:cxn ang="0">
                  <a:pos x="25" y="182"/>
                </a:cxn>
                <a:cxn ang="0">
                  <a:pos x="1" y="210"/>
                </a:cxn>
                <a:cxn ang="0">
                  <a:pos x="1" y="210"/>
                </a:cxn>
                <a:cxn ang="0">
                  <a:pos x="0" y="211"/>
                </a:cxn>
                <a:cxn ang="0">
                  <a:pos x="0" y="213"/>
                </a:cxn>
                <a:cxn ang="0">
                  <a:pos x="1" y="215"/>
                </a:cxn>
                <a:cxn ang="0">
                  <a:pos x="2" y="216"/>
                </a:cxn>
                <a:cxn ang="0">
                  <a:pos x="3" y="217"/>
                </a:cxn>
                <a:cxn ang="0">
                  <a:pos x="5" y="218"/>
                </a:cxn>
                <a:cxn ang="0">
                  <a:pos x="6" y="217"/>
                </a:cxn>
                <a:cxn ang="0">
                  <a:pos x="8" y="216"/>
                </a:cxn>
                <a:cxn ang="0">
                  <a:pos x="8" y="216"/>
                </a:cxn>
                <a:cxn ang="0">
                  <a:pos x="33" y="188"/>
                </a:cxn>
                <a:cxn ang="0">
                  <a:pos x="58" y="158"/>
                </a:cxn>
                <a:cxn ang="0">
                  <a:pos x="83" y="128"/>
                </a:cxn>
                <a:cxn ang="0">
                  <a:pos x="107" y="98"/>
                </a:cxn>
                <a:cxn ang="0">
                  <a:pos x="107" y="98"/>
                </a:cxn>
                <a:cxn ang="0">
                  <a:pos x="128" y="74"/>
                </a:cxn>
                <a:cxn ang="0">
                  <a:pos x="147" y="49"/>
                </a:cxn>
                <a:cxn ang="0">
                  <a:pos x="147" y="49"/>
                </a:cxn>
                <a:cxn ang="0">
                  <a:pos x="163" y="28"/>
                </a:cxn>
                <a:cxn ang="0">
                  <a:pos x="170" y="18"/>
                </a:cxn>
                <a:cxn ang="0">
                  <a:pos x="173" y="12"/>
                </a:cxn>
                <a:cxn ang="0">
                  <a:pos x="176" y="6"/>
                </a:cxn>
                <a:cxn ang="0">
                  <a:pos x="176" y="6"/>
                </a:cxn>
                <a:cxn ang="0">
                  <a:pos x="176" y="4"/>
                </a:cxn>
                <a:cxn ang="0">
                  <a:pos x="175" y="3"/>
                </a:cxn>
                <a:cxn ang="0">
                  <a:pos x="171" y="1"/>
                </a:cxn>
                <a:cxn ang="0">
                  <a:pos x="169" y="0"/>
                </a:cxn>
                <a:cxn ang="0">
                  <a:pos x="168" y="1"/>
                </a:cxn>
                <a:cxn ang="0">
                  <a:pos x="166" y="2"/>
                </a:cxn>
                <a:cxn ang="0">
                  <a:pos x="166" y="4"/>
                </a:cxn>
                <a:cxn ang="0">
                  <a:pos x="166" y="4"/>
                </a:cxn>
              </a:cxnLst>
              <a:rect l="0" t="0" r="r" b="b"/>
              <a:pathLst>
                <a:path w="176" h="218">
                  <a:moveTo>
                    <a:pt x="166" y="4"/>
                  </a:moveTo>
                  <a:lnTo>
                    <a:pt x="166" y="4"/>
                  </a:lnTo>
                  <a:lnTo>
                    <a:pt x="164" y="9"/>
                  </a:lnTo>
                  <a:lnTo>
                    <a:pt x="162" y="14"/>
                  </a:lnTo>
                  <a:lnTo>
                    <a:pt x="154" y="24"/>
                  </a:lnTo>
                  <a:lnTo>
                    <a:pt x="146" y="35"/>
                  </a:lnTo>
                  <a:lnTo>
                    <a:pt x="138" y="44"/>
                  </a:lnTo>
                  <a:lnTo>
                    <a:pt x="138" y="44"/>
                  </a:lnTo>
                  <a:lnTo>
                    <a:pt x="128" y="58"/>
                  </a:lnTo>
                  <a:lnTo>
                    <a:pt x="118" y="72"/>
                  </a:lnTo>
                  <a:lnTo>
                    <a:pt x="95" y="98"/>
                  </a:lnTo>
                  <a:lnTo>
                    <a:pt x="95" y="98"/>
                  </a:lnTo>
                  <a:lnTo>
                    <a:pt x="71" y="126"/>
                  </a:lnTo>
                  <a:lnTo>
                    <a:pt x="49" y="153"/>
                  </a:lnTo>
                  <a:lnTo>
                    <a:pt x="25" y="182"/>
                  </a:lnTo>
                  <a:lnTo>
                    <a:pt x="1" y="210"/>
                  </a:lnTo>
                  <a:lnTo>
                    <a:pt x="1" y="210"/>
                  </a:lnTo>
                  <a:lnTo>
                    <a:pt x="0" y="211"/>
                  </a:lnTo>
                  <a:lnTo>
                    <a:pt x="0" y="213"/>
                  </a:lnTo>
                  <a:lnTo>
                    <a:pt x="1" y="215"/>
                  </a:lnTo>
                  <a:lnTo>
                    <a:pt x="2" y="216"/>
                  </a:lnTo>
                  <a:lnTo>
                    <a:pt x="3" y="217"/>
                  </a:lnTo>
                  <a:lnTo>
                    <a:pt x="5" y="218"/>
                  </a:lnTo>
                  <a:lnTo>
                    <a:pt x="6" y="217"/>
                  </a:lnTo>
                  <a:lnTo>
                    <a:pt x="8" y="216"/>
                  </a:lnTo>
                  <a:lnTo>
                    <a:pt x="8" y="216"/>
                  </a:lnTo>
                  <a:lnTo>
                    <a:pt x="33" y="188"/>
                  </a:lnTo>
                  <a:lnTo>
                    <a:pt x="58" y="158"/>
                  </a:lnTo>
                  <a:lnTo>
                    <a:pt x="83" y="128"/>
                  </a:lnTo>
                  <a:lnTo>
                    <a:pt x="107" y="98"/>
                  </a:lnTo>
                  <a:lnTo>
                    <a:pt x="107" y="98"/>
                  </a:lnTo>
                  <a:lnTo>
                    <a:pt x="128" y="74"/>
                  </a:lnTo>
                  <a:lnTo>
                    <a:pt x="147" y="49"/>
                  </a:lnTo>
                  <a:lnTo>
                    <a:pt x="147" y="49"/>
                  </a:lnTo>
                  <a:lnTo>
                    <a:pt x="163" y="28"/>
                  </a:lnTo>
                  <a:lnTo>
                    <a:pt x="170" y="18"/>
                  </a:lnTo>
                  <a:lnTo>
                    <a:pt x="173" y="12"/>
                  </a:lnTo>
                  <a:lnTo>
                    <a:pt x="176" y="6"/>
                  </a:lnTo>
                  <a:lnTo>
                    <a:pt x="176" y="6"/>
                  </a:lnTo>
                  <a:lnTo>
                    <a:pt x="176" y="4"/>
                  </a:lnTo>
                  <a:lnTo>
                    <a:pt x="175" y="3"/>
                  </a:lnTo>
                  <a:lnTo>
                    <a:pt x="171" y="1"/>
                  </a:lnTo>
                  <a:lnTo>
                    <a:pt x="169" y="0"/>
                  </a:lnTo>
                  <a:lnTo>
                    <a:pt x="168" y="1"/>
                  </a:lnTo>
                  <a:lnTo>
                    <a:pt x="166" y="2"/>
                  </a:lnTo>
                  <a:lnTo>
                    <a:pt x="166" y="4"/>
                  </a:lnTo>
                  <a:lnTo>
                    <a:pt x="166"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3" name="Freeform 498"/>
            <p:cNvSpPr/>
            <p:nvPr/>
          </p:nvSpPr>
          <p:spPr bwMode="auto">
            <a:xfrm>
              <a:off x="2252663" y="3652838"/>
              <a:ext cx="63500" cy="95250"/>
            </a:xfrm>
            <a:custGeom>
              <a:avLst/>
              <a:gdLst/>
              <a:ahLst/>
              <a:cxnLst>
                <a:cxn ang="0">
                  <a:pos x="111" y="2"/>
                </a:cxn>
                <a:cxn ang="0">
                  <a:pos x="111" y="2"/>
                </a:cxn>
                <a:cxn ang="0">
                  <a:pos x="97" y="26"/>
                </a:cxn>
                <a:cxn ang="0">
                  <a:pos x="84" y="50"/>
                </a:cxn>
                <a:cxn ang="0">
                  <a:pos x="69" y="72"/>
                </a:cxn>
                <a:cxn ang="0">
                  <a:pos x="53" y="94"/>
                </a:cxn>
                <a:cxn ang="0">
                  <a:pos x="53" y="94"/>
                </a:cxn>
                <a:cxn ang="0">
                  <a:pos x="25" y="132"/>
                </a:cxn>
                <a:cxn ang="0">
                  <a:pos x="12" y="153"/>
                </a:cxn>
                <a:cxn ang="0">
                  <a:pos x="6" y="163"/>
                </a:cxn>
                <a:cxn ang="0">
                  <a:pos x="1" y="174"/>
                </a:cxn>
                <a:cxn ang="0">
                  <a:pos x="1" y="174"/>
                </a:cxn>
                <a:cxn ang="0">
                  <a:pos x="0" y="176"/>
                </a:cxn>
                <a:cxn ang="0">
                  <a:pos x="1" y="178"/>
                </a:cxn>
                <a:cxn ang="0">
                  <a:pos x="2" y="179"/>
                </a:cxn>
                <a:cxn ang="0">
                  <a:pos x="3" y="179"/>
                </a:cxn>
                <a:cxn ang="0">
                  <a:pos x="8" y="179"/>
                </a:cxn>
                <a:cxn ang="0">
                  <a:pos x="9" y="178"/>
                </a:cxn>
                <a:cxn ang="0">
                  <a:pos x="10" y="177"/>
                </a:cxn>
                <a:cxn ang="0">
                  <a:pos x="10" y="177"/>
                </a:cxn>
                <a:cxn ang="0">
                  <a:pos x="15" y="166"/>
                </a:cxn>
                <a:cxn ang="0">
                  <a:pos x="21" y="157"/>
                </a:cxn>
                <a:cxn ang="0">
                  <a:pos x="27" y="149"/>
                </a:cxn>
                <a:cxn ang="0">
                  <a:pos x="33" y="140"/>
                </a:cxn>
                <a:cxn ang="0">
                  <a:pos x="33" y="140"/>
                </a:cxn>
                <a:cxn ang="0">
                  <a:pos x="49" y="116"/>
                </a:cxn>
                <a:cxn ang="0">
                  <a:pos x="65" y="94"/>
                </a:cxn>
                <a:cxn ang="0">
                  <a:pos x="65" y="94"/>
                </a:cxn>
                <a:cxn ang="0">
                  <a:pos x="80" y="74"/>
                </a:cxn>
                <a:cxn ang="0">
                  <a:pos x="94" y="52"/>
                </a:cxn>
                <a:cxn ang="0">
                  <a:pos x="107" y="29"/>
                </a:cxn>
                <a:cxn ang="0">
                  <a:pos x="119" y="6"/>
                </a:cxn>
                <a:cxn ang="0">
                  <a:pos x="119" y="6"/>
                </a:cxn>
                <a:cxn ang="0">
                  <a:pos x="119" y="5"/>
                </a:cxn>
                <a:cxn ang="0">
                  <a:pos x="119" y="3"/>
                </a:cxn>
                <a:cxn ang="0">
                  <a:pos x="118" y="1"/>
                </a:cxn>
                <a:cxn ang="0">
                  <a:pos x="117" y="0"/>
                </a:cxn>
                <a:cxn ang="0">
                  <a:pos x="115" y="0"/>
                </a:cxn>
                <a:cxn ang="0">
                  <a:pos x="113" y="0"/>
                </a:cxn>
                <a:cxn ang="0">
                  <a:pos x="112" y="0"/>
                </a:cxn>
                <a:cxn ang="0">
                  <a:pos x="111" y="2"/>
                </a:cxn>
                <a:cxn ang="0">
                  <a:pos x="111" y="2"/>
                </a:cxn>
              </a:cxnLst>
              <a:rect l="0" t="0" r="r" b="b"/>
              <a:pathLst>
                <a:path w="119" h="179">
                  <a:moveTo>
                    <a:pt x="111" y="2"/>
                  </a:moveTo>
                  <a:lnTo>
                    <a:pt x="111" y="2"/>
                  </a:lnTo>
                  <a:lnTo>
                    <a:pt x="97" y="26"/>
                  </a:lnTo>
                  <a:lnTo>
                    <a:pt x="84" y="50"/>
                  </a:lnTo>
                  <a:lnTo>
                    <a:pt x="69" y="72"/>
                  </a:lnTo>
                  <a:lnTo>
                    <a:pt x="53" y="94"/>
                  </a:lnTo>
                  <a:lnTo>
                    <a:pt x="53" y="94"/>
                  </a:lnTo>
                  <a:lnTo>
                    <a:pt x="25" y="132"/>
                  </a:lnTo>
                  <a:lnTo>
                    <a:pt x="12" y="153"/>
                  </a:lnTo>
                  <a:lnTo>
                    <a:pt x="6" y="163"/>
                  </a:lnTo>
                  <a:lnTo>
                    <a:pt x="1" y="174"/>
                  </a:lnTo>
                  <a:lnTo>
                    <a:pt x="1" y="174"/>
                  </a:lnTo>
                  <a:lnTo>
                    <a:pt x="0" y="176"/>
                  </a:lnTo>
                  <a:lnTo>
                    <a:pt x="1" y="178"/>
                  </a:lnTo>
                  <a:lnTo>
                    <a:pt x="2" y="179"/>
                  </a:lnTo>
                  <a:lnTo>
                    <a:pt x="3" y="179"/>
                  </a:lnTo>
                  <a:lnTo>
                    <a:pt x="8" y="179"/>
                  </a:lnTo>
                  <a:lnTo>
                    <a:pt x="9" y="178"/>
                  </a:lnTo>
                  <a:lnTo>
                    <a:pt x="10" y="177"/>
                  </a:lnTo>
                  <a:lnTo>
                    <a:pt x="10" y="177"/>
                  </a:lnTo>
                  <a:lnTo>
                    <a:pt x="15" y="166"/>
                  </a:lnTo>
                  <a:lnTo>
                    <a:pt x="21" y="157"/>
                  </a:lnTo>
                  <a:lnTo>
                    <a:pt x="27" y="149"/>
                  </a:lnTo>
                  <a:lnTo>
                    <a:pt x="33" y="140"/>
                  </a:lnTo>
                  <a:lnTo>
                    <a:pt x="33" y="140"/>
                  </a:lnTo>
                  <a:lnTo>
                    <a:pt x="49" y="116"/>
                  </a:lnTo>
                  <a:lnTo>
                    <a:pt x="65" y="94"/>
                  </a:lnTo>
                  <a:lnTo>
                    <a:pt x="65" y="94"/>
                  </a:lnTo>
                  <a:lnTo>
                    <a:pt x="80" y="74"/>
                  </a:lnTo>
                  <a:lnTo>
                    <a:pt x="94" y="52"/>
                  </a:lnTo>
                  <a:lnTo>
                    <a:pt x="107" y="29"/>
                  </a:lnTo>
                  <a:lnTo>
                    <a:pt x="119" y="6"/>
                  </a:lnTo>
                  <a:lnTo>
                    <a:pt x="119" y="6"/>
                  </a:lnTo>
                  <a:lnTo>
                    <a:pt x="119" y="5"/>
                  </a:lnTo>
                  <a:lnTo>
                    <a:pt x="119" y="3"/>
                  </a:lnTo>
                  <a:lnTo>
                    <a:pt x="118" y="1"/>
                  </a:lnTo>
                  <a:lnTo>
                    <a:pt x="117" y="0"/>
                  </a:lnTo>
                  <a:lnTo>
                    <a:pt x="115" y="0"/>
                  </a:lnTo>
                  <a:lnTo>
                    <a:pt x="113" y="0"/>
                  </a:lnTo>
                  <a:lnTo>
                    <a:pt x="112" y="0"/>
                  </a:lnTo>
                  <a:lnTo>
                    <a:pt x="111" y="2"/>
                  </a:lnTo>
                  <a:lnTo>
                    <a:pt x="111"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4" name="Freeform 499"/>
            <p:cNvSpPr/>
            <p:nvPr/>
          </p:nvSpPr>
          <p:spPr bwMode="auto">
            <a:xfrm>
              <a:off x="2282826" y="3692525"/>
              <a:ext cx="55563" cy="82550"/>
            </a:xfrm>
            <a:custGeom>
              <a:avLst/>
              <a:gdLst/>
              <a:ahLst/>
              <a:cxnLst>
                <a:cxn ang="0">
                  <a:pos x="95" y="2"/>
                </a:cxn>
                <a:cxn ang="0">
                  <a:pos x="95" y="2"/>
                </a:cxn>
                <a:cxn ang="0">
                  <a:pos x="66" y="42"/>
                </a:cxn>
                <a:cxn ang="0">
                  <a:pos x="38" y="82"/>
                </a:cxn>
                <a:cxn ang="0">
                  <a:pos x="38" y="82"/>
                </a:cxn>
                <a:cxn ang="0">
                  <a:pos x="27" y="99"/>
                </a:cxn>
                <a:cxn ang="0">
                  <a:pos x="16" y="114"/>
                </a:cxn>
                <a:cxn ang="0">
                  <a:pos x="11" y="122"/>
                </a:cxn>
                <a:cxn ang="0">
                  <a:pos x="6" y="132"/>
                </a:cxn>
                <a:cxn ang="0">
                  <a:pos x="3" y="140"/>
                </a:cxn>
                <a:cxn ang="0">
                  <a:pos x="0" y="150"/>
                </a:cxn>
                <a:cxn ang="0">
                  <a:pos x="0" y="150"/>
                </a:cxn>
                <a:cxn ang="0">
                  <a:pos x="0" y="152"/>
                </a:cxn>
                <a:cxn ang="0">
                  <a:pos x="0" y="153"/>
                </a:cxn>
                <a:cxn ang="0">
                  <a:pos x="1" y="155"/>
                </a:cxn>
                <a:cxn ang="0">
                  <a:pos x="3" y="156"/>
                </a:cxn>
                <a:cxn ang="0">
                  <a:pos x="5" y="156"/>
                </a:cxn>
                <a:cxn ang="0">
                  <a:pos x="6" y="156"/>
                </a:cxn>
                <a:cxn ang="0">
                  <a:pos x="8" y="155"/>
                </a:cxn>
                <a:cxn ang="0">
                  <a:pos x="8" y="152"/>
                </a:cxn>
                <a:cxn ang="0">
                  <a:pos x="8" y="152"/>
                </a:cxn>
                <a:cxn ang="0">
                  <a:pos x="13" y="142"/>
                </a:cxn>
                <a:cxn ang="0">
                  <a:pos x="17" y="133"/>
                </a:cxn>
                <a:cxn ang="0">
                  <a:pos x="22" y="124"/>
                </a:cxn>
                <a:cxn ang="0">
                  <a:pos x="27" y="114"/>
                </a:cxn>
                <a:cxn ang="0">
                  <a:pos x="39" y="97"/>
                </a:cxn>
                <a:cxn ang="0">
                  <a:pos x="52" y="80"/>
                </a:cxn>
                <a:cxn ang="0">
                  <a:pos x="52" y="80"/>
                </a:cxn>
                <a:cxn ang="0">
                  <a:pos x="78" y="43"/>
                </a:cxn>
                <a:cxn ang="0">
                  <a:pos x="103" y="7"/>
                </a:cxn>
                <a:cxn ang="0">
                  <a:pos x="103" y="7"/>
                </a:cxn>
                <a:cxn ang="0">
                  <a:pos x="105" y="5"/>
                </a:cxn>
                <a:cxn ang="0">
                  <a:pos x="103" y="3"/>
                </a:cxn>
                <a:cxn ang="0">
                  <a:pos x="103" y="2"/>
                </a:cxn>
                <a:cxn ang="0">
                  <a:pos x="101" y="1"/>
                </a:cxn>
                <a:cxn ang="0">
                  <a:pos x="100" y="0"/>
                </a:cxn>
                <a:cxn ang="0">
                  <a:pos x="98" y="0"/>
                </a:cxn>
                <a:cxn ang="0">
                  <a:pos x="96" y="1"/>
                </a:cxn>
                <a:cxn ang="0">
                  <a:pos x="95" y="2"/>
                </a:cxn>
                <a:cxn ang="0">
                  <a:pos x="95" y="2"/>
                </a:cxn>
              </a:cxnLst>
              <a:rect l="0" t="0" r="r" b="b"/>
              <a:pathLst>
                <a:path w="105" h="156">
                  <a:moveTo>
                    <a:pt x="95" y="2"/>
                  </a:moveTo>
                  <a:lnTo>
                    <a:pt x="95" y="2"/>
                  </a:lnTo>
                  <a:lnTo>
                    <a:pt x="66" y="42"/>
                  </a:lnTo>
                  <a:lnTo>
                    <a:pt x="38" y="82"/>
                  </a:lnTo>
                  <a:lnTo>
                    <a:pt x="38" y="82"/>
                  </a:lnTo>
                  <a:lnTo>
                    <a:pt x="27" y="99"/>
                  </a:lnTo>
                  <a:lnTo>
                    <a:pt x="16" y="114"/>
                  </a:lnTo>
                  <a:lnTo>
                    <a:pt x="11" y="122"/>
                  </a:lnTo>
                  <a:lnTo>
                    <a:pt x="6" y="132"/>
                  </a:lnTo>
                  <a:lnTo>
                    <a:pt x="3" y="140"/>
                  </a:lnTo>
                  <a:lnTo>
                    <a:pt x="0" y="150"/>
                  </a:lnTo>
                  <a:lnTo>
                    <a:pt x="0" y="150"/>
                  </a:lnTo>
                  <a:lnTo>
                    <a:pt x="0" y="152"/>
                  </a:lnTo>
                  <a:lnTo>
                    <a:pt x="0" y="153"/>
                  </a:lnTo>
                  <a:lnTo>
                    <a:pt x="1" y="155"/>
                  </a:lnTo>
                  <a:lnTo>
                    <a:pt x="3" y="156"/>
                  </a:lnTo>
                  <a:lnTo>
                    <a:pt x="5" y="156"/>
                  </a:lnTo>
                  <a:lnTo>
                    <a:pt x="6" y="156"/>
                  </a:lnTo>
                  <a:lnTo>
                    <a:pt x="8" y="155"/>
                  </a:lnTo>
                  <a:lnTo>
                    <a:pt x="8" y="152"/>
                  </a:lnTo>
                  <a:lnTo>
                    <a:pt x="8" y="152"/>
                  </a:lnTo>
                  <a:lnTo>
                    <a:pt x="13" y="142"/>
                  </a:lnTo>
                  <a:lnTo>
                    <a:pt x="17" y="133"/>
                  </a:lnTo>
                  <a:lnTo>
                    <a:pt x="22" y="124"/>
                  </a:lnTo>
                  <a:lnTo>
                    <a:pt x="27" y="114"/>
                  </a:lnTo>
                  <a:lnTo>
                    <a:pt x="39" y="97"/>
                  </a:lnTo>
                  <a:lnTo>
                    <a:pt x="52" y="80"/>
                  </a:lnTo>
                  <a:lnTo>
                    <a:pt x="52" y="80"/>
                  </a:lnTo>
                  <a:lnTo>
                    <a:pt x="78" y="43"/>
                  </a:lnTo>
                  <a:lnTo>
                    <a:pt x="103" y="7"/>
                  </a:lnTo>
                  <a:lnTo>
                    <a:pt x="103" y="7"/>
                  </a:lnTo>
                  <a:lnTo>
                    <a:pt x="105" y="5"/>
                  </a:lnTo>
                  <a:lnTo>
                    <a:pt x="103" y="3"/>
                  </a:lnTo>
                  <a:lnTo>
                    <a:pt x="103" y="2"/>
                  </a:lnTo>
                  <a:lnTo>
                    <a:pt x="101" y="1"/>
                  </a:lnTo>
                  <a:lnTo>
                    <a:pt x="100" y="0"/>
                  </a:lnTo>
                  <a:lnTo>
                    <a:pt x="98" y="0"/>
                  </a:lnTo>
                  <a:lnTo>
                    <a:pt x="96" y="1"/>
                  </a:lnTo>
                  <a:lnTo>
                    <a:pt x="95" y="2"/>
                  </a:lnTo>
                  <a:lnTo>
                    <a:pt x="95"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5" name="Freeform 500"/>
            <p:cNvSpPr/>
            <p:nvPr/>
          </p:nvSpPr>
          <p:spPr bwMode="auto">
            <a:xfrm>
              <a:off x="2343151" y="3705225"/>
              <a:ext cx="57150" cy="77788"/>
            </a:xfrm>
            <a:custGeom>
              <a:avLst/>
              <a:gdLst/>
              <a:ahLst/>
              <a:cxnLst>
                <a:cxn ang="0">
                  <a:pos x="100" y="1"/>
                </a:cxn>
                <a:cxn ang="0">
                  <a:pos x="100" y="1"/>
                </a:cxn>
                <a:cxn ang="0">
                  <a:pos x="68" y="43"/>
                </a:cxn>
                <a:cxn ang="0">
                  <a:pos x="36" y="82"/>
                </a:cxn>
                <a:cxn ang="0">
                  <a:pos x="36" y="82"/>
                </a:cxn>
                <a:cxn ang="0">
                  <a:pos x="25" y="96"/>
                </a:cxn>
                <a:cxn ang="0">
                  <a:pos x="14" y="110"/>
                </a:cxn>
                <a:cxn ang="0">
                  <a:pos x="9" y="117"/>
                </a:cxn>
                <a:cxn ang="0">
                  <a:pos x="5" y="124"/>
                </a:cxn>
                <a:cxn ang="0">
                  <a:pos x="2" y="133"/>
                </a:cxn>
                <a:cxn ang="0">
                  <a:pos x="0" y="141"/>
                </a:cxn>
                <a:cxn ang="0">
                  <a:pos x="0" y="141"/>
                </a:cxn>
                <a:cxn ang="0">
                  <a:pos x="0" y="143"/>
                </a:cxn>
                <a:cxn ang="0">
                  <a:pos x="0" y="145"/>
                </a:cxn>
                <a:cxn ang="0">
                  <a:pos x="2" y="146"/>
                </a:cxn>
                <a:cxn ang="0">
                  <a:pos x="3" y="147"/>
                </a:cxn>
                <a:cxn ang="0">
                  <a:pos x="5" y="147"/>
                </a:cxn>
                <a:cxn ang="0">
                  <a:pos x="7" y="147"/>
                </a:cxn>
                <a:cxn ang="0">
                  <a:pos x="8" y="146"/>
                </a:cxn>
                <a:cxn ang="0">
                  <a:pos x="9" y="144"/>
                </a:cxn>
                <a:cxn ang="0">
                  <a:pos x="9" y="144"/>
                </a:cxn>
                <a:cxn ang="0">
                  <a:pos x="11" y="135"/>
                </a:cxn>
                <a:cxn ang="0">
                  <a:pos x="15" y="125"/>
                </a:cxn>
                <a:cxn ang="0">
                  <a:pos x="20" y="117"/>
                </a:cxn>
                <a:cxn ang="0">
                  <a:pos x="26" y="110"/>
                </a:cxn>
                <a:cxn ang="0">
                  <a:pos x="38" y="94"/>
                </a:cxn>
                <a:cxn ang="0">
                  <a:pos x="50" y="80"/>
                </a:cxn>
                <a:cxn ang="0">
                  <a:pos x="50" y="80"/>
                </a:cxn>
                <a:cxn ang="0">
                  <a:pos x="107" y="9"/>
                </a:cxn>
                <a:cxn ang="0">
                  <a:pos x="107" y="9"/>
                </a:cxn>
                <a:cxn ang="0">
                  <a:pos x="108" y="7"/>
                </a:cxn>
                <a:cxn ang="0">
                  <a:pos x="108" y="4"/>
                </a:cxn>
                <a:cxn ang="0">
                  <a:pos x="106" y="1"/>
                </a:cxn>
                <a:cxn ang="0">
                  <a:pos x="105" y="0"/>
                </a:cxn>
                <a:cxn ang="0">
                  <a:pos x="103" y="0"/>
                </a:cxn>
                <a:cxn ang="0">
                  <a:pos x="102" y="0"/>
                </a:cxn>
                <a:cxn ang="0">
                  <a:pos x="100" y="1"/>
                </a:cxn>
                <a:cxn ang="0">
                  <a:pos x="100" y="1"/>
                </a:cxn>
              </a:cxnLst>
              <a:rect l="0" t="0" r="r" b="b"/>
              <a:pathLst>
                <a:path w="108" h="147">
                  <a:moveTo>
                    <a:pt x="100" y="1"/>
                  </a:moveTo>
                  <a:lnTo>
                    <a:pt x="100" y="1"/>
                  </a:lnTo>
                  <a:lnTo>
                    <a:pt x="68" y="43"/>
                  </a:lnTo>
                  <a:lnTo>
                    <a:pt x="36" y="82"/>
                  </a:lnTo>
                  <a:lnTo>
                    <a:pt x="36" y="82"/>
                  </a:lnTo>
                  <a:lnTo>
                    <a:pt x="25" y="96"/>
                  </a:lnTo>
                  <a:lnTo>
                    <a:pt x="14" y="110"/>
                  </a:lnTo>
                  <a:lnTo>
                    <a:pt x="9" y="117"/>
                  </a:lnTo>
                  <a:lnTo>
                    <a:pt x="5" y="124"/>
                  </a:lnTo>
                  <a:lnTo>
                    <a:pt x="2" y="133"/>
                  </a:lnTo>
                  <a:lnTo>
                    <a:pt x="0" y="141"/>
                  </a:lnTo>
                  <a:lnTo>
                    <a:pt x="0" y="141"/>
                  </a:lnTo>
                  <a:lnTo>
                    <a:pt x="0" y="143"/>
                  </a:lnTo>
                  <a:lnTo>
                    <a:pt x="0" y="145"/>
                  </a:lnTo>
                  <a:lnTo>
                    <a:pt x="2" y="146"/>
                  </a:lnTo>
                  <a:lnTo>
                    <a:pt x="3" y="147"/>
                  </a:lnTo>
                  <a:lnTo>
                    <a:pt x="5" y="147"/>
                  </a:lnTo>
                  <a:lnTo>
                    <a:pt x="7" y="147"/>
                  </a:lnTo>
                  <a:lnTo>
                    <a:pt x="8" y="146"/>
                  </a:lnTo>
                  <a:lnTo>
                    <a:pt x="9" y="144"/>
                  </a:lnTo>
                  <a:lnTo>
                    <a:pt x="9" y="144"/>
                  </a:lnTo>
                  <a:lnTo>
                    <a:pt x="11" y="135"/>
                  </a:lnTo>
                  <a:lnTo>
                    <a:pt x="15" y="125"/>
                  </a:lnTo>
                  <a:lnTo>
                    <a:pt x="20" y="117"/>
                  </a:lnTo>
                  <a:lnTo>
                    <a:pt x="26" y="110"/>
                  </a:lnTo>
                  <a:lnTo>
                    <a:pt x="38" y="94"/>
                  </a:lnTo>
                  <a:lnTo>
                    <a:pt x="50" y="80"/>
                  </a:lnTo>
                  <a:lnTo>
                    <a:pt x="50" y="80"/>
                  </a:lnTo>
                  <a:lnTo>
                    <a:pt x="107" y="9"/>
                  </a:lnTo>
                  <a:lnTo>
                    <a:pt x="107" y="9"/>
                  </a:lnTo>
                  <a:lnTo>
                    <a:pt x="108" y="7"/>
                  </a:lnTo>
                  <a:lnTo>
                    <a:pt x="108" y="4"/>
                  </a:lnTo>
                  <a:lnTo>
                    <a:pt x="106" y="1"/>
                  </a:lnTo>
                  <a:lnTo>
                    <a:pt x="105" y="0"/>
                  </a:lnTo>
                  <a:lnTo>
                    <a:pt x="103" y="0"/>
                  </a:lnTo>
                  <a:lnTo>
                    <a:pt x="102" y="0"/>
                  </a:lnTo>
                  <a:lnTo>
                    <a:pt x="100" y="1"/>
                  </a:lnTo>
                  <a:lnTo>
                    <a:pt x="10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6" name="Freeform 501"/>
            <p:cNvSpPr/>
            <p:nvPr/>
          </p:nvSpPr>
          <p:spPr bwMode="auto">
            <a:xfrm>
              <a:off x="2408238" y="3716338"/>
              <a:ext cx="46038" cy="63500"/>
            </a:xfrm>
            <a:custGeom>
              <a:avLst/>
              <a:gdLst/>
              <a:ahLst/>
              <a:cxnLst>
                <a:cxn ang="0">
                  <a:pos x="75" y="4"/>
                </a:cxn>
                <a:cxn ang="0">
                  <a:pos x="75" y="4"/>
                </a:cxn>
                <a:cxn ang="0">
                  <a:pos x="74" y="9"/>
                </a:cxn>
                <a:cxn ang="0">
                  <a:pos x="72" y="13"/>
                </a:cxn>
                <a:cxn ang="0">
                  <a:pos x="66" y="23"/>
                </a:cxn>
                <a:cxn ang="0">
                  <a:pos x="51" y="38"/>
                </a:cxn>
                <a:cxn ang="0">
                  <a:pos x="51" y="38"/>
                </a:cxn>
                <a:cxn ang="0">
                  <a:pos x="26" y="66"/>
                </a:cxn>
                <a:cxn ang="0">
                  <a:pos x="26" y="66"/>
                </a:cxn>
                <a:cxn ang="0">
                  <a:pos x="21" y="72"/>
                </a:cxn>
                <a:cxn ang="0">
                  <a:pos x="17" y="77"/>
                </a:cxn>
                <a:cxn ang="0">
                  <a:pos x="10" y="90"/>
                </a:cxn>
                <a:cxn ang="0">
                  <a:pos x="5" y="103"/>
                </a:cxn>
                <a:cxn ang="0">
                  <a:pos x="0" y="117"/>
                </a:cxn>
                <a:cxn ang="0">
                  <a:pos x="0" y="117"/>
                </a:cxn>
                <a:cxn ang="0">
                  <a:pos x="0" y="119"/>
                </a:cxn>
                <a:cxn ang="0">
                  <a:pos x="0" y="120"/>
                </a:cxn>
                <a:cxn ang="0">
                  <a:pos x="1" y="121"/>
                </a:cxn>
                <a:cxn ang="0">
                  <a:pos x="3" y="122"/>
                </a:cxn>
                <a:cxn ang="0">
                  <a:pos x="6" y="122"/>
                </a:cxn>
                <a:cxn ang="0">
                  <a:pos x="8" y="121"/>
                </a:cxn>
                <a:cxn ang="0">
                  <a:pos x="9" y="119"/>
                </a:cxn>
                <a:cxn ang="0">
                  <a:pos x="9" y="119"/>
                </a:cxn>
                <a:cxn ang="0">
                  <a:pos x="16" y="102"/>
                </a:cxn>
                <a:cxn ang="0">
                  <a:pos x="23" y="86"/>
                </a:cxn>
                <a:cxn ang="0">
                  <a:pos x="23" y="86"/>
                </a:cxn>
                <a:cxn ang="0">
                  <a:pos x="30" y="76"/>
                </a:cxn>
                <a:cxn ang="0">
                  <a:pos x="37" y="67"/>
                </a:cxn>
                <a:cxn ang="0">
                  <a:pos x="52" y="51"/>
                </a:cxn>
                <a:cxn ang="0">
                  <a:pos x="52" y="51"/>
                </a:cxn>
                <a:cxn ang="0">
                  <a:pos x="63" y="40"/>
                </a:cxn>
                <a:cxn ang="0">
                  <a:pos x="72" y="29"/>
                </a:cxn>
                <a:cxn ang="0">
                  <a:pos x="77" y="24"/>
                </a:cxn>
                <a:cxn ang="0">
                  <a:pos x="80" y="18"/>
                </a:cxn>
                <a:cxn ang="0">
                  <a:pos x="83" y="11"/>
                </a:cxn>
                <a:cxn ang="0">
                  <a:pos x="85" y="4"/>
                </a:cxn>
                <a:cxn ang="0">
                  <a:pos x="85" y="4"/>
                </a:cxn>
                <a:cxn ang="0">
                  <a:pos x="84" y="2"/>
                </a:cxn>
                <a:cxn ang="0">
                  <a:pos x="84" y="1"/>
                </a:cxn>
                <a:cxn ang="0">
                  <a:pos x="82" y="0"/>
                </a:cxn>
                <a:cxn ang="0">
                  <a:pos x="81" y="0"/>
                </a:cxn>
                <a:cxn ang="0">
                  <a:pos x="77" y="1"/>
                </a:cxn>
                <a:cxn ang="0">
                  <a:pos x="76" y="2"/>
                </a:cxn>
                <a:cxn ang="0">
                  <a:pos x="75" y="4"/>
                </a:cxn>
                <a:cxn ang="0">
                  <a:pos x="75" y="4"/>
                </a:cxn>
              </a:cxnLst>
              <a:rect l="0" t="0" r="r" b="b"/>
              <a:pathLst>
                <a:path w="85" h="122">
                  <a:moveTo>
                    <a:pt x="75" y="4"/>
                  </a:moveTo>
                  <a:lnTo>
                    <a:pt x="75" y="4"/>
                  </a:lnTo>
                  <a:lnTo>
                    <a:pt x="74" y="9"/>
                  </a:lnTo>
                  <a:lnTo>
                    <a:pt x="72" y="13"/>
                  </a:lnTo>
                  <a:lnTo>
                    <a:pt x="66" y="23"/>
                  </a:lnTo>
                  <a:lnTo>
                    <a:pt x="51" y="38"/>
                  </a:lnTo>
                  <a:lnTo>
                    <a:pt x="51" y="38"/>
                  </a:lnTo>
                  <a:lnTo>
                    <a:pt x="26" y="66"/>
                  </a:lnTo>
                  <a:lnTo>
                    <a:pt x="26" y="66"/>
                  </a:lnTo>
                  <a:lnTo>
                    <a:pt x="21" y="72"/>
                  </a:lnTo>
                  <a:lnTo>
                    <a:pt x="17" y="77"/>
                  </a:lnTo>
                  <a:lnTo>
                    <a:pt x="10" y="90"/>
                  </a:lnTo>
                  <a:lnTo>
                    <a:pt x="5" y="103"/>
                  </a:lnTo>
                  <a:lnTo>
                    <a:pt x="0" y="117"/>
                  </a:lnTo>
                  <a:lnTo>
                    <a:pt x="0" y="117"/>
                  </a:lnTo>
                  <a:lnTo>
                    <a:pt x="0" y="119"/>
                  </a:lnTo>
                  <a:lnTo>
                    <a:pt x="0" y="120"/>
                  </a:lnTo>
                  <a:lnTo>
                    <a:pt x="1" y="121"/>
                  </a:lnTo>
                  <a:lnTo>
                    <a:pt x="3" y="122"/>
                  </a:lnTo>
                  <a:lnTo>
                    <a:pt x="6" y="122"/>
                  </a:lnTo>
                  <a:lnTo>
                    <a:pt x="8" y="121"/>
                  </a:lnTo>
                  <a:lnTo>
                    <a:pt x="9" y="119"/>
                  </a:lnTo>
                  <a:lnTo>
                    <a:pt x="9" y="119"/>
                  </a:lnTo>
                  <a:lnTo>
                    <a:pt x="16" y="102"/>
                  </a:lnTo>
                  <a:lnTo>
                    <a:pt x="23" y="86"/>
                  </a:lnTo>
                  <a:lnTo>
                    <a:pt x="23" y="86"/>
                  </a:lnTo>
                  <a:lnTo>
                    <a:pt x="30" y="76"/>
                  </a:lnTo>
                  <a:lnTo>
                    <a:pt x="37" y="67"/>
                  </a:lnTo>
                  <a:lnTo>
                    <a:pt x="52" y="51"/>
                  </a:lnTo>
                  <a:lnTo>
                    <a:pt x="52" y="51"/>
                  </a:lnTo>
                  <a:lnTo>
                    <a:pt x="63" y="40"/>
                  </a:lnTo>
                  <a:lnTo>
                    <a:pt x="72" y="29"/>
                  </a:lnTo>
                  <a:lnTo>
                    <a:pt x="77" y="24"/>
                  </a:lnTo>
                  <a:lnTo>
                    <a:pt x="80" y="18"/>
                  </a:lnTo>
                  <a:lnTo>
                    <a:pt x="83" y="11"/>
                  </a:lnTo>
                  <a:lnTo>
                    <a:pt x="85" y="4"/>
                  </a:lnTo>
                  <a:lnTo>
                    <a:pt x="85" y="4"/>
                  </a:lnTo>
                  <a:lnTo>
                    <a:pt x="84" y="2"/>
                  </a:lnTo>
                  <a:lnTo>
                    <a:pt x="84" y="1"/>
                  </a:lnTo>
                  <a:lnTo>
                    <a:pt x="82" y="0"/>
                  </a:lnTo>
                  <a:lnTo>
                    <a:pt x="81" y="0"/>
                  </a:lnTo>
                  <a:lnTo>
                    <a:pt x="77" y="1"/>
                  </a:lnTo>
                  <a:lnTo>
                    <a:pt x="76" y="2"/>
                  </a:lnTo>
                  <a:lnTo>
                    <a:pt x="75" y="4"/>
                  </a:lnTo>
                  <a:lnTo>
                    <a:pt x="75"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7" name="Freeform 502"/>
            <p:cNvSpPr/>
            <p:nvPr/>
          </p:nvSpPr>
          <p:spPr bwMode="auto">
            <a:xfrm>
              <a:off x="2459038" y="3713163"/>
              <a:ext cx="55563" cy="69850"/>
            </a:xfrm>
            <a:custGeom>
              <a:avLst/>
              <a:gdLst/>
              <a:ahLst/>
              <a:cxnLst>
                <a:cxn ang="0">
                  <a:pos x="95" y="3"/>
                </a:cxn>
                <a:cxn ang="0">
                  <a:pos x="95" y="3"/>
                </a:cxn>
                <a:cxn ang="0">
                  <a:pos x="91" y="13"/>
                </a:cxn>
                <a:cxn ang="0">
                  <a:pos x="85" y="23"/>
                </a:cxn>
                <a:cxn ang="0">
                  <a:pos x="79" y="31"/>
                </a:cxn>
                <a:cxn ang="0">
                  <a:pos x="71" y="39"/>
                </a:cxn>
                <a:cxn ang="0">
                  <a:pos x="55" y="53"/>
                </a:cxn>
                <a:cxn ang="0">
                  <a:pos x="46" y="62"/>
                </a:cxn>
                <a:cxn ang="0">
                  <a:pos x="39" y="69"/>
                </a:cxn>
                <a:cxn ang="0">
                  <a:pos x="39" y="69"/>
                </a:cxn>
                <a:cxn ang="0">
                  <a:pos x="27" y="82"/>
                </a:cxn>
                <a:cxn ang="0">
                  <a:pos x="15" y="95"/>
                </a:cxn>
                <a:cxn ang="0">
                  <a:pos x="10" y="102"/>
                </a:cxn>
                <a:cxn ang="0">
                  <a:pos x="6" y="109"/>
                </a:cxn>
                <a:cxn ang="0">
                  <a:pos x="2" y="118"/>
                </a:cxn>
                <a:cxn ang="0">
                  <a:pos x="0" y="126"/>
                </a:cxn>
                <a:cxn ang="0">
                  <a:pos x="0" y="126"/>
                </a:cxn>
                <a:cxn ang="0">
                  <a:pos x="0" y="128"/>
                </a:cxn>
                <a:cxn ang="0">
                  <a:pos x="1" y="130"/>
                </a:cxn>
                <a:cxn ang="0">
                  <a:pos x="2" y="131"/>
                </a:cxn>
                <a:cxn ang="0">
                  <a:pos x="3" y="132"/>
                </a:cxn>
                <a:cxn ang="0">
                  <a:pos x="5" y="132"/>
                </a:cxn>
                <a:cxn ang="0">
                  <a:pos x="7" y="132"/>
                </a:cxn>
                <a:cxn ang="0">
                  <a:pos x="8" y="131"/>
                </a:cxn>
                <a:cxn ang="0">
                  <a:pos x="9" y="129"/>
                </a:cxn>
                <a:cxn ang="0">
                  <a:pos x="9" y="129"/>
                </a:cxn>
                <a:cxn ang="0">
                  <a:pos x="12" y="119"/>
                </a:cxn>
                <a:cxn ang="0">
                  <a:pos x="17" y="108"/>
                </a:cxn>
                <a:cxn ang="0">
                  <a:pos x="24" y="98"/>
                </a:cxn>
                <a:cxn ang="0">
                  <a:pos x="31" y="89"/>
                </a:cxn>
                <a:cxn ang="0">
                  <a:pos x="39" y="79"/>
                </a:cxn>
                <a:cxn ang="0">
                  <a:pos x="48" y="71"/>
                </a:cxn>
                <a:cxn ang="0">
                  <a:pos x="65" y="56"/>
                </a:cxn>
                <a:cxn ang="0">
                  <a:pos x="65" y="56"/>
                </a:cxn>
                <a:cxn ang="0">
                  <a:pos x="77" y="45"/>
                </a:cxn>
                <a:cxn ang="0">
                  <a:pos x="89" y="34"/>
                </a:cxn>
                <a:cxn ang="0">
                  <a:pos x="94" y="28"/>
                </a:cxn>
                <a:cxn ang="0">
                  <a:pos x="98" y="21"/>
                </a:cxn>
                <a:cxn ang="0">
                  <a:pos x="101" y="14"/>
                </a:cxn>
                <a:cxn ang="0">
                  <a:pos x="104" y="6"/>
                </a:cxn>
                <a:cxn ang="0">
                  <a:pos x="104" y="6"/>
                </a:cxn>
                <a:cxn ang="0">
                  <a:pos x="104" y="4"/>
                </a:cxn>
                <a:cxn ang="0">
                  <a:pos x="103" y="2"/>
                </a:cxn>
                <a:cxn ang="0">
                  <a:pos x="102" y="1"/>
                </a:cxn>
                <a:cxn ang="0">
                  <a:pos x="100" y="0"/>
                </a:cxn>
                <a:cxn ang="0">
                  <a:pos x="98" y="0"/>
                </a:cxn>
                <a:cxn ang="0">
                  <a:pos x="97" y="0"/>
                </a:cxn>
                <a:cxn ang="0">
                  <a:pos x="96" y="1"/>
                </a:cxn>
                <a:cxn ang="0">
                  <a:pos x="95" y="3"/>
                </a:cxn>
                <a:cxn ang="0">
                  <a:pos x="95" y="3"/>
                </a:cxn>
              </a:cxnLst>
              <a:rect l="0" t="0" r="r" b="b"/>
              <a:pathLst>
                <a:path w="104" h="132">
                  <a:moveTo>
                    <a:pt x="95" y="3"/>
                  </a:moveTo>
                  <a:lnTo>
                    <a:pt x="95" y="3"/>
                  </a:lnTo>
                  <a:lnTo>
                    <a:pt x="91" y="13"/>
                  </a:lnTo>
                  <a:lnTo>
                    <a:pt x="85" y="23"/>
                  </a:lnTo>
                  <a:lnTo>
                    <a:pt x="79" y="31"/>
                  </a:lnTo>
                  <a:lnTo>
                    <a:pt x="71" y="39"/>
                  </a:lnTo>
                  <a:lnTo>
                    <a:pt x="55" y="53"/>
                  </a:lnTo>
                  <a:lnTo>
                    <a:pt x="46" y="62"/>
                  </a:lnTo>
                  <a:lnTo>
                    <a:pt x="39" y="69"/>
                  </a:lnTo>
                  <a:lnTo>
                    <a:pt x="39" y="69"/>
                  </a:lnTo>
                  <a:lnTo>
                    <a:pt x="27" y="82"/>
                  </a:lnTo>
                  <a:lnTo>
                    <a:pt x="15" y="95"/>
                  </a:lnTo>
                  <a:lnTo>
                    <a:pt x="10" y="102"/>
                  </a:lnTo>
                  <a:lnTo>
                    <a:pt x="6" y="109"/>
                  </a:lnTo>
                  <a:lnTo>
                    <a:pt x="2" y="118"/>
                  </a:lnTo>
                  <a:lnTo>
                    <a:pt x="0" y="126"/>
                  </a:lnTo>
                  <a:lnTo>
                    <a:pt x="0" y="126"/>
                  </a:lnTo>
                  <a:lnTo>
                    <a:pt x="0" y="128"/>
                  </a:lnTo>
                  <a:lnTo>
                    <a:pt x="1" y="130"/>
                  </a:lnTo>
                  <a:lnTo>
                    <a:pt x="2" y="131"/>
                  </a:lnTo>
                  <a:lnTo>
                    <a:pt x="3" y="132"/>
                  </a:lnTo>
                  <a:lnTo>
                    <a:pt x="5" y="132"/>
                  </a:lnTo>
                  <a:lnTo>
                    <a:pt x="7" y="132"/>
                  </a:lnTo>
                  <a:lnTo>
                    <a:pt x="8" y="131"/>
                  </a:lnTo>
                  <a:lnTo>
                    <a:pt x="9" y="129"/>
                  </a:lnTo>
                  <a:lnTo>
                    <a:pt x="9" y="129"/>
                  </a:lnTo>
                  <a:lnTo>
                    <a:pt x="12" y="119"/>
                  </a:lnTo>
                  <a:lnTo>
                    <a:pt x="17" y="108"/>
                  </a:lnTo>
                  <a:lnTo>
                    <a:pt x="24" y="98"/>
                  </a:lnTo>
                  <a:lnTo>
                    <a:pt x="31" y="89"/>
                  </a:lnTo>
                  <a:lnTo>
                    <a:pt x="39" y="79"/>
                  </a:lnTo>
                  <a:lnTo>
                    <a:pt x="48" y="71"/>
                  </a:lnTo>
                  <a:lnTo>
                    <a:pt x="65" y="56"/>
                  </a:lnTo>
                  <a:lnTo>
                    <a:pt x="65" y="56"/>
                  </a:lnTo>
                  <a:lnTo>
                    <a:pt x="77" y="45"/>
                  </a:lnTo>
                  <a:lnTo>
                    <a:pt x="89" y="34"/>
                  </a:lnTo>
                  <a:lnTo>
                    <a:pt x="94" y="28"/>
                  </a:lnTo>
                  <a:lnTo>
                    <a:pt x="98" y="21"/>
                  </a:lnTo>
                  <a:lnTo>
                    <a:pt x="101" y="14"/>
                  </a:lnTo>
                  <a:lnTo>
                    <a:pt x="104" y="6"/>
                  </a:lnTo>
                  <a:lnTo>
                    <a:pt x="104" y="6"/>
                  </a:lnTo>
                  <a:lnTo>
                    <a:pt x="104" y="4"/>
                  </a:lnTo>
                  <a:lnTo>
                    <a:pt x="103" y="2"/>
                  </a:lnTo>
                  <a:lnTo>
                    <a:pt x="102" y="1"/>
                  </a:lnTo>
                  <a:lnTo>
                    <a:pt x="100" y="0"/>
                  </a:lnTo>
                  <a:lnTo>
                    <a:pt x="98" y="0"/>
                  </a:lnTo>
                  <a:lnTo>
                    <a:pt x="97" y="0"/>
                  </a:lnTo>
                  <a:lnTo>
                    <a:pt x="96" y="1"/>
                  </a:lnTo>
                  <a:lnTo>
                    <a:pt x="95" y="3"/>
                  </a:lnTo>
                  <a:lnTo>
                    <a:pt x="95"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8" name="Freeform 503"/>
            <p:cNvSpPr/>
            <p:nvPr/>
          </p:nvSpPr>
          <p:spPr bwMode="auto">
            <a:xfrm>
              <a:off x="2528888" y="3719513"/>
              <a:ext cx="39688" cy="58738"/>
            </a:xfrm>
            <a:custGeom>
              <a:avLst/>
              <a:gdLst/>
              <a:ahLst/>
              <a:cxnLst>
                <a:cxn ang="0">
                  <a:pos x="67" y="3"/>
                </a:cxn>
                <a:cxn ang="0">
                  <a:pos x="67" y="3"/>
                </a:cxn>
                <a:cxn ang="0">
                  <a:pos x="60" y="16"/>
                </a:cxn>
                <a:cxn ang="0">
                  <a:pos x="52" y="28"/>
                </a:cxn>
                <a:cxn ang="0">
                  <a:pos x="42" y="38"/>
                </a:cxn>
                <a:cxn ang="0">
                  <a:pos x="33" y="50"/>
                </a:cxn>
                <a:cxn ang="0">
                  <a:pos x="33" y="50"/>
                </a:cxn>
                <a:cxn ang="0">
                  <a:pos x="28" y="56"/>
                </a:cxn>
                <a:cxn ang="0">
                  <a:pos x="24" y="62"/>
                </a:cxn>
                <a:cxn ang="0">
                  <a:pos x="15" y="76"/>
                </a:cxn>
                <a:cxn ang="0">
                  <a:pos x="8" y="89"/>
                </a:cxn>
                <a:cxn ang="0">
                  <a:pos x="1" y="102"/>
                </a:cxn>
                <a:cxn ang="0">
                  <a:pos x="1" y="102"/>
                </a:cxn>
                <a:cxn ang="0">
                  <a:pos x="0" y="105"/>
                </a:cxn>
                <a:cxn ang="0">
                  <a:pos x="0" y="107"/>
                </a:cxn>
                <a:cxn ang="0">
                  <a:pos x="1" y="108"/>
                </a:cxn>
                <a:cxn ang="0">
                  <a:pos x="3" y="109"/>
                </a:cxn>
                <a:cxn ang="0">
                  <a:pos x="4" y="110"/>
                </a:cxn>
                <a:cxn ang="0">
                  <a:pos x="6" y="110"/>
                </a:cxn>
                <a:cxn ang="0">
                  <a:pos x="7" y="109"/>
                </a:cxn>
                <a:cxn ang="0">
                  <a:pos x="9" y="108"/>
                </a:cxn>
                <a:cxn ang="0">
                  <a:pos x="9" y="108"/>
                </a:cxn>
                <a:cxn ang="0">
                  <a:pos x="18" y="93"/>
                </a:cxn>
                <a:cxn ang="0">
                  <a:pos x="25" y="79"/>
                </a:cxn>
                <a:cxn ang="0">
                  <a:pos x="33" y="65"/>
                </a:cxn>
                <a:cxn ang="0">
                  <a:pos x="43" y="52"/>
                </a:cxn>
                <a:cxn ang="0">
                  <a:pos x="43" y="52"/>
                </a:cxn>
                <a:cxn ang="0">
                  <a:pos x="53" y="42"/>
                </a:cxn>
                <a:cxn ang="0">
                  <a:pos x="61" y="31"/>
                </a:cxn>
                <a:cxn ang="0">
                  <a:pos x="69" y="20"/>
                </a:cxn>
                <a:cxn ang="0">
                  <a:pos x="75" y="7"/>
                </a:cxn>
                <a:cxn ang="0">
                  <a:pos x="75" y="7"/>
                </a:cxn>
                <a:cxn ang="0">
                  <a:pos x="76" y="5"/>
                </a:cxn>
                <a:cxn ang="0">
                  <a:pos x="75" y="4"/>
                </a:cxn>
                <a:cxn ang="0">
                  <a:pos x="73" y="1"/>
                </a:cxn>
                <a:cxn ang="0">
                  <a:pos x="71" y="0"/>
                </a:cxn>
                <a:cxn ang="0">
                  <a:pos x="70" y="0"/>
                </a:cxn>
                <a:cxn ang="0">
                  <a:pos x="68" y="1"/>
                </a:cxn>
                <a:cxn ang="0">
                  <a:pos x="67" y="3"/>
                </a:cxn>
                <a:cxn ang="0">
                  <a:pos x="67" y="3"/>
                </a:cxn>
              </a:cxnLst>
              <a:rect l="0" t="0" r="r" b="b"/>
              <a:pathLst>
                <a:path w="76" h="110">
                  <a:moveTo>
                    <a:pt x="67" y="3"/>
                  </a:moveTo>
                  <a:lnTo>
                    <a:pt x="67" y="3"/>
                  </a:lnTo>
                  <a:lnTo>
                    <a:pt x="60" y="16"/>
                  </a:lnTo>
                  <a:lnTo>
                    <a:pt x="52" y="28"/>
                  </a:lnTo>
                  <a:lnTo>
                    <a:pt x="42" y="38"/>
                  </a:lnTo>
                  <a:lnTo>
                    <a:pt x="33" y="50"/>
                  </a:lnTo>
                  <a:lnTo>
                    <a:pt x="33" y="50"/>
                  </a:lnTo>
                  <a:lnTo>
                    <a:pt x="28" y="56"/>
                  </a:lnTo>
                  <a:lnTo>
                    <a:pt x="24" y="62"/>
                  </a:lnTo>
                  <a:lnTo>
                    <a:pt x="15" y="76"/>
                  </a:lnTo>
                  <a:lnTo>
                    <a:pt x="8" y="89"/>
                  </a:lnTo>
                  <a:lnTo>
                    <a:pt x="1" y="102"/>
                  </a:lnTo>
                  <a:lnTo>
                    <a:pt x="1" y="102"/>
                  </a:lnTo>
                  <a:lnTo>
                    <a:pt x="0" y="105"/>
                  </a:lnTo>
                  <a:lnTo>
                    <a:pt x="0" y="107"/>
                  </a:lnTo>
                  <a:lnTo>
                    <a:pt x="1" y="108"/>
                  </a:lnTo>
                  <a:lnTo>
                    <a:pt x="3" y="109"/>
                  </a:lnTo>
                  <a:lnTo>
                    <a:pt x="4" y="110"/>
                  </a:lnTo>
                  <a:lnTo>
                    <a:pt x="6" y="110"/>
                  </a:lnTo>
                  <a:lnTo>
                    <a:pt x="7" y="109"/>
                  </a:lnTo>
                  <a:lnTo>
                    <a:pt x="9" y="108"/>
                  </a:lnTo>
                  <a:lnTo>
                    <a:pt x="9" y="108"/>
                  </a:lnTo>
                  <a:lnTo>
                    <a:pt x="18" y="93"/>
                  </a:lnTo>
                  <a:lnTo>
                    <a:pt x="25" y="79"/>
                  </a:lnTo>
                  <a:lnTo>
                    <a:pt x="33" y="65"/>
                  </a:lnTo>
                  <a:lnTo>
                    <a:pt x="43" y="52"/>
                  </a:lnTo>
                  <a:lnTo>
                    <a:pt x="43" y="52"/>
                  </a:lnTo>
                  <a:lnTo>
                    <a:pt x="53" y="42"/>
                  </a:lnTo>
                  <a:lnTo>
                    <a:pt x="61" y="31"/>
                  </a:lnTo>
                  <a:lnTo>
                    <a:pt x="69" y="20"/>
                  </a:lnTo>
                  <a:lnTo>
                    <a:pt x="75" y="7"/>
                  </a:lnTo>
                  <a:lnTo>
                    <a:pt x="75" y="7"/>
                  </a:lnTo>
                  <a:lnTo>
                    <a:pt x="76" y="5"/>
                  </a:lnTo>
                  <a:lnTo>
                    <a:pt x="75" y="4"/>
                  </a:lnTo>
                  <a:lnTo>
                    <a:pt x="73" y="1"/>
                  </a:lnTo>
                  <a:lnTo>
                    <a:pt x="71" y="0"/>
                  </a:lnTo>
                  <a:lnTo>
                    <a:pt x="70" y="0"/>
                  </a:lnTo>
                  <a:lnTo>
                    <a:pt x="68" y="1"/>
                  </a:lnTo>
                  <a:lnTo>
                    <a:pt x="67" y="3"/>
                  </a:lnTo>
                  <a:lnTo>
                    <a:pt x="6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29" name="Freeform 504"/>
            <p:cNvSpPr/>
            <p:nvPr/>
          </p:nvSpPr>
          <p:spPr bwMode="auto">
            <a:xfrm>
              <a:off x="2584451" y="3717925"/>
              <a:ext cx="44450" cy="61913"/>
            </a:xfrm>
            <a:custGeom>
              <a:avLst/>
              <a:gdLst/>
              <a:ahLst/>
              <a:cxnLst>
                <a:cxn ang="0">
                  <a:pos x="77" y="5"/>
                </a:cxn>
                <a:cxn ang="0">
                  <a:pos x="77" y="5"/>
                </a:cxn>
                <a:cxn ang="0">
                  <a:pos x="77" y="9"/>
                </a:cxn>
                <a:cxn ang="0">
                  <a:pos x="76" y="15"/>
                </a:cxn>
                <a:cxn ang="0">
                  <a:pos x="73" y="23"/>
                </a:cxn>
                <a:cxn ang="0">
                  <a:pos x="68" y="31"/>
                </a:cxn>
                <a:cxn ang="0">
                  <a:pos x="62" y="39"/>
                </a:cxn>
                <a:cxn ang="0">
                  <a:pos x="48" y="54"/>
                </a:cxn>
                <a:cxn ang="0">
                  <a:pos x="42" y="61"/>
                </a:cxn>
                <a:cxn ang="0">
                  <a:pos x="35" y="68"/>
                </a:cxn>
                <a:cxn ang="0">
                  <a:pos x="35" y="68"/>
                </a:cxn>
                <a:cxn ang="0">
                  <a:pos x="26" y="79"/>
                </a:cxn>
                <a:cxn ang="0">
                  <a:pos x="16" y="89"/>
                </a:cxn>
                <a:cxn ang="0">
                  <a:pos x="8" y="100"/>
                </a:cxn>
                <a:cxn ang="0">
                  <a:pos x="4" y="105"/>
                </a:cxn>
                <a:cxn ang="0">
                  <a:pos x="0" y="113"/>
                </a:cxn>
                <a:cxn ang="0">
                  <a:pos x="0" y="113"/>
                </a:cxn>
                <a:cxn ang="0">
                  <a:pos x="0" y="115"/>
                </a:cxn>
                <a:cxn ang="0">
                  <a:pos x="1" y="116"/>
                </a:cxn>
                <a:cxn ang="0">
                  <a:pos x="2" y="117"/>
                </a:cxn>
                <a:cxn ang="0">
                  <a:pos x="3" y="118"/>
                </a:cxn>
                <a:cxn ang="0">
                  <a:pos x="8" y="118"/>
                </a:cxn>
                <a:cxn ang="0">
                  <a:pos x="9" y="117"/>
                </a:cxn>
                <a:cxn ang="0">
                  <a:pos x="10" y="115"/>
                </a:cxn>
                <a:cxn ang="0">
                  <a:pos x="10" y="115"/>
                </a:cxn>
                <a:cxn ang="0">
                  <a:pos x="14" y="106"/>
                </a:cxn>
                <a:cxn ang="0">
                  <a:pos x="19" y="98"/>
                </a:cxn>
                <a:cxn ang="0">
                  <a:pos x="25" y="90"/>
                </a:cxn>
                <a:cxn ang="0">
                  <a:pos x="32" y="83"/>
                </a:cxn>
                <a:cxn ang="0">
                  <a:pos x="47" y="68"/>
                </a:cxn>
                <a:cxn ang="0">
                  <a:pos x="60" y="54"/>
                </a:cxn>
                <a:cxn ang="0">
                  <a:pos x="60" y="54"/>
                </a:cxn>
                <a:cxn ang="0">
                  <a:pos x="71" y="43"/>
                </a:cxn>
                <a:cxn ang="0">
                  <a:pos x="75" y="38"/>
                </a:cxn>
                <a:cxn ang="0">
                  <a:pos x="79" y="32"/>
                </a:cxn>
                <a:cxn ang="0">
                  <a:pos x="82" y="26"/>
                </a:cxn>
                <a:cxn ang="0">
                  <a:pos x="85" y="19"/>
                </a:cxn>
                <a:cxn ang="0">
                  <a:pos x="86" y="12"/>
                </a:cxn>
                <a:cxn ang="0">
                  <a:pos x="86" y="5"/>
                </a:cxn>
                <a:cxn ang="0">
                  <a:pos x="86" y="5"/>
                </a:cxn>
                <a:cxn ang="0">
                  <a:pos x="85" y="3"/>
                </a:cxn>
                <a:cxn ang="0">
                  <a:pos x="84" y="1"/>
                </a:cxn>
                <a:cxn ang="0">
                  <a:pos x="81" y="0"/>
                </a:cxn>
                <a:cxn ang="0">
                  <a:pos x="79" y="0"/>
                </a:cxn>
                <a:cxn ang="0">
                  <a:pos x="78" y="1"/>
                </a:cxn>
                <a:cxn ang="0">
                  <a:pos x="77" y="3"/>
                </a:cxn>
                <a:cxn ang="0">
                  <a:pos x="77" y="5"/>
                </a:cxn>
                <a:cxn ang="0">
                  <a:pos x="77" y="5"/>
                </a:cxn>
              </a:cxnLst>
              <a:rect l="0" t="0" r="r" b="b"/>
              <a:pathLst>
                <a:path w="86" h="118">
                  <a:moveTo>
                    <a:pt x="77" y="5"/>
                  </a:moveTo>
                  <a:lnTo>
                    <a:pt x="77" y="5"/>
                  </a:lnTo>
                  <a:lnTo>
                    <a:pt x="77" y="9"/>
                  </a:lnTo>
                  <a:lnTo>
                    <a:pt x="76" y="15"/>
                  </a:lnTo>
                  <a:lnTo>
                    <a:pt x="73" y="23"/>
                  </a:lnTo>
                  <a:lnTo>
                    <a:pt x="68" y="31"/>
                  </a:lnTo>
                  <a:lnTo>
                    <a:pt x="62" y="39"/>
                  </a:lnTo>
                  <a:lnTo>
                    <a:pt x="48" y="54"/>
                  </a:lnTo>
                  <a:lnTo>
                    <a:pt x="42" y="61"/>
                  </a:lnTo>
                  <a:lnTo>
                    <a:pt x="35" y="68"/>
                  </a:lnTo>
                  <a:lnTo>
                    <a:pt x="35" y="68"/>
                  </a:lnTo>
                  <a:lnTo>
                    <a:pt x="26" y="79"/>
                  </a:lnTo>
                  <a:lnTo>
                    <a:pt x="16" y="89"/>
                  </a:lnTo>
                  <a:lnTo>
                    <a:pt x="8" y="100"/>
                  </a:lnTo>
                  <a:lnTo>
                    <a:pt x="4" y="105"/>
                  </a:lnTo>
                  <a:lnTo>
                    <a:pt x="0" y="113"/>
                  </a:lnTo>
                  <a:lnTo>
                    <a:pt x="0" y="113"/>
                  </a:lnTo>
                  <a:lnTo>
                    <a:pt x="0" y="115"/>
                  </a:lnTo>
                  <a:lnTo>
                    <a:pt x="1" y="116"/>
                  </a:lnTo>
                  <a:lnTo>
                    <a:pt x="2" y="117"/>
                  </a:lnTo>
                  <a:lnTo>
                    <a:pt x="3" y="118"/>
                  </a:lnTo>
                  <a:lnTo>
                    <a:pt x="8" y="118"/>
                  </a:lnTo>
                  <a:lnTo>
                    <a:pt x="9" y="117"/>
                  </a:lnTo>
                  <a:lnTo>
                    <a:pt x="10" y="115"/>
                  </a:lnTo>
                  <a:lnTo>
                    <a:pt x="10" y="115"/>
                  </a:lnTo>
                  <a:lnTo>
                    <a:pt x="14" y="106"/>
                  </a:lnTo>
                  <a:lnTo>
                    <a:pt x="19" y="98"/>
                  </a:lnTo>
                  <a:lnTo>
                    <a:pt x="25" y="90"/>
                  </a:lnTo>
                  <a:lnTo>
                    <a:pt x="32" y="83"/>
                  </a:lnTo>
                  <a:lnTo>
                    <a:pt x="47" y="68"/>
                  </a:lnTo>
                  <a:lnTo>
                    <a:pt x="60" y="54"/>
                  </a:lnTo>
                  <a:lnTo>
                    <a:pt x="60" y="54"/>
                  </a:lnTo>
                  <a:lnTo>
                    <a:pt x="71" y="43"/>
                  </a:lnTo>
                  <a:lnTo>
                    <a:pt x="75" y="38"/>
                  </a:lnTo>
                  <a:lnTo>
                    <a:pt x="79" y="32"/>
                  </a:lnTo>
                  <a:lnTo>
                    <a:pt x="82" y="26"/>
                  </a:lnTo>
                  <a:lnTo>
                    <a:pt x="85" y="19"/>
                  </a:lnTo>
                  <a:lnTo>
                    <a:pt x="86" y="12"/>
                  </a:lnTo>
                  <a:lnTo>
                    <a:pt x="86" y="5"/>
                  </a:lnTo>
                  <a:lnTo>
                    <a:pt x="86" y="5"/>
                  </a:lnTo>
                  <a:lnTo>
                    <a:pt x="85" y="3"/>
                  </a:lnTo>
                  <a:lnTo>
                    <a:pt x="84" y="1"/>
                  </a:lnTo>
                  <a:lnTo>
                    <a:pt x="81" y="0"/>
                  </a:lnTo>
                  <a:lnTo>
                    <a:pt x="79" y="0"/>
                  </a:lnTo>
                  <a:lnTo>
                    <a:pt x="78" y="1"/>
                  </a:lnTo>
                  <a:lnTo>
                    <a:pt x="77" y="3"/>
                  </a:lnTo>
                  <a:lnTo>
                    <a:pt x="77" y="5"/>
                  </a:lnTo>
                  <a:lnTo>
                    <a:pt x="77"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0" name="Freeform 505"/>
            <p:cNvSpPr/>
            <p:nvPr/>
          </p:nvSpPr>
          <p:spPr bwMode="auto">
            <a:xfrm>
              <a:off x="2632076" y="3725863"/>
              <a:ext cx="49213" cy="57150"/>
            </a:xfrm>
            <a:custGeom>
              <a:avLst/>
              <a:gdLst/>
              <a:ahLst/>
              <a:cxnLst>
                <a:cxn ang="0">
                  <a:pos x="85" y="3"/>
                </a:cxn>
                <a:cxn ang="0">
                  <a:pos x="85" y="3"/>
                </a:cxn>
                <a:cxn ang="0">
                  <a:pos x="83" y="7"/>
                </a:cxn>
                <a:cxn ang="0">
                  <a:pos x="81" y="10"/>
                </a:cxn>
                <a:cxn ang="0">
                  <a:pos x="74" y="15"/>
                </a:cxn>
                <a:cxn ang="0">
                  <a:pos x="74" y="15"/>
                </a:cxn>
                <a:cxn ang="0">
                  <a:pos x="67" y="21"/>
                </a:cxn>
                <a:cxn ang="0">
                  <a:pos x="62" y="27"/>
                </a:cxn>
                <a:cxn ang="0">
                  <a:pos x="58" y="34"/>
                </a:cxn>
                <a:cxn ang="0">
                  <a:pos x="52" y="40"/>
                </a:cxn>
                <a:cxn ang="0">
                  <a:pos x="52" y="40"/>
                </a:cxn>
                <a:cxn ang="0">
                  <a:pos x="38" y="54"/>
                </a:cxn>
                <a:cxn ang="0">
                  <a:pos x="26" y="70"/>
                </a:cxn>
                <a:cxn ang="0">
                  <a:pos x="14" y="85"/>
                </a:cxn>
                <a:cxn ang="0">
                  <a:pos x="1" y="100"/>
                </a:cxn>
                <a:cxn ang="0">
                  <a:pos x="1" y="100"/>
                </a:cxn>
                <a:cxn ang="0">
                  <a:pos x="0" y="102"/>
                </a:cxn>
                <a:cxn ang="0">
                  <a:pos x="0" y="104"/>
                </a:cxn>
                <a:cxn ang="0">
                  <a:pos x="0" y="106"/>
                </a:cxn>
                <a:cxn ang="0">
                  <a:pos x="1" y="107"/>
                </a:cxn>
                <a:cxn ang="0">
                  <a:pos x="2" y="108"/>
                </a:cxn>
                <a:cxn ang="0">
                  <a:pos x="4" y="108"/>
                </a:cxn>
                <a:cxn ang="0">
                  <a:pos x="6" y="108"/>
                </a:cxn>
                <a:cxn ang="0">
                  <a:pos x="7" y="107"/>
                </a:cxn>
                <a:cxn ang="0">
                  <a:pos x="7" y="107"/>
                </a:cxn>
                <a:cxn ang="0">
                  <a:pos x="22" y="90"/>
                </a:cxn>
                <a:cxn ang="0">
                  <a:pos x="35" y="74"/>
                </a:cxn>
                <a:cxn ang="0">
                  <a:pos x="50" y="57"/>
                </a:cxn>
                <a:cxn ang="0">
                  <a:pos x="64" y="41"/>
                </a:cxn>
                <a:cxn ang="0">
                  <a:pos x="64" y="41"/>
                </a:cxn>
                <a:cxn ang="0">
                  <a:pos x="69" y="35"/>
                </a:cxn>
                <a:cxn ang="0">
                  <a:pos x="75" y="28"/>
                </a:cxn>
                <a:cxn ang="0">
                  <a:pos x="81" y="22"/>
                </a:cxn>
                <a:cxn ang="0">
                  <a:pos x="87" y="17"/>
                </a:cxn>
                <a:cxn ang="0">
                  <a:pos x="87" y="17"/>
                </a:cxn>
                <a:cxn ang="0">
                  <a:pos x="90" y="15"/>
                </a:cxn>
                <a:cxn ang="0">
                  <a:pos x="92" y="12"/>
                </a:cxn>
                <a:cxn ang="0">
                  <a:pos x="94" y="6"/>
                </a:cxn>
                <a:cxn ang="0">
                  <a:pos x="94" y="6"/>
                </a:cxn>
                <a:cxn ang="0">
                  <a:pos x="94" y="4"/>
                </a:cxn>
                <a:cxn ang="0">
                  <a:pos x="94" y="2"/>
                </a:cxn>
                <a:cxn ang="0">
                  <a:pos x="93" y="1"/>
                </a:cxn>
                <a:cxn ang="0">
                  <a:pos x="91" y="0"/>
                </a:cxn>
                <a:cxn ang="0">
                  <a:pos x="89" y="0"/>
                </a:cxn>
                <a:cxn ang="0">
                  <a:pos x="88" y="0"/>
                </a:cxn>
                <a:cxn ang="0">
                  <a:pos x="86" y="1"/>
                </a:cxn>
                <a:cxn ang="0">
                  <a:pos x="85" y="3"/>
                </a:cxn>
                <a:cxn ang="0">
                  <a:pos x="85" y="3"/>
                </a:cxn>
              </a:cxnLst>
              <a:rect l="0" t="0" r="r" b="b"/>
              <a:pathLst>
                <a:path w="94" h="108">
                  <a:moveTo>
                    <a:pt x="85" y="3"/>
                  </a:moveTo>
                  <a:lnTo>
                    <a:pt x="85" y="3"/>
                  </a:lnTo>
                  <a:lnTo>
                    <a:pt x="83" y="7"/>
                  </a:lnTo>
                  <a:lnTo>
                    <a:pt x="81" y="10"/>
                  </a:lnTo>
                  <a:lnTo>
                    <a:pt x="74" y="15"/>
                  </a:lnTo>
                  <a:lnTo>
                    <a:pt x="74" y="15"/>
                  </a:lnTo>
                  <a:lnTo>
                    <a:pt x="67" y="21"/>
                  </a:lnTo>
                  <a:lnTo>
                    <a:pt x="62" y="27"/>
                  </a:lnTo>
                  <a:lnTo>
                    <a:pt x="58" y="34"/>
                  </a:lnTo>
                  <a:lnTo>
                    <a:pt x="52" y="40"/>
                  </a:lnTo>
                  <a:lnTo>
                    <a:pt x="52" y="40"/>
                  </a:lnTo>
                  <a:lnTo>
                    <a:pt x="38" y="54"/>
                  </a:lnTo>
                  <a:lnTo>
                    <a:pt x="26" y="70"/>
                  </a:lnTo>
                  <a:lnTo>
                    <a:pt x="14" y="85"/>
                  </a:lnTo>
                  <a:lnTo>
                    <a:pt x="1" y="100"/>
                  </a:lnTo>
                  <a:lnTo>
                    <a:pt x="1" y="100"/>
                  </a:lnTo>
                  <a:lnTo>
                    <a:pt x="0" y="102"/>
                  </a:lnTo>
                  <a:lnTo>
                    <a:pt x="0" y="104"/>
                  </a:lnTo>
                  <a:lnTo>
                    <a:pt x="0" y="106"/>
                  </a:lnTo>
                  <a:lnTo>
                    <a:pt x="1" y="107"/>
                  </a:lnTo>
                  <a:lnTo>
                    <a:pt x="2" y="108"/>
                  </a:lnTo>
                  <a:lnTo>
                    <a:pt x="4" y="108"/>
                  </a:lnTo>
                  <a:lnTo>
                    <a:pt x="6" y="108"/>
                  </a:lnTo>
                  <a:lnTo>
                    <a:pt x="7" y="107"/>
                  </a:lnTo>
                  <a:lnTo>
                    <a:pt x="7" y="107"/>
                  </a:lnTo>
                  <a:lnTo>
                    <a:pt x="22" y="90"/>
                  </a:lnTo>
                  <a:lnTo>
                    <a:pt x="35" y="74"/>
                  </a:lnTo>
                  <a:lnTo>
                    <a:pt x="50" y="57"/>
                  </a:lnTo>
                  <a:lnTo>
                    <a:pt x="64" y="41"/>
                  </a:lnTo>
                  <a:lnTo>
                    <a:pt x="64" y="41"/>
                  </a:lnTo>
                  <a:lnTo>
                    <a:pt x="69" y="35"/>
                  </a:lnTo>
                  <a:lnTo>
                    <a:pt x="75" y="28"/>
                  </a:lnTo>
                  <a:lnTo>
                    <a:pt x="81" y="22"/>
                  </a:lnTo>
                  <a:lnTo>
                    <a:pt x="87" y="17"/>
                  </a:lnTo>
                  <a:lnTo>
                    <a:pt x="87" y="17"/>
                  </a:lnTo>
                  <a:lnTo>
                    <a:pt x="90" y="15"/>
                  </a:lnTo>
                  <a:lnTo>
                    <a:pt x="92" y="12"/>
                  </a:lnTo>
                  <a:lnTo>
                    <a:pt x="94" y="6"/>
                  </a:lnTo>
                  <a:lnTo>
                    <a:pt x="94" y="6"/>
                  </a:lnTo>
                  <a:lnTo>
                    <a:pt x="94" y="4"/>
                  </a:lnTo>
                  <a:lnTo>
                    <a:pt x="94" y="2"/>
                  </a:lnTo>
                  <a:lnTo>
                    <a:pt x="93" y="1"/>
                  </a:lnTo>
                  <a:lnTo>
                    <a:pt x="91" y="0"/>
                  </a:lnTo>
                  <a:lnTo>
                    <a:pt x="89" y="0"/>
                  </a:lnTo>
                  <a:lnTo>
                    <a:pt x="88" y="0"/>
                  </a:lnTo>
                  <a:lnTo>
                    <a:pt x="86" y="1"/>
                  </a:lnTo>
                  <a:lnTo>
                    <a:pt x="85" y="3"/>
                  </a:lnTo>
                  <a:lnTo>
                    <a:pt x="85"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1" name="Freeform 506"/>
            <p:cNvSpPr/>
            <p:nvPr/>
          </p:nvSpPr>
          <p:spPr bwMode="auto">
            <a:xfrm>
              <a:off x="2674938" y="3722688"/>
              <a:ext cx="49213" cy="58738"/>
            </a:xfrm>
            <a:custGeom>
              <a:avLst/>
              <a:gdLst/>
              <a:ahLst/>
              <a:cxnLst>
                <a:cxn ang="0">
                  <a:pos x="84" y="3"/>
                </a:cxn>
                <a:cxn ang="0">
                  <a:pos x="84" y="3"/>
                </a:cxn>
                <a:cxn ang="0">
                  <a:pos x="82" y="12"/>
                </a:cxn>
                <a:cxn ang="0">
                  <a:pos x="78" y="19"/>
                </a:cxn>
                <a:cxn ang="0">
                  <a:pos x="74" y="25"/>
                </a:cxn>
                <a:cxn ang="0">
                  <a:pos x="70" y="31"/>
                </a:cxn>
                <a:cxn ang="0">
                  <a:pos x="59" y="44"/>
                </a:cxn>
                <a:cxn ang="0">
                  <a:pos x="47" y="55"/>
                </a:cxn>
                <a:cxn ang="0">
                  <a:pos x="47" y="55"/>
                </a:cxn>
                <a:cxn ang="0">
                  <a:pos x="1" y="102"/>
                </a:cxn>
                <a:cxn ang="0">
                  <a:pos x="1" y="102"/>
                </a:cxn>
                <a:cxn ang="0">
                  <a:pos x="0" y="103"/>
                </a:cxn>
                <a:cxn ang="0">
                  <a:pos x="0" y="105"/>
                </a:cxn>
                <a:cxn ang="0">
                  <a:pos x="0" y="107"/>
                </a:cxn>
                <a:cxn ang="0">
                  <a:pos x="1" y="108"/>
                </a:cxn>
                <a:cxn ang="0">
                  <a:pos x="2" y="109"/>
                </a:cxn>
                <a:cxn ang="0">
                  <a:pos x="4" y="110"/>
                </a:cxn>
                <a:cxn ang="0">
                  <a:pos x="6" y="109"/>
                </a:cxn>
                <a:cxn ang="0">
                  <a:pos x="7" y="108"/>
                </a:cxn>
                <a:cxn ang="0">
                  <a:pos x="7" y="108"/>
                </a:cxn>
                <a:cxn ang="0">
                  <a:pos x="59" y="57"/>
                </a:cxn>
                <a:cxn ang="0">
                  <a:pos x="59" y="57"/>
                </a:cxn>
                <a:cxn ang="0">
                  <a:pos x="70" y="46"/>
                </a:cxn>
                <a:cxn ang="0">
                  <a:pos x="80" y="34"/>
                </a:cxn>
                <a:cxn ang="0">
                  <a:pos x="84" y="28"/>
                </a:cxn>
                <a:cxn ang="0">
                  <a:pos x="89" y="21"/>
                </a:cxn>
                <a:cxn ang="0">
                  <a:pos x="92" y="14"/>
                </a:cxn>
                <a:cxn ang="0">
                  <a:pos x="94" y="7"/>
                </a:cxn>
                <a:cxn ang="0">
                  <a:pos x="94" y="7"/>
                </a:cxn>
                <a:cxn ang="0">
                  <a:pos x="94" y="5"/>
                </a:cxn>
                <a:cxn ang="0">
                  <a:pos x="94" y="2"/>
                </a:cxn>
                <a:cxn ang="0">
                  <a:pos x="92" y="1"/>
                </a:cxn>
                <a:cxn ang="0">
                  <a:pos x="91" y="0"/>
                </a:cxn>
                <a:cxn ang="0">
                  <a:pos x="89" y="0"/>
                </a:cxn>
                <a:cxn ang="0">
                  <a:pos x="88" y="1"/>
                </a:cxn>
                <a:cxn ang="0">
                  <a:pos x="85" y="2"/>
                </a:cxn>
                <a:cxn ang="0">
                  <a:pos x="84" y="3"/>
                </a:cxn>
                <a:cxn ang="0">
                  <a:pos x="84" y="3"/>
                </a:cxn>
              </a:cxnLst>
              <a:rect l="0" t="0" r="r" b="b"/>
              <a:pathLst>
                <a:path w="94" h="110">
                  <a:moveTo>
                    <a:pt x="84" y="3"/>
                  </a:moveTo>
                  <a:lnTo>
                    <a:pt x="84" y="3"/>
                  </a:lnTo>
                  <a:lnTo>
                    <a:pt x="82" y="12"/>
                  </a:lnTo>
                  <a:lnTo>
                    <a:pt x="78" y="19"/>
                  </a:lnTo>
                  <a:lnTo>
                    <a:pt x="74" y="25"/>
                  </a:lnTo>
                  <a:lnTo>
                    <a:pt x="70" y="31"/>
                  </a:lnTo>
                  <a:lnTo>
                    <a:pt x="59" y="44"/>
                  </a:lnTo>
                  <a:lnTo>
                    <a:pt x="47" y="55"/>
                  </a:lnTo>
                  <a:lnTo>
                    <a:pt x="47" y="55"/>
                  </a:lnTo>
                  <a:lnTo>
                    <a:pt x="1" y="102"/>
                  </a:lnTo>
                  <a:lnTo>
                    <a:pt x="1" y="102"/>
                  </a:lnTo>
                  <a:lnTo>
                    <a:pt x="0" y="103"/>
                  </a:lnTo>
                  <a:lnTo>
                    <a:pt x="0" y="105"/>
                  </a:lnTo>
                  <a:lnTo>
                    <a:pt x="0" y="107"/>
                  </a:lnTo>
                  <a:lnTo>
                    <a:pt x="1" y="108"/>
                  </a:lnTo>
                  <a:lnTo>
                    <a:pt x="2" y="109"/>
                  </a:lnTo>
                  <a:lnTo>
                    <a:pt x="4" y="110"/>
                  </a:lnTo>
                  <a:lnTo>
                    <a:pt x="6" y="109"/>
                  </a:lnTo>
                  <a:lnTo>
                    <a:pt x="7" y="108"/>
                  </a:lnTo>
                  <a:lnTo>
                    <a:pt x="7" y="108"/>
                  </a:lnTo>
                  <a:lnTo>
                    <a:pt x="59" y="57"/>
                  </a:lnTo>
                  <a:lnTo>
                    <a:pt x="59" y="57"/>
                  </a:lnTo>
                  <a:lnTo>
                    <a:pt x="70" y="46"/>
                  </a:lnTo>
                  <a:lnTo>
                    <a:pt x="80" y="34"/>
                  </a:lnTo>
                  <a:lnTo>
                    <a:pt x="84" y="28"/>
                  </a:lnTo>
                  <a:lnTo>
                    <a:pt x="89" y="21"/>
                  </a:lnTo>
                  <a:lnTo>
                    <a:pt x="92" y="14"/>
                  </a:lnTo>
                  <a:lnTo>
                    <a:pt x="94" y="7"/>
                  </a:lnTo>
                  <a:lnTo>
                    <a:pt x="94" y="7"/>
                  </a:lnTo>
                  <a:lnTo>
                    <a:pt x="94" y="5"/>
                  </a:lnTo>
                  <a:lnTo>
                    <a:pt x="94" y="2"/>
                  </a:lnTo>
                  <a:lnTo>
                    <a:pt x="92" y="1"/>
                  </a:lnTo>
                  <a:lnTo>
                    <a:pt x="91" y="0"/>
                  </a:lnTo>
                  <a:lnTo>
                    <a:pt x="89" y="0"/>
                  </a:lnTo>
                  <a:lnTo>
                    <a:pt x="88" y="1"/>
                  </a:lnTo>
                  <a:lnTo>
                    <a:pt x="85" y="2"/>
                  </a:lnTo>
                  <a:lnTo>
                    <a:pt x="84" y="3"/>
                  </a:lnTo>
                  <a:lnTo>
                    <a:pt x="84"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2" name="Freeform 507"/>
            <p:cNvSpPr/>
            <p:nvPr/>
          </p:nvSpPr>
          <p:spPr bwMode="auto">
            <a:xfrm>
              <a:off x="2801938" y="3652838"/>
              <a:ext cx="107950" cy="117475"/>
            </a:xfrm>
            <a:custGeom>
              <a:avLst/>
              <a:gdLst/>
              <a:ahLst/>
              <a:cxnLst>
                <a:cxn ang="0">
                  <a:pos x="196" y="1"/>
                </a:cxn>
                <a:cxn ang="0">
                  <a:pos x="196" y="1"/>
                </a:cxn>
                <a:cxn ang="0">
                  <a:pos x="171" y="24"/>
                </a:cxn>
                <a:cxn ang="0">
                  <a:pos x="157" y="35"/>
                </a:cxn>
                <a:cxn ang="0">
                  <a:pos x="145" y="47"/>
                </a:cxn>
                <a:cxn ang="0">
                  <a:pos x="145" y="47"/>
                </a:cxn>
                <a:cxn ang="0">
                  <a:pos x="133" y="61"/>
                </a:cxn>
                <a:cxn ang="0">
                  <a:pos x="119" y="76"/>
                </a:cxn>
                <a:cxn ang="0">
                  <a:pos x="93" y="106"/>
                </a:cxn>
                <a:cxn ang="0">
                  <a:pos x="93" y="106"/>
                </a:cxn>
                <a:cxn ang="0">
                  <a:pos x="68" y="134"/>
                </a:cxn>
                <a:cxn ang="0">
                  <a:pos x="41" y="164"/>
                </a:cxn>
                <a:cxn ang="0">
                  <a:pos x="41" y="164"/>
                </a:cxn>
                <a:cxn ang="0">
                  <a:pos x="19" y="189"/>
                </a:cxn>
                <a:cxn ang="0">
                  <a:pos x="10" y="202"/>
                </a:cxn>
                <a:cxn ang="0">
                  <a:pos x="0" y="215"/>
                </a:cxn>
                <a:cxn ang="0">
                  <a:pos x="0" y="215"/>
                </a:cxn>
                <a:cxn ang="0">
                  <a:pos x="0" y="217"/>
                </a:cxn>
                <a:cxn ang="0">
                  <a:pos x="0" y="219"/>
                </a:cxn>
                <a:cxn ang="0">
                  <a:pos x="1" y="221"/>
                </a:cxn>
                <a:cxn ang="0">
                  <a:pos x="3" y="222"/>
                </a:cxn>
                <a:cxn ang="0">
                  <a:pos x="5" y="222"/>
                </a:cxn>
                <a:cxn ang="0">
                  <a:pos x="6" y="222"/>
                </a:cxn>
                <a:cxn ang="0">
                  <a:pos x="8" y="222"/>
                </a:cxn>
                <a:cxn ang="0">
                  <a:pos x="9" y="220"/>
                </a:cxn>
                <a:cxn ang="0">
                  <a:pos x="9" y="220"/>
                </a:cxn>
                <a:cxn ang="0">
                  <a:pos x="17" y="207"/>
                </a:cxn>
                <a:cxn ang="0">
                  <a:pos x="26" y="194"/>
                </a:cxn>
                <a:cxn ang="0">
                  <a:pos x="47" y="172"/>
                </a:cxn>
                <a:cxn ang="0">
                  <a:pos x="47" y="172"/>
                </a:cxn>
                <a:cxn ang="0">
                  <a:pos x="74" y="142"/>
                </a:cxn>
                <a:cxn ang="0">
                  <a:pos x="101" y="112"/>
                </a:cxn>
                <a:cxn ang="0">
                  <a:pos x="101" y="112"/>
                </a:cxn>
                <a:cxn ang="0">
                  <a:pos x="126" y="83"/>
                </a:cxn>
                <a:cxn ang="0">
                  <a:pos x="139" y="67"/>
                </a:cxn>
                <a:cxn ang="0">
                  <a:pos x="152" y="54"/>
                </a:cxn>
                <a:cxn ang="0">
                  <a:pos x="152" y="54"/>
                </a:cxn>
                <a:cxn ang="0">
                  <a:pos x="165" y="41"/>
                </a:cxn>
                <a:cxn ang="0">
                  <a:pos x="177" y="30"/>
                </a:cxn>
                <a:cxn ang="0">
                  <a:pos x="203" y="7"/>
                </a:cxn>
                <a:cxn ang="0">
                  <a:pos x="203" y="7"/>
                </a:cxn>
                <a:cxn ang="0">
                  <a:pos x="204" y="6"/>
                </a:cxn>
                <a:cxn ang="0">
                  <a:pos x="204" y="4"/>
                </a:cxn>
                <a:cxn ang="0">
                  <a:pos x="204" y="3"/>
                </a:cxn>
                <a:cxn ang="0">
                  <a:pos x="203" y="1"/>
                </a:cxn>
                <a:cxn ang="0">
                  <a:pos x="201" y="0"/>
                </a:cxn>
                <a:cxn ang="0">
                  <a:pos x="200" y="0"/>
                </a:cxn>
                <a:cxn ang="0">
                  <a:pos x="198" y="0"/>
                </a:cxn>
                <a:cxn ang="0">
                  <a:pos x="196" y="1"/>
                </a:cxn>
                <a:cxn ang="0">
                  <a:pos x="196" y="1"/>
                </a:cxn>
              </a:cxnLst>
              <a:rect l="0" t="0" r="r" b="b"/>
              <a:pathLst>
                <a:path w="204" h="222">
                  <a:moveTo>
                    <a:pt x="196" y="1"/>
                  </a:moveTo>
                  <a:lnTo>
                    <a:pt x="196" y="1"/>
                  </a:lnTo>
                  <a:lnTo>
                    <a:pt x="171" y="24"/>
                  </a:lnTo>
                  <a:lnTo>
                    <a:pt x="157" y="35"/>
                  </a:lnTo>
                  <a:lnTo>
                    <a:pt x="145" y="47"/>
                  </a:lnTo>
                  <a:lnTo>
                    <a:pt x="145" y="47"/>
                  </a:lnTo>
                  <a:lnTo>
                    <a:pt x="133" y="61"/>
                  </a:lnTo>
                  <a:lnTo>
                    <a:pt x="119" y="76"/>
                  </a:lnTo>
                  <a:lnTo>
                    <a:pt x="93" y="106"/>
                  </a:lnTo>
                  <a:lnTo>
                    <a:pt x="93" y="106"/>
                  </a:lnTo>
                  <a:lnTo>
                    <a:pt x="68" y="134"/>
                  </a:lnTo>
                  <a:lnTo>
                    <a:pt x="41" y="164"/>
                  </a:lnTo>
                  <a:lnTo>
                    <a:pt x="41" y="164"/>
                  </a:lnTo>
                  <a:lnTo>
                    <a:pt x="19" y="189"/>
                  </a:lnTo>
                  <a:lnTo>
                    <a:pt x="10" y="202"/>
                  </a:lnTo>
                  <a:lnTo>
                    <a:pt x="0" y="215"/>
                  </a:lnTo>
                  <a:lnTo>
                    <a:pt x="0" y="215"/>
                  </a:lnTo>
                  <a:lnTo>
                    <a:pt x="0" y="217"/>
                  </a:lnTo>
                  <a:lnTo>
                    <a:pt x="0" y="219"/>
                  </a:lnTo>
                  <a:lnTo>
                    <a:pt x="1" y="221"/>
                  </a:lnTo>
                  <a:lnTo>
                    <a:pt x="3" y="222"/>
                  </a:lnTo>
                  <a:lnTo>
                    <a:pt x="5" y="222"/>
                  </a:lnTo>
                  <a:lnTo>
                    <a:pt x="6" y="222"/>
                  </a:lnTo>
                  <a:lnTo>
                    <a:pt x="8" y="222"/>
                  </a:lnTo>
                  <a:lnTo>
                    <a:pt x="9" y="220"/>
                  </a:lnTo>
                  <a:lnTo>
                    <a:pt x="9" y="220"/>
                  </a:lnTo>
                  <a:lnTo>
                    <a:pt x="17" y="207"/>
                  </a:lnTo>
                  <a:lnTo>
                    <a:pt x="26" y="194"/>
                  </a:lnTo>
                  <a:lnTo>
                    <a:pt x="47" y="172"/>
                  </a:lnTo>
                  <a:lnTo>
                    <a:pt x="47" y="172"/>
                  </a:lnTo>
                  <a:lnTo>
                    <a:pt x="74" y="142"/>
                  </a:lnTo>
                  <a:lnTo>
                    <a:pt x="101" y="112"/>
                  </a:lnTo>
                  <a:lnTo>
                    <a:pt x="101" y="112"/>
                  </a:lnTo>
                  <a:lnTo>
                    <a:pt x="126" y="83"/>
                  </a:lnTo>
                  <a:lnTo>
                    <a:pt x="139" y="67"/>
                  </a:lnTo>
                  <a:lnTo>
                    <a:pt x="152" y="54"/>
                  </a:lnTo>
                  <a:lnTo>
                    <a:pt x="152" y="54"/>
                  </a:lnTo>
                  <a:lnTo>
                    <a:pt x="165" y="41"/>
                  </a:lnTo>
                  <a:lnTo>
                    <a:pt x="177" y="30"/>
                  </a:lnTo>
                  <a:lnTo>
                    <a:pt x="203" y="7"/>
                  </a:lnTo>
                  <a:lnTo>
                    <a:pt x="203" y="7"/>
                  </a:lnTo>
                  <a:lnTo>
                    <a:pt x="204" y="6"/>
                  </a:lnTo>
                  <a:lnTo>
                    <a:pt x="204" y="4"/>
                  </a:lnTo>
                  <a:lnTo>
                    <a:pt x="204" y="3"/>
                  </a:lnTo>
                  <a:lnTo>
                    <a:pt x="203" y="1"/>
                  </a:lnTo>
                  <a:lnTo>
                    <a:pt x="201" y="0"/>
                  </a:lnTo>
                  <a:lnTo>
                    <a:pt x="200" y="0"/>
                  </a:lnTo>
                  <a:lnTo>
                    <a:pt x="198" y="0"/>
                  </a:lnTo>
                  <a:lnTo>
                    <a:pt x="196" y="1"/>
                  </a:lnTo>
                  <a:lnTo>
                    <a:pt x="19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3" name="Freeform 508"/>
            <p:cNvSpPr/>
            <p:nvPr/>
          </p:nvSpPr>
          <p:spPr bwMode="auto">
            <a:xfrm>
              <a:off x="2835276" y="3698875"/>
              <a:ext cx="74613" cy="74613"/>
            </a:xfrm>
            <a:custGeom>
              <a:avLst/>
              <a:gdLst/>
              <a:ahLst/>
              <a:cxnLst>
                <a:cxn ang="0">
                  <a:pos x="134" y="1"/>
                </a:cxn>
                <a:cxn ang="0">
                  <a:pos x="134" y="1"/>
                </a:cxn>
                <a:cxn ang="0">
                  <a:pos x="115" y="15"/>
                </a:cxn>
                <a:cxn ang="0">
                  <a:pos x="98" y="31"/>
                </a:cxn>
                <a:cxn ang="0">
                  <a:pos x="80" y="46"/>
                </a:cxn>
                <a:cxn ang="0">
                  <a:pos x="63" y="63"/>
                </a:cxn>
                <a:cxn ang="0">
                  <a:pos x="48" y="79"/>
                </a:cxn>
                <a:cxn ang="0">
                  <a:pos x="31" y="97"/>
                </a:cxn>
                <a:cxn ang="0">
                  <a:pos x="16" y="115"/>
                </a:cxn>
                <a:cxn ang="0">
                  <a:pos x="1" y="133"/>
                </a:cxn>
                <a:cxn ang="0">
                  <a:pos x="1" y="133"/>
                </a:cxn>
                <a:cxn ang="0">
                  <a:pos x="0" y="135"/>
                </a:cxn>
                <a:cxn ang="0">
                  <a:pos x="0" y="137"/>
                </a:cxn>
                <a:cxn ang="0">
                  <a:pos x="1" y="140"/>
                </a:cxn>
                <a:cxn ang="0">
                  <a:pos x="3" y="141"/>
                </a:cxn>
                <a:cxn ang="0">
                  <a:pos x="5" y="141"/>
                </a:cxn>
                <a:cxn ang="0">
                  <a:pos x="7" y="141"/>
                </a:cxn>
                <a:cxn ang="0">
                  <a:pos x="8" y="140"/>
                </a:cxn>
                <a:cxn ang="0">
                  <a:pos x="8" y="140"/>
                </a:cxn>
                <a:cxn ang="0">
                  <a:pos x="23" y="122"/>
                </a:cxn>
                <a:cxn ang="0">
                  <a:pos x="39" y="104"/>
                </a:cxn>
                <a:cxn ang="0">
                  <a:pos x="54" y="87"/>
                </a:cxn>
                <a:cxn ang="0">
                  <a:pos x="71" y="70"/>
                </a:cxn>
                <a:cxn ang="0">
                  <a:pos x="87" y="54"/>
                </a:cxn>
                <a:cxn ang="0">
                  <a:pos x="105" y="38"/>
                </a:cxn>
                <a:cxn ang="0">
                  <a:pos x="122" y="23"/>
                </a:cxn>
                <a:cxn ang="0">
                  <a:pos x="141" y="7"/>
                </a:cxn>
                <a:cxn ang="0">
                  <a:pos x="141" y="7"/>
                </a:cxn>
                <a:cxn ang="0">
                  <a:pos x="142" y="6"/>
                </a:cxn>
                <a:cxn ang="0">
                  <a:pos x="142" y="4"/>
                </a:cxn>
                <a:cxn ang="0">
                  <a:pos x="142" y="2"/>
                </a:cxn>
                <a:cxn ang="0">
                  <a:pos x="141" y="1"/>
                </a:cxn>
                <a:cxn ang="0">
                  <a:pos x="138" y="0"/>
                </a:cxn>
                <a:cxn ang="0">
                  <a:pos x="136" y="0"/>
                </a:cxn>
                <a:cxn ang="0">
                  <a:pos x="134" y="1"/>
                </a:cxn>
                <a:cxn ang="0">
                  <a:pos x="134" y="1"/>
                </a:cxn>
              </a:cxnLst>
              <a:rect l="0" t="0" r="r" b="b"/>
              <a:pathLst>
                <a:path w="142" h="141">
                  <a:moveTo>
                    <a:pt x="134" y="1"/>
                  </a:moveTo>
                  <a:lnTo>
                    <a:pt x="134" y="1"/>
                  </a:lnTo>
                  <a:lnTo>
                    <a:pt x="115" y="15"/>
                  </a:lnTo>
                  <a:lnTo>
                    <a:pt x="98" y="31"/>
                  </a:lnTo>
                  <a:lnTo>
                    <a:pt x="80" y="46"/>
                  </a:lnTo>
                  <a:lnTo>
                    <a:pt x="63" y="63"/>
                  </a:lnTo>
                  <a:lnTo>
                    <a:pt x="48" y="79"/>
                  </a:lnTo>
                  <a:lnTo>
                    <a:pt x="31" y="97"/>
                  </a:lnTo>
                  <a:lnTo>
                    <a:pt x="16" y="115"/>
                  </a:lnTo>
                  <a:lnTo>
                    <a:pt x="1" y="133"/>
                  </a:lnTo>
                  <a:lnTo>
                    <a:pt x="1" y="133"/>
                  </a:lnTo>
                  <a:lnTo>
                    <a:pt x="0" y="135"/>
                  </a:lnTo>
                  <a:lnTo>
                    <a:pt x="0" y="137"/>
                  </a:lnTo>
                  <a:lnTo>
                    <a:pt x="1" y="140"/>
                  </a:lnTo>
                  <a:lnTo>
                    <a:pt x="3" y="141"/>
                  </a:lnTo>
                  <a:lnTo>
                    <a:pt x="5" y="141"/>
                  </a:lnTo>
                  <a:lnTo>
                    <a:pt x="7" y="141"/>
                  </a:lnTo>
                  <a:lnTo>
                    <a:pt x="8" y="140"/>
                  </a:lnTo>
                  <a:lnTo>
                    <a:pt x="8" y="140"/>
                  </a:lnTo>
                  <a:lnTo>
                    <a:pt x="23" y="122"/>
                  </a:lnTo>
                  <a:lnTo>
                    <a:pt x="39" y="104"/>
                  </a:lnTo>
                  <a:lnTo>
                    <a:pt x="54" y="87"/>
                  </a:lnTo>
                  <a:lnTo>
                    <a:pt x="71" y="70"/>
                  </a:lnTo>
                  <a:lnTo>
                    <a:pt x="87" y="54"/>
                  </a:lnTo>
                  <a:lnTo>
                    <a:pt x="105" y="38"/>
                  </a:lnTo>
                  <a:lnTo>
                    <a:pt x="122" y="23"/>
                  </a:lnTo>
                  <a:lnTo>
                    <a:pt x="141" y="7"/>
                  </a:lnTo>
                  <a:lnTo>
                    <a:pt x="141" y="7"/>
                  </a:lnTo>
                  <a:lnTo>
                    <a:pt x="142" y="6"/>
                  </a:lnTo>
                  <a:lnTo>
                    <a:pt x="142" y="4"/>
                  </a:lnTo>
                  <a:lnTo>
                    <a:pt x="142" y="2"/>
                  </a:lnTo>
                  <a:lnTo>
                    <a:pt x="141" y="1"/>
                  </a:lnTo>
                  <a:lnTo>
                    <a:pt x="138" y="0"/>
                  </a:lnTo>
                  <a:lnTo>
                    <a:pt x="136" y="0"/>
                  </a:lnTo>
                  <a:lnTo>
                    <a:pt x="134" y="1"/>
                  </a:lnTo>
                  <a:lnTo>
                    <a:pt x="13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4" name="Freeform 509"/>
            <p:cNvSpPr/>
            <p:nvPr/>
          </p:nvSpPr>
          <p:spPr bwMode="auto">
            <a:xfrm>
              <a:off x="2347913" y="3414713"/>
              <a:ext cx="63500" cy="57150"/>
            </a:xfrm>
            <a:custGeom>
              <a:avLst/>
              <a:gdLst/>
              <a:ahLst/>
              <a:cxnLst>
                <a:cxn ang="0">
                  <a:pos x="111" y="1"/>
                </a:cxn>
                <a:cxn ang="0">
                  <a:pos x="111" y="1"/>
                </a:cxn>
                <a:cxn ang="0">
                  <a:pos x="96" y="12"/>
                </a:cxn>
                <a:cxn ang="0">
                  <a:pos x="82" y="24"/>
                </a:cxn>
                <a:cxn ang="0">
                  <a:pos x="51" y="46"/>
                </a:cxn>
                <a:cxn ang="0">
                  <a:pos x="35" y="59"/>
                </a:cxn>
                <a:cxn ang="0">
                  <a:pos x="22" y="71"/>
                </a:cxn>
                <a:cxn ang="0">
                  <a:pos x="16" y="78"/>
                </a:cxn>
                <a:cxn ang="0">
                  <a:pos x="9" y="86"/>
                </a:cxn>
                <a:cxn ang="0">
                  <a:pos x="5" y="93"/>
                </a:cxn>
                <a:cxn ang="0">
                  <a:pos x="0" y="101"/>
                </a:cxn>
                <a:cxn ang="0">
                  <a:pos x="0" y="101"/>
                </a:cxn>
                <a:cxn ang="0">
                  <a:pos x="0" y="103"/>
                </a:cxn>
                <a:cxn ang="0">
                  <a:pos x="0" y="105"/>
                </a:cxn>
                <a:cxn ang="0">
                  <a:pos x="3" y="108"/>
                </a:cxn>
                <a:cxn ang="0">
                  <a:pos x="4" y="108"/>
                </a:cxn>
                <a:cxn ang="0">
                  <a:pos x="6" y="108"/>
                </a:cxn>
                <a:cxn ang="0">
                  <a:pos x="7" y="107"/>
                </a:cxn>
                <a:cxn ang="0">
                  <a:pos x="8" y="106"/>
                </a:cxn>
                <a:cxn ang="0">
                  <a:pos x="8" y="106"/>
                </a:cxn>
                <a:cxn ang="0">
                  <a:pos x="13" y="98"/>
                </a:cxn>
                <a:cxn ang="0">
                  <a:pos x="18" y="91"/>
                </a:cxn>
                <a:cxn ang="0">
                  <a:pos x="24" y="83"/>
                </a:cxn>
                <a:cxn ang="0">
                  <a:pos x="29" y="76"/>
                </a:cxn>
                <a:cxn ang="0">
                  <a:pos x="43" y="64"/>
                </a:cxn>
                <a:cxn ang="0">
                  <a:pos x="58" y="52"/>
                </a:cxn>
                <a:cxn ang="0">
                  <a:pos x="89" y="30"/>
                </a:cxn>
                <a:cxn ang="0">
                  <a:pos x="103" y="19"/>
                </a:cxn>
                <a:cxn ang="0">
                  <a:pos x="117" y="7"/>
                </a:cxn>
                <a:cxn ang="0">
                  <a:pos x="117" y="7"/>
                </a:cxn>
                <a:cxn ang="0">
                  <a:pos x="118" y="6"/>
                </a:cxn>
                <a:cxn ang="0">
                  <a:pos x="119" y="4"/>
                </a:cxn>
                <a:cxn ang="0">
                  <a:pos x="118" y="2"/>
                </a:cxn>
                <a:cxn ang="0">
                  <a:pos x="117" y="1"/>
                </a:cxn>
                <a:cxn ang="0">
                  <a:pos x="116" y="0"/>
                </a:cxn>
                <a:cxn ang="0">
                  <a:pos x="114" y="0"/>
                </a:cxn>
                <a:cxn ang="0">
                  <a:pos x="112" y="0"/>
                </a:cxn>
                <a:cxn ang="0">
                  <a:pos x="111" y="1"/>
                </a:cxn>
                <a:cxn ang="0">
                  <a:pos x="111" y="1"/>
                </a:cxn>
              </a:cxnLst>
              <a:rect l="0" t="0" r="r" b="b"/>
              <a:pathLst>
                <a:path w="119" h="108">
                  <a:moveTo>
                    <a:pt x="111" y="1"/>
                  </a:moveTo>
                  <a:lnTo>
                    <a:pt x="111" y="1"/>
                  </a:lnTo>
                  <a:lnTo>
                    <a:pt x="96" y="12"/>
                  </a:lnTo>
                  <a:lnTo>
                    <a:pt x="82" y="24"/>
                  </a:lnTo>
                  <a:lnTo>
                    <a:pt x="51" y="46"/>
                  </a:lnTo>
                  <a:lnTo>
                    <a:pt x="35" y="59"/>
                  </a:lnTo>
                  <a:lnTo>
                    <a:pt x="22" y="71"/>
                  </a:lnTo>
                  <a:lnTo>
                    <a:pt x="16" y="78"/>
                  </a:lnTo>
                  <a:lnTo>
                    <a:pt x="9" y="86"/>
                  </a:lnTo>
                  <a:lnTo>
                    <a:pt x="5" y="93"/>
                  </a:lnTo>
                  <a:lnTo>
                    <a:pt x="0" y="101"/>
                  </a:lnTo>
                  <a:lnTo>
                    <a:pt x="0" y="101"/>
                  </a:lnTo>
                  <a:lnTo>
                    <a:pt x="0" y="103"/>
                  </a:lnTo>
                  <a:lnTo>
                    <a:pt x="0" y="105"/>
                  </a:lnTo>
                  <a:lnTo>
                    <a:pt x="3" y="108"/>
                  </a:lnTo>
                  <a:lnTo>
                    <a:pt x="4" y="108"/>
                  </a:lnTo>
                  <a:lnTo>
                    <a:pt x="6" y="108"/>
                  </a:lnTo>
                  <a:lnTo>
                    <a:pt x="7" y="107"/>
                  </a:lnTo>
                  <a:lnTo>
                    <a:pt x="8" y="106"/>
                  </a:lnTo>
                  <a:lnTo>
                    <a:pt x="8" y="106"/>
                  </a:lnTo>
                  <a:lnTo>
                    <a:pt x="13" y="98"/>
                  </a:lnTo>
                  <a:lnTo>
                    <a:pt x="18" y="91"/>
                  </a:lnTo>
                  <a:lnTo>
                    <a:pt x="24" y="83"/>
                  </a:lnTo>
                  <a:lnTo>
                    <a:pt x="29" y="76"/>
                  </a:lnTo>
                  <a:lnTo>
                    <a:pt x="43" y="64"/>
                  </a:lnTo>
                  <a:lnTo>
                    <a:pt x="58" y="52"/>
                  </a:lnTo>
                  <a:lnTo>
                    <a:pt x="89" y="30"/>
                  </a:lnTo>
                  <a:lnTo>
                    <a:pt x="103" y="19"/>
                  </a:lnTo>
                  <a:lnTo>
                    <a:pt x="117" y="7"/>
                  </a:lnTo>
                  <a:lnTo>
                    <a:pt x="117" y="7"/>
                  </a:lnTo>
                  <a:lnTo>
                    <a:pt x="118" y="6"/>
                  </a:lnTo>
                  <a:lnTo>
                    <a:pt x="119" y="4"/>
                  </a:lnTo>
                  <a:lnTo>
                    <a:pt x="118" y="2"/>
                  </a:lnTo>
                  <a:lnTo>
                    <a:pt x="117" y="1"/>
                  </a:lnTo>
                  <a:lnTo>
                    <a:pt x="116" y="0"/>
                  </a:lnTo>
                  <a:lnTo>
                    <a:pt x="114" y="0"/>
                  </a:lnTo>
                  <a:lnTo>
                    <a:pt x="112" y="0"/>
                  </a:lnTo>
                  <a:lnTo>
                    <a:pt x="111" y="1"/>
                  </a:lnTo>
                  <a:lnTo>
                    <a:pt x="111"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5" name="Freeform 510"/>
            <p:cNvSpPr/>
            <p:nvPr/>
          </p:nvSpPr>
          <p:spPr bwMode="auto">
            <a:xfrm>
              <a:off x="2393951" y="3408363"/>
              <a:ext cx="69850" cy="68263"/>
            </a:xfrm>
            <a:custGeom>
              <a:avLst/>
              <a:gdLst/>
              <a:ahLst/>
              <a:cxnLst>
                <a:cxn ang="0">
                  <a:pos x="124" y="3"/>
                </a:cxn>
                <a:cxn ang="0">
                  <a:pos x="124" y="3"/>
                </a:cxn>
                <a:cxn ang="0">
                  <a:pos x="104" y="20"/>
                </a:cxn>
                <a:cxn ang="0">
                  <a:pos x="84" y="38"/>
                </a:cxn>
                <a:cxn ang="0">
                  <a:pos x="63" y="55"/>
                </a:cxn>
                <a:cxn ang="0">
                  <a:pos x="54" y="66"/>
                </a:cxn>
                <a:cxn ang="0">
                  <a:pos x="43" y="75"/>
                </a:cxn>
                <a:cxn ang="0">
                  <a:pos x="43" y="75"/>
                </a:cxn>
                <a:cxn ang="0">
                  <a:pos x="38" y="80"/>
                </a:cxn>
                <a:cxn ang="0">
                  <a:pos x="32" y="86"/>
                </a:cxn>
                <a:cxn ang="0">
                  <a:pos x="18" y="97"/>
                </a:cxn>
                <a:cxn ang="0">
                  <a:pos x="12" y="103"/>
                </a:cxn>
                <a:cxn ang="0">
                  <a:pos x="6" y="109"/>
                </a:cxn>
                <a:cxn ang="0">
                  <a:pos x="2" y="115"/>
                </a:cxn>
                <a:cxn ang="0">
                  <a:pos x="0" y="122"/>
                </a:cxn>
                <a:cxn ang="0">
                  <a:pos x="0" y="122"/>
                </a:cxn>
                <a:cxn ang="0">
                  <a:pos x="0" y="125"/>
                </a:cxn>
                <a:cxn ang="0">
                  <a:pos x="0" y="126"/>
                </a:cxn>
                <a:cxn ang="0">
                  <a:pos x="2" y="129"/>
                </a:cxn>
                <a:cxn ang="0">
                  <a:pos x="4" y="129"/>
                </a:cxn>
                <a:cxn ang="0">
                  <a:pos x="9" y="129"/>
                </a:cxn>
                <a:cxn ang="0">
                  <a:pos x="9" y="129"/>
                </a:cxn>
                <a:cxn ang="0">
                  <a:pos x="10" y="129"/>
                </a:cxn>
                <a:cxn ang="0">
                  <a:pos x="12" y="128"/>
                </a:cxn>
                <a:cxn ang="0">
                  <a:pos x="13" y="125"/>
                </a:cxn>
                <a:cxn ang="0">
                  <a:pos x="13" y="122"/>
                </a:cxn>
                <a:cxn ang="0">
                  <a:pos x="10" y="119"/>
                </a:cxn>
                <a:cxn ang="0">
                  <a:pos x="10" y="119"/>
                </a:cxn>
                <a:cxn ang="0">
                  <a:pos x="14" y="113"/>
                </a:cxn>
                <a:cxn ang="0">
                  <a:pos x="19" y="108"/>
                </a:cxn>
                <a:cxn ang="0">
                  <a:pos x="33" y="97"/>
                </a:cxn>
                <a:cxn ang="0">
                  <a:pos x="45" y="86"/>
                </a:cxn>
                <a:cxn ang="0">
                  <a:pos x="51" y="81"/>
                </a:cxn>
                <a:cxn ang="0">
                  <a:pos x="56" y="76"/>
                </a:cxn>
                <a:cxn ang="0">
                  <a:pos x="56" y="76"/>
                </a:cxn>
                <a:cxn ang="0">
                  <a:pos x="64" y="66"/>
                </a:cxn>
                <a:cxn ang="0">
                  <a:pos x="72" y="57"/>
                </a:cxn>
                <a:cxn ang="0">
                  <a:pos x="92" y="41"/>
                </a:cxn>
                <a:cxn ang="0">
                  <a:pos x="111" y="25"/>
                </a:cxn>
                <a:cxn ang="0">
                  <a:pos x="122" y="17"/>
                </a:cxn>
                <a:cxn ang="0">
                  <a:pos x="131" y="9"/>
                </a:cxn>
                <a:cxn ang="0">
                  <a:pos x="131" y="9"/>
                </a:cxn>
                <a:cxn ang="0">
                  <a:pos x="132" y="8"/>
                </a:cxn>
                <a:cxn ang="0">
                  <a:pos x="132" y="6"/>
                </a:cxn>
                <a:cxn ang="0">
                  <a:pos x="132" y="4"/>
                </a:cxn>
                <a:cxn ang="0">
                  <a:pos x="131" y="3"/>
                </a:cxn>
                <a:cxn ang="0">
                  <a:pos x="129" y="2"/>
                </a:cxn>
                <a:cxn ang="0">
                  <a:pos x="128" y="0"/>
                </a:cxn>
                <a:cxn ang="0">
                  <a:pos x="126" y="2"/>
                </a:cxn>
                <a:cxn ang="0">
                  <a:pos x="124" y="3"/>
                </a:cxn>
                <a:cxn ang="0">
                  <a:pos x="124" y="3"/>
                </a:cxn>
              </a:cxnLst>
              <a:rect l="0" t="0" r="r" b="b"/>
              <a:pathLst>
                <a:path w="132" h="129">
                  <a:moveTo>
                    <a:pt x="124" y="3"/>
                  </a:moveTo>
                  <a:lnTo>
                    <a:pt x="124" y="3"/>
                  </a:lnTo>
                  <a:lnTo>
                    <a:pt x="104" y="20"/>
                  </a:lnTo>
                  <a:lnTo>
                    <a:pt x="84" y="38"/>
                  </a:lnTo>
                  <a:lnTo>
                    <a:pt x="63" y="55"/>
                  </a:lnTo>
                  <a:lnTo>
                    <a:pt x="54" y="66"/>
                  </a:lnTo>
                  <a:lnTo>
                    <a:pt x="43" y="75"/>
                  </a:lnTo>
                  <a:lnTo>
                    <a:pt x="43" y="75"/>
                  </a:lnTo>
                  <a:lnTo>
                    <a:pt x="38" y="80"/>
                  </a:lnTo>
                  <a:lnTo>
                    <a:pt x="32" y="86"/>
                  </a:lnTo>
                  <a:lnTo>
                    <a:pt x="18" y="97"/>
                  </a:lnTo>
                  <a:lnTo>
                    <a:pt x="12" y="103"/>
                  </a:lnTo>
                  <a:lnTo>
                    <a:pt x="6" y="109"/>
                  </a:lnTo>
                  <a:lnTo>
                    <a:pt x="2" y="115"/>
                  </a:lnTo>
                  <a:lnTo>
                    <a:pt x="0" y="122"/>
                  </a:lnTo>
                  <a:lnTo>
                    <a:pt x="0" y="122"/>
                  </a:lnTo>
                  <a:lnTo>
                    <a:pt x="0" y="125"/>
                  </a:lnTo>
                  <a:lnTo>
                    <a:pt x="0" y="126"/>
                  </a:lnTo>
                  <a:lnTo>
                    <a:pt x="2" y="129"/>
                  </a:lnTo>
                  <a:lnTo>
                    <a:pt x="4" y="129"/>
                  </a:lnTo>
                  <a:lnTo>
                    <a:pt x="9" y="129"/>
                  </a:lnTo>
                  <a:lnTo>
                    <a:pt x="9" y="129"/>
                  </a:lnTo>
                  <a:lnTo>
                    <a:pt x="10" y="129"/>
                  </a:lnTo>
                  <a:lnTo>
                    <a:pt x="12" y="128"/>
                  </a:lnTo>
                  <a:lnTo>
                    <a:pt x="13" y="125"/>
                  </a:lnTo>
                  <a:lnTo>
                    <a:pt x="13" y="122"/>
                  </a:lnTo>
                  <a:lnTo>
                    <a:pt x="10" y="119"/>
                  </a:lnTo>
                  <a:lnTo>
                    <a:pt x="10" y="119"/>
                  </a:lnTo>
                  <a:lnTo>
                    <a:pt x="14" y="113"/>
                  </a:lnTo>
                  <a:lnTo>
                    <a:pt x="19" y="108"/>
                  </a:lnTo>
                  <a:lnTo>
                    <a:pt x="33" y="97"/>
                  </a:lnTo>
                  <a:lnTo>
                    <a:pt x="45" y="86"/>
                  </a:lnTo>
                  <a:lnTo>
                    <a:pt x="51" y="81"/>
                  </a:lnTo>
                  <a:lnTo>
                    <a:pt x="56" y="76"/>
                  </a:lnTo>
                  <a:lnTo>
                    <a:pt x="56" y="76"/>
                  </a:lnTo>
                  <a:lnTo>
                    <a:pt x="64" y="66"/>
                  </a:lnTo>
                  <a:lnTo>
                    <a:pt x="72" y="57"/>
                  </a:lnTo>
                  <a:lnTo>
                    <a:pt x="92" y="41"/>
                  </a:lnTo>
                  <a:lnTo>
                    <a:pt x="111" y="25"/>
                  </a:lnTo>
                  <a:lnTo>
                    <a:pt x="122" y="17"/>
                  </a:lnTo>
                  <a:lnTo>
                    <a:pt x="131" y="9"/>
                  </a:lnTo>
                  <a:lnTo>
                    <a:pt x="131" y="9"/>
                  </a:lnTo>
                  <a:lnTo>
                    <a:pt x="132" y="8"/>
                  </a:lnTo>
                  <a:lnTo>
                    <a:pt x="132" y="6"/>
                  </a:lnTo>
                  <a:lnTo>
                    <a:pt x="132" y="4"/>
                  </a:lnTo>
                  <a:lnTo>
                    <a:pt x="131" y="3"/>
                  </a:lnTo>
                  <a:lnTo>
                    <a:pt x="129" y="2"/>
                  </a:lnTo>
                  <a:lnTo>
                    <a:pt x="128" y="0"/>
                  </a:lnTo>
                  <a:lnTo>
                    <a:pt x="126" y="2"/>
                  </a:lnTo>
                  <a:lnTo>
                    <a:pt x="124" y="3"/>
                  </a:lnTo>
                  <a:lnTo>
                    <a:pt x="124"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6" name="Freeform 511"/>
            <p:cNvSpPr/>
            <p:nvPr/>
          </p:nvSpPr>
          <p:spPr bwMode="auto">
            <a:xfrm>
              <a:off x="2430463" y="3419475"/>
              <a:ext cx="80963" cy="66675"/>
            </a:xfrm>
            <a:custGeom>
              <a:avLst/>
              <a:gdLst/>
              <a:ahLst/>
              <a:cxnLst>
                <a:cxn ang="0">
                  <a:pos x="144" y="1"/>
                </a:cxn>
                <a:cxn ang="0">
                  <a:pos x="144" y="1"/>
                </a:cxn>
                <a:cxn ang="0">
                  <a:pos x="125" y="16"/>
                </a:cxn>
                <a:cxn ang="0">
                  <a:pos x="106" y="29"/>
                </a:cxn>
                <a:cxn ang="0">
                  <a:pos x="68" y="56"/>
                </a:cxn>
                <a:cxn ang="0">
                  <a:pos x="50" y="70"/>
                </a:cxn>
                <a:cxn ang="0">
                  <a:pos x="33" y="86"/>
                </a:cxn>
                <a:cxn ang="0">
                  <a:pos x="17" y="102"/>
                </a:cxn>
                <a:cxn ang="0">
                  <a:pos x="1" y="121"/>
                </a:cxn>
                <a:cxn ang="0">
                  <a:pos x="1" y="121"/>
                </a:cxn>
                <a:cxn ang="0">
                  <a:pos x="0" y="122"/>
                </a:cxn>
                <a:cxn ang="0">
                  <a:pos x="0" y="124"/>
                </a:cxn>
                <a:cxn ang="0">
                  <a:pos x="1" y="126"/>
                </a:cxn>
                <a:cxn ang="0">
                  <a:pos x="2" y="127"/>
                </a:cxn>
                <a:cxn ang="0">
                  <a:pos x="6" y="127"/>
                </a:cxn>
                <a:cxn ang="0">
                  <a:pos x="7" y="127"/>
                </a:cxn>
                <a:cxn ang="0">
                  <a:pos x="9" y="125"/>
                </a:cxn>
                <a:cxn ang="0">
                  <a:pos x="9" y="125"/>
                </a:cxn>
                <a:cxn ang="0">
                  <a:pos x="24" y="108"/>
                </a:cxn>
                <a:cxn ang="0">
                  <a:pos x="40" y="91"/>
                </a:cxn>
                <a:cxn ang="0">
                  <a:pos x="58" y="77"/>
                </a:cxn>
                <a:cxn ang="0">
                  <a:pos x="75" y="62"/>
                </a:cxn>
                <a:cxn ang="0">
                  <a:pos x="114" y="35"/>
                </a:cxn>
                <a:cxn ang="0">
                  <a:pos x="132" y="22"/>
                </a:cxn>
                <a:cxn ang="0">
                  <a:pos x="151" y="8"/>
                </a:cxn>
                <a:cxn ang="0">
                  <a:pos x="151" y="8"/>
                </a:cxn>
                <a:cxn ang="0">
                  <a:pos x="152" y="6"/>
                </a:cxn>
                <a:cxn ang="0">
                  <a:pos x="152" y="4"/>
                </a:cxn>
                <a:cxn ang="0">
                  <a:pos x="152" y="3"/>
                </a:cxn>
                <a:cxn ang="0">
                  <a:pos x="151" y="2"/>
                </a:cxn>
                <a:cxn ang="0">
                  <a:pos x="148" y="0"/>
                </a:cxn>
                <a:cxn ang="0">
                  <a:pos x="146" y="0"/>
                </a:cxn>
                <a:cxn ang="0">
                  <a:pos x="144" y="1"/>
                </a:cxn>
                <a:cxn ang="0">
                  <a:pos x="144" y="1"/>
                </a:cxn>
              </a:cxnLst>
              <a:rect l="0" t="0" r="r" b="b"/>
              <a:pathLst>
                <a:path w="152" h="127">
                  <a:moveTo>
                    <a:pt x="144" y="1"/>
                  </a:moveTo>
                  <a:lnTo>
                    <a:pt x="144" y="1"/>
                  </a:lnTo>
                  <a:lnTo>
                    <a:pt x="125" y="16"/>
                  </a:lnTo>
                  <a:lnTo>
                    <a:pt x="106" y="29"/>
                  </a:lnTo>
                  <a:lnTo>
                    <a:pt x="68" y="56"/>
                  </a:lnTo>
                  <a:lnTo>
                    <a:pt x="50" y="70"/>
                  </a:lnTo>
                  <a:lnTo>
                    <a:pt x="33" y="86"/>
                  </a:lnTo>
                  <a:lnTo>
                    <a:pt x="17" y="102"/>
                  </a:lnTo>
                  <a:lnTo>
                    <a:pt x="1" y="121"/>
                  </a:lnTo>
                  <a:lnTo>
                    <a:pt x="1" y="121"/>
                  </a:lnTo>
                  <a:lnTo>
                    <a:pt x="0" y="122"/>
                  </a:lnTo>
                  <a:lnTo>
                    <a:pt x="0" y="124"/>
                  </a:lnTo>
                  <a:lnTo>
                    <a:pt x="1" y="126"/>
                  </a:lnTo>
                  <a:lnTo>
                    <a:pt x="2" y="127"/>
                  </a:lnTo>
                  <a:lnTo>
                    <a:pt x="6" y="127"/>
                  </a:lnTo>
                  <a:lnTo>
                    <a:pt x="7" y="127"/>
                  </a:lnTo>
                  <a:lnTo>
                    <a:pt x="9" y="125"/>
                  </a:lnTo>
                  <a:lnTo>
                    <a:pt x="9" y="125"/>
                  </a:lnTo>
                  <a:lnTo>
                    <a:pt x="24" y="108"/>
                  </a:lnTo>
                  <a:lnTo>
                    <a:pt x="40" y="91"/>
                  </a:lnTo>
                  <a:lnTo>
                    <a:pt x="58" y="77"/>
                  </a:lnTo>
                  <a:lnTo>
                    <a:pt x="75" y="62"/>
                  </a:lnTo>
                  <a:lnTo>
                    <a:pt x="114" y="35"/>
                  </a:lnTo>
                  <a:lnTo>
                    <a:pt x="132" y="22"/>
                  </a:lnTo>
                  <a:lnTo>
                    <a:pt x="151" y="8"/>
                  </a:lnTo>
                  <a:lnTo>
                    <a:pt x="151" y="8"/>
                  </a:lnTo>
                  <a:lnTo>
                    <a:pt x="152" y="6"/>
                  </a:lnTo>
                  <a:lnTo>
                    <a:pt x="152" y="4"/>
                  </a:lnTo>
                  <a:lnTo>
                    <a:pt x="152" y="3"/>
                  </a:lnTo>
                  <a:lnTo>
                    <a:pt x="151" y="2"/>
                  </a:lnTo>
                  <a:lnTo>
                    <a:pt x="148" y="0"/>
                  </a:lnTo>
                  <a:lnTo>
                    <a:pt x="146" y="0"/>
                  </a:lnTo>
                  <a:lnTo>
                    <a:pt x="144" y="1"/>
                  </a:lnTo>
                  <a:lnTo>
                    <a:pt x="14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7" name="Freeform 512"/>
            <p:cNvSpPr/>
            <p:nvPr/>
          </p:nvSpPr>
          <p:spPr bwMode="auto">
            <a:xfrm>
              <a:off x="2490788" y="3421063"/>
              <a:ext cx="73025" cy="60325"/>
            </a:xfrm>
            <a:custGeom>
              <a:avLst/>
              <a:gdLst/>
              <a:ahLst/>
              <a:cxnLst>
                <a:cxn ang="0">
                  <a:pos x="131" y="1"/>
                </a:cxn>
                <a:cxn ang="0">
                  <a:pos x="131" y="1"/>
                </a:cxn>
                <a:cxn ang="0">
                  <a:pos x="115" y="12"/>
                </a:cxn>
                <a:cxn ang="0">
                  <a:pos x="100" y="22"/>
                </a:cxn>
                <a:cxn ang="0">
                  <a:pos x="84" y="32"/>
                </a:cxn>
                <a:cxn ang="0">
                  <a:pos x="69" y="44"/>
                </a:cxn>
                <a:cxn ang="0">
                  <a:pos x="69" y="44"/>
                </a:cxn>
                <a:cxn ang="0">
                  <a:pos x="51" y="59"/>
                </a:cxn>
                <a:cxn ang="0">
                  <a:pos x="35" y="75"/>
                </a:cxn>
                <a:cxn ang="0">
                  <a:pos x="2" y="107"/>
                </a:cxn>
                <a:cxn ang="0">
                  <a:pos x="2" y="107"/>
                </a:cxn>
                <a:cxn ang="0">
                  <a:pos x="1" y="108"/>
                </a:cxn>
                <a:cxn ang="0">
                  <a:pos x="0" y="110"/>
                </a:cxn>
                <a:cxn ang="0">
                  <a:pos x="1" y="112"/>
                </a:cxn>
                <a:cxn ang="0">
                  <a:pos x="2" y="113"/>
                </a:cxn>
                <a:cxn ang="0">
                  <a:pos x="3" y="114"/>
                </a:cxn>
                <a:cxn ang="0">
                  <a:pos x="5" y="114"/>
                </a:cxn>
                <a:cxn ang="0">
                  <a:pos x="7" y="114"/>
                </a:cxn>
                <a:cxn ang="0">
                  <a:pos x="8" y="113"/>
                </a:cxn>
                <a:cxn ang="0">
                  <a:pos x="8" y="113"/>
                </a:cxn>
                <a:cxn ang="0">
                  <a:pos x="35" y="87"/>
                </a:cxn>
                <a:cxn ang="0">
                  <a:pos x="63" y="62"/>
                </a:cxn>
                <a:cxn ang="0">
                  <a:pos x="63" y="62"/>
                </a:cxn>
                <a:cxn ang="0">
                  <a:pos x="80" y="48"/>
                </a:cxn>
                <a:cxn ang="0">
                  <a:pos x="99" y="35"/>
                </a:cxn>
                <a:cxn ang="0">
                  <a:pos x="117" y="23"/>
                </a:cxn>
                <a:cxn ang="0">
                  <a:pos x="135" y="10"/>
                </a:cxn>
                <a:cxn ang="0">
                  <a:pos x="135" y="10"/>
                </a:cxn>
                <a:cxn ang="0">
                  <a:pos x="137" y="7"/>
                </a:cxn>
                <a:cxn ang="0">
                  <a:pos x="137" y="6"/>
                </a:cxn>
                <a:cxn ang="0">
                  <a:pos x="136" y="2"/>
                </a:cxn>
                <a:cxn ang="0">
                  <a:pos x="135" y="1"/>
                </a:cxn>
                <a:cxn ang="0">
                  <a:pos x="134" y="0"/>
                </a:cxn>
                <a:cxn ang="0">
                  <a:pos x="132" y="0"/>
                </a:cxn>
                <a:cxn ang="0">
                  <a:pos x="131" y="1"/>
                </a:cxn>
                <a:cxn ang="0">
                  <a:pos x="131" y="1"/>
                </a:cxn>
              </a:cxnLst>
              <a:rect l="0" t="0" r="r" b="b"/>
              <a:pathLst>
                <a:path w="137" h="114">
                  <a:moveTo>
                    <a:pt x="131" y="1"/>
                  </a:moveTo>
                  <a:lnTo>
                    <a:pt x="131" y="1"/>
                  </a:lnTo>
                  <a:lnTo>
                    <a:pt x="115" y="12"/>
                  </a:lnTo>
                  <a:lnTo>
                    <a:pt x="100" y="22"/>
                  </a:lnTo>
                  <a:lnTo>
                    <a:pt x="84" y="32"/>
                  </a:lnTo>
                  <a:lnTo>
                    <a:pt x="69" y="44"/>
                  </a:lnTo>
                  <a:lnTo>
                    <a:pt x="69" y="44"/>
                  </a:lnTo>
                  <a:lnTo>
                    <a:pt x="51" y="59"/>
                  </a:lnTo>
                  <a:lnTo>
                    <a:pt x="35" y="75"/>
                  </a:lnTo>
                  <a:lnTo>
                    <a:pt x="2" y="107"/>
                  </a:lnTo>
                  <a:lnTo>
                    <a:pt x="2" y="107"/>
                  </a:lnTo>
                  <a:lnTo>
                    <a:pt x="1" y="108"/>
                  </a:lnTo>
                  <a:lnTo>
                    <a:pt x="0" y="110"/>
                  </a:lnTo>
                  <a:lnTo>
                    <a:pt x="1" y="112"/>
                  </a:lnTo>
                  <a:lnTo>
                    <a:pt x="2" y="113"/>
                  </a:lnTo>
                  <a:lnTo>
                    <a:pt x="3" y="114"/>
                  </a:lnTo>
                  <a:lnTo>
                    <a:pt x="5" y="114"/>
                  </a:lnTo>
                  <a:lnTo>
                    <a:pt x="7" y="114"/>
                  </a:lnTo>
                  <a:lnTo>
                    <a:pt x="8" y="113"/>
                  </a:lnTo>
                  <a:lnTo>
                    <a:pt x="8" y="113"/>
                  </a:lnTo>
                  <a:lnTo>
                    <a:pt x="35" y="87"/>
                  </a:lnTo>
                  <a:lnTo>
                    <a:pt x="63" y="62"/>
                  </a:lnTo>
                  <a:lnTo>
                    <a:pt x="63" y="62"/>
                  </a:lnTo>
                  <a:lnTo>
                    <a:pt x="80" y="48"/>
                  </a:lnTo>
                  <a:lnTo>
                    <a:pt x="99" y="35"/>
                  </a:lnTo>
                  <a:lnTo>
                    <a:pt x="117" y="23"/>
                  </a:lnTo>
                  <a:lnTo>
                    <a:pt x="135" y="10"/>
                  </a:lnTo>
                  <a:lnTo>
                    <a:pt x="135" y="10"/>
                  </a:lnTo>
                  <a:lnTo>
                    <a:pt x="137" y="7"/>
                  </a:lnTo>
                  <a:lnTo>
                    <a:pt x="137" y="6"/>
                  </a:lnTo>
                  <a:lnTo>
                    <a:pt x="136" y="2"/>
                  </a:lnTo>
                  <a:lnTo>
                    <a:pt x="135" y="1"/>
                  </a:lnTo>
                  <a:lnTo>
                    <a:pt x="134" y="0"/>
                  </a:lnTo>
                  <a:lnTo>
                    <a:pt x="132" y="0"/>
                  </a:lnTo>
                  <a:lnTo>
                    <a:pt x="131" y="1"/>
                  </a:lnTo>
                  <a:lnTo>
                    <a:pt x="131"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8" name="Freeform 513"/>
            <p:cNvSpPr/>
            <p:nvPr/>
          </p:nvSpPr>
          <p:spPr bwMode="auto">
            <a:xfrm>
              <a:off x="2557463" y="3416300"/>
              <a:ext cx="58738" cy="60325"/>
            </a:xfrm>
            <a:custGeom>
              <a:avLst/>
              <a:gdLst/>
              <a:ahLst/>
              <a:cxnLst>
                <a:cxn ang="0">
                  <a:pos x="104" y="2"/>
                </a:cxn>
                <a:cxn ang="0">
                  <a:pos x="104" y="2"/>
                </a:cxn>
                <a:cxn ang="0">
                  <a:pos x="100" y="9"/>
                </a:cxn>
                <a:cxn ang="0">
                  <a:pos x="94" y="16"/>
                </a:cxn>
                <a:cxn ang="0">
                  <a:pos x="80" y="29"/>
                </a:cxn>
                <a:cxn ang="0">
                  <a:pos x="67" y="41"/>
                </a:cxn>
                <a:cxn ang="0">
                  <a:pos x="53" y="54"/>
                </a:cxn>
                <a:cxn ang="0">
                  <a:pos x="1" y="105"/>
                </a:cxn>
                <a:cxn ang="0">
                  <a:pos x="1" y="105"/>
                </a:cxn>
                <a:cxn ang="0">
                  <a:pos x="0" y="107"/>
                </a:cxn>
                <a:cxn ang="0">
                  <a:pos x="0" y="109"/>
                </a:cxn>
                <a:cxn ang="0">
                  <a:pos x="0" y="110"/>
                </a:cxn>
                <a:cxn ang="0">
                  <a:pos x="1" y="113"/>
                </a:cxn>
                <a:cxn ang="0">
                  <a:pos x="3" y="114"/>
                </a:cxn>
                <a:cxn ang="0">
                  <a:pos x="4" y="114"/>
                </a:cxn>
                <a:cxn ang="0">
                  <a:pos x="6" y="114"/>
                </a:cxn>
                <a:cxn ang="0">
                  <a:pos x="8" y="113"/>
                </a:cxn>
                <a:cxn ang="0">
                  <a:pos x="65" y="55"/>
                </a:cxn>
                <a:cxn ang="0">
                  <a:pos x="65" y="55"/>
                </a:cxn>
                <a:cxn ang="0">
                  <a:pos x="77" y="43"/>
                </a:cxn>
                <a:cxn ang="0">
                  <a:pos x="91" y="32"/>
                </a:cxn>
                <a:cxn ang="0">
                  <a:pos x="102" y="21"/>
                </a:cxn>
                <a:cxn ang="0">
                  <a:pos x="108" y="13"/>
                </a:cxn>
                <a:cxn ang="0">
                  <a:pos x="112" y="7"/>
                </a:cxn>
                <a:cxn ang="0">
                  <a:pos x="112" y="7"/>
                </a:cxn>
                <a:cxn ang="0">
                  <a:pos x="113" y="5"/>
                </a:cxn>
                <a:cxn ang="0">
                  <a:pos x="113" y="4"/>
                </a:cxn>
                <a:cxn ang="0">
                  <a:pos x="112" y="2"/>
                </a:cxn>
                <a:cxn ang="0">
                  <a:pos x="111" y="1"/>
                </a:cxn>
                <a:cxn ang="0">
                  <a:pos x="109" y="0"/>
                </a:cxn>
                <a:cxn ang="0">
                  <a:pos x="107" y="0"/>
                </a:cxn>
                <a:cxn ang="0">
                  <a:pos x="106" y="1"/>
                </a:cxn>
                <a:cxn ang="0">
                  <a:pos x="104" y="2"/>
                </a:cxn>
                <a:cxn ang="0">
                  <a:pos x="104" y="2"/>
                </a:cxn>
              </a:cxnLst>
              <a:rect l="0" t="0" r="r" b="b"/>
              <a:pathLst>
                <a:path w="113" h="114">
                  <a:moveTo>
                    <a:pt x="104" y="2"/>
                  </a:moveTo>
                  <a:lnTo>
                    <a:pt x="104" y="2"/>
                  </a:lnTo>
                  <a:lnTo>
                    <a:pt x="100" y="9"/>
                  </a:lnTo>
                  <a:lnTo>
                    <a:pt x="94" y="16"/>
                  </a:lnTo>
                  <a:lnTo>
                    <a:pt x="80" y="29"/>
                  </a:lnTo>
                  <a:lnTo>
                    <a:pt x="67" y="41"/>
                  </a:lnTo>
                  <a:lnTo>
                    <a:pt x="53" y="54"/>
                  </a:lnTo>
                  <a:lnTo>
                    <a:pt x="1" y="105"/>
                  </a:lnTo>
                  <a:lnTo>
                    <a:pt x="1" y="105"/>
                  </a:lnTo>
                  <a:lnTo>
                    <a:pt x="0" y="107"/>
                  </a:lnTo>
                  <a:lnTo>
                    <a:pt x="0" y="109"/>
                  </a:lnTo>
                  <a:lnTo>
                    <a:pt x="0" y="110"/>
                  </a:lnTo>
                  <a:lnTo>
                    <a:pt x="1" y="113"/>
                  </a:lnTo>
                  <a:lnTo>
                    <a:pt x="3" y="114"/>
                  </a:lnTo>
                  <a:lnTo>
                    <a:pt x="4" y="114"/>
                  </a:lnTo>
                  <a:lnTo>
                    <a:pt x="6" y="114"/>
                  </a:lnTo>
                  <a:lnTo>
                    <a:pt x="8" y="113"/>
                  </a:lnTo>
                  <a:lnTo>
                    <a:pt x="65" y="55"/>
                  </a:lnTo>
                  <a:lnTo>
                    <a:pt x="65" y="55"/>
                  </a:lnTo>
                  <a:lnTo>
                    <a:pt x="77" y="43"/>
                  </a:lnTo>
                  <a:lnTo>
                    <a:pt x="91" y="32"/>
                  </a:lnTo>
                  <a:lnTo>
                    <a:pt x="102" y="21"/>
                  </a:lnTo>
                  <a:lnTo>
                    <a:pt x="108" y="13"/>
                  </a:lnTo>
                  <a:lnTo>
                    <a:pt x="112" y="7"/>
                  </a:lnTo>
                  <a:lnTo>
                    <a:pt x="112" y="7"/>
                  </a:lnTo>
                  <a:lnTo>
                    <a:pt x="113" y="5"/>
                  </a:lnTo>
                  <a:lnTo>
                    <a:pt x="113" y="4"/>
                  </a:lnTo>
                  <a:lnTo>
                    <a:pt x="112" y="2"/>
                  </a:lnTo>
                  <a:lnTo>
                    <a:pt x="111" y="1"/>
                  </a:lnTo>
                  <a:lnTo>
                    <a:pt x="109" y="0"/>
                  </a:lnTo>
                  <a:lnTo>
                    <a:pt x="107" y="0"/>
                  </a:lnTo>
                  <a:lnTo>
                    <a:pt x="106" y="1"/>
                  </a:lnTo>
                  <a:lnTo>
                    <a:pt x="104" y="2"/>
                  </a:lnTo>
                  <a:lnTo>
                    <a:pt x="104"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39" name="Freeform 514"/>
            <p:cNvSpPr/>
            <p:nvPr/>
          </p:nvSpPr>
          <p:spPr bwMode="auto">
            <a:xfrm>
              <a:off x="2611438" y="3403600"/>
              <a:ext cx="55563" cy="68263"/>
            </a:xfrm>
            <a:custGeom>
              <a:avLst/>
              <a:gdLst/>
              <a:ahLst/>
              <a:cxnLst>
                <a:cxn ang="0">
                  <a:pos x="95" y="4"/>
                </a:cxn>
                <a:cxn ang="0">
                  <a:pos x="95" y="4"/>
                </a:cxn>
                <a:cxn ang="0">
                  <a:pos x="92" y="9"/>
                </a:cxn>
                <a:cxn ang="0">
                  <a:pos x="87" y="16"/>
                </a:cxn>
                <a:cxn ang="0">
                  <a:pos x="78" y="29"/>
                </a:cxn>
                <a:cxn ang="0">
                  <a:pos x="78" y="29"/>
                </a:cxn>
                <a:cxn ang="0">
                  <a:pos x="72" y="37"/>
                </a:cxn>
                <a:cxn ang="0">
                  <a:pos x="65" y="46"/>
                </a:cxn>
                <a:cxn ang="0">
                  <a:pos x="50" y="61"/>
                </a:cxn>
                <a:cxn ang="0">
                  <a:pos x="50" y="61"/>
                </a:cxn>
                <a:cxn ang="0">
                  <a:pos x="36" y="75"/>
                </a:cxn>
                <a:cxn ang="0">
                  <a:pos x="23" y="89"/>
                </a:cxn>
                <a:cxn ang="0">
                  <a:pos x="10" y="105"/>
                </a:cxn>
                <a:cxn ang="0">
                  <a:pos x="5" y="113"/>
                </a:cxn>
                <a:cxn ang="0">
                  <a:pos x="0" y="121"/>
                </a:cxn>
                <a:cxn ang="0">
                  <a:pos x="0" y="121"/>
                </a:cxn>
                <a:cxn ang="0">
                  <a:pos x="0" y="124"/>
                </a:cxn>
                <a:cxn ang="0">
                  <a:pos x="1" y="126"/>
                </a:cxn>
                <a:cxn ang="0">
                  <a:pos x="3" y="128"/>
                </a:cxn>
                <a:cxn ang="0">
                  <a:pos x="6" y="128"/>
                </a:cxn>
                <a:cxn ang="0">
                  <a:pos x="6" y="128"/>
                </a:cxn>
                <a:cxn ang="0">
                  <a:pos x="9" y="127"/>
                </a:cxn>
                <a:cxn ang="0">
                  <a:pos x="11" y="125"/>
                </a:cxn>
                <a:cxn ang="0">
                  <a:pos x="12" y="123"/>
                </a:cxn>
                <a:cxn ang="0">
                  <a:pos x="13" y="120"/>
                </a:cxn>
                <a:cxn ang="0">
                  <a:pos x="13" y="120"/>
                </a:cxn>
                <a:cxn ang="0">
                  <a:pos x="14" y="118"/>
                </a:cxn>
                <a:cxn ang="0">
                  <a:pos x="13" y="117"/>
                </a:cxn>
                <a:cxn ang="0">
                  <a:pos x="13" y="117"/>
                </a:cxn>
                <a:cxn ang="0">
                  <a:pos x="20" y="108"/>
                </a:cxn>
                <a:cxn ang="0">
                  <a:pos x="26" y="99"/>
                </a:cxn>
                <a:cxn ang="0">
                  <a:pos x="41" y="84"/>
                </a:cxn>
                <a:cxn ang="0">
                  <a:pos x="56" y="68"/>
                </a:cxn>
                <a:cxn ang="0">
                  <a:pos x="70" y="52"/>
                </a:cxn>
                <a:cxn ang="0">
                  <a:pos x="70" y="52"/>
                </a:cxn>
                <a:cxn ang="0">
                  <a:pos x="80" y="41"/>
                </a:cxn>
                <a:cxn ang="0">
                  <a:pos x="89" y="30"/>
                </a:cxn>
                <a:cxn ang="0">
                  <a:pos x="98" y="19"/>
                </a:cxn>
                <a:cxn ang="0">
                  <a:pos x="101" y="13"/>
                </a:cxn>
                <a:cxn ang="0">
                  <a:pos x="104" y="6"/>
                </a:cxn>
                <a:cxn ang="0">
                  <a:pos x="104" y="6"/>
                </a:cxn>
                <a:cxn ang="0">
                  <a:pos x="104" y="4"/>
                </a:cxn>
                <a:cxn ang="0">
                  <a:pos x="103" y="2"/>
                </a:cxn>
                <a:cxn ang="0">
                  <a:pos x="102" y="1"/>
                </a:cxn>
                <a:cxn ang="0">
                  <a:pos x="100" y="1"/>
                </a:cxn>
                <a:cxn ang="0">
                  <a:pos x="99" y="0"/>
                </a:cxn>
                <a:cxn ang="0">
                  <a:pos x="97" y="1"/>
                </a:cxn>
                <a:cxn ang="0">
                  <a:pos x="96" y="2"/>
                </a:cxn>
                <a:cxn ang="0">
                  <a:pos x="95" y="4"/>
                </a:cxn>
                <a:cxn ang="0">
                  <a:pos x="95" y="4"/>
                </a:cxn>
              </a:cxnLst>
              <a:rect l="0" t="0" r="r" b="b"/>
              <a:pathLst>
                <a:path w="104" h="128">
                  <a:moveTo>
                    <a:pt x="95" y="4"/>
                  </a:moveTo>
                  <a:lnTo>
                    <a:pt x="95" y="4"/>
                  </a:lnTo>
                  <a:lnTo>
                    <a:pt x="92" y="9"/>
                  </a:lnTo>
                  <a:lnTo>
                    <a:pt x="87" y="16"/>
                  </a:lnTo>
                  <a:lnTo>
                    <a:pt x="78" y="29"/>
                  </a:lnTo>
                  <a:lnTo>
                    <a:pt x="78" y="29"/>
                  </a:lnTo>
                  <a:lnTo>
                    <a:pt x="72" y="37"/>
                  </a:lnTo>
                  <a:lnTo>
                    <a:pt x="65" y="46"/>
                  </a:lnTo>
                  <a:lnTo>
                    <a:pt x="50" y="61"/>
                  </a:lnTo>
                  <a:lnTo>
                    <a:pt x="50" y="61"/>
                  </a:lnTo>
                  <a:lnTo>
                    <a:pt x="36" y="75"/>
                  </a:lnTo>
                  <a:lnTo>
                    <a:pt x="23" y="89"/>
                  </a:lnTo>
                  <a:lnTo>
                    <a:pt x="10" y="105"/>
                  </a:lnTo>
                  <a:lnTo>
                    <a:pt x="5" y="113"/>
                  </a:lnTo>
                  <a:lnTo>
                    <a:pt x="0" y="121"/>
                  </a:lnTo>
                  <a:lnTo>
                    <a:pt x="0" y="121"/>
                  </a:lnTo>
                  <a:lnTo>
                    <a:pt x="0" y="124"/>
                  </a:lnTo>
                  <a:lnTo>
                    <a:pt x="1" y="126"/>
                  </a:lnTo>
                  <a:lnTo>
                    <a:pt x="3" y="128"/>
                  </a:lnTo>
                  <a:lnTo>
                    <a:pt x="6" y="128"/>
                  </a:lnTo>
                  <a:lnTo>
                    <a:pt x="6" y="128"/>
                  </a:lnTo>
                  <a:lnTo>
                    <a:pt x="9" y="127"/>
                  </a:lnTo>
                  <a:lnTo>
                    <a:pt x="11" y="125"/>
                  </a:lnTo>
                  <a:lnTo>
                    <a:pt x="12" y="123"/>
                  </a:lnTo>
                  <a:lnTo>
                    <a:pt x="13" y="120"/>
                  </a:lnTo>
                  <a:lnTo>
                    <a:pt x="13" y="120"/>
                  </a:lnTo>
                  <a:lnTo>
                    <a:pt x="14" y="118"/>
                  </a:lnTo>
                  <a:lnTo>
                    <a:pt x="13" y="117"/>
                  </a:lnTo>
                  <a:lnTo>
                    <a:pt x="13" y="117"/>
                  </a:lnTo>
                  <a:lnTo>
                    <a:pt x="20" y="108"/>
                  </a:lnTo>
                  <a:lnTo>
                    <a:pt x="26" y="99"/>
                  </a:lnTo>
                  <a:lnTo>
                    <a:pt x="41" y="84"/>
                  </a:lnTo>
                  <a:lnTo>
                    <a:pt x="56" y="68"/>
                  </a:lnTo>
                  <a:lnTo>
                    <a:pt x="70" y="52"/>
                  </a:lnTo>
                  <a:lnTo>
                    <a:pt x="70" y="52"/>
                  </a:lnTo>
                  <a:lnTo>
                    <a:pt x="80" y="41"/>
                  </a:lnTo>
                  <a:lnTo>
                    <a:pt x="89" y="30"/>
                  </a:lnTo>
                  <a:lnTo>
                    <a:pt x="98" y="19"/>
                  </a:lnTo>
                  <a:lnTo>
                    <a:pt x="101" y="13"/>
                  </a:lnTo>
                  <a:lnTo>
                    <a:pt x="104" y="6"/>
                  </a:lnTo>
                  <a:lnTo>
                    <a:pt x="104" y="6"/>
                  </a:lnTo>
                  <a:lnTo>
                    <a:pt x="104" y="4"/>
                  </a:lnTo>
                  <a:lnTo>
                    <a:pt x="103" y="2"/>
                  </a:lnTo>
                  <a:lnTo>
                    <a:pt x="102" y="1"/>
                  </a:lnTo>
                  <a:lnTo>
                    <a:pt x="100" y="1"/>
                  </a:lnTo>
                  <a:lnTo>
                    <a:pt x="99" y="0"/>
                  </a:lnTo>
                  <a:lnTo>
                    <a:pt x="97" y="1"/>
                  </a:lnTo>
                  <a:lnTo>
                    <a:pt x="96" y="2"/>
                  </a:lnTo>
                  <a:lnTo>
                    <a:pt x="95" y="4"/>
                  </a:lnTo>
                  <a:lnTo>
                    <a:pt x="95"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0" name="Freeform 515"/>
            <p:cNvSpPr/>
            <p:nvPr/>
          </p:nvSpPr>
          <p:spPr bwMode="auto">
            <a:xfrm>
              <a:off x="2640013" y="3408363"/>
              <a:ext cx="77788" cy="76200"/>
            </a:xfrm>
            <a:custGeom>
              <a:avLst/>
              <a:gdLst/>
              <a:ahLst/>
              <a:cxnLst>
                <a:cxn ang="0">
                  <a:pos x="139" y="3"/>
                </a:cxn>
                <a:cxn ang="0">
                  <a:pos x="139" y="3"/>
                </a:cxn>
                <a:cxn ang="0">
                  <a:pos x="71" y="70"/>
                </a:cxn>
                <a:cxn ang="0">
                  <a:pos x="37" y="103"/>
                </a:cxn>
                <a:cxn ang="0">
                  <a:pos x="2" y="135"/>
                </a:cxn>
                <a:cxn ang="0">
                  <a:pos x="2" y="135"/>
                </a:cxn>
                <a:cxn ang="0">
                  <a:pos x="0" y="137"/>
                </a:cxn>
                <a:cxn ang="0">
                  <a:pos x="0" y="138"/>
                </a:cxn>
                <a:cxn ang="0">
                  <a:pos x="1" y="140"/>
                </a:cxn>
                <a:cxn ang="0">
                  <a:pos x="2" y="141"/>
                </a:cxn>
                <a:cxn ang="0">
                  <a:pos x="3" y="142"/>
                </a:cxn>
                <a:cxn ang="0">
                  <a:pos x="5" y="143"/>
                </a:cxn>
                <a:cxn ang="0">
                  <a:pos x="6" y="143"/>
                </a:cxn>
                <a:cxn ang="0">
                  <a:pos x="8" y="142"/>
                </a:cxn>
                <a:cxn ang="0">
                  <a:pos x="8" y="142"/>
                </a:cxn>
                <a:cxn ang="0">
                  <a:pos x="43" y="109"/>
                </a:cxn>
                <a:cxn ang="0">
                  <a:pos x="77" y="76"/>
                </a:cxn>
                <a:cxn ang="0">
                  <a:pos x="145" y="9"/>
                </a:cxn>
                <a:cxn ang="0">
                  <a:pos x="145" y="9"/>
                </a:cxn>
                <a:cxn ang="0">
                  <a:pos x="146" y="8"/>
                </a:cxn>
                <a:cxn ang="0">
                  <a:pos x="147" y="6"/>
                </a:cxn>
                <a:cxn ang="0">
                  <a:pos x="146" y="4"/>
                </a:cxn>
                <a:cxn ang="0">
                  <a:pos x="145" y="3"/>
                </a:cxn>
                <a:cxn ang="0">
                  <a:pos x="144" y="2"/>
                </a:cxn>
                <a:cxn ang="0">
                  <a:pos x="142" y="0"/>
                </a:cxn>
                <a:cxn ang="0">
                  <a:pos x="140" y="2"/>
                </a:cxn>
                <a:cxn ang="0">
                  <a:pos x="139" y="3"/>
                </a:cxn>
                <a:cxn ang="0">
                  <a:pos x="139" y="3"/>
                </a:cxn>
              </a:cxnLst>
              <a:rect l="0" t="0" r="r" b="b"/>
              <a:pathLst>
                <a:path w="147" h="143">
                  <a:moveTo>
                    <a:pt x="139" y="3"/>
                  </a:moveTo>
                  <a:lnTo>
                    <a:pt x="139" y="3"/>
                  </a:lnTo>
                  <a:lnTo>
                    <a:pt x="71" y="70"/>
                  </a:lnTo>
                  <a:lnTo>
                    <a:pt x="37" y="103"/>
                  </a:lnTo>
                  <a:lnTo>
                    <a:pt x="2" y="135"/>
                  </a:lnTo>
                  <a:lnTo>
                    <a:pt x="2" y="135"/>
                  </a:lnTo>
                  <a:lnTo>
                    <a:pt x="0" y="137"/>
                  </a:lnTo>
                  <a:lnTo>
                    <a:pt x="0" y="138"/>
                  </a:lnTo>
                  <a:lnTo>
                    <a:pt x="1" y="140"/>
                  </a:lnTo>
                  <a:lnTo>
                    <a:pt x="2" y="141"/>
                  </a:lnTo>
                  <a:lnTo>
                    <a:pt x="3" y="142"/>
                  </a:lnTo>
                  <a:lnTo>
                    <a:pt x="5" y="143"/>
                  </a:lnTo>
                  <a:lnTo>
                    <a:pt x="6" y="143"/>
                  </a:lnTo>
                  <a:lnTo>
                    <a:pt x="8" y="142"/>
                  </a:lnTo>
                  <a:lnTo>
                    <a:pt x="8" y="142"/>
                  </a:lnTo>
                  <a:lnTo>
                    <a:pt x="43" y="109"/>
                  </a:lnTo>
                  <a:lnTo>
                    <a:pt x="77" y="76"/>
                  </a:lnTo>
                  <a:lnTo>
                    <a:pt x="145" y="9"/>
                  </a:lnTo>
                  <a:lnTo>
                    <a:pt x="145" y="9"/>
                  </a:lnTo>
                  <a:lnTo>
                    <a:pt x="146" y="8"/>
                  </a:lnTo>
                  <a:lnTo>
                    <a:pt x="147" y="6"/>
                  </a:lnTo>
                  <a:lnTo>
                    <a:pt x="146" y="4"/>
                  </a:lnTo>
                  <a:lnTo>
                    <a:pt x="145" y="3"/>
                  </a:lnTo>
                  <a:lnTo>
                    <a:pt x="144" y="2"/>
                  </a:lnTo>
                  <a:lnTo>
                    <a:pt x="142" y="0"/>
                  </a:lnTo>
                  <a:lnTo>
                    <a:pt x="140" y="2"/>
                  </a:lnTo>
                  <a:lnTo>
                    <a:pt x="139" y="3"/>
                  </a:lnTo>
                  <a:lnTo>
                    <a:pt x="13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1" name="Freeform 516"/>
            <p:cNvSpPr/>
            <p:nvPr/>
          </p:nvSpPr>
          <p:spPr bwMode="auto">
            <a:xfrm>
              <a:off x="2730501" y="3216275"/>
              <a:ext cx="61913" cy="65088"/>
            </a:xfrm>
            <a:custGeom>
              <a:avLst/>
              <a:gdLst/>
              <a:ahLst/>
              <a:cxnLst>
                <a:cxn ang="0">
                  <a:pos x="112" y="0"/>
                </a:cxn>
                <a:cxn ang="0">
                  <a:pos x="112" y="0"/>
                </a:cxn>
                <a:cxn ang="0">
                  <a:pos x="103" y="3"/>
                </a:cxn>
                <a:cxn ang="0">
                  <a:pos x="96" y="8"/>
                </a:cxn>
                <a:cxn ang="0">
                  <a:pos x="89" y="13"/>
                </a:cxn>
                <a:cxn ang="0">
                  <a:pos x="82" y="18"/>
                </a:cxn>
                <a:cxn ang="0">
                  <a:pos x="69" y="32"/>
                </a:cxn>
                <a:cxn ang="0">
                  <a:pos x="57" y="44"/>
                </a:cxn>
                <a:cxn ang="0">
                  <a:pos x="57" y="44"/>
                </a:cxn>
                <a:cxn ang="0">
                  <a:pos x="50" y="53"/>
                </a:cxn>
                <a:cxn ang="0">
                  <a:pos x="42" y="62"/>
                </a:cxn>
                <a:cxn ang="0">
                  <a:pos x="29" y="79"/>
                </a:cxn>
                <a:cxn ang="0">
                  <a:pos x="16" y="98"/>
                </a:cxn>
                <a:cxn ang="0">
                  <a:pos x="8" y="106"/>
                </a:cxn>
                <a:cxn ang="0">
                  <a:pos x="1" y="114"/>
                </a:cxn>
                <a:cxn ang="0">
                  <a:pos x="1" y="114"/>
                </a:cxn>
                <a:cxn ang="0">
                  <a:pos x="0" y="117"/>
                </a:cxn>
                <a:cxn ang="0">
                  <a:pos x="0" y="119"/>
                </a:cxn>
                <a:cxn ang="0">
                  <a:pos x="0" y="120"/>
                </a:cxn>
                <a:cxn ang="0">
                  <a:pos x="1" y="122"/>
                </a:cxn>
                <a:cxn ang="0">
                  <a:pos x="2" y="123"/>
                </a:cxn>
                <a:cxn ang="0">
                  <a:pos x="4" y="123"/>
                </a:cxn>
                <a:cxn ang="0">
                  <a:pos x="6" y="123"/>
                </a:cxn>
                <a:cxn ang="0">
                  <a:pos x="7" y="122"/>
                </a:cxn>
                <a:cxn ang="0">
                  <a:pos x="7" y="122"/>
                </a:cxn>
                <a:cxn ang="0">
                  <a:pos x="20" y="107"/>
                </a:cxn>
                <a:cxn ang="0">
                  <a:pos x="32" y="93"/>
                </a:cxn>
                <a:cxn ang="0">
                  <a:pos x="54" y="63"/>
                </a:cxn>
                <a:cxn ang="0">
                  <a:pos x="54" y="63"/>
                </a:cxn>
                <a:cxn ang="0">
                  <a:pos x="66" y="47"/>
                </a:cxn>
                <a:cxn ang="0">
                  <a:pos x="81" y="32"/>
                </a:cxn>
                <a:cxn ang="0">
                  <a:pos x="89" y="25"/>
                </a:cxn>
                <a:cxn ang="0">
                  <a:pos x="97" y="18"/>
                </a:cxn>
                <a:cxn ang="0">
                  <a:pos x="105" y="13"/>
                </a:cxn>
                <a:cxn ang="0">
                  <a:pos x="115" y="9"/>
                </a:cxn>
                <a:cxn ang="0">
                  <a:pos x="115" y="9"/>
                </a:cxn>
                <a:cxn ang="0">
                  <a:pos x="117" y="8"/>
                </a:cxn>
                <a:cxn ang="0">
                  <a:pos x="118" y="6"/>
                </a:cxn>
                <a:cxn ang="0">
                  <a:pos x="118" y="5"/>
                </a:cxn>
                <a:cxn ang="0">
                  <a:pos x="118" y="3"/>
                </a:cxn>
                <a:cxn ang="0">
                  <a:pos x="117" y="2"/>
                </a:cxn>
                <a:cxn ang="0">
                  <a:pos x="116" y="0"/>
                </a:cxn>
                <a:cxn ang="0">
                  <a:pos x="114" y="0"/>
                </a:cxn>
                <a:cxn ang="0">
                  <a:pos x="112" y="0"/>
                </a:cxn>
                <a:cxn ang="0">
                  <a:pos x="112" y="0"/>
                </a:cxn>
              </a:cxnLst>
              <a:rect l="0" t="0" r="r" b="b"/>
              <a:pathLst>
                <a:path w="118" h="123">
                  <a:moveTo>
                    <a:pt x="112" y="0"/>
                  </a:moveTo>
                  <a:lnTo>
                    <a:pt x="112" y="0"/>
                  </a:lnTo>
                  <a:lnTo>
                    <a:pt x="103" y="3"/>
                  </a:lnTo>
                  <a:lnTo>
                    <a:pt x="96" y="8"/>
                  </a:lnTo>
                  <a:lnTo>
                    <a:pt x="89" y="13"/>
                  </a:lnTo>
                  <a:lnTo>
                    <a:pt x="82" y="18"/>
                  </a:lnTo>
                  <a:lnTo>
                    <a:pt x="69" y="32"/>
                  </a:lnTo>
                  <a:lnTo>
                    <a:pt x="57" y="44"/>
                  </a:lnTo>
                  <a:lnTo>
                    <a:pt x="57" y="44"/>
                  </a:lnTo>
                  <a:lnTo>
                    <a:pt x="50" y="53"/>
                  </a:lnTo>
                  <a:lnTo>
                    <a:pt x="42" y="62"/>
                  </a:lnTo>
                  <a:lnTo>
                    <a:pt x="29" y="79"/>
                  </a:lnTo>
                  <a:lnTo>
                    <a:pt x="16" y="98"/>
                  </a:lnTo>
                  <a:lnTo>
                    <a:pt x="8" y="106"/>
                  </a:lnTo>
                  <a:lnTo>
                    <a:pt x="1" y="114"/>
                  </a:lnTo>
                  <a:lnTo>
                    <a:pt x="1" y="114"/>
                  </a:lnTo>
                  <a:lnTo>
                    <a:pt x="0" y="117"/>
                  </a:lnTo>
                  <a:lnTo>
                    <a:pt x="0" y="119"/>
                  </a:lnTo>
                  <a:lnTo>
                    <a:pt x="0" y="120"/>
                  </a:lnTo>
                  <a:lnTo>
                    <a:pt x="1" y="122"/>
                  </a:lnTo>
                  <a:lnTo>
                    <a:pt x="2" y="123"/>
                  </a:lnTo>
                  <a:lnTo>
                    <a:pt x="4" y="123"/>
                  </a:lnTo>
                  <a:lnTo>
                    <a:pt x="6" y="123"/>
                  </a:lnTo>
                  <a:lnTo>
                    <a:pt x="7" y="122"/>
                  </a:lnTo>
                  <a:lnTo>
                    <a:pt x="7" y="122"/>
                  </a:lnTo>
                  <a:lnTo>
                    <a:pt x="20" y="107"/>
                  </a:lnTo>
                  <a:lnTo>
                    <a:pt x="32" y="93"/>
                  </a:lnTo>
                  <a:lnTo>
                    <a:pt x="54" y="63"/>
                  </a:lnTo>
                  <a:lnTo>
                    <a:pt x="54" y="63"/>
                  </a:lnTo>
                  <a:lnTo>
                    <a:pt x="66" y="47"/>
                  </a:lnTo>
                  <a:lnTo>
                    <a:pt x="81" y="32"/>
                  </a:lnTo>
                  <a:lnTo>
                    <a:pt x="89" y="25"/>
                  </a:lnTo>
                  <a:lnTo>
                    <a:pt x="97" y="18"/>
                  </a:lnTo>
                  <a:lnTo>
                    <a:pt x="105" y="13"/>
                  </a:lnTo>
                  <a:lnTo>
                    <a:pt x="115" y="9"/>
                  </a:lnTo>
                  <a:lnTo>
                    <a:pt x="115" y="9"/>
                  </a:lnTo>
                  <a:lnTo>
                    <a:pt x="117" y="8"/>
                  </a:lnTo>
                  <a:lnTo>
                    <a:pt x="118" y="6"/>
                  </a:lnTo>
                  <a:lnTo>
                    <a:pt x="118" y="5"/>
                  </a:lnTo>
                  <a:lnTo>
                    <a:pt x="118" y="3"/>
                  </a:lnTo>
                  <a:lnTo>
                    <a:pt x="117" y="2"/>
                  </a:lnTo>
                  <a:lnTo>
                    <a:pt x="116" y="0"/>
                  </a:lnTo>
                  <a:lnTo>
                    <a:pt x="114" y="0"/>
                  </a:lnTo>
                  <a:lnTo>
                    <a:pt x="112" y="0"/>
                  </a:lnTo>
                  <a:lnTo>
                    <a:pt x="112"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2" name="Freeform 517"/>
            <p:cNvSpPr/>
            <p:nvPr/>
          </p:nvSpPr>
          <p:spPr bwMode="auto">
            <a:xfrm>
              <a:off x="2713038" y="3238500"/>
              <a:ext cx="100013" cy="103188"/>
            </a:xfrm>
            <a:custGeom>
              <a:avLst/>
              <a:gdLst/>
              <a:ahLst/>
              <a:cxnLst>
                <a:cxn ang="0">
                  <a:pos x="180" y="5"/>
                </a:cxn>
                <a:cxn ang="0">
                  <a:pos x="180" y="5"/>
                </a:cxn>
                <a:cxn ang="0">
                  <a:pos x="178" y="12"/>
                </a:cxn>
                <a:cxn ang="0">
                  <a:pos x="175" y="18"/>
                </a:cxn>
                <a:cxn ang="0">
                  <a:pos x="169" y="24"/>
                </a:cxn>
                <a:cxn ang="0">
                  <a:pos x="164" y="29"/>
                </a:cxn>
                <a:cxn ang="0">
                  <a:pos x="153" y="38"/>
                </a:cxn>
                <a:cxn ang="0">
                  <a:pos x="142" y="48"/>
                </a:cxn>
                <a:cxn ang="0">
                  <a:pos x="142" y="48"/>
                </a:cxn>
                <a:cxn ang="0">
                  <a:pos x="118" y="69"/>
                </a:cxn>
                <a:cxn ang="0">
                  <a:pos x="94" y="93"/>
                </a:cxn>
                <a:cxn ang="0">
                  <a:pos x="94" y="93"/>
                </a:cxn>
                <a:cxn ang="0">
                  <a:pos x="69" y="115"/>
                </a:cxn>
                <a:cxn ang="0">
                  <a:pos x="45" y="139"/>
                </a:cxn>
                <a:cxn ang="0">
                  <a:pos x="23" y="161"/>
                </a:cxn>
                <a:cxn ang="0">
                  <a:pos x="1" y="187"/>
                </a:cxn>
                <a:cxn ang="0">
                  <a:pos x="1" y="187"/>
                </a:cxn>
                <a:cxn ang="0">
                  <a:pos x="0" y="188"/>
                </a:cxn>
                <a:cxn ang="0">
                  <a:pos x="0" y="190"/>
                </a:cxn>
                <a:cxn ang="0">
                  <a:pos x="1" y="193"/>
                </a:cxn>
                <a:cxn ang="0">
                  <a:pos x="3" y="194"/>
                </a:cxn>
                <a:cxn ang="0">
                  <a:pos x="4" y="195"/>
                </a:cxn>
                <a:cxn ang="0">
                  <a:pos x="6" y="194"/>
                </a:cxn>
                <a:cxn ang="0">
                  <a:pos x="7" y="193"/>
                </a:cxn>
                <a:cxn ang="0">
                  <a:pos x="7" y="193"/>
                </a:cxn>
                <a:cxn ang="0">
                  <a:pos x="20" y="179"/>
                </a:cxn>
                <a:cxn ang="0">
                  <a:pos x="32" y="165"/>
                </a:cxn>
                <a:cxn ang="0">
                  <a:pos x="58" y="139"/>
                </a:cxn>
                <a:cxn ang="0">
                  <a:pos x="113" y="88"/>
                </a:cxn>
                <a:cxn ang="0">
                  <a:pos x="113" y="88"/>
                </a:cxn>
                <a:cxn ang="0">
                  <a:pos x="139" y="63"/>
                </a:cxn>
                <a:cxn ang="0">
                  <a:pos x="166" y="38"/>
                </a:cxn>
                <a:cxn ang="0">
                  <a:pos x="166" y="38"/>
                </a:cxn>
                <a:cxn ang="0">
                  <a:pos x="175" y="31"/>
                </a:cxn>
                <a:cxn ang="0">
                  <a:pos x="182" y="24"/>
                </a:cxn>
                <a:cxn ang="0">
                  <a:pos x="184" y="20"/>
                </a:cxn>
                <a:cxn ang="0">
                  <a:pos x="186" y="16"/>
                </a:cxn>
                <a:cxn ang="0">
                  <a:pos x="188" y="11"/>
                </a:cxn>
                <a:cxn ang="0">
                  <a:pos x="189" y="5"/>
                </a:cxn>
                <a:cxn ang="0">
                  <a:pos x="189" y="5"/>
                </a:cxn>
                <a:cxn ang="0">
                  <a:pos x="189" y="3"/>
                </a:cxn>
                <a:cxn ang="0">
                  <a:pos x="188" y="2"/>
                </a:cxn>
                <a:cxn ang="0">
                  <a:pos x="187" y="1"/>
                </a:cxn>
                <a:cxn ang="0">
                  <a:pos x="185" y="0"/>
                </a:cxn>
                <a:cxn ang="0">
                  <a:pos x="182" y="2"/>
                </a:cxn>
                <a:cxn ang="0">
                  <a:pos x="180" y="3"/>
                </a:cxn>
                <a:cxn ang="0">
                  <a:pos x="180" y="5"/>
                </a:cxn>
                <a:cxn ang="0">
                  <a:pos x="180" y="5"/>
                </a:cxn>
              </a:cxnLst>
              <a:rect l="0" t="0" r="r" b="b"/>
              <a:pathLst>
                <a:path w="189" h="195">
                  <a:moveTo>
                    <a:pt x="180" y="5"/>
                  </a:moveTo>
                  <a:lnTo>
                    <a:pt x="180" y="5"/>
                  </a:lnTo>
                  <a:lnTo>
                    <a:pt x="178" y="12"/>
                  </a:lnTo>
                  <a:lnTo>
                    <a:pt x="175" y="18"/>
                  </a:lnTo>
                  <a:lnTo>
                    <a:pt x="169" y="24"/>
                  </a:lnTo>
                  <a:lnTo>
                    <a:pt x="164" y="29"/>
                  </a:lnTo>
                  <a:lnTo>
                    <a:pt x="153" y="38"/>
                  </a:lnTo>
                  <a:lnTo>
                    <a:pt x="142" y="48"/>
                  </a:lnTo>
                  <a:lnTo>
                    <a:pt x="142" y="48"/>
                  </a:lnTo>
                  <a:lnTo>
                    <a:pt x="118" y="69"/>
                  </a:lnTo>
                  <a:lnTo>
                    <a:pt x="94" y="93"/>
                  </a:lnTo>
                  <a:lnTo>
                    <a:pt x="94" y="93"/>
                  </a:lnTo>
                  <a:lnTo>
                    <a:pt x="69" y="115"/>
                  </a:lnTo>
                  <a:lnTo>
                    <a:pt x="45" y="139"/>
                  </a:lnTo>
                  <a:lnTo>
                    <a:pt x="23" y="161"/>
                  </a:lnTo>
                  <a:lnTo>
                    <a:pt x="1" y="187"/>
                  </a:lnTo>
                  <a:lnTo>
                    <a:pt x="1" y="187"/>
                  </a:lnTo>
                  <a:lnTo>
                    <a:pt x="0" y="188"/>
                  </a:lnTo>
                  <a:lnTo>
                    <a:pt x="0" y="190"/>
                  </a:lnTo>
                  <a:lnTo>
                    <a:pt x="1" y="193"/>
                  </a:lnTo>
                  <a:lnTo>
                    <a:pt x="3" y="194"/>
                  </a:lnTo>
                  <a:lnTo>
                    <a:pt x="4" y="195"/>
                  </a:lnTo>
                  <a:lnTo>
                    <a:pt x="6" y="194"/>
                  </a:lnTo>
                  <a:lnTo>
                    <a:pt x="7" y="193"/>
                  </a:lnTo>
                  <a:lnTo>
                    <a:pt x="7" y="193"/>
                  </a:lnTo>
                  <a:lnTo>
                    <a:pt x="20" y="179"/>
                  </a:lnTo>
                  <a:lnTo>
                    <a:pt x="32" y="165"/>
                  </a:lnTo>
                  <a:lnTo>
                    <a:pt x="58" y="139"/>
                  </a:lnTo>
                  <a:lnTo>
                    <a:pt x="113" y="88"/>
                  </a:lnTo>
                  <a:lnTo>
                    <a:pt x="113" y="88"/>
                  </a:lnTo>
                  <a:lnTo>
                    <a:pt x="139" y="63"/>
                  </a:lnTo>
                  <a:lnTo>
                    <a:pt x="166" y="38"/>
                  </a:lnTo>
                  <a:lnTo>
                    <a:pt x="166" y="38"/>
                  </a:lnTo>
                  <a:lnTo>
                    <a:pt x="175" y="31"/>
                  </a:lnTo>
                  <a:lnTo>
                    <a:pt x="182" y="24"/>
                  </a:lnTo>
                  <a:lnTo>
                    <a:pt x="184" y="20"/>
                  </a:lnTo>
                  <a:lnTo>
                    <a:pt x="186" y="16"/>
                  </a:lnTo>
                  <a:lnTo>
                    <a:pt x="188" y="11"/>
                  </a:lnTo>
                  <a:lnTo>
                    <a:pt x="189" y="5"/>
                  </a:lnTo>
                  <a:lnTo>
                    <a:pt x="189" y="5"/>
                  </a:lnTo>
                  <a:lnTo>
                    <a:pt x="189" y="3"/>
                  </a:lnTo>
                  <a:lnTo>
                    <a:pt x="188" y="2"/>
                  </a:lnTo>
                  <a:lnTo>
                    <a:pt x="187" y="1"/>
                  </a:lnTo>
                  <a:lnTo>
                    <a:pt x="185" y="0"/>
                  </a:lnTo>
                  <a:lnTo>
                    <a:pt x="182" y="2"/>
                  </a:lnTo>
                  <a:lnTo>
                    <a:pt x="180" y="3"/>
                  </a:lnTo>
                  <a:lnTo>
                    <a:pt x="180" y="5"/>
                  </a:lnTo>
                  <a:lnTo>
                    <a:pt x="180"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3" name="Freeform 518"/>
            <p:cNvSpPr/>
            <p:nvPr/>
          </p:nvSpPr>
          <p:spPr bwMode="auto">
            <a:xfrm>
              <a:off x="2716213" y="3262313"/>
              <a:ext cx="123825" cy="117475"/>
            </a:xfrm>
            <a:custGeom>
              <a:avLst/>
              <a:gdLst/>
              <a:ahLst/>
              <a:cxnLst>
                <a:cxn ang="0">
                  <a:pos x="225" y="1"/>
                </a:cxn>
                <a:cxn ang="0">
                  <a:pos x="225" y="1"/>
                </a:cxn>
                <a:cxn ang="0">
                  <a:pos x="211" y="13"/>
                </a:cxn>
                <a:cxn ang="0">
                  <a:pos x="198" y="25"/>
                </a:cxn>
                <a:cxn ang="0">
                  <a:pos x="169" y="49"/>
                </a:cxn>
                <a:cxn ang="0">
                  <a:pos x="169" y="49"/>
                </a:cxn>
                <a:cxn ang="0">
                  <a:pos x="135" y="80"/>
                </a:cxn>
                <a:cxn ang="0">
                  <a:pos x="116" y="95"/>
                </a:cxn>
                <a:cxn ang="0">
                  <a:pos x="98" y="109"/>
                </a:cxn>
                <a:cxn ang="0">
                  <a:pos x="98" y="109"/>
                </a:cxn>
                <a:cxn ang="0">
                  <a:pos x="84" y="120"/>
                </a:cxn>
                <a:cxn ang="0">
                  <a:pos x="71" y="134"/>
                </a:cxn>
                <a:cxn ang="0">
                  <a:pos x="46" y="161"/>
                </a:cxn>
                <a:cxn ang="0">
                  <a:pos x="46" y="161"/>
                </a:cxn>
                <a:cxn ang="0">
                  <a:pos x="23" y="188"/>
                </a:cxn>
                <a:cxn ang="0">
                  <a:pos x="12" y="201"/>
                </a:cxn>
                <a:cxn ang="0">
                  <a:pos x="1" y="214"/>
                </a:cxn>
                <a:cxn ang="0">
                  <a:pos x="1" y="214"/>
                </a:cxn>
                <a:cxn ang="0">
                  <a:pos x="0" y="216"/>
                </a:cxn>
                <a:cxn ang="0">
                  <a:pos x="0" y="219"/>
                </a:cxn>
                <a:cxn ang="0">
                  <a:pos x="1" y="220"/>
                </a:cxn>
                <a:cxn ang="0">
                  <a:pos x="3" y="221"/>
                </a:cxn>
                <a:cxn ang="0">
                  <a:pos x="6" y="222"/>
                </a:cxn>
                <a:cxn ang="0">
                  <a:pos x="9" y="221"/>
                </a:cxn>
                <a:cxn ang="0">
                  <a:pos x="10" y="220"/>
                </a:cxn>
                <a:cxn ang="0">
                  <a:pos x="10" y="220"/>
                </a:cxn>
                <a:cxn ang="0">
                  <a:pos x="21" y="204"/>
                </a:cxn>
                <a:cxn ang="0">
                  <a:pos x="33" y="189"/>
                </a:cxn>
                <a:cxn ang="0">
                  <a:pos x="46" y="174"/>
                </a:cxn>
                <a:cxn ang="0">
                  <a:pos x="59" y="161"/>
                </a:cxn>
                <a:cxn ang="0">
                  <a:pos x="87" y="134"/>
                </a:cxn>
                <a:cxn ang="0">
                  <a:pos x="116" y="109"/>
                </a:cxn>
                <a:cxn ang="0">
                  <a:pos x="175" y="59"/>
                </a:cxn>
                <a:cxn ang="0">
                  <a:pos x="204" y="34"/>
                </a:cxn>
                <a:cxn ang="0">
                  <a:pos x="232" y="7"/>
                </a:cxn>
                <a:cxn ang="0">
                  <a:pos x="232" y="7"/>
                </a:cxn>
                <a:cxn ang="0">
                  <a:pos x="233" y="6"/>
                </a:cxn>
                <a:cxn ang="0">
                  <a:pos x="233" y="4"/>
                </a:cxn>
                <a:cxn ang="0">
                  <a:pos x="233" y="2"/>
                </a:cxn>
                <a:cxn ang="0">
                  <a:pos x="232" y="1"/>
                </a:cxn>
                <a:cxn ang="0">
                  <a:pos x="231" y="0"/>
                </a:cxn>
                <a:cxn ang="0">
                  <a:pos x="229" y="0"/>
                </a:cxn>
                <a:cxn ang="0">
                  <a:pos x="227" y="0"/>
                </a:cxn>
                <a:cxn ang="0">
                  <a:pos x="225" y="1"/>
                </a:cxn>
                <a:cxn ang="0">
                  <a:pos x="225" y="1"/>
                </a:cxn>
              </a:cxnLst>
              <a:rect l="0" t="0" r="r" b="b"/>
              <a:pathLst>
                <a:path w="233" h="222">
                  <a:moveTo>
                    <a:pt x="225" y="1"/>
                  </a:moveTo>
                  <a:lnTo>
                    <a:pt x="225" y="1"/>
                  </a:lnTo>
                  <a:lnTo>
                    <a:pt x="211" y="13"/>
                  </a:lnTo>
                  <a:lnTo>
                    <a:pt x="198" y="25"/>
                  </a:lnTo>
                  <a:lnTo>
                    <a:pt x="169" y="49"/>
                  </a:lnTo>
                  <a:lnTo>
                    <a:pt x="169" y="49"/>
                  </a:lnTo>
                  <a:lnTo>
                    <a:pt x="135" y="80"/>
                  </a:lnTo>
                  <a:lnTo>
                    <a:pt x="116" y="95"/>
                  </a:lnTo>
                  <a:lnTo>
                    <a:pt x="98" y="109"/>
                  </a:lnTo>
                  <a:lnTo>
                    <a:pt x="98" y="109"/>
                  </a:lnTo>
                  <a:lnTo>
                    <a:pt x="84" y="120"/>
                  </a:lnTo>
                  <a:lnTo>
                    <a:pt x="71" y="134"/>
                  </a:lnTo>
                  <a:lnTo>
                    <a:pt x="46" y="161"/>
                  </a:lnTo>
                  <a:lnTo>
                    <a:pt x="46" y="161"/>
                  </a:lnTo>
                  <a:lnTo>
                    <a:pt x="23" y="188"/>
                  </a:lnTo>
                  <a:lnTo>
                    <a:pt x="12" y="201"/>
                  </a:lnTo>
                  <a:lnTo>
                    <a:pt x="1" y="214"/>
                  </a:lnTo>
                  <a:lnTo>
                    <a:pt x="1" y="214"/>
                  </a:lnTo>
                  <a:lnTo>
                    <a:pt x="0" y="216"/>
                  </a:lnTo>
                  <a:lnTo>
                    <a:pt x="0" y="219"/>
                  </a:lnTo>
                  <a:lnTo>
                    <a:pt x="1" y="220"/>
                  </a:lnTo>
                  <a:lnTo>
                    <a:pt x="3" y="221"/>
                  </a:lnTo>
                  <a:lnTo>
                    <a:pt x="6" y="222"/>
                  </a:lnTo>
                  <a:lnTo>
                    <a:pt x="9" y="221"/>
                  </a:lnTo>
                  <a:lnTo>
                    <a:pt x="10" y="220"/>
                  </a:lnTo>
                  <a:lnTo>
                    <a:pt x="10" y="220"/>
                  </a:lnTo>
                  <a:lnTo>
                    <a:pt x="21" y="204"/>
                  </a:lnTo>
                  <a:lnTo>
                    <a:pt x="33" y="189"/>
                  </a:lnTo>
                  <a:lnTo>
                    <a:pt x="46" y="174"/>
                  </a:lnTo>
                  <a:lnTo>
                    <a:pt x="59" y="161"/>
                  </a:lnTo>
                  <a:lnTo>
                    <a:pt x="87" y="134"/>
                  </a:lnTo>
                  <a:lnTo>
                    <a:pt x="116" y="109"/>
                  </a:lnTo>
                  <a:lnTo>
                    <a:pt x="175" y="59"/>
                  </a:lnTo>
                  <a:lnTo>
                    <a:pt x="204" y="34"/>
                  </a:lnTo>
                  <a:lnTo>
                    <a:pt x="232" y="7"/>
                  </a:lnTo>
                  <a:lnTo>
                    <a:pt x="232" y="7"/>
                  </a:lnTo>
                  <a:lnTo>
                    <a:pt x="233" y="6"/>
                  </a:lnTo>
                  <a:lnTo>
                    <a:pt x="233" y="4"/>
                  </a:lnTo>
                  <a:lnTo>
                    <a:pt x="233" y="2"/>
                  </a:lnTo>
                  <a:lnTo>
                    <a:pt x="232" y="1"/>
                  </a:lnTo>
                  <a:lnTo>
                    <a:pt x="231" y="0"/>
                  </a:lnTo>
                  <a:lnTo>
                    <a:pt x="229" y="0"/>
                  </a:lnTo>
                  <a:lnTo>
                    <a:pt x="227" y="0"/>
                  </a:lnTo>
                  <a:lnTo>
                    <a:pt x="225" y="1"/>
                  </a:lnTo>
                  <a:lnTo>
                    <a:pt x="225"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4" name="Freeform 519"/>
            <p:cNvSpPr/>
            <p:nvPr/>
          </p:nvSpPr>
          <p:spPr bwMode="auto">
            <a:xfrm>
              <a:off x="2722563" y="3286125"/>
              <a:ext cx="157163" cy="141288"/>
            </a:xfrm>
            <a:custGeom>
              <a:avLst/>
              <a:gdLst/>
              <a:ahLst/>
              <a:cxnLst>
                <a:cxn ang="0">
                  <a:pos x="290" y="2"/>
                </a:cxn>
                <a:cxn ang="0">
                  <a:pos x="290" y="2"/>
                </a:cxn>
                <a:cxn ang="0">
                  <a:pos x="275" y="15"/>
                </a:cxn>
                <a:cxn ang="0">
                  <a:pos x="260" y="27"/>
                </a:cxn>
                <a:cxn ang="0">
                  <a:pos x="243" y="39"/>
                </a:cxn>
                <a:cxn ang="0">
                  <a:pos x="229" y="52"/>
                </a:cxn>
                <a:cxn ang="0">
                  <a:pos x="229" y="52"/>
                </a:cxn>
                <a:cxn ang="0">
                  <a:pos x="147" y="122"/>
                </a:cxn>
                <a:cxn ang="0">
                  <a:pos x="147" y="122"/>
                </a:cxn>
                <a:cxn ang="0">
                  <a:pos x="110" y="155"/>
                </a:cxn>
                <a:cxn ang="0">
                  <a:pos x="73" y="189"/>
                </a:cxn>
                <a:cxn ang="0">
                  <a:pos x="37" y="223"/>
                </a:cxn>
                <a:cxn ang="0">
                  <a:pos x="1" y="258"/>
                </a:cxn>
                <a:cxn ang="0">
                  <a:pos x="1" y="258"/>
                </a:cxn>
                <a:cxn ang="0">
                  <a:pos x="0" y="259"/>
                </a:cxn>
                <a:cxn ang="0">
                  <a:pos x="0" y="261"/>
                </a:cxn>
                <a:cxn ang="0">
                  <a:pos x="0" y="263"/>
                </a:cxn>
                <a:cxn ang="0">
                  <a:pos x="1" y="264"/>
                </a:cxn>
                <a:cxn ang="0">
                  <a:pos x="3" y="266"/>
                </a:cxn>
                <a:cxn ang="0">
                  <a:pos x="4" y="266"/>
                </a:cxn>
                <a:cxn ang="0">
                  <a:pos x="6" y="266"/>
                </a:cxn>
                <a:cxn ang="0">
                  <a:pos x="8" y="264"/>
                </a:cxn>
                <a:cxn ang="0">
                  <a:pos x="8" y="264"/>
                </a:cxn>
                <a:cxn ang="0">
                  <a:pos x="43" y="229"/>
                </a:cxn>
                <a:cxn ang="0">
                  <a:pos x="79" y="195"/>
                </a:cxn>
                <a:cxn ang="0">
                  <a:pos x="116" y="162"/>
                </a:cxn>
                <a:cxn ang="0">
                  <a:pos x="155" y="129"/>
                </a:cxn>
                <a:cxn ang="0">
                  <a:pos x="155" y="129"/>
                </a:cxn>
                <a:cxn ang="0">
                  <a:pos x="228" y="65"/>
                </a:cxn>
                <a:cxn ang="0">
                  <a:pos x="228" y="65"/>
                </a:cxn>
                <a:cxn ang="0">
                  <a:pos x="245" y="51"/>
                </a:cxn>
                <a:cxn ang="0">
                  <a:pos x="263" y="37"/>
                </a:cxn>
                <a:cxn ang="0">
                  <a:pos x="281" y="23"/>
                </a:cxn>
                <a:cxn ang="0">
                  <a:pos x="297" y="8"/>
                </a:cxn>
                <a:cxn ang="0">
                  <a:pos x="297" y="8"/>
                </a:cxn>
                <a:cxn ang="0">
                  <a:pos x="298" y="7"/>
                </a:cxn>
                <a:cxn ang="0">
                  <a:pos x="298" y="5"/>
                </a:cxn>
                <a:cxn ang="0">
                  <a:pos x="297" y="3"/>
                </a:cxn>
                <a:cxn ang="0">
                  <a:pos x="296" y="2"/>
                </a:cxn>
                <a:cxn ang="0">
                  <a:pos x="295" y="1"/>
                </a:cxn>
                <a:cxn ang="0">
                  <a:pos x="293" y="0"/>
                </a:cxn>
                <a:cxn ang="0">
                  <a:pos x="292" y="1"/>
                </a:cxn>
                <a:cxn ang="0">
                  <a:pos x="290" y="2"/>
                </a:cxn>
                <a:cxn ang="0">
                  <a:pos x="290" y="2"/>
                </a:cxn>
              </a:cxnLst>
              <a:rect l="0" t="0" r="r" b="b"/>
              <a:pathLst>
                <a:path w="298" h="266">
                  <a:moveTo>
                    <a:pt x="290" y="2"/>
                  </a:moveTo>
                  <a:lnTo>
                    <a:pt x="290" y="2"/>
                  </a:lnTo>
                  <a:lnTo>
                    <a:pt x="275" y="15"/>
                  </a:lnTo>
                  <a:lnTo>
                    <a:pt x="260" y="27"/>
                  </a:lnTo>
                  <a:lnTo>
                    <a:pt x="243" y="39"/>
                  </a:lnTo>
                  <a:lnTo>
                    <a:pt x="229" y="52"/>
                  </a:lnTo>
                  <a:lnTo>
                    <a:pt x="229" y="52"/>
                  </a:lnTo>
                  <a:lnTo>
                    <a:pt x="147" y="122"/>
                  </a:lnTo>
                  <a:lnTo>
                    <a:pt x="147" y="122"/>
                  </a:lnTo>
                  <a:lnTo>
                    <a:pt x="110" y="155"/>
                  </a:lnTo>
                  <a:lnTo>
                    <a:pt x="73" y="189"/>
                  </a:lnTo>
                  <a:lnTo>
                    <a:pt x="37" y="223"/>
                  </a:lnTo>
                  <a:lnTo>
                    <a:pt x="1" y="258"/>
                  </a:lnTo>
                  <a:lnTo>
                    <a:pt x="1" y="258"/>
                  </a:lnTo>
                  <a:lnTo>
                    <a:pt x="0" y="259"/>
                  </a:lnTo>
                  <a:lnTo>
                    <a:pt x="0" y="261"/>
                  </a:lnTo>
                  <a:lnTo>
                    <a:pt x="0" y="263"/>
                  </a:lnTo>
                  <a:lnTo>
                    <a:pt x="1" y="264"/>
                  </a:lnTo>
                  <a:lnTo>
                    <a:pt x="3" y="266"/>
                  </a:lnTo>
                  <a:lnTo>
                    <a:pt x="4" y="266"/>
                  </a:lnTo>
                  <a:lnTo>
                    <a:pt x="6" y="266"/>
                  </a:lnTo>
                  <a:lnTo>
                    <a:pt x="8" y="264"/>
                  </a:lnTo>
                  <a:lnTo>
                    <a:pt x="8" y="264"/>
                  </a:lnTo>
                  <a:lnTo>
                    <a:pt x="43" y="229"/>
                  </a:lnTo>
                  <a:lnTo>
                    <a:pt x="79" y="195"/>
                  </a:lnTo>
                  <a:lnTo>
                    <a:pt x="116" y="162"/>
                  </a:lnTo>
                  <a:lnTo>
                    <a:pt x="155" y="129"/>
                  </a:lnTo>
                  <a:lnTo>
                    <a:pt x="155" y="129"/>
                  </a:lnTo>
                  <a:lnTo>
                    <a:pt x="228" y="65"/>
                  </a:lnTo>
                  <a:lnTo>
                    <a:pt x="228" y="65"/>
                  </a:lnTo>
                  <a:lnTo>
                    <a:pt x="245" y="51"/>
                  </a:lnTo>
                  <a:lnTo>
                    <a:pt x="263" y="37"/>
                  </a:lnTo>
                  <a:lnTo>
                    <a:pt x="281" y="23"/>
                  </a:lnTo>
                  <a:lnTo>
                    <a:pt x="297" y="8"/>
                  </a:lnTo>
                  <a:lnTo>
                    <a:pt x="297" y="8"/>
                  </a:lnTo>
                  <a:lnTo>
                    <a:pt x="298" y="7"/>
                  </a:lnTo>
                  <a:lnTo>
                    <a:pt x="298" y="5"/>
                  </a:lnTo>
                  <a:lnTo>
                    <a:pt x="297" y="3"/>
                  </a:lnTo>
                  <a:lnTo>
                    <a:pt x="296" y="2"/>
                  </a:lnTo>
                  <a:lnTo>
                    <a:pt x="295" y="1"/>
                  </a:lnTo>
                  <a:lnTo>
                    <a:pt x="293" y="0"/>
                  </a:lnTo>
                  <a:lnTo>
                    <a:pt x="292" y="1"/>
                  </a:lnTo>
                  <a:lnTo>
                    <a:pt x="290" y="2"/>
                  </a:lnTo>
                  <a:lnTo>
                    <a:pt x="290"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5" name="Freeform 520"/>
            <p:cNvSpPr/>
            <p:nvPr/>
          </p:nvSpPr>
          <p:spPr bwMode="auto">
            <a:xfrm>
              <a:off x="2711451" y="3314700"/>
              <a:ext cx="196850" cy="166688"/>
            </a:xfrm>
            <a:custGeom>
              <a:avLst/>
              <a:gdLst/>
              <a:ahLst/>
              <a:cxnLst>
                <a:cxn ang="0">
                  <a:pos x="363" y="1"/>
                </a:cxn>
                <a:cxn ang="0">
                  <a:pos x="363" y="1"/>
                </a:cxn>
                <a:cxn ang="0">
                  <a:pos x="341" y="21"/>
                </a:cxn>
                <a:cxn ang="0">
                  <a:pos x="319" y="41"/>
                </a:cxn>
                <a:cxn ang="0">
                  <a:pos x="274" y="79"/>
                </a:cxn>
                <a:cxn ang="0">
                  <a:pos x="228" y="116"/>
                </a:cxn>
                <a:cxn ang="0">
                  <a:pos x="183" y="155"/>
                </a:cxn>
                <a:cxn ang="0">
                  <a:pos x="183" y="155"/>
                </a:cxn>
                <a:cxn ang="0">
                  <a:pos x="138" y="194"/>
                </a:cxn>
                <a:cxn ang="0">
                  <a:pos x="94" y="234"/>
                </a:cxn>
                <a:cxn ang="0">
                  <a:pos x="94" y="234"/>
                </a:cxn>
                <a:cxn ang="0">
                  <a:pos x="71" y="253"/>
                </a:cxn>
                <a:cxn ang="0">
                  <a:pos x="48" y="271"/>
                </a:cxn>
                <a:cxn ang="0">
                  <a:pos x="25" y="290"/>
                </a:cxn>
                <a:cxn ang="0">
                  <a:pos x="2" y="310"/>
                </a:cxn>
                <a:cxn ang="0">
                  <a:pos x="2" y="310"/>
                </a:cxn>
                <a:cxn ang="0">
                  <a:pos x="1" y="311"/>
                </a:cxn>
                <a:cxn ang="0">
                  <a:pos x="0" y="313"/>
                </a:cxn>
                <a:cxn ang="0">
                  <a:pos x="1" y="314"/>
                </a:cxn>
                <a:cxn ang="0">
                  <a:pos x="2" y="316"/>
                </a:cxn>
                <a:cxn ang="0">
                  <a:pos x="3" y="317"/>
                </a:cxn>
                <a:cxn ang="0">
                  <a:pos x="5" y="317"/>
                </a:cxn>
                <a:cxn ang="0">
                  <a:pos x="6" y="317"/>
                </a:cxn>
                <a:cxn ang="0">
                  <a:pos x="8" y="316"/>
                </a:cxn>
                <a:cxn ang="0">
                  <a:pos x="8" y="316"/>
                </a:cxn>
                <a:cxn ang="0">
                  <a:pos x="30" y="298"/>
                </a:cxn>
                <a:cxn ang="0">
                  <a:pos x="52" y="281"/>
                </a:cxn>
                <a:cxn ang="0">
                  <a:pos x="73" y="264"/>
                </a:cxn>
                <a:cxn ang="0">
                  <a:pos x="95" y="247"/>
                </a:cxn>
                <a:cxn ang="0">
                  <a:pos x="95" y="247"/>
                </a:cxn>
                <a:cxn ang="0">
                  <a:pos x="183" y="167"/>
                </a:cxn>
                <a:cxn ang="0">
                  <a:pos x="183" y="167"/>
                </a:cxn>
                <a:cxn ang="0">
                  <a:pos x="207" y="146"/>
                </a:cxn>
                <a:cxn ang="0">
                  <a:pos x="229" y="127"/>
                </a:cxn>
                <a:cxn ang="0">
                  <a:pos x="277" y="89"/>
                </a:cxn>
                <a:cxn ang="0">
                  <a:pos x="324" y="49"/>
                </a:cxn>
                <a:cxn ang="0">
                  <a:pos x="347" y="29"/>
                </a:cxn>
                <a:cxn ang="0">
                  <a:pos x="369" y="8"/>
                </a:cxn>
                <a:cxn ang="0">
                  <a:pos x="369" y="8"/>
                </a:cxn>
                <a:cxn ang="0">
                  <a:pos x="370" y="6"/>
                </a:cxn>
                <a:cxn ang="0">
                  <a:pos x="370" y="4"/>
                </a:cxn>
                <a:cxn ang="0">
                  <a:pos x="370" y="3"/>
                </a:cxn>
                <a:cxn ang="0">
                  <a:pos x="369" y="1"/>
                </a:cxn>
                <a:cxn ang="0">
                  <a:pos x="368" y="0"/>
                </a:cxn>
                <a:cxn ang="0">
                  <a:pos x="366" y="0"/>
                </a:cxn>
                <a:cxn ang="0">
                  <a:pos x="364" y="0"/>
                </a:cxn>
                <a:cxn ang="0">
                  <a:pos x="363" y="1"/>
                </a:cxn>
                <a:cxn ang="0">
                  <a:pos x="363" y="1"/>
                </a:cxn>
              </a:cxnLst>
              <a:rect l="0" t="0" r="r" b="b"/>
              <a:pathLst>
                <a:path w="370" h="317">
                  <a:moveTo>
                    <a:pt x="363" y="1"/>
                  </a:moveTo>
                  <a:lnTo>
                    <a:pt x="363" y="1"/>
                  </a:lnTo>
                  <a:lnTo>
                    <a:pt x="341" y="21"/>
                  </a:lnTo>
                  <a:lnTo>
                    <a:pt x="319" y="41"/>
                  </a:lnTo>
                  <a:lnTo>
                    <a:pt x="274" y="79"/>
                  </a:lnTo>
                  <a:lnTo>
                    <a:pt x="228" y="116"/>
                  </a:lnTo>
                  <a:lnTo>
                    <a:pt x="183" y="155"/>
                  </a:lnTo>
                  <a:lnTo>
                    <a:pt x="183" y="155"/>
                  </a:lnTo>
                  <a:lnTo>
                    <a:pt x="138" y="194"/>
                  </a:lnTo>
                  <a:lnTo>
                    <a:pt x="94" y="234"/>
                  </a:lnTo>
                  <a:lnTo>
                    <a:pt x="94" y="234"/>
                  </a:lnTo>
                  <a:lnTo>
                    <a:pt x="71" y="253"/>
                  </a:lnTo>
                  <a:lnTo>
                    <a:pt x="48" y="271"/>
                  </a:lnTo>
                  <a:lnTo>
                    <a:pt x="25" y="290"/>
                  </a:lnTo>
                  <a:lnTo>
                    <a:pt x="2" y="310"/>
                  </a:lnTo>
                  <a:lnTo>
                    <a:pt x="2" y="310"/>
                  </a:lnTo>
                  <a:lnTo>
                    <a:pt x="1" y="311"/>
                  </a:lnTo>
                  <a:lnTo>
                    <a:pt x="0" y="313"/>
                  </a:lnTo>
                  <a:lnTo>
                    <a:pt x="1" y="314"/>
                  </a:lnTo>
                  <a:lnTo>
                    <a:pt x="2" y="316"/>
                  </a:lnTo>
                  <a:lnTo>
                    <a:pt x="3" y="317"/>
                  </a:lnTo>
                  <a:lnTo>
                    <a:pt x="5" y="317"/>
                  </a:lnTo>
                  <a:lnTo>
                    <a:pt x="6" y="317"/>
                  </a:lnTo>
                  <a:lnTo>
                    <a:pt x="8" y="316"/>
                  </a:lnTo>
                  <a:lnTo>
                    <a:pt x="8" y="316"/>
                  </a:lnTo>
                  <a:lnTo>
                    <a:pt x="30" y="298"/>
                  </a:lnTo>
                  <a:lnTo>
                    <a:pt x="52" y="281"/>
                  </a:lnTo>
                  <a:lnTo>
                    <a:pt x="73" y="264"/>
                  </a:lnTo>
                  <a:lnTo>
                    <a:pt x="95" y="247"/>
                  </a:lnTo>
                  <a:lnTo>
                    <a:pt x="95" y="247"/>
                  </a:lnTo>
                  <a:lnTo>
                    <a:pt x="183" y="167"/>
                  </a:lnTo>
                  <a:lnTo>
                    <a:pt x="183" y="167"/>
                  </a:lnTo>
                  <a:lnTo>
                    <a:pt x="207" y="146"/>
                  </a:lnTo>
                  <a:lnTo>
                    <a:pt x="229" y="127"/>
                  </a:lnTo>
                  <a:lnTo>
                    <a:pt x="277" y="89"/>
                  </a:lnTo>
                  <a:lnTo>
                    <a:pt x="324" y="49"/>
                  </a:lnTo>
                  <a:lnTo>
                    <a:pt x="347" y="29"/>
                  </a:lnTo>
                  <a:lnTo>
                    <a:pt x="369" y="8"/>
                  </a:lnTo>
                  <a:lnTo>
                    <a:pt x="369" y="8"/>
                  </a:lnTo>
                  <a:lnTo>
                    <a:pt x="370" y="6"/>
                  </a:lnTo>
                  <a:lnTo>
                    <a:pt x="370" y="4"/>
                  </a:lnTo>
                  <a:lnTo>
                    <a:pt x="370" y="3"/>
                  </a:lnTo>
                  <a:lnTo>
                    <a:pt x="369" y="1"/>
                  </a:lnTo>
                  <a:lnTo>
                    <a:pt x="368" y="0"/>
                  </a:lnTo>
                  <a:lnTo>
                    <a:pt x="366" y="0"/>
                  </a:lnTo>
                  <a:lnTo>
                    <a:pt x="364" y="0"/>
                  </a:lnTo>
                  <a:lnTo>
                    <a:pt x="363" y="1"/>
                  </a:lnTo>
                  <a:lnTo>
                    <a:pt x="363"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6" name="Freeform 521"/>
            <p:cNvSpPr/>
            <p:nvPr/>
          </p:nvSpPr>
          <p:spPr bwMode="auto">
            <a:xfrm>
              <a:off x="2752726" y="3368675"/>
              <a:ext cx="144463" cy="133350"/>
            </a:xfrm>
            <a:custGeom>
              <a:avLst/>
              <a:gdLst/>
              <a:ahLst/>
              <a:cxnLst>
                <a:cxn ang="0">
                  <a:pos x="268" y="1"/>
                </a:cxn>
                <a:cxn ang="0">
                  <a:pos x="268" y="1"/>
                </a:cxn>
                <a:cxn ang="0">
                  <a:pos x="250" y="15"/>
                </a:cxn>
                <a:cxn ang="0">
                  <a:pos x="233" y="30"/>
                </a:cxn>
                <a:cxn ang="0">
                  <a:pos x="199" y="61"/>
                </a:cxn>
                <a:cxn ang="0">
                  <a:pos x="166" y="92"/>
                </a:cxn>
                <a:cxn ang="0">
                  <a:pos x="132" y="123"/>
                </a:cxn>
                <a:cxn ang="0">
                  <a:pos x="132" y="123"/>
                </a:cxn>
                <a:cxn ang="0">
                  <a:pos x="66" y="182"/>
                </a:cxn>
                <a:cxn ang="0">
                  <a:pos x="33" y="212"/>
                </a:cxn>
                <a:cxn ang="0">
                  <a:pos x="1" y="243"/>
                </a:cxn>
                <a:cxn ang="0">
                  <a:pos x="1" y="243"/>
                </a:cxn>
                <a:cxn ang="0">
                  <a:pos x="0" y="245"/>
                </a:cxn>
                <a:cxn ang="0">
                  <a:pos x="0" y="247"/>
                </a:cxn>
                <a:cxn ang="0">
                  <a:pos x="0" y="248"/>
                </a:cxn>
                <a:cxn ang="0">
                  <a:pos x="1" y="250"/>
                </a:cxn>
                <a:cxn ang="0">
                  <a:pos x="4" y="251"/>
                </a:cxn>
                <a:cxn ang="0">
                  <a:pos x="5" y="251"/>
                </a:cxn>
                <a:cxn ang="0">
                  <a:pos x="7" y="251"/>
                </a:cxn>
                <a:cxn ang="0">
                  <a:pos x="9" y="250"/>
                </a:cxn>
                <a:cxn ang="0">
                  <a:pos x="9" y="250"/>
                </a:cxn>
                <a:cxn ang="0">
                  <a:pos x="39" y="220"/>
                </a:cxn>
                <a:cxn ang="0">
                  <a:pos x="69" y="192"/>
                </a:cxn>
                <a:cxn ang="0">
                  <a:pos x="100" y="163"/>
                </a:cxn>
                <a:cxn ang="0">
                  <a:pos x="132" y="136"/>
                </a:cxn>
                <a:cxn ang="0">
                  <a:pos x="132" y="136"/>
                </a:cxn>
                <a:cxn ang="0">
                  <a:pos x="167" y="104"/>
                </a:cxn>
                <a:cxn ang="0">
                  <a:pos x="202" y="71"/>
                </a:cxn>
                <a:cxn ang="0">
                  <a:pos x="236" y="39"/>
                </a:cxn>
                <a:cxn ang="0">
                  <a:pos x="255" y="24"/>
                </a:cxn>
                <a:cxn ang="0">
                  <a:pos x="273" y="8"/>
                </a:cxn>
                <a:cxn ang="0">
                  <a:pos x="273" y="8"/>
                </a:cxn>
                <a:cxn ang="0">
                  <a:pos x="274" y="7"/>
                </a:cxn>
                <a:cxn ang="0">
                  <a:pos x="275" y="5"/>
                </a:cxn>
                <a:cxn ang="0">
                  <a:pos x="274" y="2"/>
                </a:cxn>
                <a:cxn ang="0">
                  <a:pos x="273" y="1"/>
                </a:cxn>
                <a:cxn ang="0">
                  <a:pos x="271" y="0"/>
                </a:cxn>
                <a:cxn ang="0">
                  <a:pos x="270" y="0"/>
                </a:cxn>
                <a:cxn ang="0">
                  <a:pos x="268" y="1"/>
                </a:cxn>
                <a:cxn ang="0">
                  <a:pos x="268" y="1"/>
                </a:cxn>
              </a:cxnLst>
              <a:rect l="0" t="0" r="r" b="b"/>
              <a:pathLst>
                <a:path w="275" h="251">
                  <a:moveTo>
                    <a:pt x="268" y="1"/>
                  </a:moveTo>
                  <a:lnTo>
                    <a:pt x="268" y="1"/>
                  </a:lnTo>
                  <a:lnTo>
                    <a:pt x="250" y="15"/>
                  </a:lnTo>
                  <a:lnTo>
                    <a:pt x="233" y="30"/>
                  </a:lnTo>
                  <a:lnTo>
                    <a:pt x="199" y="61"/>
                  </a:lnTo>
                  <a:lnTo>
                    <a:pt x="166" y="92"/>
                  </a:lnTo>
                  <a:lnTo>
                    <a:pt x="132" y="123"/>
                  </a:lnTo>
                  <a:lnTo>
                    <a:pt x="132" y="123"/>
                  </a:lnTo>
                  <a:lnTo>
                    <a:pt x="66" y="182"/>
                  </a:lnTo>
                  <a:lnTo>
                    <a:pt x="33" y="212"/>
                  </a:lnTo>
                  <a:lnTo>
                    <a:pt x="1" y="243"/>
                  </a:lnTo>
                  <a:lnTo>
                    <a:pt x="1" y="243"/>
                  </a:lnTo>
                  <a:lnTo>
                    <a:pt x="0" y="245"/>
                  </a:lnTo>
                  <a:lnTo>
                    <a:pt x="0" y="247"/>
                  </a:lnTo>
                  <a:lnTo>
                    <a:pt x="0" y="248"/>
                  </a:lnTo>
                  <a:lnTo>
                    <a:pt x="1" y="250"/>
                  </a:lnTo>
                  <a:lnTo>
                    <a:pt x="4" y="251"/>
                  </a:lnTo>
                  <a:lnTo>
                    <a:pt x="5" y="251"/>
                  </a:lnTo>
                  <a:lnTo>
                    <a:pt x="7" y="251"/>
                  </a:lnTo>
                  <a:lnTo>
                    <a:pt x="9" y="250"/>
                  </a:lnTo>
                  <a:lnTo>
                    <a:pt x="9" y="250"/>
                  </a:lnTo>
                  <a:lnTo>
                    <a:pt x="39" y="220"/>
                  </a:lnTo>
                  <a:lnTo>
                    <a:pt x="69" y="192"/>
                  </a:lnTo>
                  <a:lnTo>
                    <a:pt x="100" y="163"/>
                  </a:lnTo>
                  <a:lnTo>
                    <a:pt x="132" y="136"/>
                  </a:lnTo>
                  <a:lnTo>
                    <a:pt x="132" y="136"/>
                  </a:lnTo>
                  <a:lnTo>
                    <a:pt x="167" y="104"/>
                  </a:lnTo>
                  <a:lnTo>
                    <a:pt x="202" y="71"/>
                  </a:lnTo>
                  <a:lnTo>
                    <a:pt x="236" y="39"/>
                  </a:lnTo>
                  <a:lnTo>
                    <a:pt x="255" y="24"/>
                  </a:lnTo>
                  <a:lnTo>
                    <a:pt x="273" y="8"/>
                  </a:lnTo>
                  <a:lnTo>
                    <a:pt x="273" y="8"/>
                  </a:lnTo>
                  <a:lnTo>
                    <a:pt x="274" y="7"/>
                  </a:lnTo>
                  <a:lnTo>
                    <a:pt x="275" y="5"/>
                  </a:lnTo>
                  <a:lnTo>
                    <a:pt x="274" y="2"/>
                  </a:lnTo>
                  <a:lnTo>
                    <a:pt x="273" y="1"/>
                  </a:lnTo>
                  <a:lnTo>
                    <a:pt x="271" y="0"/>
                  </a:lnTo>
                  <a:lnTo>
                    <a:pt x="270" y="0"/>
                  </a:lnTo>
                  <a:lnTo>
                    <a:pt x="268" y="1"/>
                  </a:lnTo>
                  <a:lnTo>
                    <a:pt x="268"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7" name="Freeform 522"/>
            <p:cNvSpPr/>
            <p:nvPr/>
          </p:nvSpPr>
          <p:spPr bwMode="auto">
            <a:xfrm>
              <a:off x="2774951" y="3416300"/>
              <a:ext cx="127000" cy="128588"/>
            </a:xfrm>
            <a:custGeom>
              <a:avLst/>
              <a:gdLst/>
              <a:ahLst/>
              <a:cxnLst>
                <a:cxn ang="0">
                  <a:pos x="241" y="3"/>
                </a:cxn>
                <a:cxn ang="0">
                  <a:pos x="241" y="3"/>
                </a:cxn>
                <a:cxn ang="0">
                  <a:pos x="240" y="2"/>
                </a:cxn>
                <a:cxn ang="0">
                  <a:pos x="239" y="1"/>
                </a:cxn>
                <a:cxn ang="0">
                  <a:pos x="238" y="0"/>
                </a:cxn>
                <a:cxn ang="0">
                  <a:pos x="236" y="0"/>
                </a:cxn>
                <a:cxn ang="0">
                  <a:pos x="233" y="2"/>
                </a:cxn>
                <a:cxn ang="0">
                  <a:pos x="232" y="4"/>
                </a:cxn>
                <a:cxn ang="0">
                  <a:pos x="232" y="6"/>
                </a:cxn>
                <a:cxn ang="0">
                  <a:pos x="232" y="6"/>
                </a:cxn>
                <a:cxn ang="0">
                  <a:pos x="232" y="9"/>
                </a:cxn>
                <a:cxn ang="0">
                  <a:pos x="230" y="13"/>
                </a:cxn>
                <a:cxn ang="0">
                  <a:pos x="227" y="16"/>
                </a:cxn>
                <a:cxn ang="0">
                  <a:pos x="223" y="21"/>
                </a:cxn>
                <a:cxn ang="0">
                  <a:pos x="208" y="31"/>
                </a:cxn>
                <a:cxn ang="0">
                  <a:pos x="208" y="31"/>
                </a:cxn>
                <a:cxn ang="0">
                  <a:pos x="193" y="45"/>
                </a:cxn>
                <a:cxn ang="0">
                  <a:pos x="176" y="60"/>
                </a:cxn>
                <a:cxn ang="0">
                  <a:pos x="176" y="60"/>
                </a:cxn>
                <a:cxn ang="0">
                  <a:pos x="141" y="92"/>
                </a:cxn>
                <a:cxn ang="0">
                  <a:pos x="105" y="124"/>
                </a:cxn>
                <a:cxn ang="0">
                  <a:pos x="105" y="124"/>
                </a:cxn>
                <a:cxn ang="0">
                  <a:pos x="76" y="149"/>
                </a:cxn>
                <a:cxn ang="0">
                  <a:pos x="62" y="162"/>
                </a:cxn>
                <a:cxn ang="0">
                  <a:pos x="47" y="174"/>
                </a:cxn>
                <a:cxn ang="0">
                  <a:pos x="34" y="188"/>
                </a:cxn>
                <a:cxn ang="0">
                  <a:pos x="21" y="202"/>
                </a:cxn>
                <a:cxn ang="0">
                  <a:pos x="10" y="218"/>
                </a:cxn>
                <a:cxn ang="0">
                  <a:pos x="1" y="234"/>
                </a:cxn>
                <a:cxn ang="0">
                  <a:pos x="1" y="234"/>
                </a:cxn>
                <a:cxn ang="0">
                  <a:pos x="0" y="236"/>
                </a:cxn>
                <a:cxn ang="0">
                  <a:pos x="1" y="239"/>
                </a:cxn>
                <a:cxn ang="0">
                  <a:pos x="1" y="241"/>
                </a:cxn>
                <a:cxn ang="0">
                  <a:pos x="3" y="242"/>
                </a:cxn>
                <a:cxn ang="0">
                  <a:pos x="4" y="242"/>
                </a:cxn>
                <a:cxn ang="0">
                  <a:pos x="6" y="242"/>
                </a:cxn>
                <a:cxn ang="0">
                  <a:pos x="7" y="241"/>
                </a:cxn>
                <a:cxn ang="0">
                  <a:pos x="9" y="240"/>
                </a:cxn>
                <a:cxn ang="0">
                  <a:pos x="9" y="240"/>
                </a:cxn>
                <a:cxn ang="0">
                  <a:pos x="14" y="229"/>
                </a:cxn>
                <a:cxn ang="0">
                  <a:pos x="20" y="220"/>
                </a:cxn>
                <a:cxn ang="0">
                  <a:pos x="27" y="211"/>
                </a:cxn>
                <a:cxn ang="0">
                  <a:pos x="34" y="202"/>
                </a:cxn>
                <a:cxn ang="0">
                  <a:pos x="48" y="186"/>
                </a:cxn>
                <a:cxn ang="0">
                  <a:pos x="65" y="170"/>
                </a:cxn>
                <a:cxn ang="0">
                  <a:pos x="99" y="141"/>
                </a:cxn>
                <a:cxn ang="0">
                  <a:pos x="117" y="126"/>
                </a:cxn>
                <a:cxn ang="0">
                  <a:pos x="133" y="111"/>
                </a:cxn>
                <a:cxn ang="0">
                  <a:pos x="133" y="111"/>
                </a:cxn>
                <a:cxn ang="0">
                  <a:pos x="153" y="93"/>
                </a:cxn>
                <a:cxn ang="0">
                  <a:pos x="172" y="76"/>
                </a:cxn>
                <a:cxn ang="0">
                  <a:pos x="192" y="59"/>
                </a:cxn>
                <a:cxn ang="0">
                  <a:pos x="212" y="41"/>
                </a:cxn>
                <a:cxn ang="0">
                  <a:pos x="212" y="41"/>
                </a:cxn>
                <a:cxn ang="0">
                  <a:pos x="222" y="34"/>
                </a:cxn>
                <a:cxn ang="0">
                  <a:pos x="232" y="25"/>
                </a:cxn>
                <a:cxn ang="0">
                  <a:pos x="236" y="21"/>
                </a:cxn>
                <a:cxn ang="0">
                  <a:pos x="239" y="15"/>
                </a:cxn>
                <a:cxn ang="0">
                  <a:pos x="241" y="9"/>
                </a:cxn>
                <a:cxn ang="0">
                  <a:pos x="241" y="3"/>
                </a:cxn>
                <a:cxn ang="0">
                  <a:pos x="241" y="3"/>
                </a:cxn>
              </a:cxnLst>
              <a:rect l="0" t="0" r="r" b="b"/>
              <a:pathLst>
                <a:path w="241" h="242">
                  <a:moveTo>
                    <a:pt x="241" y="3"/>
                  </a:moveTo>
                  <a:lnTo>
                    <a:pt x="241" y="3"/>
                  </a:lnTo>
                  <a:lnTo>
                    <a:pt x="240" y="2"/>
                  </a:lnTo>
                  <a:lnTo>
                    <a:pt x="239" y="1"/>
                  </a:lnTo>
                  <a:lnTo>
                    <a:pt x="238" y="0"/>
                  </a:lnTo>
                  <a:lnTo>
                    <a:pt x="236" y="0"/>
                  </a:lnTo>
                  <a:lnTo>
                    <a:pt x="233" y="2"/>
                  </a:lnTo>
                  <a:lnTo>
                    <a:pt x="232" y="4"/>
                  </a:lnTo>
                  <a:lnTo>
                    <a:pt x="232" y="6"/>
                  </a:lnTo>
                  <a:lnTo>
                    <a:pt x="232" y="6"/>
                  </a:lnTo>
                  <a:lnTo>
                    <a:pt x="232" y="9"/>
                  </a:lnTo>
                  <a:lnTo>
                    <a:pt x="230" y="13"/>
                  </a:lnTo>
                  <a:lnTo>
                    <a:pt x="227" y="16"/>
                  </a:lnTo>
                  <a:lnTo>
                    <a:pt x="223" y="21"/>
                  </a:lnTo>
                  <a:lnTo>
                    <a:pt x="208" y="31"/>
                  </a:lnTo>
                  <a:lnTo>
                    <a:pt x="208" y="31"/>
                  </a:lnTo>
                  <a:lnTo>
                    <a:pt x="193" y="45"/>
                  </a:lnTo>
                  <a:lnTo>
                    <a:pt x="176" y="60"/>
                  </a:lnTo>
                  <a:lnTo>
                    <a:pt x="176" y="60"/>
                  </a:lnTo>
                  <a:lnTo>
                    <a:pt x="141" y="92"/>
                  </a:lnTo>
                  <a:lnTo>
                    <a:pt x="105" y="124"/>
                  </a:lnTo>
                  <a:lnTo>
                    <a:pt x="105" y="124"/>
                  </a:lnTo>
                  <a:lnTo>
                    <a:pt x="76" y="149"/>
                  </a:lnTo>
                  <a:lnTo>
                    <a:pt x="62" y="162"/>
                  </a:lnTo>
                  <a:lnTo>
                    <a:pt x="47" y="174"/>
                  </a:lnTo>
                  <a:lnTo>
                    <a:pt x="34" y="188"/>
                  </a:lnTo>
                  <a:lnTo>
                    <a:pt x="21" y="202"/>
                  </a:lnTo>
                  <a:lnTo>
                    <a:pt x="10" y="218"/>
                  </a:lnTo>
                  <a:lnTo>
                    <a:pt x="1" y="234"/>
                  </a:lnTo>
                  <a:lnTo>
                    <a:pt x="1" y="234"/>
                  </a:lnTo>
                  <a:lnTo>
                    <a:pt x="0" y="236"/>
                  </a:lnTo>
                  <a:lnTo>
                    <a:pt x="1" y="239"/>
                  </a:lnTo>
                  <a:lnTo>
                    <a:pt x="1" y="241"/>
                  </a:lnTo>
                  <a:lnTo>
                    <a:pt x="3" y="242"/>
                  </a:lnTo>
                  <a:lnTo>
                    <a:pt x="4" y="242"/>
                  </a:lnTo>
                  <a:lnTo>
                    <a:pt x="6" y="242"/>
                  </a:lnTo>
                  <a:lnTo>
                    <a:pt x="7" y="241"/>
                  </a:lnTo>
                  <a:lnTo>
                    <a:pt x="9" y="240"/>
                  </a:lnTo>
                  <a:lnTo>
                    <a:pt x="9" y="240"/>
                  </a:lnTo>
                  <a:lnTo>
                    <a:pt x="14" y="229"/>
                  </a:lnTo>
                  <a:lnTo>
                    <a:pt x="20" y="220"/>
                  </a:lnTo>
                  <a:lnTo>
                    <a:pt x="27" y="211"/>
                  </a:lnTo>
                  <a:lnTo>
                    <a:pt x="34" y="202"/>
                  </a:lnTo>
                  <a:lnTo>
                    <a:pt x="48" y="186"/>
                  </a:lnTo>
                  <a:lnTo>
                    <a:pt x="65" y="170"/>
                  </a:lnTo>
                  <a:lnTo>
                    <a:pt x="99" y="141"/>
                  </a:lnTo>
                  <a:lnTo>
                    <a:pt x="117" y="126"/>
                  </a:lnTo>
                  <a:lnTo>
                    <a:pt x="133" y="111"/>
                  </a:lnTo>
                  <a:lnTo>
                    <a:pt x="133" y="111"/>
                  </a:lnTo>
                  <a:lnTo>
                    <a:pt x="153" y="93"/>
                  </a:lnTo>
                  <a:lnTo>
                    <a:pt x="172" y="76"/>
                  </a:lnTo>
                  <a:lnTo>
                    <a:pt x="192" y="59"/>
                  </a:lnTo>
                  <a:lnTo>
                    <a:pt x="212" y="41"/>
                  </a:lnTo>
                  <a:lnTo>
                    <a:pt x="212" y="41"/>
                  </a:lnTo>
                  <a:lnTo>
                    <a:pt x="222" y="34"/>
                  </a:lnTo>
                  <a:lnTo>
                    <a:pt x="232" y="25"/>
                  </a:lnTo>
                  <a:lnTo>
                    <a:pt x="236" y="21"/>
                  </a:lnTo>
                  <a:lnTo>
                    <a:pt x="239" y="15"/>
                  </a:lnTo>
                  <a:lnTo>
                    <a:pt x="241" y="9"/>
                  </a:lnTo>
                  <a:lnTo>
                    <a:pt x="241" y="3"/>
                  </a:lnTo>
                  <a:lnTo>
                    <a:pt x="24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8" name="Freeform 523"/>
            <p:cNvSpPr/>
            <p:nvPr/>
          </p:nvSpPr>
          <p:spPr bwMode="auto">
            <a:xfrm>
              <a:off x="2779713" y="3467100"/>
              <a:ext cx="134938" cy="130175"/>
            </a:xfrm>
            <a:custGeom>
              <a:avLst/>
              <a:gdLst/>
              <a:ahLst/>
              <a:cxnLst>
                <a:cxn ang="0">
                  <a:pos x="249" y="1"/>
                </a:cxn>
                <a:cxn ang="0">
                  <a:pos x="249" y="1"/>
                </a:cxn>
                <a:cxn ang="0">
                  <a:pos x="232" y="12"/>
                </a:cxn>
                <a:cxn ang="0">
                  <a:pos x="217" y="25"/>
                </a:cxn>
                <a:cxn ang="0">
                  <a:pos x="202" y="39"/>
                </a:cxn>
                <a:cxn ang="0">
                  <a:pos x="187" y="54"/>
                </a:cxn>
                <a:cxn ang="0">
                  <a:pos x="187" y="54"/>
                </a:cxn>
                <a:cxn ang="0">
                  <a:pos x="151" y="90"/>
                </a:cxn>
                <a:cxn ang="0">
                  <a:pos x="117" y="128"/>
                </a:cxn>
                <a:cxn ang="0">
                  <a:pos x="117" y="128"/>
                </a:cxn>
                <a:cxn ang="0">
                  <a:pos x="83" y="164"/>
                </a:cxn>
                <a:cxn ang="0">
                  <a:pos x="66" y="182"/>
                </a:cxn>
                <a:cxn ang="0">
                  <a:pos x="48" y="199"/>
                </a:cxn>
                <a:cxn ang="0">
                  <a:pos x="48" y="199"/>
                </a:cxn>
                <a:cxn ang="0">
                  <a:pos x="25" y="219"/>
                </a:cxn>
                <a:cxn ang="0">
                  <a:pos x="12" y="231"/>
                </a:cxn>
                <a:cxn ang="0">
                  <a:pos x="9" y="235"/>
                </a:cxn>
                <a:cxn ang="0">
                  <a:pos x="8" y="238"/>
                </a:cxn>
                <a:cxn ang="0">
                  <a:pos x="8" y="239"/>
                </a:cxn>
                <a:cxn ang="0">
                  <a:pos x="8" y="239"/>
                </a:cxn>
                <a:cxn ang="0">
                  <a:pos x="7" y="238"/>
                </a:cxn>
                <a:cxn ang="0">
                  <a:pos x="5" y="237"/>
                </a:cxn>
                <a:cxn ang="0">
                  <a:pos x="3" y="238"/>
                </a:cxn>
                <a:cxn ang="0">
                  <a:pos x="2" y="239"/>
                </a:cxn>
                <a:cxn ang="0">
                  <a:pos x="1" y="240"/>
                </a:cxn>
                <a:cxn ang="0">
                  <a:pos x="0" y="242"/>
                </a:cxn>
                <a:cxn ang="0">
                  <a:pos x="1" y="244"/>
                </a:cxn>
                <a:cxn ang="0">
                  <a:pos x="2" y="245"/>
                </a:cxn>
                <a:cxn ang="0">
                  <a:pos x="2" y="245"/>
                </a:cxn>
                <a:cxn ang="0">
                  <a:pos x="2" y="246"/>
                </a:cxn>
                <a:cxn ang="0">
                  <a:pos x="2" y="246"/>
                </a:cxn>
                <a:cxn ang="0">
                  <a:pos x="4" y="247"/>
                </a:cxn>
                <a:cxn ang="0">
                  <a:pos x="7" y="247"/>
                </a:cxn>
                <a:cxn ang="0">
                  <a:pos x="7" y="247"/>
                </a:cxn>
                <a:cxn ang="0">
                  <a:pos x="11" y="245"/>
                </a:cxn>
                <a:cxn ang="0">
                  <a:pos x="16" y="242"/>
                </a:cxn>
                <a:cxn ang="0">
                  <a:pos x="24" y="235"/>
                </a:cxn>
                <a:cxn ang="0">
                  <a:pos x="38" y="220"/>
                </a:cxn>
                <a:cxn ang="0">
                  <a:pos x="38" y="220"/>
                </a:cxn>
                <a:cxn ang="0">
                  <a:pos x="70" y="190"/>
                </a:cxn>
                <a:cxn ang="0">
                  <a:pos x="86" y="176"/>
                </a:cxn>
                <a:cxn ang="0">
                  <a:pos x="101" y="160"/>
                </a:cxn>
                <a:cxn ang="0">
                  <a:pos x="101" y="160"/>
                </a:cxn>
                <a:cxn ang="0">
                  <a:pos x="135" y="122"/>
                </a:cxn>
                <a:cxn ang="0">
                  <a:pos x="171" y="86"/>
                </a:cxn>
                <a:cxn ang="0">
                  <a:pos x="171" y="86"/>
                </a:cxn>
                <a:cxn ang="0">
                  <a:pos x="190" y="65"/>
                </a:cxn>
                <a:cxn ang="0">
                  <a:pos x="210" y="44"/>
                </a:cxn>
                <a:cxn ang="0">
                  <a:pos x="220" y="35"/>
                </a:cxn>
                <a:cxn ang="0">
                  <a:pos x="230" y="26"/>
                </a:cxn>
                <a:cxn ang="0">
                  <a:pos x="242" y="16"/>
                </a:cxn>
                <a:cxn ang="0">
                  <a:pos x="254" y="8"/>
                </a:cxn>
                <a:cxn ang="0">
                  <a:pos x="254" y="8"/>
                </a:cxn>
                <a:cxn ang="0">
                  <a:pos x="255" y="7"/>
                </a:cxn>
                <a:cxn ang="0">
                  <a:pos x="256" y="5"/>
                </a:cxn>
                <a:cxn ang="0">
                  <a:pos x="256" y="4"/>
                </a:cxn>
                <a:cxn ang="0">
                  <a:pos x="255" y="2"/>
                </a:cxn>
                <a:cxn ang="0">
                  <a:pos x="254" y="1"/>
                </a:cxn>
                <a:cxn ang="0">
                  <a:pos x="253" y="0"/>
                </a:cxn>
                <a:cxn ang="0">
                  <a:pos x="251" y="0"/>
                </a:cxn>
                <a:cxn ang="0">
                  <a:pos x="249" y="1"/>
                </a:cxn>
                <a:cxn ang="0">
                  <a:pos x="249" y="1"/>
                </a:cxn>
              </a:cxnLst>
              <a:rect l="0" t="0" r="r" b="b"/>
              <a:pathLst>
                <a:path w="256" h="247">
                  <a:moveTo>
                    <a:pt x="249" y="1"/>
                  </a:moveTo>
                  <a:lnTo>
                    <a:pt x="249" y="1"/>
                  </a:lnTo>
                  <a:lnTo>
                    <a:pt x="232" y="12"/>
                  </a:lnTo>
                  <a:lnTo>
                    <a:pt x="217" y="25"/>
                  </a:lnTo>
                  <a:lnTo>
                    <a:pt x="202" y="39"/>
                  </a:lnTo>
                  <a:lnTo>
                    <a:pt x="187" y="54"/>
                  </a:lnTo>
                  <a:lnTo>
                    <a:pt x="187" y="54"/>
                  </a:lnTo>
                  <a:lnTo>
                    <a:pt x="151" y="90"/>
                  </a:lnTo>
                  <a:lnTo>
                    <a:pt x="117" y="128"/>
                  </a:lnTo>
                  <a:lnTo>
                    <a:pt x="117" y="128"/>
                  </a:lnTo>
                  <a:lnTo>
                    <a:pt x="83" y="164"/>
                  </a:lnTo>
                  <a:lnTo>
                    <a:pt x="66" y="182"/>
                  </a:lnTo>
                  <a:lnTo>
                    <a:pt x="48" y="199"/>
                  </a:lnTo>
                  <a:lnTo>
                    <a:pt x="48" y="199"/>
                  </a:lnTo>
                  <a:lnTo>
                    <a:pt x="25" y="219"/>
                  </a:lnTo>
                  <a:lnTo>
                    <a:pt x="12" y="231"/>
                  </a:lnTo>
                  <a:lnTo>
                    <a:pt x="9" y="235"/>
                  </a:lnTo>
                  <a:lnTo>
                    <a:pt x="8" y="238"/>
                  </a:lnTo>
                  <a:lnTo>
                    <a:pt x="8" y="239"/>
                  </a:lnTo>
                  <a:lnTo>
                    <a:pt x="8" y="239"/>
                  </a:lnTo>
                  <a:lnTo>
                    <a:pt x="7" y="238"/>
                  </a:lnTo>
                  <a:lnTo>
                    <a:pt x="5" y="237"/>
                  </a:lnTo>
                  <a:lnTo>
                    <a:pt x="3" y="238"/>
                  </a:lnTo>
                  <a:lnTo>
                    <a:pt x="2" y="239"/>
                  </a:lnTo>
                  <a:lnTo>
                    <a:pt x="1" y="240"/>
                  </a:lnTo>
                  <a:lnTo>
                    <a:pt x="0" y="242"/>
                  </a:lnTo>
                  <a:lnTo>
                    <a:pt x="1" y="244"/>
                  </a:lnTo>
                  <a:lnTo>
                    <a:pt x="2" y="245"/>
                  </a:lnTo>
                  <a:lnTo>
                    <a:pt x="2" y="245"/>
                  </a:lnTo>
                  <a:lnTo>
                    <a:pt x="2" y="246"/>
                  </a:lnTo>
                  <a:lnTo>
                    <a:pt x="2" y="246"/>
                  </a:lnTo>
                  <a:lnTo>
                    <a:pt x="4" y="247"/>
                  </a:lnTo>
                  <a:lnTo>
                    <a:pt x="7" y="247"/>
                  </a:lnTo>
                  <a:lnTo>
                    <a:pt x="7" y="247"/>
                  </a:lnTo>
                  <a:lnTo>
                    <a:pt x="11" y="245"/>
                  </a:lnTo>
                  <a:lnTo>
                    <a:pt x="16" y="242"/>
                  </a:lnTo>
                  <a:lnTo>
                    <a:pt x="24" y="235"/>
                  </a:lnTo>
                  <a:lnTo>
                    <a:pt x="38" y="220"/>
                  </a:lnTo>
                  <a:lnTo>
                    <a:pt x="38" y="220"/>
                  </a:lnTo>
                  <a:lnTo>
                    <a:pt x="70" y="190"/>
                  </a:lnTo>
                  <a:lnTo>
                    <a:pt x="86" y="176"/>
                  </a:lnTo>
                  <a:lnTo>
                    <a:pt x="101" y="160"/>
                  </a:lnTo>
                  <a:lnTo>
                    <a:pt x="101" y="160"/>
                  </a:lnTo>
                  <a:lnTo>
                    <a:pt x="135" y="122"/>
                  </a:lnTo>
                  <a:lnTo>
                    <a:pt x="171" y="86"/>
                  </a:lnTo>
                  <a:lnTo>
                    <a:pt x="171" y="86"/>
                  </a:lnTo>
                  <a:lnTo>
                    <a:pt x="190" y="65"/>
                  </a:lnTo>
                  <a:lnTo>
                    <a:pt x="210" y="44"/>
                  </a:lnTo>
                  <a:lnTo>
                    <a:pt x="220" y="35"/>
                  </a:lnTo>
                  <a:lnTo>
                    <a:pt x="230" y="26"/>
                  </a:lnTo>
                  <a:lnTo>
                    <a:pt x="242" y="16"/>
                  </a:lnTo>
                  <a:lnTo>
                    <a:pt x="254" y="8"/>
                  </a:lnTo>
                  <a:lnTo>
                    <a:pt x="254" y="8"/>
                  </a:lnTo>
                  <a:lnTo>
                    <a:pt x="255" y="7"/>
                  </a:lnTo>
                  <a:lnTo>
                    <a:pt x="256" y="5"/>
                  </a:lnTo>
                  <a:lnTo>
                    <a:pt x="256" y="4"/>
                  </a:lnTo>
                  <a:lnTo>
                    <a:pt x="255" y="2"/>
                  </a:lnTo>
                  <a:lnTo>
                    <a:pt x="254" y="1"/>
                  </a:lnTo>
                  <a:lnTo>
                    <a:pt x="253" y="0"/>
                  </a:lnTo>
                  <a:lnTo>
                    <a:pt x="251" y="0"/>
                  </a:lnTo>
                  <a:lnTo>
                    <a:pt x="249" y="1"/>
                  </a:lnTo>
                  <a:lnTo>
                    <a:pt x="249"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49" name="Freeform 524"/>
            <p:cNvSpPr/>
            <p:nvPr/>
          </p:nvSpPr>
          <p:spPr bwMode="auto">
            <a:xfrm>
              <a:off x="2817813" y="3517900"/>
              <a:ext cx="87313" cy="96838"/>
            </a:xfrm>
            <a:custGeom>
              <a:avLst/>
              <a:gdLst/>
              <a:ahLst/>
              <a:cxnLst>
                <a:cxn ang="0">
                  <a:pos x="157" y="3"/>
                </a:cxn>
                <a:cxn ang="0">
                  <a:pos x="157" y="3"/>
                </a:cxn>
                <a:cxn ang="0">
                  <a:pos x="155" y="7"/>
                </a:cxn>
                <a:cxn ang="0">
                  <a:pos x="152" y="11"/>
                </a:cxn>
                <a:cxn ang="0">
                  <a:pos x="144" y="19"/>
                </a:cxn>
                <a:cxn ang="0">
                  <a:pos x="135" y="26"/>
                </a:cxn>
                <a:cxn ang="0">
                  <a:pos x="127" y="32"/>
                </a:cxn>
                <a:cxn ang="0">
                  <a:pos x="127" y="32"/>
                </a:cxn>
                <a:cxn ang="0">
                  <a:pos x="109" y="55"/>
                </a:cxn>
                <a:cxn ang="0">
                  <a:pos x="90" y="77"/>
                </a:cxn>
                <a:cxn ang="0">
                  <a:pos x="90" y="77"/>
                </a:cxn>
                <a:cxn ang="0">
                  <a:pos x="47" y="128"/>
                </a:cxn>
                <a:cxn ang="0">
                  <a:pos x="25" y="153"/>
                </a:cxn>
                <a:cxn ang="0">
                  <a:pos x="1" y="177"/>
                </a:cxn>
                <a:cxn ang="0">
                  <a:pos x="1" y="177"/>
                </a:cxn>
                <a:cxn ang="0">
                  <a:pos x="0" y="179"/>
                </a:cxn>
                <a:cxn ang="0">
                  <a:pos x="0" y="180"/>
                </a:cxn>
                <a:cxn ang="0">
                  <a:pos x="1" y="182"/>
                </a:cxn>
                <a:cxn ang="0">
                  <a:pos x="2" y="183"/>
                </a:cxn>
                <a:cxn ang="0">
                  <a:pos x="3" y="184"/>
                </a:cxn>
                <a:cxn ang="0">
                  <a:pos x="6" y="185"/>
                </a:cxn>
                <a:cxn ang="0">
                  <a:pos x="7" y="184"/>
                </a:cxn>
                <a:cxn ang="0">
                  <a:pos x="9" y="183"/>
                </a:cxn>
                <a:cxn ang="0">
                  <a:pos x="9" y="183"/>
                </a:cxn>
                <a:cxn ang="0">
                  <a:pos x="32" y="158"/>
                </a:cxn>
                <a:cxn ang="0">
                  <a:pos x="56" y="131"/>
                </a:cxn>
                <a:cxn ang="0">
                  <a:pos x="103" y="77"/>
                </a:cxn>
                <a:cxn ang="0">
                  <a:pos x="103" y="77"/>
                </a:cxn>
                <a:cxn ang="0">
                  <a:pos x="123" y="52"/>
                </a:cxn>
                <a:cxn ang="0">
                  <a:pos x="135" y="39"/>
                </a:cxn>
                <a:cxn ang="0">
                  <a:pos x="146" y="27"/>
                </a:cxn>
                <a:cxn ang="0">
                  <a:pos x="146" y="27"/>
                </a:cxn>
                <a:cxn ang="0">
                  <a:pos x="151" y="22"/>
                </a:cxn>
                <a:cxn ang="0">
                  <a:pos x="157" y="18"/>
                </a:cxn>
                <a:cxn ang="0">
                  <a:pos x="163" y="12"/>
                </a:cxn>
                <a:cxn ang="0">
                  <a:pos x="165" y="9"/>
                </a:cxn>
                <a:cxn ang="0">
                  <a:pos x="167" y="6"/>
                </a:cxn>
                <a:cxn ang="0">
                  <a:pos x="167" y="6"/>
                </a:cxn>
                <a:cxn ang="0">
                  <a:pos x="167" y="4"/>
                </a:cxn>
                <a:cxn ang="0">
                  <a:pos x="166" y="2"/>
                </a:cxn>
                <a:cxn ang="0">
                  <a:pos x="165" y="1"/>
                </a:cxn>
                <a:cxn ang="0">
                  <a:pos x="164" y="0"/>
                </a:cxn>
                <a:cxn ang="0">
                  <a:pos x="159" y="0"/>
                </a:cxn>
                <a:cxn ang="0">
                  <a:pos x="158" y="1"/>
                </a:cxn>
                <a:cxn ang="0">
                  <a:pos x="157" y="3"/>
                </a:cxn>
                <a:cxn ang="0">
                  <a:pos x="157" y="3"/>
                </a:cxn>
              </a:cxnLst>
              <a:rect l="0" t="0" r="r" b="b"/>
              <a:pathLst>
                <a:path w="167" h="185">
                  <a:moveTo>
                    <a:pt x="157" y="3"/>
                  </a:moveTo>
                  <a:lnTo>
                    <a:pt x="157" y="3"/>
                  </a:lnTo>
                  <a:lnTo>
                    <a:pt x="155" y="7"/>
                  </a:lnTo>
                  <a:lnTo>
                    <a:pt x="152" y="11"/>
                  </a:lnTo>
                  <a:lnTo>
                    <a:pt x="144" y="19"/>
                  </a:lnTo>
                  <a:lnTo>
                    <a:pt x="135" y="26"/>
                  </a:lnTo>
                  <a:lnTo>
                    <a:pt x="127" y="32"/>
                  </a:lnTo>
                  <a:lnTo>
                    <a:pt x="127" y="32"/>
                  </a:lnTo>
                  <a:lnTo>
                    <a:pt x="109" y="55"/>
                  </a:lnTo>
                  <a:lnTo>
                    <a:pt x="90" y="77"/>
                  </a:lnTo>
                  <a:lnTo>
                    <a:pt x="90" y="77"/>
                  </a:lnTo>
                  <a:lnTo>
                    <a:pt x="47" y="128"/>
                  </a:lnTo>
                  <a:lnTo>
                    <a:pt x="25" y="153"/>
                  </a:lnTo>
                  <a:lnTo>
                    <a:pt x="1" y="177"/>
                  </a:lnTo>
                  <a:lnTo>
                    <a:pt x="1" y="177"/>
                  </a:lnTo>
                  <a:lnTo>
                    <a:pt x="0" y="179"/>
                  </a:lnTo>
                  <a:lnTo>
                    <a:pt x="0" y="180"/>
                  </a:lnTo>
                  <a:lnTo>
                    <a:pt x="1" y="182"/>
                  </a:lnTo>
                  <a:lnTo>
                    <a:pt x="2" y="183"/>
                  </a:lnTo>
                  <a:lnTo>
                    <a:pt x="3" y="184"/>
                  </a:lnTo>
                  <a:lnTo>
                    <a:pt x="6" y="185"/>
                  </a:lnTo>
                  <a:lnTo>
                    <a:pt x="7" y="184"/>
                  </a:lnTo>
                  <a:lnTo>
                    <a:pt x="9" y="183"/>
                  </a:lnTo>
                  <a:lnTo>
                    <a:pt x="9" y="183"/>
                  </a:lnTo>
                  <a:lnTo>
                    <a:pt x="32" y="158"/>
                  </a:lnTo>
                  <a:lnTo>
                    <a:pt x="56" y="131"/>
                  </a:lnTo>
                  <a:lnTo>
                    <a:pt x="103" y="77"/>
                  </a:lnTo>
                  <a:lnTo>
                    <a:pt x="103" y="77"/>
                  </a:lnTo>
                  <a:lnTo>
                    <a:pt x="123" y="52"/>
                  </a:lnTo>
                  <a:lnTo>
                    <a:pt x="135" y="39"/>
                  </a:lnTo>
                  <a:lnTo>
                    <a:pt x="146" y="27"/>
                  </a:lnTo>
                  <a:lnTo>
                    <a:pt x="146" y="27"/>
                  </a:lnTo>
                  <a:lnTo>
                    <a:pt x="151" y="22"/>
                  </a:lnTo>
                  <a:lnTo>
                    <a:pt x="157" y="18"/>
                  </a:lnTo>
                  <a:lnTo>
                    <a:pt x="163" y="12"/>
                  </a:lnTo>
                  <a:lnTo>
                    <a:pt x="165" y="9"/>
                  </a:lnTo>
                  <a:lnTo>
                    <a:pt x="167" y="6"/>
                  </a:lnTo>
                  <a:lnTo>
                    <a:pt x="167" y="6"/>
                  </a:lnTo>
                  <a:lnTo>
                    <a:pt x="167" y="4"/>
                  </a:lnTo>
                  <a:lnTo>
                    <a:pt x="166" y="2"/>
                  </a:lnTo>
                  <a:lnTo>
                    <a:pt x="165" y="1"/>
                  </a:lnTo>
                  <a:lnTo>
                    <a:pt x="164" y="0"/>
                  </a:lnTo>
                  <a:lnTo>
                    <a:pt x="159" y="0"/>
                  </a:lnTo>
                  <a:lnTo>
                    <a:pt x="158" y="1"/>
                  </a:lnTo>
                  <a:lnTo>
                    <a:pt x="157" y="3"/>
                  </a:lnTo>
                  <a:lnTo>
                    <a:pt x="15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0" name="Freeform 525"/>
            <p:cNvSpPr/>
            <p:nvPr/>
          </p:nvSpPr>
          <p:spPr bwMode="auto">
            <a:xfrm>
              <a:off x="2782888" y="3571875"/>
              <a:ext cx="109538" cy="106363"/>
            </a:xfrm>
            <a:custGeom>
              <a:avLst/>
              <a:gdLst/>
              <a:ahLst/>
              <a:cxnLst>
                <a:cxn ang="0">
                  <a:pos x="201" y="1"/>
                </a:cxn>
                <a:cxn ang="0">
                  <a:pos x="201" y="1"/>
                </a:cxn>
                <a:cxn ang="0">
                  <a:pos x="172" y="28"/>
                </a:cxn>
                <a:cxn ang="0">
                  <a:pos x="143" y="55"/>
                </a:cxn>
                <a:cxn ang="0">
                  <a:pos x="87" y="110"/>
                </a:cxn>
                <a:cxn ang="0">
                  <a:pos x="87" y="110"/>
                </a:cxn>
                <a:cxn ang="0">
                  <a:pos x="63" y="135"/>
                </a:cxn>
                <a:cxn ang="0">
                  <a:pos x="50" y="146"/>
                </a:cxn>
                <a:cxn ang="0">
                  <a:pos x="35" y="156"/>
                </a:cxn>
                <a:cxn ang="0">
                  <a:pos x="35" y="156"/>
                </a:cxn>
                <a:cxn ang="0">
                  <a:pos x="25" y="164"/>
                </a:cxn>
                <a:cxn ang="0">
                  <a:pos x="16" y="172"/>
                </a:cxn>
                <a:cxn ang="0">
                  <a:pos x="7" y="181"/>
                </a:cxn>
                <a:cxn ang="0">
                  <a:pos x="1" y="192"/>
                </a:cxn>
                <a:cxn ang="0">
                  <a:pos x="1" y="192"/>
                </a:cxn>
                <a:cxn ang="0">
                  <a:pos x="0" y="193"/>
                </a:cxn>
                <a:cxn ang="0">
                  <a:pos x="0" y="196"/>
                </a:cxn>
                <a:cxn ang="0">
                  <a:pos x="1" y="198"/>
                </a:cxn>
                <a:cxn ang="0">
                  <a:pos x="2" y="199"/>
                </a:cxn>
                <a:cxn ang="0">
                  <a:pos x="4" y="199"/>
                </a:cxn>
                <a:cxn ang="0">
                  <a:pos x="6" y="199"/>
                </a:cxn>
                <a:cxn ang="0">
                  <a:pos x="7" y="199"/>
                </a:cxn>
                <a:cxn ang="0">
                  <a:pos x="9" y="197"/>
                </a:cxn>
                <a:cxn ang="0">
                  <a:pos x="9" y="197"/>
                </a:cxn>
                <a:cxn ang="0">
                  <a:pos x="13" y="190"/>
                </a:cxn>
                <a:cxn ang="0">
                  <a:pos x="18" y="184"/>
                </a:cxn>
                <a:cxn ang="0">
                  <a:pos x="28" y="174"/>
                </a:cxn>
                <a:cxn ang="0">
                  <a:pos x="39" y="166"/>
                </a:cxn>
                <a:cxn ang="0">
                  <a:pos x="52" y="156"/>
                </a:cxn>
                <a:cxn ang="0">
                  <a:pos x="52" y="156"/>
                </a:cxn>
                <a:cxn ang="0">
                  <a:pos x="63" y="148"/>
                </a:cxn>
                <a:cxn ang="0">
                  <a:pos x="74" y="138"/>
                </a:cxn>
                <a:cxn ang="0">
                  <a:pos x="94" y="117"/>
                </a:cxn>
                <a:cxn ang="0">
                  <a:pos x="94" y="117"/>
                </a:cxn>
                <a:cxn ang="0">
                  <a:pos x="150" y="61"/>
                </a:cxn>
                <a:cxn ang="0">
                  <a:pos x="178" y="34"/>
                </a:cxn>
                <a:cxn ang="0">
                  <a:pos x="208" y="9"/>
                </a:cxn>
                <a:cxn ang="0">
                  <a:pos x="208" y="9"/>
                </a:cxn>
                <a:cxn ang="0">
                  <a:pos x="209" y="7"/>
                </a:cxn>
                <a:cxn ang="0">
                  <a:pos x="209" y="4"/>
                </a:cxn>
                <a:cxn ang="0">
                  <a:pos x="209" y="3"/>
                </a:cxn>
                <a:cxn ang="0">
                  <a:pos x="208" y="1"/>
                </a:cxn>
                <a:cxn ang="0">
                  <a:pos x="206" y="0"/>
                </a:cxn>
                <a:cxn ang="0">
                  <a:pos x="205" y="0"/>
                </a:cxn>
                <a:cxn ang="0">
                  <a:pos x="203" y="0"/>
                </a:cxn>
                <a:cxn ang="0">
                  <a:pos x="201" y="1"/>
                </a:cxn>
                <a:cxn ang="0">
                  <a:pos x="201" y="1"/>
                </a:cxn>
              </a:cxnLst>
              <a:rect l="0" t="0" r="r" b="b"/>
              <a:pathLst>
                <a:path w="209" h="199">
                  <a:moveTo>
                    <a:pt x="201" y="1"/>
                  </a:moveTo>
                  <a:lnTo>
                    <a:pt x="201" y="1"/>
                  </a:lnTo>
                  <a:lnTo>
                    <a:pt x="172" y="28"/>
                  </a:lnTo>
                  <a:lnTo>
                    <a:pt x="143" y="55"/>
                  </a:lnTo>
                  <a:lnTo>
                    <a:pt x="87" y="110"/>
                  </a:lnTo>
                  <a:lnTo>
                    <a:pt x="87" y="110"/>
                  </a:lnTo>
                  <a:lnTo>
                    <a:pt x="63" y="135"/>
                  </a:lnTo>
                  <a:lnTo>
                    <a:pt x="50" y="146"/>
                  </a:lnTo>
                  <a:lnTo>
                    <a:pt x="35" y="156"/>
                  </a:lnTo>
                  <a:lnTo>
                    <a:pt x="35" y="156"/>
                  </a:lnTo>
                  <a:lnTo>
                    <a:pt x="25" y="164"/>
                  </a:lnTo>
                  <a:lnTo>
                    <a:pt x="16" y="172"/>
                  </a:lnTo>
                  <a:lnTo>
                    <a:pt x="7" y="181"/>
                  </a:lnTo>
                  <a:lnTo>
                    <a:pt x="1" y="192"/>
                  </a:lnTo>
                  <a:lnTo>
                    <a:pt x="1" y="192"/>
                  </a:lnTo>
                  <a:lnTo>
                    <a:pt x="0" y="193"/>
                  </a:lnTo>
                  <a:lnTo>
                    <a:pt x="0" y="196"/>
                  </a:lnTo>
                  <a:lnTo>
                    <a:pt x="1" y="198"/>
                  </a:lnTo>
                  <a:lnTo>
                    <a:pt x="2" y="199"/>
                  </a:lnTo>
                  <a:lnTo>
                    <a:pt x="4" y="199"/>
                  </a:lnTo>
                  <a:lnTo>
                    <a:pt x="6" y="199"/>
                  </a:lnTo>
                  <a:lnTo>
                    <a:pt x="7" y="199"/>
                  </a:lnTo>
                  <a:lnTo>
                    <a:pt x="9" y="197"/>
                  </a:lnTo>
                  <a:lnTo>
                    <a:pt x="9" y="197"/>
                  </a:lnTo>
                  <a:lnTo>
                    <a:pt x="13" y="190"/>
                  </a:lnTo>
                  <a:lnTo>
                    <a:pt x="18" y="184"/>
                  </a:lnTo>
                  <a:lnTo>
                    <a:pt x="28" y="174"/>
                  </a:lnTo>
                  <a:lnTo>
                    <a:pt x="39" y="166"/>
                  </a:lnTo>
                  <a:lnTo>
                    <a:pt x="52" y="156"/>
                  </a:lnTo>
                  <a:lnTo>
                    <a:pt x="52" y="156"/>
                  </a:lnTo>
                  <a:lnTo>
                    <a:pt x="63" y="148"/>
                  </a:lnTo>
                  <a:lnTo>
                    <a:pt x="74" y="138"/>
                  </a:lnTo>
                  <a:lnTo>
                    <a:pt x="94" y="117"/>
                  </a:lnTo>
                  <a:lnTo>
                    <a:pt x="94" y="117"/>
                  </a:lnTo>
                  <a:lnTo>
                    <a:pt x="150" y="61"/>
                  </a:lnTo>
                  <a:lnTo>
                    <a:pt x="178" y="34"/>
                  </a:lnTo>
                  <a:lnTo>
                    <a:pt x="208" y="9"/>
                  </a:lnTo>
                  <a:lnTo>
                    <a:pt x="208" y="9"/>
                  </a:lnTo>
                  <a:lnTo>
                    <a:pt x="209" y="7"/>
                  </a:lnTo>
                  <a:lnTo>
                    <a:pt x="209" y="4"/>
                  </a:lnTo>
                  <a:lnTo>
                    <a:pt x="209" y="3"/>
                  </a:lnTo>
                  <a:lnTo>
                    <a:pt x="208" y="1"/>
                  </a:lnTo>
                  <a:lnTo>
                    <a:pt x="206" y="0"/>
                  </a:lnTo>
                  <a:lnTo>
                    <a:pt x="205" y="0"/>
                  </a:lnTo>
                  <a:lnTo>
                    <a:pt x="203" y="0"/>
                  </a:lnTo>
                  <a:lnTo>
                    <a:pt x="201" y="1"/>
                  </a:lnTo>
                  <a:lnTo>
                    <a:pt x="201"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1" name="Freeform 526"/>
            <p:cNvSpPr/>
            <p:nvPr/>
          </p:nvSpPr>
          <p:spPr bwMode="auto">
            <a:xfrm>
              <a:off x="2747963" y="3602038"/>
              <a:ext cx="160338" cy="166688"/>
            </a:xfrm>
            <a:custGeom>
              <a:avLst/>
              <a:gdLst/>
              <a:ahLst/>
              <a:cxnLst>
                <a:cxn ang="0">
                  <a:pos x="293" y="3"/>
                </a:cxn>
                <a:cxn ang="0">
                  <a:pos x="289" y="9"/>
                </a:cxn>
                <a:cxn ang="0">
                  <a:pos x="276" y="21"/>
                </a:cxn>
                <a:cxn ang="0">
                  <a:pos x="271" y="26"/>
                </a:cxn>
                <a:cxn ang="0">
                  <a:pos x="229" y="63"/>
                </a:cxn>
                <a:cxn ang="0">
                  <a:pos x="208" y="83"/>
                </a:cxn>
                <a:cxn ang="0">
                  <a:pos x="147" y="145"/>
                </a:cxn>
                <a:cxn ang="0">
                  <a:pos x="110" y="182"/>
                </a:cxn>
                <a:cxn ang="0">
                  <a:pos x="84" y="211"/>
                </a:cxn>
                <a:cxn ang="0">
                  <a:pos x="77" y="221"/>
                </a:cxn>
                <a:cxn ang="0">
                  <a:pos x="51" y="255"/>
                </a:cxn>
                <a:cxn ang="0">
                  <a:pos x="41" y="267"/>
                </a:cxn>
                <a:cxn ang="0">
                  <a:pos x="24" y="288"/>
                </a:cxn>
                <a:cxn ang="0">
                  <a:pos x="15" y="298"/>
                </a:cxn>
                <a:cxn ang="0">
                  <a:pos x="3" y="304"/>
                </a:cxn>
                <a:cxn ang="0">
                  <a:pos x="1" y="304"/>
                </a:cxn>
                <a:cxn ang="0">
                  <a:pos x="0" y="307"/>
                </a:cxn>
                <a:cxn ang="0">
                  <a:pos x="1" y="311"/>
                </a:cxn>
                <a:cxn ang="0">
                  <a:pos x="3" y="313"/>
                </a:cxn>
                <a:cxn ang="0">
                  <a:pos x="5" y="313"/>
                </a:cxn>
                <a:cxn ang="0">
                  <a:pos x="14" y="310"/>
                </a:cxn>
                <a:cxn ang="0">
                  <a:pos x="26" y="299"/>
                </a:cxn>
                <a:cxn ang="0">
                  <a:pos x="31" y="292"/>
                </a:cxn>
                <a:cxn ang="0">
                  <a:pos x="56" y="266"/>
                </a:cxn>
                <a:cxn ang="0">
                  <a:pos x="63" y="256"/>
                </a:cxn>
                <a:cxn ang="0">
                  <a:pos x="102" y="206"/>
                </a:cxn>
                <a:cxn ang="0">
                  <a:pos x="147" y="158"/>
                </a:cxn>
                <a:cxn ang="0">
                  <a:pos x="191" y="114"/>
                </a:cxn>
                <a:cxn ang="0">
                  <a:pos x="236" y="70"/>
                </a:cxn>
                <a:cxn ang="0">
                  <a:pos x="259" y="49"/>
                </a:cxn>
                <a:cxn ang="0">
                  <a:pos x="283" y="27"/>
                </a:cxn>
                <a:cxn ang="0">
                  <a:pos x="300" y="13"/>
                </a:cxn>
                <a:cxn ang="0">
                  <a:pos x="303" y="6"/>
                </a:cxn>
                <a:cxn ang="0">
                  <a:pos x="303" y="2"/>
                </a:cxn>
                <a:cxn ang="0">
                  <a:pos x="300" y="0"/>
                </a:cxn>
                <a:cxn ang="0">
                  <a:pos x="295" y="1"/>
                </a:cxn>
                <a:cxn ang="0">
                  <a:pos x="293" y="3"/>
                </a:cxn>
              </a:cxnLst>
              <a:rect l="0" t="0" r="r" b="b"/>
              <a:pathLst>
                <a:path w="304" h="313">
                  <a:moveTo>
                    <a:pt x="293" y="3"/>
                  </a:moveTo>
                  <a:lnTo>
                    <a:pt x="293" y="3"/>
                  </a:lnTo>
                  <a:lnTo>
                    <a:pt x="292" y="6"/>
                  </a:lnTo>
                  <a:lnTo>
                    <a:pt x="289" y="9"/>
                  </a:lnTo>
                  <a:lnTo>
                    <a:pt x="283" y="16"/>
                  </a:lnTo>
                  <a:lnTo>
                    <a:pt x="276" y="21"/>
                  </a:lnTo>
                  <a:lnTo>
                    <a:pt x="271" y="26"/>
                  </a:lnTo>
                  <a:lnTo>
                    <a:pt x="271" y="26"/>
                  </a:lnTo>
                  <a:lnTo>
                    <a:pt x="250" y="45"/>
                  </a:lnTo>
                  <a:lnTo>
                    <a:pt x="229" y="63"/>
                  </a:lnTo>
                  <a:lnTo>
                    <a:pt x="229" y="63"/>
                  </a:lnTo>
                  <a:lnTo>
                    <a:pt x="208" y="83"/>
                  </a:lnTo>
                  <a:lnTo>
                    <a:pt x="187" y="103"/>
                  </a:lnTo>
                  <a:lnTo>
                    <a:pt x="147" y="145"/>
                  </a:lnTo>
                  <a:lnTo>
                    <a:pt x="147" y="145"/>
                  </a:lnTo>
                  <a:lnTo>
                    <a:pt x="110" y="182"/>
                  </a:lnTo>
                  <a:lnTo>
                    <a:pt x="92" y="201"/>
                  </a:lnTo>
                  <a:lnTo>
                    <a:pt x="84" y="211"/>
                  </a:lnTo>
                  <a:lnTo>
                    <a:pt x="77" y="221"/>
                  </a:lnTo>
                  <a:lnTo>
                    <a:pt x="77" y="221"/>
                  </a:lnTo>
                  <a:lnTo>
                    <a:pt x="60" y="244"/>
                  </a:lnTo>
                  <a:lnTo>
                    <a:pt x="51" y="255"/>
                  </a:lnTo>
                  <a:lnTo>
                    <a:pt x="41" y="267"/>
                  </a:lnTo>
                  <a:lnTo>
                    <a:pt x="41" y="267"/>
                  </a:lnTo>
                  <a:lnTo>
                    <a:pt x="33" y="276"/>
                  </a:lnTo>
                  <a:lnTo>
                    <a:pt x="24" y="288"/>
                  </a:lnTo>
                  <a:lnTo>
                    <a:pt x="20" y="293"/>
                  </a:lnTo>
                  <a:lnTo>
                    <a:pt x="15" y="298"/>
                  </a:lnTo>
                  <a:lnTo>
                    <a:pt x="8" y="302"/>
                  </a:lnTo>
                  <a:lnTo>
                    <a:pt x="3" y="304"/>
                  </a:lnTo>
                  <a:lnTo>
                    <a:pt x="3" y="304"/>
                  </a:lnTo>
                  <a:lnTo>
                    <a:pt x="1" y="304"/>
                  </a:lnTo>
                  <a:lnTo>
                    <a:pt x="0" y="306"/>
                  </a:lnTo>
                  <a:lnTo>
                    <a:pt x="0" y="307"/>
                  </a:lnTo>
                  <a:lnTo>
                    <a:pt x="0" y="309"/>
                  </a:lnTo>
                  <a:lnTo>
                    <a:pt x="1" y="311"/>
                  </a:lnTo>
                  <a:lnTo>
                    <a:pt x="2" y="312"/>
                  </a:lnTo>
                  <a:lnTo>
                    <a:pt x="3" y="313"/>
                  </a:lnTo>
                  <a:lnTo>
                    <a:pt x="5" y="313"/>
                  </a:lnTo>
                  <a:lnTo>
                    <a:pt x="5" y="313"/>
                  </a:lnTo>
                  <a:lnTo>
                    <a:pt x="10" y="311"/>
                  </a:lnTo>
                  <a:lnTo>
                    <a:pt x="14" y="310"/>
                  </a:lnTo>
                  <a:lnTo>
                    <a:pt x="20" y="305"/>
                  </a:lnTo>
                  <a:lnTo>
                    <a:pt x="26" y="299"/>
                  </a:lnTo>
                  <a:lnTo>
                    <a:pt x="31" y="292"/>
                  </a:lnTo>
                  <a:lnTo>
                    <a:pt x="31" y="292"/>
                  </a:lnTo>
                  <a:lnTo>
                    <a:pt x="48" y="275"/>
                  </a:lnTo>
                  <a:lnTo>
                    <a:pt x="56" y="266"/>
                  </a:lnTo>
                  <a:lnTo>
                    <a:pt x="63" y="256"/>
                  </a:lnTo>
                  <a:lnTo>
                    <a:pt x="63" y="256"/>
                  </a:lnTo>
                  <a:lnTo>
                    <a:pt x="82" y="229"/>
                  </a:lnTo>
                  <a:lnTo>
                    <a:pt x="102" y="206"/>
                  </a:lnTo>
                  <a:lnTo>
                    <a:pt x="124" y="182"/>
                  </a:lnTo>
                  <a:lnTo>
                    <a:pt x="147" y="158"/>
                  </a:lnTo>
                  <a:lnTo>
                    <a:pt x="147" y="158"/>
                  </a:lnTo>
                  <a:lnTo>
                    <a:pt x="191" y="114"/>
                  </a:lnTo>
                  <a:lnTo>
                    <a:pt x="213" y="91"/>
                  </a:lnTo>
                  <a:lnTo>
                    <a:pt x="236" y="70"/>
                  </a:lnTo>
                  <a:lnTo>
                    <a:pt x="236" y="70"/>
                  </a:lnTo>
                  <a:lnTo>
                    <a:pt x="259" y="49"/>
                  </a:lnTo>
                  <a:lnTo>
                    <a:pt x="283" y="27"/>
                  </a:lnTo>
                  <a:lnTo>
                    <a:pt x="283" y="27"/>
                  </a:lnTo>
                  <a:lnTo>
                    <a:pt x="295" y="18"/>
                  </a:lnTo>
                  <a:lnTo>
                    <a:pt x="300" y="13"/>
                  </a:lnTo>
                  <a:lnTo>
                    <a:pt x="303" y="6"/>
                  </a:lnTo>
                  <a:lnTo>
                    <a:pt x="303" y="6"/>
                  </a:lnTo>
                  <a:lnTo>
                    <a:pt x="304" y="4"/>
                  </a:lnTo>
                  <a:lnTo>
                    <a:pt x="303" y="2"/>
                  </a:lnTo>
                  <a:lnTo>
                    <a:pt x="302" y="1"/>
                  </a:lnTo>
                  <a:lnTo>
                    <a:pt x="300" y="0"/>
                  </a:lnTo>
                  <a:lnTo>
                    <a:pt x="297" y="0"/>
                  </a:lnTo>
                  <a:lnTo>
                    <a:pt x="295" y="1"/>
                  </a:lnTo>
                  <a:lnTo>
                    <a:pt x="293" y="3"/>
                  </a:lnTo>
                  <a:lnTo>
                    <a:pt x="293"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2" name="Freeform 527"/>
            <p:cNvSpPr/>
            <p:nvPr/>
          </p:nvSpPr>
          <p:spPr bwMode="auto">
            <a:xfrm>
              <a:off x="2405063" y="3481388"/>
              <a:ext cx="68263" cy="88900"/>
            </a:xfrm>
            <a:custGeom>
              <a:avLst/>
              <a:gdLst/>
              <a:ahLst/>
              <a:cxnLst>
                <a:cxn ang="0">
                  <a:pos x="120" y="2"/>
                </a:cxn>
                <a:cxn ang="0">
                  <a:pos x="120" y="2"/>
                </a:cxn>
                <a:cxn ang="0">
                  <a:pos x="108" y="16"/>
                </a:cxn>
                <a:cxn ang="0">
                  <a:pos x="97" y="31"/>
                </a:cxn>
                <a:cxn ang="0">
                  <a:pos x="97" y="31"/>
                </a:cxn>
                <a:cxn ang="0">
                  <a:pos x="88" y="41"/>
                </a:cxn>
                <a:cxn ang="0">
                  <a:pos x="79" y="51"/>
                </a:cxn>
                <a:cxn ang="0">
                  <a:pos x="71" y="62"/>
                </a:cxn>
                <a:cxn ang="0">
                  <a:pos x="64" y="72"/>
                </a:cxn>
                <a:cxn ang="0">
                  <a:pos x="64" y="72"/>
                </a:cxn>
                <a:cxn ang="0">
                  <a:pos x="48" y="95"/>
                </a:cxn>
                <a:cxn ang="0">
                  <a:pos x="32" y="117"/>
                </a:cxn>
                <a:cxn ang="0">
                  <a:pos x="15" y="138"/>
                </a:cxn>
                <a:cxn ang="0">
                  <a:pos x="0" y="161"/>
                </a:cxn>
                <a:cxn ang="0">
                  <a:pos x="0" y="161"/>
                </a:cxn>
                <a:cxn ang="0">
                  <a:pos x="0" y="163"/>
                </a:cxn>
                <a:cxn ang="0">
                  <a:pos x="0" y="164"/>
                </a:cxn>
                <a:cxn ang="0">
                  <a:pos x="1" y="166"/>
                </a:cxn>
                <a:cxn ang="0">
                  <a:pos x="2" y="167"/>
                </a:cxn>
                <a:cxn ang="0">
                  <a:pos x="4" y="167"/>
                </a:cxn>
                <a:cxn ang="0">
                  <a:pos x="5" y="167"/>
                </a:cxn>
                <a:cxn ang="0">
                  <a:pos x="7" y="167"/>
                </a:cxn>
                <a:cxn ang="0">
                  <a:pos x="8" y="165"/>
                </a:cxn>
                <a:cxn ang="0">
                  <a:pos x="8" y="165"/>
                </a:cxn>
                <a:cxn ang="0">
                  <a:pos x="22" y="144"/>
                </a:cxn>
                <a:cxn ang="0">
                  <a:pos x="37" y="125"/>
                </a:cxn>
                <a:cxn ang="0">
                  <a:pos x="52" y="104"/>
                </a:cxn>
                <a:cxn ang="0">
                  <a:pos x="67" y="85"/>
                </a:cxn>
                <a:cxn ang="0">
                  <a:pos x="67" y="85"/>
                </a:cxn>
                <a:cxn ang="0">
                  <a:pos x="81" y="65"/>
                </a:cxn>
                <a:cxn ang="0">
                  <a:pos x="96" y="45"/>
                </a:cxn>
                <a:cxn ang="0">
                  <a:pos x="111" y="26"/>
                </a:cxn>
                <a:cxn ang="0">
                  <a:pos x="128" y="8"/>
                </a:cxn>
                <a:cxn ang="0">
                  <a:pos x="128" y="8"/>
                </a:cxn>
                <a:cxn ang="0">
                  <a:pos x="129" y="7"/>
                </a:cxn>
                <a:cxn ang="0">
                  <a:pos x="129" y="5"/>
                </a:cxn>
                <a:cxn ang="0">
                  <a:pos x="129" y="3"/>
                </a:cxn>
                <a:cxn ang="0">
                  <a:pos x="128" y="2"/>
                </a:cxn>
                <a:cxn ang="0">
                  <a:pos x="126" y="1"/>
                </a:cxn>
                <a:cxn ang="0">
                  <a:pos x="125" y="0"/>
                </a:cxn>
                <a:cxn ang="0">
                  <a:pos x="122" y="1"/>
                </a:cxn>
                <a:cxn ang="0">
                  <a:pos x="120" y="2"/>
                </a:cxn>
                <a:cxn ang="0">
                  <a:pos x="120" y="2"/>
                </a:cxn>
              </a:cxnLst>
              <a:rect l="0" t="0" r="r" b="b"/>
              <a:pathLst>
                <a:path w="129" h="167">
                  <a:moveTo>
                    <a:pt x="120" y="2"/>
                  </a:moveTo>
                  <a:lnTo>
                    <a:pt x="120" y="2"/>
                  </a:lnTo>
                  <a:lnTo>
                    <a:pt x="108" y="16"/>
                  </a:lnTo>
                  <a:lnTo>
                    <a:pt x="97" y="31"/>
                  </a:lnTo>
                  <a:lnTo>
                    <a:pt x="97" y="31"/>
                  </a:lnTo>
                  <a:lnTo>
                    <a:pt x="88" y="41"/>
                  </a:lnTo>
                  <a:lnTo>
                    <a:pt x="79" y="51"/>
                  </a:lnTo>
                  <a:lnTo>
                    <a:pt x="71" y="62"/>
                  </a:lnTo>
                  <a:lnTo>
                    <a:pt x="64" y="72"/>
                  </a:lnTo>
                  <a:lnTo>
                    <a:pt x="64" y="72"/>
                  </a:lnTo>
                  <a:lnTo>
                    <a:pt x="48" y="95"/>
                  </a:lnTo>
                  <a:lnTo>
                    <a:pt x="32" y="117"/>
                  </a:lnTo>
                  <a:lnTo>
                    <a:pt x="15" y="138"/>
                  </a:lnTo>
                  <a:lnTo>
                    <a:pt x="0" y="161"/>
                  </a:lnTo>
                  <a:lnTo>
                    <a:pt x="0" y="161"/>
                  </a:lnTo>
                  <a:lnTo>
                    <a:pt x="0" y="163"/>
                  </a:lnTo>
                  <a:lnTo>
                    <a:pt x="0" y="164"/>
                  </a:lnTo>
                  <a:lnTo>
                    <a:pt x="1" y="166"/>
                  </a:lnTo>
                  <a:lnTo>
                    <a:pt x="2" y="167"/>
                  </a:lnTo>
                  <a:lnTo>
                    <a:pt x="4" y="167"/>
                  </a:lnTo>
                  <a:lnTo>
                    <a:pt x="5" y="167"/>
                  </a:lnTo>
                  <a:lnTo>
                    <a:pt x="7" y="167"/>
                  </a:lnTo>
                  <a:lnTo>
                    <a:pt x="8" y="165"/>
                  </a:lnTo>
                  <a:lnTo>
                    <a:pt x="8" y="165"/>
                  </a:lnTo>
                  <a:lnTo>
                    <a:pt x="22" y="144"/>
                  </a:lnTo>
                  <a:lnTo>
                    <a:pt x="37" y="125"/>
                  </a:lnTo>
                  <a:lnTo>
                    <a:pt x="52" y="104"/>
                  </a:lnTo>
                  <a:lnTo>
                    <a:pt x="67" y="85"/>
                  </a:lnTo>
                  <a:lnTo>
                    <a:pt x="67" y="85"/>
                  </a:lnTo>
                  <a:lnTo>
                    <a:pt x="81" y="65"/>
                  </a:lnTo>
                  <a:lnTo>
                    <a:pt x="96" y="45"/>
                  </a:lnTo>
                  <a:lnTo>
                    <a:pt x="111" y="26"/>
                  </a:lnTo>
                  <a:lnTo>
                    <a:pt x="128" y="8"/>
                  </a:lnTo>
                  <a:lnTo>
                    <a:pt x="128" y="8"/>
                  </a:lnTo>
                  <a:lnTo>
                    <a:pt x="129" y="7"/>
                  </a:lnTo>
                  <a:lnTo>
                    <a:pt x="129" y="5"/>
                  </a:lnTo>
                  <a:lnTo>
                    <a:pt x="129" y="3"/>
                  </a:lnTo>
                  <a:lnTo>
                    <a:pt x="128" y="2"/>
                  </a:lnTo>
                  <a:lnTo>
                    <a:pt x="126" y="1"/>
                  </a:lnTo>
                  <a:lnTo>
                    <a:pt x="125" y="0"/>
                  </a:lnTo>
                  <a:lnTo>
                    <a:pt x="122" y="1"/>
                  </a:lnTo>
                  <a:lnTo>
                    <a:pt x="120" y="2"/>
                  </a:lnTo>
                  <a:lnTo>
                    <a:pt x="120"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3" name="Freeform 528"/>
            <p:cNvSpPr/>
            <p:nvPr/>
          </p:nvSpPr>
          <p:spPr bwMode="auto">
            <a:xfrm>
              <a:off x="2468563" y="3505200"/>
              <a:ext cx="55563" cy="65088"/>
            </a:xfrm>
            <a:custGeom>
              <a:avLst/>
              <a:gdLst/>
              <a:ahLst/>
              <a:cxnLst>
                <a:cxn ang="0">
                  <a:pos x="96" y="2"/>
                </a:cxn>
                <a:cxn ang="0">
                  <a:pos x="96" y="2"/>
                </a:cxn>
                <a:cxn ang="0">
                  <a:pos x="71" y="29"/>
                </a:cxn>
                <a:cxn ang="0">
                  <a:pos x="46" y="57"/>
                </a:cxn>
                <a:cxn ang="0">
                  <a:pos x="23" y="86"/>
                </a:cxn>
                <a:cxn ang="0">
                  <a:pos x="1" y="117"/>
                </a:cxn>
                <a:cxn ang="0">
                  <a:pos x="1" y="117"/>
                </a:cxn>
                <a:cxn ang="0">
                  <a:pos x="0" y="119"/>
                </a:cxn>
                <a:cxn ang="0">
                  <a:pos x="0" y="120"/>
                </a:cxn>
                <a:cxn ang="0">
                  <a:pos x="1" y="122"/>
                </a:cxn>
                <a:cxn ang="0">
                  <a:pos x="2" y="123"/>
                </a:cxn>
                <a:cxn ang="0">
                  <a:pos x="4" y="123"/>
                </a:cxn>
                <a:cxn ang="0">
                  <a:pos x="7" y="123"/>
                </a:cxn>
                <a:cxn ang="0">
                  <a:pos x="8" y="123"/>
                </a:cxn>
                <a:cxn ang="0">
                  <a:pos x="10" y="121"/>
                </a:cxn>
                <a:cxn ang="0">
                  <a:pos x="10" y="121"/>
                </a:cxn>
                <a:cxn ang="0">
                  <a:pos x="30" y="91"/>
                </a:cxn>
                <a:cxn ang="0">
                  <a:pos x="54" y="63"/>
                </a:cxn>
                <a:cxn ang="0">
                  <a:pos x="78" y="35"/>
                </a:cxn>
                <a:cxn ang="0">
                  <a:pos x="104" y="9"/>
                </a:cxn>
                <a:cxn ang="0">
                  <a:pos x="104" y="9"/>
                </a:cxn>
                <a:cxn ang="0">
                  <a:pos x="105" y="6"/>
                </a:cxn>
                <a:cxn ang="0">
                  <a:pos x="105" y="5"/>
                </a:cxn>
                <a:cxn ang="0">
                  <a:pos x="105" y="3"/>
                </a:cxn>
                <a:cxn ang="0">
                  <a:pos x="104" y="2"/>
                </a:cxn>
                <a:cxn ang="0">
                  <a:pos x="102" y="1"/>
                </a:cxn>
                <a:cxn ang="0">
                  <a:pos x="101" y="0"/>
                </a:cxn>
                <a:cxn ang="0">
                  <a:pos x="98" y="1"/>
                </a:cxn>
                <a:cxn ang="0">
                  <a:pos x="96" y="2"/>
                </a:cxn>
                <a:cxn ang="0">
                  <a:pos x="96" y="2"/>
                </a:cxn>
              </a:cxnLst>
              <a:rect l="0" t="0" r="r" b="b"/>
              <a:pathLst>
                <a:path w="105" h="123">
                  <a:moveTo>
                    <a:pt x="96" y="2"/>
                  </a:moveTo>
                  <a:lnTo>
                    <a:pt x="96" y="2"/>
                  </a:lnTo>
                  <a:lnTo>
                    <a:pt x="71" y="29"/>
                  </a:lnTo>
                  <a:lnTo>
                    <a:pt x="46" y="57"/>
                  </a:lnTo>
                  <a:lnTo>
                    <a:pt x="23" y="86"/>
                  </a:lnTo>
                  <a:lnTo>
                    <a:pt x="1" y="117"/>
                  </a:lnTo>
                  <a:lnTo>
                    <a:pt x="1" y="117"/>
                  </a:lnTo>
                  <a:lnTo>
                    <a:pt x="0" y="119"/>
                  </a:lnTo>
                  <a:lnTo>
                    <a:pt x="0" y="120"/>
                  </a:lnTo>
                  <a:lnTo>
                    <a:pt x="1" y="122"/>
                  </a:lnTo>
                  <a:lnTo>
                    <a:pt x="2" y="123"/>
                  </a:lnTo>
                  <a:lnTo>
                    <a:pt x="4" y="123"/>
                  </a:lnTo>
                  <a:lnTo>
                    <a:pt x="7" y="123"/>
                  </a:lnTo>
                  <a:lnTo>
                    <a:pt x="8" y="123"/>
                  </a:lnTo>
                  <a:lnTo>
                    <a:pt x="10" y="121"/>
                  </a:lnTo>
                  <a:lnTo>
                    <a:pt x="10" y="121"/>
                  </a:lnTo>
                  <a:lnTo>
                    <a:pt x="30" y="91"/>
                  </a:lnTo>
                  <a:lnTo>
                    <a:pt x="54" y="63"/>
                  </a:lnTo>
                  <a:lnTo>
                    <a:pt x="78" y="35"/>
                  </a:lnTo>
                  <a:lnTo>
                    <a:pt x="104" y="9"/>
                  </a:lnTo>
                  <a:lnTo>
                    <a:pt x="104" y="9"/>
                  </a:lnTo>
                  <a:lnTo>
                    <a:pt x="105" y="6"/>
                  </a:lnTo>
                  <a:lnTo>
                    <a:pt x="105" y="5"/>
                  </a:lnTo>
                  <a:lnTo>
                    <a:pt x="105" y="3"/>
                  </a:lnTo>
                  <a:lnTo>
                    <a:pt x="104" y="2"/>
                  </a:lnTo>
                  <a:lnTo>
                    <a:pt x="102" y="1"/>
                  </a:lnTo>
                  <a:lnTo>
                    <a:pt x="101" y="0"/>
                  </a:lnTo>
                  <a:lnTo>
                    <a:pt x="98" y="1"/>
                  </a:lnTo>
                  <a:lnTo>
                    <a:pt x="96" y="2"/>
                  </a:lnTo>
                  <a:lnTo>
                    <a:pt x="96"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4" name="Freeform 529"/>
            <p:cNvSpPr/>
            <p:nvPr/>
          </p:nvSpPr>
          <p:spPr bwMode="auto">
            <a:xfrm>
              <a:off x="2498726" y="3582988"/>
              <a:ext cx="82550" cy="95250"/>
            </a:xfrm>
            <a:custGeom>
              <a:avLst/>
              <a:gdLst/>
              <a:ahLst/>
              <a:cxnLst>
                <a:cxn ang="0">
                  <a:pos x="147" y="1"/>
                </a:cxn>
                <a:cxn ang="0">
                  <a:pos x="147" y="1"/>
                </a:cxn>
                <a:cxn ang="0">
                  <a:pos x="107" y="41"/>
                </a:cxn>
                <a:cxn ang="0">
                  <a:pos x="87" y="61"/>
                </a:cxn>
                <a:cxn ang="0">
                  <a:pos x="67" y="82"/>
                </a:cxn>
                <a:cxn ang="0">
                  <a:pos x="49" y="103"/>
                </a:cxn>
                <a:cxn ang="0">
                  <a:pos x="31" y="125"/>
                </a:cxn>
                <a:cxn ang="0">
                  <a:pos x="16" y="149"/>
                </a:cxn>
                <a:cxn ang="0">
                  <a:pos x="1" y="173"/>
                </a:cxn>
                <a:cxn ang="0">
                  <a:pos x="1" y="173"/>
                </a:cxn>
                <a:cxn ang="0">
                  <a:pos x="0" y="176"/>
                </a:cxn>
                <a:cxn ang="0">
                  <a:pos x="0" y="177"/>
                </a:cxn>
                <a:cxn ang="0">
                  <a:pos x="1" y="179"/>
                </a:cxn>
                <a:cxn ang="0">
                  <a:pos x="3" y="180"/>
                </a:cxn>
                <a:cxn ang="0">
                  <a:pos x="4" y="180"/>
                </a:cxn>
                <a:cxn ang="0">
                  <a:pos x="6" y="180"/>
                </a:cxn>
                <a:cxn ang="0">
                  <a:pos x="7" y="180"/>
                </a:cxn>
                <a:cxn ang="0">
                  <a:pos x="9" y="178"/>
                </a:cxn>
                <a:cxn ang="0">
                  <a:pos x="9" y="178"/>
                </a:cxn>
                <a:cxn ang="0">
                  <a:pos x="23" y="154"/>
                </a:cxn>
                <a:cxn ang="0">
                  <a:pos x="39" y="130"/>
                </a:cxn>
                <a:cxn ang="0">
                  <a:pos x="57" y="108"/>
                </a:cxn>
                <a:cxn ang="0">
                  <a:pos x="75" y="88"/>
                </a:cxn>
                <a:cxn ang="0">
                  <a:pos x="94" y="67"/>
                </a:cxn>
                <a:cxn ang="0">
                  <a:pos x="114" y="47"/>
                </a:cxn>
                <a:cxn ang="0">
                  <a:pos x="154" y="8"/>
                </a:cxn>
                <a:cxn ang="0">
                  <a:pos x="154" y="8"/>
                </a:cxn>
                <a:cxn ang="0">
                  <a:pos x="155" y="6"/>
                </a:cxn>
                <a:cxn ang="0">
                  <a:pos x="155" y="5"/>
                </a:cxn>
                <a:cxn ang="0">
                  <a:pos x="155" y="3"/>
                </a:cxn>
                <a:cxn ang="0">
                  <a:pos x="154" y="2"/>
                </a:cxn>
                <a:cxn ang="0">
                  <a:pos x="152" y="1"/>
                </a:cxn>
                <a:cxn ang="0">
                  <a:pos x="151" y="0"/>
                </a:cxn>
                <a:cxn ang="0">
                  <a:pos x="149" y="0"/>
                </a:cxn>
                <a:cxn ang="0">
                  <a:pos x="147" y="1"/>
                </a:cxn>
                <a:cxn ang="0">
                  <a:pos x="147" y="1"/>
                </a:cxn>
              </a:cxnLst>
              <a:rect l="0" t="0" r="r" b="b"/>
              <a:pathLst>
                <a:path w="155" h="180">
                  <a:moveTo>
                    <a:pt x="147" y="1"/>
                  </a:moveTo>
                  <a:lnTo>
                    <a:pt x="147" y="1"/>
                  </a:lnTo>
                  <a:lnTo>
                    <a:pt x="107" y="41"/>
                  </a:lnTo>
                  <a:lnTo>
                    <a:pt x="87" y="61"/>
                  </a:lnTo>
                  <a:lnTo>
                    <a:pt x="67" y="82"/>
                  </a:lnTo>
                  <a:lnTo>
                    <a:pt x="49" y="103"/>
                  </a:lnTo>
                  <a:lnTo>
                    <a:pt x="31" y="125"/>
                  </a:lnTo>
                  <a:lnTo>
                    <a:pt x="16" y="149"/>
                  </a:lnTo>
                  <a:lnTo>
                    <a:pt x="1" y="173"/>
                  </a:lnTo>
                  <a:lnTo>
                    <a:pt x="1" y="173"/>
                  </a:lnTo>
                  <a:lnTo>
                    <a:pt x="0" y="176"/>
                  </a:lnTo>
                  <a:lnTo>
                    <a:pt x="0" y="177"/>
                  </a:lnTo>
                  <a:lnTo>
                    <a:pt x="1" y="179"/>
                  </a:lnTo>
                  <a:lnTo>
                    <a:pt x="3" y="180"/>
                  </a:lnTo>
                  <a:lnTo>
                    <a:pt x="4" y="180"/>
                  </a:lnTo>
                  <a:lnTo>
                    <a:pt x="6" y="180"/>
                  </a:lnTo>
                  <a:lnTo>
                    <a:pt x="7" y="180"/>
                  </a:lnTo>
                  <a:lnTo>
                    <a:pt x="9" y="178"/>
                  </a:lnTo>
                  <a:lnTo>
                    <a:pt x="9" y="178"/>
                  </a:lnTo>
                  <a:lnTo>
                    <a:pt x="23" y="154"/>
                  </a:lnTo>
                  <a:lnTo>
                    <a:pt x="39" y="130"/>
                  </a:lnTo>
                  <a:lnTo>
                    <a:pt x="57" y="108"/>
                  </a:lnTo>
                  <a:lnTo>
                    <a:pt x="75" y="88"/>
                  </a:lnTo>
                  <a:lnTo>
                    <a:pt x="94" y="67"/>
                  </a:lnTo>
                  <a:lnTo>
                    <a:pt x="114" y="47"/>
                  </a:lnTo>
                  <a:lnTo>
                    <a:pt x="154" y="8"/>
                  </a:lnTo>
                  <a:lnTo>
                    <a:pt x="154" y="8"/>
                  </a:lnTo>
                  <a:lnTo>
                    <a:pt x="155" y="6"/>
                  </a:lnTo>
                  <a:lnTo>
                    <a:pt x="155" y="5"/>
                  </a:lnTo>
                  <a:lnTo>
                    <a:pt x="155" y="3"/>
                  </a:lnTo>
                  <a:lnTo>
                    <a:pt x="154" y="2"/>
                  </a:lnTo>
                  <a:lnTo>
                    <a:pt x="152" y="1"/>
                  </a:lnTo>
                  <a:lnTo>
                    <a:pt x="151" y="0"/>
                  </a:lnTo>
                  <a:lnTo>
                    <a:pt x="149" y="0"/>
                  </a:lnTo>
                  <a:lnTo>
                    <a:pt x="147" y="1"/>
                  </a:lnTo>
                  <a:lnTo>
                    <a:pt x="147"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5" name="Freeform 530"/>
            <p:cNvSpPr/>
            <p:nvPr/>
          </p:nvSpPr>
          <p:spPr bwMode="auto">
            <a:xfrm>
              <a:off x="2598738" y="3586163"/>
              <a:ext cx="39688" cy="50800"/>
            </a:xfrm>
            <a:custGeom>
              <a:avLst/>
              <a:gdLst/>
              <a:ahLst/>
              <a:cxnLst>
                <a:cxn ang="0">
                  <a:pos x="64" y="2"/>
                </a:cxn>
                <a:cxn ang="0">
                  <a:pos x="64" y="2"/>
                </a:cxn>
                <a:cxn ang="0">
                  <a:pos x="48" y="25"/>
                </a:cxn>
                <a:cxn ang="0">
                  <a:pos x="31" y="47"/>
                </a:cxn>
                <a:cxn ang="0">
                  <a:pos x="15" y="68"/>
                </a:cxn>
                <a:cxn ang="0">
                  <a:pos x="7" y="80"/>
                </a:cxn>
                <a:cxn ang="0">
                  <a:pos x="0" y="91"/>
                </a:cxn>
                <a:cxn ang="0">
                  <a:pos x="0" y="91"/>
                </a:cxn>
                <a:cxn ang="0">
                  <a:pos x="0" y="93"/>
                </a:cxn>
                <a:cxn ang="0">
                  <a:pos x="0" y="95"/>
                </a:cxn>
                <a:cxn ang="0">
                  <a:pos x="1" y="96"/>
                </a:cxn>
                <a:cxn ang="0">
                  <a:pos x="2" y="97"/>
                </a:cxn>
                <a:cxn ang="0">
                  <a:pos x="4" y="98"/>
                </a:cxn>
                <a:cxn ang="0">
                  <a:pos x="5" y="98"/>
                </a:cxn>
                <a:cxn ang="0">
                  <a:pos x="7" y="97"/>
                </a:cxn>
                <a:cxn ang="0">
                  <a:pos x="8" y="96"/>
                </a:cxn>
                <a:cxn ang="0">
                  <a:pos x="8" y="96"/>
                </a:cxn>
                <a:cxn ang="0">
                  <a:pos x="16" y="84"/>
                </a:cxn>
                <a:cxn ang="0">
                  <a:pos x="23" y="73"/>
                </a:cxn>
                <a:cxn ang="0">
                  <a:pos x="39" y="51"/>
                </a:cxn>
                <a:cxn ang="0">
                  <a:pos x="56" y="29"/>
                </a:cxn>
                <a:cxn ang="0">
                  <a:pos x="73" y="7"/>
                </a:cxn>
                <a:cxn ang="0">
                  <a:pos x="73" y="7"/>
                </a:cxn>
                <a:cxn ang="0">
                  <a:pos x="73" y="5"/>
                </a:cxn>
                <a:cxn ang="0">
                  <a:pos x="73" y="4"/>
                </a:cxn>
                <a:cxn ang="0">
                  <a:pos x="71" y="2"/>
                </a:cxn>
                <a:cxn ang="0">
                  <a:pos x="70" y="1"/>
                </a:cxn>
                <a:cxn ang="0">
                  <a:pos x="67" y="0"/>
                </a:cxn>
                <a:cxn ang="0">
                  <a:pos x="65" y="1"/>
                </a:cxn>
                <a:cxn ang="0">
                  <a:pos x="64" y="2"/>
                </a:cxn>
                <a:cxn ang="0">
                  <a:pos x="64" y="2"/>
                </a:cxn>
              </a:cxnLst>
              <a:rect l="0" t="0" r="r" b="b"/>
              <a:pathLst>
                <a:path w="73" h="98">
                  <a:moveTo>
                    <a:pt x="64" y="2"/>
                  </a:moveTo>
                  <a:lnTo>
                    <a:pt x="64" y="2"/>
                  </a:lnTo>
                  <a:lnTo>
                    <a:pt x="48" y="25"/>
                  </a:lnTo>
                  <a:lnTo>
                    <a:pt x="31" y="47"/>
                  </a:lnTo>
                  <a:lnTo>
                    <a:pt x="15" y="68"/>
                  </a:lnTo>
                  <a:lnTo>
                    <a:pt x="7" y="80"/>
                  </a:lnTo>
                  <a:lnTo>
                    <a:pt x="0" y="91"/>
                  </a:lnTo>
                  <a:lnTo>
                    <a:pt x="0" y="91"/>
                  </a:lnTo>
                  <a:lnTo>
                    <a:pt x="0" y="93"/>
                  </a:lnTo>
                  <a:lnTo>
                    <a:pt x="0" y="95"/>
                  </a:lnTo>
                  <a:lnTo>
                    <a:pt x="1" y="96"/>
                  </a:lnTo>
                  <a:lnTo>
                    <a:pt x="2" y="97"/>
                  </a:lnTo>
                  <a:lnTo>
                    <a:pt x="4" y="98"/>
                  </a:lnTo>
                  <a:lnTo>
                    <a:pt x="5" y="98"/>
                  </a:lnTo>
                  <a:lnTo>
                    <a:pt x="7" y="97"/>
                  </a:lnTo>
                  <a:lnTo>
                    <a:pt x="8" y="96"/>
                  </a:lnTo>
                  <a:lnTo>
                    <a:pt x="8" y="96"/>
                  </a:lnTo>
                  <a:lnTo>
                    <a:pt x="16" y="84"/>
                  </a:lnTo>
                  <a:lnTo>
                    <a:pt x="23" y="73"/>
                  </a:lnTo>
                  <a:lnTo>
                    <a:pt x="39" y="51"/>
                  </a:lnTo>
                  <a:lnTo>
                    <a:pt x="56" y="29"/>
                  </a:lnTo>
                  <a:lnTo>
                    <a:pt x="73" y="7"/>
                  </a:lnTo>
                  <a:lnTo>
                    <a:pt x="73" y="7"/>
                  </a:lnTo>
                  <a:lnTo>
                    <a:pt x="73" y="5"/>
                  </a:lnTo>
                  <a:lnTo>
                    <a:pt x="73" y="4"/>
                  </a:lnTo>
                  <a:lnTo>
                    <a:pt x="71" y="2"/>
                  </a:lnTo>
                  <a:lnTo>
                    <a:pt x="70" y="1"/>
                  </a:lnTo>
                  <a:lnTo>
                    <a:pt x="67" y="0"/>
                  </a:lnTo>
                  <a:lnTo>
                    <a:pt x="65" y="1"/>
                  </a:lnTo>
                  <a:lnTo>
                    <a:pt x="64" y="2"/>
                  </a:lnTo>
                  <a:lnTo>
                    <a:pt x="64"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6" name="Freeform 531"/>
            <p:cNvSpPr/>
            <p:nvPr/>
          </p:nvSpPr>
          <p:spPr bwMode="auto">
            <a:xfrm>
              <a:off x="2665413" y="3605213"/>
              <a:ext cx="28575" cy="46038"/>
            </a:xfrm>
            <a:custGeom>
              <a:avLst/>
              <a:gdLst/>
              <a:ahLst/>
              <a:cxnLst>
                <a:cxn ang="0">
                  <a:pos x="45" y="3"/>
                </a:cxn>
                <a:cxn ang="0">
                  <a:pos x="45" y="3"/>
                </a:cxn>
                <a:cxn ang="0">
                  <a:pos x="42" y="15"/>
                </a:cxn>
                <a:cxn ang="0">
                  <a:pos x="37" y="24"/>
                </a:cxn>
                <a:cxn ang="0">
                  <a:pos x="31" y="33"/>
                </a:cxn>
                <a:cxn ang="0">
                  <a:pos x="25" y="43"/>
                </a:cxn>
                <a:cxn ang="0">
                  <a:pos x="13" y="60"/>
                </a:cxn>
                <a:cxn ang="0">
                  <a:pos x="6" y="69"/>
                </a:cxn>
                <a:cxn ang="0">
                  <a:pos x="1" y="79"/>
                </a:cxn>
                <a:cxn ang="0">
                  <a:pos x="1" y="79"/>
                </a:cxn>
                <a:cxn ang="0">
                  <a:pos x="0" y="81"/>
                </a:cxn>
                <a:cxn ang="0">
                  <a:pos x="0" y="82"/>
                </a:cxn>
                <a:cxn ang="0">
                  <a:pos x="1" y="84"/>
                </a:cxn>
                <a:cxn ang="0">
                  <a:pos x="3" y="85"/>
                </a:cxn>
                <a:cxn ang="0">
                  <a:pos x="4" y="85"/>
                </a:cxn>
                <a:cxn ang="0">
                  <a:pos x="6" y="85"/>
                </a:cxn>
                <a:cxn ang="0">
                  <a:pos x="7" y="85"/>
                </a:cxn>
                <a:cxn ang="0">
                  <a:pos x="10" y="83"/>
                </a:cxn>
                <a:cxn ang="0">
                  <a:pos x="10" y="83"/>
                </a:cxn>
                <a:cxn ang="0">
                  <a:pos x="15" y="74"/>
                </a:cxn>
                <a:cxn ang="0">
                  <a:pos x="21" y="64"/>
                </a:cxn>
                <a:cxn ang="0">
                  <a:pos x="34" y="46"/>
                </a:cxn>
                <a:cxn ang="0">
                  <a:pos x="41" y="36"/>
                </a:cxn>
                <a:cxn ang="0">
                  <a:pos x="46" y="27"/>
                </a:cxn>
                <a:cxn ang="0">
                  <a:pos x="51" y="17"/>
                </a:cxn>
                <a:cxn ang="0">
                  <a:pos x="54" y="7"/>
                </a:cxn>
                <a:cxn ang="0">
                  <a:pos x="54" y="7"/>
                </a:cxn>
                <a:cxn ang="0">
                  <a:pos x="54" y="4"/>
                </a:cxn>
                <a:cxn ang="0">
                  <a:pos x="53" y="2"/>
                </a:cxn>
                <a:cxn ang="0">
                  <a:pos x="52" y="1"/>
                </a:cxn>
                <a:cxn ang="0">
                  <a:pos x="51" y="0"/>
                </a:cxn>
                <a:cxn ang="0">
                  <a:pos x="49" y="0"/>
                </a:cxn>
                <a:cxn ang="0">
                  <a:pos x="47" y="0"/>
                </a:cxn>
                <a:cxn ang="0">
                  <a:pos x="46" y="1"/>
                </a:cxn>
                <a:cxn ang="0">
                  <a:pos x="45" y="3"/>
                </a:cxn>
                <a:cxn ang="0">
                  <a:pos x="45" y="3"/>
                </a:cxn>
              </a:cxnLst>
              <a:rect l="0" t="0" r="r" b="b"/>
              <a:pathLst>
                <a:path w="54" h="85">
                  <a:moveTo>
                    <a:pt x="45" y="3"/>
                  </a:moveTo>
                  <a:lnTo>
                    <a:pt x="45" y="3"/>
                  </a:lnTo>
                  <a:lnTo>
                    <a:pt x="42" y="15"/>
                  </a:lnTo>
                  <a:lnTo>
                    <a:pt x="37" y="24"/>
                  </a:lnTo>
                  <a:lnTo>
                    <a:pt x="31" y="33"/>
                  </a:lnTo>
                  <a:lnTo>
                    <a:pt x="25" y="43"/>
                  </a:lnTo>
                  <a:lnTo>
                    <a:pt x="13" y="60"/>
                  </a:lnTo>
                  <a:lnTo>
                    <a:pt x="6" y="69"/>
                  </a:lnTo>
                  <a:lnTo>
                    <a:pt x="1" y="79"/>
                  </a:lnTo>
                  <a:lnTo>
                    <a:pt x="1" y="79"/>
                  </a:lnTo>
                  <a:lnTo>
                    <a:pt x="0" y="81"/>
                  </a:lnTo>
                  <a:lnTo>
                    <a:pt x="0" y="82"/>
                  </a:lnTo>
                  <a:lnTo>
                    <a:pt x="1" y="84"/>
                  </a:lnTo>
                  <a:lnTo>
                    <a:pt x="3" y="85"/>
                  </a:lnTo>
                  <a:lnTo>
                    <a:pt x="4" y="85"/>
                  </a:lnTo>
                  <a:lnTo>
                    <a:pt x="6" y="85"/>
                  </a:lnTo>
                  <a:lnTo>
                    <a:pt x="7" y="85"/>
                  </a:lnTo>
                  <a:lnTo>
                    <a:pt x="10" y="83"/>
                  </a:lnTo>
                  <a:lnTo>
                    <a:pt x="10" y="83"/>
                  </a:lnTo>
                  <a:lnTo>
                    <a:pt x="15" y="74"/>
                  </a:lnTo>
                  <a:lnTo>
                    <a:pt x="21" y="64"/>
                  </a:lnTo>
                  <a:lnTo>
                    <a:pt x="34" y="46"/>
                  </a:lnTo>
                  <a:lnTo>
                    <a:pt x="41" y="36"/>
                  </a:lnTo>
                  <a:lnTo>
                    <a:pt x="46" y="27"/>
                  </a:lnTo>
                  <a:lnTo>
                    <a:pt x="51" y="17"/>
                  </a:lnTo>
                  <a:lnTo>
                    <a:pt x="54" y="7"/>
                  </a:lnTo>
                  <a:lnTo>
                    <a:pt x="54" y="7"/>
                  </a:lnTo>
                  <a:lnTo>
                    <a:pt x="54" y="4"/>
                  </a:lnTo>
                  <a:lnTo>
                    <a:pt x="53" y="2"/>
                  </a:lnTo>
                  <a:lnTo>
                    <a:pt x="52" y="1"/>
                  </a:lnTo>
                  <a:lnTo>
                    <a:pt x="51" y="0"/>
                  </a:lnTo>
                  <a:lnTo>
                    <a:pt x="49" y="0"/>
                  </a:lnTo>
                  <a:lnTo>
                    <a:pt x="47" y="0"/>
                  </a:lnTo>
                  <a:lnTo>
                    <a:pt x="46" y="1"/>
                  </a:lnTo>
                  <a:lnTo>
                    <a:pt x="45" y="3"/>
                  </a:lnTo>
                  <a:lnTo>
                    <a:pt x="45"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7" name="Freeform 532"/>
            <p:cNvSpPr/>
            <p:nvPr/>
          </p:nvSpPr>
          <p:spPr bwMode="auto">
            <a:xfrm>
              <a:off x="2389188" y="3224213"/>
              <a:ext cx="34925" cy="49213"/>
            </a:xfrm>
            <a:custGeom>
              <a:avLst/>
              <a:gdLst/>
              <a:ahLst/>
              <a:cxnLst>
                <a:cxn ang="0">
                  <a:pos x="59" y="1"/>
                </a:cxn>
                <a:cxn ang="0">
                  <a:pos x="59" y="1"/>
                </a:cxn>
                <a:cxn ang="0">
                  <a:pos x="48" y="9"/>
                </a:cxn>
                <a:cxn ang="0">
                  <a:pos x="39" y="17"/>
                </a:cxn>
                <a:cxn ang="0">
                  <a:pos x="29" y="27"/>
                </a:cxn>
                <a:cxn ang="0">
                  <a:pos x="21" y="38"/>
                </a:cxn>
                <a:cxn ang="0">
                  <a:pos x="15" y="50"/>
                </a:cxn>
                <a:cxn ang="0">
                  <a:pos x="9" y="62"/>
                </a:cxn>
                <a:cxn ang="0">
                  <a:pos x="4" y="74"/>
                </a:cxn>
                <a:cxn ang="0">
                  <a:pos x="0" y="86"/>
                </a:cxn>
                <a:cxn ang="0">
                  <a:pos x="0" y="86"/>
                </a:cxn>
                <a:cxn ang="0">
                  <a:pos x="0" y="88"/>
                </a:cxn>
                <a:cxn ang="0">
                  <a:pos x="1" y="90"/>
                </a:cxn>
                <a:cxn ang="0">
                  <a:pos x="2" y="91"/>
                </a:cxn>
                <a:cxn ang="0">
                  <a:pos x="4" y="92"/>
                </a:cxn>
                <a:cxn ang="0">
                  <a:pos x="5" y="92"/>
                </a:cxn>
                <a:cxn ang="0">
                  <a:pos x="7" y="91"/>
                </a:cxn>
                <a:cxn ang="0">
                  <a:pos x="8" y="90"/>
                </a:cxn>
                <a:cxn ang="0">
                  <a:pos x="9" y="89"/>
                </a:cxn>
                <a:cxn ang="0">
                  <a:pos x="9" y="89"/>
                </a:cxn>
                <a:cxn ang="0">
                  <a:pos x="13" y="78"/>
                </a:cxn>
                <a:cxn ang="0">
                  <a:pos x="17" y="66"/>
                </a:cxn>
                <a:cxn ang="0">
                  <a:pos x="22" y="55"/>
                </a:cxn>
                <a:cxn ang="0">
                  <a:pos x="29" y="44"/>
                </a:cxn>
                <a:cxn ang="0">
                  <a:pos x="37" y="33"/>
                </a:cxn>
                <a:cxn ang="0">
                  <a:pos x="45" y="24"/>
                </a:cxn>
                <a:cxn ang="0">
                  <a:pos x="54" y="16"/>
                </a:cxn>
                <a:cxn ang="0">
                  <a:pos x="64" y="10"/>
                </a:cxn>
                <a:cxn ang="0">
                  <a:pos x="64" y="10"/>
                </a:cxn>
                <a:cxn ang="0">
                  <a:pos x="66" y="9"/>
                </a:cxn>
                <a:cxn ang="0">
                  <a:pos x="66" y="7"/>
                </a:cxn>
                <a:cxn ang="0">
                  <a:pos x="66" y="4"/>
                </a:cxn>
                <a:cxn ang="0">
                  <a:pos x="66" y="3"/>
                </a:cxn>
                <a:cxn ang="0">
                  <a:pos x="65" y="1"/>
                </a:cxn>
                <a:cxn ang="0">
                  <a:pos x="63" y="0"/>
                </a:cxn>
                <a:cxn ang="0">
                  <a:pos x="60" y="0"/>
                </a:cxn>
                <a:cxn ang="0">
                  <a:pos x="59" y="1"/>
                </a:cxn>
                <a:cxn ang="0">
                  <a:pos x="59" y="1"/>
                </a:cxn>
              </a:cxnLst>
              <a:rect l="0" t="0" r="r" b="b"/>
              <a:pathLst>
                <a:path w="66" h="92">
                  <a:moveTo>
                    <a:pt x="59" y="1"/>
                  </a:moveTo>
                  <a:lnTo>
                    <a:pt x="59" y="1"/>
                  </a:lnTo>
                  <a:lnTo>
                    <a:pt x="48" y="9"/>
                  </a:lnTo>
                  <a:lnTo>
                    <a:pt x="39" y="17"/>
                  </a:lnTo>
                  <a:lnTo>
                    <a:pt x="29" y="27"/>
                  </a:lnTo>
                  <a:lnTo>
                    <a:pt x="21" y="38"/>
                  </a:lnTo>
                  <a:lnTo>
                    <a:pt x="15" y="50"/>
                  </a:lnTo>
                  <a:lnTo>
                    <a:pt x="9" y="62"/>
                  </a:lnTo>
                  <a:lnTo>
                    <a:pt x="4" y="74"/>
                  </a:lnTo>
                  <a:lnTo>
                    <a:pt x="0" y="86"/>
                  </a:lnTo>
                  <a:lnTo>
                    <a:pt x="0" y="86"/>
                  </a:lnTo>
                  <a:lnTo>
                    <a:pt x="0" y="88"/>
                  </a:lnTo>
                  <a:lnTo>
                    <a:pt x="1" y="90"/>
                  </a:lnTo>
                  <a:lnTo>
                    <a:pt x="2" y="91"/>
                  </a:lnTo>
                  <a:lnTo>
                    <a:pt x="4" y="92"/>
                  </a:lnTo>
                  <a:lnTo>
                    <a:pt x="5" y="92"/>
                  </a:lnTo>
                  <a:lnTo>
                    <a:pt x="7" y="91"/>
                  </a:lnTo>
                  <a:lnTo>
                    <a:pt x="8" y="90"/>
                  </a:lnTo>
                  <a:lnTo>
                    <a:pt x="9" y="89"/>
                  </a:lnTo>
                  <a:lnTo>
                    <a:pt x="9" y="89"/>
                  </a:lnTo>
                  <a:lnTo>
                    <a:pt x="13" y="78"/>
                  </a:lnTo>
                  <a:lnTo>
                    <a:pt x="17" y="66"/>
                  </a:lnTo>
                  <a:lnTo>
                    <a:pt x="22" y="55"/>
                  </a:lnTo>
                  <a:lnTo>
                    <a:pt x="29" y="44"/>
                  </a:lnTo>
                  <a:lnTo>
                    <a:pt x="37" y="33"/>
                  </a:lnTo>
                  <a:lnTo>
                    <a:pt x="45" y="24"/>
                  </a:lnTo>
                  <a:lnTo>
                    <a:pt x="54" y="16"/>
                  </a:lnTo>
                  <a:lnTo>
                    <a:pt x="64" y="10"/>
                  </a:lnTo>
                  <a:lnTo>
                    <a:pt x="64" y="10"/>
                  </a:lnTo>
                  <a:lnTo>
                    <a:pt x="66" y="9"/>
                  </a:lnTo>
                  <a:lnTo>
                    <a:pt x="66" y="7"/>
                  </a:lnTo>
                  <a:lnTo>
                    <a:pt x="66" y="4"/>
                  </a:lnTo>
                  <a:lnTo>
                    <a:pt x="66" y="3"/>
                  </a:lnTo>
                  <a:lnTo>
                    <a:pt x="65" y="1"/>
                  </a:lnTo>
                  <a:lnTo>
                    <a:pt x="63" y="0"/>
                  </a:lnTo>
                  <a:lnTo>
                    <a:pt x="60" y="0"/>
                  </a:lnTo>
                  <a:lnTo>
                    <a:pt x="59" y="1"/>
                  </a:lnTo>
                  <a:lnTo>
                    <a:pt x="59"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8" name="Freeform 533"/>
            <p:cNvSpPr/>
            <p:nvPr/>
          </p:nvSpPr>
          <p:spPr bwMode="auto">
            <a:xfrm>
              <a:off x="2425701" y="3241675"/>
              <a:ext cx="31750" cy="44450"/>
            </a:xfrm>
            <a:custGeom>
              <a:avLst/>
              <a:gdLst/>
              <a:ahLst/>
              <a:cxnLst>
                <a:cxn ang="0">
                  <a:pos x="50" y="2"/>
                </a:cxn>
                <a:cxn ang="0">
                  <a:pos x="50" y="2"/>
                </a:cxn>
                <a:cxn ang="0">
                  <a:pos x="45" y="13"/>
                </a:cxn>
                <a:cxn ang="0">
                  <a:pos x="39" y="22"/>
                </a:cxn>
                <a:cxn ang="0">
                  <a:pos x="26" y="41"/>
                </a:cxn>
                <a:cxn ang="0">
                  <a:pos x="12" y="59"/>
                </a:cxn>
                <a:cxn ang="0">
                  <a:pos x="6" y="69"/>
                </a:cxn>
                <a:cxn ang="0">
                  <a:pos x="0" y="79"/>
                </a:cxn>
                <a:cxn ang="0">
                  <a:pos x="0" y="79"/>
                </a:cxn>
                <a:cxn ang="0">
                  <a:pos x="0" y="80"/>
                </a:cxn>
                <a:cxn ang="0">
                  <a:pos x="0" y="82"/>
                </a:cxn>
                <a:cxn ang="0">
                  <a:pos x="1" y="84"/>
                </a:cxn>
                <a:cxn ang="0">
                  <a:pos x="2" y="85"/>
                </a:cxn>
                <a:cxn ang="0">
                  <a:pos x="4" y="85"/>
                </a:cxn>
                <a:cxn ang="0">
                  <a:pos x="5" y="85"/>
                </a:cxn>
                <a:cxn ang="0">
                  <a:pos x="7" y="85"/>
                </a:cxn>
                <a:cxn ang="0">
                  <a:pos x="8" y="83"/>
                </a:cxn>
                <a:cxn ang="0">
                  <a:pos x="8" y="83"/>
                </a:cxn>
                <a:cxn ang="0">
                  <a:pos x="14" y="74"/>
                </a:cxn>
                <a:cxn ang="0">
                  <a:pos x="20" y="63"/>
                </a:cxn>
                <a:cxn ang="0">
                  <a:pos x="34" y="45"/>
                </a:cxn>
                <a:cxn ang="0">
                  <a:pos x="47" y="27"/>
                </a:cxn>
                <a:cxn ang="0">
                  <a:pos x="53" y="17"/>
                </a:cxn>
                <a:cxn ang="0">
                  <a:pos x="59" y="8"/>
                </a:cxn>
                <a:cxn ang="0">
                  <a:pos x="59" y="8"/>
                </a:cxn>
                <a:cxn ang="0">
                  <a:pos x="60" y="6"/>
                </a:cxn>
                <a:cxn ang="0">
                  <a:pos x="59" y="3"/>
                </a:cxn>
                <a:cxn ang="0">
                  <a:pos x="58" y="2"/>
                </a:cxn>
                <a:cxn ang="0">
                  <a:pos x="57" y="0"/>
                </a:cxn>
                <a:cxn ang="0">
                  <a:pos x="56" y="0"/>
                </a:cxn>
                <a:cxn ang="0">
                  <a:pos x="53" y="0"/>
                </a:cxn>
                <a:cxn ang="0">
                  <a:pos x="51" y="1"/>
                </a:cxn>
                <a:cxn ang="0">
                  <a:pos x="50" y="2"/>
                </a:cxn>
                <a:cxn ang="0">
                  <a:pos x="50" y="2"/>
                </a:cxn>
              </a:cxnLst>
              <a:rect l="0" t="0" r="r" b="b"/>
              <a:pathLst>
                <a:path w="60" h="85">
                  <a:moveTo>
                    <a:pt x="50" y="2"/>
                  </a:moveTo>
                  <a:lnTo>
                    <a:pt x="50" y="2"/>
                  </a:lnTo>
                  <a:lnTo>
                    <a:pt x="45" y="13"/>
                  </a:lnTo>
                  <a:lnTo>
                    <a:pt x="39" y="22"/>
                  </a:lnTo>
                  <a:lnTo>
                    <a:pt x="26" y="41"/>
                  </a:lnTo>
                  <a:lnTo>
                    <a:pt x="12" y="59"/>
                  </a:lnTo>
                  <a:lnTo>
                    <a:pt x="6" y="69"/>
                  </a:lnTo>
                  <a:lnTo>
                    <a:pt x="0" y="79"/>
                  </a:lnTo>
                  <a:lnTo>
                    <a:pt x="0" y="79"/>
                  </a:lnTo>
                  <a:lnTo>
                    <a:pt x="0" y="80"/>
                  </a:lnTo>
                  <a:lnTo>
                    <a:pt x="0" y="82"/>
                  </a:lnTo>
                  <a:lnTo>
                    <a:pt x="1" y="84"/>
                  </a:lnTo>
                  <a:lnTo>
                    <a:pt x="2" y="85"/>
                  </a:lnTo>
                  <a:lnTo>
                    <a:pt x="4" y="85"/>
                  </a:lnTo>
                  <a:lnTo>
                    <a:pt x="5" y="85"/>
                  </a:lnTo>
                  <a:lnTo>
                    <a:pt x="7" y="85"/>
                  </a:lnTo>
                  <a:lnTo>
                    <a:pt x="8" y="83"/>
                  </a:lnTo>
                  <a:lnTo>
                    <a:pt x="8" y="83"/>
                  </a:lnTo>
                  <a:lnTo>
                    <a:pt x="14" y="74"/>
                  </a:lnTo>
                  <a:lnTo>
                    <a:pt x="20" y="63"/>
                  </a:lnTo>
                  <a:lnTo>
                    <a:pt x="34" y="45"/>
                  </a:lnTo>
                  <a:lnTo>
                    <a:pt x="47" y="27"/>
                  </a:lnTo>
                  <a:lnTo>
                    <a:pt x="53" y="17"/>
                  </a:lnTo>
                  <a:lnTo>
                    <a:pt x="59" y="8"/>
                  </a:lnTo>
                  <a:lnTo>
                    <a:pt x="59" y="8"/>
                  </a:lnTo>
                  <a:lnTo>
                    <a:pt x="60" y="6"/>
                  </a:lnTo>
                  <a:lnTo>
                    <a:pt x="59" y="3"/>
                  </a:lnTo>
                  <a:lnTo>
                    <a:pt x="58" y="2"/>
                  </a:lnTo>
                  <a:lnTo>
                    <a:pt x="57" y="0"/>
                  </a:lnTo>
                  <a:lnTo>
                    <a:pt x="56" y="0"/>
                  </a:lnTo>
                  <a:lnTo>
                    <a:pt x="53" y="0"/>
                  </a:lnTo>
                  <a:lnTo>
                    <a:pt x="51" y="1"/>
                  </a:lnTo>
                  <a:lnTo>
                    <a:pt x="50" y="2"/>
                  </a:lnTo>
                  <a:lnTo>
                    <a:pt x="50"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59" name="Freeform 534"/>
            <p:cNvSpPr/>
            <p:nvPr/>
          </p:nvSpPr>
          <p:spPr bwMode="auto">
            <a:xfrm>
              <a:off x="2455863" y="3324225"/>
              <a:ext cx="23813" cy="39688"/>
            </a:xfrm>
            <a:custGeom>
              <a:avLst/>
              <a:gdLst/>
              <a:ahLst/>
              <a:cxnLst>
                <a:cxn ang="0">
                  <a:pos x="38" y="2"/>
                </a:cxn>
                <a:cxn ang="0">
                  <a:pos x="38" y="2"/>
                </a:cxn>
                <a:cxn ang="0">
                  <a:pos x="33" y="11"/>
                </a:cxn>
                <a:cxn ang="0">
                  <a:pos x="27" y="18"/>
                </a:cxn>
                <a:cxn ang="0">
                  <a:pos x="16" y="33"/>
                </a:cxn>
                <a:cxn ang="0">
                  <a:pos x="16" y="33"/>
                </a:cxn>
                <a:cxn ang="0">
                  <a:pos x="12" y="42"/>
                </a:cxn>
                <a:cxn ang="0">
                  <a:pos x="9" y="50"/>
                </a:cxn>
                <a:cxn ang="0">
                  <a:pos x="6" y="57"/>
                </a:cxn>
                <a:cxn ang="0">
                  <a:pos x="1" y="64"/>
                </a:cxn>
                <a:cxn ang="0">
                  <a:pos x="1" y="64"/>
                </a:cxn>
                <a:cxn ang="0">
                  <a:pos x="0" y="67"/>
                </a:cxn>
                <a:cxn ang="0">
                  <a:pos x="0" y="69"/>
                </a:cxn>
                <a:cxn ang="0">
                  <a:pos x="0" y="71"/>
                </a:cxn>
                <a:cxn ang="0">
                  <a:pos x="1" y="72"/>
                </a:cxn>
                <a:cxn ang="0">
                  <a:pos x="3" y="73"/>
                </a:cxn>
                <a:cxn ang="0">
                  <a:pos x="4" y="73"/>
                </a:cxn>
                <a:cxn ang="0">
                  <a:pos x="6" y="73"/>
                </a:cxn>
                <a:cxn ang="0">
                  <a:pos x="7" y="72"/>
                </a:cxn>
                <a:cxn ang="0">
                  <a:pos x="7" y="72"/>
                </a:cxn>
                <a:cxn ang="0">
                  <a:pos x="12" y="65"/>
                </a:cxn>
                <a:cxn ang="0">
                  <a:pos x="15" y="59"/>
                </a:cxn>
                <a:cxn ang="0">
                  <a:pos x="20" y="45"/>
                </a:cxn>
                <a:cxn ang="0">
                  <a:pos x="20" y="45"/>
                </a:cxn>
                <a:cxn ang="0">
                  <a:pos x="26" y="36"/>
                </a:cxn>
                <a:cxn ang="0">
                  <a:pos x="33" y="26"/>
                </a:cxn>
                <a:cxn ang="0">
                  <a:pos x="40" y="17"/>
                </a:cxn>
                <a:cxn ang="0">
                  <a:pos x="46" y="8"/>
                </a:cxn>
                <a:cxn ang="0">
                  <a:pos x="46" y="8"/>
                </a:cxn>
                <a:cxn ang="0">
                  <a:pos x="46" y="6"/>
                </a:cxn>
                <a:cxn ang="0">
                  <a:pos x="46" y="3"/>
                </a:cxn>
                <a:cxn ang="0">
                  <a:pos x="45" y="2"/>
                </a:cxn>
                <a:cxn ang="0">
                  <a:pos x="44" y="1"/>
                </a:cxn>
                <a:cxn ang="0">
                  <a:pos x="42" y="0"/>
                </a:cxn>
                <a:cxn ang="0">
                  <a:pos x="41" y="0"/>
                </a:cxn>
                <a:cxn ang="0">
                  <a:pos x="39" y="1"/>
                </a:cxn>
                <a:cxn ang="0">
                  <a:pos x="38" y="2"/>
                </a:cxn>
                <a:cxn ang="0">
                  <a:pos x="38" y="2"/>
                </a:cxn>
              </a:cxnLst>
              <a:rect l="0" t="0" r="r" b="b"/>
              <a:pathLst>
                <a:path w="46" h="73">
                  <a:moveTo>
                    <a:pt x="38" y="2"/>
                  </a:moveTo>
                  <a:lnTo>
                    <a:pt x="38" y="2"/>
                  </a:lnTo>
                  <a:lnTo>
                    <a:pt x="33" y="11"/>
                  </a:lnTo>
                  <a:lnTo>
                    <a:pt x="27" y="18"/>
                  </a:lnTo>
                  <a:lnTo>
                    <a:pt x="16" y="33"/>
                  </a:lnTo>
                  <a:lnTo>
                    <a:pt x="16" y="33"/>
                  </a:lnTo>
                  <a:lnTo>
                    <a:pt x="12" y="42"/>
                  </a:lnTo>
                  <a:lnTo>
                    <a:pt x="9" y="50"/>
                  </a:lnTo>
                  <a:lnTo>
                    <a:pt x="6" y="57"/>
                  </a:lnTo>
                  <a:lnTo>
                    <a:pt x="1" y="64"/>
                  </a:lnTo>
                  <a:lnTo>
                    <a:pt x="1" y="64"/>
                  </a:lnTo>
                  <a:lnTo>
                    <a:pt x="0" y="67"/>
                  </a:lnTo>
                  <a:lnTo>
                    <a:pt x="0" y="69"/>
                  </a:lnTo>
                  <a:lnTo>
                    <a:pt x="0" y="71"/>
                  </a:lnTo>
                  <a:lnTo>
                    <a:pt x="1" y="72"/>
                  </a:lnTo>
                  <a:lnTo>
                    <a:pt x="3" y="73"/>
                  </a:lnTo>
                  <a:lnTo>
                    <a:pt x="4" y="73"/>
                  </a:lnTo>
                  <a:lnTo>
                    <a:pt x="6" y="73"/>
                  </a:lnTo>
                  <a:lnTo>
                    <a:pt x="7" y="72"/>
                  </a:lnTo>
                  <a:lnTo>
                    <a:pt x="7" y="72"/>
                  </a:lnTo>
                  <a:lnTo>
                    <a:pt x="12" y="65"/>
                  </a:lnTo>
                  <a:lnTo>
                    <a:pt x="15" y="59"/>
                  </a:lnTo>
                  <a:lnTo>
                    <a:pt x="20" y="45"/>
                  </a:lnTo>
                  <a:lnTo>
                    <a:pt x="20" y="45"/>
                  </a:lnTo>
                  <a:lnTo>
                    <a:pt x="26" y="36"/>
                  </a:lnTo>
                  <a:lnTo>
                    <a:pt x="33" y="26"/>
                  </a:lnTo>
                  <a:lnTo>
                    <a:pt x="40" y="17"/>
                  </a:lnTo>
                  <a:lnTo>
                    <a:pt x="46" y="8"/>
                  </a:lnTo>
                  <a:lnTo>
                    <a:pt x="46" y="8"/>
                  </a:lnTo>
                  <a:lnTo>
                    <a:pt x="46" y="6"/>
                  </a:lnTo>
                  <a:lnTo>
                    <a:pt x="46" y="3"/>
                  </a:lnTo>
                  <a:lnTo>
                    <a:pt x="45" y="2"/>
                  </a:lnTo>
                  <a:lnTo>
                    <a:pt x="44" y="1"/>
                  </a:lnTo>
                  <a:lnTo>
                    <a:pt x="42" y="0"/>
                  </a:lnTo>
                  <a:lnTo>
                    <a:pt x="41" y="0"/>
                  </a:lnTo>
                  <a:lnTo>
                    <a:pt x="39" y="1"/>
                  </a:lnTo>
                  <a:lnTo>
                    <a:pt x="38" y="2"/>
                  </a:lnTo>
                  <a:lnTo>
                    <a:pt x="3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0" name="Freeform 535"/>
            <p:cNvSpPr/>
            <p:nvPr/>
          </p:nvSpPr>
          <p:spPr bwMode="auto">
            <a:xfrm>
              <a:off x="2482851" y="3341688"/>
              <a:ext cx="34925" cy="34925"/>
            </a:xfrm>
            <a:custGeom>
              <a:avLst/>
              <a:gdLst/>
              <a:ahLst/>
              <a:cxnLst>
                <a:cxn ang="0">
                  <a:pos x="57" y="2"/>
                </a:cxn>
                <a:cxn ang="0">
                  <a:pos x="57" y="2"/>
                </a:cxn>
                <a:cxn ang="0">
                  <a:pos x="53" y="9"/>
                </a:cxn>
                <a:cxn ang="0">
                  <a:pos x="48" y="14"/>
                </a:cxn>
                <a:cxn ang="0">
                  <a:pos x="41" y="18"/>
                </a:cxn>
                <a:cxn ang="0">
                  <a:pos x="36" y="23"/>
                </a:cxn>
                <a:cxn ang="0">
                  <a:pos x="36" y="23"/>
                </a:cxn>
                <a:cxn ang="0">
                  <a:pos x="1" y="58"/>
                </a:cxn>
                <a:cxn ang="0">
                  <a:pos x="1" y="58"/>
                </a:cxn>
                <a:cxn ang="0">
                  <a:pos x="0" y="60"/>
                </a:cxn>
                <a:cxn ang="0">
                  <a:pos x="0" y="61"/>
                </a:cxn>
                <a:cxn ang="0">
                  <a:pos x="0" y="63"/>
                </a:cxn>
                <a:cxn ang="0">
                  <a:pos x="1" y="64"/>
                </a:cxn>
                <a:cxn ang="0">
                  <a:pos x="2" y="65"/>
                </a:cxn>
                <a:cxn ang="0">
                  <a:pos x="4" y="67"/>
                </a:cxn>
                <a:cxn ang="0">
                  <a:pos x="6" y="65"/>
                </a:cxn>
                <a:cxn ang="0">
                  <a:pos x="7" y="64"/>
                </a:cxn>
                <a:cxn ang="0">
                  <a:pos x="43" y="30"/>
                </a:cxn>
                <a:cxn ang="0">
                  <a:pos x="43" y="30"/>
                </a:cxn>
                <a:cxn ang="0">
                  <a:pos x="55" y="19"/>
                </a:cxn>
                <a:cxn ang="0">
                  <a:pos x="60" y="14"/>
                </a:cxn>
                <a:cxn ang="0">
                  <a:pos x="65" y="7"/>
                </a:cxn>
                <a:cxn ang="0">
                  <a:pos x="65" y="7"/>
                </a:cxn>
                <a:cxn ang="0">
                  <a:pos x="66" y="5"/>
                </a:cxn>
                <a:cxn ang="0">
                  <a:pos x="66" y="4"/>
                </a:cxn>
                <a:cxn ang="0">
                  <a:pos x="65" y="1"/>
                </a:cxn>
                <a:cxn ang="0">
                  <a:pos x="63" y="0"/>
                </a:cxn>
                <a:cxn ang="0">
                  <a:pos x="62" y="0"/>
                </a:cxn>
                <a:cxn ang="0">
                  <a:pos x="60" y="0"/>
                </a:cxn>
                <a:cxn ang="0">
                  <a:pos x="59" y="0"/>
                </a:cxn>
                <a:cxn ang="0">
                  <a:pos x="57" y="2"/>
                </a:cxn>
                <a:cxn ang="0">
                  <a:pos x="57" y="2"/>
                </a:cxn>
              </a:cxnLst>
              <a:rect l="0" t="0" r="r" b="b"/>
              <a:pathLst>
                <a:path w="66" h="67">
                  <a:moveTo>
                    <a:pt x="57" y="2"/>
                  </a:moveTo>
                  <a:lnTo>
                    <a:pt x="57" y="2"/>
                  </a:lnTo>
                  <a:lnTo>
                    <a:pt x="53" y="9"/>
                  </a:lnTo>
                  <a:lnTo>
                    <a:pt x="48" y="14"/>
                  </a:lnTo>
                  <a:lnTo>
                    <a:pt x="41" y="18"/>
                  </a:lnTo>
                  <a:lnTo>
                    <a:pt x="36" y="23"/>
                  </a:lnTo>
                  <a:lnTo>
                    <a:pt x="36" y="23"/>
                  </a:lnTo>
                  <a:lnTo>
                    <a:pt x="1" y="58"/>
                  </a:lnTo>
                  <a:lnTo>
                    <a:pt x="1" y="58"/>
                  </a:lnTo>
                  <a:lnTo>
                    <a:pt x="0" y="60"/>
                  </a:lnTo>
                  <a:lnTo>
                    <a:pt x="0" y="61"/>
                  </a:lnTo>
                  <a:lnTo>
                    <a:pt x="0" y="63"/>
                  </a:lnTo>
                  <a:lnTo>
                    <a:pt x="1" y="64"/>
                  </a:lnTo>
                  <a:lnTo>
                    <a:pt x="2" y="65"/>
                  </a:lnTo>
                  <a:lnTo>
                    <a:pt x="4" y="67"/>
                  </a:lnTo>
                  <a:lnTo>
                    <a:pt x="6" y="65"/>
                  </a:lnTo>
                  <a:lnTo>
                    <a:pt x="7" y="64"/>
                  </a:lnTo>
                  <a:lnTo>
                    <a:pt x="43" y="30"/>
                  </a:lnTo>
                  <a:lnTo>
                    <a:pt x="43" y="30"/>
                  </a:lnTo>
                  <a:lnTo>
                    <a:pt x="55" y="19"/>
                  </a:lnTo>
                  <a:lnTo>
                    <a:pt x="60" y="14"/>
                  </a:lnTo>
                  <a:lnTo>
                    <a:pt x="65" y="7"/>
                  </a:lnTo>
                  <a:lnTo>
                    <a:pt x="65" y="7"/>
                  </a:lnTo>
                  <a:lnTo>
                    <a:pt x="66" y="5"/>
                  </a:lnTo>
                  <a:lnTo>
                    <a:pt x="66" y="4"/>
                  </a:lnTo>
                  <a:lnTo>
                    <a:pt x="65" y="1"/>
                  </a:lnTo>
                  <a:lnTo>
                    <a:pt x="63" y="0"/>
                  </a:lnTo>
                  <a:lnTo>
                    <a:pt x="62" y="0"/>
                  </a:lnTo>
                  <a:lnTo>
                    <a:pt x="60" y="0"/>
                  </a:lnTo>
                  <a:lnTo>
                    <a:pt x="59" y="0"/>
                  </a:lnTo>
                  <a:lnTo>
                    <a:pt x="57" y="2"/>
                  </a:lnTo>
                  <a:lnTo>
                    <a:pt x="5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1" name="Freeform 536"/>
            <p:cNvSpPr>
              <a:spLocks noEditPoints="1"/>
            </p:cNvSpPr>
            <p:nvPr/>
          </p:nvSpPr>
          <p:spPr bwMode="auto">
            <a:xfrm>
              <a:off x="2182813" y="3186113"/>
              <a:ext cx="739775" cy="620713"/>
            </a:xfrm>
            <a:custGeom>
              <a:avLst/>
              <a:gdLst/>
              <a:ahLst/>
              <a:cxnLst>
                <a:cxn ang="0">
                  <a:pos x="431" y="1168"/>
                </a:cxn>
                <a:cxn ang="0">
                  <a:pos x="198" y="1161"/>
                </a:cxn>
                <a:cxn ang="0">
                  <a:pos x="114" y="1134"/>
                </a:cxn>
                <a:cxn ang="0">
                  <a:pos x="43" y="1094"/>
                </a:cxn>
                <a:cxn ang="0">
                  <a:pos x="11" y="1044"/>
                </a:cxn>
                <a:cxn ang="0">
                  <a:pos x="0" y="938"/>
                </a:cxn>
                <a:cxn ang="0">
                  <a:pos x="5" y="899"/>
                </a:cxn>
                <a:cxn ang="0">
                  <a:pos x="19" y="682"/>
                </a:cxn>
                <a:cxn ang="0">
                  <a:pos x="21" y="296"/>
                </a:cxn>
                <a:cxn ang="0">
                  <a:pos x="20" y="136"/>
                </a:cxn>
                <a:cxn ang="0">
                  <a:pos x="59" y="36"/>
                </a:cxn>
                <a:cxn ang="0">
                  <a:pos x="123" y="2"/>
                </a:cxn>
                <a:cxn ang="0">
                  <a:pos x="162" y="3"/>
                </a:cxn>
                <a:cxn ang="0">
                  <a:pos x="529" y="3"/>
                </a:cxn>
                <a:cxn ang="0">
                  <a:pos x="692" y="12"/>
                </a:cxn>
                <a:cxn ang="0">
                  <a:pos x="793" y="4"/>
                </a:cxn>
                <a:cxn ang="0">
                  <a:pos x="946" y="5"/>
                </a:cxn>
                <a:cxn ang="0">
                  <a:pos x="1075" y="4"/>
                </a:cxn>
                <a:cxn ang="0">
                  <a:pos x="1149" y="27"/>
                </a:cxn>
                <a:cxn ang="0">
                  <a:pos x="1264" y="114"/>
                </a:cxn>
                <a:cxn ang="0">
                  <a:pos x="1373" y="221"/>
                </a:cxn>
                <a:cxn ang="0">
                  <a:pos x="1385" y="262"/>
                </a:cxn>
                <a:cxn ang="0">
                  <a:pos x="1387" y="528"/>
                </a:cxn>
                <a:cxn ang="0">
                  <a:pos x="1392" y="754"/>
                </a:cxn>
                <a:cxn ang="0">
                  <a:pos x="1389" y="905"/>
                </a:cxn>
                <a:cxn ang="0">
                  <a:pos x="1398" y="935"/>
                </a:cxn>
                <a:cxn ang="0">
                  <a:pos x="1392" y="951"/>
                </a:cxn>
                <a:cxn ang="0">
                  <a:pos x="1372" y="1065"/>
                </a:cxn>
                <a:cxn ang="0">
                  <a:pos x="1333" y="1111"/>
                </a:cxn>
                <a:cxn ang="0">
                  <a:pos x="1230" y="1151"/>
                </a:cxn>
                <a:cxn ang="0">
                  <a:pos x="926" y="1171"/>
                </a:cxn>
                <a:cxn ang="0">
                  <a:pos x="351" y="1128"/>
                </a:cxn>
                <a:cxn ang="0">
                  <a:pos x="678" y="1137"/>
                </a:cxn>
                <a:cxn ang="0">
                  <a:pos x="1085" y="1127"/>
                </a:cxn>
                <a:cxn ang="0">
                  <a:pos x="1210" y="1119"/>
                </a:cxn>
                <a:cxn ang="0">
                  <a:pos x="1307" y="1087"/>
                </a:cxn>
                <a:cxn ang="0">
                  <a:pos x="1347" y="1018"/>
                </a:cxn>
                <a:cxn ang="0">
                  <a:pos x="1356" y="934"/>
                </a:cxn>
                <a:cxn ang="0">
                  <a:pos x="1356" y="895"/>
                </a:cxn>
                <a:cxn ang="0">
                  <a:pos x="1352" y="598"/>
                </a:cxn>
                <a:cxn ang="0">
                  <a:pos x="1351" y="312"/>
                </a:cxn>
                <a:cxn ang="0">
                  <a:pos x="1336" y="236"/>
                </a:cxn>
                <a:cxn ang="0">
                  <a:pos x="1326" y="218"/>
                </a:cxn>
                <a:cxn ang="0">
                  <a:pos x="1212" y="118"/>
                </a:cxn>
                <a:cxn ang="0">
                  <a:pos x="1141" y="68"/>
                </a:cxn>
                <a:cxn ang="0">
                  <a:pos x="1073" y="40"/>
                </a:cxn>
                <a:cxn ang="0">
                  <a:pos x="905" y="40"/>
                </a:cxn>
                <a:cxn ang="0">
                  <a:pos x="773" y="43"/>
                </a:cxn>
                <a:cxn ang="0">
                  <a:pos x="686" y="46"/>
                </a:cxn>
                <a:cxn ang="0">
                  <a:pos x="436" y="37"/>
                </a:cxn>
                <a:cxn ang="0">
                  <a:pos x="132" y="40"/>
                </a:cxn>
                <a:cxn ang="0">
                  <a:pos x="89" y="59"/>
                </a:cxn>
                <a:cxn ang="0">
                  <a:pos x="56" y="145"/>
                </a:cxn>
                <a:cxn ang="0">
                  <a:pos x="58" y="358"/>
                </a:cxn>
                <a:cxn ang="0">
                  <a:pos x="57" y="617"/>
                </a:cxn>
                <a:cxn ang="0">
                  <a:pos x="52" y="787"/>
                </a:cxn>
                <a:cxn ang="0">
                  <a:pos x="41" y="914"/>
                </a:cxn>
                <a:cxn ang="0">
                  <a:pos x="36" y="942"/>
                </a:cxn>
                <a:cxn ang="0">
                  <a:pos x="52" y="1040"/>
                </a:cxn>
                <a:cxn ang="0">
                  <a:pos x="111" y="1092"/>
                </a:cxn>
                <a:cxn ang="0">
                  <a:pos x="198" y="1125"/>
                </a:cxn>
              </a:cxnLst>
              <a:rect l="0" t="0" r="r" b="b"/>
              <a:pathLst>
                <a:path w="1399" h="1173">
                  <a:moveTo>
                    <a:pt x="678" y="1173"/>
                  </a:moveTo>
                  <a:lnTo>
                    <a:pt x="678" y="1173"/>
                  </a:lnTo>
                  <a:lnTo>
                    <a:pt x="616" y="1172"/>
                  </a:lnTo>
                  <a:lnTo>
                    <a:pt x="554" y="1171"/>
                  </a:lnTo>
                  <a:lnTo>
                    <a:pt x="554" y="1171"/>
                  </a:lnTo>
                  <a:lnTo>
                    <a:pt x="493" y="1169"/>
                  </a:lnTo>
                  <a:lnTo>
                    <a:pt x="431" y="1168"/>
                  </a:lnTo>
                  <a:lnTo>
                    <a:pt x="431" y="1168"/>
                  </a:lnTo>
                  <a:lnTo>
                    <a:pt x="375" y="1168"/>
                  </a:lnTo>
                  <a:lnTo>
                    <a:pt x="319" y="1168"/>
                  </a:lnTo>
                  <a:lnTo>
                    <a:pt x="266" y="1166"/>
                  </a:lnTo>
                  <a:lnTo>
                    <a:pt x="213" y="1163"/>
                  </a:lnTo>
                  <a:lnTo>
                    <a:pt x="213" y="1163"/>
                  </a:lnTo>
                  <a:lnTo>
                    <a:pt x="198" y="1161"/>
                  </a:lnTo>
                  <a:lnTo>
                    <a:pt x="186" y="1159"/>
                  </a:lnTo>
                  <a:lnTo>
                    <a:pt x="173" y="1157"/>
                  </a:lnTo>
                  <a:lnTo>
                    <a:pt x="160" y="1154"/>
                  </a:lnTo>
                  <a:lnTo>
                    <a:pt x="149" y="1150"/>
                  </a:lnTo>
                  <a:lnTo>
                    <a:pt x="136" y="1146"/>
                  </a:lnTo>
                  <a:lnTo>
                    <a:pt x="125" y="1140"/>
                  </a:lnTo>
                  <a:lnTo>
                    <a:pt x="114" y="1134"/>
                  </a:lnTo>
                  <a:lnTo>
                    <a:pt x="114" y="1134"/>
                  </a:lnTo>
                  <a:lnTo>
                    <a:pt x="93" y="1124"/>
                  </a:lnTo>
                  <a:lnTo>
                    <a:pt x="93" y="1124"/>
                  </a:lnTo>
                  <a:lnTo>
                    <a:pt x="78" y="1117"/>
                  </a:lnTo>
                  <a:lnTo>
                    <a:pt x="63" y="1108"/>
                  </a:lnTo>
                  <a:lnTo>
                    <a:pt x="50" y="1099"/>
                  </a:lnTo>
                  <a:lnTo>
                    <a:pt x="43" y="1094"/>
                  </a:lnTo>
                  <a:lnTo>
                    <a:pt x="38" y="1088"/>
                  </a:lnTo>
                  <a:lnTo>
                    <a:pt x="38" y="1088"/>
                  </a:lnTo>
                  <a:lnTo>
                    <a:pt x="31" y="1079"/>
                  </a:lnTo>
                  <a:lnTo>
                    <a:pt x="25" y="1070"/>
                  </a:lnTo>
                  <a:lnTo>
                    <a:pt x="20" y="1062"/>
                  </a:lnTo>
                  <a:lnTo>
                    <a:pt x="16" y="1053"/>
                  </a:lnTo>
                  <a:lnTo>
                    <a:pt x="11" y="1044"/>
                  </a:lnTo>
                  <a:lnTo>
                    <a:pt x="8" y="1035"/>
                  </a:lnTo>
                  <a:lnTo>
                    <a:pt x="4" y="1017"/>
                  </a:lnTo>
                  <a:lnTo>
                    <a:pt x="1" y="999"/>
                  </a:lnTo>
                  <a:lnTo>
                    <a:pt x="0" y="979"/>
                  </a:lnTo>
                  <a:lnTo>
                    <a:pt x="0" y="960"/>
                  </a:lnTo>
                  <a:lnTo>
                    <a:pt x="0" y="938"/>
                  </a:lnTo>
                  <a:lnTo>
                    <a:pt x="0" y="938"/>
                  </a:lnTo>
                  <a:lnTo>
                    <a:pt x="0" y="914"/>
                  </a:lnTo>
                  <a:lnTo>
                    <a:pt x="0" y="914"/>
                  </a:lnTo>
                  <a:lnTo>
                    <a:pt x="1" y="908"/>
                  </a:lnTo>
                  <a:lnTo>
                    <a:pt x="4" y="903"/>
                  </a:lnTo>
                  <a:lnTo>
                    <a:pt x="5" y="901"/>
                  </a:lnTo>
                  <a:lnTo>
                    <a:pt x="5" y="899"/>
                  </a:lnTo>
                  <a:lnTo>
                    <a:pt x="5" y="899"/>
                  </a:lnTo>
                  <a:lnTo>
                    <a:pt x="8" y="852"/>
                  </a:lnTo>
                  <a:lnTo>
                    <a:pt x="13" y="806"/>
                  </a:lnTo>
                  <a:lnTo>
                    <a:pt x="13" y="806"/>
                  </a:lnTo>
                  <a:lnTo>
                    <a:pt x="17" y="744"/>
                  </a:lnTo>
                  <a:lnTo>
                    <a:pt x="19" y="713"/>
                  </a:lnTo>
                  <a:lnTo>
                    <a:pt x="19" y="682"/>
                  </a:lnTo>
                  <a:lnTo>
                    <a:pt x="19" y="682"/>
                  </a:lnTo>
                  <a:lnTo>
                    <a:pt x="20" y="592"/>
                  </a:lnTo>
                  <a:lnTo>
                    <a:pt x="22" y="503"/>
                  </a:lnTo>
                  <a:lnTo>
                    <a:pt x="22" y="503"/>
                  </a:lnTo>
                  <a:lnTo>
                    <a:pt x="24" y="372"/>
                  </a:lnTo>
                  <a:lnTo>
                    <a:pt x="24" y="372"/>
                  </a:lnTo>
                  <a:lnTo>
                    <a:pt x="23" y="336"/>
                  </a:lnTo>
                  <a:lnTo>
                    <a:pt x="21" y="296"/>
                  </a:lnTo>
                  <a:lnTo>
                    <a:pt x="21" y="296"/>
                  </a:lnTo>
                  <a:lnTo>
                    <a:pt x="19" y="261"/>
                  </a:lnTo>
                  <a:lnTo>
                    <a:pt x="17" y="225"/>
                  </a:lnTo>
                  <a:lnTo>
                    <a:pt x="17" y="189"/>
                  </a:lnTo>
                  <a:lnTo>
                    <a:pt x="17" y="171"/>
                  </a:lnTo>
                  <a:lnTo>
                    <a:pt x="19" y="154"/>
                  </a:lnTo>
                  <a:lnTo>
                    <a:pt x="20" y="136"/>
                  </a:lnTo>
                  <a:lnTo>
                    <a:pt x="23" y="120"/>
                  </a:lnTo>
                  <a:lnTo>
                    <a:pt x="26" y="103"/>
                  </a:lnTo>
                  <a:lnTo>
                    <a:pt x="30" y="88"/>
                  </a:lnTo>
                  <a:lnTo>
                    <a:pt x="36" y="73"/>
                  </a:lnTo>
                  <a:lnTo>
                    <a:pt x="42" y="60"/>
                  </a:lnTo>
                  <a:lnTo>
                    <a:pt x="51" y="48"/>
                  </a:lnTo>
                  <a:lnTo>
                    <a:pt x="59" y="36"/>
                  </a:lnTo>
                  <a:lnTo>
                    <a:pt x="59" y="36"/>
                  </a:lnTo>
                  <a:lnTo>
                    <a:pt x="68" y="28"/>
                  </a:lnTo>
                  <a:lnTo>
                    <a:pt x="78" y="21"/>
                  </a:lnTo>
                  <a:lnTo>
                    <a:pt x="88" y="14"/>
                  </a:lnTo>
                  <a:lnTo>
                    <a:pt x="98" y="9"/>
                  </a:lnTo>
                  <a:lnTo>
                    <a:pt x="111" y="5"/>
                  </a:lnTo>
                  <a:lnTo>
                    <a:pt x="123" y="2"/>
                  </a:lnTo>
                  <a:lnTo>
                    <a:pt x="136" y="0"/>
                  </a:lnTo>
                  <a:lnTo>
                    <a:pt x="151" y="0"/>
                  </a:lnTo>
                  <a:lnTo>
                    <a:pt x="151" y="0"/>
                  </a:lnTo>
                  <a:lnTo>
                    <a:pt x="151" y="0"/>
                  </a:lnTo>
                  <a:lnTo>
                    <a:pt x="151" y="0"/>
                  </a:lnTo>
                  <a:lnTo>
                    <a:pt x="157" y="0"/>
                  </a:lnTo>
                  <a:lnTo>
                    <a:pt x="162" y="3"/>
                  </a:lnTo>
                  <a:lnTo>
                    <a:pt x="163" y="4"/>
                  </a:lnTo>
                  <a:lnTo>
                    <a:pt x="388" y="4"/>
                  </a:lnTo>
                  <a:lnTo>
                    <a:pt x="388" y="4"/>
                  </a:lnTo>
                  <a:lnTo>
                    <a:pt x="458" y="3"/>
                  </a:lnTo>
                  <a:lnTo>
                    <a:pt x="458" y="3"/>
                  </a:lnTo>
                  <a:lnTo>
                    <a:pt x="529" y="3"/>
                  </a:lnTo>
                  <a:lnTo>
                    <a:pt x="529" y="3"/>
                  </a:lnTo>
                  <a:lnTo>
                    <a:pt x="580" y="3"/>
                  </a:lnTo>
                  <a:lnTo>
                    <a:pt x="624" y="6"/>
                  </a:lnTo>
                  <a:lnTo>
                    <a:pt x="624" y="6"/>
                  </a:lnTo>
                  <a:lnTo>
                    <a:pt x="648" y="8"/>
                  </a:lnTo>
                  <a:lnTo>
                    <a:pt x="648" y="8"/>
                  </a:lnTo>
                  <a:lnTo>
                    <a:pt x="678" y="11"/>
                  </a:lnTo>
                  <a:lnTo>
                    <a:pt x="692" y="12"/>
                  </a:lnTo>
                  <a:lnTo>
                    <a:pt x="708" y="12"/>
                  </a:lnTo>
                  <a:lnTo>
                    <a:pt x="708" y="12"/>
                  </a:lnTo>
                  <a:lnTo>
                    <a:pt x="731" y="11"/>
                  </a:lnTo>
                  <a:lnTo>
                    <a:pt x="731" y="11"/>
                  </a:lnTo>
                  <a:lnTo>
                    <a:pt x="762" y="7"/>
                  </a:lnTo>
                  <a:lnTo>
                    <a:pt x="762" y="7"/>
                  </a:lnTo>
                  <a:lnTo>
                    <a:pt x="793" y="4"/>
                  </a:lnTo>
                  <a:lnTo>
                    <a:pt x="809" y="3"/>
                  </a:lnTo>
                  <a:lnTo>
                    <a:pt x="825" y="2"/>
                  </a:lnTo>
                  <a:lnTo>
                    <a:pt x="825" y="2"/>
                  </a:lnTo>
                  <a:lnTo>
                    <a:pt x="837" y="3"/>
                  </a:lnTo>
                  <a:lnTo>
                    <a:pt x="837" y="3"/>
                  </a:lnTo>
                  <a:lnTo>
                    <a:pt x="887" y="4"/>
                  </a:lnTo>
                  <a:lnTo>
                    <a:pt x="946" y="5"/>
                  </a:lnTo>
                  <a:lnTo>
                    <a:pt x="946" y="5"/>
                  </a:lnTo>
                  <a:lnTo>
                    <a:pt x="1009" y="4"/>
                  </a:lnTo>
                  <a:lnTo>
                    <a:pt x="1009" y="4"/>
                  </a:lnTo>
                  <a:lnTo>
                    <a:pt x="1071" y="4"/>
                  </a:lnTo>
                  <a:lnTo>
                    <a:pt x="1072" y="4"/>
                  </a:lnTo>
                  <a:lnTo>
                    <a:pt x="1072" y="4"/>
                  </a:lnTo>
                  <a:lnTo>
                    <a:pt x="1075" y="4"/>
                  </a:lnTo>
                  <a:lnTo>
                    <a:pt x="1075" y="4"/>
                  </a:lnTo>
                  <a:lnTo>
                    <a:pt x="1085" y="5"/>
                  </a:lnTo>
                  <a:lnTo>
                    <a:pt x="1094" y="6"/>
                  </a:lnTo>
                  <a:lnTo>
                    <a:pt x="1103" y="8"/>
                  </a:lnTo>
                  <a:lnTo>
                    <a:pt x="1113" y="10"/>
                  </a:lnTo>
                  <a:lnTo>
                    <a:pt x="1130" y="18"/>
                  </a:lnTo>
                  <a:lnTo>
                    <a:pt x="1149" y="27"/>
                  </a:lnTo>
                  <a:lnTo>
                    <a:pt x="1165" y="38"/>
                  </a:lnTo>
                  <a:lnTo>
                    <a:pt x="1183" y="50"/>
                  </a:lnTo>
                  <a:lnTo>
                    <a:pt x="1215" y="74"/>
                  </a:lnTo>
                  <a:lnTo>
                    <a:pt x="1215" y="74"/>
                  </a:lnTo>
                  <a:lnTo>
                    <a:pt x="1230" y="87"/>
                  </a:lnTo>
                  <a:lnTo>
                    <a:pt x="1230" y="87"/>
                  </a:lnTo>
                  <a:lnTo>
                    <a:pt x="1264" y="114"/>
                  </a:lnTo>
                  <a:lnTo>
                    <a:pt x="1298" y="144"/>
                  </a:lnTo>
                  <a:lnTo>
                    <a:pt x="1333" y="175"/>
                  </a:lnTo>
                  <a:lnTo>
                    <a:pt x="1368" y="209"/>
                  </a:lnTo>
                  <a:lnTo>
                    <a:pt x="1368" y="209"/>
                  </a:lnTo>
                  <a:lnTo>
                    <a:pt x="1371" y="213"/>
                  </a:lnTo>
                  <a:lnTo>
                    <a:pt x="1373" y="217"/>
                  </a:lnTo>
                  <a:lnTo>
                    <a:pt x="1373" y="221"/>
                  </a:lnTo>
                  <a:lnTo>
                    <a:pt x="1373" y="224"/>
                  </a:lnTo>
                  <a:lnTo>
                    <a:pt x="1373" y="226"/>
                  </a:lnTo>
                  <a:lnTo>
                    <a:pt x="1374" y="227"/>
                  </a:lnTo>
                  <a:lnTo>
                    <a:pt x="1374" y="227"/>
                  </a:lnTo>
                  <a:lnTo>
                    <a:pt x="1378" y="239"/>
                  </a:lnTo>
                  <a:lnTo>
                    <a:pt x="1382" y="251"/>
                  </a:lnTo>
                  <a:lnTo>
                    <a:pt x="1385" y="262"/>
                  </a:lnTo>
                  <a:lnTo>
                    <a:pt x="1387" y="275"/>
                  </a:lnTo>
                  <a:lnTo>
                    <a:pt x="1389" y="296"/>
                  </a:lnTo>
                  <a:lnTo>
                    <a:pt x="1389" y="312"/>
                  </a:lnTo>
                  <a:lnTo>
                    <a:pt x="1389" y="312"/>
                  </a:lnTo>
                  <a:lnTo>
                    <a:pt x="1388" y="406"/>
                  </a:lnTo>
                  <a:lnTo>
                    <a:pt x="1388" y="406"/>
                  </a:lnTo>
                  <a:lnTo>
                    <a:pt x="1387" y="528"/>
                  </a:lnTo>
                  <a:lnTo>
                    <a:pt x="1387" y="528"/>
                  </a:lnTo>
                  <a:lnTo>
                    <a:pt x="1388" y="588"/>
                  </a:lnTo>
                  <a:lnTo>
                    <a:pt x="1389" y="647"/>
                  </a:lnTo>
                  <a:lnTo>
                    <a:pt x="1389" y="647"/>
                  </a:lnTo>
                  <a:lnTo>
                    <a:pt x="1391" y="700"/>
                  </a:lnTo>
                  <a:lnTo>
                    <a:pt x="1392" y="754"/>
                  </a:lnTo>
                  <a:lnTo>
                    <a:pt x="1392" y="754"/>
                  </a:lnTo>
                  <a:lnTo>
                    <a:pt x="1392" y="827"/>
                  </a:lnTo>
                  <a:lnTo>
                    <a:pt x="1392" y="850"/>
                  </a:lnTo>
                  <a:lnTo>
                    <a:pt x="1392" y="850"/>
                  </a:lnTo>
                  <a:lnTo>
                    <a:pt x="1391" y="868"/>
                  </a:lnTo>
                  <a:lnTo>
                    <a:pt x="1391" y="868"/>
                  </a:lnTo>
                  <a:lnTo>
                    <a:pt x="1389" y="888"/>
                  </a:lnTo>
                  <a:lnTo>
                    <a:pt x="1389" y="905"/>
                  </a:lnTo>
                  <a:lnTo>
                    <a:pt x="1389" y="912"/>
                  </a:lnTo>
                  <a:lnTo>
                    <a:pt x="1390" y="918"/>
                  </a:lnTo>
                  <a:lnTo>
                    <a:pt x="1392" y="924"/>
                  </a:lnTo>
                  <a:lnTo>
                    <a:pt x="1395" y="929"/>
                  </a:lnTo>
                  <a:lnTo>
                    <a:pt x="1395" y="929"/>
                  </a:lnTo>
                  <a:lnTo>
                    <a:pt x="1397" y="932"/>
                  </a:lnTo>
                  <a:lnTo>
                    <a:pt x="1398" y="935"/>
                  </a:lnTo>
                  <a:lnTo>
                    <a:pt x="1399" y="938"/>
                  </a:lnTo>
                  <a:lnTo>
                    <a:pt x="1398" y="940"/>
                  </a:lnTo>
                  <a:lnTo>
                    <a:pt x="1397" y="944"/>
                  </a:lnTo>
                  <a:lnTo>
                    <a:pt x="1394" y="947"/>
                  </a:lnTo>
                  <a:lnTo>
                    <a:pt x="1392" y="949"/>
                  </a:lnTo>
                  <a:lnTo>
                    <a:pt x="1392" y="951"/>
                  </a:lnTo>
                  <a:lnTo>
                    <a:pt x="1392" y="951"/>
                  </a:lnTo>
                  <a:lnTo>
                    <a:pt x="1391" y="970"/>
                  </a:lnTo>
                  <a:lnTo>
                    <a:pt x="1390" y="990"/>
                  </a:lnTo>
                  <a:lnTo>
                    <a:pt x="1388" y="1009"/>
                  </a:lnTo>
                  <a:lnTo>
                    <a:pt x="1384" y="1028"/>
                  </a:lnTo>
                  <a:lnTo>
                    <a:pt x="1379" y="1046"/>
                  </a:lnTo>
                  <a:lnTo>
                    <a:pt x="1376" y="1056"/>
                  </a:lnTo>
                  <a:lnTo>
                    <a:pt x="1372" y="1065"/>
                  </a:lnTo>
                  <a:lnTo>
                    <a:pt x="1367" y="1073"/>
                  </a:lnTo>
                  <a:lnTo>
                    <a:pt x="1361" y="1081"/>
                  </a:lnTo>
                  <a:lnTo>
                    <a:pt x="1355" y="1090"/>
                  </a:lnTo>
                  <a:lnTo>
                    <a:pt x="1349" y="1097"/>
                  </a:lnTo>
                  <a:lnTo>
                    <a:pt x="1349" y="1097"/>
                  </a:lnTo>
                  <a:lnTo>
                    <a:pt x="1341" y="1105"/>
                  </a:lnTo>
                  <a:lnTo>
                    <a:pt x="1333" y="1111"/>
                  </a:lnTo>
                  <a:lnTo>
                    <a:pt x="1323" y="1119"/>
                  </a:lnTo>
                  <a:lnTo>
                    <a:pt x="1315" y="1124"/>
                  </a:lnTo>
                  <a:lnTo>
                    <a:pt x="1305" y="1129"/>
                  </a:lnTo>
                  <a:lnTo>
                    <a:pt x="1295" y="1133"/>
                  </a:lnTo>
                  <a:lnTo>
                    <a:pt x="1275" y="1140"/>
                  </a:lnTo>
                  <a:lnTo>
                    <a:pt x="1253" y="1147"/>
                  </a:lnTo>
                  <a:lnTo>
                    <a:pt x="1230" y="1151"/>
                  </a:lnTo>
                  <a:lnTo>
                    <a:pt x="1208" y="1154"/>
                  </a:lnTo>
                  <a:lnTo>
                    <a:pt x="1184" y="1156"/>
                  </a:lnTo>
                  <a:lnTo>
                    <a:pt x="1184" y="1156"/>
                  </a:lnTo>
                  <a:lnTo>
                    <a:pt x="1120" y="1162"/>
                  </a:lnTo>
                  <a:lnTo>
                    <a:pt x="1055" y="1166"/>
                  </a:lnTo>
                  <a:lnTo>
                    <a:pt x="991" y="1169"/>
                  </a:lnTo>
                  <a:lnTo>
                    <a:pt x="926" y="1171"/>
                  </a:lnTo>
                  <a:lnTo>
                    <a:pt x="862" y="1172"/>
                  </a:lnTo>
                  <a:lnTo>
                    <a:pt x="800" y="1173"/>
                  </a:lnTo>
                  <a:lnTo>
                    <a:pt x="678" y="1173"/>
                  </a:lnTo>
                  <a:lnTo>
                    <a:pt x="678" y="1173"/>
                  </a:lnTo>
                  <a:close/>
                  <a:moveTo>
                    <a:pt x="305" y="1128"/>
                  </a:moveTo>
                  <a:lnTo>
                    <a:pt x="305" y="1128"/>
                  </a:lnTo>
                  <a:lnTo>
                    <a:pt x="351" y="1128"/>
                  </a:lnTo>
                  <a:lnTo>
                    <a:pt x="398" y="1129"/>
                  </a:lnTo>
                  <a:lnTo>
                    <a:pt x="491" y="1133"/>
                  </a:lnTo>
                  <a:lnTo>
                    <a:pt x="491" y="1133"/>
                  </a:lnTo>
                  <a:lnTo>
                    <a:pt x="584" y="1136"/>
                  </a:lnTo>
                  <a:lnTo>
                    <a:pt x="630" y="1137"/>
                  </a:lnTo>
                  <a:lnTo>
                    <a:pt x="678" y="1137"/>
                  </a:lnTo>
                  <a:lnTo>
                    <a:pt x="678" y="1137"/>
                  </a:lnTo>
                  <a:lnTo>
                    <a:pt x="780" y="1137"/>
                  </a:lnTo>
                  <a:lnTo>
                    <a:pt x="780" y="1137"/>
                  </a:lnTo>
                  <a:lnTo>
                    <a:pt x="851" y="1137"/>
                  </a:lnTo>
                  <a:lnTo>
                    <a:pt x="928" y="1136"/>
                  </a:lnTo>
                  <a:lnTo>
                    <a:pt x="1006" y="1133"/>
                  </a:lnTo>
                  <a:lnTo>
                    <a:pt x="1045" y="1130"/>
                  </a:lnTo>
                  <a:lnTo>
                    <a:pt x="1085" y="1127"/>
                  </a:lnTo>
                  <a:lnTo>
                    <a:pt x="1085" y="1127"/>
                  </a:lnTo>
                  <a:lnTo>
                    <a:pt x="1110" y="1126"/>
                  </a:lnTo>
                  <a:lnTo>
                    <a:pt x="1137" y="1124"/>
                  </a:lnTo>
                  <a:lnTo>
                    <a:pt x="1137" y="1124"/>
                  </a:lnTo>
                  <a:lnTo>
                    <a:pt x="1173" y="1123"/>
                  </a:lnTo>
                  <a:lnTo>
                    <a:pt x="1192" y="1121"/>
                  </a:lnTo>
                  <a:lnTo>
                    <a:pt x="1210" y="1119"/>
                  </a:lnTo>
                  <a:lnTo>
                    <a:pt x="1227" y="1117"/>
                  </a:lnTo>
                  <a:lnTo>
                    <a:pt x="1245" y="1112"/>
                  </a:lnTo>
                  <a:lnTo>
                    <a:pt x="1262" y="1108"/>
                  </a:lnTo>
                  <a:lnTo>
                    <a:pt x="1279" y="1102"/>
                  </a:lnTo>
                  <a:lnTo>
                    <a:pt x="1279" y="1102"/>
                  </a:lnTo>
                  <a:lnTo>
                    <a:pt x="1293" y="1095"/>
                  </a:lnTo>
                  <a:lnTo>
                    <a:pt x="1307" y="1087"/>
                  </a:lnTo>
                  <a:lnTo>
                    <a:pt x="1318" y="1078"/>
                  </a:lnTo>
                  <a:lnTo>
                    <a:pt x="1327" y="1068"/>
                  </a:lnTo>
                  <a:lnTo>
                    <a:pt x="1335" y="1058"/>
                  </a:lnTo>
                  <a:lnTo>
                    <a:pt x="1341" y="1045"/>
                  </a:lnTo>
                  <a:lnTo>
                    <a:pt x="1345" y="1033"/>
                  </a:lnTo>
                  <a:lnTo>
                    <a:pt x="1347" y="1018"/>
                  </a:lnTo>
                  <a:lnTo>
                    <a:pt x="1347" y="1018"/>
                  </a:lnTo>
                  <a:lnTo>
                    <a:pt x="1351" y="993"/>
                  </a:lnTo>
                  <a:lnTo>
                    <a:pt x="1351" y="993"/>
                  </a:lnTo>
                  <a:lnTo>
                    <a:pt x="1354" y="966"/>
                  </a:lnTo>
                  <a:lnTo>
                    <a:pt x="1355" y="951"/>
                  </a:lnTo>
                  <a:lnTo>
                    <a:pt x="1356" y="938"/>
                  </a:lnTo>
                  <a:lnTo>
                    <a:pt x="1356" y="938"/>
                  </a:lnTo>
                  <a:lnTo>
                    <a:pt x="1356" y="934"/>
                  </a:lnTo>
                  <a:lnTo>
                    <a:pt x="1356" y="933"/>
                  </a:lnTo>
                  <a:lnTo>
                    <a:pt x="1356" y="932"/>
                  </a:lnTo>
                  <a:lnTo>
                    <a:pt x="1356" y="932"/>
                  </a:lnTo>
                  <a:lnTo>
                    <a:pt x="1355" y="919"/>
                  </a:lnTo>
                  <a:lnTo>
                    <a:pt x="1356" y="907"/>
                  </a:lnTo>
                  <a:lnTo>
                    <a:pt x="1356" y="907"/>
                  </a:lnTo>
                  <a:lnTo>
                    <a:pt x="1356" y="895"/>
                  </a:lnTo>
                  <a:lnTo>
                    <a:pt x="1356" y="804"/>
                  </a:lnTo>
                  <a:lnTo>
                    <a:pt x="1356" y="804"/>
                  </a:lnTo>
                  <a:lnTo>
                    <a:pt x="1355" y="743"/>
                  </a:lnTo>
                  <a:lnTo>
                    <a:pt x="1354" y="683"/>
                  </a:lnTo>
                  <a:lnTo>
                    <a:pt x="1354" y="683"/>
                  </a:lnTo>
                  <a:lnTo>
                    <a:pt x="1352" y="598"/>
                  </a:lnTo>
                  <a:lnTo>
                    <a:pt x="1352" y="598"/>
                  </a:lnTo>
                  <a:lnTo>
                    <a:pt x="1351" y="492"/>
                  </a:lnTo>
                  <a:lnTo>
                    <a:pt x="1351" y="437"/>
                  </a:lnTo>
                  <a:lnTo>
                    <a:pt x="1351" y="383"/>
                  </a:lnTo>
                  <a:lnTo>
                    <a:pt x="1351" y="383"/>
                  </a:lnTo>
                  <a:lnTo>
                    <a:pt x="1352" y="348"/>
                  </a:lnTo>
                  <a:lnTo>
                    <a:pt x="1351" y="330"/>
                  </a:lnTo>
                  <a:lnTo>
                    <a:pt x="1351" y="312"/>
                  </a:lnTo>
                  <a:lnTo>
                    <a:pt x="1349" y="294"/>
                  </a:lnTo>
                  <a:lnTo>
                    <a:pt x="1347" y="276"/>
                  </a:lnTo>
                  <a:lnTo>
                    <a:pt x="1343" y="257"/>
                  </a:lnTo>
                  <a:lnTo>
                    <a:pt x="1338" y="239"/>
                  </a:lnTo>
                  <a:lnTo>
                    <a:pt x="1338" y="238"/>
                  </a:lnTo>
                  <a:lnTo>
                    <a:pt x="1336" y="236"/>
                  </a:lnTo>
                  <a:lnTo>
                    <a:pt x="1336" y="236"/>
                  </a:lnTo>
                  <a:lnTo>
                    <a:pt x="1333" y="233"/>
                  </a:lnTo>
                  <a:lnTo>
                    <a:pt x="1331" y="230"/>
                  </a:lnTo>
                  <a:lnTo>
                    <a:pt x="1328" y="226"/>
                  </a:lnTo>
                  <a:lnTo>
                    <a:pt x="1327" y="222"/>
                  </a:lnTo>
                  <a:lnTo>
                    <a:pt x="1327" y="220"/>
                  </a:lnTo>
                  <a:lnTo>
                    <a:pt x="1326" y="218"/>
                  </a:lnTo>
                  <a:lnTo>
                    <a:pt x="1326" y="218"/>
                  </a:lnTo>
                  <a:lnTo>
                    <a:pt x="1302" y="196"/>
                  </a:lnTo>
                  <a:lnTo>
                    <a:pt x="1277" y="176"/>
                  </a:lnTo>
                  <a:lnTo>
                    <a:pt x="1277" y="176"/>
                  </a:lnTo>
                  <a:lnTo>
                    <a:pt x="1248" y="151"/>
                  </a:lnTo>
                  <a:lnTo>
                    <a:pt x="1219" y="125"/>
                  </a:lnTo>
                  <a:lnTo>
                    <a:pt x="1219" y="125"/>
                  </a:lnTo>
                  <a:lnTo>
                    <a:pt x="1212" y="118"/>
                  </a:lnTo>
                  <a:lnTo>
                    <a:pt x="1202" y="112"/>
                  </a:lnTo>
                  <a:lnTo>
                    <a:pt x="1186" y="101"/>
                  </a:lnTo>
                  <a:lnTo>
                    <a:pt x="1186" y="101"/>
                  </a:lnTo>
                  <a:lnTo>
                    <a:pt x="1170" y="92"/>
                  </a:lnTo>
                  <a:lnTo>
                    <a:pt x="1157" y="83"/>
                  </a:lnTo>
                  <a:lnTo>
                    <a:pt x="1157" y="83"/>
                  </a:lnTo>
                  <a:lnTo>
                    <a:pt x="1141" y="68"/>
                  </a:lnTo>
                  <a:lnTo>
                    <a:pt x="1132" y="62"/>
                  </a:lnTo>
                  <a:lnTo>
                    <a:pt x="1122" y="55"/>
                  </a:lnTo>
                  <a:lnTo>
                    <a:pt x="1110" y="50"/>
                  </a:lnTo>
                  <a:lnTo>
                    <a:pt x="1100" y="44"/>
                  </a:lnTo>
                  <a:lnTo>
                    <a:pt x="1088" y="41"/>
                  </a:lnTo>
                  <a:lnTo>
                    <a:pt x="1075" y="40"/>
                  </a:lnTo>
                  <a:lnTo>
                    <a:pt x="1073" y="40"/>
                  </a:lnTo>
                  <a:lnTo>
                    <a:pt x="1071" y="40"/>
                  </a:lnTo>
                  <a:lnTo>
                    <a:pt x="1071" y="40"/>
                  </a:lnTo>
                  <a:lnTo>
                    <a:pt x="1018" y="40"/>
                  </a:lnTo>
                  <a:lnTo>
                    <a:pt x="1018" y="40"/>
                  </a:lnTo>
                  <a:lnTo>
                    <a:pt x="965" y="40"/>
                  </a:lnTo>
                  <a:lnTo>
                    <a:pt x="965" y="40"/>
                  </a:lnTo>
                  <a:lnTo>
                    <a:pt x="905" y="40"/>
                  </a:lnTo>
                  <a:lnTo>
                    <a:pt x="837" y="39"/>
                  </a:lnTo>
                  <a:lnTo>
                    <a:pt x="837" y="39"/>
                  </a:lnTo>
                  <a:lnTo>
                    <a:pt x="830" y="38"/>
                  </a:lnTo>
                  <a:lnTo>
                    <a:pt x="830" y="38"/>
                  </a:lnTo>
                  <a:lnTo>
                    <a:pt x="815" y="39"/>
                  </a:lnTo>
                  <a:lnTo>
                    <a:pt x="801" y="40"/>
                  </a:lnTo>
                  <a:lnTo>
                    <a:pt x="773" y="43"/>
                  </a:lnTo>
                  <a:lnTo>
                    <a:pt x="773" y="43"/>
                  </a:lnTo>
                  <a:lnTo>
                    <a:pt x="752" y="45"/>
                  </a:lnTo>
                  <a:lnTo>
                    <a:pt x="730" y="48"/>
                  </a:lnTo>
                  <a:lnTo>
                    <a:pt x="730" y="48"/>
                  </a:lnTo>
                  <a:lnTo>
                    <a:pt x="715" y="48"/>
                  </a:lnTo>
                  <a:lnTo>
                    <a:pt x="715" y="48"/>
                  </a:lnTo>
                  <a:lnTo>
                    <a:pt x="686" y="46"/>
                  </a:lnTo>
                  <a:lnTo>
                    <a:pt x="658" y="44"/>
                  </a:lnTo>
                  <a:lnTo>
                    <a:pt x="658" y="44"/>
                  </a:lnTo>
                  <a:lnTo>
                    <a:pt x="624" y="42"/>
                  </a:lnTo>
                  <a:lnTo>
                    <a:pt x="624" y="42"/>
                  </a:lnTo>
                  <a:lnTo>
                    <a:pt x="582" y="40"/>
                  </a:lnTo>
                  <a:lnTo>
                    <a:pt x="536" y="38"/>
                  </a:lnTo>
                  <a:lnTo>
                    <a:pt x="436" y="37"/>
                  </a:lnTo>
                  <a:lnTo>
                    <a:pt x="436" y="37"/>
                  </a:lnTo>
                  <a:lnTo>
                    <a:pt x="360" y="38"/>
                  </a:lnTo>
                  <a:lnTo>
                    <a:pt x="283" y="39"/>
                  </a:lnTo>
                  <a:lnTo>
                    <a:pt x="283" y="39"/>
                  </a:lnTo>
                  <a:lnTo>
                    <a:pt x="208" y="40"/>
                  </a:lnTo>
                  <a:lnTo>
                    <a:pt x="132" y="40"/>
                  </a:lnTo>
                  <a:lnTo>
                    <a:pt x="132" y="40"/>
                  </a:lnTo>
                  <a:lnTo>
                    <a:pt x="127" y="39"/>
                  </a:lnTo>
                  <a:lnTo>
                    <a:pt x="125" y="39"/>
                  </a:lnTo>
                  <a:lnTo>
                    <a:pt x="124" y="39"/>
                  </a:lnTo>
                  <a:lnTo>
                    <a:pt x="124" y="39"/>
                  </a:lnTo>
                  <a:lnTo>
                    <a:pt x="111" y="44"/>
                  </a:lnTo>
                  <a:lnTo>
                    <a:pt x="99" y="51"/>
                  </a:lnTo>
                  <a:lnTo>
                    <a:pt x="89" y="59"/>
                  </a:lnTo>
                  <a:lnTo>
                    <a:pt x="81" y="68"/>
                  </a:lnTo>
                  <a:lnTo>
                    <a:pt x="73" y="80"/>
                  </a:lnTo>
                  <a:lnTo>
                    <a:pt x="68" y="91"/>
                  </a:lnTo>
                  <a:lnTo>
                    <a:pt x="64" y="103"/>
                  </a:lnTo>
                  <a:lnTo>
                    <a:pt x="60" y="117"/>
                  </a:lnTo>
                  <a:lnTo>
                    <a:pt x="58" y="131"/>
                  </a:lnTo>
                  <a:lnTo>
                    <a:pt x="56" y="145"/>
                  </a:lnTo>
                  <a:lnTo>
                    <a:pt x="55" y="174"/>
                  </a:lnTo>
                  <a:lnTo>
                    <a:pt x="55" y="201"/>
                  </a:lnTo>
                  <a:lnTo>
                    <a:pt x="56" y="228"/>
                  </a:lnTo>
                  <a:lnTo>
                    <a:pt x="56" y="241"/>
                  </a:lnTo>
                  <a:lnTo>
                    <a:pt x="56" y="241"/>
                  </a:lnTo>
                  <a:lnTo>
                    <a:pt x="58" y="300"/>
                  </a:lnTo>
                  <a:lnTo>
                    <a:pt x="58" y="358"/>
                  </a:lnTo>
                  <a:lnTo>
                    <a:pt x="57" y="416"/>
                  </a:lnTo>
                  <a:lnTo>
                    <a:pt x="56" y="476"/>
                  </a:lnTo>
                  <a:lnTo>
                    <a:pt x="56" y="476"/>
                  </a:lnTo>
                  <a:lnTo>
                    <a:pt x="56" y="527"/>
                  </a:lnTo>
                  <a:lnTo>
                    <a:pt x="56" y="577"/>
                  </a:lnTo>
                  <a:lnTo>
                    <a:pt x="56" y="577"/>
                  </a:lnTo>
                  <a:lnTo>
                    <a:pt x="57" y="617"/>
                  </a:lnTo>
                  <a:lnTo>
                    <a:pt x="57" y="655"/>
                  </a:lnTo>
                  <a:lnTo>
                    <a:pt x="56" y="694"/>
                  </a:lnTo>
                  <a:lnTo>
                    <a:pt x="54" y="733"/>
                  </a:lnTo>
                  <a:lnTo>
                    <a:pt x="54" y="733"/>
                  </a:lnTo>
                  <a:lnTo>
                    <a:pt x="53" y="760"/>
                  </a:lnTo>
                  <a:lnTo>
                    <a:pt x="52" y="787"/>
                  </a:lnTo>
                  <a:lnTo>
                    <a:pt x="52" y="787"/>
                  </a:lnTo>
                  <a:lnTo>
                    <a:pt x="51" y="814"/>
                  </a:lnTo>
                  <a:lnTo>
                    <a:pt x="50" y="840"/>
                  </a:lnTo>
                  <a:lnTo>
                    <a:pt x="50" y="840"/>
                  </a:lnTo>
                  <a:lnTo>
                    <a:pt x="46" y="873"/>
                  </a:lnTo>
                  <a:lnTo>
                    <a:pt x="46" y="873"/>
                  </a:lnTo>
                  <a:lnTo>
                    <a:pt x="42" y="900"/>
                  </a:lnTo>
                  <a:lnTo>
                    <a:pt x="41" y="914"/>
                  </a:lnTo>
                  <a:lnTo>
                    <a:pt x="41" y="928"/>
                  </a:lnTo>
                  <a:lnTo>
                    <a:pt x="41" y="928"/>
                  </a:lnTo>
                  <a:lnTo>
                    <a:pt x="40" y="934"/>
                  </a:lnTo>
                  <a:lnTo>
                    <a:pt x="37" y="939"/>
                  </a:lnTo>
                  <a:lnTo>
                    <a:pt x="36" y="940"/>
                  </a:lnTo>
                  <a:lnTo>
                    <a:pt x="36" y="942"/>
                  </a:lnTo>
                  <a:lnTo>
                    <a:pt x="36" y="942"/>
                  </a:lnTo>
                  <a:lnTo>
                    <a:pt x="36" y="963"/>
                  </a:lnTo>
                  <a:lnTo>
                    <a:pt x="36" y="983"/>
                  </a:lnTo>
                  <a:lnTo>
                    <a:pt x="39" y="1003"/>
                  </a:lnTo>
                  <a:lnTo>
                    <a:pt x="41" y="1012"/>
                  </a:lnTo>
                  <a:lnTo>
                    <a:pt x="43" y="1022"/>
                  </a:lnTo>
                  <a:lnTo>
                    <a:pt x="48" y="1031"/>
                  </a:lnTo>
                  <a:lnTo>
                    <a:pt x="52" y="1040"/>
                  </a:lnTo>
                  <a:lnTo>
                    <a:pt x="57" y="1049"/>
                  </a:lnTo>
                  <a:lnTo>
                    <a:pt x="64" y="1058"/>
                  </a:lnTo>
                  <a:lnTo>
                    <a:pt x="71" y="1066"/>
                  </a:lnTo>
                  <a:lnTo>
                    <a:pt x="81" y="1073"/>
                  </a:lnTo>
                  <a:lnTo>
                    <a:pt x="91" y="1080"/>
                  </a:lnTo>
                  <a:lnTo>
                    <a:pt x="103" y="1088"/>
                  </a:lnTo>
                  <a:lnTo>
                    <a:pt x="111" y="1092"/>
                  </a:lnTo>
                  <a:lnTo>
                    <a:pt x="111" y="1092"/>
                  </a:lnTo>
                  <a:lnTo>
                    <a:pt x="135" y="1104"/>
                  </a:lnTo>
                  <a:lnTo>
                    <a:pt x="147" y="1109"/>
                  </a:lnTo>
                  <a:lnTo>
                    <a:pt x="159" y="1115"/>
                  </a:lnTo>
                  <a:lnTo>
                    <a:pt x="172" y="1119"/>
                  </a:lnTo>
                  <a:lnTo>
                    <a:pt x="185" y="1123"/>
                  </a:lnTo>
                  <a:lnTo>
                    <a:pt x="198" y="1125"/>
                  </a:lnTo>
                  <a:lnTo>
                    <a:pt x="212" y="1127"/>
                  </a:lnTo>
                  <a:lnTo>
                    <a:pt x="212" y="1127"/>
                  </a:lnTo>
                  <a:lnTo>
                    <a:pt x="251" y="1128"/>
                  </a:lnTo>
                  <a:lnTo>
                    <a:pt x="291" y="1128"/>
                  </a:lnTo>
                  <a:lnTo>
                    <a:pt x="305" y="112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2" name="Freeform 537"/>
            <p:cNvSpPr/>
            <p:nvPr/>
          </p:nvSpPr>
          <p:spPr bwMode="auto">
            <a:xfrm>
              <a:off x="2292351" y="3190875"/>
              <a:ext cx="436563" cy="241300"/>
            </a:xfrm>
            <a:custGeom>
              <a:avLst/>
              <a:gdLst/>
              <a:ahLst/>
              <a:cxnLst>
                <a:cxn ang="0">
                  <a:pos x="718" y="456"/>
                </a:cxn>
                <a:cxn ang="0">
                  <a:pos x="677" y="453"/>
                </a:cxn>
                <a:cxn ang="0">
                  <a:pos x="599" y="450"/>
                </a:cxn>
                <a:cxn ang="0">
                  <a:pos x="445" y="443"/>
                </a:cxn>
                <a:cxn ang="0">
                  <a:pos x="334" y="441"/>
                </a:cxn>
                <a:cxn ang="0">
                  <a:pos x="225" y="439"/>
                </a:cxn>
                <a:cxn ang="0">
                  <a:pos x="195" y="439"/>
                </a:cxn>
                <a:cxn ang="0">
                  <a:pos x="133" y="439"/>
                </a:cxn>
                <a:cxn ang="0">
                  <a:pos x="84" y="434"/>
                </a:cxn>
                <a:cxn ang="0">
                  <a:pos x="36" y="422"/>
                </a:cxn>
                <a:cxn ang="0">
                  <a:pos x="25" y="416"/>
                </a:cxn>
                <a:cxn ang="0">
                  <a:pos x="12" y="403"/>
                </a:cxn>
                <a:cxn ang="0">
                  <a:pos x="4" y="376"/>
                </a:cxn>
                <a:cxn ang="0">
                  <a:pos x="4" y="338"/>
                </a:cxn>
                <a:cxn ang="0">
                  <a:pos x="0" y="23"/>
                </a:cxn>
                <a:cxn ang="0">
                  <a:pos x="3" y="13"/>
                </a:cxn>
                <a:cxn ang="0">
                  <a:pos x="11" y="6"/>
                </a:cxn>
                <a:cxn ang="0">
                  <a:pos x="22" y="4"/>
                </a:cxn>
                <a:cxn ang="0">
                  <a:pos x="33" y="8"/>
                </a:cxn>
                <a:cxn ang="0">
                  <a:pos x="37" y="13"/>
                </a:cxn>
                <a:cxn ang="0">
                  <a:pos x="39" y="28"/>
                </a:cxn>
                <a:cxn ang="0">
                  <a:pos x="41" y="363"/>
                </a:cxn>
                <a:cxn ang="0">
                  <a:pos x="43" y="379"/>
                </a:cxn>
                <a:cxn ang="0">
                  <a:pos x="58" y="392"/>
                </a:cxn>
                <a:cxn ang="0">
                  <a:pos x="82" y="398"/>
                </a:cxn>
                <a:cxn ang="0">
                  <a:pos x="112" y="401"/>
                </a:cxn>
                <a:cxn ang="0">
                  <a:pos x="146" y="402"/>
                </a:cxn>
                <a:cxn ang="0">
                  <a:pos x="221" y="401"/>
                </a:cxn>
                <a:cxn ang="0">
                  <a:pos x="267" y="404"/>
                </a:cxn>
                <a:cxn ang="0">
                  <a:pos x="314" y="407"/>
                </a:cxn>
                <a:cxn ang="0">
                  <a:pos x="391" y="408"/>
                </a:cxn>
                <a:cxn ang="0">
                  <a:pos x="427" y="407"/>
                </a:cxn>
                <a:cxn ang="0">
                  <a:pos x="576" y="411"/>
                </a:cxn>
                <a:cxn ang="0">
                  <a:pos x="645" y="417"/>
                </a:cxn>
                <a:cxn ang="0">
                  <a:pos x="691" y="421"/>
                </a:cxn>
                <a:cxn ang="0">
                  <a:pos x="726" y="421"/>
                </a:cxn>
                <a:cxn ang="0">
                  <a:pos x="761" y="411"/>
                </a:cxn>
                <a:cxn ang="0">
                  <a:pos x="775" y="401"/>
                </a:cxn>
                <a:cxn ang="0">
                  <a:pos x="784" y="387"/>
                </a:cxn>
                <a:cxn ang="0">
                  <a:pos x="787" y="369"/>
                </a:cxn>
                <a:cxn ang="0">
                  <a:pos x="785" y="269"/>
                </a:cxn>
                <a:cxn ang="0">
                  <a:pos x="783" y="152"/>
                </a:cxn>
                <a:cxn ang="0">
                  <a:pos x="783" y="114"/>
                </a:cxn>
                <a:cxn ang="0">
                  <a:pos x="782" y="68"/>
                </a:cxn>
                <a:cxn ang="0">
                  <a:pos x="771" y="43"/>
                </a:cxn>
                <a:cxn ang="0">
                  <a:pos x="768" y="31"/>
                </a:cxn>
                <a:cxn ang="0">
                  <a:pos x="768" y="14"/>
                </a:cxn>
                <a:cxn ang="0">
                  <a:pos x="773" y="5"/>
                </a:cxn>
                <a:cxn ang="0">
                  <a:pos x="786" y="0"/>
                </a:cxn>
                <a:cxn ang="0">
                  <a:pos x="795" y="3"/>
                </a:cxn>
                <a:cxn ang="0">
                  <a:pos x="802" y="11"/>
                </a:cxn>
                <a:cxn ang="0">
                  <a:pos x="804" y="18"/>
                </a:cxn>
                <a:cxn ang="0">
                  <a:pos x="812" y="49"/>
                </a:cxn>
                <a:cxn ang="0">
                  <a:pos x="818" y="69"/>
                </a:cxn>
                <a:cxn ang="0">
                  <a:pos x="819" y="111"/>
                </a:cxn>
                <a:cxn ang="0">
                  <a:pos x="818" y="183"/>
                </a:cxn>
                <a:cxn ang="0">
                  <a:pos x="821" y="238"/>
                </a:cxn>
                <a:cxn ang="0">
                  <a:pos x="825" y="313"/>
                </a:cxn>
                <a:cxn ang="0">
                  <a:pos x="823" y="386"/>
                </a:cxn>
                <a:cxn ang="0">
                  <a:pos x="814" y="419"/>
                </a:cxn>
                <a:cxn ang="0">
                  <a:pos x="801" y="435"/>
                </a:cxn>
                <a:cxn ang="0">
                  <a:pos x="774" y="451"/>
                </a:cxn>
                <a:cxn ang="0">
                  <a:pos x="735" y="456"/>
                </a:cxn>
              </a:cxnLst>
              <a:rect l="0" t="0" r="r" b="b"/>
              <a:pathLst>
                <a:path w="825" h="456">
                  <a:moveTo>
                    <a:pt x="735" y="456"/>
                  </a:moveTo>
                  <a:lnTo>
                    <a:pt x="735" y="456"/>
                  </a:lnTo>
                  <a:lnTo>
                    <a:pt x="718" y="456"/>
                  </a:lnTo>
                  <a:lnTo>
                    <a:pt x="700" y="455"/>
                  </a:lnTo>
                  <a:lnTo>
                    <a:pt x="700" y="455"/>
                  </a:lnTo>
                  <a:lnTo>
                    <a:pt x="677" y="453"/>
                  </a:lnTo>
                  <a:lnTo>
                    <a:pt x="677" y="453"/>
                  </a:lnTo>
                  <a:lnTo>
                    <a:pt x="599" y="450"/>
                  </a:lnTo>
                  <a:lnTo>
                    <a:pt x="599" y="450"/>
                  </a:lnTo>
                  <a:lnTo>
                    <a:pt x="522" y="445"/>
                  </a:lnTo>
                  <a:lnTo>
                    <a:pt x="483" y="444"/>
                  </a:lnTo>
                  <a:lnTo>
                    <a:pt x="445" y="443"/>
                  </a:lnTo>
                  <a:lnTo>
                    <a:pt x="445" y="443"/>
                  </a:lnTo>
                  <a:lnTo>
                    <a:pt x="389" y="443"/>
                  </a:lnTo>
                  <a:lnTo>
                    <a:pt x="334" y="441"/>
                  </a:lnTo>
                  <a:lnTo>
                    <a:pt x="334" y="441"/>
                  </a:lnTo>
                  <a:lnTo>
                    <a:pt x="281" y="440"/>
                  </a:lnTo>
                  <a:lnTo>
                    <a:pt x="225" y="439"/>
                  </a:lnTo>
                  <a:lnTo>
                    <a:pt x="225" y="439"/>
                  </a:lnTo>
                  <a:lnTo>
                    <a:pt x="195" y="439"/>
                  </a:lnTo>
                  <a:lnTo>
                    <a:pt x="195" y="439"/>
                  </a:lnTo>
                  <a:lnTo>
                    <a:pt x="166" y="439"/>
                  </a:lnTo>
                  <a:lnTo>
                    <a:pt x="166" y="439"/>
                  </a:lnTo>
                  <a:lnTo>
                    <a:pt x="133" y="439"/>
                  </a:lnTo>
                  <a:lnTo>
                    <a:pt x="118" y="438"/>
                  </a:lnTo>
                  <a:lnTo>
                    <a:pt x="101" y="436"/>
                  </a:lnTo>
                  <a:lnTo>
                    <a:pt x="84" y="434"/>
                  </a:lnTo>
                  <a:lnTo>
                    <a:pt x="68" y="431"/>
                  </a:lnTo>
                  <a:lnTo>
                    <a:pt x="52" y="427"/>
                  </a:lnTo>
                  <a:lnTo>
                    <a:pt x="36" y="422"/>
                  </a:lnTo>
                  <a:lnTo>
                    <a:pt x="36" y="422"/>
                  </a:lnTo>
                  <a:lnTo>
                    <a:pt x="30" y="419"/>
                  </a:lnTo>
                  <a:lnTo>
                    <a:pt x="25" y="416"/>
                  </a:lnTo>
                  <a:lnTo>
                    <a:pt x="20" y="411"/>
                  </a:lnTo>
                  <a:lnTo>
                    <a:pt x="16" y="407"/>
                  </a:lnTo>
                  <a:lnTo>
                    <a:pt x="12" y="403"/>
                  </a:lnTo>
                  <a:lnTo>
                    <a:pt x="10" y="398"/>
                  </a:lnTo>
                  <a:lnTo>
                    <a:pt x="6" y="388"/>
                  </a:lnTo>
                  <a:lnTo>
                    <a:pt x="4" y="376"/>
                  </a:lnTo>
                  <a:lnTo>
                    <a:pt x="3" y="364"/>
                  </a:lnTo>
                  <a:lnTo>
                    <a:pt x="4" y="338"/>
                  </a:lnTo>
                  <a:lnTo>
                    <a:pt x="4" y="338"/>
                  </a:lnTo>
                  <a:lnTo>
                    <a:pt x="5" y="315"/>
                  </a:lnTo>
                  <a:lnTo>
                    <a:pt x="0" y="23"/>
                  </a:lnTo>
                  <a:lnTo>
                    <a:pt x="0" y="23"/>
                  </a:lnTo>
                  <a:lnTo>
                    <a:pt x="0" y="19"/>
                  </a:lnTo>
                  <a:lnTo>
                    <a:pt x="1" y="16"/>
                  </a:lnTo>
                  <a:lnTo>
                    <a:pt x="3" y="13"/>
                  </a:lnTo>
                  <a:lnTo>
                    <a:pt x="5" y="10"/>
                  </a:lnTo>
                  <a:lnTo>
                    <a:pt x="8" y="8"/>
                  </a:lnTo>
                  <a:lnTo>
                    <a:pt x="11" y="6"/>
                  </a:lnTo>
                  <a:lnTo>
                    <a:pt x="14" y="5"/>
                  </a:lnTo>
                  <a:lnTo>
                    <a:pt x="18" y="4"/>
                  </a:lnTo>
                  <a:lnTo>
                    <a:pt x="22" y="4"/>
                  </a:lnTo>
                  <a:lnTo>
                    <a:pt x="22" y="4"/>
                  </a:lnTo>
                  <a:lnTo>
                    <a:pt x="29" y="5"/>
                  </a:lnTo>
                  <a:lnTo>
                    <a:pt x="33" y="8"/>
                  </a:lnTo>
                  <a:lnTo>
                    <a:pt x="36" y="11"/>
                  </a:lnTo>
                  <a:lnTo>
                    <a:pt x="37" y="13"/>
                  </a:lnTo>
                  <a:lnTo>
                    <a:pt x="37" y="13"/>
                  </a:lnTo>
                  <a:lnTo>
                    <a:pt x="39" y="18"/>
                  </a:lnTo>
                  <a:lnTo>
                    <a:pt x="40" y="23"/>
                  </a:lnTo>
                  <a:lnTo>
                    <a:pt x="39" y="28"/>
                  </a:lnTo>
                  <a:lnTo>
                    <a:pt x="37" y="33"/>
                  </a:lnTo>
                  <a:lnTo>
                    <a:pt x="36" y="35"/>
                  </a:lnTo>
                  <a:lnTo>
                    <a:pt x="41" y="363"/>
                  </a:lnTo>
                  <a:lnTo>
                    <a:pt x="41" y="363"/>
                  </a:lnTo>
                  <a:lnTo>
                    <a:pt x="41" y="372"/>
                  </a:lnTo>
                  <a:lnTo>
                    <a:pt x="43" y="379"/>
                  </a:lnTo>
                  <a:lnTo>
                    <a:pt x="47" y="385"/>
                  </a:lnTo>
                  <a:lnTo>
                    <a:pt x="51" y="389"/>
                  </a:lnTo>
                  <a:lnTo>
                    <a:pt x="58" y="392"/>
                  </a:lnTo>
                  <a:lnTo>
                    <a:pt x="64" y="394"/>
                  </a:lnTo>
                  <a:lnTo>
                    <a:pt x="78" y="397"/>
                  </a:lnTo>
                  <a:lnTo>
                    <a:pt x="82" y="398"/>
                  </a:lnTo>
                  <a:lnTo>
                    <a:pt x="82" y="398"/>
                  </a:lnTo>
                  <a:lnTo>
                    <a:pt x="97" y="400"/>
                  </a:lnTo>
                  <a:lnTo>
                    <a:pt x="112" y="401"/>
                  </a:lnTo>
                  <a:lnTo>
                    <a:pt x="129" y="402"/>
                  </a:lnTo>
                  <a:lnTo>
                    <a:pt x="146" y="402"/>
                  </a:lnTo>
                  <a:lnTo>
                    <a:pt x="146" y="402"/>
                  </a:lnTo>
                  <a:lnTo>
                    <a:pt x="184" y="402"/>
                  </a:lnTo>
                  <a:lnTo>
                    <a:pt x="184" y="402"/>
                  </a:lnTo>
                  <a:lnTo>
                    <a:pt x="221" y="401"/>
                  </a:lnTo>
                  <a:lnTo>
                    <a:pt x="221" y="401"/>
                  </a:lnTo>
                  <a:lnTo>
                    <a:pt x="246" y="402"/>
                  </a:lnTo>
                  <a:lnTo>
                    <a:pt x="267" y="404"/>
                  </a:lnTo>
                  <a:lnTo>
                    <a:pt x="267" y="404"/>
                  </a:lnTo>
                  <a:lnTo>
                    <a:pt x="291" y="406"/>
                  </a:lnTo>
                  <a:lnTo>
                    <a:pt x="314" y="407"/>
                  </a:lnTo>
                  <a:lnTo>
                    <a:pt x="355" y="408"/>
                  </a:lnTo>
                  <a:lnTo>
                    <a:pt x="355" y="408"/>
                  </a:lnTo>
                  <a:lnTo>
                    <a:pt x="391" y="408"/>
                  </a:lnTo>
                  <a:lnTo>
                    <a:pt x="391" y="408"/>
                  </a:lnTo>
                  <a:lnTo>
                    <a:pt x="427" y="407"/>
                  </a:lnTo>
                  <a:lnTo>
                    <a:pt x="427" y="407"/>
                  </a:lnTo>
                  <a:lnTo>
                    <a:pt x="480" y="408"/>
                  </a:lnTo>
                  <a:lnTo>
                    <a:pt x="530" y="409"/>
                  </a:lnTo>
                  <a:lnTo>
                    <a:pt x="576" y="411"/>
                  </a:lnTo>
                  <a:lnTo>
                    <a:pt x="622" y="413"/>
                  </a:lnTo>
                  <a:lnTo>
                    <a:pt x="622" y="413"/>
                  </a:lnTo>
                  <a:lnTo>
                    <a:pt x="645" y="417"/>
                  </a:lnTo>
                  <a:lnTo>
                    <a:pt x="645" y="417"/>
                  </a:lnTo>
                  <a:lnTo>
                    <a:pt x="675" y="420"/>
                  </a:lnTo>
                  <a:lnTo>
                    <a:pt x="691" y="421"/>
                  </a:lnTo>
                  <a:lnTo>
                    <a:pt x="707" y="421"/>
                  </a:lnTo>
                  <a:lnTo>
                    <a:pt x="707" y="421"/>
                  </a:lnTo>
                  <a:lnTo>
                    <a:pt x="726" y="421"/>
                  </a:lnTo>
                  <a:lnTo>
                    <a:pt x="741" y="418"/>
                  </a:lnTo>
                  <a:lnTo>
                    <a:pt x="756" y="413"/>
                  </a:lnTo>
                  <a:lnTo>
                    <a:pt x="761" y="411"/>
                  </a:lnTo>
                  <a:lnTo>
                    <a:pt x="767" y="408"/>
                  </a:lnTo>
                  <a:lnTo>
                    <a:pt x="771" y="404"/>
                  </a:lnTo>
                  <a:lnTo>
                    <a:pt x="775" y="401"/>
                  </a:lnTo>
                  <a:lnTo>
                    <a:pt x="779" y="396"/>
                  </a:lnTo>
                  <a:lnTo>
                    <a:pt x="782" y="392"/>
                  </a:lnTo>
                  <a:lnTo>
                    <a:pt x="784" y="387"/>
                  </a:lnTo>
                  <a:lnTo>
                    <a:pt x="786" y="381"/>
                  </a:lnTo>
                  <a:lnTo>
                    <a:pt x="787" y="375"/>
                  </a:lnTo>
                  <a:lnTo>
                    <a:pt x="787" y="369"/>
                  </a:lnTo>
                  <a:lnTo>
                    <a:pt x="787" y="369"/>
                  </a:lnTo>
                  <a:lnTo>
                    <a:pt x="786" y="324"/>
                  </a:lnTo>
                  <a:lnTo>
                    <a:pt x="785" y="269"/>
                  </a:lnTo>
                  <a:lnTo>
                    <a:pt x="785" y="269"/>
                  </a:lnTo>
                  <a:lnTo>
                    <a:pt x="783" y="188"/>
                  </a:lnTo>
                  <a:lnTo>
                    <a:pt x="783" y="152"/>
                  </a:lnTo>
                  <a:lnTo>
                    <a:pt x="783" y="121"/>
                  </a:lnTo>
                  <a:lnTo>
                    <a:pt x="783" y="114"/>
                  </a:lnTo>
                  <a:lnTo>
                    <a:pt x="783" y="114"/>
                  </a:lnTo>
                  <a:lnTo>
                    <a:pt x="784" y="96"/>
                  </a:lnTo>
                  <a:lnTo>
                    <a:pt x="783" y="78"/>
                  </a:lnTo>
                  <a:lnTo>
                    <a:pt x="782" y="68"/>
                  </a:lnTo>
                  <a:lnTo>
                    <a:pt x="779" y="59"/>
                  </a:lnTo>
                  <a:lnTo>
                    <a:pt x="777" y="51"/>
                  </a:lnTo>
                  <a:lnTo>
                    <a:pt x="771" y="43"/>
                  </a:lnTo>
                  <a:lnTo>
                    <a:pt x="771" y="43"/>
                  </a:lnTo>
                  <a:lnTo>
                    <a:pt x="769" y="37"/>
                  </a:lnTo>
                  <a:lnTo>
                    <a:pt x="768" y="31"/>
                  </a:lnTo>
                  <a:lnTo>
                    <a:pt x="768" y="18"/>
                  </a:lnTo>
                  <a:lnTo>
                    <a:pt x="768" y="18"/>
                  </a:lnTo>
                  <a:lnTo>
                    <a:pt x="768" y="14"/>
                  </a:lnTo>
                  <a:lnTo>
                    <a:pt x="769" y="11"/>
                  </a:lnTo>
                  <a:lnTo>
                    <a:pt x="771" y="8"/>
                  </a:lnTo>
                  <a:lnTo>
                    <a:pt x="773" y="5"/>
                  </a:lnTo>
                  <a:lnTo>
                    <a:pt x="777" y="3"/>
                  </a:lnTo>
                  <a:lnTo>
                    <a:pt x="780" y="1"/>
                  </a:lnTo>
                  <a:lnTo>
                    <a:pt x="786" y="0"/>
                  </a:lnTo>
                  <a:lnTo>
                    <a:pt x="786" y="0"/>
                  </a:lnTo>
                  <a:lnTo>
                    <a:pt x="792" y="1"/>
                  </a:lnTo>
                  <a:lnTo>
                    <a:pt x="795" y="3"/>
                  </a:lnTo>
                  <a:lnTo>
                    <a:pt x="798" y="5"/>
                  </a:lnTo>
                  <a:lnTo>
                    <a:pt x="800" y="8"/>
                  </a:lnTo>
                  <a:lnTo>
                    <a:pt x="802" y="11"/>
                  </a:lnTo>
                  <a:lnTo>
                    <a:pt x="803" y="14"/>
                  </a:lnTo>
                  <a:lnTo>
                    <a:pt x="804" y="18"/>
                  </a:lnTo>
                  <a:lnTo>
                    <a:pt x="804" y="18"/>
                  </a:lnTo>
                  <a:lnTo>
                    <a:pt x="804" y="26"/>
                  </a:lnTo>
                  <a:lnTo>
                    <a:pt x="806" y="33"/>
                  </a:lnTo>
                  <a:lnTo>
                    <a:pt x="812" y="49"/>
                  </a:lnTo>
                  <a:lnTo>
                    <a:pt x="812" y="49"/>
                  </a:lnTo>
                  <a:lnTo>
                    <a:pt x="816" y="62"/>
                  </a:lnTo>
                  <a:lnTo>
                    <a:pt x="818" y="69"/>
                  </a:lnTo>
                  <a:lnTo>
                    <a:pt x="819" y="76"/>
                  </a:lnTo>
                  <a:lnTo>
                    <a:pt x="819" y="76"/>
                  </a:lnTo>
                  <a:lnTo>
                    <a:pt x="819" y="111"/>
                  </a:lnTo>
                  <a:lnTo>
                    <a:pt x="819" y="145"/>
                  </a:lnTo>
                  <a:lnTo>
                    <a:pt x="819" y="145"/>
                  </a:lnTo>
                  <a:lnTo>
                    <a:pt x="818" y="183"/>
                  </a:lnTo>
                  <a:lnTo>
                    <a:pt x="818" y="183"/>
                  </a:lnTo>
                  <a:lnTo>
                    <a:pt x="819" y="207"/>
                  </a:lnTo>
                  <a:lnTo>
                    <a:pt x="821" y="238"/>
                  </a:lnTo>
                  <a:lnTo>
                    <a:pt x="821" y="238"/>
                  </a:lnTo>
                  <a:lnTo>
                    <a:pt x="824" y="287"/>
                  </a:lnTo>
                  <a:lnTo>
                    <a:pt x="825" y="313"/>
                  </a:lnTo>
                  <a:lnTo>
                    <a:pt x="825" y="339"/>
                  </a:lnTo>
                  <a:lnTo>
                    <a:pt x="825" y="363"/>
                  </a:lnTo>
                  <a:lnTo>
                    <a:pt x="823" y="386"/>
                  </a:lnTo>
                  <a:lnTo>
                    <a:pt x="819" y="404"/>
                  </a:lnTo>
                  <a:lnTo>
                    <a:pt x="817" y="411"/>
                  </a:lnTo>
                  <a:lnTo>
                    <a:pt x="814" y="419"/>
                  </a:lnTo>
                  <a:lnTo>
                    <a:pt x="814" y="419"/>
                  </a:lnTo>
                  <a:lnTo>
                    <a:pt x="809" y="428"/>
                  </a:lnTo>
                  <a:lnTo>
                    <a:pt x="801" y="435"/>
                  </a:lnTo>
                  <a:lnTo>
                    <a:pt x="794" y="442"/>
                  </a:lnTo>
                  <a:lnTo>
                    <a:pt x="785" y="448"/>
                  </a:lnTo>
                  <a:lnTo>
                    <a:pt x="774" y="451"/>
                  </a:lnTo>
                  <a:lnTo>
                    <a:pt x="763" y="454"/>
                  </a:lnTo>
                  <a:lnTo>
                    <a:pt x="750" y="456"/>
                  </a:lnTo>
                  <a:lnTo>
                    <a:pt x="735" y="456"/>
                  </a:lnTo>
                  <a:lnTo>
                    <a:pt x="735" y="45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3" name="Freeform 538"/>
            <p:cNvSpPr>
              <a:spLocks noEditPoints="1"/>
            </p:cNvSpPr>
            <p:nvPr/>
          </p:nvSpPr>
          <p:spPr bwMode="auto">
            <a:xfrm>
              <a:off x="2570163" y="3225800"/>
              <a:ext cx="103188" cy="158750"/>
            </a:xfrm>
            <a:custGeom>
              <a:avLst/>
              <a:gdLst/>
              <a:ahLst/>
              <a:cxnLst>
                <a:cxn ang="0">
                  <a:pos x="72" y="299"/>
                </a:cxn>
                <a:cxn ang="0">
                  <a:pos x="40" y="295"/>
                </a:cxn>
                <a:cxn ang="0">
                  <a:pos x="18" y="284"/>
                </a:cxn>
                <a:cxn ang="0">
                  <a:pos x="8" y="274"/>
                </a:cxn>
                <a:cxn ang="0">
                  <a:pos x="2" y="250"/>
                </a:cxn>
                <a:cxn ang="0">
                  <a:pos x="3" y="124"/>
                </a:cxn>
                <a:cxn ang="0">
                  <a:pos x="2" y="92"/>
                </a:cxn>
                <a:cxn ang="0">
                  <a:pos x="2" y="58"/>
                </a:cxn>
                <a:cxn ang="0">
                  <a:pos x="6" y="38"/>
                </a:cxn>
                <a:cxn ang="0">
                  <a:pos x="8" y="23"/>
                </a:cxn>
                <a:cxn ang="0">
                  <a:pos x="8" y="22"/>
                </a:cxn>
                <a:cxn ang="0">
                  <a:pos x="12" y="10"/>
                </a:cxn>
                <a:cxn ang="0">
                  <a:pos x="21" y="5"/>
                </a:cxn>
                <a:cxn ang="0">
                  <a:pos x="55" y="2"/>
                </a:cxn>
                <a:cxn ang="0">
                  <a:pos x="101" y="0"/>
                </a:cxn>
                <a:cxn ang="0">
                  <a:pos x="136" y="4"/>
                </a:cxn>
                <a:cxn ang="0">
                  <a:pos x="172" y="17"/>
                </a:cxn>
                <a:cxn ang="0">
                  <a:pos x="184" y="32"/>
                </a:cxn>
                <a:cxn ang="0">
                  <a:pos x="192" y="60"/>
                </a:cxn>
                <a:cxn ang="0">
                  <a:pos x="195" y="117"/>
                </a:cxn>
                <a:cxn ang="0">
                  <a:pos x="193" y="193"/>
                </a:cxn>
                <a:cxn ang="0">
                  <a:pos x="190" y="273"/>
                </a:cxn>
                <a:cxn ang="0">
                  <a:pos x="187" y="283"/>
                </a:cxn>
                <a:cxn ang="0">
                  <a:pos x="183" y="288"/>
                </a:cxn>
                <a:cxn ang="0">
                  <a:pos x="172" y="291"/>
                </a:cxn>
                <a:cxn ang="0">
                  <a:pos x="169" y="291"/>
                </a:cxn>
                <a:cxn ang="0">
                  <a:pos x="165" y="292"/>
                </a:cxn>
                <a:cxn ang="0">
                  <a:pos x="153" y="296"/>
                </a:cxn>
                <a:cxn ang="0">
                  <a:pos x="107" y="299"/>
                </a:cxn>
                <a:cxn ang="0">
                  <a:pos x="82" y="39"/>
                </a:cxn>
                <a:cxn ang="0">
                  <a:pos x="42" y="40"/>
                </a:cxn>
                <a:cxn ang="0">
                  <a:pos x="39" y="70"/>
                </a:cxn>
                <a:cxn ang="0">
                  <a:pos x="38" y="177"/>
                </a:cxn>
                <a:cxn ang="0">
                  <a:pos x="37" y="209"/>
                </a:cxn>
                <a:cxn ang="0">
                  <a:pos x="40" y="240"/>
                </a:cxn>
                <a:cxn ang="0">
                  <a:pos x="46" y="252"/>
                </a:cxn>
                <a:cxn ang="0">
                  <a:pos x="61" y="261"/>
                </a:cxn>
                <a:cxn ang="0">
                  <a:pos x="71" y="261"/>
                </a:cxn>
                <a:cxn ang="0">
                  <a:pos x="109" y="260"/>
                </a:cxn>
                <a:cxn ang="0">
                  <a:pos x="153" y="255"/>
                </a:cxn>
                <a:cxn ang="0">
                  <a:pos x="156" y="180"/>
                </a:cxn>
                <a:cxn ang="0">
                  <a:pos x="159" y="100"/>
                </a:cxn>
                <a:cxn ang="0">
                  <a:pos x="159" y="74"/>
                </a:cxn>
                <a:cxn ang="0">
                  <a:pos x="150" y="53"/>
                </a:cxn>
                <a:cxn ang="0">
                  <a:pos x="123" y="42"/>
                </a:cxn>
                <a:cxn ang="0">
                  <a:pos x="82" y="39"/>
                </a:cxn>
              </a:cxnLst>
              <a:rect l="0" t="0" r="r" b="b"/>
              <a:pathLst>
                <a:path w="195" h="299">
                  <a:moveTo>
                    <a:pt x="85" y="299"/>
                  </a:moveTo>
                  <a:lnTo>
                    <a:pt x="85" y="299"/>
                  </a:lnTo>
                  <a:lnTo>
                    <a:pt x="72" y="299"/>
                  </a:lnTo>
                  <a:lnTo>
                    <a:pt x="60" y="298"/>
                  </a:lnTo>
                  <a:lnTo>
                    <a:pt x="49" y="297"/>
                  </a:lnTo>
                  <a:lnTo>
                    <a:pt x="40" y="295"/>
                  </a:lnTo>
                  <a:lnTo>
                    <a:pt x="31" y="292"/>
                  </a:lnTo>
                  <a:lnTo>
                    <a:pt x="24" y="289"/>
                  </a:lnTo>
                  <a:lnTo>
                    <a:pt x="18" y="284"/>
                  </a:lnTo>
                  <a:lnTo>
                    <a:pt x="13" y="280"/>
                  </a:lnTo>
                  <a:lnTo>
                    <a:pt x="13" y="280"/>
                  </a:lnTo>
                  <a:lnTo>
                    <a:pt x="8" y="274"/>
                  </a:lnTo>
                  <a:lnTo>
                    <a:pt x="5" y="268"/>
                  </a:lnTo>
                  <a:lnTo>
                    <a:pt x="3" y="260"/>
                  </a:lnTo>
                  <a:lnTo>
                    <a:pt x="2" y="250"/>
                  </a:lnTo>
                  <a:lnTo>
                    <a:pt x="2" y="250"/>
                  </a:lnTo>
                  <a:lnTo>
                    <a:pt x="3" y="126"/>
                  </a:lnTo>
                  <a:lnTo>
                    <a:pt x="3" y="124"/>
                  </a:lnTo>
                  <a:lnTo>
                    <a:pt x="3" y="124"/>
                  </a:lnTo>
                  <a:lnTo>
                    <a:pt x="2" y="92"/>
                  </a:lnTo>
                  <a:lnTo>
                    <a:pt x="2" y="92"/>
                  </a:lnTo>
                  <a:lnTo>
                    <a:pt x="0" y="70"/>
                  </a:lnTo>
                  <a:lnTo>
                    <a:pt x="0" y="70"/>
                  </a:lnTo>
                  <a:lnTo>
                    <a:pt x="2" y="58"/>
                  </a:lnTo>
                  <a:lnTo>
                    <a:pt x="4" y="48"/>
                  </a:lnTo>
                  <a:lnTo>
                    <a:pt x="4" y="48"/>
                  </a:lnTo>
                  <a:lnTo>
                    <a:pt x="6" y="38"/>
                  </a:lnTo>
                  <a:lnTo>
                    <a:pt x="7" y="27"/>
                  </a:lnTo>
                  <a:lnTo>
                    <a:pt x="7" y="27"/>
                  </a:lnTo>
                  <a:lnTo>
                    <a:pt x="8" y="23"/>
                  </a:lnTo>
                  <a:lnTo>
                    <a:pt x="8" y="22"/>
                  </a:lnTo>
                  <a:lnTo>
                    <a:pt x="8" y="22"/>
                  </a:lnTo>
                  <a:lnTo>
                    <a:pt x="8" y="22"/>
                  </a:lnTo>
                  <a:lnTo>
                    <a:pt x="9" y="15"/>
                  </a:lnTo>
                  <a:lnTo>
                    <a:pt x="10" y="12"/>
                  </a:lnTo>
                  <a:lnTo>
                    <a:pt x="12" y="10"/>
                  </a:lnTo>
                  <a:lnTo>
                    <a:pt x="14" y="8"/>
                  </a:lnTo>
                  <a:lnTo>
                    <a:pt x="17" y="6"/>
                  </a:lnTo>
                  <a:lnTo>
                    <a:pt x="21" y="5"/>
                  </a:lnTo>
                  <a:lnTo>
                    <a:pt x="25" y="5"/>
                  </a:lnTo>
                  <a:lnTo>
                    <a:pt x="25" y="5"/>
                  </a:lnTo>
                  <a:lnTo>
                    <a:pt x="55" y="2"/>
                  </a:lnTo>
                  <a:lnTo>
                    <a:pt x="55" y="2"/>
                  </a:lnTo>
                  <a:lnTo>
                    <a:pt x="78" y="1"/>
                  </a:lnTo>
                  <a:lnTo>
                    <a:pt x="101" y="0"/>
                  </a:lnTo>
                  <a:lnTo>
                    <a:pt x="101" y="0"/>
                  </a:lnTo>
                  <a:lnTo>
                    <a:pt x="119" y="1"/>
                  </a:lnTo>
                  <a:lnTo>
                    <a:pt x="136" y="4"/>
                  </a:lnTo>
                  <a:lnTo>
                    <a:pt x="150" y="7"/>
                  </a:lnTo>
                  <a:lnTo>
                    <a:pt x="163" y="11"/>
                  </a:lnTo>
                  <a:lnTo>
                    <a:pt x="172" y="17"/>
                  </a:lnTo>
                  <a:lnTo>
                    <a:pt x="179" y="23"/>
                  </a:lnTo>
                  <a:lnTo>
                    <a:pt x="182" y="27"/>
                  </a:lnTo>
                  <a:lnTo>
                    <a:pt x="184" y="32"/>
                  </a:lnTo>
                  <a:lnTo>
                    <a:pt x="187" y="42"/>
                  </a:lnTo>
                  <a:lnTo>
                    <a:pt x="187" y="42"/>
                  </a:lnTo>
                  <a:lnTo>
                    <a:pt x="192" y="60"/>
                  </a:lnTo>
                  <a:lnTo>
                    <a:pt x="194" y="80"/>
                  </a:lnTo>
                  <a:lnTo>
                    <a:pt x="195" y="99"/>
                  </a:lnTo>
                  <a:lnTo>
                    <a:pt x="195" y="117"/>
                  </a:lnTo>
                  <a:lnTo>
                    <a:pt x="195" y="155"/>
                  </a:lnTo>
                  <a:lnTo>
                    <a:pt x="193" y="193"/>
                  </a:lnTo>
                  <a:lnTo>
                    <a:pt x="193" y="193"/>
                  </a:lnTo>
                  <a:lnTo>
                    <a:pt x="191" y="233"/>
                  </a:lnTo>
                  <a:lnTo>
                    <a:pt x="190" y="254"/>
                  </a:lnTo>
                  <a:lnTo>
                    <a:pt x="190" y="273"/>
                  </a:lnTo>
                  <a:lnTo>
                    <a:pt x="190" y="273"/>
                  </a:lnTo>
                  <a:lnTo>
                    <a:pt x="188" y="280"/>
                  </a:lnTo>
                  <a:lnTo>
                    <a:pt x="187" y="283"/>
                  </a:lnTo>
                  <a:lnTo>
                    <a:pt x="185" y="286"/>
                  </a:lnTo>
                  <a:lnTo>
                    <a:pt x="185" y="286"/>
                  </a:lnTo>
                  <a:lnTo>
                    <a:pt x="183" y="288"/>
                  </a:lnTo>
                  <a:lnTo>
                    <a:pt x="179" y="290"/>
                  </a:lnTo>
                  <a:lnTo>
                    <a:pt x="176" y="291"/>
                  </a:lnTo>
                  <a:lnTo>
                    <a:pt x="172" y="291"/>
                  </a:lnTo>
                  <a:lnTo>
                    <a:pt x="172" y="291"/>
                  </a:lnTo>
                  <a:lnTo>
                    <a:pt x="172" y="291"/>
                  </a:lnTo>
                  <a:lnTo>
                    <a:pt x="169" y="291"/>
                  </a:lnTo>
                  <a:lnTo>
                    <a:pt x="167" y="290"/>
                  </a:lnTo>
                  <a:lnTo>
                    <a:pt x="165" y="292"/>
                  </a:lnTo>
                  <a:lnTo>
                    <a:pt x="165" y="292"/>
                  </a:lnTo>
                  <a:lnTo>
                    <a:pt x="160" y="295"/>
                  </a:lnTo>
                  <a:lnTo>
                    <a:pt x="153" y="296"/>
                  </a:lnTo>
                  <a:lnTo>
                    <a:pt x="153" y="296"/>
                  </a:lnTo>
                  <a:lnTo>
                    <a:pt x="126" y="298"/>
                  </a:lnTo>
                  <a:lnTo>
                    <a:pt x="126" y="298"/>
                  </a:lnTo>
                  <a:lnTo>
                    <a:pt x="107" y="299"/>
                  </a:lnTo>
                  <a:lnTo>
                    <a:pt x="85" y="299"/>
                  </a:lnTo>
                  <a:lnTo>
                    <a:pt x="85" y="299"/>
                  </a:lnTo>
                  <a:close/>
                  <a:moveTo>
                    <a:pt x="82" y="39"/>
                  </a:moveTo>
                  <a:lnTo>
                    <a:pt x="82" y="39"/>
                  </a:lnTo>
                  <a:lnTo>
                    <a:pt x="53" y="40"/>
                  </a:lnTo>
                  <a:lnTo>
                    <a:pt x="42" y="40"/>
                  </a:lnTo>
                  <a:lnTo>
                    <a:pt x="41" y="52"/>
                  </a:lnTo>
                  <a:lnTo>
                    <a:pt x="41" y="52"/>
                  </a:lnTo>
                  <a:lnTo>
                    <a:pt x="39" y="70"/>
                  </a:lnTo>
                  <a:lnTo>
                    <a:pt x="38" y="88"/>
                  </a:lnTo>
                  <a:lnTo>
                    <a:pt x="38" y="177"/>
                  </a:lnTo>
                  <a:lnTo>
                    <a:pt x="38" y="177"/>
                  </a:lnTo>
                  <a:lnTo>
                    <a:pt x="38" y="194"/>
                  </a:lnTo>
                  <a:lnTo>
                    <a:pt x="38" y="194"/>
                  </a:lnTo>
                  <a:lnTo>
                    <a:pt x="37" y="209"/>
                  </a:lnTo>
                  <a:lnTo>
                    <a:pt x="37" y="226"/>
                  </a:lnTo>
                  <a:lnTo>
                    <a:pt x="38" y="233"/>
                  </a:lnTo>
                  <a:lnTo>
                    <a:pt x="40" y="240"/>
                  </a:lnTo>
                  <a:lnTo>
                    <a:pt x="42" y="246"/>
                  </a:lnTo>
                  <a:lnTo>
                    <a:pt x="46" y="252"/>
                  </a:lnTo>
                  <a:lnTo>
                    <a:pt x="46" y="252"/>
                  </a:lnTo>
                  <a:lnTo>
                    <a:pt x="51" y="256"/>
                  </a:lnTo>
                  <a:lnTo>
                    <a:pt x="56" y="259"/>
                  </a:lnTo>
                  <a:lnTo>
                    <a:pt x="61" y="261"/>
                  </a:lnTo>
                  <a:lnTo>
                    <a:pt x="69" y="261"/>
                  </a:lnTo>
                  <a:lnTo>
                    <a:pt x="69" y="261"/>
                  </a:lnTo>
                  <a:lnTo>
                    <a:pt x="71" y="261"/>
                  </a:lnTo>
                  <a:lnTo>
                    <a:pt x="71" y="261"/>
                  </a:lnTo>
                  <a:lnTo>
                    <a:pt x="109" y="260"/>
                  </a:lnTo>
                  <a:lnTo>
                    <a:pt x="109" y="260"/>
                  </a:lnTo>
                  <a:lnTo>
                    <a:pt x="131" y="260"/>
                  </a:lnTo>
                  <a:lnTo>
                    <a:pt x="153" y="260"/>
                  </a:lnTo>
                  <a:lnTo>
                    <a:pt x="153" y="255"/>
                  </a:lnTo>
                  <a:lnTo>
                    <a:pt x="153" y="255"/>
                  </a:lnTo>
                  <a:lnTo>
                    <a:pt x="154" y="217"/>
                  </a:lnTo>
                  <a:lnTo>
                    <a:pt x="156" y="180"/>
                  </a:lnTo>
                  <a:lnTo>
                    <a:pt x="156" y="180"/>
                  </a:lnTo>
                  <a:lnTo>
                    <a:pt x="157" y="140"/>
                  </a:lnTo>
                  <a:lnTo>
                    <a:pt x="159" y="100"/>
                  </a:lnTo>
                  <a:lnTo>
                    <a:pt x="159" y="93"/>
                  </a:lnTo>
                  <a:lnTo>
                    <a:pt x="159" y="93"/>
                  </a:lnTo>
                  <a:lnTo>
                    <a:pt x="159" y="74"/>
                  </a:lnTo>
                  <a:lnTo>
                    <a:pt x="156" y="67"/>
                  </a:lnTo>
                  <a:lnTo>
                    <a:pt x="154" y="59"/>
                  </a:lnTo>
                  <a:lnTo>
                    <a:pt x="150" y="53"/>
                  </a:lnTo>
                  <a:lnTo>
                    <a:pt x="144" y="48"/>
                  </a:lnTo>
                  <a:lnTo>
                    <a:pt x="136" y="45"/>
                  </a:lnTo>
                  <a:lnTo>
                    <a:pt x="123" y="42"/>
                  </a:lnTo>
                  <a:lnTo>
                    <a:pt x="123" y="42"/>
                  </a:lnTo>
                  <a:lnTo>
                    <a:pt x="105" y="40"/>
                  </a:lnTo>
                  <a:lnTo>
                    <a:pt x="82" y="39"/>
                  </a:lnTo>
                  <a:lnTo>
                    <a:pt x="82" y="39"/>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264" name="Freeform 539"/>
            <p:cNvSpPr>
              <a:spLocks noEditPoints="1"/>
            </p:cNvSpPr>
            <p:nvPr/>
          </p:nvSpPr>
          <p:spPr bwMode="auto">
            <a:xfrm>
              <a:off x="2292351" y="3478213"/>
              <a:ext cx="504825" cy="250825"/>
            </a:xfrm>
            <a:custGeom>
              <a:avLst/>
              <a:gdLst/>
              <a:ahLst/>
              <a:cxnLst>
                <a:cxn ang="0">
                  <a:pos x="761" y="472"/>
                </a:cxn>
                <a:cxn ang="0">
                  <a:pos x="506" y="468"/>
                </a:cxn>
                <a:cxn ang="0">
                  <a:pos x="259" y="459"/>
                </a:cxn>
                <a:cxn ang="0">
                  <a:pos x="116" y="455"/>
                </a:cxn>
                <a:cxn ang="0">
                  <a:pos x="53" y="437"/>
                </a:cxn>
                <a:cxn ang="0">
                  <a:pos x="13" y="392"/>
                </a:cxn>
                <a:cxn ang="0">
                  <a:pos x="2" y="316"/>
                </a:cxn>
                <a:cxn ang="0">
                  <a:pos x="5" y="219"/>
                </a:cxn>
                <a:cxn ang="0">
                  <a:pos x="1" y="114"/>
                </a:cxn>
                <a:cxn ang="0">
                  <a:pos x="5" y="67"/>
                </a:cxn>
                <a:cxn ang="0">
                  <a:pos x="11" y="38"/>
                </a:cxn>
                <a:cxn ang="0">
                  <a:pos x="31" y="13"/>
                </a:cxn>
                <a:cxn ang="0">
                  <a:pos x="69" y="2"/>
                </a:cxn>
                <a:cxn ang="0">
                  <a:pos x="132" y="0"/>
                </a:cxn>
                <a:cxn ang="0">
                  <a:pos x="565" y="3"/>
                </a:cxn>
                <a:cxn ang="0">
                  <a:pos x="777" y="14"/>
                </a:cxn>
                <a:cxn ang="0">
                  <a:pos x="810" y="13"/>
                </a:cxn>
                <a:cxn ang="0">
                  <a:pos x="868" y="16"/>
                </a:cxn>
                <a:cxn ang="0">
                  <a:pos x="899" y="30"/>
                </a:cxn>
                <a:cxn ang="0">
                  <a:pos x="934" y="75"/>
                </a:cxn>
                <a:cxn ang="0">
                  <a:pos x="941" y="96"/>
                </a:cxn>
                <a:cxn ang="0">
                  <a:pos x="946" y="107"/>
                </a:cxn>
                <a:cxn ang="0">
                  <a:pos x="947" y="117"/>
                </a:cxn>
                <a:cxn ang="0">
                  <a:pos x="950" y="207"/>
                </a:cxn>
                <a:cxn ang="0">
                  <a:pos x="953" y="353"/>
                </a:cxn>
                <a:cxn ang="0">
                  <a:pos x="945" y="401"/>
                </a:cxn>
                <a:cxn ang="0">
                  <a:pos x="924" y="440"/>
                </a:cxn>
                <a:cxn ang="0">
                  <a:pos x="890" y="463"/>
                </a:cxn>
                <a:cxn ang="0">
                  <a:pos x="864" y="471"/>
                </a:cxn>
                <a:cxn ang="0">
                  <a:pos x="41" y="90"/>
                </a:cxn>
                <a:cxn ang="0">
                  <a:pos x="36" y="103"/>
                </a:cxn>
                <a:cxn ang="0">
                  <a:pos x="41" y="219"/>
                </a:cxn>
                <a:cxn ang="0">
                  <a:pos x="38" y="333"/>
                </a:cxn>
                <a:cxn ang="0">
                  <a:pos x="48" y="377"/>
                </a:cxn>
                <a:cxn ang="0">
                  <a:pos x="82" y="410"/>
                </a:cxn>
                <a:cxn ang="0">
                  <a:pos x="144" y="422"/>
                </a:cxn>
                <a:cxn ang="0">
                  <a:pos x="233" y="425"/>
                </a:cxn>
                <a:cxn ang="0">
                  <a:pos x="564" y="435"/>
                </a:cxn>
                <a:cxn ang="0">
                  <a:pos x="868" y="433"/>
                </a:cxn>
                <a:cxn ang="0">
                  <a:pos x="894" y="418"/>
                </a:cxn>
                <a:cxn ang="0">
                  <a:pos x="909" y="392"/>
                </a:cxn>
                <a:cxn ang="0">
                  <a:pos x="916" y="292"/>
                </a:cxn>
                <a:cxn ang="0">
                  <a:pos x="913" y="186"/>
                </a:cxn>
                <a:cxn ang="0">
                  <a:pos x="910" y="117"/>
                </a:cxn>
                <a:cxn ang="0">
                  <a:pos x="899" y="94"/>
                </a:cxn>
                <a:cxn ang="0">
                  <a:pos x="871" y="55"/>
                </a:cxn>
                <a:cxn ang="0">
                  <a:pos x="828" y="50"/>
                </a:cxn>
                <a:cxn ang="0">
                  <a:pos x="749" y="51"/>
                </a:cxn>
                <a:cxn ang="0">
                  <a:pos x="567" y="38"/>
                </a:cxn>
                <a:cxn ang="0">
                  <a:pos x="102" y="37"/>
                </a:cxn>
                <a:cxn ang="0">
                  <a:pos x="52" y="46"/>
                </a:cxn>
                <a:cxn ang="0">
                  <a:pos x="41" y="82"/>
                </a:cxn>
              </a:cxnLst>
              <a:rect l="0" t="0" r="r" b="b"/>
              <a:pathLst>
                <a:path w="954" h="473">
                  <a:moveTo>
                    <a:pt x="849" y="473"/>
                  </a:moveTo>
                  <a:lnTo>
                    <a:pt x="848" y="473"/>
                  </a:lnTo>
                  <a:lnTo>
                    <a:pt x="847" y="473"/>
                  </a:lnTo>
                  <a:lnTo>
                    <a:pt x="847" y="473"/>
                  </a:lnTo>
                  <a:lnTo>
                    <a:pt x="761" y="472"/>
                  </a:lnTo>
                  <a:lnTo>
                    <a:pt x="675" y="470"/>
                  </a:lnTo>
                  <a:lnTo>
                    <a:pt x="675" y="470"/>
                  </a:lnTo>
                  <a:lnTo>
                    <a:pt x="591" y="469"/>
                  </a:lnTo>
                  <a:lnTo>
                    <a:pt x="506" y="468"/>
                  </a:lnTo>
                  <a:lnTo>
                    <a:pt x="506" y="468"/>
                  </a:lnTo>
                  <a:lnTo>
                    <a:pt x="465" y="468"/>
                  </a:lnTo>
                  <a:lnTo>
                    <a:pt x="423" y="467"/>
                  </a:lnTo>
                  <a:lnTo>
                    <a:pt x="343" y="463"/>
                  </a:lnTo>
                  <a:lnTo>
                    <a:pt x="343" y="463"/>
                  </a:lnTo>
                  <a:lnTo>
                    <a:pt x="259" y="459"/>
                  </a:lnTo>
                  <a:lnTo>
                    <a:pt x="217" y="458"/>
                  </a:lnTo>
                  <a:lnTo>
                    <a:pt x="174" y="458"/>
                  </a:lnTo>
                  <a:lnTo>
                    <a:pt x="174" y="458"/>
                  </a:lnTo>
                  <a:lnTo>
                    <a:pt x="144" y="457"/>
                  </a:lnTo>
                  <a:lnTo>
                    <a:pt x="116" y="455"/>
                  </a:lnTo>
                  <a:lnTo>
                    <a:pt x="102" y="453"/>
                  </a:lnTo>
                  <a:lnTo>
                    <a:pt x="90" y="450"/>
                  </a:lnTo>
                  <a:lnTo>
                    <a:pt x="77" y="447"/>
                  </a:lnTo>
                  <a:lnTo>
                    <a:pt x="65" y="443"/>
                  </a:lnTo>
                  <a:lnTo>
                    <a:pt x="53" y="437"/>
                  </a:lnTo>
                  <a:lnTo>
                    <a:pt x="44" y="430"/>
                  </a:lnTo>
                  <a:lnTo>
                    <a:pt x="35" y="423"/>
                  </a:lnTo>
                  <a:lnTo>
                    <a:pt x="27" y="414"/>
                  </a:lnTo>
                  <a:lnTo>
                    <a:pt x="19" y="405"/>
                  </a:lnTo>
                  <a:lnTo>
                    <a:pt x="13" y="392"/>
                  </a:lnTo>
                  <a:lnTo>
                    <a:pt x="9" y="380"/>
                  </a:lnTo>
                  <a:lnTo>
                    <a:pt x="5" y="365"/>
                  </a:lnTo>
                  <a:lnTo>
                    <a:pt x="5" y="365"/>
                  </a:lnTo>
                  <a:lnTo>
                    <a:pt x="3" y="341"/>
                  </a:lnTo>
                  <a:lnTo>
                    <a:pt x="2" y="316"/>
                  </a:lnTo>
                  <a:lnTo>
                    <a:pt x="2" y="291"/>
                  </a:lnTo>
                  <a:lnTo>
                    <a:pt x="3" y="265"/>
                  </a:lnTo>
                  <a:lnTo>
                    <a:pt x="3" y="265"/>
                  </a:lnTo>
                  <a:lnTo>
                    <a:pt x="4" y="242"/>
                  </a:lnTo>
                  <a:lnTo>
                    <a:pt x="5" y="219"/>
                  </a:lnTo>
                  <a:lnTo>
                    <a:pt x="5" y="219"/>
                  </a:lnTo>
                  <a:lnTo>
                    <a:pt x="4" y="184"/>
                  </a:lnTo>
                  <a:lnTo>
                    <a:pt x="2" y="148"/>
                  </a:lnTo>
                  <a:lnTo>
                    <a:pt x="2" y="148"/>
                  </a:lnTo>
                  <a:lnTo>
                    <a:pt x="1" y="114"/>
                  </a:lnTo>
                  <a:lnTo>
                    <a:pt x="0" y="80"/>
                  </a:lnTo>
                  <a:lnTo>
                    <a:pt x="0" y="80"/>
                  </a:lnTo>
                  <a:lnTo>
                    <a:pt x="1" y="74"/>
                  </a:lnTo>
                  <a:lnTo>
                    <a:pt x="4" y="69"/>
                  </a:lnTo>
                  <a:lnTo>
                    <a:pt x="5" y="67"/>
                  </a:lnTo>
                  <a:lnTo>
                    <a:pt x="6" y="65"/>
                  </a:lnTo>
                  <a:lnTo>
                    <a:pt x="6" y="65"/>
                  </a:lnTo>
                  <a:lnTo>
                    <a:pt x="7" y="55"/>
                  </a:lnTo>
                  <a:lnTo>
                    <a:pt x="8" y="46"/>
                  </a:lnTo>
                  <a:lnTo>
                    <a:pt x="11" y="38"/>
                  </a:lnTo>
                  <a:lnTo>
                    <a:pt x="13" y="31"/>
                  </a:lnTo>
                  <a:lnTo>
                    <a:pt x="17" y="25"/>
                  </a:lnTo>
                  <a:lnTo>
                    <a:pt x="21" y="20"/>
                  </a:lnTo>
                  <a:lnTo>
                    <a:pt x="26" y="16"/>
                  </a:lnTo>
                  <a:lnTo>
                    <a:pt x="31" y="13"/>
                  </a:lnTo>
                  <a:lnTo>
                    <a:pt x="31" y="13"/>
                  </a:lnTo>
                  <a:lnTo>
                    <a:pt x="40" y="9"/>
                  </a:lnTo>
                  <a:lnTo>
                    <a:pt x="49" y="6"/>
                  </a:lnTo>
                  <a:lnTo>
                    <a:pt x="60" y="4"/>
                  </a:lnTo>
                  <a:lnTo>
                    <a:pt x="69" y="2"/>
                  </a:lnTo>
                  <a:lnTo>
                    <a:pt x="89" y="0"/>
                  </a:lnTo>
                  <a:lnTo>
                    <a:pt x="108" y="0"/>
                  </a:lnTo>
                  <a:lnTo>
                    <a:pt x="108" y="0"/>
                  </a:lnTo>
                  <a:lnTo>
                    <a:pt x="132" y="0"/>
                  </a:lnTo>
                  <a:lnTo>
                    <a:pt x="132" y="0"/>
                  </a:lnTo>
                  <a:lnTo>
                    <a:pt x="154" y="1"/>
                  </a:lnTo>
                  <a:lnTo>
                    <a:pt x="493" y="1"/>
                  </a:lnTo>
                  <a:lnTo>
                    <a:pt x="493" y="1"/>
                  </a:lnTo>
                  <a:lnTo>
                    <a:pt x="529" y="1"/>
                  </a:lnTo>
                  <a:lnTo>
                    <a:pt x="565" y="3"/>
                  </a:lnTo>
                  <a:lnTo>
                    <a:pt x="635" y="7"/>
                  </a:lnTo>
                  <a:lnTo>
                    <a:pt x="635" y="7"/>
                  </a:lnTo>
                  <a:lnTo>
                    <a:pt x="705" y="12"/>
                  </a:lnTo>
                  <a:lnTo>
                    <a:pt x="741" y="13"/>
                  </a:lnTo>
                  <a:lnTo>
                    <a:pt x="777" y="14"/>
                  </a:lnTo>
                  <a:lnTo>
                    <a:pt x="777" y="14"/>
                  </a:lnTo>
                  <a:lnTo>
                    <a:pt x="799" y="14"/>
                  </a:lnTo>
                  <a:lnTo>
                    <a:pt x="799" y="14"/>
                  </a:lnTo>
                  <a:lnTo>
                    <a:pt x="810" y="13"/>
                  </a:lnTo>
                  <a:lnTo>
                    <a:pt x="810" y="13"/>
                  </a:lnTo>
                  <a:lnTo>
                    <a:pt x="832" y="13"/>
                  </a:lnTo>
                  <a:lnTo>
                    <a:pt x="832" y="13"/>
                  </a:lnTo>
                  <a:lnTo>
                    <a:pt x="850" y="13"/>
                  </a:lnTo>
                  <a:lnTo>
                    <a:pt x="859" y="14"/>
                  </a:lnTo>
                  <a:lnTo>
                    <a:pt x="868" y="16"/>
                  </a:lnTo>
                  <a:lnTo>
                    <a:pt x="877" y="18"/>
                  </a:lnTo>
                  <a:lnTo>
                    <a:pt x="885" y="20"/>
                  </a:lnTo>
                  <a:lnTo>
                    <a:pt x="893" y="24"/>
                  </a:lnTo>
                  <a:lnTo>
                    <a:pt x="899" y="30"/>
                  </a:lnTo>
                  <a:lnTo>
                    <a:pt x="899" y="30"/>
                  </a:lnTo>
                  <a:lnTo>
                    <a:pt x="911" y="40"/>
                  </a:lnTo>
                  <a:lnTo>
                    <a:pt x="920" y="51"/>
                  </a:lnTo>
                  <a:lnTo>
                    <a:pt x="927" y="63"/>
                  </a:lnTo>
                  <a:lnTo>
                    <a:pt x="934" y="75"/>
                  </a:lnTo>
                  <a:lnTo>
                    <a:pt x="934" y="75"/>
                  </a:lnTo>
                  <a:lnTo>
                    <a:pt x="937" y="85"/>
                  </a:lnTo>
                  <a:lnTo>
                    <a:pt x="937" y="85"/>
                  </a:lnTo>
                  <a:lnTo>
                    <a:pt x="939" y="93"/>
                  </a:lnTo>
                  <a:lnTo>
                    <a:pt x="940" y="95"/>
                  </a:lnTo>
                  <a:lnTo>
                    <a:pt x="941" y="96"/>
                  </a:lnTo>
                  <a:lnTo>
                    <a:pt x="941" y="96"/>
                  </a:lnTo>
                  <a:lnTo>
                    <a:pt x="943" y="98"/>
                  </a:lnTo>
                  <a:lnTo>
                    <a:pt x="945" y="101"/>
                  </a:lnTo>
                  <a:lnTo>
                    <a:pt x="946" y="104"/>
                  </a:lnTo>
                  <a:lnTo>
                    <a:pt x="946" y="107"/>
                  </a:lnTo>
                  <a:lnTo>
                    <a:pt x="946" y="108"/>
                  </a:lnTo>
                  <a:lnTo>
                    <a:pt x="946" y="109"/>
                  </a:lnTo>
                  <a:lnTo>
                    <a:pt x="946" y="109"/>
                  </a:lnTo>
                  <a:lnTo>
                    <a:pt x="947" y="113"/>
                  </a:lnTo>
                  <a:lnTo>
                    <a:pt x="947" y="117"/>
                  </a:lnTo>
                  <a:lnTo>
                    <a:pt x="946" y="118"/>
                  </a:lnTo>
                  <a:lnTo>
                    <a:pt x="946" y="119"/>
                  </a:lnTo>
                  <a:lnTo>
                    <a:pt x="946" y="119"/>
                  </a:lnTo>
                  <a:lnTo>
                    <a:pt x="948" y="164"/>
                  </a:lnTo>
                  <a:lnTo>
                    <a:pt x="950" y="207"/>
                  </a:lnTo>
                  <a:lnTo>
                    <a:pt x="950" y="207"/>
                  </a:lnTo>
                  <a:lnTo>
                    <a:pt x="952" y="249"/>
                  </a:lnTo>
                  <a:lnTo>
                    <a:pt x="954" y="291"/>
                  </a:lnTo>
                  <a:lnTo>
                    <a:pt x="954" y="332"/>
                  </a:lnTo>
                  <a:lnTo>
                    <a:pt x="953" y="353"/>
                  </a:lnTo>
                  <a:lnTo>
                    <a:pt x="951" y="374"/>
                  </a:lnTo>
                  <a:lnTo>
                    <a:pt x="951" y="374"/>
                  </a:lnTo>
                  <a:lnTo>
                    <a:pt x="950" y="383"/>
                  </a:lnTo>
                  <a:lnTo>
                    <a:pt x="948" y="392"/>
                  </a:lnTo>
                  <a:lnTo>
                    <a:pt x="945" y="401"/>
                  </a:lnTo>
                  <a:lnTo>
                    <a:pt x="942" y="410"/>
                  </a:lnTo>
                  <a:lnTo>
                    <a:pt x="938" y="418"/>
                  </a:lnTo>
                  <a:lnTo>
                    <a:pt x="934" y="425"/>
                  </a:lnTo>
                  <a:lnTo>
                    <a:pt x="929" y="432"/>
                  </a:lnTo>
                  <a:lnTo>
                    <a:pt x="924" y="440"/>
                  </a:lnTo>
                  <a:lnTo>
                    <a:pt x="918" y="445"/>
                  </a:lnTo>
                  <a:lnTo>
                    <a:pt x="912" y="451"/>
                  </a:lnTo>
                  <a:lnTo>
                    <a:pt x="905" y="455"/>
                  </a:lnTo>
                  <a:lnTo>
                    <a:pt x="898" y="460"/>
                  </a:lnTo>
                  <a:lnTo>
                    <a:pt x="890" y="463"/>
                  </a:lnTo>
                  <a:lnTo>
                    <a:pt x="882" y="467"/>
                  </a:lnTo>
                  <a:lnTo>
                    <a:pt x="874" y="469"/>
                  </a:lnTo>
                  <a:lnTo>
                    <a:pt x="865" y="471"/>
                  </a:lnTo>
                  <a:lnTo>
                    <a:pt x="864" y="471"/>
                  </a:lnTo>
                  <a:lnTo>
                    <a:pt x="864" y="471"/>
                  </a:lnTo>
                  <a:lnTo>
                    <a:pt x="864" y="471"/>
                  </a:lnTo>
                  <a:lnTo>
                    <a:pt x="860" y="472"/>
                  </a:lnTo>
                  <a:lnTo>
                    <a:pt x="857" y="473"/>
                  </a:lnTo>
                  <a:lnTo>
                    <a:pt x="849" y="473"/>
                  </a:lnTo>
                  <a:close/>
                  <a:moveTo>
                    <a:pt x="41" y="90"/>
                  </a:moveTo>
                  <a:lnTo>
                    <a:pt x="41" y="90"/>
                  </a:lnTo>
                  <a:lnTo>
                    <a:pt x="40" y="95"/>
                  </a:lnTo>
                  <a:lnTo>
                    <a:pt x="38" y="100"/>
                  </a:lnTo>
                  <a:lnTo>
                    <a:pt x="36" y="101"/>
                  </a:lnTo>
                  <a:lnTo>
                    <a:pt x="36" y="103"/>
                  </a:lnTo>
                  <a:lnTo>
                    <a:pt x="36" y="103"/>
                  </a:lnTo>
                  <a:lnTo>
                    <a:pt x="38" y="148"/>
                  </a:lnTo>
                  <a:lnTo>
                    <a:pt x="38" y="148"/>
                  </a:lnTo>
                  <a:lnTo>
                    <a:pt x="40" y="184"/>
                  </a:lnTo>
                  <a:lnTo>
                    <a:pt x="41" y="219"/>
                  </a:lnTo>
                  <a:lnTo>
                    <a:pt x="41" y="290"/>
                  </a:lnTo>
                  <a:lnTo>
                    <a:pt x="41" y="290"/>
                  </a:lnTo>
                  <a:lnTo>
                    <a:pt x="39" y="311"/>
                  </a:lnTo>
                  <a:lnTo>
                    <a:pt x="39" y="311"/>
                  </a:lnTo>
                  <a:lnTo>
                    <a:pt x="38" y="333"/>
                  </a:lnTo>
                  <a:lnTo>
                    <a:pt x="38" y="345"/>
                  </a:lnTo>
                  <a:lnTo>
                    <a:pt x="40" y="355"/>
                  </a:lnTo>
                  <a:lnTo>
                    <a:pt x="40" y="355"/>
                  </a:lnTo>
                  <a:lnTo>
                    <a:pt x="44" y="366"/>
                  </a:lnTo>
                  <a:lnTo>
                    <a:pt x="48" y="377"/>
                  </a:lnTo>
                  <a:lnTo>
                    <a:pt x="55" y="386"/>
                  </a:lnTo>
                  <a:lnTo>
                    <a:pt x="61" y="394"/>
                  </a:lnTo>
                  <a:lnTo>
                    <a:pt x="67" y="400"/>
                  </a:lnTo>
                  <a:lnTo>
                    <a:pt x="74" y="406"/>
                  </a:lnTo>
                  <a:lnTo>
                    <a:pt x="82" y="410"/>
                  </a:lnTo>
                  <a:lnTo>
                    <a:pt x="91" y="414"/>
                  </a:lnTo>
                  <a:lnTo>
                    <a:pt x="99" y="417"/>
                  </a:lnTo>
                  <a:lnTo>
                    <a:pt x="108" y="419"/>
                  </a:lnTo>
                  <a:lnTo>
                    <a:pt x="126" y="421"/>
                  </a:lnTo>
                  <a:lnTo>
                    <a:pt x="144" y="422"/>
                  </a:lnTo>
                  <a:lnTo>
                    <a:pt x="163" y="422"/>
                  </a:lnTo>
                  <a:lnTo>
                    <a:pt x="163" y="422"/>
                  </a:lnTo>
                  <a:lnTo>
                    <a:pt x="199" y="423"/>
                  </a:lnTo>
                  <a:lnTo>
                    <a:pt x="233" y="425"/>
                  </a:lnTo>
                  <a:lnTo>
                    <a:pt x="233" y="425"/>
                  </a:lnTo>
                  <a:lnTo>
                    <a:pt x="261" y="427"/>
                  </a:lnTo>
                  <a:lnTo>
                    <a:pt x="290" y="429"/>
                  </a:lnTo>
                  <a:lnTo>
                    <a:pt x="290" y="429"/>
                  </a:lnTo>
                  <a:lnTo>
                    <a:pt x="424" y="432"/>
                  </a:lnTo>
                  <a:lnTo>
                    <a:pt x="564" y="435"/>
                  </a:lnTo>
                  <a:lnTo>
                    <a:pt x="704" y="436"/>
                  </a:lnTo>
                  <a:lnTo>
                    <a:pt x="848" y="437"/>
                  </a:lnTo>
                  <a:lnTo>
                    <a:pt x="848" y="437"/>
                  </a:lnTo>
                  <a:lnTo>
                    <a:pt x="862" y="435"/>
                  </a:lnTo>
                  <a:lnTo>
                    <a:pt x="868" y="433"/>
                  </a:lnTo>
                  <a:lnTo>
                    <a:pt x="875" y="431"/>
                  </a:lnTo>
                  <a:lnTo>
                    <a:pt x="880" y="428"/>
                  </a:lnTo>
                  <a:lnTo>
                    <a:pt x="885" y="425"/>
                  </a:lnTo>
                  <a:lnTo>
                    <a:pt x="890" y="422"/>
                  </a:lnTo>
                  <a:lnTo>
                    <a:pt x="894" y="418"/>
                  </a:lnTo>
                  <a:lnTo>
                    <a:pt x="894" y="418"/>
                  </a:lnTo>
                  <a:lnTo>
                    <a:pt x="898" y="412"/>
                  </a:lnTo>
                  <a:lnTo>
                    <a:pt x="903" y="406"/>
                  </a:lnTo>
                  <a:lnTo>
                    <a:pt x="906" y="399"/>
                  </a:lnTo>
                  <a:lnTo>
                    <a:pt x="909" y="392"/>
                  </a:lnTo>
                  <a:lnTo>
                    <a:pt x="913" y="377"/>
                  </a:lnTo>
                  <a:lnTo>
                    <a:pt x="916" y="360"/>
                  </a:lnTo>
                  <a:lnTo>
                    <a:pt x="917" y="344"/>
                  </a:lnTo>
                  <a:lnTo>
                    <a:pt x="917" y="326"/>
                  </a:lnTo>
                  <a:lnTo>
                    <a:pt x="916" y="292"/>
                  </a:lnTo>
                  <a:lnTo>
                    <a:pt x="916" y="292"/>
                  </a:lnTo>
                  <a:lnTo>
                    <a:pt x="915" y="264"/>
                  </a:lnTo>
                  <a:lnTo>
                    <a:pt x="915" y="264"/>
                  </a:lnTo>
                  <a:lnTo>
                    <a:pt x="914" y="225"/>
                  </a:lnTo>
                  <a:lnTo>
                    <a:pt x="913" y="186"/>
                  </a:lnTo>
                  <a:lnTo>
                    <a:pt x="913" y="186"/>
                  </a:lnTo>
                  <a:lnTo>
                    <a:pt x="911" y="154"/>
                  </a:lnTo>
                  <a:lnTo>
                    <a:pt x="911" y="121"/>
                  </a:lnTo>
                  <a:lnTo>
                    <a:pt x="911" y="118"/>
                  </a:lnTo>
                  <a:lnTo>
                    <a:pt x="910" y="117"/>
                  </a:lnTo>
                  <a:lnTo>
                    <a:pt x="910" y="117"/>
                  </a:lnTo>
                  <a:lnTo>
                    <a:pt x="907" y="112"/>
                  </a:lnTo>
                  <a:lnTo>
                    <a:pt x="904" y="106"/>
                  </a:lnTo>
                  <a:lnTo>
                    <a:pt x="899" y="94"/>
                  </a:lnTo>
                  <a:lnTo>
                    <a:pt x="899" y="94"/>
                  </a:lnTo>
                  <a:lnTo>
                    <a:pt x="894" y="79"/>
                  </a:lnTo>
                  <a:lnTo>
                    <a:pt x="890" y="72"/>
                  </a:lnTo>
                  <a:lnTo>
                    <a:pt x="886" y="65"/>
                  </a:lnTo>
                  <a:lnTo>
                    <a:pt x="879" y="60"/>
                  </a:lnTo>
                  <a:lnTo>
                    <a:pt x="871" y="55"/>
                  </a:lnTo>
                  <a:lnTo>
                    <a:pt x="860" y="51"/>
                  </a:lnTo>
                  <a:lnTo>
                    <a:pt x="847" y="50"/>
                  </a:lnTo>
                  <a:lnTo>
                    <a:pt x="847" y="50"/>
                  </a:lnTo>
                  <a:lnTo>
                    <a:pt x="828" y="50"/>
                  </a:lnTo>
                  <a:lnTo>
                    <a:pt x="828" y="50"/>
                  </a:lnTo>
                  <a:lnTo>
                    <a:pt x="796" y="50"/>
                  </a:lnTo>
                  <a:lnTo>
                    <a:pt x="796" y="50"/>
                  </a:lnTo>
                  <a:lnTo>
                    <a:pt x="764" y="51"/>
                  </a:lnTo>
                  <a:lnTo>
                    <a:pt x="764" y="51"/>
                  </a:lnTo>
                  <a:lnTo>
                    <a:pt x="749" y="51"/>
                  </a:lnTo>
                  <a:lnTo>
                    <a:pt x="735" y="50"/>
                  </a:lnTo>
                  <a:lnTo>
                    <a:pt x="735" y="50"/>
                  </a:lnTo>
                  <a:lnTo>
                    <a:pt x="678" y="45"/>
                  </a:lnTo>
                  <a:lnTo>
                    <a:pt x="623" y="40"/>
                  </a:lnTo>
                  <a:lnTo>
                    <a:pt x="567" y="38"/>
                  </a:lnTo>
                  <a:lnTo>
                    <a:pt x="511" y="36"/>
                  </a:lnTo>
                  <a:lnTo>
                    <a:pt x="178" y="36"/>
                  </a:lnTo>
                  <a:lnTo>
                    <a:pt x="119" y="36"/>
                  </a:lnTo>
                  <a:lnTo>
                    <a:pt x="119" y="36"/>
                  </a:lnTo>
                  <a:lnTo>
                    <a:pt x="102" y="37"/>
                  </a:lnTo>
                  <a:lnTo>
                    <a:pt x="84" y="37"/>
                  </a:lnTo>
                  <a:lnTo>
                    <a:pt x="84" y="37"/>
                  </a:lnTo>
                  <a:lnTo>
                    <a:pt x="71" y="39"/>
                  </a:lnTo>
                  <a:lnTo>
                    <a:pt x="60" y="42"/>
                  </a:lnTo>
                  <a:lnTo>
                    <a:pt x="52" y="46"/>
                  </a:lnTo>
                  <a:lnTo>
                    <a:pt x="46" y="51"/>
                  </a:lnTo>
                  <a:lnTo>
                    <a:pt x="43" y="57"/>
                  </a:lnTo>
                  <a:lnTo>
                    <a:pt x="41" y="65"/>
                  </a:lnTo>
                  <a:lnTo>
                    <a:pt x="41" y="73"/>
                  </a:lnTo>
                  <a:lnTo>
                    <a:pt x="41" y="82"/>
                  </a:lnTo>
                  <a:lnTo>
                    <a:pt x="41" y="85"/>
                  </a:lnTo>
                  <a:lnTo>
                    <a:pt x="41" y="9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sp>
        <p:nvSpPr>
          <p:cNvPr id="335" name="TextBox 2"/>
          <p:cNvSpPr txBox="1"/>
          <p:nvPr/>
        </p:nvSpPr>
        <p:spPr>
          <a:xfrm>
            <a:off x="1114696" y="571195"/>
            <a:ext cx="3467616"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cs typeface="+mn-ea"/>
                <a:sym typeface="+mn-lt"/>
              </a:rPr>
              <a:t>输入本页标题内容</a:t>
            </a:r>
            <a:endParaRPr lang="en-GB" altLang="zh-CN" sz="3200" dirty="0">
              <a:cs typeface="+mn-ea"/>
              <a:sym typeface="+mn-lt"/>
            </a:endParaRPr>
          </a:p>
        </p:txBody>
      </p:sp>
      <p:sp>
        <p:nvSpPr>
          <p:cNvPr id="336" name="Freeform 56"/>
          <p:cNvSpPr/>
          <p:nvPr/>
        </p:nvSpPr>
        <p:spPr bwMode="auto">
          <a:xfrm>
            <a:off x="642040" y="1178631"/>
            <a:ext cx="3789365" cy="79473"/>
          </a:xfrm>
          <a:custGeom>
            <a:avLst/>
            <a:gdLst>
              <a:gd name="T0" fmla="*/ 527 w 7950"/>
              <a:gd name="T1" fmla="*/ 290 h 587"/>
              <a:gd name="T2" fmla="*/ 327 w 7950"/>
              <a:gd name="T3" fmla="*/ 288 h 587"/>
              <a:gd name="T4" fmla="*/ 228 w 7950"/>
              <a:gd name="T5" fmla="*/ 296 h 587"/>
              <a:gd name="T6" fmla="*/ 142 w 7950"/>
              <a:gd name="T7" fmla="*/ 316 h 587"/>
              <a:gd name="T8" fmla="*/ 73 w 7950"/>
              <a:gd name="T9" fmla="*/ 351 h 587"/>
              <a:gd name="T10" fmla="*/ 23 w 7950"/>
              <a:gd name="T11" fmla="*/ 405 h 587"/>
              <a:gd name="T12" fmla="*/ 21 w 7950"/>
              <a:gd name="T13" fmla="*/ 485 h 587"/>
              <a:gd name="T14" fmla="*/ 64 w 7950"/>
              <a:gd name="T15" fmla="*/ 524 h 587"/>
              <a:gd name="T16" fmla="*/ 109 w 7950"/>
              <a:gd name="T17" fmla="*/ 541 h 587"/>
              <a:gd name="T18" fmla="*/ 182 w 7950"/>
              <a:gd name="T19" fmla="*/ 548 h 587"/>
              <a:gd name="T20" fmla="*/ 270 w 7950"/>
              <a:gd name="T21" fmla="*/ 548 h 587"/>
              <a:gd name="T22" fmla="*/ 376 w 7950"/>
              <a:gd name="T23" fmla="*/ 528 h 587"/>
              <a:gd name="T24" fmla="*/ 515 w 7950"/>
              <a:gd name="T25" fmla="*/ 505 h 587"/>
              <a:gd name="T26" fmla="*/ 710 w 7950"/>
              <a:gd name="T27" fmla="*/ 506 h 587"/>
              <a:gd name="T28" fmla="*/ 997 w 7950"/>
              <a:gd name="T29" fmla="*/ 534 h 587"/>
              <a:gd name="T30" fmla="*/ 1360 w 7950"/>
              <a:gd name="T31" fmla="*/ 571 h 587"/>
              <a:gd name="T32" fmla="*/ 1727 w 7950"/>
              <a:gd name="T33" fmla="*/ 587 h 587"/>
              <a:gd name="T34" fmla="*/ 2179 w 7950"/>
              <a:gd name="T35" fmla="*/ 578 h 587"/>
              <a:gd name="T36" fmla="*/ 2733 w 7950"/>
              <a:gd name="T37" fmla="*/ 529 h 587"/>
              <a:gd name="T38" fmla="*/ 3404 w 7950"/>
              <a:gd name="T39" fmla="*/ 430 h 587"/>
              <a:gd name="T40" fmla="*/ 3882 w 7950"/>
              <a:gd name="T41" fmla="*/ 347 h 587"/>
              <a:gd name="T42" fmla="*/ 4267 w 7950"/>
              <a:gd name="T43" fmla="*/ 299 h 587"/>
              <a:gd name="T44" fmla="*/ 4651 w 7950"/>
              <a:gd name="T45" fmla="*/ 268 h 587"/>
              <a:gd name="T46" fmla="*/ 5037 w 7950"/>
              <a:gd name="T47" fmla="*/ 253 h 587"/>
              <a:gd name="T48" fmla="*/ 5423 w 7950"/>
              <a:gd name="T49" fmla="*/ 249 h 587"/>
              <a:gd name="T50" fmla="*/ 5810 w 7950"/>
              <a:gd name="T51" fmla="*/ 256 h 587"/>
              <a:gd name="T52" fmla="*/ 6493 w 7950"/>
              <a:gd name="T53" fmla="*/ 284 h 587"/>
              <a:gd name="T54" fmla="*/ 6816 w 7950"/>
              <a:gd name="T55" fmla="*/ 302 h 587"/>
              <a:gd name="T56" fmla="*/ 6982 w 7950"/>
              <a:gd name="T57" fmla="*/ 315 h 587"/>
              <a:gd name="T58" fmla="*/ 7153 w 7950"/>
              <a:gd name="T59" fmla="*/ 327 h 587"/>
              <a:gd name="T60" fmla="*/ 7350 w 7950"/>
              <a:gd name="T61" fmla="*/ 334 h 587"/>
              <a:gd name="T62" fmla="*/ 7513 w 7950"/>
              <a:gd name="T63" fmla="*/ 338 h 587"/>
              <a:gd name="T64" fmla="*/ 7693 w 7950"/>
              <a:gd name="T65" fmla="*/ 358 h 587"/>
              <a:gd name="T66" fmla="*/ 7798 w 7950"/>
              <a:gd name="T67" fmla="*/ 368 h 587"/>
              <a:gd name="T68" fmla="*/ 7840 w 7950"/>
              <a:gd name="T69" fmla="*/ 357 h 587"/>
              <a:gd name="T70" fmla="*/ 7877 w 7950"/>
              <a:gd name="T71" fmla="*/ 327 h 587"/>
              <a:gd name="T72" fmla="*/ 7926 w 7950"/>
              <a:gd name="T73" fmla="*/ 253 h 587"/>
              <a:gd name="T74" fmla="*/ 7907 w 7950"/>
              <a:gd name="T75" fmla="*/ 168 h 587"/>
              <a:gd name="T76" fmla="*/ 7854 w 7950"/>
              <a:gd name="T77" fmla="*/ 127 h 587"/>
              <a:gd name="T78" fmla="*/ 7801 w 7950"/>
              <a:gd name="T79" fmla="*/ 101 h 587"/>
              <a:gd name="T80" fmla="*/ 7746 w 7950"/>
              <a:gd name="T81" fmla="*/ 86 h 587"/>
              <a:gd name="T82" fmla="*/ 7633 w 7950"/>
              <a:gd name="T83" fmla="*/ 78 h 587"/>
              <a:gd name="T84" fmla="*/ 5468 w 7950"/>
              <a:gd name="T85" fmla="*/ 0 h 587"/>
              <a:gd name="T86" fmla="*/ 4811 w 7950"/>
              <a:gd name="T87" fmla="*/ 5 h 587"/>
              <a:gd name="T88" fmla="*/ 4500 w 7950"/>
              <a:gd name="T89" fmla="*/ 15 h 587"/>
              <a:gd name="T90" fmla="*/ 4249 w 7950"/>
              <a:gd name="T91" fmla="*/ 33 h 587"/>
              <a:gd name="T92" fmla="*/ 4018 w 7950"/>
              <a:gd name="T93" fmla="*/ 61 h 587"/>
              <a:gd name="T94" fmla="*/ 3629 w 7950"/>
              <a:gd name="T95" fmla="*/ 126 h 587"/>
              <a:gd name="T96" fmla="*/ 2831 w 7950"/>
              <a:gd name="T97" fmla="*/ 265 h 587"/>
              <a:gd name="T98" fmla="*/ 2570 w 7950"/>
              <a:gd name="T99" fmla="*/ 299 h 587"/>
              <a:gd name="T100" fmla="*/ 2316 w 7950"/>
              <a:gd name="T101" fmla="*/ 318 h 587"/>
              <a:gd name="T102" fmla="*/ 2062 w 7950"/>
              <a:gd name="T103" fmla="*/ 325 h 587"/>
              <a:gd name="T104" fmla="*/ 1548 w 7950"/>
              <a:gd name="T105" fmla="*/ 315 h 587"/>
              <a:gd name="T106" fmla="*/ 1004 w 7950"/>
              <a:gd name="T107" fmla="*/ 29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50" h="587">
                <a:moveTo>
                  <a:pt x="714" y="294"/>
                </a:moveTo>
                <a:lnTo>
                  <a:pt x="651" y="293"/>
                </a:lnTo>
                <a:lnTo>
                  <a:pt x="588" y="292"/>
                </a:lnTo>
                <a:lnTo>
                  <a:pt x="527" y="290"/>
                </a:lnTo>
                <a:lnTo>
                  <a:pt x="468" y="288"/>
                </a:lnTo>
                <a:lnTo>
                  <a:pt x="410" y="287"/>
                </a:lnTo>
                <a:lnTo>
                  <a:pt x="354" y="287"/>
                </a:lnTo>
                <a:lnTo>
                  <a:pt x="327" y="288"/>
                </a:lnTo>
                <a:lnTo>
                  <a:pt x="301" y="289"/>
                </a:lnTo>
                <a:lnTo>
                  <a:pt x="276" y="291"/>
                </a:lnTo>
                <a:lnTo>
                  <a:pt x="252" y="293"/>
                </a:lnTo>
                <a:lnTo>
                  <a:pt x="228" y="296"/>
                </a:lnTo>
                <a:lnTo>
                  <a:pt x="205" y="300"/>
                </a:lnTo>
                <a:lnTo>
                  <a:pt x="183" y="304"/>
                </a:lnTo>
                <a:lnTo>
                  <a:pt x="162" y="309"/>
                </a:lnTo>
                <a:lnTo>
                  <a:pt x="142" y="316"/>
                </a:lnTo>
                <a:lnTo>
                  <a:pt x="123" y="323"/>
                </a:lnTo>
                <a:lnTo>
                  <a:pt x="106" y="331"/>
                </a:lnTo>
                <a:lnTo>
                  <a:pt x="89" y="340"/>
                </a:lnTo>
                <a:lnTo>
                  <a:pt x="73" y="351"/>
                </a:lnTo>
                <a:lnTo>
                  <a:pt x="59" y="362"/>
                </a:lnTo>
                <a:lnTo>
                  <a:pt x="46" y="375"/>
                </a:lnTo>
                <a:lnTo>
                  <a:pt x="34" y="390"/>
                </a:lnTo>
                <a:lnTo>
                  <a:pt x="23" y="405"/>
                </a:lnTo>
                <a:lnTo>
                  <a:pt x="14" y="423"/>
                </a:lnTo>
                <a:lnTo>
                  <a:pt x="6" y="441"/>
                </a:lnTo>
                <a:lnTo>
                  <a:pt x="0" y="462"/>
                </a:lnTo>
                <a:lnTo>
                  <a:pt x="21" y="485"/>
                </a:lnTo>
                <a:lnTo>
                  <a:pt x="39" y="503"/>
                </a:lnTo>
                <a:lnTo>
                  <a:pt x="47" y="511"/>
                </a:lnTo>
                <a:lnTo>
                  <a:pt x="56" y="518"/>
                </a:lnTo>
                <a:lnTo>
                  <a:pt x="64" y="524"/>
                </a:lnTo>
                <a:lnTo>
                  <a:pt x="74" y="529"/>
                </a:lnTo>
                <a:lnTo>
                  <a:pt x="84" y="534"/>
                </a:lnTo>
                <a:lnTo>
                  <a:pt x="96" y="538"/>
                </a:lnTo>
                <a:lnTo>
                  <a:pt x="109" y="541"/>
                </a:lnTo>
                <a:lnTo>
                  <a:pt x="123" y="544"/>
                </a:lnTo>
                <a:lnTo>
                  <a:pt x="140" y="546"/>
                </a:lnTo>
                <a:lnTo>
                  <a:pt x="160" y="547"/>
                </a:lnTo>
                <a:lnTo>
                  <a:pt x="182" y="548"/>
                </a:lnTo>
                <a:lnTo>
                  <a:pt x="207" y="549"/>
                </a:lnTo>
                <a:lnTo>
                  <a:pt x="230" y="549"/>
                </a:lnTo>
                <a:lnTo>
                  <a:pt x="251" y="549"/>
                </a:lnTo>
                <a:lnTo>
                  <a:pt x="270" y="548"/>
                </a:lnTo>
                <a:lnTo>
                  <a:pt x="288" y="546"/>
                </a:lnTo>
                <a:lnTo>
                  <a:pt x="320" y="541"/>
                </a:lnTo>
                <a:lnTo>
                  <a:pt x="348" y="535"/>
                </a:lnTo>
                <a:lnTo>
                  <a:pt x="376" y="528"/>
                </a:lnTo>
                <a:lnTo>
                  <a:pt x="403" y="521"/>
                </a:lnTo>
                <a:lnTo>
                  <a:pt x="434" y="515"/>
                </a:lnTo>
                <a:lnTo>
                  <a:pt x="469" y="510"/>
                </a:lnTo>
                <a:lnTo>
                  <a:pt x="515" y="505"/>
                </a:lnTo>
                <a:lnTo>
                  <a:pt x="562" y="502"/>
                </a:lnTo>
                <a:lnTo>
                  <a:pt x="610" y="502"/>
                </a:lnTo>
                <a:lnTo>
                  <a:pt x="660" y="503"/>
                </a:lnTo>
                <a:lnTo>
                  <a:pt x="710" y="506"/>
                </a:lnTo>
                <a:lnTo>
                  <a:pt x="764" y="510"/>
                </a:lnTo>
                <a:lnTo>
                  <a:pt x="819" y="515"/>
                </a:lnTo>
                <a:lnTo>
                  <a:pt x="876" y="521"/>
                </a:lnTo>
                <a:lnTo>
                  <a:pt x="997" y="534"/>
                </a:lnTo>
                <a:lnTo>
                  <a:pt x="1131" y="549"/>
                </a:lnTo>
                <a:lnTo>
                  <a:pt x="1204" y="557"/>
                </a:lnTo>
                <a:lnTo>
                  <a:pt x="1280" y="564"/>
                </a:lnTo>
                <a:lnTo>
                  <a:pt x="1360" y="571"/>
                </a:lnTo>
                <a:lnTo>
                  <a:pt x="1445" y="576"/>
                </a:lnTo>
                <a:lnTo>
                  <a:pt x="1535" y="581"/>
                </a:lnTo>
                <a:lnTo>
                  <a:pt x="1628" y="585"/>
                </a:lnTo>
                <a:lnTo>
                  <a:pt x="1727" y="587"/>
                </a:lnTo>
                <a:lnTo>
                  <a:pt x="1831" y="587"/>
                </a:lnTo>
                <a:lnTo>
                  <a:pt x="1942" y="586"/>
                </a:lnTo>
                <a:lnTo>
                  <a:pt x="2057" y="583"/>
                </a:lnTo>
                <a:lnTo>
                  <a:pt x="2179" y="578"/>
                </a:lnTo>
                <a:lnTo>
                  <a:pt x="2308" y="570"/>
                </a:lnTo>
                <a:lnTo>
                  <a:pt x="2442" y="559"/>
                </a:lnTo>
                <a:lnTo>
                  <a:pt x="2584" y="545"/>
                </a:lnTo>
                <a:lnTo>
                  <a:pt x="2733" y="529"/>
                </a:lnTo>
                <a:lnTo>
                  <a:pt x="2889" y="510"/>
                </a:lnTo>
                <a:lnTo>
                  <a:pt x="3053" y="487"/>
                </a:lnTo>
                <a:lnTo>
                  <a:pt x="3225" y="460"/>
                </a:lnTo>
                <a:lnTo>
                  <a:pt x="3404" y="430"/>
                </a:lnTo>
                <a:lnTo>
                  <a:pt x="3593" y="396"/>
                </a:lnTo>
                <a:lnTo>
                  <a:pt x="3689" y="378"/>
                </a:lnTo>
                <a:lnTo>
                  <a:pt x="3785" y="362"/>
                </a:lnTo>
                <a:lnTo>
                  <a:pt x="3882" y="347"/>
                </a:lnTo>
                <a:lnTo>
                  <a:pt x="3978" y="333"/>
                </a:lnTo>
                <a:lnTo>
                  <a:pt x="4074" y="321"/>
                </a:lnTo>
                <a:lnTo>
                  <a:pt x="4170" y="309"/>
                </a:lnTo>
                <a:lnTo>
                  <a:pt x="4267" y="299"/>
                </a:lnTo>
                <a:lnTo>
                  <a:pt x="4363" y="290"/>
                </a:lnTo>
                <a:lnTo>
                  <a:pt x="4458" y="282"/>
                </a:lnTo>
                <a:lnTo>
                  <a:pt x="4554" y="275"/>
                </a:lnTo>
                <a:lnTo>
                  <a:pt x="4651" y="268"/>
                </a:lnTo>
                <a:lnTo>
                  <a:pt x="4747" y="263"/>
                </a:lnTo>
                <a:lnTo>
                  <a:pt x="4843" y="259"/>
                </a:lnTo>
                <a:lnTo>
                  <a:pt x="4940" y="255"/>
                </a:lnTo>
                <a:lnTo>
                  <a:pt x="5037" y="253"/>
                </a:lnTo>
                <a:lnTo>
                  <a:pt x="5133" y="251"/>
                </a:lnTo>
                <a:lnTo>
                  <a:pt x="5229" y="250"/>
                </a:lnTo>
                <a:lnTo>
                  <a:pt x="5325" y="249"/>
                </a:lnTo>
                <a:lnTo>
                  <a:pt x="5423" y="249"/>
                </a:lnTo>
                <a:lnTo>
                  <a:pt x="5519" y="250"/>
                </a:lnTo>
                <a:lnTo>
                  <a:pt x="5616" y="251"/>
                </a:lnTo>
                <a:lnTo>
                  <a:pt x="5712" y="253"/>
                </a:lnTo>
                <a:lnTo>
                  <a:pt x="5810" y="256"/>
                </a:lnTo>
                <a:lnTo>
                  <a:pt x="5907" y="259"/>
                </a:lnTo>
                <a:lnTo>
                  <a:pt x="6101" y="266"/>
                </a:lnTo>
                <a:lnTo>
                  <a:pt x="6297" y="274"/>
                </a:lnTo>
                <a:lnTo>
                  <a:pt x="6493" y="284"/>
                </a:lnTo>
                <a:lnTo>
                  <a:pt x="6688" y="294"/>
                </a:lnTo>
                <a:lnTo>
                  <a:pt x="6732" y="296"/>
                </a:lnTo>
                <a:lnTo>
                  <a:pt x="6775" y="299"/>
                </a:lnTo>
                <a:lnTo>
                  <a:pt x="6816" y="302"/>
                </a:lnTo>
                <a:lnTo>
                  <a:pt x="6858" y="305"/>
                </a:lnTo>
                <a:lnTo>
                  <a:pt x="6900" y="309"/>
                </a:lnTo>
                <a:lnTo>
                  <a:pt x="6941" y="312"/>
                </a:lnTo>
                <a:lnTo>
                  <a:pt x="6982" y="315"/>
                </a:lnTo>
                <a:lnTo>
                  <a:pt x="7023" y="318"/>
                </a:lnTo>
                <a:lnTo>
                  <a:pt x="7066" y="322"/>
                </a:lnTo>
                <a:lnTo>
                  <a:pt x="7109" y="324"/>
                </a:lnTo>
                <a:lnTo>
                  <a:pt x="7153" y="327"/>
                </a:lnTo>
                <a:lnTo>
                  <a:pt x="7200" y="329"/>
                </a:lnTo>
                <a:lnTo>
                  <a:pt x="7247" y="331"/>
                </a:lnTo>
                <a:lnTo>
                  <a:pt x="7298" y="333"/>
                </a:lnTo>
                <a:lnTo>
                  <a:pt x="7350" y="334"/>
                </a:lnTo>
                <a:lnTo>
                  <a:pt x="7405" y="335"/>
                </a:lnTo>
                <a:lnTo>
                  <a:pt x="7443" y="335"/>
                </a:lnTo>
                <a:lnTo>
                  <a:pt x="7479" y="336"/>
                </a:lnTo>
                <a:lnTo>
                  <a:pt x="7513" y="338"/>
                </a:lnTo>
                <a:lnTo>
                  <a:pt x="7545" y="340"/>
                </a:lnTo>
                <a:lnTo>
                  <a:pt x="7601" y="346"/>
                </a:lnTo>
                <a:lnTo>
                  <a:pt x="7651" y="352"/>
                </a:lnTo>
                <a:lnTo>
                  <a:pt x="7693" y="358"/>
                </a:lnTo>
                <a:lnTo>
                  <a:pt x="7729" y="363"/>
                </a:lnTo>
                <a:lnTo>
                  <a:pt x="7760" y="367"/>
                </a:lnTo>
                <a:lnTo>
                  <a:pt x="7786" y="368"/>
                </a:lnTo>
                <a:lnTo>
                  <a:pt x="7798" y="368"/>
                </a:lnTo>
                <a:lnTo>
                  <a:pt x="7810" y="367"/>
                </a:lnTo>
                <a:lnTo>
                  <a:pt x="7820" y="365"/>
                </a:lnTo>
                <a:lnTo>
                  <a:pt x="7830" y="362"/>
                </a:lnTo>
                <a:lnTo>
                  <a:pt x="7840" y="357"/>
                </a:lnTo>
                <a:lnTo>
                  <a:pt x="7850" y="352"/>
                </a:lnTo>
                <a:lnTo>
                  <a:pt x="7859" y="345"/>
                </a:lnTo>
                <a:lnTo>
                  <a:pt x="7868" y="337"/>
                </a:lnTo>
                <a:lnTo>
                  <a:pt x="7877" y="327"/>
                </a:lnTo>
                <a:lnTo>
                  <a:pt x="7886" y="316"/>
                </a:lnTo>
                <a:lnTo>
                  <a:pt x="7895" y="303"/>
                </a:lnTo>
                <a:lnTo>
                  <a:pt x="7905" y="288"/>
                </a:lnTo>
                <a:lnTo>
                  <a:pt x="7926" y="253"/>
                </a:lnTo>
                <a:lnTo>
                  <a:pt x="7950" y="210"/>
                </a:lnTo>
                <a:lnTo>
                  <a:pt x="7935" y="195"/>
                </a:lnTo>
                <a:lnTo>
                  <a:pt x="7921" y="181"/>
                </a:lnTo>
                <a:lnTo>
                  <a:pt x="7907" y="168"/>
                </a:lnTo>
                <a:lnTo>
                  <a:pt x="7893" y="157"/>
                </a:lnTo>
                <a:lnTo>
                  <a:pt x="7880" y="146"/>
                </a:lnTo>
                <a:lnTo>
                  <a:pt x="7867" y="136"/>
                </a:lnTo>
                <a:lnTo>
                  <a:pt x="7854" y="127"/>
                </a:lnTo>
                <a:lnTo>
                  <a:pt x="7840" y="120"/>
                </a:lnTo>
                <a:lnTo>
                  <a:pt x="7827" y="113"/>
                </a:lnTo>
                <a:lnTo>
                  <a:pt x="7814" y="106"/>
                </a:lnTo>
                <a:lnTo>
                  <a:pt x="7801" y="101"/>
                </a:lnTo>
                <a:lnTo>
                  <a:pt x="7787" y="96"/>
                </a:lnTo>
                <a:lnTo>
                  <a:pt x="7774" y="92"/>
                </a:lnTo>
                <a:lnTo>
                  <a:pt x="7760" y="89"/>
                </a:lnTo>
                <a:lnTo>
                  <a:pt x="7746" y="86"/>
                </a:lnTo>
                <a:lnTo>
                  <a:pt x="7731" y="83"/>
                </a:lnTo>
                <a:lnTo>
                  <a:pt x="7701" y="80"/>
                </a:lnTo>
                <a:lnTo>
                  <a:pt x="7668" y="79"/>
                </a:lnTo>
                <a:lnTo>
                  <a:pt x="7633" y="78"/>
                </a:lnTo>
                <a:lnTo>
                  <a:pt x="7594" y="79"/>
                </a:lnTo>
                <a:lnTo>
                  <a:pt x="7507" y="82"/>
                </a:lnTo>
                <a:lnTo>
                  <a:pt x="7403" y="84"/>
                </a:lnTo>
                <a:lnTo>
                  <a:pt x="5468" y="0"/>
                </a:lnTo>
                <a:lnTo>
                  <a:pt x="5217" y="1"/>
                </a:lnTo>
                <a:lnTo>
                  <a:pt x="5000" y="2"/>
                </a:lnTo>
                <a:lnTo>
                  <a:pt x="4902" y="3"/>
                </a:lnTo>
                <a:lnTo>
                  <a:pt x="4811" y="5"/>
                </a:lnTo>
                <a:lnTo>
                  <a:pt x="4726" y="7"/>
                </a:lnTo>
                <a:lnTo>
                  <a:pt x="4646" y="9"/>
                </a:lnTo>
                <a:lnTo>
                  <a:pt x="4571" y="12"/>
                </a:lnTo>
                <a:lnTo>
                  <a:pt x="4500" y="15"/>
                </a:lnTo>
                <a:lnTo>
                  <a:pt x="4434" y="19"/>
                </a:lnTo>
                <a:lnTo>
                  <a:pt x="4370" y="23"/>
                </a:lnTo>
                <a:lnTo>
                  <a:pt x="4309" y="28"/>
                </a:lnTo>
                <a:lnTo>
                  <a:pt x="4249" y="33"/>
                </a:lnTo>
                <a:lnTo>
                  <a:pt x="4190" y="39"/>
                </a:lnTo>
                <a:lnTo>
                  <a:pt x="4133" y="46"/>
                </a:lnTo>
                <a:lnTo>
                  <a:pt x="4076" y="53"/>
                </a:lnTo>
                <a:lnTo>
                  <a:pt x="4018" y="61"/>
                </a:lnTo>
                <a:lnTo>
                  <a:pt x="3959" y="70"/>
                </a:lnTo>
                <a:lnTo>
                  <a:pt x="3899" y="80"/>
                </a:lnTo>
                <a:lnTo>
                  <a:pt x="3770" y="101"/>
                </a:lnTo>
                <a:lnTo>
                  <a:pt x="3629" y="126"/>
                </a:lnTo>
                <a:lnTo>
                  <a:pt x="3469" y="155"/>
                </a:lnTo>
                <a:lnTo>
                  <a:pt x="3285" y="187"/>
                </a:lnTo>
                <a:lnTo>
                  <a:pt x="3074" y="224"/>
                </a:lnTo>
                <a:lnTo>
                  <a:pt x="2831" y="265"/>
                </a:lnTo>
                <a:lnTo>
                  <a:pt x="2765" y="275"/>
                </a:lnTo>
                <a:lnTo>
                  <a:pt x="2700" y="284"/>
                </a:lnTo>
                <a:lnTo>
                  <a:pt x="2635" y="292"/>
                </a:lnTo>
                <a:lnTo>
                  <a:pt x="2570" y="299"/>
                </a:lnTo>
                <a:lnTo>
                  <a:pt x="2506" y="305"/>
                </a:lnTo>
                <a:lnTo>
                  <a:pt x="2443" y="310"/>
                </a:lnTo>
                <a:lnTo>
                  <a:pt x="2379" y="315"/>
                </a:lnTo>
                <a:lnTo>
                  <a:pt x="2316" y="318"/>
                </a:lnTo>
                <a:lnTo>
                  <a:pt x="2252" y="321"/>
                </a:lnTo>
                <a:lnTo>
                  <a:pt x="2188" y="323"/>
                </a:lnTo>
                <a:lnTo>
                  <a:pt x="2125" y="324"/>
                </a:lnTo>
                <a:lnTo>
                  <a:pt x="2062" y="325"/>
                </a:lnTo>
                <a:lnTo>
                  <a:pt x="1935" y="325"/>
                </a:lnTo>
                <a:lnTo>
                  <a:pt x="1807" y="323"/>
                </a:lnTo>
                <a:lnTo>
                  <a:pt x="1678" y="320"/>
                </a:lnTo>
                <a:lnTo>
                  <a:pt x="1548" y="315"/>
                </a:lnTo>
                <a:lnTo>
                  <a:pt x="1415" y="311"/>
                </a:lnTo>
                <a:lnTo>
                  <a:pt x="1281" y="306"/>
                </a:lnTo>
                <a:lnTo>
                  <a:pt x="1145" y="301"/>
                </a:lnTo>
                <a:lnTo>
                  <a:pt x="1004" y="297"/>
                </a:lnTo>
                <a:lnTo>
                  <a:pt x="861" y="295"/>
                </a:lnTo>
                <a:lnTo>
                  <a:pt x="714" y="294"/>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nvGrpSpPr>
          <p:cNvPr id="337" name="组合 336"/>
          <p:cNvGrpSpPr/>
          <p:nvPr/>
        </p:nvGrpSpPr>
        <p:grpSpPr>
          <a:xfrm>
            <a:off x="642040" y="661641"/>
            <a:ext cx="472656" cy="448521"/>
            <a:chOff x="4219575" y="3103563"/>
            <a:chExt cx="746125" cy="708025"/>
          </a:xfrm>
          <a:solidFill>
            <a:schemeClr val="tx1"/>
          </a:solidFill>
        </p:grpSpPr>
        <p:sp>
          <p:nvSpPr>
            <p:cNvPr id="338" name="Freeform 356"/>
            <p:cNvSpPr/>
            <p:nvPr/>
          </p:nvSpPr>
          <p:spPr bwMode="auto">
            <a:xfrm>
              <a:off x="4276725" y="3703638"/>
              <a:ext cx="17463" cy="60325"/>
            </a:xfrm>
            <a:custGeom>
              <a:avLst/>
              <a:gdLst/>
              <a:ahLst/>
              <a:cxnLst>
                <a:cxn ang="0">
                  <a:pos x="24" y="4"/>
                </a:cxn>
                <a:cxn ang="0">
                  <a:pos x="24" y="4"/>
                </a:cxn>
                <a:cxn ang="0">
                  <a:pos x="22" y="18"/>
                </a:cxn>
                <a:cxn ang="0">
                  <a:pos x="20" y="31"/>
                </a:cxn>
                <a:cxn ang="0">
                  <a:pos x="12" y="57"/>
                </a:cxn>
                <a:cxn ang="0">
                  <a:pos x="7" y="69"/>
                </a:cxn>
                <a:cxn ang="0">
                  <a:pos x="4" y="83"/>
                </a:cxn>
                <a:cxn ang="0">
                  <a:pos x="1" y="95"/>
                </a:cxn>
                <a:cxn ang="0">
                  <a:pos x="0" y="109"/>
                </a:cxn>
                <a:cxn ang="0">
                  <a:pos x="0" y="109"/>
                </a:cxn>
                <a:cxn ang="0">
                  <a:pos x="0" y="111"/>
                </a:cxn>
                <a:cxn ang="0">
                  <a:pos x="1" y="113"/>
                </a:cxn>
                <a:cxn ang="0">
                  <a:pos x="3" y="114"/>
                </a:cxn>
                <a:cxn ang="0">
                  <a:pos x="4" y="114"/>
                </a:cxn>
                <a:cxn ang="0">
                  <a:pos x="6" y="114"/>
                </a:cxn>
                <a:cxn ang="0">
                  <a:pos x="7" y="113"/>
                </a:cxn>
                <a:cxn ang="0">
                  <a:pos x="9" y="111"/>
                </a:cxn>
                <a:cxn ang="0">
                  <a:pos x="10" y="109"/>
                </a:cxn>
                <a:cxn ang="0">
                  <a:pos x="10" y="109"/>
                </a:cxn>
                <a:cxn ang="0">
                  <a:pos x="11" y="95"/>
                </a:cxn>
                <a:cxn ang="0">
                  <a:pos x="14" y="83"/>
                </a:cxn>
                <a:cxn ang="0">
                  <a:pos x="17" y="69"/>
                </a:cxn>
                <a:cxn ang="0">
                  <a:pos x="21" y="57"/>
                </a:cxn>
                <a:cxn ang="0">
                  <a:pos x="29" y="31"/>
                </a:cxn>
                <a:cxn ang="0">
                  <a:pos x="32" y="18"/>
                </a:cxn>
                <a:cxn ang="0">
                  <a:pos x="33" y="4"/>
                </a:cxn>
                <a:cxn ang="0">
                  <a:pos x="33" y="4"/>
                </a:cxn>
                <a:cxn ang="0">
                  <a:pos x="33" y="2"/>
                </a:cxn>
                <a:cxn ang="0">
                  <a:pos x="32" y="1"/>
                </a:cxn>
                <a:cxn ang="0">
                  <a:pos x="30" y="0"/>
                </a:cxn>
                <a:cxn ang="0">
                  <a:pos x="28" y="0"/>
                </a:cxn>
                <a:cxn ang="0">
                  <a:pos x="27" y="0"/>
                </a:cxn>
                <a:cxn ang="0">
                  <a:pos x="25" y="1"/>
                </a:cxn>
                <a:cxn ang="0">
                  <a:pos x="24" y="2"/>
                </a:cxn>
                <a:cxn ang="0">
                  <a:pos x="24" y="4"/>
                </a:cxn>
                <a:cxn ang="0">
                  <a:pos x="24" y="4"/>
                </a:cxn>
              </a:cxnLst>
              <a:rect l="0" t="0" r="r" b="b"/>
              <a:pathLst>
                <a:path w="33" h="114">
                  <a:moveTo>
                    <a:pt x="24" y="4"/>
                  </a:moveTo>
                  <a:lnTo>
                    <a:pt x="24" y="4"/>
                  </a:lnTo>
                  <a:lnTo>
                    <a:pt x="22" y="18"/>
                  </a:lnTo>
                  <a:lnTo>
                    <a:pt x="20" y="31"/>
                  </a:lnTo>
                  <a:lnTo>
                    <a:pt x="12" y="57"/>
                  </a:lnTo>
                  <a:lnTo>
                    <a:pt x="7" y="69"/>
                  </a:lnTo>
                  <a:lnTo>
                    <a:pt x="4" y="83"/>
                  </a:lnTo>
                  <a:lnTo>
                    <a:pt x="1" y="95"/>
                  </a:lnTo>
                  <a:lnTo>
                    <a:pt x="0" y="109"/>
                  </a:lnTo>
                  <a:lnTo>
                    <a:pt x="0" y="109"/>
                  </a:lnTo>
                  <a:lnTo>
                    <a:pt x="0" y="111"/>
                  </a:lnTo>
                  <a:lnTo>
                    <a:pt x="1" y="113"/>
                  </a:lnTo>
                  <a:lnTo>
                    <a:pt x="3" y="114"/>
                  </a:lnTo>
                  <a:lnTo>
                    <a:pt x="4" y="114"/>
                  </a:lnTo>
                  <a:lnTo>
                    <a:pt x="6" y="114"/>
                  </a:lnTo>
                  <a:lnTo>
                    <a:pt x="7" y="113"/>
                  </a:lnTo>
                  <a:lnTo>
                    <a:pt x="9" y="111"/>
                  </a:lnTo>
                  <a:lnTo>
                    <a:pt x="10" y="109"/>
                  </a:lnTo>
                  <a:lnTo>
                    <a:pt x="10" y="109"/>
                  </a:lnTo>
                  <a:lnTo>
                    <a:pt x="11" y="95"/>
                  </a:lnTo>
                  <a:lnTo>
                    <a:pt x="14" y="83"/>
                  </a:lnTo>
                  <a:lnTo>
                    <a:pt x="17" y="69"/>
                  </a:lnTo>
                  <a:lnTo>
                    <a:pt x="21" y="57"/>
                  </a:lnTo>
                  <a:lnTo>
                    <a:pt x="29" y="31"/>
                  </a:lnTo>
                  <a:lnTo>
                    <a:pt x="32" y="18"/>
                  </a:lnTo>
                  <a:lnTo>
                    <a:pt x="33" y="4"/>
                  </a:lnTo>
                  <a:lnTo>
                    <a:pt x="33" y="4"/>
                  </a:lnTo>
                  <a:lnTo>
                    <a:pt x="33" y="2"/>
                  </a:lnTo>
                  <a:lnTo>
                    <a:pt x="32" y="1"/>
                  </a:lnTo>
                  <a:lnTo>
                    <a:pt x="30" y="0"/>
                  </a:lnTo>
                  <a:lnTo>
                    <a:pt x="28" y="0"/>
                  </a:lnTo>
                  <a:lnTo>
                    <a:pt x="27" y="0"/>
                  </a:lnTo>
                  <a:lnTo>
                    <a:pt x="25" y="1"/>
                  </a:lnTo>
                  <a:lnTo>
                    <a:pt x="24" y="2"/>
                  </a:lnTo>
                  <a:lnTo>
                    <a:pt x="24" y="4"/>
                  </a:lnTo>
                  <a:lnTo>
                    <a:pt x="2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39" name="Freeform 357"/>
            <p:cNvSpPr/>
            <p:nvPr/>
          </p:nvSpPr>
          <p:spPr bwMode="auto">
            <a:xfrm>
              <a:off x="4314825" y="3724275"/>
              <a:ext cx="17463" cy="57150"/>
            </a:xfrm>
            <a:custGeom>
              <a:avLst/>
              <a:gdLst/>
              <a:ahLst/>
              <a:cxnLst>
                <a:cxn ang="0">
                  <a:pos x="23" y="4"/>
                </a:cxn>
                <a:cxn ang="0">
                  <a:pos x="23" y="4"/>
                </a:cxn>
                <a:cxn ang="0">
                  <a:pos x="18" y="17"/>
                </a:cxn>
                <a:cxn ang="0">
                  <a:pos x="14" y="29"/>
                </a:cxn>
                <a:cxn ang="0">
                  <a:pos x="9" y="43"/>
                </a:cxn>
                <a:cxn ang="0">
                  <a:pos x="4" y="55"/>
                </a:cxn>
                <a:cxn ang="0">
                  <a:pos x="4" y="55"/>
                </a:cxn>
                <a:cxn ang="0">
                  <a:pos x="2" y="68"/>
                </a:cxn>
                <a:cxn ang="0">
                  <a:pos x="1" y="80"/>
                </a:cxn>
                <a:cxn ang="0">
                  <a:pos x="0" y="105"/>
                </a:cxn>
                <a:cxn ang="0">
                  <a:pos x="0" y="105"/>
                </a:cxn>
                <a:cxn ang="0">
                  <a:pos x="0" y="106"/>
                </a:cxn>
                <a:cxn ang="0">
                  <a:pos x="1" y="108"/>
                </a:cxn>
                <a:cxn ang="0">
                  <a:pos x="2" y="109"/>
                </a:cxn>
                <a:cxn ang="0">
                  <a:pos x="4" y="109"/>
                </a:cxn>
                <a:cxn ang="0">
                  <a:pos x="6" y="109"/>
                </a:cxn>
                <a:cxn ang="0">
                  <a:pos x="7" y="108"/>
                </a:cxn>
                <a:cxn ang="0">
                  <a:pos x="8" y="106"/>
                </a:cxn>
                <a:cxn ang="0">
                  <a:pos x="9" y="105"/>
                </a:cxn>
                <a:cxn ang="0">
                  <a:pos x="9" y="105"/>
                </a:cxn>
                <a:cxn ang="0">
                  <a:pos x="9" y="93"/>
                </a:cxn>
                <a:cxn ang="0">
                  <a:pos x="11" y="83"/>
                </a:cxn>
                <a:cxn ang="0">
                  <a:pos x="13" y="62"/>
                </a:cxn>
                <a:cxn ang="0">
                  <a:pos x="13" y="62"/>
                </a:cxn>
                <a:cxn ang="0">
                  <a:pos x="14" y="55"/>
                </a:cxn>
                <a:cxn ang="0">
                  <a:pos x="16" y="48"/>
                </a:cxn>
                <a:cxn ang="0">
                  <a:pos x="21" y="33"/>
                </a:cxn>
                <a:cxn ang="0">
                  <a:pos x="27" y="20"/>
                </a:cxn>
                <a:cxn ang="0">
                  <a:pos x="33" y="6"/>
                </a:cxn>
                <a:cxn ang="0">
                  <a:pos x="33" y="6"/>
                </a:cxn>
                <a:cxn ang="0">
                  <a:pos x="33" y="4"/>
                </a:cxn>
                <a:cxn ang="0">
                  <a:pos x="32" y="3"/>
                </a:cxn>
                <a:cxn ang="0">
                  <a:pos x="31" y="1"/>
                </a:cxn>
                <a:cxn ang="0">
                  <a:pos x="28" y="0"/>
                </a:cxn>
                <a:cxn ang="0">
                  <a:pos x="27" y="0"/>
                </a:cxn>
                <a:cxn ang="0">
                  <a:pos x="25" y="0"/>
                </a:cxn>
                <a:cxn ang="0">
                  <a:pos x="24" y="1"/>
                </a:cxn>
                <a:cxn ang="0">
                  <a:pos x="23" y="4"/>
                </a:cxn>
                <a:cxn ang="0">
                  <a:pos x="23" y="4"/>
                </a:cxn>
              </a:cxnLst>
              <a:rect l="0" t="0" r="r" b="b"/>
              <a:pathLst>
                <a:path w="33" h="109">
                  <a:moveTo>
                    <a:pt x="23" y="4"/>
                  </a:moveTo>
                  <a:lnTo>
                    <a:pt x="23" y="4"/>
                  </a:lnTo>
                  <a:lnTo>
                    <a:pt x="18" y="17"/>
                  </a:lnTo>
                  <a:lnTo>
                    <a:pt x="14" y="29"/>
                  </a:lnTo>
                  <a:lnTo>
                    <a:pt x="9" y="43"/>
                  </a:lnTo>
                  <a:lnTo>
                    <a:pt x="4" y="55"/>
                  </a:lnTo>
                  <a:lnTo>
                    <a:pt x="4" y="55"/>
                  </a:lnTo>
                  <a:lnTo>
                    <a:pt x="2" y="68"/>
                  </a:lnTo>
                  <a:lnTo>
                    <a:pt x="1" y="80"/>
                  </a:lnTo>
                  <a:lnTo>
                    <a:pt x="0" y="105"/>
                  </a:lnTo>
                  <a:lnTo>
                    <a:pt x="0" y="105"/>
                  </a:lnTo>
                  <a:lnTo>
                    <a:pt x="0" y="106"/>
                  </a:lnTo>
                  <a:lnTo>
                    <a:pt x="1" y="108"/>
                  </a:lnTo>
                  <a:lnTo>
                    <a:pt x="2" y="109"/>
                  </a:lnTo>
                  <a:lnTo>
                    <a:pt x="4" y="109"/>
                  </a:lnTo>
                  <a:lnTo>
                    <a:pt x="6" y="109"/>
                  </a:lnTo>
                  <a:lnTo>
                    <a:pt x="7" y="108"/>
                  </a:lnTo>
                  <a:lnTo>
                    <a:pt x="8" y="106"/>
                  </a:lnTo>
                  <a:lnTo>
                    <a:pt x="9" y="105"/>
                  </a:lnTo>
                  <a:lnTo>
                    <a:pt x="9" y="105"/>
                  </a:lnTo>
                  <a:lnTo>
                    <a:pt x="9" y="93"/>
                  </a:lnTo>
                  <a:lnTo>
                    <a:pt x="11" y="83"/>
                  </a:lnTo>
                  <a:lnTo>
                    <a:pt x="13" y="62"/>
                  </a:lnTo>
                  <a:lnTo>
                    <a:pt x="13" y="62"/>
                  </a:lnTo>
                  <a:lnTo>
                    <a:pt x="14" y="55"/>
                  </a:lnTo>
                  <a:lnTo>
                    <a:pt x="16" y="48"/>
                  </a:lnTo>
                  <a:lnTo>
                    <a:pt x="21" y="33"/>
                  </a:lnTo>
                  <a:lnTo>
                    <a:pt x="27" y="20"/>
                  </a:lnTo>
                  <a:lnTo>
                    <a:pt x="33" y="6"/>
                  </a:lnTo>
                  <a:lnTo>
                    <a:pt x="33" y="6"/>
                  </a:lnTo>
                  <a:lnTo>
                    <a:pt x="33" y="4"/>
                  </a:lnTo>
                  <a:lnTo>
                    <a:pt x="32" y="3"/>
                  </a:lnTo>
                  <a:lnTo>
                    <a:pt x="31" y="1"/>
                  </a:lnTo>
                  <a:lnTo>
                    <a:pt x="28" y="0"/>
                  </a:lnTo>
                  <a:lnTo>
                    <a:pt x="27" y="0"/>
                  </a:lnTo>
                  <a:lnTo>
                    <a:pt x="25" y="0"/>
                  </a:lnTo>
                  <a:lnTo>
                    <a:pt x="24" y="1"/>
                  </a:lnTo>
                  <a:lnTo>
                    <a:pt x="23" y="4"/>
                  </a:lnTo>
                  <a:lnTo>
                    <a:pt x="2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0" name="Freeform 358"/>
            <p:cNvSpPr/>
            <p:nvPr/>
          </p:nvSpPr>
          <p:spPr bwMode="auto">
            <a:xfrm>
              <a:off x="4352925" y="3725863"/>
              <a:ext cx="22225" cy="55563"/>
            </a:xfrm>
            <a:custGeom>
              <a:avLst/>
              <a:gdLst/>
              <a:ahLst/>
              <a:cxnLst>
                <a:cxn ang="0">
                  <a:pos x="33" y="5"/>
                </a:cxn>
                <a:cxn ang="0">
                  <a:pos x="33" y="5"/>
                </a:cxn>
                <a:cxn ang="0">
                  <a:pos x="32" y="11"/>
                </a:cxn>
                <a:cxn ang="0">
                  <a:pos x="30" y="17"/>
                </a:cxn>
                <a:cxn ang="0">
                  <a:pos x="25" y="30"/>
                </a:cxn>
                <a:cxn ang="0">
                  <a:pos x="18" y="41"/>
                </a:cxn>
                <a:cxn ang="0">
                  <a:pos x="13" y="52"/>
                </a:cxn>
                <a:cxn ang="0">
                  <a:pos x="13" y="52"/>
                </a:cxn>
                <a:cxn ang="0">
                  <a:pos x="9" y="64"/>
                </a:cxn>
                <a:cxn ang="0">
                  <a:pos x="5" y="75"/>
                </a:cxn>
                <a:cxn ang="0">
                  <a:pos x="0" y="98"/>
                </a:cxn>
                <a:cxn ang="0">
                  <a:pos x="0" y="98"/>
                </a:cxn>
                <a:cxn ang="0">
                  <a:pos x="0" y="100"/>
                </a:cxn>
                <a:cxn ang="0">
                  <a:pos x="0" y="102"/>
                </a:cxn>
                <a:cxn ang="0">
                  <a:pos x="1" y="103"/>
                </a:cxn>
                <a:cxn ang="0">
                  <a:pos x="3" y="104"/>
                </a:cxn>
                <a:cxn ang="0">
                  <a:pos x="5" y="104"/>
                </a:cxn>
                <a:cxn ang="0">
                  <a:pos x="6" y="104"/>
                </a:cxn>
                <a:cxn ang="0">
                  <a:pos x="8" y="103"/>
                </a:cxn>
                <a:cxn ang="0">
                  <a:pos x="8" y="101"/>
                </a:cxn>
                <a:cxn ang="0">
                  <a:pos x="8" y="101"/>
                </a:cxn>
                <a:cxn ang="0">
                  <a:pos x="16" y="72"/>
                </a:cxn>
                <a:cxn ang="0">
                  <a:pos x="21" y="58"/>
                </a:cxn>
                <a:cxn ang="0">
                  <a:pos x="27" y="45"/>
                </a:cxn>
                <a:cxn ang="0">
                  <a:pos x="27" y="45"/>
                </a:cxn>
                <a:cxn ang="0">
                  <a:pos x="36" y="25"/>
                </a:cxn>
                <a:cxn ang="0">
                  <a:pos x="40" y="15"/>
                </a:cxn>
                <a:cxn ang="0">
                  <a:pos x="42" y="5"/>
                </a:cxn>
                <a:cxn ang="0">
                  <a:pos x="42" y="5"/>
                </a:cxn>
                <a:cxn ang="0">
                  <a:pos x="42" y="3"/>
                </a:cxn>
                <a:cxn ang="0">
                  <a:pos x="41" y="1"/>
                </a:cxn>
                <a:cxn ang="0">
                  <a:pos x="39" y="1"/>
                </a:cxn>
                <a:cxn ang="0">
                  <a:pos x="38" y="0"/>
                </a:cxn>
                <a:cxn ang="0">
                  <a:pos x="34" y="1"/>
                </a:cxn>
                <a:cxn ang="0">
                  <a:pos x="33" y="3"/>
                </a:cxn>
                <a:cxn ang="0">
                  <a:pos x="33" y="5"/>
                </a:cxn>
                <a:cxn ang="0">
                  <a:pos x="33" y="5"/>
                </a:cxn>
              </a:cxnLst>
              <a:rect l="0" t="0" r="r" b="b"/>
              <a:pathLst>
                <a:path w="42" h="104">
                  <a:moveTo>
                    <a:pt x="33" y="5"/>
                  </a:moveTo>
                  <a:lnTo>
                    <a:pt x="33" y="5"/>
                  </a:lnTo>
                  <a:lnTo>
                    <a:pt x="32" y="11"/>
                  </a:lnTo>
                  <a:lnTo>
                    <a:pt x="30" y="17"/>
                  </a:lnTo>
                  <a:lnTo>
                    <a:pt x="25" y="30"/>
                  </a:lnTo>
                  <a:lnTo>
                    <a:pt x="18" y="41"/>
                  </a:lnTo>
                  <a:lnTo>
                    <a:pt x="13" y="52"/>
                  </a:lnTo>
                  <a:lnTo>
                    <a:pt x="13" y="52"/>
                  </a:lnTo>
                  <a:lnTo>
                    <a:pt x="9" y="64"/>
                  </a:lnTo>
                  <a:lnTo>
                    <a:pt x="5" y="75"/>
                  </a:lnTo>
                  <a:lnTo>
                    <a:pt x="0" y="98"/>
                  </a:lnTo>
                  <a:lnTo>
                    <a:pt x="0" y="98"/>
                  </a:lnTo>
                  <a:lnTo>
                    <a:pt x="0" y="100"/>
                  </a:lnTo>
                  <a:lnTo>
                    <a:pt x="0" y="102"/>
                  </a:lnTo>
                  <a:lnTo>
                    <a:pt x="1" y="103"/>
                  </a:lnTo>
                  <a:lnTo>
                    <a:pt x="3" y="104"/>
                  </a:lnTo>
                  <a:lnTo>
                    <a:pt x="5" y="104"/>
                  </a:lnTo>
                  <a:lnTo>
                    <a:pt x="6" y="104"/>
                  </a:lnTo>
                  <a:lnTo>
                    <a:pt x="8" y="103"/>
                  </a:lnTo>
                  <a:lnTo>
                    <a:pt x="8" y="101"/>
                  </a:lnTo>
                  <a:lnTo>
                    <a:pt x="8" y="101"/>
                  </a:lnTo>
                  <a:lnTo>
                    <a:pt x="16" y="72"/>
                  </a:lnTo>
                  <a:lnTo>
                    <a:pt x="21" y="58"/>
                  </a:lnTo>
                  <a:lnTo>
                    <a:pt x="27" y="45"/>
                  </a:lnTo>
                  <a:lnTo>
                    <a:pt x="27" y="45"/>
                  </a:lnTo>
                  <a:lnTo>
                    <a:pt x="36" y="25"/>
                  </a:lnTo>
                  <a:lnTo>
                    <a:pt x="40" y="15"/>
                  </a:lnTo>
                  <a:lnTo>
                    <a:pt x="42" y="5"/>
                  </a:lnTo>
                  <a:lnTo>
                    <a:pt x="42" y="5"/>
                  </a:lnTo>
                  <a:lnTo>
                    <a:pt x="42" y="3"/>
                  </a:lnTo>
                  <a:lnTo>
                    <a:pt x="41" y="1"/>
                  </a:lnTo>
                  <a:lnTo>
                    <a:pt x="39" y="1"/>
                  </a:lnTo>
                  <a:lnTo>
                    <a:pt x="38" y="0"/>
                  </a:lnTo>
                  <a:lnTo>
                    <a:pt x="34" y="1"/>
                  </a:lnTo>
                  <a:lnTo>
                    <a:pt x="33" y="3"/>
                  </a:lnTo>
                  <a:lnTo>
                    <a:pt x="33" y="5"/>
                  </a:lnTo>
                  <a:lnTo>
                    <a:pt x="33"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1" name="Freeform 359"/>
            <p:cNvSpPr/>
            <p:nvPr/>
          </p:nvSpPr>
          <p:spPr bwMode="auto">
            <a:xfrm>
              <a:off x="4387850" y="3729038"/>
              <a:ext cx="26988" cy="57150"/>
            </a:xfrm>
            <a:custGeom>
              <a:avLst/>
              <a:gdLst/>
              <a:ahLst/>
              <a:cxnLst>
                <a:cxn ang="0">
                  <a:pos x="42" y="4"/>
                </a:cxn>
                <a:cxn ang="0">
                  <a:pos x="42" y="4"/>
                </a:cxn>
                <a:cxn ang="0">
                  <a:pos x="41" y="10"/>
                </a:cxn>
                <a:cxn ang="0">
                  <a:pos x="40" y="15"/>
                </a:cxn>
                <a:cxn ang="0">
                  <a:pos x="35" y="26"/>
                </a:cxn>
                <a:cxn ang="0">
                  <a:pos x="24" y="44"/>
                </a:cxn>
                <a:cxn ang="0">
                  <a:pos x="24" y="44"/>
                </a:cxn>
                <a:cxn ang="0">
                  <a:pos x="22" y="49"/>
                </a:cxn>
                <a:cxn ang="0">
                  <a:pos x="20" y="56"/>
                </a:cxn>
                <a:cxn ang="0">
                  <a:pos x="16" y="67"/>
                </a:cxn>
                <a:cxn ang="0">
                  <a:pos x="16" y="67"/>
                </a:cxn>
                <a:cxn ang="0">
                  <a:pos x="9" y="84"/>
                </a:cxn>
                <a:cxn ang="0">
                  <a:pos x="0" y="101"/>
                </a:cxn>
                <a:cxn ang="0">
                  <a:pos x="0" y="101"/>
                </a:cxn>
                <a:cxn ang="0">
                  <a:pos x="0" y="103"/>
                </a:cxn>
                <a:cxn ang="0">
                  <a:pos x="0" y="105"/>
                </a:cxn>
                <a:cxn ang="0">
                  <a:pos x="1" y="107"/>
                </a:cxn>
                <a:cxn ang="0">
                  <a:pos x="2" y="108"/>
                </a:cxn>
                <a:cxn ang="0">
                  <a:pos x="4" y="108"/>
                </a:cxn>
                <a:cxn ang="0">
                  <a:pos x="6" y="108"/>
                </a:cxn>
                <a:cxn ang="0">
                  <a:pos x="7" y="108"/>
                </a:cxn>
                <a:cxn ang="0">
                  <a:pos x="8" y="106"/>
                </a:cxn>
                <a:cxn ang="0">
                  <a:pos x="8" y="106"/>
                </a:cxn>
                <a:cxn ang="0">
                  <a:pos x="22" y="77"/>
                </a:cxn>
                <a:cxn ang="0">
                  <a:pos x="22" y="77"/>
                </a:cxn>
                <a:cxn ang="0">
                  <a:pos x="25" y="70"/>
                </a:cxn>
                <a:cxn ang="0">
                  <a:pos x="28" y="62"/>
                </a:cxn>
                <a:cxn ang="0">
                  <a:pos x="31" y="53"/>
                </a:cxn>
                <a:cxn ang="0">
                  <a:pos x="34" y="46"/>
                </a:cxn>
                <a:cxn ang="0">
                  <a:pos x="34" y="46"/>
                </a:cxn>
                <a:cxn ang="0">
                  <a:pos x="45" y="26"/>
                </a:cxn>
                <a:cxn ang="0">
                  <a:pos x="49" y="15"/>
                </a:cxn>
                <a:cxn ang="0">
                  <a:pos x="51" y="10"/>
                </a:cxn>
                <a:cxn ang="0">
                  <a:pos x="52" y="4"/>
                </a:cxn>
                <a:cxn ang="0">
                  <a:pos x="52" y="4"/>
                </a:cxn>
                <a:cxn ang="0">
                  <a:pos x="52" y="2"/>
                </a:cxn>
                <a:cxn ang="0">
                  <a:pos x="51" y="1"/>
                </a:cxn>
                <a:cxn ang="0">
                  <a:pos x="49" y="0"/>
                </a:cxn>
                <a:cxn ang="0">
                  <a:pos x="47" y="0"/>
                </a:cxn>
                <a:cxn ang="0">
                  <a:pos x="44" y="1"/>
                </a:cxn>
                <a:cxn ang="0">
                  <a:pos x="43" y="2"/>
                </a:cxn>
                <a:cxn ang="0">
                  <a:pos x="42" y="4"/>
                </a:cxn>
                <a:cxn ang="0">
                  <a:pos x="42" y="4"/>
                </a:cxn>
              </a:cxnLst>
              <a:rect l="0" t="0" r="r" b="b"/>
              <a:pathLst>
                <a:path w="52" h="108">
                  <a:moveTo>
                    <a:pt x="42" y="4"/>
                  </a:moveTo>
                  <a:lnTo>
                    <a:pt x="42" y="4"/>
                  </a:lnTo>
                  <a:lnTo>
                    <a:pt x="41" y="10"/>
                  </a:lnTo>
                  <a:lnTo>
                    <a:pt x="40" y="15"/>
                  </a:lnTo>
                  <a:lnTo>
                    <a:pt x="35" y="26"/>
                  </a:lnTo>
                  <a:lnTo>
                    <a:pt x="24" y="44"/>
                  </a:lnTo>
                  <a:lnTo>
                    <a:pt x="24" y="44"/>
                  </a:lnTo>
                  <a:lnTo>
                    <a:pt x="22" y="49"/>
                  </a:lnTo>
                  <a:lnTo>
                    <a:pt x="20" y="56"/>
                  </a:lnTo>
                  <a:lnTo>
                    <a:pt x="16" y="67"/>
                  </a:lnTo>
                  <a:lnTo>
                    <a:pt x="16" y="67"/>
                  </a:lnTo>
                  <a:lnTo>
                    <a:pt x="9" y="84"/>
                  </a:lnTo>
                  <a:lnTo>
                    <a:pt x="0" y="101"/>
                  </a:lnTo>
                  <a:lnTo>
                    <a:pt x="0" y="101"/>
                  </a:lnTo>
                  <a:lnTo>
                    <a:pt x="0" y="103"/>
                  </a:lnTo>
                  <a:lnTo>
                    <a:pt x="0" y="105"/>
                  </a:lnTo>
                  <a:lnTo>
                    <a:pt x="1" y="107"/>
                  </a:lnTo>
                  <a:lnTo>
                    <a:pt x="2" y="108"/>
                  </a:lnTo>
                  <a:lnTo>
                    <a:pt x="4" y="108"/>
                  </a:lnTo>
                  <a:lnTo>
                    <a:pt x="6" y="108"/>
                  </a:lnTo>
                  <a:lnTo>
                    <a:pt x="7" y="108"/>
                  </a:lnTo>
                  <a:lnTo>
                    <a:pt x="8" y="106"/>
                  </a:lnTo>
                  <a:lnTo>
                    <a:pt x="8" y="106"/>
                  </a:lnTo>
                  <a:lnTo>
                    <a:pt x="22" y="77"/>
                  </a:lnTo>
                  <a:lnTo>
                    <a:pt x="22" y="77"/>
                  </a:lnTo>
                  <a:lnTo>
                    <a:pt x="25" y="70"/>
                  </a:lnTo>
                  <a:lnTo>
                    <a:pt x="28" y="62"/>
                  </a:lnTo>
                  <a:lnTo>
                    <a:pt x="31" y="53"/>
                  </a:lnTo>
                  <a:lnTo>
                    <a:pt x="34" y="46"/>
                  </a:lnTo>
                  <a:lnTo>
                    <a:pt x="34" y="46"/>
                  </a:lnTo>
                  <a:lnTo>
                    <a:pt x="45" y="26"/>
                  </a:lnTo>
                  <a:lnTo>
                    <a:pt x="49" y="15"/>
                  </a:lnTo>
                  <a:lnTo>
                    <a:pt x="51" y="10"/>
                  </a:lnTo>
                  <a:lnTo>
                    <a:pt x="52" y="4"/>
                  </a:lnTo>
                  <a:lnTo>
                    <a:pt x="52" y="4"/>
                  </a:lnTo>
                  <a:lnTo>
                    <a:pt x="52" y="2"/>
                  </a:lnTo>
                  <a:lnTo>
                    <a:pt x="51" y="1"/>
                  </a:lnTo>
                  <a:lnTo>
                    <a:pt x="49" y="0"/>
                  </a:lnTo>
                  <a:lnTo>
                    <a:pt x="47" y="0"/>
                  </a:lnTo>
                  <a:lnTo>
                    <a:pt x="44" y="1"/>
                  </a:lnTo>
                  <a:lnTo>
                    <a:pt x="43" y="2"/>
                  </a:lnTo>
                  <a:lnTo>
                    <a:pt x="42" y="4"/>
                  </a:lnTo>
                  <a:lnTo>
                    <a:pt x="4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2" name="Freeform 360"/>
            <p:cNvSpPr/>
            <p:nvPr/>
          </p:nvSpPr>
          <p:spPr bwMode="auto">
            <a:xfrm>
              <a:off x="4438650" y="3730625"/>
              <a:ext cx="23813" cy="55563"/>
            </a:xfrm>
            <a:custGeom>
              <a:avLst/>
              <a:gdLst/>
              <a:ahLst/>
              <a:cxnLst>
                <a:cxn ang="0">
                  <a:pos x="37" y="5"/>
                </a:cxn>
                <a:cxn ang="0">
                  <a:pos x="37" y="5"/>
                </a:cxn>
                <a:cxn ang="0">
                  <a:pos x="35" y="17"/>
                </a:cxn>
                <a:cxn ang="0">
                  <a:pos x="32" y="29"/>
                </a:cxn>
                <a:cxn ang="0">
                  <a:pos x="27" y="41"/>
                </a:cxn>
                <a:cxn ang="0">
                  <a:pos x="21" y="53"/>
                </a:cxn>
                <a:cxn ang="0">
                  <a:pos x="8" y="75"/>
                </a:cxn>
                <a:cxn ang="0">
                  <a:pos x="3" y="87"/>
                </a:cxn>
                <a:cxn ang="0">
                  <a:pos x="0" y="99"/>
                </a:cxn>
                <a:cxn ang="0">
                  <a:pos x="0" y="99"/>
                </a:cxn>
                <a:cxn ang="0">
                  <a:pos x="0" y="100"/>
                </a:cxn>
                <a:cxn ang="0">
                  <a:pos x="0" y="102"/>
                </a:cxn>
                <a:cxn ang="0">
                  <a:pos x="2" y="103"/>
                </a:cxn>
                <a:cxn ang="0">
                  <a:pos x="3" y="104"/>
                </a:cxn>
                <a:cxn ang="0">
                  <a:pos x="5" y="104"/>
                </a:cxn>
                <a:cxn ang="0">
                  <a:pos x="6" y="104"/>
                </a:cxn>
                <a:cxn ang="0">
                  <a:pos x="8" y="103"/>
                </a:cxn>
                <a:cxn ang="0">
                  <a:pos x="9" y="101"/>
                </a:cxn>
                <a:cxn ang="0">
                  <a:pos x="9" y="101"/>
                </a:cxn>
                <a:cxn ang="0">
                  <a:pos x="12" y="89"/>
                </a:cxn>
                <a:cxn ang="0">
                  <a:pos x="17" y="76"/>
                </a:cxn>
                <a:cxn ang="0">
                  <a:pos x="30" y="54"/>
                </a:cxn>
                <a:cxn ang="0">
                  <a:pos x="36" y="42"/>
                </a:cxn>
                <a:cxn ang="0">
                  <a:pos x="41" y="30"/>
                </a:cxn>
                <a:cxn ang="0">
                  <a:pos x="45" y="17"/>
                </a:cxn>
                <a:cxn ang="0">
                  <a:pos x="46" y="5"/>
                </a:cxn>
                <a:cxn ang="0">
                  <a:pos x="46" y="5"/>
                </a:cxn>
                <a:cxn ang="0">
                  <a:pos x="46" y="3"/>
                </a:cxn>
                <a:cxn ang="0">
                  <a:pos x="45" y="2"/>
                </a:cxn>
                <a:cxn ang="0">
                  <a:pos x="44" y="1"/>
                </a:cxn>
                <a:cxn ang="0">
                  <a:pos x="42" y="0"/>
                </a:cxn>
                <a:cxn ang="0">
                  <a:pos x="40" y="1"/>
                </a:cxn>
                <a:cxn ang="0">
                  <a:pos x="39" y="2"/>
                </a:cxn>
                <a:cxn ang="0">
                  <a:pos x="38" y="3"/>
                </a:cxn>
                <a:cxn ang="0">
                  <a:pos x="37" y="5"/>
                </a:cxn>
                <a:cxn ang="0">
                  <a:pos x="37" y="5"/>
                </a:cxn>
              </a:cxnLst>
              <a:rect l="0" t="0" r="r" b="b"/>
              <a:pathLst>
                <a:path w="46" h="104">
                  <a:moveTo>
                    <a:pt x="37" y="5"/>
                  </a:moveTo>
                  <a:lnTo>
                    <a:pt x="37" y="5"/>
                  </a:lnTo>
                  <a:lnTo>
                    <a:pt x="35" y="17"/>
                  </a:lnTo>
                  <a:lnTo>
                    <a:pt x="32" y="29"/>
                  </a:lnTo>
                  <a:lnTo>
                    <a:pt x="27" y="41"/>
                  </a:lnTo>
                  <a:lnTo>
                    <a:pt x="21" y="53"/>
                  </a:lnTo>
                  <a:lnTo>
                    <a:pt x="8" y="75"/>
                  </a:lnTo>
                  <a:lnTo>
                    <a:pt x="3" y="87"/>
                  </a:lnTo>
                  <a:lnTo>
                    <a:pt x="0" y="99"/>
                  </a:lnTo>
                  <a:lnTo>
                    <a:pt x="0" y="99"/>
                  </a:lnTo>
                  <a:lnTo>
                    <a:pt x="0" y="100"/>
                  </a:lnTo>
                  <a:lnTo>
                    <a:pt x="0" y="102"/>
                  </a:lnTo>
                  <a:lnTo>
                    <a:pt x="2" y="103"/>
                  </a:lnTo>
                  <a:lnTo>
                    <a:pt x="3" y="104"/>
                  </a:lnTo>
                  <a:lnTo>
                    <a:pt x="5" y="104"/>
                  </a:lnTo>
                  <a:lnTo>
                    <a:pt x="6" y="104"/>
                  </a:lnTo>
                  <a:lnTo>
                    <a:pt x="8" y="103"/>
                  </a:lnTo>
                  <a:lnTo>
                    <a:pt x="9" y="101"/>
                  </a:lnTo>
                  <a:lnTo>
                    <a:pt x="9" y="101"/>
                  </a:lnTo>
                  <a:lnTo>
                    <a:pt x="12" y="89"/>
                  </a:lnTo>
                  <a:lnTo>
                    <a:pt x="17" y="76"/>
                  </a:lnTo>
                  <a:lnTo>
                    <a:pt x="30" y="54"/>
                  </a:lnTo>
                  <a:lnTo>
                    <a:pt x="36" y="42"/>
                  </a:lnTo>
                  <a:lnTo>
                    <a:pt x="41" y="30"/>
                  </a:lnTo>
                  <a:lnTo>
                    <a:pt x="45" y="17"/>
                  </a:lnTo>
                  <a:lnTo>
                    <a:pt x="46" y="5"/>
                  </a:lnTo>
                  <a:lnTo>
                    <a:pt x="46" y="5"/>
                  </a:lnTo>
                  <a:lnTo>
                    <a:pt x="46" y="3"/>
                  </a:lnTo>
                  <a:lnTo>
                    <a:pt x="45" y="2"/>
                  </a:lnTo>
                  <a:lnTo>
                    <a:pt x="44" y="1"/>
                  </a:lnTo>
                  <a:lnTo>
                    <a:pt x="42" y="0"/>
                  </a:lnTo>
                  <a:lnTo>
                    <a:pt x="40" y="1"/>
                  </a:lnTo>
                  <a:lnTo>
                    <a:pt x="39" y="2"/>
                  </a:lnTo>
                  <a:lnTo>
                    <a:pt x="38" y="3"/>
                  </a:lnTo>
                  <a:lnTo>
                    <a:pt x="37" y="5"/>
                  </a:lnTo>
                  <a:lnTo>
                    <a:pt x="37"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3" name="Freeform 361"/>
            <p:cNvSpPr/>
            <p:nvPr/>
          </p:nvSpPr>
          <p:spPr bwMode="auto">
            <a:xfrm>
              <a:off x="4478338" y="3732213"/>
              <a:ext cx="25400" cy="52388"/>
            </a:xfrm>
            <a:custGeom>
              <a:avLst/>
              <a:gdLst/>
              <a:ahLst/>
              <a:cxnLst>
                <a:cxn ang="0">
                  <a:pos x="39" y="3"/>
                </a:cxn>
                <a:cxn ang="0">
                  <a:pos x="39" y="3"/>
                </a:cxn>
                <a:cxn ang="0">
                  <a:pos x="34" y="14"/>
                </a:cxn>
                <a:cxn ang="0">
                  <a:pos x="29" y="26"/>
                </a:cxn>
                <a:cxn ang="0">
                  <a:pos x="18" y="47"/>
                </a:cxn>
                <a:cxn ang="0">
                  <a:pos x="13" y="58"/>
                </a:cxn>
                <a:cxn ang="0">
                  <a:pos x="8" y="69"/>
                </a:cxn>
                <a:cxn ang="0">
                  <a:pos x="3" y="80"/>
                </a:cxn>
                <a:cxn ang="0">
                  <a:pos x="0" y="93"/>
                </a:cxn>
                <a:cxn ang="0">
                  <a:pos x="0" y="93"/>
                </a:cxn>
                <a:cxn ang="0">
                  <a:pos x="0" y="95"/>
                </a:cxn>
                <a:cxn ang="0">
                  <a:pos x="1" y="97"/>
                </a:cxn>
                <a:cxn ang="0">
                  <a:pos x="4" y="98"/>
                </a:cxn>
                <a:cxn ang="0">
                  <a:pos x="6" y="99"/>
                </a:cxn>
                <a:cxn ang="0">
                  <a:pos x="8" y="98"/>
                </a:cxn>
                <a:cxn ang="0">
                  <a:pos x="9" y="97"/>
                </a:cxn>
                <a:cxn ang="0">
                  <a:pos x="10" y="95"/>
                </a:cxn>
                <a:cxn ang="0">
                  <a:pos x="10" y="95"/>
                </a:cxn>
                <a:cxn ang="0">
                  <a:pos x="13" y="84"/>
                </a:cxn>
                <a:cxn ang="0">
                  <a:pos x="17" y="72"/>
                </a:cxn>
                <a:cxn ang="0">
                  <a:pos x="22" y="61"/>
                </a:cxn>
                <a:cxn ang="0">
                  <a:pos x="27" y="49"/>
                </a:cxn>
                <a:cxn ang="0">
                  <a:pos x="39" y="28"/>
                </a:cxn>
                <a:cxn ang="0">
                  <a:pos x="44" y="16"/>
                </a:cxn>
                <a:cxn ang="0">
                  <a:pos x="48" y="5"/>
                </a:cxn>
                <a:cxn ang="0">
                  <a:pos x="48" y="5"/>
                </a:cxn>
                <a:cxn ang="0">
                  <a:pos x="48" y="3"/>
                </a:cxn>
                <a:cxn ang="0">
                  <a:pos x="47" y="2"/>
                </a:cxn>
                <a:cxn ang="0">
                  <a:pos x="46" y="0"/>
                </a:cxn>
                <a:cxn ang="0">
                  <a:pos x="45" y="0"/>
                </a:cxn>
                <a:cxn ang="0">
                  <a:pos x="43" y="0"/>
                </a:cxn>
                <a:cxn ang="0">
                  <a:pos x="41" y="0"/>
                </a:cxn>
                <a:cxn ang="0">
                  <a:pos x="40" y="1"/>
                </a:cxn>
                <a:cxn ang="0">
                  <a:pos x="39" y="3"/>
                </a:cxn>
                <a:cxn ang="0">
                  <a:pos x="39" y="3"/>
                </a:cxn>
              </a:cxnLst>
              <a:rect l="0" t="0" r="r" b="b"/>
              <a:pathLst>
                <a:path w="48" h="99">
                  <a:moveTo>
                    <a:pt x="39" y="3"/>
                  </a:moveTo>
                  <a:lnTo>
                    <a:pt x="39" y="3"/>
                  </a:lnTo>
                  <a:lnTo>
                    <a:pt x="34" y="14"/>
                  </a:lnTo>
                  <a:lnTo>
                    <a:pt x="29" y="26"/>
                  </a:lnTo>
                  <a:lnTo>
                    <a:pt x="18" y="47"/>
                  </a:lnTo>
                  <a:lnTo>
                    <a:pt x="13" y="58"/>
                  </a:lnTo>
                  <a:lnTo>
                    <a:pt x="8" y="69"/>
                  </a:lnTo>
                  <a:lnTo>
                    <a:pt x="3" y="80"/>
                  </a:lnTo>
                  <a:lnTo>
                    <a:pt x="0" y="93"/>
                  </a:lnTo>
                  <a:lnTo>
                    <a:pt x="0" y="93"/>
                  </a:lnTo>
                  <a:lnTo>
                    <a:pt x="0" y="95"/>
                  </a:lnTo>
                  <a:lnTo>
                    <a:pt x="1" y="97"/>
                  </a:lnTo>
                  <a:lnTo>
                    <a:pt x="4" y="98"/>
                  </a:lnTo>
                  <a:lnTo>
                    <a:pt x="6" y="99"/>
                  </a:lnTo>
                  <a:lnTo>
                    <a:pt x="8" y="98"/>
                  </a:lnTo>
                  <a:lnTo>
                    <a:pt x="9" y="97"/>
                  </a:lnTo>
                  <a:lnTo>
                    <a:pt x="10" y="95"/>
                  </a:lnTo>
                  <a:lnTo>
                    <a:pt x="10" y="95"/>
                  </a:lnTo>
                  <a:lnTo>
                    <a:pt x="13" y="84"/>
                  </a:lnTo>
                  <a:lnTo>
                    <a:pt x="17" y="72"/>
                  </a:lnTo>
                  <a:lnTo>
                    <a:pt x="22" y="61"/>
                  </a:lnTo>
                  <a:lnTo>
                    <a:pt x="27" y="49"/>
                  </a:lnTo>
                  <a:lnTo>
                    <a:pt x="39" y="28"/>
                  </a:lnTo>
                  <a:lnTo>
                    <a:pt x="44" y="16"/>
                  </a:lnTo>
                  <a:lnTo>
                    <a:pt x="48" y="5"/>
                  </a:lnTo>
                  <a:lnTo>
                    <a:pt x="48" y="5"/>
                  </a:lnTo>
                  <a:lnTo>
                    <a:pt x="48" y="3"/>
                  </a:lnTo>
                  <a:lnTo>
                    <a:pt x="47" y="2"/>
                  </a:lnTo>
                  <a:lnTo>
                    <a:pt x="46" y="0"/>
                  </a:lnTo>
                  <a:lnTo>
                    <a:pt x="45" y="0"/>
                  </a:lnTo>
                  <a:lnTo>
                    <a:pt x="43" y="0"/>
                  </a:lnTo>
                  <a:lnTo>
                    <a:pt x="41" y="0"/>
                  </a:lnTo>
                  <a:lnTo>
                    <a:pt x="40" y="1"/>
                  </a:lnTo>
                  <a:lnTo>
                    <a:pt x="39" y="3"/>
                  </a:lnTo>
                  <a:lnTo>
                    <a:pt x="3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4" name="Freeform 362"/>
            <p:cNvSpPr/>
            <p:nvPr/>
          </p:nvSpPr>
          <p:spPr bwMode="auto">
            <a:xfrm>
              <a:off x="4508500" y="3738563"/>
              <a:ext cx="19050" cy="55563"/>
            </a:xfrm>
            <a:custGeom>
              <a:avLst/>
              <a:gdLst/>
              <a:ahLst/>
              <a:cxnLst>
                <a:cxn ang="0">
                  <a:pos x="29" y="5"/>
                </a:cxn>
                <a:cxn ang="0">
                  <a:pos x="29" y="5"/>
                </a:cxn>
                <a:cxn ang="0">
                  <a:pos x="27" y="17"/>
                </a:cxn>
                <a:cxn ang="0">
                  <a:pos x="24" y="29"/>
                </a:cxn>
                <a:cxn ang="0">
                  <a:pos x="15" y="51"/>
                </a:cxn>
                <a:cxn ang="0">
                  <a:pos x="15" y="51"/>
                </a:cxn>
                <a:cxn ang="0">
                  <a:pos x="14" y="56"/>
                </a:cxn>
                <a:cxn ang="0">
                  <a:pos x="13" y="61"/>
                </a:cxn>
                <a:cxn ang="0">
                  <a:pos x="12" y="73"/>
                </a:cxn>
                <a:cxn ang="0">
                  <a:pos x="12" y="73"/>
                </a:cxn>
                <a:cxn ang="0">
                  <a:pos x="9" y="79"/>
                </a:cxn>
                <a:cxn ang="0">
                  <a:pos x="7" y="85"/>
                </a:cxn>
                <a:cxn ang="0">
                  <a:pos x="1" y="97"/>
                </a:cxn>
                <a:cxn ang="0">
                  <a:pos x="1" y="97"/>
                </a:cxn>
                <a:cxn ang="0">
                  <a:pos x="0" y="99"/>
                </a:cxn>
                <a:cxn ang="0">
                  <a:pos x="0" y="102"/>
                </a:cxn>
                <a:cxn ang="0">
                  <a:pos x="1" y="103"/>
                </a:cxn>
                <a:cxn ang="0">
                  <a:pos x="2" y="104"/>
                </a:cxn>
                <a:cxn ang="0">
                  <a:pos x="4" y="105"/>
                </a:cxn>
                <a:cxn ang="0">
                  <a:pos x="6" y="105"/>
                </a:cxn>
                <a:cxn ang="0">
                  <a:pos x="7" y="104"/>
                </a:cxn>
                <a:cxn ang="0">
                  <a:pos x="9" y="103"/>
                </a:cxn>
                <a:cxn ang="0">
                  <a:pos x="9" y="103"/>
                </a:cxn>
                <a:cxn ang="0">
                  <a:pos x="15" y="92"/>
                </a:cxn>
                <a:cxn ang="0">
                  <a:pos x="19" y="81"/>
                </a:cxn>
                <a:cxn ang="0">
                  <a:pos x="22" y="70"/>
                </a:cxn>
                <a:cxn ang="0">
                  <a:pos x="24" y="57"/>
                </a:cxn>
                <a:cxn ang="0">
                  <a:pos x="24" y="57"/>
                </a:cxn>
                <a:cxn ang="0">
                  <a:pos x="25" y="51"/>
                </a:cxn>
                <a:cxn ang="0">
                  <a:pos x="27" y="45"/>
                </a:cxn>
                <a:cxn ang="0">
                  <a:pos x="31" y="31"/>
                </a:cxn>
                <a:cxn ang="0">
                  <a:pos x="35" y="19"/>
                </a:cxn>
                <a:cxn ang="0">
                  <a:pos x="37" y="12"/>
                </a:cxn>
                <a:cxn ang="0">
                  <a:pos x="38" y="5"/>
                </a:cxn>
                <a:cxn ang="0">
                  <a:pos x="38" y="5"/>
                </a:cxn>
                <a:cxn ang="0">
                  <a:pos x="37" y="3"/>
                </a:cxn>
                <a:cxn ang="0">
                  <a:pos x="37" y="1"/>
                </a:cxn>
                <a:cxn ang="0">
                  <a:pos x="35" y="1"/>
                </a:cxn>
                <a:cxn ang="0">
                  <a:pos x="33" y="0"/>
                </a:cxn>
                <a:cxn ang="0">
                  <a:pos x="32" y="1"/>
                </a:cxn>
                <a:cxn ang="0">
                  <a:pos x="30" y="1"/>
                </a:cxn>
                <a:cxn ang="0">
                  <a:pos x="29" y="3"/>
                </a:cxn>
                <a:cxn ang="0">
                  <a:pos x="29" y="5"/>
                </a:cxn>
                <a:cxn ang="0">
                  <a:pos x="29" y="5"/>
                </a:cxn>
              </a:cxnLst>
              <a:rect l="0" t="0" r="r" b="b"/>
              <a:pathLst>
                <a:path w="38" h="105">
                  <a:moveTo>
                    <a:pt x="29" y="5"/>
                  </a:moveTo>
                  <a:lnTo>
                    <a:pt x="29" y="5"/>
                  </a:lnTo>
                  <a:lnTo>
                    <a:pt x="27" y="17"/>
                  </a:lnTo>
                  <a:lnTo>
                    <a:pt x="24" y="29"/>
                  </a:lnTo>
                  <a:lnTo>
                    <a:pt x="15" y="51"/>
                  </a:lnTo>
                  <a:lnTo>
                    <a:pt x="15" y="51"/>
                  </a:lnTo>
                  <a:lnTo>
                    <a:pt x="14" y="56"/>
                  </a:lnTo>
                  <a:lnTo>
                    <a:pt x="13" y="61"/>
                  </a:lnTo>
                  <a:lnTo>
                    <a:pt x="12" y="73"/>
                  </a:lnTo>
                  <a:lnTo>
                    <a:pt x="12" y="73"/>
                  </a:lnTo>
                  <a:lnTo>
                    <a:pt x="9" y="79"/>
                  </a:lnTo>
                  <a:lnTo>
                    <a:pt x="7" y="85"/>
                  </a:lnTo>
                  <a:lnTo>
                    <a:pt x="1" y="97"/>
                  </a:lnTo>
                  <a:lnTo>
                    <a:pt x="1" y="97"/>
                  </a:lnTo>
                  <a:lnTo>
                    <a:pt x="0" y="99"/>
                  </a:lnTo>
                  <a:lnTo>
                    <a:pt x="0" y="102"/>
                  </a:lnTo>
                  <a:lnTo>
                    <a:pt x="1" y="103"/>
                  </a:lnTo>
                  <a:lnTo>
                    <a:pt x="2" y="104"/>
                  </a:lnTo>
                  <a:lnTo>
                    <a:pt x="4" y="105"/>
                  </a:lnTo>
                  <a:lnTo>
                    <a:pt x="6" y="105"/>
                  </a:lnTo>
                  <a:lnTo>
                    <a:pt x="7" y="104"/>
                  </a:lnTo>
                  <a:lnTo>
                    <a:pt x="9" y="103"/>
                  </a:lnTo>
                  <a:lnTo>
                    <a:pt x="9" y="103"/>
                  </a:lnTo>
                  <a:lnTo>
                    <a:pt x="15" y="92"/>
                  </a:lnTo>
                  <a:lnTo>
                    <a:pt x="19" y="81"/>
                  </a:lnTo>
                  <a:lnTo>
                    <a:pt x="22" y="70"/>
                  </a:lnTo>
                  <a:lnTo>
                    <a:pt x="24" y="57"/>
                  </a:lnTo>
                  <a:lnTo>
                    <a:pt x="24" y="57"/>
                  </a:lnTo>
                  <a:lnTo>
                    <a:pt x="25" y="51"/>
                  </a:lnTo>
                  <a:lnTo>
                    <a:pt x="27" y="45"/>
                  </a:lnTo>
                  <a:lnTo>
                    <a:pt x="31" y="31"/>
                  </a:lnTo>
                  <a:lnTo>
                    <a:pt x="35" y="19"/>
                  </a:lnTo>
                  <a:lnTo>
                    <a:pt x="37" y="12"/>
                  </a:lnTo>
                  <a:lnTo>
                    <a:pt x="38" y="5"/>
                  </a:lnTo>
                  <a:lnTo>
                    <a:pt x="38" y="5"/>
                  </a:lnTo>
                  <a:lnTo>
                    <a:pt x="37" y="3"/>
                  </a:lnTo>
                  <a:lnTo>
                    <a:pt x="37" y="1"/>
                  </a:lnTo>
                  <a:lnTo>
                    <a:pt x="35" y="1"/>
                  </a:lnTo>
                  <a:lnTo>
                    <a:pt x="33" y="0"/>
                  </a:lnTo>
                  <a:lnTo>
                    <a:pt x="32" y="1"/>
                  </a:lnTo>
                  <a:lnTo>
                    <a:pt x="30" y="1"/>
                  </a:lnTo>
                  <a:lnTo>
                    <a:pt x="29" y="3"/>
                  </a:lnTo>
                  <a:lnTo>
                    <a:pt x="29" y="5"/>
                  </a:lnTo>
                  <a:lnTo>
                    <a:pt x="2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5" name="Freeform 363"/>
            <p:cNvSpPr/>
            <p:nvPr/>
          </p:nvSpPr>
          <p:spPr bwMode="auto">
            <a:xfrm>
              <a:off x="4545013" y="3736975"/>
              <a:ext cx="15875" cy="49213"/>
            </a:xfrm>
            <a:custGeom>
              <a:avLst/>
              <a:gdLst/>
              <a:ahLst/>
              <a:cxnLst>
                <a:cxn ang="0">
                  <a:pos x="19" y="4"/>
                </a:cxn>
                <a:cxn ang="0">
                  <a:pos x="19" y="4"/>
                </a:cxn>
                <a:cxn ang="0">
                  <a:pos x="19" y="16"/>
                </a:cxn>
                <a:cxn ang="0">
                  <a:pos x="17" y="26"/>
                </a:cxn>
                <a:cxn ang="0">
                  <a:pos x="13" y="47"/>
                </a:cxn>
                <a:cxn ang="0">
                  <a:pos x="8" y="68"/>
                </a:cxn>
                <a:cxn ang="0">
                  <a:pos x="0" y="89"/>
                </a:cxn>
                <a:cxn ang="0">
                  <a:pos x="0" y="89"/>
                </a:cxn>
                <a:cxn ang="0">
                  <a:pos x="0" y="90"/>
                </a:cxn>
                <a:cxn ang="0">
                  <a:pos x="0" y="92"/>
                </a:cxn>
                <a:cxn ang="0">
                  <a:pos x="2" y="93"/>
                </a:cxn>
                <a:cxn ang="0">
                  <a:pos x="4" y="94"/>
                </a:cxn>
                <a:cxn ang="0">
                  <a:pos x="6" y="94"/>
                </a:cxn>
                <a:cxn ang="0">
                  <a:pos x="7" y="94"/>
                </a:cxn>
                <a:cxn ang="0">
                  <a:pos x="9" y="93"/>
                </a:cxn>
                <a:cxn ang="0">
                  <a:pos x="10" y="91"/>
                </a:cxn>
                <a:cxn ang="0">
                  <a:pos x="10" y="91"/>
                </a:cxn>
                <a:cxn ang="0">
                  <a:pos x="17" y="69"/>
                </a:cxn>
                <a:cxn ang="0">
                  <a:pos x="22" y="49"/>
                </a:cxn>
                <a:cxn ang="0">
                  <a:pos x="27" y="27"/>
                </a:cxn>
                <a:cxn ang="0">
                  <a:pos x="28" y="16"/>
                </a:cxn>
                <a:cxn ang="0">
                  <a:pos x="28" y="4"/>
                </a:cxn>
                <a:cxn ang="0">
                  <a:pos x="28"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8" h="94">
                  <a:moveTo>
                    <a:pt x="19" y="4"/>
                  </a:moveTo>
                  <a:lnTo>
                    <a:pt x="19" y="4"/>
                  </a:lnTo>
                  <a:lnTo>
                    <a:pt x="19" y="16"/>
                  </a:lnTo>
                  <a:lnTo>
                    <a:pt x="17" y="26"/>
                  </a:lnTo>
                  <a:lnTo>
                    <a:pt x="13" y="47"/>
                  </a:lnTo>
                  <a:lnTo>
                    <a:pt x="8" y="68"/>
                  </a:lnTo>
                  <a:lnTo>
                    <a:pt x="0" y="89"/>
                  </a:lnTo>
                  <a:lnTo>
                    <a:pt x="0" y="89"/>
                  </a:lnTo>
                  <a:lnTo>
                    <a:pt x="0" y="90"/>
                  </a:lnTo>
                  <a:lnTo>
                    <a:pt x="0" y="92"/>
                  </a:lnTo>
                  <a:lnTo>
                    <a:pt x="2" y="93"/>
                  </a:lnTo>
                  <a:lnTo>
                    <a:pt x="4" y="94"/>
                  </a:lnTo>
                  <a:lnTo>
                    <a:pt x="6" y="94"/>
                  </a:lnTo>
                  <a:lnTo>
                    <a:pt x="7" y="94"/>
                  </a:lnTo>
                  <a:lnTo>
                    <a:pt x="9" y="93"/>
                  </a:lnTo>
                  <a:lnTo>
                    <a:pt x="10" y="91"/>
                  </a:lnTo>
                  <a:lnTo>
                    <a:pt x="10" y="91"/>
                  </a:lnTo>
                  <a:lnTo>
                    <a:pt x="17" y="69"/>
                  </a:lnTo>
                  <a:lnTo>
                    <a:pt x="22" y="49"/>
                  </a:lnTo>
                  <a:lnTo>
                    <a:pt x="27" y="27"/>
                  </a:lnTo>
                  <a:lnTo>
                    <a:pt x="28" y="16"/>
                  </a:lnTo>
                  <a:lnTo>
                    <a:pt x="28" y="4"/>
                  </a:lnTo>
                  <a:lnTo>
                    <a:pt x="28" y="4"/>
                  </a:lnTo>
                  <a:lnTo>
                    <a:pt x="28" y="2"/>
                  </a:lnTo>
                  <a:lnTo>
                    <a:pt x="27" y="1"/>
                  </a:lnTo>
                  <a:lnTo>
                    <a:pt x="26" y="0"/>
                  </a:lnTo>
                  <a:lnTo>
                    <a:pt x="24" y="0"/>
                  </a:lnTo>
                  <a:lnTo>
                    <a:pt x="22" y="0"/>
                  </a:lnTo>
                  <a:lnTo>
                    <a:pt x="21" y="1"/>
                  </a:lnTo>
                  <a:lnTo>
                    <a:pt x="20" y="2"/>
                  </a:lnTo>
                  <a:lnTo>
                    <a:pt x="19" y="4"/>
                  </a:lnTo>
                  <a:lnTo>
                    <a:pt x="1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6" name="Freeform 364"/>
            <p:cNvSpPr/>
            <p:nvPr/>
          </p:nvSpPr>
          <p:spPr bwMode="auto">
            <a:xfrm>
              <a:off x="4605338" y="3643313"/>
              <a:ext cx="47625" cy="82550"/>
            </a:xfrm>
            <a:custGeom>
              <a:avLst/>
              <a:gdLst/>
              <a:ahLst/>
              <a:cxnLst>
                <a:cxn ang="0">
                  <a:pos x="81" y="3"/>
                </a:cxn>
                <a:cxn ang="0">
                  <a:pos x="79" y="12"/>
                </a:cxn>
                <a:cxn ang="0">
                  <a:pos x="74" y="16"/>
                </a:cxn>
                <a:cxn ang="0">
                  <a:pos x="63" y="24"/>
                </a:cxn>
                <a:cxn ang="0">
                  <a:pos x="61" y="27"/>
                </a:cxn>
                <a:cxn ang="0">
                  <a:pos x="56" y="41"/>
                </a:cxn>
                <a:cxn ang="0">
                  <a:pos x="50" y="50"/>
                </a:cxn>
                <a:cxn ang="0">
                  <a:pos x="37" y="68"/>
                </a:cxn>
                <a:cxn ang="0">
                  <a:pos x="31" y="77"/>
                </a:cxn>
                <a:cxn ang="0">
                  <a:pos x="12" y="109"/>
                </a:cxn>
                <a:cxn ang="0">
                  <a:pos x="4" y="127"/>
                </a:cxn>
                <a:cxn ang="0">
                  <a:pos x="1" y="144"/>
                </a:cxn>
                <a:cxn ang="0">
                  <a:pos x="0" y="146"/>
                </a:cxn>
                <a:cxn ang="0">
                  <a:pos x="0" y="149"/>
                </a:cxn>
                <a:cxn ang="0">
                  <a:pos x="2" y="154"/>
                </a:cxn>
                <a:cxn ang="0">
                  <a:pos x="5" y="155"/>
                </a:cxn>
                <a:cxn ang="0">
                  <a:pos x="8" y="154"/>
                </a:cxn>
                <a:cxn ang="0">
                  <a:pos x="9" y="149"/>
                </a:cxn>
                <a:cxn ang="0">
                  <a:pos x="10" y="143"/>
                </a:cxn>
                <a:cxn ang="0">
                  <a:pos x="15" y="125"/>
                </a:cxn>
                <a:cxn ang="0">
                  <a:pos x="26" y="101"/>
                </a:cxn>
                <a:cxn ang="0">
                  <a:pos x="41" y="78"/>
                </a:cxn>
                <a:cxn ang="0">
                  <a:pos x="56" y="57"/>
                </a:cxn>
                <a:cxn ang="0">
                  <a:pos x="65" y="42"/>
                </a:cxn>
                <a:cxn ang="0">
                  <a:pos x="75" y="27"/>
                </a:cxn>
                <a:cxn ang="0">
                  <a:pos x="81" y="23"/>
                </a:cxn>
                <a:cxn ang="0">
                  <a:pos x="88" y="12"/>
                </a:cxn>
                <a:cxn ang="0">
                  <a:pos x="90" y="5"/>
                </a:cxn>
                <a:cxn ang="0">
                  <a:pos x="89" y="2"/>
                </a:cxn>
                <a:cxn ang="0">
                  <a:pos x="85" y="0"/>
                </a:cxn>
                <a:cxn ang="0">
                  <a:pos x="82" y="1"/>
                </a:cxn>
                <a:cxn ang="0">
                  <a:pos x="81" y="3"/>
                </a:cxn>
              </a:cxnLst>
              <a:rect l="0" t="0" r="r" b="b"/>
              <a:pathLst>
                <a:path w="90" h="155">
                  <a:moveTo>
                    <a:pt x="81" y="3"/>
                  </a:moveTo>
                  <a:lnTo>
                    <a:pt x="81" y="3"/>
                  </a:lnTo>
                  <a:lnTo>
                    <a:pt x="80" y="8"/>
                  </a:lnTo>
                  <a:lnTo>
                    <a:pt x="79" y="12"/>
                  </a:lnTo>
                  <a:lnTo>
                    <a:pt x="76" y="14"/>
                  </a:lnTo>
                  <a:lnTo>
                    <a:pt x="74" y="16"/>
                  </a:lnTo>
                  <a:lnTo>
                    <a:pt x="69" y="19"/>
                  </a:lnTo>
                  <a:lnTo>
                    <a:pt x="63" y="24"/>
                  </a:lnTo>
                  <a:lnTo>
                    <a:pt x="63" y="24"/>
                  </a:lnTo>
                  <a:lnTo>
                    <a:pt x="61" y="27"/>
                  </a:lnTo>
                  <a:lnTo>
                    <a:pt x="59" y="33"/>
                  </a:lnTo>
                  <a:lnTo>
                    <a:pt x="56" y="41"/>
                  </a:lnTo>
                  <a:lnTo>
                    <a:pt x="56" y="41"/>
                  </a:lnTo>
                  <a:lnTo>
                    <a:pt x="50" y="50"/>
                  </a:lnTo>
                  <a:lnTo>
                    <a:pt x="43" y="58"/>
                  </a:lnTo>
                  <a:lnTo>
                    <a:pt x="37" y="68"/>
                  </a:lnTo>
                  <a:lnTo>
                    <a:pt x="31" y="77"/>
                  </a:lnTo>
                  <a:lnTo>
                    <a:pt x="31" y="77"/>
                  </a:lnTo>
                  <a:lnTo>
                    <a:pt x="22" y="92"/>
                  </a:lnTo>
                  <a:lnTo>
                    <a:pt x="12" y="109"/>
                  </a:lnTo>
                  <a:lnTo>
                    <a:pt x="8" y="117"/>
                  </a:lnTo>
                  <a:lnTo>
                    <a:pt x="4" y="127"/>
                  </a:lnTo>
                  <a:lnTo>
                    <a:pt x="2" y="135"/>
                  </a:lnTo>
                  <a:lnTo>
                    <a:pt x="1" y="144"/>
                  </a:lnTo>
                  <a:lnTo>
                    <a:pt x="1" y="144"/>
                  </a:lnTo>
                  <a:lnTo>
                    <a:pt x="0" y="146"/>
                  </a:lnTo>
                  <a:lnTo>
                    <a:pt x="0" y="149"/>
                  </a:lnTo>
                  <a:lnTo>
                    <a:pt x="0" y="149"/>
                  </a:lnTo>
                  <a:lnTo>
                    <a:pt x="0" y="151"/>
                  </a:lnTo>
                  <a:lnTo>
                    <a:pt x="2" y="154"/>
                  </a:lnTo>
                  <a:lnTo>
                    <a:pt x="3" y="155"/>
                  </a:lnTo>
                  <a:lnTo>
                    <a:pt x="5" y="155"/>
                  </a:lnTo>
                  <a:lnTo>
                    <a:pt x="6" y="155"/>
                  </a:lnTo>
                  <a:lnTo>
                    <a:pt x="8" y="154"/>
                  </a:lnTo>
                  <a:lnTo>
                    <a:pt x="9" y="151"/>
                  </a:lnTo>
                  <a:lnTo>
                    <a:pt x="9" y="149"/>
                  </a:lnTo>
                  <a:lnTo>
                    <a:pt x="9" y="149"/>
                  </a:lnTo>
                  <a:lnTo>
                    <a:pt x="10" y="143"/>
                  </a:lnTo>
                  <a:lnTo>
                    <a:pt x="10" y="137"/>
                  </a:lnTo>
                  <a:lnTo>
                    <a:pt x="15" y="125"/>
                  </a:lnTo>
                  <a:lnTo>
                    <a:pt x="20" y="112"/>
                  </a:lnTo>
                  <a:lnTo>
                    <a:pt x="26" y="101"/>
                  </a:lnTo>
                  <a:lnTo>
                    <a:pt x="34" y="89"/>
                  </a:lnTo>
                  <a:lnTo>
                    <a:pt x="41" y="78"/>
                  </a:lnTo>
                  <a:lnTo>
                    <a:pt x="56" y="57"/>
                  </a:lnTo>
                  <a:lnTo>
                    <a:pt x="56" y="57"/>
                  </a:lnTo>
                  <a:lnTo>
                    <a:pt x="61" y="49"/>
                  </a:lnTo>
                  <a:lnTo>
                    <a:pt x="65" y="42"/>
                  </a:lnTo>
                  <a:lnTo>
                    <a:pt x="69" y="34"/>
                  </a:lnTo>
                  <a:lnTo>
                    <a:pt x="75" y="27"/>
                  </a:lnTo>
                  <a:lnTo>
                    <a:pt x="75" y="27"/>
                  </a:lnTo>
                  <a:lnTo>
                    <a:pt x="81" y="23"/>
                  </a:lnTo>
                  <a:lnTo>
                    <a:pt x="85" y="18"/>
                  </a:lnTo>
                  <a:lnTo>
                    <a:pt x="88" y="12"/>
                  </a:lnTo>
                  <a:lnTo>
                    <a:pt x="90" y="5"/>
                  </a:lnTo>
                  <a:lnTo>
                    <a:pt x="90" y="5"/>
                  </a:lnTo>
                  <a:lnTo>
                    <a:pt x="90" y="3"/>
                  </a:lnTo>
                  <a:lnTo>
                    <a:pt x="89" y="2"/>
                  </a:lnTo>
                  <a:lnTo>
                    <a:pt x="87" y="0"/>
                  </a:lnTo>
                  <a:lnTo>
                    <a:pt x="85" y="0"/>
                  </a:lnTo>
                  <a:lnTo>
                    <a:pt x="83" y="0"/>
                  </a:lnTo>
                  <a:lnTo>
                    <a:pt x="82" y="1"/>
                  </a:lnTo>
                  <a:lnTo>
                    <a:pt x="81" y="3"/>
                  </a:lnTo>
                  <a:lnTo>
                    <a:pt x="8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7" name="Freeform 365"/>
            <p:cNvSpPr/>
            <p:nvPr/>
          </p:nvSpPr>
          <p:spPr bwMode="auto">
            <a:xfrm>
              <a:off x="4610100" y="3646488"/>
              <a:ext cx="71438" cy="104775"/>
            </a:xfrm>
            <a:custGeom>
              <a:avLst/>
              <a:gdLst/>
              <a:ahLst/>
              <a:cxnLst>
                <a:cxn ang="0">
                  <a:pos x="126" y="1"/>
                </a:cxn>
                <a:cxn ang="0">
                  <a:pos x="126" y="1"/>
                </a:cxn>
                <a:cxn ang="0">
                  <a:pos x="115" y="9"/>
                </a:cxn>
                <a:cxn ang="0">
                  <a:pos x="105" y="17"/>
                </a:cxn>
                <a:cxn ang="0">
                  <a:pos x="96" y="27"/>
                </a:cxn>
                <a:cxn ang="0">
                  <a:pos x="87" y="37"/>
                </a:cxn>
                <a:cxn ang="0">
                  <a:pos x="80" y="47"/>
                </a:cxn>
                <a:cxn ang="0">
                  <a:pos x="73" y="59"/>
                </a:cxn>
                <a:cxn ang="0">
                  <a:pos x="59" y="82"/>
                </a:cxn>
                <a:cxn ang="0">
                  <a:pos x="59" y="82"/>
                </a:cxn>
                <a:cxn ang="0">
                  <a:pos x="44" y="109"/>
                </a:cxn>
                <a:cxn ang="0">
                  <a:pos x="28" y="136"/>
                </a:cxn>
                <a:cxn ang="0">
                  <a:pos x="13" y="164"/>
                </a:cxn>
                <a:cxn ang="0">
                  <a:pos x="7" y="178"/>
                </a:cxn>
                <a:cxn ang="0">
                  <a:pos x="0" y="193"/>
                </a:cxn>
                <a:cxn ang="0">
                  <a:pos x="0" y="193"/>
                </a:cxn>
                <a:cxn ang="0">
                  <a:pos x="0" y="195"/>
                </a:cxn>
                <a:cxn ang="0">
                  <a:pos x="1" y="197"/>
                </a:cxn>
                <a:cxn ang="0">
                  <a:pos x="2" y="198"/>
                </a:cxn>
                <a:cxn ang="0">
                  <a:pos x="3" y="199"/>
                </a:cxn>
                <a:cxn ang="0">
                  <a:pos x="6" y="199"/>
                </a:cxn>
                <a:cxn ang="0">
                  <a:pos x="8" y="198"/>
                </a:cxn>
                <a:cxn ang="0">
                  <a:pos x="9" y="197"/>
                </a:cxn>
                <a:cxn ang="0">
                  <a:pos x="10" y="196"/>
                </a:cxn>
                <a:cxn ang="0">
                  <a:pos x="10" y="196"/>
                </a:cxn>
                <a:cxn ang="0">
                  <a:pos x="15" y="183"/>
                </a:cxn>
                <a:cxn ang="0">
                  <a:pos x="21" y="170"/>
                </a:cxn>
                <a:cxn ang="0">
                  <a:pos x="33" y="147"/>
                </a:cxn>
                <a:cxn ang="0">
                  <a:pos x="47" y="124"/>
                </a:cxn>
                <a:cxn ang="0">
                  <a:pos x="60" y="100"/>
                </a:cxn>
                <a:cxn ang="0">
                  <a:pos x="60" y="100"/>
                </a:cxn>
                <a:cxn ang="0">
                  <a:pos x="74" y="74"/>
                </a:cxn>
                <a:cxn ang="0">
                  <a:pos x="82" y="62"/>
                </a:cxn>
                <a:cxn ang="0">
                  <a:pos x="89" y="49"/>
                </a:cxn>
                <a:cxn ang="0">
                  <a:pos x="98" y="38"/>
                </a:cxn>
                <a:cxn ang="0">
                  <a:pos x="108" y="28"/>
                </a:cxn>
                <a:cxn ang="0">
                  <a:pos x="119" y="17"/>
                </a:cxn>
                <a:cxn ang="0">
                  <a:pos x="130" y="9"/>
                </a:cxn>
                <a:cxn ang="0">
                  <a:pos x="130" y="9"/>
                </a:cxn>
                <a:cxn ang="0">
                  <a:pos x="133" y="7"/>
                </a:cxn>
                <a:cxn ang="0">
                  <a:pos x="134" y="6"/>
                </a:cxn>
                <a:cxn ang="0">
                  <a:pos x="133" y="4"/>
                </a:cxn>
                <a:cxn ang="0">
                  <a:pos x="133" y="2"/>
                </a:cxn>
                <a:cxn ang="0">
                  <a:pos x="132" y="1"/>
                </a:cxn>
                <a:cxn ang="0">
                  <a:pos x="129" y="0"/>
                </a:cxn>
                <a:cxn ang="0">
                  <a:pos x="128" y="0"/>
                </a:cxn>
                <a:cxn ang="0">
                  <a:pos x="126" y="1"/>
                </a:cxn>
                <a:cxn ang="0">
                  <a:pos x="126" y="1"/>
                </a:cxn>
              </a:cxnLst>
              <a:rect l="0" t="0" r="r" b="b"/>
              <a:pathLst>
                <a:path w="134" h="199">
                  <a:moveTo>
                    <a:pt x="126" y="1"/>
                  </a:moveTo>
                  <a:lnTo>
                    <a:pt x="126" y="1"/>
                  </a:lnTo>
                  <a:lnTo>
                    <a:pt x="115" y="9"/>
                  </a:lnTo>
                  <a:lnTo>
                    <a:pt x="105" y="17"/>
                  </a:lnTo>
                  <a:lnTo>
                    <a:pt x="96" y="27"/>
                  </a:lnTo>
                  <a:lnTo>
                    <a:pt x="87" y="37"/>
                  </a:lnTo>
                  <a:lnTo>
                    <a:pt x="80" y="47"/>
                  </a:lnTo>
                  <a:lnTo>
                    <a:pt x="73" y="59"/>
                  </a:lnTo>
                  <a:lnTo>
                    <a:pt x="59" y="82"/>
                  </a:lnTo>
                  <a:lnTo>
                    <a:pt x="59" y="82"/>
                  </a:lnTo>
                  <a:lnTo>
                    <a:pt x="44" y="109"/>
                  </a:lnTo>
                  <a:lnTo>
                    <a:pt x="28" y="136"/>
                  </a:lnTo>
                  <a:lnTo>
                    <a:pt x="13" y="164"/>
                  </a:lnTo>
                  <a:lnTo>
                    <a:pt x="7" y="178"/>
                  </a:lnTo>
                  <a:lnTo>
                    <a:pt x="0" y="193"/>
                  </a:lnTo>
                  <a:lnTo>
                    <a:pt x="0" y="193"/>
                  </a:lnTo>
                  <a:lnTo>
                    <a:pt x="0" y="195"/>
                  </a:lnTo>
                  <a:lnTo>
                    <a:pt x="1" y="197"/>
                  </a:lnTo>
                  <a:lnTo>
                    <a:pt x="2" y="198"/>
                  </a:lnTo>
                  <a:lnTo>
                    <a:pt x="3" y="199"/>
                  </a:lnTo>
                  <a:lnTo>
                    <a:pt x="6" y="199"/>
                  </a:lnTo>
                  <a:lnTo>
                    <a:pt x="8" y="198"/>
                  </a:lnTo>
                  <a:lnTo>
                    <a:pt x="9" y="197"/>
                  </a:lnTo>
                  <a:lnTo>
                    <a:pt x="10" y="196"/>
                  </a:lnTo>
                  <a:lnTo>
                    <a:pt x="10" y="196"/>
                  </a:lnTo>
                  <a:lnTo>
                    <a:pt x="15" y="183"/>
                  </a:lnTo>
                  <a:lnTo>
                    <a:pt x="21" y="170"/>
                  </a:lnTo>
                  <a:lnTo>
                    <a:pt x="33" y="147"/>
                  </a:lnTo>
                  <a:lnTo>
                    <a:pt x="47" y="124"/>
                  </a:lnTo>
                  <a:lnTo>
                    <a:pt x="60" y="100"/>
                  </a:lnTo>
                  <a:lnTo>
                    <a:pt x="60" y="100"/>
                  </a:lnTo>
                  <a:lnTo>
                    <a:pt x="74" y="74"/>
                  </a:lnTo>
                  <a:lnTo>
                    <a:pt x="82" y="62"/>
                  </a:lnTo>
                  <a:lnTo>
                    <a:pt x="89" y="49"/>
                  </a:lnTo>
                  <a:lnTo>
                    <a:pt x="98" y="38"/>
                  </a:lnTo>
                  <a:lnTo>
                    <a:pt x="108" y="28"/>
                  </a:lnTo>
                  <a:lnTo>
                    <a:pt x="119" y="17"/>
                  </a:lnTo>
                  <a:lnTo>
                    <a:pt x="130" y="9"/>
                  </a:lnTo>
                  <a:lnTo>
                    <a:pt x="130" y="9"/>
                  </a:lnTo>
                  <a:lnTo>
                    <a:pt x="133" y="7"/>
                  </a:lnTo>
                  <a:lnTo>
                    <a:pt x="134" y="6"/>
                  </a:lnTo>
                  <a:lnTo>
                    <a:pt x="133" y="4"/>
                  </a:lnTo>
                  <a:lnTo>
                    <a:pt x="133" y="2"/>
                  </a:lnTo>
                  <a:lnTo>
                    <a:pt x="132" y="1"/>
                  </a:lnTo>
                  <a:lnTo>
                    <a:pt x="129" y="0"/>
                  </a:lnTo>
                  <a:lnTo>
                    <a:pt x="128" y="0"/>
                  </a:lnTo>
                  <a:lnTo>
                    <a:pt x="126" y="1"/>
                  </a:lnTo>
                  <a:lnTo>
                    <a:pt x="12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8" name="Freeform 366"/>
            <p:cNvSpPr/>
            <p:nvPr/>
          </p:nvSpPr>
          <p:spPr bwMode="auto">
            <a:xfrm>
              <a:off x="4624388" y="3638550"/>
              <a:ext cx="84138" cy="130175"/>
            </a:xfrm>
            <a:custGeom>
              <a:avLst/>
              <a:gdLst/>
              <a:ahLst/>
              <a:cxnLst>
                <a:cxn ang="0">
                  <a:pos x="152" y="1"/>
                </a:cxn>
                <a:cxn ang="0">
                  <a:pos x="137" y="15"/>
                </a:cxn>
                <a:cxn ang="0">
                  <a:pos x="123" y="30"/>
                </a:cxn>
                <a:cxn ang="0">
                  <a:pos x="99" y="66"/>
                </a:cxn>
                <a:cxn ang="0">
                  <a:pos x="67" y="121"/>
                </a:cxn>
                <a:cxn ang="0">
                  <a:pos x="56" y="138"/>
                </a:cxn>
                <a:cxn ang="0">
                  <a:pos x="32" y="174"/>
                </a:cxn>
                <a:cxn ang="0">
                  <a:pos x="12" y="211"/>
                </a:cxn>
                <a:cxn ang="0">
                  <a:pos x="1" y="229"/>
                </a:cxn>
                <a:cxn ang="0">
                  <a:pos x="0" y="238"/>
                </a:cxn>
                <a:cxn ang="0">
                  <a:pos x="4" y="246"/>
                </a:cxn>
                <a:cxn ang="0">
                  <a:pos x="6" y="247"/>
                </a:cxn>
                <a:cxn ang="0">
                  <a:pos x="12" y="246"/>
                </a:cxn>
                <a:cxn ang="0">
                  <a:pos x="14" y="242"/>
                </a:cxn>
                <a:cxn ang="0">
                  <a:pos x="16" y="241"/>
                </a:cxn>
                <a:cxn ang="0">
                  <a:pos x="17" y="236"/>
                </a:cxn>
                <a:cxn ang="0">
                  <a:pos x="15" y="234"/>
                </a:cxn>
                <a:cxn ang="0">
                  <a:pos x="12" y="234"/>
                </a:cxn>
                <a:cxn ang="0">
                  <a:pos x="10" y="234"/>
                </a:cxn>
                <a:cxn ang="0">
                  <a:pos x="12" y="229"/>
                </a:cxn>
                <a:cxn ang="0">
                  <a:pos x="22" y="210"/>
                </a:cxn>
                <a:cxn ang="0">
                  <a:pos x="33" y="191"/>
                </a:cxn>
                <a:cxn ang="0">
                  <a:pos x="53" y="160"/>
                </a:cxn>
                <a:cxn ang="0">
                  <a:pos x="73" y="129"/>
                </a:cxn>
                <a:cxn ang="0">
                  <a:pos x="92" y="98"/>
                </a:cxn>
                <a:cxn ang="0">
                  <a:pos x="121" y="50"/>
                </a:cxn>
                <a:cxn ang="0">
                  <a:pos x="144" y="21"/>
                </a:cxn>
                <a:cxn ang="0">
                  <a:pos x="157" y="10"/>
                </a:cxn>
                <a:cxn ang="0">
                  <a:pos x="158" y="9"/>
                </a:cxn>
                <a:cxn ang="0">
                  <a:pos x="158" y="2"/>
                </a:cxn>
                <a:cxn ang="0">
                  <a:pos x="156" y="0"/>
                </a:cxn>
                <a:cxn ang="0">
                  <a:pos x="152" y="1"/>
                </a:cxn>
              </a:cxnLst>
              <a:rect l="0" t="0" r="r" b="b"/>
              <a:pathLst>
                <a:path w="159" h="247">
                  <a:moveTo>
                    <a:pt x="152" y="1"/>
                  </a:moveTo>
                  <a:lnTo>
                    <a:pt x="152" y="1"/>
                  </a:lnTo>
                  <a:lnTo>
                    <a:pt x="145" y="8"/>
                  </a:lnTo>
                  <a:lnTo>
                    <a:pt x="137" y="15"/>
                  </a:lnTo>
                  <a:lnTo>
                    <a:pt x="129" y="23"/>
                  </a:lnTo>
                  <a:lnTo>
                    <a:pt x="123" y="30"/>
                  </a:lnTo>
                  <a:lnTo>
                    <a:pt x="111" y="48"/>
                  </a:lnTo>
                  <a:lnTo>
                    <a:pt x="99" y="66"/>
                  </a:lnTo>
                  <a:lnTo>
                    <a:pt x="79" y="103"/>
                  </a:lnTo>
                  <a:lnTo>
                    <a:pt x="67" y="121"/>
                  </a:lnTo>
                  <a:lnTo>
                    <a:pt x="56" y="138"/>
                  </a:lnTo>
                  <a:lnTo>
                    <a:pt x="56" y="138"/>
                  </a:lnTo>
                  <a:lnTo>
                    <a:pt x="44" y="155"/>
                  </a:lnTo>
                  <a:lnTo>
                    <a:pt x="32" y="174"/>
                  </a:lnTo>
                  <a:lnTo>
                    <a:pt x="12" y="211"/>
                  </a:lnTo>
                  <a:lnTo>
                    <a:pt x="12" y="211"/>
                  </a:lnTo>
                  <a:lnTo>
                    <a:pt x="6" y="219"/>
                  </a:lnTo>
                  <a:lnTo>
                    <a:pt x="1" y="229"/>
                  </a:lnTo>
                  <a:lnTo>
                    <a:pt x="0" y="233"/>
                  </a:lnTo>
                  <a:lnTo>
                    <a:pt x="0" y="238"/>
                  </a:lnTo>
                  <a:lnTo>
                    <a:pt x="1" y="242"/>
                  </a:lnTo>
                  <a:lnTo>
                    <a:pt x="4" y="246"/>
                  </a:lnTo>
                  <a:lnTo>
                    <a:pt x="4" y="246"/>
                  </a:lnTo>
                  <a:lnTo>
                    <a:pt x="6" y="247"/>
                  </a:lnTo>
                  <a:lnTo>
                    <a:pt x="9" y="247"/>
                  </a:lnTo>
                  <a:lnTo>
                    <a:pt x="12" y="246"/>
                  </a:lnTo>
                  <a:lnTo>
                    <a:pt x="13" y="244"/>
                  </a:lnTo>
                  <a:lnTo>
                    <a:pt x="14" y="242"/>
                  </a:lnTo>
                  <a:lnTo>
                    <a:pt x="14" y="242"/>
                  </a:lnTo>
                  <a:lnTo>
                    <a:pt x="16" y="241"/>
                  </a:lnTo>
                  <a:lnTo>
                    <a:pt x="17" y="240"/>
                  </a:lnTo>
                  <a:lnTo>
                    <a:pt x="17" y="236"/>
                  </a:lnTo>
                  <a:lnTo>
                    <a:pt x="16" y="235"/>
                  </a:lnTo>
                  <a:lnTo>
                    <a:pt x="15" y="234"/>
                  </a:lnTo>
                  <a:lnTo>
                    <a:pt x="14" y="233"/>
                  </a:lnTo>
                  <a:lnTo>
                    <a:pt x="12" y="234"/>
                  </a:lnTo>
                  <a:lnTo>
                    <a:pt x="12" y="234"/>
                  </a:lnTo>
                  <a:lnTo>
                    <a:pt x="10" y="234"/>
                  </a:lnTo>
                  <a:lnTo>
                    <a:pt x="10" y="234"/>
                  </a:lnTo>
                  <a:lnTo>
                    <a:pt x="12" y="229"/>
                  </a:lnTo>
                  <a:lnTo>
                    <a:pt x="15" y="222"/>
                  </a:lnTo>
                  <a:lnTo>
                    <a:pt x="22" y="210"/>
                  </a:lnTo>
                  <a:lnTo>
                    <a:pt x="33" y="191"/>
                  </a:lnTo>
                  <a:lnTo>
                    <a:pt x="33" y="191"/>
                  </a:lnTo>
                  <a:lnTo>
                    <a:pt x="43" y="176"/>
                  </a:lnTo>
                  <a:lnTo>
                    <a:pt x="53" y="160"/>
                  </a:lnTo>
                  <a:lnTo>
                    <a:pt x="73" y="129"/>
                  </a:lnTo>
                  <a:lnTo>
                    <a:pt x="73" y="129"/>
                  </a:lnTo>
                  <a:lnTo>
                    <a:pt x="83" y="114"/>
                  </a:lnTo>
                  <a:lnTo>
                    <a:pt x="92" y="98"/>
                  </a:lnTo>
                  <a:lnTo>
                    <a:pt x="111" y="65"/>
                  </a:lnTo>
                  <a:lnTo>
                    <a:pt x="121" y="50"/>
                  </a:lnTo>
                  <a:lnTo>
                    <a:pt x="131" y="34"/>
                  </a:lnTo>
                  <a:lnTo>
                    <a:pt x="144" y="21"/>
                  </a:lnTo>
                  <a:lnTo>
                    <a:pt x="150" y="15"/>
                  </a:lnTo>
                  <a:lnTo>
                    <a:pt x="157" y="10"/>
                  </a:lnTo>
                  <a:lnTo>
                    <a:pt x="157" y="10"/>
                  </a:lnTo>
                  <a:lnTo>
                    <a:pt x="158" y="9"/>
                  </a:lnTo>
                  <a:lnTo>
                    <a:pt x="159" y="6"/>
                  </a:lnTo>
                  <a:lnTo>
                    <a:pt x="158" y="2"/>
                  </a:lnTo>
                  <a:lnTo>
                    <a:pt x="157" y="1"/>
                  </a:lnTo>
                  <a:lnTo>
                    <a:pt x="156" y="0"/>
                  </a:lnTo>
                  <a:lnTo>
                    <a:pt x="154" y="0"/>
                  </a:lnTo>
                  <a:lnTo>
                    <a:pt x="152" y="1"/>
                  </a:lnTo>
                  <a:lnTo>
                    <a:pt x="15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49" name="Freeform 367"/>
            <p:cNvSpPr/>
            <p:nvPr/>
          </p:nvSpPr>
          <p:spPr bwMode="auto">
            <a:xfrm>
              <a:off x="4648200" y="3646488"/>
              <a:ext cx="80963" cy="120650"/>
            </a:xfrm>
            <a:custGeom>
              <a:avLst/>
              <a:gdLst/>
              <a:ahLst/>
              <a:cxnLst>
                <a:cxn ang="0">
                  <a:pos x="143" y="2"/>
                </a:cxn>
                <a:cxn ang="0">
                  <a:pos x="143" y="2"/>
                </a:cxn>
                <a:cxn ang="0">
                  <a:pos x="132" y="14"/>
                </a:cxn>
                <a:cxn ang="0">
                  <a:pos x="120" y="28"/>
                </a:cxn>
                <a:cxn ang="0">
                  <a:pos x="110" y="41"/>
                </a:cxn>
                <a:cxn ang="0">
                  <a:pos x="100" y="54"/>
                </a:cxn>
                <a:cxn ang="0">
                  <a:pos x="81" y="83"/>
                </a:cxn>
                <a:cxn ang="0">
                  <a:pos x="63" y="113"/>
                </a:cxn>
                <a:cxn ang="0">
                  <a:pos x="63" y="113"/>
                </a:cxn>
                <a:cxn ang="0">
                  <a:pos x="47" y="141"/>
                </a:cxn>
                <a:cxn ang="0">
                  <a:pos x="32" y="169"/>
                </a:cxn>
                <a:cxn ang="0">
                  <a:pos x="32" y="169"/>
                </a:cxn>
                <a:cxn ang="0">
                  <a:pos x="24" y="182"/>
                </a:cxn>
                <a:cxn ang="0">
                  <a:pos x="15" y="195"/>
                </a:cxn>
                <a:cxn ang="0">
                  <a:pos x="7" y="207"/>
                </a:cxn>
                <a:cxn ang="0">
                  <a:pos x="1" y="221"/>
                </a:cxn>
                <a:cxn ang="0">
                  <a:pos x="1" y="221"/>
                </a:cxn>
                <a:cxn ang="0">
                  <a:pos x="0" y="223"/>
                </a:cxn>
                <a:cxn ang="0">
                  <a:pos x="1" y="225"/>
                </a:cxn>
                <a:cxn ang="0">
                  <a:pos x="2" y="227"/>
                </a:cxn>
                <a:cxn ang="0">
                  <a:pos x="5" y="228"/>
                </a:cxn>
                <a:cxn ang="0">
                  <a:pos x="9" y="228"/>
                </a:cxn>
                <a:cxn ang="0">
                  <a:pos x="9" y="228"/>
                </a:cxn>
                <a:cxn ang="0">
                  <a:pos x="12" y="227"/>
                </a:cxn>
                <a:cxn ang="0">
                  <a:pos x="14" y="224"/>
                </a:cxn>
                <a:cxn ang="0">
                  <a:pos x="13" y="221"/>
                </a:cxn>
                <a:cxn ang="0">
                  <a:pos x="12" y="219"/>
                </a:cxn>
                <a:cxn ang="0">
                  <a:pos x="12" y="219"/>
                </a:cxn>
                <a:cxn ang="0">
                  <a:pos x="17" y="209"/>
                </a:cxn>
                <a:cxn ang="0">
                  <a:pos x="23" y="200"/>
                </a:cxn>
                <a:cxn ang="0">
                  <a:pos x="36" y="180"/>
                </a:cxn>
                <a:cxn ang="0">
                  <a:pos x="36" y="180"/>
                </a:cxn>
                <a:cxn ang="0">
                  <a:pos x="52" y="153"/>
                </a:cxn>
                <a:cxn ang="0">
                  <a:pos x="67" y="125"/>
                </a:cxn>
                <a:cxn ang="0">
                  <a:pos x="67" y="125"/>
                </a:cxn>
                <a:cxn ang="0">
                  <a:pos x="85" y="94"/>
                </a:cxn>
                <a:cxn ang="0">
                  <a:pos x="105" y="64"/>
                </a:cxn>
                <a:cxn ang="0">
                  <a:pos x="115" y="49"/>
                </a:cxn>
                <a:cxn ang="0">
                  <a:pos x="127" y="35"/>
                </a:cxn>
                <a:cxn ang="0">
                  <a:pos x="138" y="21"/>
                </a:cxn>
                <a:cxn ang="0">
                  <a:pos x="150" y="8"/>
                </a:cxn>
                <a:cxn ang="0">
                  <a:pos x="150" y="8"/>
                </a:cxn>
                <a:cxn ang="0">
                  <a:pos x="151" y="6"/>
                </a:cxn>
                <a:cxn ang="0">
                  <a:pos x="151" y="5"/>
                </a:cxn>
                <a:cxn ang="0">
                  <a:pos x="150" y="3"/>
                </a:cxn>
                <a:cxn ang="0">
                  <a:pos x="149" y="2"/>
                </a:cxn>
                <a:cxn ang="0">
                  <a:pos x="148" y="1"/>
                </a:cxn>
                <a:cxn ang="0">
                  <a:pos x="146" y="0"/>
                </a:cxn>
                <a:cxn ang="0">
                  <a:pos x="145" y="0"/>
                </a:cxn>
                <a:cxn ang="0">
                  <a:pos x="143" y="2"/>
                </a:cxn>
                <a:cxn ang="0">
                  <a:pos x="143" y="2"/>
                </a:cxn>
              </a:cxnLst>
              <a:rect l="0" t="0" r="r" b="b"/>
              <a:pathLst>
                <a:path w="151" h="228">
                  <a:moveTo>
                    <a:pt x="143" y="2"/>
                  </a:moveTo>
                  <a:lnTo>
                    <a:pt x="143" y="2"/>
                  </a:lnTo>
                  <a:lnTo>
                    <a:pt x="132" y="14"/>
                  </a:lnTo>
                  <a:lnTo>
                    <a:pt x="120" y="28"/>
                  </a:lnTo>
                  <a:lnTo>
                    <a:pt x="110" y="41"/>
                  </a:lnTo>
                  <a:lnTo>
                    <a:pt x="100" y="54"/>
                  </a:lnTo>
                  <a:lnTo>
                    <a:pt x="81" y="83"/>
                  </a:lnTo>
                  <a:lnTo>
                    <a:pt x="63" y="113"/>
                  </a:lnTo>
                  <a:lnTo>
                    <a:pt x="63" y="113"/>
                  </a:lnTo>
                  <a:lnTo>
                    <a:pt x="47" y="141"/>
                  </a:lnTo>
                  <a:lnTo>
                    <a:pt x="32" y="169"/>
                  </a:lnTo>
                  <a:lnTo>
                    <a:pt x="32" y="169"/>
                  </a:lnTo>
                  <a:lnTo>
                    <a:pt x="24" y="182"/>
                  </a:lnTo>
                  <a:lnTo>
                    <a:pt x="15" y="195"/>
                  </a:lnTo>
                  <a:lnTo>
                    <a:pt x="7" y="207"/>
                  </a:lnTo>
                  <a:lnTo>
                    <a:pt x="1" y="221"/>
                  </a:lnTo>
                  <a:lnTo>
                    <a:pt x="1" y="221"/>
                  </a:lnTo>
                  <a:lnTo>
                    <a:pt x="0" y="223"/>
                  </a:lnTo>
                  <a:lnTo>
                    <a:pt x="1" y="225"/>
                  </a:lnTo>
                  <a:lnTo>
                    <a:pt x="2" y="227"/>
                  </a:lnTo>
                  <a:lnTo>
                    <a:pt x="5" y="228"/>
                  </a:lnTo>
                  <a:lnTo>
                    <a:pt x="9" y="228"/>
                  </a:lnTo>
                  <a:lnTo>
                    <a:pt x="9" y="228"/>
                  </a:lnTo>
                  <a:lnTo>
                    <a:pt x="12" y="227"/>
                  </a:lnTo>
                  <a:lnTo>
                    <a:pt x="14" y="224"/>
                  </a:lnTo>
                  <a:lnTo>
                    <a:pt x="13" y="221"/>
                  </a:lnTo>
                  <a:lnTo>
                    <a:pt x="12" y="219"/>
                  </a:lnTo>
                  <a:lnTo>
                    <a:pt x="12" y="219"/>
                  </a:lnTo>
                  <a:lnTo>
                    <a:pt x="17" y="209"/>
                  </a:lnTo>
                  <a:lnTo>
                    <a:pt x="23" y="200"/>
                  </a:lnTo>
                  <a:lnTo>
                    <a:pt x="36" y="180"/>
                  </a:lnTo>
                  <a:lnTo>
                    <a:pt x="36" y="180"/>
                  </a:lnTo>
                  <a:lnTo>
                    <a:pt x="52" y="153"/>
                  </a:lnTo>
                  <a:lnTo>
                    <a:pt x="67" y="125"/>
                  </a:lnTo>
                  <a:lnTo>
                    <a:pt x="67" y="125"/>
                  </a:lnTo>
                  <a:lnTo>
                    <a:pt x="85" y="94"/>
                  </a:lnTo>
                  <a:lnTo>
                    <a:pt x="105" y="64"/>
                  </a:lnTo>
                  <a:lnTo>
                    <a:pt x="115" y="49"/>
                  </a:lnTo>
                  <a:lnTo>
                    <a:pt x="127" y="35"/>
                  </a:lnTo>
                  <a:lnTo>
                    <a:pt x="138" y="21"/>
                  </a:lnTo>
                  <a:lnTo>
                    <a:pt x="150" y="8"/>
                  </a:lnTo>
                  <a:lnTo>
                    <a:pt x="150" y="8"/>
                  </a:lnTo>
                  <a:lnTo>
                    <a:pt x="151" y="6"/>
                  </a:lnTo>
                  <a:lnTo>
                    <a:pt x="151" y="5"/>
                  </a:lnTo>
                  <a:lnTo>
                    <a:pt x="150" y="3"/>
                  </a:lnTo>
                  <a:lnTo>
                    <a:pt x="149" y="2"/>
                  </a:lnTo>
                  <a:lnTo>
                    <a:pt x="148" y="1"/>
                  </a:lnTo>
                  <a:lnTo>
                    <a:pt x="146" y="0"/>
                  </a:lnTo>
                  <a:lnTo>
                    <a:pt x="145" y="0"/>
                  </a:lnTo>
                  <a:lnTo>
                    <a:pt x="143" y="2"/>
                  </a:lnTo>
                  <a:lnTo>
                    <a:pt x="14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0" name="Freeform 368"/>
            <p:cNvSpPr/>
            <p:nvPr/>
          </p:nvSpPr>
          <p:spPr bwMode="auto">
            <a:xfrm>
              <a:off x="4708525" y="3648075"/>
              <a:ext cx="52388" cy="69850"/>
            </a:xfrm>
            <a:custGeom>
              <a:avLst/>
              <a:gdLst/>
              <a:ahLst/>
              <a:cxnLst>
                <a:cxn ang="0">
                  <a:pos x="92" y="1"/>
                </a:cxn>
                <a:cxn ang="0">
                  <a:pos x="92" y="1"/>
                </a:cxn>
                <a:cxn ang="0">
                  <a:pos x="79" y="15"/>
                </a:cxn>
                <a:cxn ang="0">
                  <a:pos x="66" y="30"/>
                </a:cxn>
                <a:cxn ang="0">
                  <a:pos x="54" y="44"/>
                </a:cxn>
                <a:cxn ang="0">
                  <a:pos x="43" y="60"/>
                </a:cxn>
                <a:cxn ang="0">
                  <a:pos x="21" y="92"/>
                </a:cxn>
                <a:cxn ang="0">
                  <a:pos x="1" y="125"/>
                </a:cxn>
                <a:cxn ang="0">
                  <a:pos x="1" y="125"/>
                </a:cxn>
                <a:cxn ang="0">
                  <a:pos x="0" y="127"/>
                </a:cxn>
                <a:cxn ang="0">
                  <a:pos x="1" y="129"/>
                </a:cxn>
                <a:cxn ang="0">
                  <a:pos x="1" y="131"/>
                </a:cxn>
                <a:cxn ang="0">
                  <a:pos x="3" y="132"/>
                </a:cxn>
                <a:cxn ang="0">
                  <a:pos x="4" y="132"/>
                </a:cxn>
                <a:cxn ang="0">
                  <a:pos x="6" y="132"/>
                </a:cxn>
                <a:cxn ang="0">
                  <a:pos x="8" y="132"/>
                </a:cxn>
                <a:cxn ang="0">
                  <a:pos x="10" y="130"/>
                </a:cxn>
                <a:cxn ang="0">
                  <a:pos x="10" y="130"/>
                </a:cxn>
                <a:cxn ang="0">
                  <a:pos x="29" y="97"/>
                </a:cxn>
                <a:cxn ang="0">
                  <a:pos x="50" y="66"/>
                </a:cxn>
                <a:cxn ang="0">
                  <a:pos x="61" y="51"/>
                </a:cxn>
                <a:cxn ang="0">
                  <a:pos x="74" y="36"/>
                </a:cxn>
                <a:cxn ang="0">
                  <a:pos x="86" y="22"/>
                </a:cxn>
                <a:cxn ang="0">
                  <a:pos x="98" y="8"/>
                </a:cxn>
                <a:cxn ang="0">
                  <a:pos x="98" y="8"/>
                </a:cxn>
                <a:cxn ang="0">
                  <a:pos x="99" y="6"/>
                </a:cxn>
                <a:cxn ang="0">
                  <a:pos x="100" y="4"/>
                </a:cxn>
                <a:cxn ang="0">
                  <a:pos x="99" y="3"/>
                </a:cxn>
                <a:cxn ang="0">
                  <a:pos x="98" y="1"/>
                </a:cxn>
                <a:cxn ang="0">
                  <a:pos x="97" y="0"/>
                </a:cxn>
                <a:cxn ang="0">
                  <a:pos x="95" y="0"/>
                </a:cxn>
                <a:cxn ang="0">
                  <a:pos x="93" y="0"/>
                </a:cxn>
                <a:cxn ang="0">
                  <a:pos x="92" y="1"/>
                </a:cxn>
                <a:cxn ang="0">
                  <a:pos x="92" y="1"/>
                </a:cxn>
              </a:cxnLst>
              <a:rect l="0" t="0" r="r" b="b"/>
              <a:pathLst>
                <a:path w="100" h="132">
                  <a:moveTo>
                    <a:pt x="92" y="1"/>
                  </a:moveTo>
                  <a:lnTo>
                    <a:pt x="92" y="1"/>
                  </a:lnTo>
                  <a:lnTo>
                    <a:pt x="79" y="15"/>
                  </a:lnTo>
                  <a:lnTo>
                    <a:pt x="66" y="30"/>
                  </a:lnTo>
                  <a:lnTo>
                    <a:pt x="54" y="44"/>
                  </a:lnTo>
                  <a:lnTo>
                    <a:pt x="43" y="60"/>
                  </a:lnTo>
                  <a:lnTo>
                    <a:pt x="21" y="92"/>
                  </a:lnTo>
                  <a:lnTo>
                    <a:pt x="1" y="125"/>
                  </a:lnTo>
                  <a:lnTo>
                    <a:pt x="1" y="125"/>
                  </a:lnTo>
                  <a:lnTo>
                    <a:pt x="0" y="127"/>
                  </a:lnTo>
                  <a:lnTo>
                    <a:pt x="1" y="129"/>
                  </a:lnTo>
                  <a:lnTo>
                    <a:pt x="1" y="131"/>
                  </a:lnTo>
                  <a:lnTo>
                    <a:pt x="3" y="132"/>
                  </a:lnTo>
                  <a:lnTo>
                    <a:pt x="4" y="132"/>
                  </a:lnTo>
                  <a:lnTo>
                    <a:pt x="6" y="132"/>
                  </a:lnTo>
                  <a:lnTo>
                    <a:pt x="8" y="132"/>
                  </a:lnTo>
                  <a:lnTo>
                    <a:pt x="10" y="130"/>
                  </a:lnTo>
                  <a:lnTo>
                    <a:pt x="10" y="130"/>
                  </a:lnTo>
                  <a:lnTo>
                    <a:pt x="29" y="97"/>
                  </a:lnTo>
                  <a:lnTo>
                    <a:pt x="50" y="66"/>
                  </a:lnTo>
                  <a:lnTo>
                    <a:pt x="61" y="51"/>
                  </a:lnTo>
                  <a:lnTo>
                    <a:pt x="74" y="36"/>
                  </a:lnTo>
                  <a:lnTo>
                    <a:pt x="86" y="22"/>
                  </a:lnTo>
                  <a:lnTo>
                    <a:pt x="98" y="8"/>
                  </a:lnTo>
                  <a:lnTo>
                    <a:pt x="98" y="8"/>
                  </a:lnTo>
                  <a:lnTo>
                    <a:pt x="99" y="6"/>
                  </a:lnTo>
                  <a:lnTo>
                    <a:pt x="100" y="4"/>
                  </a:lnTo>
                  <a:lnTo>
                    <a:pt x="99" y="3"/>
                  </a:lnTo>
                  <a:lnTo>
                    <a:pt x="98" y="1"/>
                  </a:lnTo>
                  <a:lnTo>
                    <a:pt x="97" y="0"/>
                  </a:lnTo>
                  <a:lnTo>
                    <a:pt x="95" y="0"/>
                  </a:lnTo>
                  <a:lnTo>
                    <a:pt x="93" y="0"/>
                  </a:lnTo>
                  <a:lnTo>
                    <a:pt x="92" y="1"/>
                  </a:lnTo>
                  <a:lnTo>
                    <a:pt x="9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1" name="Freeform 369"/>
            <p:cNvSpPr/>
            <p:nvPr/>
          </p:nvSpPr>
          <p:spPr bwMode="auto">
            <a:xfrm>
              <a:off x="4749800" y="3648075"/>
              <a:ext cx="39688" cy="52388"/>
            </a:xfrm>
            <a:custGeom>
              <a:avLst/>
              <a:gdLst/>
              <a:ahLst/>
              <a:cxnLst>
                <a:cxn ang="0">
                  <a:pos x="66" y="4"/>
                </a:cxn>
                <a:cxn ang="0">
                  <a:pos x="66" y="4"/>
                </a:cxn>
                <a:cxn ang="0">
                  <a:pos x="65" y="10"/>
                </a:cxn>
                <a:cxn ang="0">
                  <a:pos x="62" y="14"/>
                </a:cxn>
                <a:cxn ang="0">
                  <a:pos x="59" y="20"/>
                </a:cxn>
                <a:cxn ang="0">
                  <a:pos x="54" y="24"/>
                </a:cxn>
                <a:cxn ang="0">
                  <a:pos x="45" y="32"/>
                </a:cxn>
                <a:cxn ang="0">
                  <a:pos x="41" y="36"/>
                </a:cxn>
                <a:cxn ang="0">
                  <a:pos x="38" y="40"/>
                </a:cxn>
                <a:cxn ang="0">
                  <a:pos x="38" y="40"/>
                </a:cxn>
                <a:cxn ang="0">
                  <a:pos x="29" y="54"/>
                </a:cxn>
                <a:cxn ang="0">
                  <a:pos x="18" y="66"/>
                </a:cxn>
                <a:cxn ang="0">
                  <a:pos x="9" y="78"/>
                </a:cxn>
                <a:cxn ang="0">
                  <a:pos x="0" y="92"/>
                </a:cxn>
                <a:cxn ang="0">
                  <a:pos x="0" y="92"/>
                </a:cxn>
                <a:cxn ang="0">
                  <a:pos x="0" y="94"/>
                </a:cxn>
                <a:cxn ang="0">
                  <a:pos x="0" y="96"/>
                </a:cxn>
                <a:cxn ang="0">
                  <a:pos x="1" y="97"/>
                </a:cxn>
                <a:cxn ang="0">
                  <a:pos x="2" y="99"/>
                </a:cxn>
                <a:cxn ang="0">
                  <a:pos x="4" y="99"/>
                </a:cxn>
                <a:cxn ang="0">
                  <a:pos x="5" y="99"/>
                </a:cxn>
                <a:cxn ang="0">
                  <a:pos x="7" y="98"/>
                </a:cxn>
                <a:cxn ang="0">
                  <a:pos x="8" y="97"/>
                </a:cxn>
                <a:cxn ang="0">
                  <a:pos x="8" y="97"/>
                </a:cxn>
                <a:cxn ang="0">
                  <a:pos x="17" y="82"/>
                </a:cxn>
                <a:cxn ang="0">
                  <a:pos x="28" y="66"/>
                </a:cxn>
                <a:cxn ang="0">
                  <a:pos x="40" y="52"/>
                </a:cxn>
                <a:cxn ang="0">
                  <a:pos x="52" y="38"/>
                </a:cxn>
                <a:cxn ang="0">
                  <a:pos x="52" y="38"/>
                </a:cxn>
                <a:cxn ang="0">
                  <a:pos x="60" y="31"/>
                </a:cxn>
                <a:cxn ang="0">
                  <a:pos x="67" y="23"/>
                </a:cxn>
                <a:cxn ang="0">
                  <a:pos x="70" y="18"/>
                </a:cxn>
                <a:cxn ang="0">
                  <a:pos x="72" y="14"/>
                </a:cxn>
                <a:cxn ang="0">
                  <a:pos x="74" y="10"/>
                </a:cxn>
                <a:cxn ang="0">
                  <a:pos x="75" y="4"/>
                </a:cxn>
                <a:cxn ang="0">
                  <a:pos x="75" y="4"/>
                </a:cxn>
                <a:cxn ang="0">
                  <a:pos x="75" y="3"/>
                </a:cxn>
                <a:cxn ang="0">
                  <a:pos x="74" y="1"/>
                </a:cxn>
                <a:cxn ang="0">
                  <a:pos x="73" y="0"/>
                </a:cxn>
                <a:cxn ang="0">
                  <a:pos x="71" y="0"/>
                </a:cxn>
                <a:cxn ang="0">
                  <a:pos x="68" y="1"/>
                </a:cxn>
                <a:cxn ang="0">
                  <a:pos x="67" y="3"/>
                </a:cxn>
                <a:cxn ang="0">
                  <a:pos x="66" y="4"/>
                </a:cxn>
                <a:cxn ang="0">
                  <a:pos x="66" y="4"/>
                </a:cxn>
              </a:cxnLst>
              <a:rect l="0" t="0" r="r" b="b"/>
              <a:pathLst>
                <a:path w="75" h="99">
                  <a:moveTo>
                    <a:pt x="66" y="4"/>
                  </a:moveTo>
                  <a:lnTo>
                    <a:pt x="66" y="4"/>
                  </a:lnTo>
                  <a:lnTo>
                    <a:pt x="65" y="10"/>
                  </a:lnTo>
                  <a:lnTo>
                    <a:pt x="62" y="14"/>
                  </a:lnTo>
                  <a:lnTo>
                    <a:pt x="59" y="20"/>
                  </a:lnTo>
                  <a:lnTo>
                    <a:pt x="54" y="24"/>
                  </a:lnTo>
                  <a:lnTo>
                    <a:pt x="45" y="32"/>
                  </a:lnTo>
                  <a:lnTo>
                    <a:pt x="41" y="36"/>
                  </a:lnTo>
                  <a:lnTo>
                    <a:pt x="38" y="40"/>
                  </a:lnTo>
                  <a:lnTo>
                    <a:pt x="38" y="40"/>
                  </a:lnTo>
                  <a:lnTo>
                    <a:pt x="29" y="54"/>
                  </a:lnTo>
                  <a:lnTo>
                    <a:pt x="18" y="66"/>
                  </a:lnTo>
                  <a:lnTo>
                    <a:pt x="9" y="78"/>
                  </a:lnTo>
                  <a:lnTo>
                    <a:pt x="0" y="92"/>
                  </a:lnTo>
                  <a:lnTo>
                    <a:pt x="0" y="92"/>
                  </a:lnTo>
                  <a:lnTo>
                    <a:pt x="0" y="94"/>
                  </a:lnTo>
                  <a:lnTo>
                    <a:pt x="0" y="96"/>
                  </a:lnTo>
                  <a:lnTo>
                    <a:pt x="1" y="97"/>
                  </a:lnTo>
                  <a:lnTo>
                    <a:pt x="2" y="99"/>
                  </a:lnTo>
                  <a:lnTo>
                    <a:pt x="4" y="99"/>
                  </a:lnTo>
                  <a:lnTo>
                    <a:pt x="5" y="99"/>
                  </a:lnTo>
                  <a:lnTo>
                    <a:pt x="7" y="98"/>
                  </a:lnTo>
                  <a:lnTo>
                    <a:pt x="8" y="97"/>
                  </a:lnTo>
                  <a:lnTo>
                    <a:pt x="8" y="97"/>
                  </a:lnTo>
                  <a:lnTo>
                    <a:pt x="17" y="82"/>
                  </a:lnTo>
                  <a:lnTo>
                    <a:pt x="28" y="66"/>
                  </a:lnTo>
                  <a:lnTo>
                    <a:pt x="40" y="52"/>
                  </a:lnTo>
                  <a:lnTo>
                    <a:pt x="52" y="38"/>
                  </a:lnTo>
                  <a:lnTo>
                    <a:pt x="52" y="38"/>
                  </a:lnTo>
                  <a:lnTo>
                    <a:pt x="60" y="31"/>
                  </a:lnTo>
                  <a:lnTo>
                    <a:pt x="67" y="23"/>
                  </a:lnTo>
                  <a:lnTo>
                    <a:pt x="70" y="18"/>
                  </a:lnTo>
                  <a:lnTo>
                    <a:pt x="72" y="14"/>
                  </a:lnTo>
                  <a:lnTo>
                    <a:pt x="74" y="10"/>
                  </a:lnTo>
                  <a:lnTo>
                    <a:pt x="75" y="4"/>
                  </a:lnTo>
                  <a:lnTo>
                    <a:pt x="75" y="4"/>
                  </a:lnTo>
                  <a:lnTo>
                    <a:pt x="75" y="3"/>
                  </a:lnTo>
                  <a:lnTo>
                    <a:pt x="74" y="1"/>
                  </a:lnTo>
                  <a:lnTo>
                    <a:pt x="73" y="0"/>
                  </a:lnTo>
                  <a:lnTo>
                    <a:pt x="71" y="0"/>
                  </a:lnTo>
                  <a:lnTo>
                    <a:pt x="68" y="1"/>
                  </a:lnTo>
                  <a:lnTo>
                    <a:pt x="67" y="3"/>
                  </a:lnTo>
                  <a:lnTo>
                    <a:pt x="66" y="4"/>
                  </a:lnTo>
                  <a:lnTo>
                    <a:pt x="66"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2" name="Freeform 370"/>
            <p:cNvSpPr/>
            <p:nvPr/>
          </p:nvSpPr>
          <p:spPr bwMode="auto">
            <a:xfrm>
              <a:off x="4384675" y="3116263"/>
              <a:ext cx="22225" cy="38100"/>
            </a:xfrm>
            <a:custGeom>
              <a:avLst/>
              <a:gdLst/>
              <a:ahLst/>
              <a:cxnLst>
                <a:cxn ang="0">
                  <a:pos x="38" y="0"/>
                </a:cxn>
                <a:cxn ang="0">
                  <a:pos x="33" y="0"/>
                </a:cxn>
                <a:cxn ang="0">
                  <a:pos x="33" y="0"/>
                </a:cxn>
                <a:cxn ang="0">
                  <a:pos x="31" y="0"/>
                </a:cxn>
                <a:cxn ang="0">
                  <a:pos x="29" y="2"/>
                </a:cxn>
                <a:cxn ang="0">
                  <a:pos x="29" y="2"/>
                </a:cxn>
                <a:cxn ang="0">
                  <a:pos x="19" y="18"/>
                </a:cxn>
                <a:cxn ang="0">
                  <a:pos x="10" y="35"/>
                </a:cxn>
                <a:cxn ang="0">
                  <a:pos x="10" y="35"/>
                </a:cxn>
                <a:cxn ang="0">
                  <a:pos x="6" y="42"/>
                </a:cxn>
                <a:cxn ang="0">
                  <a:pos x="2" y="50"/>
                </a:cxn>
                <a:cxn ang="0">
                  <a:pos x="0" y="59"/>
                </a:cxn>
                <a:cxn ang="0">
                  <a:pos x="0" y="63"/>
                </a:cxn>
                <a:cxn ang="0">
                  <a:pos x="0" y="67"/>
                </a:cxn>
                <a:cxn ang="0">
                  <a:pos x="0" y="67"/>
                </a:cxn>
                <a:cxn ang="0">
                  <a:pos x="1" y="69"/>
                </a:cxn>
                <a:cxn ang="0">
                  <a:pos x="3" y="70"/>
                </a:cxn>
                <a:cxn ang="0">
                  <a:pos x="4" y="70"/>
                </a:cxn>
                <a:cxn ang="0">
                  <a:pos x="6" y="70"/>
                </a:cxn>
                <a:cxn ang="0">
                  <a:pos x="8" y="69"/>
                </a:cxn>
                <a:cxn ang="0">
                  <a:pos x="9" y="68"/>
                </a:cxn>
                <a:cxn ang="0">
                  <a:pos x="9" y="67"/>
                </a:cxn>
                <a:cxn ang="0">
                  <a:pos x="9" y="65"/>
                </a:cxn>
                <a:cxn ang="0">
                  <a:pos x="9" y="65"/>
                </a:cxn>
                <a:cxn ang="0">
                  <a:pos x="9" y="61"/>
                </a:cxn>
                <a:cxn ang="0">
                  <a:pos x="9" y="57"/>
                </a:cxn>
                <a:cxn ang="0">
                  <a:pos x="13" y="48"/>
                </a:cxn>
                <a:cxn ang="0">
                  <a:pos x="22" y="33"/>
                </a:cxn>
                <a:cxn ang="0">
                  <a:pos x="22" y="33"/>
                </a:cxn>
                <a:cxn ang="0">
                  <a:pos x="33" y="15"/>
                </a:cxn>
                <a:cxn ang="0">
                  <a:pos x="33" y="15"/>
                </a:cxn>
                <a:cxn ang="0">
                  <a:pos x="36" y="9"/>
                </a:cxn>
                <a:cxn ang="0">
                  <a:pos x="36" y="9"/>
                </a:cxn>
                <a:cxn ang="0">
                  <a:pos x="38" y="9"/>
                </a:cxn>
                <a:cxn ang="0">
                  <a:pos x="38" y="9"/>
                </a:cxn>
                <a:cxn ang="0">
                  <a:pos x="40" y="9"/>
                </a:cxn>
                <a:cxn ang="0">
                  <a:pos x="41" y="8"/>
                </a:cxn>
                <a:cxn ang="0">
                  <a:pos x="42" y="6"/>
                </a:cxn>
                <a:cxn ang="0">
                  <a:pos x="42" y="4"/>
                </a:cxn>
                <a:cxn ang="0">
                  <a:pos x="42" y="3"/>
                </a:cxn>
                <a:cxn ang="0">
                  <a:pos x="41" y="1"/>
                </a:cxn>
                <a:cxn ang="0">
                  <a:pos x="40" y="0"/>
                </a:cxn>
                <a:cxn ang="0">
                  <a:pos x="38" y="0"/>
                </a:cxn>
                <a:cxn ang="0">
                  <a:pos x="38" y="0"/>
                </a:cxn>
              </a:cxnLst>
              <a:rect l="0" t="0" r="r" b="b"/>
              <a:pathLst>
                <a:path w="42" h="70">
                  <a:moveTo>
                    <a:pt x="38" y="0"/>
                  </a:moveTo>
                  <a:lnTo>
                    <a:pt x="33" y="0"/>
                  </a:lnTo>
                  <a:lnTo>
                    <a:pt x="33" y="0"/>
                  </a:lnTo>
                  <a:lnTo>
                    <a:pt x="31" y="0"/>
                  </a:lnTo>
                  <a:lnTo>
                    <a:pt x="29" y="2"/>
                  </a:lnTo>
                  <a:lnTo>
                    <a:pt x="29" y="2"/>
                  </a:lnTo>
                  <a:lnTo>
                    <a:pt x="19" y="18"/>
                  </a:lnTo>
                  <a:lnTo>
                    <a:pt x="10" y="35"/>
                  </a:lnTo>
                  <a:lnTo>
                    <a:pt x="10" y="35"/>
                  </a:lnTo>
                  <a:lnTo>
                    <a:pt x="6" y="42"/>
                  </a:lnTo>
                  <a:lnTo>
                    <a:pt x="2" y="50"/>
                  </a:lnTo>
                  <a:lnTo>
                    <a:pt x="0" y="59"/>
                  </a:lnTo>
                  <a:lnTo>
                    <a:pt x="0" y="63"/>
                  </a:lnTo>
                  <a:lnTo>
                    <a:pt x="0" y="67"/>
                  </a:lnTo>
                  <a:lnTo>
                    <a:pt x="0" y="67"/>
                  </a:lnTo>
                  <a:lnTo>
                    <a:pt x="1" y="69"/>
                  </a:lnTo>
                  <a:lnTo>
                    <a:pt x="3" y="70"/>
                  </a:lnTo>
                  <a:lnTo>
                    <a:pt x="4" y="70"/>
                  </a:lnTo>
                  <a:lnTo>
                    <a:pt x="6" y="70"/>
                  </a:lnTo>
                  <a:lnTo>
                    <a:pt x="8" y="69"/>
                  </a:lnTo>
                  <a:lnTo>
                    <a:pt x="9" y="68"/>
                  </a:lnTo>
                  <a:lnTo>
                    <a:pt x="9" y="67"/>
                  </a:lnTo>
                  <a:lnTo>
                    <a:pt x="9" y="65"/>
                  </a:lnTo>
                  <a:lnTo>
                    <a:pt x="9" y="65"/>
                  </a:lnTo>
                  <a:lnTo>
                    <a:pt x="9" y="61"/>
                  </a:lnTo>
                  <a:lnTo>
                    <a:pt x="9" y="57"/>
                  </a:lnTo>
                  <a:lnTo>
                    <a:pt x="13" y="48"/>
                  </a:lnTo>
                  <a:lnTo>
                    <a:pt x="22" y="33"/>
                  </a:lnTo>
                  <a:lnTo>
                    <a:pt x="22" y="33"/>
                  </a:lnTo>
                  <a:lnTo>
                    <a:pt x="33" y="15"/>
                  </a:lnTo>
                  <a:lnTo>
                    <a:pt x="33" y="15"/>
                  </a:lnTo>
                  <a:lnTo>
                    <a:pt x="36" y="9"/>
                  </a:lnTo>
                  <a:lnTo>
                    <a:pt x="36" y="9"/>
                  </a:lnTo>
                  <a:lnTo>
                    <a:pt x="38" y="9"/>
                  </a:lnTo>
                  <a:lnTo>
                    <a:pt x="38" y="9"/>
                  </a:lnTo>
                  <a:lnTo>
                    <a:pt x="40" y="9"/>
                  </a:lnTo>
                  <a:lnTo>
                    <a:pt x="41" y="8"/>
                  </a:lnTo>
                  <a:lnTo>
                    <a:pt x="42" y="6"/>
                  </a:lnTo>
                  <a:lnTo>
                    <a:pt x="42" y="4"/>
                  </a:lnTo>
                  <a:lnTo>
                    <a:pt x="42" y="3"/>
                  </a:lnTo>
                  <a:lnTo>
                    <a:pt x="41" y="1"/>
                  </a:lnTo>
                  <a:lnTo>
                    <a:pt x="40" y="0"/>
                  </a:lnTo>
                  <a:lnTo>
                    <a:pt x="38" y="0"/>
                  </a:lnTo>
                  <a:lnTo>
                    <a:pt x="38"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3" name="Freeform 371"/>
            <p:cNvSpPr/>
            <p:nvPr/>
          </p:nvSpPr>
          <p:spPr bwMode="auto">
            <a:xfrm>
              <a:off x="4446588" y="3108325"/>
              <a:ext cx="34925" cy="47625"/>
            </a:xfrm>
            <a:custGeom>
              <a:avLst/>
              <a:gdLst/>
              <a:ahLst/>
              <a:cxnLst>
                <a:cxn ang="0">
                  <a:pos x="55" y="2"/>
                </a:cxn>
                <a:cxn ang="0">
                  <a:pos x="55" y="2"/>
                </a:cxn>
                <a:cxn ang="0">
                  <a:pos x="46" y="15"/>
                </a:cxn>
                <a:cxn ang="0">
                  <a:pos x="36" y="26"/>
                </a:cxn>
                <a:cxn ang="0">
                  <a:pos x="26" y="39"/>
                </a:cxn>
                <a:cxn ang="0">
                  <a:pos x="16" y="50"/>
                </a:cxn>
                <a:cxn ang="0">
                  <a:pos x="16" y="50"/>
                </a:cxn>
                <a:cxn ang="0">
                  <a:pos x="10" y="58"/>
                </a:cxn>
                <a:cxn ang="0">
                  <a:pos x="4" y="69"/>
                </a:cxn>
                <a:cxn ang="0">
                  <a:pos x="1" y="75"/>
                </a:cxn>
                <a:cxn ang="0">
                  <a:pos x="0" y="80"/>
                </a:cxn>
                <a:cxn ang="0">
                  <a:pos x="0" y="85"/>
                </a:cxn>
                <a:cxn ang="0">
                  <a:pos x="1" y="87"/>
                </a:cxn>
                <a:cxn ang="0">
                  <a:pos x="4" y="89"/>
                </a:cxn>
                <a:cxn ang="0">
                  <a:pos x="4" y="89"/>
                </a:cxn>
                <a:cxn ang="0">
                  <a:pos x="6" y="90"/>
                </a:cxn>
                <a:cxn ang="0">
                  <a:pos x="8" y="90"/>
                </a:cxn>
                <a:cxn ang="0">
                  <a:pos x="9" y="90"/>
                </a:cxn>
                <a:cxn ang="0">
                  <a:pos x="11" y="89"/>
                </a:cxn>
                <a:cxn ang="0">
                  <a:pos x="12" y="87"/>
                </a:cxn>
                <a:cxn ang="0">
                  <a:pos x="12" y="86"/>
                </a:cxn>
                <a:cxn ang="0">
                  <a:pos x="12" y="84"/>
                </a:cxn>
                <a:cxn ang="0">
                  <a:pos x="11" y="82"/>
                </a:cxn>
                <a:cxn ang="0">
                  <a:pos x="11" y="82"/>
                </a:cxn>
                <a:cxn ang="0">
                  <a:pos x="10" y="80"/>
                </a:cxn>
                <a:cxn ang="0">
                  <a:pos x="10" y="77"/>
                </a:cxn>
                <a:cxn ang="0">
                  <a:pos x="12" y="74"/>
                </a:cxn>
                <a:cxn ang="0">
                  <a:pos x="14" y="69"/>
                </a:cxn>
                <a:cxn ang="0">
                  <a:pos x="21" y="57"/>
                </a:cxn>
                <a:cxn ang="0">
                  <a:pos x="31" y="46"/>
                </a:cxn>
                <a:cxn ang="0">
                  <a:pos x="51" y="22"/>
                </a:cxn>
                <a:cxn ang="0">
                  <a:pos x="63" y="8"/>
                </a:cxn>
                <a:cxn ang="0">
                  <a:pos x="63" y="8"/>
                </a:cxn>
                <a:cxn ang="0">
                  <a:pos x="65" y="6"/>
                </a:cxn>
                <a:cxn ang="0">
                  <a:pos x="65" y="3"/>
                </a:cxn>
                <a:cxn ang="0">
                  <a:pos x="63" y="2"/>
                </a:cxn>
                <a:cxn ang="0">
                  <a:pos x="62" y="1"/>
                </a:cxn>
                <a:cxn ang="0">
                  <a:pos x="58" y="0"/>
                </a:cxn>
                <a:cxn ang="0">
                  <a:pos x="56" y="1"/>
                </a:cxn>
                <a:cxn ang="0">
                  <a:pos x="55" y="2"/>
                </a:cxn>
                <a:cxn ang="0">
                  <a:pos x="55" y="2"/>
                </a:cxn>
              </a:cxnLst>
              <a:rect l="0" t="0" r="r" b="b"/>
              <a:pathLst>
                <a:path w="65" h="90">
                  <a:moveTo>
                    <a:pt x="55" y="2"/>
                  </a:moveTo>
                  <a:lnTo>
                    <a:pt x="55" y="2"/>
                  </a:lnTo>
                  <a:lnTo>
                    <a:pt x="46" y="15"/>
                  </a:lnTo>
                  <a:lnTo>
                    <a:pt x="36" y="26"/>
                  </a:lnTo>
                  <a:lnTo>
                    <a:pt x="26" y="39"/>
                  </a:lnTo>
                  <a:lnTo>
                    <a:pt x="16" y="50"/>
                  </a:lnTo>
                  <a:lnTo>
                    <a:pt x="16" y="50"/>
                  </a:lnTo>
                  <a:lnTo>
                    <a:pt x="10" y="58"/>
                  </a:lnTo>
                  <a:lnTo>
                    <a:pt x="4" y="69"/>
                  </a:lnTo>
                  <a:lnTo>
                    <a:pt x="1" y="75"/>
                  </a:lnTo>
                  <a:lnTo>
                    <a:pt x="0" y="80"/>
                  </a:lnTo>
                  <a:lnTo>
                    <a:pt x="0" y="85"/>
                  </a:lnTo>
                  <a:lnTo>
                    <a:pt x="1" y="87"/>
                  </a:lnTo>
                  <a:lnTo>
                    <a:pt x="4" y="89"/>
                  </a:lnTo>
                  <a:lnTo>
                    <a:pt x="4" y="89"/>
                  </a:lnTo>
                  <a:lnTo>
                    <a:pt x="6" y="90"/>
                  </a:lnTo>
                  <a:lnTo>
                    <a:pt x="8" y="90"/>
                  </a:lnTo>
                  <a:lnTo>
                    <a:pt x="9" y="90"/>
                  </a:lnTo>
                  <a:lnTo>
                    <a:pt x="11" y="89"/>
                  </a:lnTo>
                  <a:lnTo>
                    <a:pt x="12" y="87"/>
                  </a:lnTo>
                  <a:lnTo>
                    <a:pt x="12" y="86"/>
                  </a:lnTo>
                  <a:lnTo>
                    <a:pt x="12" y="84"/>
                  </a:lnTo>
                  <a:lnTo>
                    <a:pt x="11" y="82"/>
                  </a:lnTo>
                  <a:lnTo>
                    <a:pt x="11" y="82"/>
                  </a:lnTo>
                  <a:lnTo>
                    <a:pt x="10" y="80"/>
                  </a:lnTo>
                  <a:lnTo>
                    <a:pt x="10" y="77"/>
                  </a:lnTo>
                  <a:lnTo>
                    <a:pt x="12" y="74"/>
                  </a:lnTo>
                  <a:lnTo>
                    <a:pt x="14" y="69"/>
                  </a:lnTo>
                  <a:lnTo>
                    <a:pt x="21" y="57"/>
                  </a:lnTo>
                  <a:lnTo>
                    <a:pt x="31" y="46"/>
                  </a:lnTo>
                  <a:lnTo>
                    <a:pt x="51" y="22"/>
                  </a:lnTo>
                  <a:lnTo>
                    <a:pt x="63" y="8"/>
                  </a:lnTo>
                  <a:lnTo>
                    <a:pt x="63" y="8"/>
                  </a:lnTo>
                  <a:lnTo>
                    <a:pt x="65" y="6"/>
                  </a:lnTo>
                  <a:lnTo>
                    <a:pt x="65" y="3"/>
                  </a:lnTo>
                  <a:lnTo>
                    <a:pt x="63" y="2"/>
                  </a:lnTo>
                  <a:lnTo>
                    <a:pt x="62" y="1"/>
                  </a:lnTo>
                  <a:lnTo>
                    <a:pt x="58" y="0"/>
                  </a:lnTo>
                  <a:lnTo>
                    <a:pt x="56" y="1"/>
                  </a:lnTo>
                  <a:lnTo>
                    <a:pt x="55" y="2"/>
                  </a:lnTo>
                  <a:lnTo>
                    <a:pt x="55"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4" name="Freeform 372"/>
            <p:cNvSpPr/>
            <p:nvPr/>
          </p:nvSpPr>
          <p:spPr bwMode="auto">
            <a:xfrm>
              <a:off x="4516438" y="3119438"/>
              <a:ext cx="22225" cy="39688"/>
            </a:xfrm>
            <a:custGeom>
              <a:avLst/>
              <a:gdLst/>
              <a:ahLst/>
              <a:cxnLst>
                <a:cxn ang="0">
                  <a:pos x="34" y="1"/>
                </a:cxn>
                <a:cxn ang="0">
                  <a:pos x="34" y="1"/>
                </a:cxn>
                <a:cxn ang="0">
                  <a:pos x="29" y="5"/>
                </a:cxn>
                <a:cxn ang="0">
                  <a:pos x="24" y="10"/>
                </a:cxn>
                <a:cxn ang="0">
                  <a:pos x="16" y="21"/>
                </a:cxn>
                <a:cxn ang="0">
                  <a:pos x="10" y="33"/>
                </a:cxn>
                <a:cxn ang="0">
                  <a:pos x="5" y="45"/>
                </a:cxn>
                <a:cxn ang="0">
                  <a:pos x="5" y="45"/>
                </a:cxn>
                <a:cxn ang="0">
                  <a:pos x="3" y="54"/>
                </a:cxn>
                <a:cxn ang="0">
                  <a:pos x="0" y="63"/>
                </a:cxn>
                <a:cxn ang="0">
                  <a:pos x="0" y="67"/>
                </a:cxn>
                <a:cxn ang="0">
                  <a:pos x="2" y="71"/>
                </a:cxn>
                <a:cxn ang="0">
                  <a:pos x="4" y="73"/>
                </a:cxn>
                <a:cxn ang="0">
                  <a:pos x="9" y="75"/>
                </a:cxn>
                <a:cxn ang="0">
                  <a:pos x="9" y="75"/>
                </a:cxn>
                <a:cxn ang="0">
                  <a:pos x="11" y="75"/>
                </a:cxn>
                <a:cxn ang="0">
                  <a:pos x="12" y="74"/>
                </a:cxn>
                <a:cxn ang="0">
                  <a:pos x="13" y="72"/>
                </a:cxn>
                <a:cxn ang="0">
                  <a:pos x="13" y="71"/>
                </a:cxn>
                <a:cxn ang="0">
                  <a:pos x="12" y="67"/>
                </a:cxn>
                <a:cxn ang="0">
                  <a:pos x="11" y="66"/>
                </a:cxn>
                <a:cxn ang="0">
                  <a:pos x="9" y="66"/>
                </a:cxn>
                <a:cxn ang="0">
                  <a:pos x="9" y="66"/>
                </a:cxn>
                <a:cxn ang="0">
                  <a:pos x="19" y="35"/>
                </a:cxn>
                <a:cxn ang="0">
                  <a:pos x="19" y="35"/>
                </a:cxn>
                <a:cxn ang="0">
                  <a:pos x="23" y="28"/>
                </a:cxn>
                <a:cxn ang="0">
                  <a:pos x="29" y="21"/>
                </a:cxn>
                <a:cxn ang="0">
                  <a:pos x="34" y="13"/>
                </a:cxn>
                <a:cxn ang="0">
                  <a:pos x="41" y="7"/>
                </a:cxn>
                <a:cxn ang="0">
                  <a:pos x="41" y="7"/>
                </a:cxn>
                <a:cxn ang="0">
                  <a:pos x="42" y="6"/>
                </a:cxn>
                <a:cxn ang="0">
                  <a:pos x="42" y="4"/>
                </a:cxn>
                <a:cxn ang="0">
                  <a:pos x="42" y="3"/>
                </a:cxn>
                <a:cxn ang="0">
                  <a:pos x="41" y="1"/>
                </a:cxn>
                <a:cxn ang="0">
                  <a:pos x="38" y="0"/>
                </a:cxn>
                <a:cxn ang="0">
                  <a:pos x="36" y="0"/>
                </a:cxn>
                <a:cxn ang="0">
                  <a:pos x="34" y="1"/>
                </a:cxn>
                <a:cxn ang="0">
                  <a:pos x="34" y="1"/>
                </a:cxn>
              </a:cxnLst>
              <a:rect l="0" t="0" r="r" b="b"/>
              <a:pathLst>
                <a:path w="42" h="75">
                  <a:moveTo>
                    <a:pt x="34" y="1"/>
                  </a:moveTo>
                  <a:lnTo>
                    <a:pt x="34" y="1"/>
                  </a:lnTo>
                  <a:lnTo>
                    <a:pt x="29" y="5"/>
                  </a:lnTo>
                  <a:lnTo>
                    <a:pt x="24" y="10"/>
                  </a:lnTo>
                  <a:lnTo>
                    <a:pt x="16" y="21"/>
                  </a:lnTo>
                  <a:lnTo>
                    <a:pt x="10" y="33"/>
                  </a:lnTo>
                  <a:lnTo>
                    <a:pt x="5" y="45"/>
                  </a:lnTo>
                  <a:lnTo>
                    <a:pt x="5" y="45"/>
                  </a:lnTo>
                  <a:lnTo>
                    <a:pt x="3" y="54"/>
                  </a:lnTo>
                  <a:lnTo>
                    <a:pt x="0" y="63"/>
                  </a:lnTo>
                  <a:lnTo>
                    <a:pt x="0" y="67"/>
                  </a:lnTo>
                  <a:lnTo>
                    <a:pt x="2" y="71"/>
                  </a:lnTo>
                  <a:lnTo>
                    <a:pt x="4" y="73"/>
                  </a:lnTo>
                  <a:lnTo>
                    <a:pt x="9" y="75"/>
                  </a:lnTo>
                  <a:lnTo>
                    <a:pt x="9" y="75"/>
                  </a:lnTo>
                  <a:lnTo>
                    <a:pt x="11" y="75"/>
                  </a:lnTo>
                  <a:lnTo>
                    <a:pt x="12" y="74"/>
                  </a:lnTo>
                  <a:lnTo>
                    <a:pt x="13" y="72"/>
                  </a:lnTo>
                  <a:lnTo>
                    <a:pt x="13" y="71"/>
                  </a:lnTo>
                  <a:lnTo>
                    <a:pt x="12" y="67"/>
                  </a:lnTo>
                  <a:lnTo>
                    <a:pt x="11" y="66"/>
                  </a:lnTo>
                  <a:lnTo>
                    <a:pt x="9" y="66"/>
                  </a:lnTo>
                  <a:lnTo>
                    <a:pt x="9" y="66"/>
                  </a:lnTo>
                  <a:lnTo>
                    <a:pt x="19" y="35"/>
                  </a:lnTo>
                  <a:lnTo>
                    <a:pt x="19" y="35"/>
                  </a:lnTo>
                  <a:lnTo>
                    <a:pt x="23" y="28"/>
                  </a:lnTo>
                  <a:lnTo>
                    <a:pt x="29" y="21"/>
                  </a:lnTo>
                  <a:lnTo>
                    <a:pt x="34" y="13"/>
                  </a:lnTo>
                  <a:lnTo>
                    <a:pt x="41" y="7"/>
                  </a:lnTo>
                  <a:lnTo>
                    <a:pt x="41" y="7"/>
                  </a:lnTo>
                  <a:lnTo>
                    <a:pt x="42" y="6"/>
                  </a:lnTo>
                  <a:lnTo>
                    <a:pt x="42" y="4"/>
                  </a:lnTo>
                  <a:lnTo>
                    <a:pt x="42" y="3"/>
                  </a:lnTo>
                  <a:lnTo>
                    <a:pt x="41" y="1"/>
                  </a:lnTo>
                  <a:lnTo>
                    <a:pt x="38" y="0"/>
                  </a:lnTo>
                  <a:lnTo>
                    <a:pt x="36" y="0"/>
                  </a:lnTo>
                  <a:lnTo>
                    <a:pt x="34" y="1"/>
                  </a:lnTo>
                  <a:lnTo>
                    <a:pt x="3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5" name="Freeform 373"/>
            <p:cNvSpPr/>
            <p:nvPr/>
          </p:nvSpPr>
          <p:spPr bwMode="auto">
            <a:xfrm>
              <a:off x="4583113" y="3121025"/>
              <a:ext cx="26988" cy="34925"/>
            </a:xfrm>
            <a:custGeom>
              <a:avLst/>
              <a:gdLst/>
              <a:ahLst/>
              <a:cxnLst>
                <a:cxn ang="0">
                  <a:pos x="43" y="1"/>
                </a:cxn>
                <a:cxn ang="0">
                  <a:pos x="43" y="1"/>
                </a:cxn>
                <a:cxn ang="0">
                  <a:pos x="37" y="7"/>
                </a:cxn>
                <a:cxn ang="0">
                  <a:pos x="31" y="15"/>
                </a:cxn>
                <a:cxn ang="0">
                  <a:pos x="21" y="29"/>
                </a:cxn>
                <a:cxn ang="0">
                  <a:pos x="12" y="45"/>
                </a:cxn>
                <a:cxn ang="0">
                  <a:pos x="7" y="52"/>
                </a:cxn>
                <a:cxn ang="0">
                  <a:pos x="1" y="58"/>
                </a:cxn>
                <a:cxn ang="0">
                  <a:pos x="1" y="58"/>
                </a:cxn>
                <a:cxn ang="0">
                  <a:pos x="0" y="60"/>
                </a:cxn>
                <a:cxn ang="0">
                  <a:pos x="0" y="62"/>
                </a:cxn>
                <a:cxn ang="0">
                  <a:pos x="0" y="63"/>
                </a:cxn>
                <a:cxn ang="0">
                  <a:pos x="1" y="65"/>
                </a:cxn>
                <a:cxn ang="0">
                  <a:pos x="3" y="66"/>
                </a:cxn>
                <a:cxn ang="0">
                  <a:pos x="4" y="66"/>
                </a:cxn>
                <a:cxn ang="0">
                  <a:pos x="6" y="66"/>
                </a:cxn>
                <a:cxn ang="0">
                  <a:pos x="8" y="65"/>
                </a:cxn>
                <a:cxn ang="0">
                  <a:pos x="8" y="65"/>
                </a:cxn>
                <a:cxn ang="0">
                  <a:pos x="13" y="58"/>
                </a:cxn>
                <a:cxn ang="0">
                  <a:pos x="18" y="51"/>
                </a:cxn>
                <a:cxn ang="0">
                  <a:pos x="28" y="36"/>
                </a:cxn>
                <a:cxn ang="0">
                  <a:pos x="38" y="21"/>
                </a:cxn>
                <a:cxn ang="0">
                  <a:pos x="44" y="15"/>
                </a:cxn>
                <a:cxn ang="0">
                  <a:pos x="50" y="8"/>
                </a:cxn>
                <a:cxn ang="0">
                  <a:pos x="50" y="8"/>
                </a:cxn>
                <a:cxn ang="0">
                  <a:pos x="51" y="6"/>
                </a:cxn>
                <a:cxn ang="0">
                  <a:pos x="51" y="5"/>
                </a:cxn>
                <a:cxn ang="0">
                  <a:pos x="51" y="3"/>
                </a:cxn>
                <a:cxn ang="0">
                  <a:pos x="50" y="2"/>
                </a:cxn>
                <a:cxn ang="0">
                  <a:pos x="47" y="0"/>
                </a:cxn>
                <a:cxn ang="0">
                  <a:pos x="45" y="0"/>
                </a:cxn>
                <a:cxn ang="0">
                  <a:pos x="43" y="1"/>
                </a:cxn>
                <a:cxn ang="0">
                  <a:pos x="43" y="1"/>
                </a:cxn>
              </a:cxnLst>
              <a:rect l="0" t="0" r="r" b="b"/>
              <a:pathLst>
                <a:path w="51" h="66">
                  <a:moveTo>
                    <a:pt x="43" y="1"/>
                  </a:moveTo>
                  <a:lnTo>
                    <a:pt x="43" y="1"/>
                  </a:lnTo>
                  <a:lnTo>
                    <a:pt x="37" y="7"/>
                  </a:lnTo>
                  <a:lnTo>
                    <a:pt x="31" y="15"/>
                  </a:lnTo>
                  <a:lnTo>
                    <a:pt x="21" y="29"/>
                  </a:lnTo>
                  <a:lnTo>
                    <a:pt x="12" y="45"/>
                  </a:lnTo>
                  <a:lnTo>
                    <a:pt x="7" y="52"/>
                  </a:lnTo>
                  <a:lnTo>
                    <a:pt x="1" y="58"/>
                  </a:lnTo>
                  <a:lnTo>
                    <a:pt x="1" y="58"/>
                  </a:lnTo>
                  <a:lnTo>
                    <a:pt x="0" y="60"/>
                  </a:lnTo>
                  <a:lnTo>
                    <a:pt x="0" y="62"/>
                  </a:lnTo>
                  <a:lnTo>
                    <a:pt x="0" y="63"/>
                  </a:lnTo>
                  <a:lnTo>
                    <a:pt x="1" y="65"/>
                  </a:lnTo>
                  <a:lnTo>
                    <a:pt x="3" y="66"/>
                  </a:lnTo>
                  <a:lnTo>
                    <a:pt x="4" y="66"/>
                  </a:lnTo>
                  <a:lnTo>
                    <a:pt x="6" y="66"/>
                  </a:lnTo>
                  <a:lnTo>
                    <a:pt x="8" y="65"/>
                  </a:lnTo>
                  <a:lnTo>
                    <a:pt x="8" y="65"/>
                  </a:lnTo>
                  <a:lnTo>
                    <a:pt x="13" y="58"/>
                  </a:lnTo>
                  <a:lnTo>
                    <a:pt x="18" y="51"/>
                  </a:lnTo>
                  <a:lnTo>
                    <a:pt x="28" y="36"/>
                  </a:lnTo>
                  <a:lnTo>
                    <a:pt x="38" y="21"/>
                  </a:lnTo>
                  <a:lnTo>
                    <a:pt x="44" y="15"/>
                  </a:lnTo>
                  <a:lnTo>
                    <a:pt x="50" y="8"/>
                  </a:lnTo>
                  <a:lnTo>
                    <a:pt x="50" y="8"/>
                  </a:lnTo>
                  <a:lnTo>
                    <a:pt x="51" y="6"/>
                  </a:lnTo>
                  <a:lnTo>
                    <a:pt x="51" y="5"/>
                  </a:lnTo>
                  <a:lnTo>
                    <a:pt x="51" y="3"/>
                  </a:lnTo>
                  <a:lnTo>
                    <a:pt x="50" y="2"/>
                  </a:lnTo>
                  <a:lnTo>
                    <a:pt x="47" y="0"/>
                  </a:lnTo>
                  <a:lnTo>
                    <a:pt x="45" y="0"/>
                  </a:lnTo>
                  <a:lnTo>
                    <a:pt x="43" y="1"/>
                  </a:lnTo>
                  <a:lnTo>
                    <a:pt x="43"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6" name="Freeform 374"/>
            <p:cNvSpPr/>
            <p:nvPr/>
          </p:nvSpPr>
          <p:spPr bwMode="auto">
            <a:xfrm>
              <a:off x="4638675" y="3114675"/>
              <a:ext cx="26988" cy="44450"/>
            </a:xfrm>
            <a:custGeom>
              <a:avLst/>
              <a:gdLst/>
              <a:ahLst/>
              <a:cxnLst>
                <a:cxn ang="0">
                  <a:pos x="42" y="3"/>
                </a:cxn>
                <a:cxn ang="0">
                  <a:pos x="42" y="3"/>
                </a:cxn>
                <a:cxn ang="0">
                  <a:pos x="40" y="8"/>
                </a:cxn>
                <a:cxn ang="0">
                  <a:pos x="37" y="12"/>
                </a:cxn>
                <a:cxn ang="0">
                  <a:pos x="30" y="22"/>
                </a:cxn>
                <a:cxn ang="0">
                  <a:pos x="14" y="40"/>
                </a:cxn>
                <a:cxn ang="0">
                  <a:pos x="14" y="40"/>
                </a:cxn>
                <a:cxn ang="0">
                  <a:pos x="8" y="49"/>
                </a:cxn>
                <a:cxn ang="0">
                  <a:pos x="4" y="59"/>
                </a:cxn>
                <a:cxn ang="0">
                  <a:pos x="1" y="69"/>
                </a:cxn>
                <a:cxn ang="0">
                  <a:pos x="0" y="79"/>
                </a:cxn>
                <a:cxn ang="0">
                  <a:pos x="0" y="79"/>
                </a:cxn>
                <a:cxn ang="0">
                  <a:pos x="0" y="81"/>
                </a:cxn>
                <a:cxn ang="0">
                  <a:pos x="1" y="83"/>
                </a:cxn>
                <a:cxn ang="0">
                  <a:pos x="2" y="83"/>
                </a:cxn>
                <a:cxn ang="0">
                  <a:pos x="4" y="84"/>
                </a:cxn>
                <a:cxn ang="0">
                  <a:pos x="6" y="83"/>
                </a:cxn>
                <a:cxn ang="0">
                  <a:pos x="7" y="83"/>
                </a:cxn>
                <a:cxn ang="0">
                  <a:pos x="8" y="81"/>
                </a:cxn>
                <a:cxn ang="0">
                  <a:pos x="9" y="79"/>
                </a:cxn>
                <a:cxn ang="0">
                  <a:pos x="9" y="79"/>
                </a:cxn>
                <a:cxn ang="0">
                  <a:pos x="10" y="74"/>
                </a:cxn>
                <a:cxn ang="0">
                  <a:pos x="11" y="68"/>
                </a:cxn>
                <a:cxn ang="0">
                  <a:pos x="14" y="58"/>
                </a:cxn>
                <a:cxn ang="0">
                  <a:pos x="21" y="49"/>
                </a:cxn>
                <a:cxn ang="0">
                  <a:pos x="27" y="40"/>
                </a:cxn>
                <a:cxn ang="0">
                  <a:pos x="40" y="23"/>
                </a:cxn>
                <a:cxn ang="0">
                  <a:pos x="46" y="14"/>
                </a:cxn>
                <a:cxn ang="0">
                  <a:pos x="52" y="5"/>
                </a:cxn>
                <a:cxn ang="0">
                  <a:pos x="52" y="5"/>
                </a:cxn>
                <a:cxn ang="0">
                  <a:pos x="52" y="3"/>
                </a:cxn>
                <a:cxn ang="0">
                  <a:pos x="52" y="2"/>
                </a:cxn>
                <a:cxn ang="0">
                  <a:pos x="51" y="0"/>
                </a:cxn>
                <a:cxn ang="0">
                  <a:pos x="49" y="0"/>
                </a:cxn>
                <a:cxn ang="0">
                  <a:pos x="45" y="0"/>
                </a:cxn>
                <a:cxn ang="0">
                  <a:pos x="43" y="1"/>
                </a:cxn>
                <a:cxn ang="0">
                  <a:pos x="42" y="3"/>
                </a:cxn>
                <a:cxn ang="0">
                  <a:pos x="42" y="3"/>
                </a:cxn>
              </a:cxnLst>
              <a:rect l="0" t="0" r="r" b="b"/>
              <a:pathLst>
                <a:path w="52" h="84">
                  <a:moveTo>
                    <a:pt x="42" y="3"/>
                  </a:moveTo>
                  <a:lnTo>
                    <a:pt x="42" y="3"/>
                  </a:lnTo>
                  <a:lnTo>
                    <a:pt x="40" y="8"/>
                  </a:lnTo>
                  <a:lnTo>
                    <a:pt x="37" y="12"/>
                  </a:lnTo>
                  <a:lnTo>
                    <a:pt x="30" y="22"/>
                  </a:lnTo>
                  <a:lnTo>
                    <a:pt x="14" y="40"/>
                  </a:lnTo>
                  <a:lnTo>
                    <a:pt x="14" y="40"/>
                  </a:lnTo>
                  <a:lnTo>
                    <a:pt x="8" y="49"/>
                  </a:lnTo>
                  <a:lnTo>
                    <a:pt x="4" y="59"/>
                  </a:lnTo>
                  <a:lnTo>
                    <a:pt x="1" y="69"/>
                  </a:lnTo>
                  <a:lnTo>
                    <a:pt x="0" y="79"/>
                  </a:lnTo>
                  <a:lnTo>
                    <a:pt x="0" y="79"/>
                  </a:lnTo>
                  <a:lnTo>
                    <a:pt x="0" y="81"/>
                  </a:lnTo>
                  <a:lnTo>
                    <a:pt x="1" y="83"/>
                  </a:lnTo>
                  <a:lnTo>
                    <a:pt x="2" y="83"/>
                  </a:lnTo>
                  <a:lnTo>
                    <a:pt x="4" y="84"/>
                  </a:lnTo>
                  <a:lnTo>
                    <a:pt x="6" y="83"/>
                  </a:lnTo>
                  <a:lnTo>
                    <a:pt x="7" y="83"/>
                  </a:lnTo>
                  <a:lnTo>
                    <a:pt x="8" y="81"/>
                  </a:lnTo>
                  <a:lnTo>
                    <a:pt x="9" y="79"/>
                  </a:lnTo>
                  <a:lnTo>
                    <a:pt x="9" y="79"/>
                  </a:lnTo>
                  <a:lnTo>
                    <a:pt x="10" y="74"/>
                  </a:lnTo>
                  <a:lnTo>
                    <a:pt x="11" y="68"/>
                  </a:lnTo>
                  <a:lnTo>
                    <a:pt x="14" y="58"/>
                  </a:lnTo>
                  <a:lnTo>
                    <a:pt x="21" y="49"/>
                  </a:lnTo>
                  <a:lnTo>
                    <a:pt x="27" y="40"/>
                  </a:lnTo>
                  <a:lnTo>
                    <a:pt x="40" y="23"/>
                  </a:lnTo>
                  <a:lnTo>
                    <a:pt x="46" y="14"/>
                  </a:lnTo>
                  <a:lnTo>
                    <a:pt x="52" y="5"/>
                  </a:lnTo>
                  <a:lnTo>
                    <a:pt x="52" y="5"/>
                  </a:lnTo>
                  <a:lnTo>
                    <a:pt x="52" y="3"/>
                  </a:lnTo>
                  <a:lnTo>
                    <a:pt x="52" y="2"/>
                  </a:lnTo>
                  <a:lnTo>
                    <a:pt x="51" y="0"/>
                  </a:lnTo>
                  <a:lnTo>
                    <a:pt x="49" y="0"/>
                  </a:lnTo>
                  <a:lnTo>
                    <a:pt x="45" y="0"/>
                  </a:lnTo>
                  <a:lnTo>
                    <a:pt x="43" y="1"/>
                  </a:lnTo>
                  <a:lnTo>
                    <a:pt x="42" y="3"/>
                  </a:lnTo>
                  <a:lnTo>
                    <a:pt x="42"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7" name="Freeform 375"/>
            <p:cNvSpPr/>
            <p:nvPr/>
          </p:nvSpPr>
          <p:spPr bwMode="auto">
            <a:xfrm>
              <a:off x="4686300" y="3121025"/>
              <a:ext cx="25400" cy="38100"/>
            </a:xfrm>
            <a:custGeom>
              <a:avLst/>
              <a:gdLst/>
              <a:ahLst/>
              <a:cxnLst>
                <a:cxn ang="0">
                  <a:pos x="38" y="2"/>
                </a:cxn>
                <a:cxn ang="0">
                  <a:pos x="38" y="2"/>
                </a:cxn>
                <a:cxn ang="0">
                  <a:pos x="34" y="10"/>
                </a:cxn>
                <a:cxn ang="0">
                  <a:pos x="29" y="19"/>
                </a:cxn>
                <a:cxn ang="0">
                  <a:pos x="17" y="33"/>
                </a:cxn>
                <a:cxn ang="0">
                  <a:pos x="12" y="40"/>
                </a:cxn>
                <a:cxn ang="0">
                  <a:pos x="7" y="48"/>
                </a:cxn>
                <a:cxn ang="0">
                  <a:pos x="3" y="56"/>
                </a:cxn>
                <a:cxn ang="0">
                  <a:pos x="0" y="65"/>
                </a:cxn>
                <a:cxn ang="0">
                  <a:pos x="0" y="65"/>
                </a:cxn>
                <a:cxn ang="0">
                  <a:pos x="0" y="67"/>
                </a:cxn>
                <a:cxn ang="0">
                  <a:pos x="1" y="69"/>
                </a:cxn>
                <a:cxn ang="0">
                  <a:pos x="2" y="70"/>
                </a:cxn>
                <a:cxn ang="0">
                  <a:pos x="4" y="71"/>
                </a:cxn>
                <a:cxn ang="0">
                  <a:pos x="5" y="71"/>
                </a:cxn>
                <a:cxn ang="0">
                  <a:pos x="7" y="70"/>
                </a:cxn>
                <a:cxn ang="0">
                  <a:pos x="8" y="69"/>
                </a:cxn>
                <a:cxn ang="0">
                  <a:pos x="9" y="67"/>
                </a:cxn>
                <a:cxn ang="0">
                  <a:pos x="9" y="67"/>
                </a:cxn>
                <a:cxn ang="0">
                  <a:pos x="12" y="59"/>
                </a:cxn>
                <a:cxn ang="0">
                  <a:pos x="16" y="52"/>
                </a:cxn>
                <a:cxn ang="0">
                  <a:pos x="21" y="44"/>
                </a:cxn>
                <a:cxn ang="0">
                  <a:pos x="27" y="37"/>
                </a:cxn>
                <a:cxn ang="0">
                  <a:pos x="37" y="23"/>
                </a:cxn>
                <a:cxn ang="0">
                  <a:pos x="42" y="16"/>
                </a:cxn>
                <a:cxn ang="0">
                  <a:pos x="46" y="7"/>
                </a:cxn>
                <a:cxn ang="0">
                  <a:pos x="46" y="7"/>
                </a:cxn>
                <a:cxn ang="0">
                  <a:pos x="47" y="5"/>
                </a:cxn>
                <a:cxn ang="0">
                  <a:pos x="46" y="3"/>
                </a:cxn>
                <a:cxn ang="0">
                  <a:pos x="44" y="0"/>
                </a:cxn>
                <a:cxn ang="0">
                  <a:pos x="42" y="0"/>
                </a:cxn>
                <a:cxn ang="0">
                  <a:pos x="41" y="0"/>
                </a:cxn>
                <a:cxn ang="0">
                  <a:pos x="39" y="1"/>
                </a:cxn>
                <a:cxn ang="0">
                  <a:pos x="38" y="2"/>
                </a:cxn>
                <a:cxn ang="0">
                  <a:pos x="38" y="2"/>
                </a:cxn>
              </a:cxnLst>
              <a:rect l="0" t="0" r="r" b="b"/>
              <a:pathLst>
                <a:path w="47" h="71">
                  <a:moveTo>
                    <a:pt x="38" y="2"/>
                  </a:moveTo>
                  <a:lnTo>
                    <a:pt x="38" y="2"/>
                  </a:lnTo>
                  <a:lnTo>
                    <a:pt x="34" y="10"/>
                  </a:lnTo>
                  <a:lnTo>
                    <a:pt x="29" y="19"/>
                  </a:lnTo>
                  <a:lnTo>
                    <a:pt x="17" y="33"/>
                  </a:lnTo>
                  <a:lnTo>
                    <a:pt x="12" y="40"/>
                  </a:lnTo>
                  <a:lnTo>
                    <a:pt x="7" y="48"/>
                  </a:lnTo>
                  <a:lnTo>
                    <a:pt x="3" y="56"/>
                  </a:lnTo>
                  <a:lnTo>
                    <a:pt x="0" y="65"/>
                  </a:lnTo>
                  <a:lnTo>
                    <a:pt x="0" y="65"/>
                  </a:lnTo>
                  <a:lnTo>
                    <a:pt x="0" y="67"/>
                  </a:lnTo>
                  <a:lnTo>
                    <a:pt x="1" y="69"/>
                  </a:lnTo>
                  <a:lnTo>
                    <a:pt x="2" y="70"/>
                  </a:lnTo>
                  <a:lnTo>
                    <a:pt x="4" y="71"/>
                  </a:lnTo>
                  <a:lnTo>
                    <a:pt x="5" y="71"/>
                  </a:lnTo>
                  <a:lnTo>
                    <a:pt x="7" y="70"/>
                  </a:lnTo>
                  <a:lnTo>
                    <a:pt x="8" y="69"/>
                  </a:lnTo>
                  <a:lnTo>
                    <a:pt x="9" y="67"/>
                  </a:lnTo>
                  <a:lnTo>
                    <a:pt x="9" y="67"/>
                  </a:lnTo>
                  <a:lnTo>
                    <a:pt x="12" y="59"/>
                  </a:lnTo>
                  <a:lnTo>
                    <a:pt x="16" y="52"/>
                  </a:lnTo>
                  <a:lnTo>
                    <a:pt x="21" y="44"/>
                  </a:lnTo>
                  <a:lnTo>
                    <a:pt x="27" y="37"/>
                  </a:lnTo>
                  <a:lnTo>
                    <a:pt x="37" y="23"/>
                  </a:lnTo>
                  <a:lnTo>
                    <a:pt x="42" y="16"/>
                  </a:lnTo>
                  <a:lnTo>
                    <a:pt x="46" y="7"/>
                  </a:lnTo>
                  <a:lnTo>
                    <a:pt x="46" y="7"/>
                  </a:lnTo>
                  <a:lnTo>
                    <a:pt x="47" y="5"/>
                  </a:lnTo>
                  <a:lnTo>
                    <a:pt x="46" y="3"/>
                  </a:lnTo>
                  <a:lnTo>
                    <a:pt x="44" y="0"/>
                  </a:lnTo>
                  <a:lnTo>
                    <a:pt x="42" y="0"/>
                  </a:lnTo>
                  <a:lnTo>
                    <a:pt x="41" y="0"/>
                  </a:lnTo>
                  <a:lnTo>
                    <a:pt x="39" y="1"/>
                  </a:lnTo>
                  <a:lnTo>
                    <a:pt x="38" y="2"/>
                  </a:lnTo>
                  <a:lnTo>
                    <a:pt x="3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8" name="Freeform 376"/>
            <p:cNvSpPr/>
            <p:nvPr/>
          </p:nvSpPr>
          <p:spPr bwMode="auto">
            <a:xfrm>
              <a:off x="4721225" y="3125788"/>
              <a:ext cx="33338" cy="38100"/>
            </a:xfrm>
            <a:custGeom>
              <a:avLst/>
              <a:gdLst/>
              <a:ahLst/>
              <a:cxnLst>
                <a:cxn ang="0">
                  <a:pos x="54" y="1"/>
                </a:cxn>
                <a:cxn ang="0">
                  <a:pos x="54" y="1"/>
                </a:cxn>
                <a:cxn ang="0">
                  <a:pos x="40" y="17"/>
                </a:cxn>
                <a:cxn ang="0">
                  <a:pos x="28" y="32"/>
                </a:cxn>
                <a:cxn ang="0">
                  <a:pos x="15" y="49"/>
                </a:cxn>
                <a:cxn ang="0">
                  <a:pos x="2" y="63"/>
                </a:cxn>
                <a:cxn ang="0">
                  <a:pos x="2" y="63"/>
                </a:cxn>
                <a:cxn ang="0">
                  <a:pos x="0" y="66"/>
                </a:cxn>
                <a:cxn ang="0">
                  <a:pos x="0" y="68"/>
                </a:cxn>
                <a:cxn ang="0">
                  <a:pos x="1" y="69"/>
                </a:cxn>
                <a:cxn ang="0">
                  <a:pos x="2" y="71"/>
                </a:cxn>
                <a:cxn ang="0">
                  <a:pos x="3" y="72"/>
                </a:cxn>
                <a:cxn ang="0">
                  <a:pos x="5" y="72"/>
                </a:cxn>
                <a:cxn ang="0">
                  <a:pos x="6" y="72"/>
                </a:cxn>
                <a:cxn ang="0">
                  <a:pos x="8" y="71"/>
                </a:cxn>
                <a:cxn ang="0">
                  <a:pos x="8" y="71"/>
                </a:cxn>
                <a:cxn ang="0">
                  <a:pos x="22" y="55"/>
                </a:cxn>
                <a:cxn ang="0">
                  <a:pos x="34" y="40"/>
                </a:cxn>
                <a:cxn ang="0">
                  <a:pos x="47" y="24"/>
                </a:cxn>
                <a:cxn ang="0">
                  <a:pos x="61" y="9"/>
                </a:cxn>
                <a:cxn ang="0">
                  <a:pos x="61" y="9"/>
                </a:cxn>
                <a:cxn ang="0">
                  <a:pos x="62" y="7"/>
                </a:cxn>
                <a:cxn ang="0">
                  <a:pos x="62" y="6"/>
                </a:cxn>
                <a:cxn ang="0">
                  <a:pos x="61" y="4"/>
                </a:cxn>
                <a:cxn ang="0">
                  <a:pos x="60" y="3"/>
                </a:cxn>
                <a:cxn ang="0">
                  <a:pos x="59" y="1"/>
                </a:cxn>
                <a:cxn ang="0">
                  <a:pos x="57" y="0"/>
                </a:cxn>
                <a:cxn ang="0">
                  <a:pos x="56" y="0"/>
                </a:cxn>
                <a:cxn ang="0">
                  <a:pos x="54" y="1"/>
                </a:cxn>
                <a:cxn ang="0">
                  <a:pos x="54" y="1"/>
                </a:cxn>
              </a:cxnLst>
              <a:rect l="0" t="0" r="r" b="b"/>
              <a:pathLst>
                <a:path w="62" h="72">
                  <a:moveTo>
                    <a:pt x="54" y="1"/>
                  </a:moveTo>
                  <a:lnTo>
                    <a:pt x="54" y="1"/>
                  </a:lnTo>
                  <a:lnTo>
                    <a:pt x="40" y="17"/>
                  </a:lnTo>
                  <a:lnTo>
                    <a:pt x="28" y="32"/>
                  </a:lnTo>
                  <a:lnTo>
                    <a:pt x="15" y="49"/>
                  </a:lnTo>
                  <a:lnTo>
                    <a:pt x="2" y="63"/>
                  </a:lnTo>
                  <a:lnTo>
                    <a:pt x="2" y="63"/>
                  </a:lnTo>
                  <a:lnTo>
                    <a:pt x="0" y="66"/>
                  </a:lnTo>
                  <a:lnTo>
                    <a:pt x="0" y="68"/>
                  </a:lnTo>
                  <a:lnTo>
                    <a:pt x="1" y="69"/>
                  </a:lnTo>
                  <a:lnTo>
                    <a:pt x="2" y="71"/>
                  </a:lnTo>
                  <a:lnTo>
                    <a:pt x="3" y="72"/>
                  </a:lnTo>
                  <a:lnTo>
                    <a:pt x="5" y="72"/>
                  </a:lnTo>
                  <a:lnTo>
                    <a:pt x="6" y="72"/>
                  </a:lnTo>
                  <a:lnTo>
                    <a:pt x="8" y="71"/>
                  </a:lnTo>
                  <a:lnTo>
                    <a:pt x="8" y="71"/>
                  </a:lnTo>
                  <a:lnTo>
                    <a:pt x="22" y="55"/>
                  </a:lnTo>
                  <a:lnTo>
                    <a:pt x="34" y="40"/>
                  </a:lnTo>
                  <a:lnTo>
                    <a:pt x="47" y="24"/>
                  </a:lnTo>
                  <a:lnTo>
                    <a:pt x="61" y="9"/>
                  </a:lnTo>
                  <a:lnTo>
                    <a:pt x="61" y="9"/>
                  </a:lnTo>
                  <a:lnTo>
                    <a:pt x="62" y="7"/>
                  </a:lnTo>
                  <a:lnTo>
                    <a:pt x="62" y="6"/>
                  </a:lnTo>
                  <a:lnTo>
                    <a:pt x="61" y="4"/>
                  </a:lnTo>
                  <a:lnTo>
                    <a:pt x="60" y="3"/>
                  </a:lnTo>
                  <a:lnTo>
                    <a:pt x="59" y="1"/>
                  </a:lnTo>
                  <a:lnTo>
                    <a:pt x="57" y="0"/>
                  </a:lnTo>
                  <a:lnTo>
                    <a:pt x="56" y="0"/>
                  </a:lnTo>
                  <a:lnTo>
                    <a:pt x="54" y="1"/>
                  </a:lnTo>
                  <a:lnTo>
                    <a:pt x="5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59" name="Freeform 377"/>
            <p:cNvSpPr/>
            <p:nvPr/>
          </p:nvSpPr>
          <p:spPr bwMode="auto">
            <a:xfrm>
              <a:off x="4311650" y="3119438"/>
              <a:ext cx="20638" cy="39688"/>
            </a:xfrm>
            <a:custGeom>
              <a:avLst/>
              <a:gdLst/>
              <a:ahLst/>
              <a:cxnLst>
                <a:cxn ang="0">
                  <a:pos x="39" y="4"/>
                </a:cxn>
                <a:cxn ang="0">
                  <a:pos x="39" y="4"/>
                </a:cxn>
                <a:cxn ang="0">
                  <a:pos x="38" y="2"/>
                </a:cxn>
                <a:cxn ang="0">
                  <a:pos x="37" y="1"/>
                </a:cxn>
                <a:cxn ang="0">
                  <a:pos x="35" y="0"/>
                </a:cxn>
                <a:cxn ang="0">
                  <a:pos x="33" y="0"/>
                </a:cxn>
                <a:cxn ang="0">
                  <a:pos x="31" y="0"/>
                </a:cxn>
                <a:cxn ang="0">
                  <a:pos x="30" y="1"/>
                </a:cxn>
                <a:cxn ang="0">
                  <a:pos x="29" y="2"/>
                </a:cxn>
                <a:cxn ang="0">
                  <a:pos x="29" y="4"/>
                </a:cxn>
                <a:cxn ang="0">
                  <a:pos x="29" y="4"/>
                </a:cxn>
                <a:cxn ang="0">
                  <a:pos x="29" y="14"/>
                </a:cxn>
                <a:cxn ang="0">
                  <a:pos x="28" y="24"/>
                </a:cxn>
                <a:cxn ang="0">
                  <a:pos x="26" y="33"/>
                </a:cxn>
                <a:cxn ang="0">
                  <a:pos x="24" y="38"/>
                </a:cxn>
                <a:cxn ang="0">
                  <a:pos x="21" y="42"/>
                </a:cxn>
                <a:cxn ang="0">
                  <a:pos x="21" y="42"/>
                </a:cxn>
                <a:cxn ang="0">
                  <a:pos x="17" y="50"/>
                </a:cxn>
                <a:cxn ang="0">
                  <a:pos x="12" y="56"/>
                </a:cxn>
                <a:cxn ang="0">
                  <a:pos x="1" y="68"/>
                </a:cxn>
                <a:cxn ang="0">
                  <a:pos x="1" y="68"/>
                </a:cxn>
                <a:cxn ang="0">
                  <a:pos x="0" y="70"/>
                </a:cxn>
                <a:cxn ang="0">
                  <a:pos x="0" y="71"/>
                </a:cxn>
                <a:cxn ang="0">
                  <a:pos x="1" y="73"/>
                </a:cxn>
                <a:cxn ang="0">
                  <a:pos x="2" y="74"/>
                </a:cxn>
                <a:cxn ang="0">
                  <a:pos x="6" y="75"/>
                </a:cxn>
                <a:cxn ang="0">
                  <a:pos x="8" y="74"/>
                </a:cxn>
                <a:cxn ang="0">
                  <a:pos x="10" y="73"/>
                </a:cxn>
                <a:cxn ang="0">
                  <a:pos x="10" y="73"/>
                </a:cxn>
                <a:cxn ang="0">
                  <a:pos x="15" y="65"/>
                </a:cxn>
                <a:cxn ang="0">
                  <a:pos x="22" y="57"/>
                </a:cxn>
                <a:cxn ang="0">
                  <a:pos x="28" y="50"/>
                </a:cxn>
                <a:cxn ang="0">
                  <a:pos x="33" y="41"/>
                </a:cxn>
                <a:cxn ang="0">
                  <a:pos x="33" y="41"/>
                </a:cxn>
                <a:cxn ang="0">
                  <a:pos x="35" y="37"/>
                </a:cxn>
                <a:cxn ang="0">
                  <a:pos x="37" y="32"/>
                </a:cxn>
                <a:cxn ang="0">
                  <a:pos x="39" y="23"/>
                </a:cxn>
                <a:cxn ang="0">
                  <a:pos x="39" y="4"/>
                </a:cxn>
                <a:cxn ang="0">
                  <a:pos x="39" y="4"/>
                </a:cxn>
              </a:cxnLst>
              <a:rect l="0" t="0" r="r" b="b"/>
              <a:pathLst>
                <a:path w="39" h="75">
                  <a:moveTo>
                    <a:pt x="39" y="4"/>
                  </a:moveTo>
                  <a:lnTo>
                    <a:pt x="39" y="4"/>
                  </a:lnTo>
                  <a:lnTo>
                    <a:pt x="38" y="2"/>
                  </a:lnTo>
                  <a:lnTo>
                    <a:pt x="37" y="1"/>
                  </a:lnTo>
                  <a:lnTo>
                    <a:pt x="35" y="0"/>
                  </a:lnTo>
                  <a:lnTo>
                    <a:pt x="33" y="0"/>
                  </a:lnTo>
                  <a:lnTo>
                    <a:pt x="31" y="0"/>
                  </a:lnTo>
                  <a:lnTo>
                    <a:pt x="30" y="1"/>
                  </a:lnTo>
                  <a:lnTo>
                    <a:pt x="29" y="2"/>
                  </a:lnTo>
                  <a:lnTo>
                    <a:pt x="29" y="4"/>
                  </a:lnTo>
                  <a:lnTo>
                    <a:pt x="29" y="4"/>
                  </a:lnTo>
                  <a:lnTo>
                    <a:pt x="29" y="14"/>
                  </a:lnTo>
                  <a:lnTo>
                    <a:pt x="28" y="24"/>
                  </a:lnTo>
                  <a:lnTo>
                    <a:pt x="26" y="33"/>
                  </a:lnTo>
                  <a:lnTo>
                    <a:pt x="24" y="38"/>
                  </a:lnTo>
                  <a:lnTo>
                    <a:pt x="21" y="42"/>
                  </a:lnTo>
                  <a:lnTo>
                    <a:pt x="21" y="42"/>
                  </a:lnTo>
                  <a:lnTo>
                    <a:pt x="17" y="50"/>
                  </a:lnTo>
                  <a:lnTo>
                    <a:pt x="12" y="56"/>
                  </a:lnTo>
                  <a:lnTo>
                    <a:pt x="1" y="68"/>
                  </a:lnTo>
                  <a:lnTo>
                    <a:pt x="1" y="68"/>
                  </a:lnTo>
                  <a:lnTo>
                    <a:pt x="0" y="70"/>
                  </a:lnTo>
                  <a:lnTo>
                    <a:pt x="0" y="71"/>
                  </a:lnTo>
                  <a:lnTo>
                    <a:pt x="1" y="73"/>
                  </a:lnTo>
                  <a:lnTo>
                    <a:pt x="2" y="74"/>
                  </a:lnTo>
                  <a:lnTo>
                    <a:pt x="6" y="75"/>
                  </a:lnTo>
                  <a:lnTo>
                    <a:pt x="8" y="74"/>
                  </a:lnTo>
                  <a:lnTo>
                    <a:pt x="10" y="73"/>
                  </a:lnTo>
                  <a:lnTo>
                    <a:pt x="10" y="73"/>
                  </a:lnTo>
                  <a:lnTo>
                    <a:pt x="15" y="65"/>
                  </a:lnTo>
                  <a:lnTo>
                    <a:pt x="22" y="57"/>
                  </a:lnTo>
                  <a:lnTo>
                    <a:pt x="28" y="50"/>
                  </a:lnTo>
                  <a:lnTo>
                    <a:pt x="33" y="41"/>
                  </a:lnTo>
                  <a:lnTo>
                    <a:pt x="33" y="41"/>
                  </a:lnTo>
                  <a:lnTo>
                    <a:pt x="35" y="37"/>
                  </a:lnTo>
                  <a:lnTo>
                    <a:pt x="37" y="32"/>
                  </a:lnTo>
                  <a:lnTo>
                    <a:pt x="39" y="23"/>
                  </a:lnTo>
                  <a:lnTo>
                    <a:pt x="39" y="4"/>
                  </a:lnTo>
                  <a:lnTo>
                    <a:pt x="3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0" name="Freeform 378"/>
            <p:cNvSpPr/>
            <p:nvPr/>
          </p:nvSpPr>
          <p:spPr bwMode="auto">
            <a:xfrm>
              <a:off x="4568825" y="3319463"/>
              <a:ext cx="41275" cy="146050"/>
            </a:xfrm>
            <a:custGeom>
              <a:avLst/>
              <a:gdLst/>
              <a:ahLst/>
              <a:cxnLst>
                <a:cxn ang="0">
                  <a:pos x="72" y="2"/>
                </a:cxn>
                <a:cxn ang="0">
                  <a:pos x="72" y="2"/>
                </a:cxn>
                <a:cxn ang="0">
                  <a:pos x="64" y="16"/>
                </a:cxn>
                <a:cxn ang="0">
                  <a:pos x="58" y="30"/>
                </a:cxn>
                <a:cxn ang="0">
                  <a:pos x="51" y="45"/>
                </a:cxn>
                <a:cxn ang="0">
                  <a:pos x="47" y="60"/>
                </a:cxn>
                <a:cxn ang="0">
                  <a:pos x="40" y="91"/>
                </a:cxn>
                <a:cxn ang="0">
                  <a:pos x="34" y="122"/>
                </a:cxn>
                <a:cxn ang="0">
                  <a:pos x="34" y="122"/>
                </a:cxn>
                <a:cxn ang="0">
                  <a:pos x="26" y="158"/>
                </a:cxn>
                <a:cxn ang="0">
                  <a:pos x="17" y="195"/>
                </a:cxn>
                <a:cxn ang="0">
                  <a:pos x="17" y="195"/>
                </a:cxn>
                <a:cxn ang="0">
                  <a:pos x="12" y="214"/>
                </a:cxn>
                <a:cxn ang="0">
                  <a:pos x="7" y="233"/>
                </a:cxn>
                <a:cxn ang="0">
                  <a:pos x="3" y="251"/>
                </a:cxn>
                <a:cxn ang="0">
                  <a:pos x="1" y="260"/>
                </a:cxn>
                <a:cxn ang="0">
                  <a:pos x="0" y="270"/>
                </a:cxn>
                <a:cxn ang="0">
                  <a:pos x="0" y="270"/>
                </a:cxn>
                <a:cxn ang="0">
                  <a:pos x="0" y="272"/>
                </a:cxn>
                <a:cxn ang="0">
                  <a:pos x="1" y="274"/>
                </a:cxn>
                <a:cxn ang="0">
                  <a:pos x="3" y="274"/>
                </a:cxn>
                <a:cxn ang="0">
                  <a:pos x="5" y="275"/>
                </a:cxn>
                <a:cxn ang="0">
                  <a:pos x="6" y="274"/>
                </a:cxn>
                <a:cxn ang="0">
                  <a:pos x="8" y="274"/>
                </a:cxn>
                <a:cxn ang="0">
                  <a:pos x="9" y="272"/>
                </a:cxn>
                <a:cxn ang="0">
                  <a:pos x="9" y="270"/>
                </a:cxn>
                <a:cxn ang="0">
                  <a:pos x="9" y="270"/>
                </a:cxn>
                <a:cxn ang="0">
                  <a:pos x="10" y="260"/>
                </a:cxn>
                <a:cxn ang="0">
                  <a:pos x="12" y="251"/>
                </a:cxn>
                <a:cxn ang="0">
                  <a:pos x="16" y="234"/>
                </a:cxn>
                <a:cxn ang="0">
                  <a:pos x="21" y="216"/>
                </a:cxn>
                <a:cxn ang="0">
                  <a:pos x="27" y="197"/>
                </a:cxn>
                <a:cxn ang="0">
                  <a:pos x="27" y="197"/>
                </a:cxn>
                <a:cxn ang="0">
                  <a:pos x="40" y="133"/>
                </a:cxn>
                <a:cxn ang="0">
                  <a:pos x="40" y="133"/>
                </a:cxn>
                <a:cxn ang="0">
                  <a:pos x="47" y="100"/>
                </a:cxn>
                <a:cxn ang="0">
                  <a:pos x="55" y="68"/>
                </a:cxn>
                <a:cxn ang="0">
                  <a:pos x="60" y="52"/>
                </a:cxn>
                <a:cxn ang="0">
                  <a:pos x="65" y="36"/>
                </a:cxn>
                <a:cxn ang="0">
                  <a:pos x="72" y="21"/>
                </a:cxn>
                <a:cxn ang="0">
                  <a:pos x="80" y="6"/>
                </a:cxn>
                <a:cxn ang="0">
                  <a:pos x="80" y="6"/>
                </a:cxn>
                <a:cxn ang="0">
                  <a:pos x="80" y="5"/>
                </a:cxn>
                <a:cxn ang="0">
                  <a:pos x="80" y="3"/>
                </a:cxn>
                <a:cxn ang="0">
                  <a:pos x="79" y="2"/>
                </a:cxn>
                <a:cxn ang="0">
                  <a:pos x="78" y="0"/>
                </a:cxn>
                <a:cxn ang="0">
                  <a:pos x="77" y="0"/>
                </a:cxn>
                <a:cxn ang="0">
                  <a:pos x="75" y="0"/>
                </a:cxn>
                <a:cxn ang="0">
                  <a:pos x="73" y="0"/>
                </a:cxn>
                <a:cxn ang="0">
                  <a:pos x="72" y="2"/>
                </a:cxn>
                <a:cxn ang="0">
                  <a:pos x="72" y="2"/>
                </a:cxn>
              </a:cxnLst>
              <a:rect l="0" t="0" r="r" b="b"/>
              <a:pathLst>
                <a:path w="80" h="275">
                  <a:moveTo>
                    <a:pt x="72" y="2"/>
                  </a:moveTo>
                  <a:lnTo>
                    <a:pt x="72" y="2"/>
                  </a:lnTo>
                  <a:lnTo>
                    <a:pt x="64" y="16"/>
                  </a:lnTo>
                  <a:lnTo>
                    <a:pt x="58" y="30"/>
                  </a:lnTo>
                  <a:lnTo>
                    <a:pt x="51" y="45"/>
                  </a:lnTo>
                  <a:lnTo>
                    <a:pt x="47" y="60"/>
                  </a:lnTo>
                  <a:lnTo>
                    <a:pt x="40" y="91"/>
                  </a:lnTo>
                  <a:lnTo>
                    <a:pt x="34" y="122"/>
                  </a:lnTo>
                  <a:lnTo>
                    <a:pt x="34" y="122"/>
                  </a:lnTo>
                  <a:lnTo>
                    <a:pt x="26" y="158"/>
                  </a:lnTo>
                  <a:lnTo>
                    <a:pt x="17" y="195"/>
                  </a:lnTo>
                  <a:lnTo>
                    <a:pt x="17" y="195"/>
                  </a:lnTo>
                  <a:lnTo>
                    <a:pt x="12" y="214"/>
                  </a:lnTo>
                  <a:lnTo>
                    <a:pt x="7" y="233"/>
                  </a:lnTo>
                  <a:lnTo>
                    <a:pt x="3" y="251"/>
                  </a:lnTo>
                  <a:lnTo>
                    <a:pt x="1" y="260"/>
                  </a:lnTo>
                  <a:lnTo>
                    <a:pt x="0" y="270"/>
                  </a:lnTo>
                  <a:lnTo>
                    <a:pt x="0" y="270"/>
                  </a:lnTo>
                  <a:lnTo>
                    <a:pt x="0" y="272"/>
                  </a:lnTo>
                  <a:lnTo>
                    <a:pt x="1" y="274"/>
                  </a:lnTo>
                  <a:lnTo>
                    <a:pt x="3" y="274"/>
                  </a:lnTo>
                  <a:lnTo>
                    <a:pt x="5" y="275"/>
                  </a:lnTo>
                  <a:lnTo>
                    <a:pt x="6" y="274"/>
                  </a:lnTo>
                  <a:lnTo>
                    <a:pt x="8" y="274"/>
                  </a:lnTo>
                  <a:lnTo>
                    <a:pt x="9" y="272"/>
                  </a:lnTo>
                  <a:lnTo>
                    <a:pt x="9" y="270"/>
                  </a:lnTo>
                  <a:lnTo>
                    <a:pt x="9" y="270"/>
                  </a:lnTo>
                  <a:lnTo>
                    <a:pt x="10" y="260"/>
                  </a:lnTo>
                  <a:lnTo>
                    <a:pt x="12" y="251"/>
                  </a:lnTo>
                  <a:lnTo>
                    <a:pt x="16" y="234"/>
                  </a:lnTo>
                  <a:lnTo>
                    <a:pt x="21" y="216"/>
                  </a:lnTo>
                  <a:lnTo>
                    <a:pt x="27" y="197"/>
                  </a:lnTo>
                  <a:lnTo>
                    <a:pt x="27" y="197"/>
                  </a:lnTo>
                  <a:lnTo>
                    <a:pt x="40" y="133"/>
                  </a:lnTo>
                  <a:lnTo>
                    <a:pt x="40" y="133"/>
                  </a:lnTo>
                  <a:lnTo>
                    <a:pt x="47" y="100"/>
                  </a:lnTo>
                  <a:lnTo>
                    <a:pt x="55" y="68"/>
                  </a:lnTo>
                  <a:lnTo>
                    <a:pt x="60" y="52"/>
                  </a:lnTo>
                  <a:lnTo>
                    <a:pt x="65" y="36"/>
                  </a:lnTo>
                  <a:lnTo>
                    <a:pt x="72" y="21"/>
                  </a:lnTo>
                  <a:lnTo>
                    <a:pt x="80" y="6"/>
                  </a:lnTo>
                  <a:lnTo>
                    <a:pt x="80" y="6"/>
                  </a:lnTo>
                  <a:lnTo>
                    <a:pt x="80" y="5"/>
                  </a:lnTo>
                  <a:lnTo>
                    <a:pt x="80" y="3"/>
                  </a:lnTo>
                  <a:lnTo>
                    <a:pt x="79" y="2"/>
                  </a:lnTo>
                  <a:lnTo>
                    <a:pt x="78" y="0"/>
                  </a:lnTo>
                  <a:lnTo>
                    <a:pt x="77" y="0"/>
                  </a:lnTo>
                  <a:lnTo>
                    <a:pt x="75" y="0"/>
                  </a:lnTo>
                  <a:lnTo>
                    <a:pt x="73" y="0"/>
                  </a:lnTo>
                  <a:lnTo>
                    <a:pt x="72" y="2"/>
                  </a:lnTo>
                  <a:lnTo>
                    <a:pt x="7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1" name="Freeform 379"/>
            <p:cNvSpPr/>
            <p:nvPr/>
          </p:nvSpPr>
          <p:spPr bwMode="auto">
            <a:xfrm>
              <a:off x="4610100" y="3270250"/>
              <a:ext cx="46038" cy="166688"/>
            </a:xfrm>
            <a:custGeom>
              <a:avLst/>
              <a:gdLst/>
              <a:ahLst/>
              <a:cxnLst>
                <a:cxn ang="0">
                  <a:pos x="77" y="3"/>
                </a:cxn>
                <a:cxn ang="0">
                  <a:pos x="77" y="3"/>
                </a:cxn>
                <a:cxn ang="0">
                  <a:pos x="72" y="21"/>
                </a:cxn>
                <a:cxn ang="0">
                  <a:pos x="65" y="38"/>
                </a:cxn>
                <a:cxn ang="0">
                  <a:pos x="58" y="55"/>
                </a:cxn>
                <a:cxn ang="0">
                  <a:pos x="53" y="72"/>
                </a:cxn>
                <a:cxn ang="0">
                  <a:pos x="53" y="72"/>
                </a:cxn>
                <a:cxn ang="0">
                  <a:pos x="31" y="156"/>
                </a:cxn>
                <a:cxn ang="0">
                  <a:pos x="31" y="156"/>
                </a:cxn>
                <a:cxn ang="0">
                  <a:pos x="27" y="177"/>
                </a:cxn>
                <a:cxn ang="0">
                  <a:pos x="24" y="197"/>
                </a:cxn>
                <a:cxn ang="0">
                  <a:pos x="20" y="219"/>
                </a:cxn>
                <a:cxn ang="0">
                  <a:pos x="16" y="240"/>
                </a:cxn>
                <a:cxn ang="0">
                  <a:pos x="16" y="240"/>
                </a:cxn>
                <a:cxn ang="0">
                  <a:pos x="7" y="276"/>
                </a:cxn>
                <a:cxn ang="0">
                  <a:pos x="2" y="293"/>
                </a:cxn>
                <a:cxn ang="0">
                  <a:pos x="0" y="313"/>
                </a:cxn>
                <a:cxn ang="0">
                  <a:pos x="0" y="313"/>
                </a:cxn>
                <a:cxn ang="0">
                  <a:pos x="1" y="315"/>
                </a:cxn>
                <a:cxn ang="0">
                  <a:pos x="1" y="316"/>
                </a:cxn>
                <a:cxn ang="0">
                  <a:pos x="3" y="317"/>
                </a:cxn>
                <a:cxn ang="0">
                  <a:pos x="6" y="317"/>
                </a:cxn>
                <a:cxn ang="0">
                  <a:pos x="7" y="317"/>
                </a:cxn>
                <a:cxn ang="0">
                  <a:pos x="9" y="316"/>
                </a:cxn>
                <a:cxn ang="0">
                  <a:pos x="10" y="315"/>
                </a:cxn>
                <a:cxn ang="0">
                  <a:pos x="10" y="313"/>
                </a:cxn>
                <a:cxn ang="0">
                  <a:pos x="10" y="313"/>
                </a:cxn>
                <a:cxn ang="0">
                  <a:pos x="11" y="303"/>
                </a:cxn>
                <a:cxn ang="0">
                  <a:pos x="13" y="292"/>
                </a:cxn>
                <a:cxn ang="0">
                  <a:pos x="17" y="273"/>
                </a:cxn>
                <a:cxn ang="0">
                  <a:pos x="27" y="234"/>
                </a:cxn>
                <a:cxn ang="0">
                  <a:pos x="27" y="234"/>
                </a:cxn>
                <a:cxn ang="0">
                  <a:pos x="31" y="215"/>
                </a:cxn>
                <a:cxn ang="0">
                  <a:pos x="34" y="196"/>
                </a:cxn>
                <a:cxn ang="0">
                  <a:pos x="36" y="177"/>
                </a:cxn>
                <a:cxn ang="0">
                  <a:pos x="41" y="158"/>
                </a:cxn>
                <a:cxn ang="0">
                  <a:pos x="41" y="158"/>
                </a:cxn>
                <a:cxn ang="0">
                  <a:pos x="60" y="84"/>
                </a:cxn>
                <a:cxn ang="0">
                  <a:pos x="60" y="84"/>
                </a:cxn>
                <a:cxn ang="0">
                  <a:pos x="66" y="64"/>
                </a:cxn>
                <a:cxn ang="0">
                  <a:pos x="73" y="44"/>
                </a:cxn>
                <a:cxn ang="0">
                  <a:pos x="80" y="26"/>
                </a:cxn>
                <a:cxn ang="0">
                  <a:pos x="86" y="6"/>
                </a:cxn>
                <a:cxn ang="0">
                  <a:pos x="86" y="6"/>
                </a:cxn>
                <a:cxn ang="0">
                  <a:pos x="86" y="4"/>
                </a:cxn>
                <a:cxn ang="0">
                  <a:pos x="85" y="2"/>
                </a:cxn>
                <a:cxn ang="0">
                  <a:pos x="84" y="1"/>
                </a:cxn>
                <a:cxn ang="0">
                  <a:pos x="82" y="0"/>
                </a:cxn>
                <a:cxn ang="0">
                  <a:pos x="81" y="0"/>
                </a:cxn>
                <a:cxn ang="0">
                  <a:pos x="79" y="0"/>
                </a:cxn>
                <a:cxn ang="0">
                  <a:pos x="78" y="1"/>
                </a:cxn>
                <a:cxn ang="0">
                  <a:pos x="77" y="3"/>
                </a:cxn>
                <a:cxn ang="0">
                  <a:pos x="77" y="3"/>
                </a:cxn>
              </a:cxnLst>
              <a:rect l="0" t="0" r="r" b="b"/>
              <a:pathLst>
                <a:path w="86" h="317">
                  <a:moveTo>
                    <a:pt x="77" y="3"/>
                  </a:moveTo>
                  <a:lnTo>
                    <a:pt x="77" y="3"/>
                  </a:lnTo>
                  <a:lnTo>
                    <a:pt x="72" y="21"/>
                  </a:lnTo>
                  <a:lnTo>
                    <a:pt x="65" y="38"/>
                  </a:lnTo>
                  <a:lnTo>
                    <a:pt x="58" y="55"/>
                  </a:lnTo>
                  <a:lnTo>
                    <a:pt x="53" y="72"/>
                  </a:lnTo>
                  <a:lnTo>
                    <a:pt x="53" y="72"/>
                  </a:lnTo>
                  <a:lnTo>
                    <a:pt x="31" y="156"/>
                  </a:lnTo>
                  <a:lnTo>
                    <a:pt x="31" y="156"/>
                  </a:lnTo>
                  <a:lnTo>
                    <a:pt x="27" y="177"/>
                  </a:lnTo>
                  <a:lnTo>
                    <a:pt x="24" y="197"/>
                  </a:lnTo>
                  <a:lnTo>
                    <a:pt x="20" y="219"/>
                  </a:lnTo>
                  <a:lnTo>
                    <a:pt x="16" y="240"/>
                  </a:lnTo>
                  <a:lnTo>
                    <a:pt x="16" y="240"/>
                  </a:lnTo>
                  <a:lnTo>
                    <a:pt x="7" y="276"/>
                  </a:lnTo>
                  <a:lnTo>
                    <a:pt x="2" y="293"/>
                  </a:lnTo>
                  <a:lnTo>
                    <a:pt x="0" y="313"/>
                  </a:lnTo>
                  <a:lnTo>
                    <a:pt x="0" y="313"/>
                  </a:lnTo>
                  <a:lnTo>
                    <a:pt x="1" y="315"/>
                  </a:lnTo>
                  <a:lnTo>
                    <a:pt x="1" y="316"/>
                  </a:lnTo>
                  <a:lnTo>
                    <a:pt x="3" y="317"/>
                  </a:lnTo>
                  <a:lnTo>
                    <a:pt x="6" y="317"/>
                  </a:lnTo>
                  <a:lnTo>
                    <a:pt x="7" y="317"/>
                  </a:lnTo>
                  <a:lnTo>
                    <a:pt x="9" y="316"/>
                  </a:lnTo>
                  <a:lnTo>
                    <a:pt x="10" y="315"/>
                  </a:lnTo>
                  <a:lnTo>
                    <a:pt x="10" y="313"/>
                  </a:lnTo>
                  <a:lnTo>
                    <a:pt x="10" y="313"/>
                  </a:lnTo>
                  <a:lnTo>
                    <a:pt x="11" y="303"/>
                  </a:lnTo>
                  <a:lnTo>
                    <a:pt x="13" y="292"/>
                  </a:lnTo>
                  <a:lnTo>
                    <a:pt x="17" y="273"/>
                  </a:lnTo>
                  <a:lnTo>
                    <a:pt x="27" y="234"/>
                  </a:lnTo>
                  <a:lnTo>
                    <a:pt x="27" y="234"/>
                  </a:lnTo>
                  <a:lnTo>
                    <a:pt x="31" y="215"/>
                  </a:lnTo>
                  <a:lnTo>
                    <a:pt x="34" y="196"/>
                  </a:lnTo>
                  <a:lnTo>
                    <a:pt x="36" y="177"/>
                  </a:lnTo>
                  <a:lnTo>
                    <a:pt x="41" y="158"/>
                  </a:lnTo>
                  <a:lnTo>
                    <a:pt x="41" y="158"/>
                  </a:lnTo>
                  <a:lnTo>
                    <a:pt x="60" y="84"/>
                  </a:lnTo>
                  <a:lnTo>
                    <a:pt x="60" y="84"/>
                  </a:lnTo>
                  <a:lnTo>
                    <a:pt x="66" y="64"/>
                  </a:lnTo>
                  <a:lnTo>
                    <a:pt x="73" y="44"/>
                  </a:lnTo>
                  <a:lnTo>
                    <a:pt x="80" y="26"/>
                  </a:lnTo>
                  <a:lnTo>
                    <a:pt x="86" y="6"/>
                  </a:lnTo>
                  <a:lnTo>
                    <a:pt x="86" y="6"/>
                  </a:lnTo>
                  <a:lnTo>
                    <a:pt x="86" y="4"/>
                  </a:lnTo>
                  <a:lnTo>
                    <a:pt x="85" y="2"/>
                  </a:lnTo>
                  <a:lnTo>
                    <a:pt x="84" y="1"/>
                  </a:lnTo>
                  <a:lnTo>
                    <a:pt x="82" y="0"/>
                  </a:lnTo>
                  <a:lnTo>
                    <a:pt x="81" y="0"/>
                  </a:lnTo>
                  <a:lnTo>
                    <a:pt x="79" y="0"/>
                  </a:lnTo>
                  <a:lnTo>
                    <a:pt x="78" y="1"/>
                  </a:lnTo>
                  <a:lnTo>
                    <a:pt x="77" y="3"/>
                  </a:lnTo>
                  <a:lnTo>
                    <a:pt x="7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2" name="Freeform 380"/>
            <p:cNvSpPr/>
            <p:nvPr/>
          </p:nvSpPr>
          <p:spPr bwMode="auto">
            <a:xfrm>
              <a:off x="4660900" y="3228975"/>
              <a:ext cx="38100" cy="158750"/>
            </a:xfrm>
            <a:custGeom>
              <a:avLst/>
              <a:gdLst/>
              <a:ahLst/>
              <a:cxnLst>
                <a:cxn ang="0">
                  <a:pos x="62" y="5"/>
                </a:cxn>
                <a:cxn ang="0">
                  <a:pos x="62" y="5"/>
                </a:cxn>
                <a:cxn ang="0">
                  <a:pos x="59" y="23"/>
                </a:cxn>
                <a:cxn ang="0">
                  <a:pos x="56" y="43"/>
                </a:cxn>
                <a:cxn ang="0">
                  <a:pos x="46" y="80"/>
                </a:cxn>
                <a:cxn ang="0">
                  <a:pos x="46" y="80"/>
                </a:cxn>
                <a:cxn ang="0">
                  <a:pos x="35" y="117"/>
                </a:cxn>
                <a:cxn ang="0">
                  <a:pos x="31" y="136"/>
                </a:cxn>
                <a:cxn ang="0">
                  <a:pos x="27" y="155"/>
                </a:cxn>
                <a:cxn ang="0">
                  <a:pos x="27" y="155"/>
                </a:cxn>
                <a:cxn ang="0">
                  <a:pos x="20" y="189"/>
                </a:cxn>
                <a:cxn ang="0">
                  <a:pos x="13" y="224"/>
                </a:cxn>
                <a:cxn ang="0">
                  <a:pos x="6" y="259"/>
                </a:cxn>
                <a:cxn ang="0">
                  <a:pos x="2" y="276"/>
                </a:cxn>
                <a:cxn ang="0">
                  <a:pos x="0" y="294"/>
                </a:cxn>
                <a:cxn ang="0">
                  <a:pos x="0" y="294"/>
                </a:cxn>
                <a:cxn ang="0">
                  <a:pos x="0" y="296"/>
                </a:cxn>
                <a:cxn ang="0">
                  <a:pos x="1" y="297"/>
                </a:cxn>
                <a:cxn ang="0">
                  <a:pos x="3" y="298"/>
                </a:cxn>
                <a:cxn ang="0">
                  <a:pos x="4" y="298"/>
                </a:cxn>
                <a:cxn ang="0">
                  <a:pos x="8" y="297"/>
                </a:cxn>
                <a:cxn ang="0">
                  <a:pos x="10" y="296"/>
                </a:cxn>
                <a:cxn ang="0">
                  <a:pos x="10" y="294"/>
                </a:cxn>
                <a:cxn ang="0">
                  <a:pos x="10" y="294"/>
                </a:cxn>
                <a:cxn ang="0">
                  <a:pos x="13" y="274"/>
                </a:cxn>
                <a:cxn ang="0">
                  <a:pos x="16" y="255"/>
                </a:cxn>
                <a:cxn ang="0">
                  <a:pos x="24" y="216"/>
                </a:cxn>
                <a:cxn ang="0">
                  <a:pos x="24" y="216"/>
                </a:cxn>
                <a:cxn ang="0">
                  <a:pos x="31" y="177"/>
                </a:cxn>
                <a:cxn ang="0">
                  <a:pos x="35" y="159"/>
                </a:cxn>
                <a:cxn ang="0">
                  <a:pos x="41" y="140"/>
                </a:cxn>
                <a:cxn ang="0">
                  <a:pos x="41" y="140"/>
                </a:cxn>
                <a:cxn ang="0">
                  <a:pos x="46" y="122"/>
                </a:cxn>
                <a:cxn ang="0">
                  <a:pos x="50" y="103"/>
                </a:cxn>
                <a:cxn ang="0">
                  <a:pos x="55" y="84"/>
                </a:cxn>
                <a:cxn ang="0">
                  <a:pos x="59" y="66"/>
                </a:cxn>
                <a:cxn ang="0">
                  <a:pos x="59" y="66"/>
                </a:cxn>
                <a:cxn ang="0">
                  <a:pos x="63" y="51"/>
                </a:cxn>
                <a:cxn ang="0">
                  <a:pos x="68" y="36"/>
                </a:cxn>
                <a:cxn ang="0">
                  <a:pos x="70" y="20"/>
                </a:cxn>
                <a:cxn ang="0">
                  <a:pos x="72" y="5"/>
                </a:cxn>
                <a:cxn ang="0">
                  <a:pos x="72" y="5"/>
                </a:cxn>
                <a:cxn ang="0">
                  <a:pos x="72" y="3"/>
                </a:cxn>
                <a:cxn ang="0">
                  <a:pos x="71" y="2"/>
                </a:cxn>
                <a:cxn ang="0">
                  <a:pos x="69" y="1"/>
                </a:cxn>
                <a:cxn ang="0">
                  <a:pos x="68" y="0"/>
                </a:cxn>
                <a:cxn ang="0">
                  <a:pos x="65" y="1"/>
                </a:cxn>
                <a:cxn ang="0">
                  <a:pos x="63" y="2"/>
                </a:cxn>
                <a:cxn ang="0">
                  <a:pos x="62" y="3"/>
                </a:cxn>
                <a:cxn ang="0">
                  <a:pos x="62" y="5"/>
                </a:cxn>
                <a:cxn ang="0">
                  <a:pos x="62" y="5"/>
                </a:cxn>
              </a:cxnLst>
              <a:rect l="0" t="0" r="r" b="b"/>
              <a:pathLst>
                <a:path w="72" h="298">
                  <a:moveTo>
                    <a:pt x="62" y="5"/>
                  </a:moveTo>
                  <a:lnTo>
                    <a:pt x="62" y="5"/>
                  </a:lnTo>
                  <a:lnTo>
                    <a:pt x="59" y="23"/>
                  </a:lnTo>
                  <a:lnTo>
                    <a:pt x="56" y="43"/>
                  </a:lnTo>
                  <a:lnTo>
                    <a:pt x="46" y="80"/>
                  </a:lnTo>
                  <a:lnTo>
                    <a:pt x="46" y="80"/>
                  </a:lnTo>
                  <a:lnTo>
                    <a:pt x="35" y="117"/>
                  </a:lnTo>
                  <a:lnTo>
                    <a:pt x="31" y="136"/>
                  </a:lnTo>
                  <a:lnTo>
                    <a:pt x="27" y="155"/>
                  </a:lnTo>
                  <a:lnTo>
                    <a:pt x="27" y="155"/>
                  </a:lnTo>
                  <a:lnTo>
                    <a:pt x="20" y="189"/>
                  </a:lnTo>
                  <a:lnTo>
                    <a:pt x="13" y="224"/>
                  </a:lnTo>
                  <a:lnTo>
                    <a:pt x="6" y="259"/>
                  </a:lnTo>
                  <a:lnTo>
                    <a:pt x="2" y="276"/>
                  </a:lnTo>
                  <a:lnTo>
                    <a:pt x="0" y="294"/>
                  </a:lnTo>
                  <a:lnTo>
                    <a:pt x="0" y="294"/>
                  </a:lnTo>
                  <a:lnTo>
                    <a:pt x="0" y="296"/>
                  </a:lnTo>
                  <a:lnTo>
                    <a:pt x="1" y="297"/>
                  </a:lnTo>
                  <a:lnTo>
                    <a:pt x="3" y="298"/>
                  </a:lnTo>
                  <a:lnTo>
                    <a:pt x="4" y="298"/>
                  </a:lnTo>
                  <a:lnTo>
                    <a:pt x="8" y="297"/>
                  </a:lnTo>
                  <a:lnTo>
                    <a:pt x="10" y="296"/>
                  </a:lnTo>
                  <a:lnTo>
                    <a:pt x="10" y="294"/>
                  </a:lnTo>
                  <a:lnTo>
                    <a:pt x="10" y="294"/>
                  </a:lnTo>
                  <a:lnTo>
                    <a:pt x="13" y="274"/>
                  </a:lnTo>
                  <a:lnTo>
                    <a:pt x="16" y="255"/>
                  </a:lnTo>
                  <a:lnTo>
                    <a:pt x="24" y="216"/>
                  </a:lnTo>
                  <a:lnTo>
                    <a:pt x="24" y="216"/>
                  </a:lnTo>
                  <a:lnTo>
                    <a:pt x="31" y="177"/>
                  </a:lnTo>
                  <a:lnTo>
                    <a:pt x="35" y="159"/>
                  </a:lnTo>
                  <a:lnTo>
                    <a:pt x="41" y="140"/>
                  </a:lnTo>
                  <a:lnTo>
                    <a:pt x="41" y="140"/>
                  </a:lnTo>
                  <a:lnTo>
                    <a:pt x="46" y="122"/>
                  </a:lnTo>
                  <a:lnTo>
                    <a:pt x="50" y="103"/>
                  </a:lnTo>
                  <a:lnTo>
                    <a:pt x="55" y="84"/>
                  </a:lnTo>
                  <a:lnTo>
                    <a:pt x="59" y="66"/>
                  </a:lnTo>
                  <a:lnTo>
                    <a:pt x="59" y="66"/>
                  </a:lnTo>
                  <a:lnTo>
                    <a:pt x="63" y="51"/>
                  </a:lnTo>
                  <a:lnTo>
                    <a:pt x="68" y="36"/>
                  </a:lnTo>
                  <a:lnTo>
                    <a:pt x="70" y="20"/>
                  </a:lnTo>
                  <a:lnTo>
                    <a:pt x="72" y="5"/>
                  </a:lnTo>
                  <a:lnTo>
                    <a:pt x="72" y="5"/>
                  </a:lnTo>
                  <a:lnTo>
                    <a:pt x="72" y="3"/>
                  </a:lnTo>
                  <a:lnTo>
                    <a:pt x="71" y="2"/>
                  </a:lnTo>
                  <a:lnTo>
                    <a:pt x="69" y="1"/>
                  </a:lnTo>
                  <a:lnTo>
                    <a:pt x="68" y="0"/>
                  </a:lnTo>
                  <a:lnTo>
                    <a:pt x="65" y="1"/>
                  </a:lnTo>
                  <a:lnTo>
                    <a:pt x="63" y="2"/>
                  </a:lnTo>
                  <a:lnTo>
                    <a:pt x="62" y="3"/>
                  </a:lnTo>
                  <a:lnTo>
                    <a:pt x="62" y="5"/>
                  </a:lnTo>
                  <a:lnTo>
                    <a:pt x="62"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3" name="Freeform 381"/>
            <p:cNvSpPr/>
            <p:nvPr/>
          </p:nvSpPr>
          <p:spPr bwMode="auto">
            <a:xfrm>
              <a:off x="4719638" y="3197225"/>
              <a:ext cx="39688" cy="139700"/>
            </a:xfrm>
            <a:custGeom>
              <a:avLst/>
              <a:gdLst/>
              <a:ahLst/>
              <a:cxnLst>
                <a:cxn ang="0">
                  <a:pos x="66" y="3"/>
                </a:cxn>
                <a:cxn ang="0">
                  <a:pos x="66" y="3"/>
                </a:cxn>
                <a:cxn ang="0">
                  <a:pos x="55" y="28"/>
                </a:cxn>
                <a:cxn ang="0">
                  <a:pos x="49" y="40"/>
                </a:cxn>
                <a:cxn ang="0">
                  <a:pos x="44" y="53"/>
                </a:cxn>
                <a:cxn ang="0">
                  <a:pos x="44" y="53"/>
                </a:cxn>
                <a:cxn ang="0">
                  <a:pos x="39" y="72"/>
                </a:cxn>
                <a:cxn ang="0">
                  <a:pos x="35" y="91"/>
                </a:cxn>
                <a:cxn ang="0">
                  <a:pos x="31" y="109"/>
                </a:cxn>
                <a:cxn ang="0">
                  <a:pos x="26" y="128"/>
                </a:cxn>
                <a:cxn ang="0">
                  <a:pos x="26" y="128"/>
                </a:cxn>
                <a:cxn ang="0">
                  <a:pos x="22" y="144"/>
                </a:cxn>
                <a:cxn ang="0">
                  <a:pos x="18" y="160"/>
                </a:cxn>
                <a:cxn ang="0">
                  <a:pos x="15" y="176"/>
                </a:cxn>
                <a:cxn ang="0">
                  <a:pos x="12" y="193"/>
                </a:cxn>
                <a:cxn ang="0">
                  <a:pos x="12" y="193"/>
                </a:cxn>
                <a:cxn ang="0">
                  <a:pos x="5" y="227"/>
                </a:cxn>
                <a:cxn ang="0">
                  <a:pos x="2" y="243"/>
                </a:cxn>
                <a:cxn ang="0">
                  <a:pos x="0" y="260"/>
                </a:cxn>
                <a:cxn ang="0">
                  <a:pos x="0" y="260"/>
                </a:cxn>
                <a:cxn ang="0">
                  <a:pos x="0" y="262"/>
                </a:cxn>
                <a:cxn ang="0">
                  <a:pos x="1" y="263"/>
                </a:cxn>
                <a:cxn ang="0">
                  <a:pos x="2" y="264"/>
                </a:cxn>
                <a:cxn ang="0">
                  <a:pos x="4" y="264"/>
                </a:cxn>
                <a:cxn ang="0">
                  <a:pos x="7" y="263"/>
                </a:cxn>
                <a:cxn ang="0">
                  <a:pos x="8" y="262"/>
                </a:cxn>
                <a:cxn ang="0">
                  <a:pos x="9" y="260"/>
                </a:cxn>
                <a:cxn ang="0">
                  <a:pos x="9" y="260"/>
                </a:cxn>
                <a:cxn ang="0">
                  <a:pos x="12" y="241"/>
                </a:cxn>
                <a:cxn ang="0">
                  <a:pos x="15" y="224"/>
                </a:cxn>
                <a:cxn ang="0">
                  <a:pos x="24" y="188"/>
                </a:cxn>
                <a:cxn ang="0">
                  <a:pos x="24" y="188"/>
                </a:cxn>
                <a:cxn ang="0">
                  <a:pos x="30" y="155"/>
                </a:cxn>
                <a:cxn ang="0">
                  <a:pos x="33" y="138"/>
                </a:cxn>
                <a:cxn ang="0">
                  <a:pos x="37" y="123"/>
                </a:cxn>
                <a:cxn ang="0">
                  <a:pos x="37" y="123"/>
                </a:cxn>
                <a:cxn ang="0">
                  <a:pos x="45" y="89"/>
                </a:cxn>
                <a:cxn ang="0">
                  <a:pos x="54" y="55"/>
                </a:cxn>
                <a:cxn ang="0">
                  <a:pos x="54" y="55"/>
                </a:cxn>
                <a:cxn ang="0">
                  <a:pos x="59" y="43"/>
                </a:cxn>
                <a:cxn ang="0">
                  <a:pos x="64" y="31"/>
                </a:cxn>
                <a:cxn ang="0">
                  <a:pos x="75" y="5"/>
                </a:cxn>
                <a:cxn ang="0">
                  <a:pos x="75" y="5"/>
                </a:cxn>
                <a:cxn ang="0">
                  <a:pos x="75" y="4"/>
                </a:cxn>
                <a:cxn ang="0">
                  <a:pos x="75" y="2"/>
                </a:cxn>
                <a:cxn ang="0">
                  <a:pos x="74" y="1"/>
                </a:cxn>
                <a:cxn ang="0">
                  <a:pos x="72" y="0"/>
                </a:cxn>
                <a:cxn ang="0">
                  <a:pos x="69" y="0"/>
                </a:cxn>
                <a:cxn ang="0">
                  <a:pos x="67" y="1"/>
                </a:cxn>
                <a:cxn ang="0">
                  <a:pos x="66" y="3"/>
                </a:cxn>
                <a:cxn ang="0">
                  <a:pos x="66" y="3"/>
                </a:cxn>
              </a:cxnLst>
              <a:rect l="0" t="0" r="r" b="b"/>
              <a:pathLst>
                <a:path w="75" h="264">
                  <a:moveTo>
                    <a:pt x="66" y="3"/>
                  </a:moveTo>
                  <a:lnTo>
                    <a:pt x="66" y="3"/>
                  </a:lnTo>
                  <a:lnTo>
                    <a:pt x="55" y="28"/>
                  </a:lnTo>
                  <a:lnTo>
                    <a:pt x="49" y="40"/>
                  </a:lnTo>
                  <a:lnTo>
                    <a:pt x="44" y="53"/>
                  </a:lnTo>
                  <a:lnTo>
                    <a:pt x="44" y="53"/>
                  </a:lnTo>
                  <a:lnTo>
                    <a:pt x="39" y="72"/>
                  </a:lnTo>
                  <a:lnTo>
                    <a:pt x="35" y="91"/>
                  </a:lnTo>
                  <a:lnTo>
                    <a:pt x="31" y="109"/>
                  </a:lnTo>
                  <a:lnTo>
                    <a:pt x="26" y="128"/>
                  </a:lnTo>
                  <a:lnTo>
                    <a:pt x="26" y="128"/>
                  </a:lnTo>
                  <a:lnTo>
                    <a:pt x="22" y="144"/>
                  </a:lnTo>
                  <a:lnTo>
                    <a:pt x="18" y="160"/>
                  </a:lnTo>
                  <a:lnTo>
                    <a:pt x="15" y="176"/>
                  </a:lnTo>
                  <a:lnTo>
                    <a:pt x="12" y="193"/>
                  </a:lnTo>
                  <a:lnTo>
                    <a:pt x="12" y="193"/>
                  </a:lnTo>
                  <a:lnTo>
                    <a:pt x="5" y="227"/>
                  </a:lnTo>
                  <a:lnTo>
                    <a:pt x="2" y="243"/>
                  </a:lnTo>
                  <a:lnTo>
                    <a:pt x="0" y="260"/>
                  </a:lnTo>
                  <a:lnTo>
                    <a:pt x="0" y="260"/>
                  </a:lnTo>
                  <a:lnTo>
                    <a:pt x="0" y="262"/>
                  </a:lnTo>
                  <a:lnTo>
                    <a:pt x="1" y="263"/>
                  </a:lnTo>
                  <a:lnTo>
                    <a:pt x="2" y="264"/>
                  </a:lnTo>
                  <a:lnTo>
                    <a:pt x="4" y="264"/>
                  </a:lnTo>
                  <a:lnTo>
                    <a:pt x="7" y="263"/>
                  </a:lnTo>
                  <a:lnTo>
                    <a:pt x="8" y="262"/>
                  </a:lnTo>
                  <a:lnTo>
                    <a:pt x="9" y="260"/>
                  </a:lnTo>
                  <a:lnTo>
                    <a:pt x="9" y="260"/>
                  </a:lnTo>
                  <a:lnTo>
                    <a:pt x="12" y="241"/>
                  </a:lnTo>
                  <a:lnTo>
                    <a:pt x="15" y="224"/>
                  </a:lnTo>
                  <a:lnTo>
                    <a:pt x="24" y="188"/>
                  </a:lnTo>
                  <a:lnTo>
                    <a:pt x="24" y="188"/>
                  </a:lnTo>
                  <a:lnTo>
                    <a:pt x="30" y="155"/>
                  </a:lnTo>
                  <a:lnTo>
                    <a:pt x="33" y="138"/>
                  </a:lnTo>
                  <a:lnTo>
                    <a:pt x="37" y="123"/>
                  </a:lnTo>
                  <a:lnTo>
                    <a:pt x="37" y="123"/>
                  </a:lnTo>
                  <a:lnTo>
                    <a:pt x="45" y="89"/>
                  </a:lnTo>
                  <a:lnTo>
                    <a:pt x="54" y="55"/>
                  </a:lnTo>
                  <a:lnTo>
                    <a:pt x="54" y="55"/>
                  </a:lnTo>
                  <a:lnTo>
                    <a:pt x="59" y="43"/>
                  </a:lnTo>
                  <a:lnTo>
                    <a:pt x="64" y="31"/>
                  </a:lnTo>
                  <a:lnTo>
                    <a:pt x="75" y="5"/>
                  </a:lnTo>
                  <a:lnTo>
                    <a:pt x="75" y="5"/>
                  </a:lnTo>
                  <a:lnTo>
                    <a:pt x="75" y="4"/>
                  </a:lnTo>
                  <a:lnTo>
                    <a:pt x="75" y="2"/>
                  </a:lnTo>
                  <a:lnTo>
                    <a:pt x="74" y="1"/>
                  </a:lnTo>
                  <a:lnTo>
                    <a:pt x="72" y="0"/>
                  </a:lnTo>
                  <a:lnTo>
                    <a:pt x="69" y="0"/>
                  </a:lnTo>
                  <a:lnTo>
                    <a:pt x="67" y="1"/>
                  </a:lnTo>
                  <a:lnTo>
                    <a:pt x="66" y="3"/>
                  </a:lnTo>
                  <a:lnTo>
                    <a:pt x="6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4" name="Freeform 382"/>
            <p:cNvSpPr/>
            <p:nvPr/>
          </p:nvSpPr>
          <p:spPr bwMode="auto">
            <a:xfrm>
              <a:off x="4773613" y="3186113"/>
              <a:ext cx="34925" cy="101600"/>
            </a:xfrm>
            <a:custGeom>
              <a:avLst/>
              <a:gdLst/>
              <a:ahLst/>
              <a:cxnLst>
                <a:cxn ang="0">
                  <a:pos x="59" y="4"/>
                </a:cxn>
                <a:cxn ang="0">
                  <a:pos x="59" y="4"/>
                </a:cxn>
                <a:cxn ang="0">
                  <a:pos x="57" y="11"/>
                </a:cxn>
                <a:cxn ang="0">
                  <a:pos x="53" y="18"/>
                </a:cxn>
                <a:cxn ang="0">
                  <a:pos x="46" y="31"/>
                </a:cxn>
                <a:cxn ang="0">
                  <a:pos x="46" y="31"/>
                </a:cxn>
                <a:cxn ang="0">
                  <a:pos x="42" y="36"/>
                </a:cxn>
                <a:cxn ang="0">
                  <a:pos x="41" y="42"/>
                </a:cxn>
                <a:cxn ang="0">
                  <a:pos x="40" y="54"/>
                </a:cxn>
                <a:cxn ang="0">
                  <a:pos x="40" y="54"/>
                </a:cxn>
                <a:cxn ang="0">
                  <a:pos x="36" y="74"/>
                </a:cxn>
                <a:cxn ang="0">
                  <a:pos x="31" y="93"/>
                </a:cxn>
                <a:cxn ang="0">
                  <a:pos x="18" y="132"/>
                </a:cxn>
                <a:cxn ang="0">
                  <a:pos x="18" y="132"/>
                </a:cxn>
                <a:cxn ang="0">
                  <a:pos x="10" y="153"/>
                </a:cxn>
                <a:cxn ang="0">
                  <a:pos x="2" y="174"/>
                </a:cxn>
                <a:cxn ang="0">
                  <a:pos x="2" y="174"/>
                </a:cxn>
                <a:cxn ang="0">
                  <a:pos x="1" y="178"/>
                </a:cxn>
                <a:cxn ang="0">
                  <a:pos x="0" y="182"/>
                </a:cxn>
                <a:cxn ang="0">
                  <a:pos x="1" y="186"/>
                </a:cxn>
                <a:cxn ang="0">
                  <a:pos x="4" y="189"/>
                </a:cxn>
                <a:cxn ang="0">
                  <a:pos x="4" y="189"/>
                </a:cxn>
                <a:cxn ang="0">
                  <a:pos x="6" y="190"/>
                </a:cxn>
                <a:cxn ang="0">
                  <a:pos x="7" y="190"/>
                </a:cxn>
                <a:cxn ang="0">
                  <a:pos x="9" y="189"/>
                </a:cxn>
                <a:cxn ang="0">
                  <a:pos x="10" y="188"/>
                </a:cxn>
                <a:cxn ang="0">
                  <a:pos x="10" y="185"/>
                </a:cxn>
                <a:cxn ang="0">
                  <a:pos x="10" y="183"/>
                </a:cxn>
                <a:cxn ang="0">
                  <a:pos x="9" y="181"/>
                </a:cxn>
                <a:cxn ang="0">
                  <a:pos x="9" y="181"/>
                </a:cxn>
                <a:cxn ang="0">
                  <a:pos x="9" y="180"/>
                </a:cxn>
                <a:cxn ang="0">
                  <a:pos x="10" y="178"/>
                </a:cxn>
                <a:cxn ang="0">
                  <a:pos x="14" y="170"/>
                </a:cxn>
                <a:cxn ang="0">
                  <a:pos x="19" y="163"/>
                </a:cxn>
                <a:cxn ang="0">
                  <a:pos x="21" y="158"/>
                </a:cxn>
                <a:cxn ang="0">
                  <a:pos x="21" y="158"/>
                </a:cxn>
                <a:cxn ang="0">
                  <a:pos x="24" y="144"/>
                </a:cxn>
                <a:cxn ang="0">
                  <a:pos x="28" y="130"/>
                </a:cxn>
                <a:cxn ang="0">
                  <a:pos x="38" y="102"/>
                </a:cxn>
                <a:cxn ang="0">
                  <a:pos x="38" y="102"/>
                </a:cxn>
                <a:cxn ang="0">
                  <a:pos x="42" y="89"/>
                </a:cxn>
                <a:cxn ang="0">
                  <a:pos x="46" y="75"/>
                </a:cxn>
                <a:cxn ang="0">
                  <a:pos x="51" y="48"/>
                </a:cxn>
                <a:cxn ang="0">
                  <a:pos x="51" y="48"/>
                </a:cxn>
                <a:cxn ang="0">
                  <a:pos x="52" y="42"/>
                </a:cxn>
                <a:cxn ang="0">
                  <a:pos x="54" y="37"/>
                </a:cxn>
                <a:cxn ang="0">
                  <a:pos x="59" y="27"/>
                </a:cxn>
                <a:cxn ang="0">
                  <a:pos x="64" y="18"/>
                </a:cxn>
                <a:cxn ang="0">
                  <a:pos x="66" y="11"/>
                </a:cxn>
                <a:cxn ang="0">
                  <a:pos x="68" y="6"/>
                </a:cxn>
                <a:cxn ang="0">
                  <a:pos x="68" y="6"/>
                </a:cxn>
                <a:cxn ang="0">
                  <a:pos x="68" y="4"/>
                </a:cxn>
                <a:cxn ang="0">
                  <a:pos x="67" y="2"/>
                </a:cxn>
                <a:cxn ang="0">
                  <a:pos x="64" y="1"/>
                </a:cxn>
                <a:cxn ang="0">
                  <a:pos x="62" y="0"/>
                </a:cxn>
                <a:cxn ang="0">
                  <a:pos x="61" y="1"/>
                </a:cxn>
                <a:cxn ang="0">
                  <a:pos x="60" y="2"/>
                </a:cxn>
                <a:cxn ang="0">
                  <a:pos x="59" y="4"/>
                </a:cxn>
                <a:cxn ang="0">
                  <a:pos x="59" y="4"/>
                </a:cxn>
              </a:cxnLst>
              <a:rect l="0" t="0" r="r" b="b"/>
              <a:pathLst>
                <a:path w="68" h="190">
                  <a:moveTo>
                    <a:pt x="59" y="4"/>
                  </a:moveTo>
                  <a:lnTo>
                    <a:pt x="59" y="4"/>
                  </a:lnTo>
                  <a:lnTo>
                    <a:pt x="57" y="11"/>
                  </a:lnTo>
                  <a:lnTo>
                    <a:pt x="53" y="18"/>
                  </a:lnTo>
                  <a:lnTo>
                    <a:pt x="46" y="31"/>
                  </a:lnTo>
                  <a:lnTo>
                    <a:pt x="46" y="31"/>
                  </a:lnTo>
                  <a:lnTo>
                    <a:pt x="42" y="36"/>
                  </a:lnTo>
                  <a:lnTo>
                    <a:pt x="41" y="42"/>
                  </a:lnTo>
                  <a:lnTo>
                    <a:pt x="40" y="54"/>
                  </a:lnTo>
                  <a:lnTo>
                    <a:pt x="40" y="54"/>
                  </a:lnTo>
                  <a:lnTo>
                    <a:pt x="36" y="74"/>
                  </a:lnTo>
                  <a:lnTo>
                    <a:pt x="31" y="93"/>
                  </a:lnTo>
                  <a:lnTo>
                    <a:pt x="18" y="132"/>
                  </a:lnTo>
                  <a:lnTo>
                    <a:pt x="18" y="132"/>
                  </a:lnTo>
                  <a:lnTo>
                    <a:pt x="10" y="153"/>
                  </a:lnTo>
                  <a:lnTo>
                    <a:pt x="2" y="174"/>
                  </a:lnTo>
                  <a:lnTo>
                    <a:pt x="2" y="174"/>
                  </a:lnTo>
                  <a:lnTo>
                    <a:pt x="1" y="178"/>
                  </a:lnTo>
                  <a:lnTo>
                    <a:pt x="0" y="182"/>
                  </a:lnTo>
                  <a:lnTo>
                    <a:pt x="1" y="186"/>
                  </a:lnTo>
                  <a:lnTo>
                    <a:pt x="4" y="189"/>
                  </a:lnTo>
                  <a:lnTo>
                    <a:pt x="4" y="189"/>
                  </a:lnTo>
                  <a:lnTo>
                    <a:pt x="6" y="190"/>
                  </a:lnTo>
                  <a:lnTo>
                    <a:pt x="7" y="190"/>
                  </a:lnTo>
                  <a:lnTo>
                    <a:pt x="9" y="189"/>
                  </a:lnTo>
                  <a:lnTo>
                    <a:pt x="10" y="188"/>
                  </a:lnTo>
                  <a:lnTo>
                    <a:pt x="10" y="185"/>
                  </a:lnTo>
                  <a:lnTo>
                    <a:pt x="10" y="183"/>
                  </a:lnTo>
                  <a:lnTo>
                    <a:pt x="9" y="181"/>
                  </a:lnTo>
                  <a:lnTo>
                    <a:pt x="9" y="181"/>
                  </a:lnTo>
                  <a:lnTo>
                    <a:pt x="9" y="180"/>
                  </a:lnTo>
                  <a:lnTo>
                    <a:pt x="10" y="178"/>
                  </a:lnTo>
                  <a:lnTo>
                    <a:pt x="14" y="170"/>
                  </a:lnTo>
                  <a:lnTo>
                    <a:pt x="19" y="163"/>
                  </a:lnTo>
                  <a:lnTo>
                    <a:pt x="21" y="158"/>
                  </a:lnTo>
                  <a:lnTo>
                    <a:pt x="21" y="158"/>
                  </a:lnTo>
                  <a:lnTo>
                    <a:pt x="24" y="144"/>
                  </a:lnTo>
                  <a:lnTo>
                    <a:pt x="28" y="130"/>
                  </a:lnTo>
                  <a:lnTo>
                    <a:pt x="38" y="102"/>
                  </a:lnTo>
                  <a:lnTo>
                    <a:pt x="38" y="102"/>
                  </a:lnTo>
                  <a:lnTo>
                    <a:pt x="42" y="89"/>
                  </a:lnTo>
                  <a:lnTo>
                    <a:pt x="46" y="75"/>
                  </a:lnTo>
                  <a:lnTo>
                    <a:pt x="51" y="48"/>
                  </a:lnTo>
                  <a:lnTo>
                    <a:pt x="51" y="48"/>
                  </a:lnTo>
                  <a:lnTo>
                    <a:pt x="52" y="42"/>
                  </a:lnTo>
                  <a:lnTo>
                    <a:pt x="54" y="37"/>
                  </a:lnTo>
                  <a:lnTo>
                    <a:pt x="59" y="27"/>
                  </a:lnTo>
                  <a:lnTo>
                    <a:pt x="64" y="18"/>
                  </a:lnTo>
                  <a:lnTo>
                    <a:pt x="66" y="11"/>
                  </a:lnTo>
                  <a:lnTo>
                    <a:pt x="68" y="6"/>
                  </a:lnTo>
                  <a:lnTo>
                    <a:pt x="68" y="6"/>
                  </a:lnTo>
                  <a:lnTo>
                    <a:pt x="68" y="4"/>
                  </a:lnTo>
                  <a:lnTo>
                    <a:pt x="67" y="2"/>
                  </a:lnTo>
                  <a:lnTo>
                    <a:pt x="64" y="1"/>
                  </a:lnTo>
                  <a:lnTo>
                    <a:pt x="62" y="0"/>
                  </a:lnTo>
                  <a:lnTo>
                    <a:pt x="61" y="1"/>
                  </a:lnTo>
                  <a:lnTo>
                    <a:pt x="60" y="2"/>
                  </a:lnTo>
                  <a:lnTo>
                    <a:pt x="59" y="4"/>
                  </a:lnTo>
                  <a:lnTo>
                    <a:pt x="5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5" name="Freeform 383"/>
            <p:cNvSpPr/>
            <p:nvPr/>
          </p:nvSpPr>
          <p:spPr bwMode="auto">
            <a:xfrm>
              <a:off x="4829175" y="3186113"/>
              <a:ext cx="22225" cy="73025"/>
            </a:xfrm>
            <a:custGeom>
              <a:avLst/>
              <a:gdLst/>
              <a:ahLst/>
              <a:cxnLst>
                <a:cxn ang="0">
                  <a:pos x="35" y="5"/>
                </a:cxn>
                <a:cxn ang="0">
                  <a:pos x="35" y="5"/>
                </a:cxn>
                <a:cxn ang="0">
                  <a:pos x="32" y="21"/>
                </a:cxn>
                <a:cxn ang="0">
                  <a:pos x="29" y="37"/>
                </a:cxn>
                <a:cxn ang="0">
                  <a:pos x="21" y="68"/>
                </a:cxn>
                <a:cxn ang="0">
                  <a:pos x="21" y="68"/>
                </a:cxn>
                <a:cxn ang="0">
                  <a:pos x="18" y="85"/>
                </a:cxn>
                <a:cxn ang="0">
                  <a:pos x="13" y="100"/>
                </a:cxn>
                <a:cxn ang="0">
                  <a:pos x="2" y="132"/>
                </a:cxn>
                <a:cxn ang="0">
                  <a:pos x="2" y="132"/>
                </a:cxn>
                <a:cxn ang="0">
                  <a:pos x="0" y="134"/>
                </a:cxn>
                <a:cxn ang="0">
                  <a:pos x="2" y="135"/>
                </a:cxn>
                <a:cxn ang="0">
                  <a:pos x="3" y="136"/>
                </a:cxn>
                <a:cxn ang="0">
                  <a:pos x="5" y="137"/>
                </a:cxn>
                <a:cxn ang="0">
                  <a:pos x="8" y="137"/>
                </a:cxn>
                <a:cxn ang="0">
                  <a:pos x="10" y="136"/>
                </a:cxn>
                <a:cxn ang="0">
                  <a:pos x="11" y="134"/>
                </a:cxn>
                <a:cxn ang="0">
                  <a:pos x="11" y="134"/>
                </a:cxn>
                <a:cxn ang="0">
                  <a:pos x="17" y="117"/>
                </a:cxn>
                <a:cxn ang="0">
                  <a:pos x="23" y="99"/>
                </a:cxn>
                <a:cxn ang="0">
                  <a:pos x="28" y="81"/>
                </a:cxn>
                <a:cxn ang="0">
                  <a:pos x="32" y="62"/>
                </a:cxn>
                <a:cxn ang="0">
                  <a:pos x="32" y="62"/>
                </a:cxn>
                <a:cxn ang="0">
                  <a:pos x="40" y="34"/>
                </a:cxn>
                <a:cxn ang="0">
                  <a:pos x="42" y="20"/>
                </a:cxn>
                <a:cxn ang="0">
                  <a:pos x="44" y="5"/>
                </a:cxn>
                <a:cxn ang="0">
                  <a:pos x="44" y="5"/>
                </a:cxn>
                <a:cxn ang="0">
                  <a:pos x="44" y="3"/>
                </a:cxn>
                <a:cxn ang="0">
                  <a:pos x="43" y="2"/>
                </a:cxn>
                <a:cxn ang="0">
                  <a:pos x="41" y="1"/>
                </a:cxn>
                <a:cxn ang="0">
                  <a:pos x="40" y="0"/>
                </a:cxn>
                <a:cxn ang="0">
                  <a:pos x="38" y="1"/>
                </a:cxn>
                <a:cxn ang="0">
                  <a:pos x="36" y="2"/>
                </a:cxn>
                <a:cxn ang="0">
                  <a:pos x="35" y="3"/>
                </a:cxn>
                <a:cxn ang="0">
                  <a:pos x="35" y="5"/>
                </a:cxn>
                <a:cxn ang="0">
                  <a:pos x="35" y="5"/>
                </a:cxn>
              </a:cxnLst>
              <a:rect l="0" t="0" r="r" b="b"/>
              <a:pathLst>
                <a:path w="44" h="137">
                  <a:moveTo>
                    <a:pt x="35" y="5"/>
                  </a:moveTo>
                  <a:lnTo>
                    <a:pt x="35" y="5"/>
                  </a:lnTo>
                  <a:lnTo>
                    <a:pt x="32" y="21"/>
                  </a:lnTo>
                  <a:lnTo>
                    <a:pt x="29" y="37"/>
                  </a:lnTo>
                  <a:lnTo>
                    <a:pt x="21" y="68"/>
                  </a:lnTo>
                  <a:lnTo>
                    <a:pt x="21" y="68"/>
                  </a:lnTo>
                  <a:lnTo>
                    <a:pt x="18" y="85"/>
                  </a:lnTo>
                  <a:lnTo>
                    <a:pt x="13" y="100"/>
                  </a:lnTo>
                  <a:lnTo>
                    <a:pt x="2" y="132"/>
                  </a:lnTo>
                  <a:lnTo>
                    <a:pt x="2" y="132"/>
                  </a:lnTo>
                  <a:lnTo>
                    <a:pt x="0" y="134"/>
                  </a:lnTo>
                  <a:lnTo>
                    <a:pt x="2" y="135"/>
                  </a:lnTo>
                  <a:lnTo>
                    <a:pt x="3" y="136"/>
                  </a:lnTo>
                  <a:lnTo>
                    <a:pt x="5" y="137"/>
                  </a:lnTo>
                  <a:lnTo>
                    <a:pt x="8" y="137"/>
                  </a:lnTo>
                  <a:lnTo>
                    <a:pt x="10" y="136"/>
                  </a:lnTo>
                  <a:lnTo>
                    <a:pt x="11" y="134"/>
                  </a:lnTo>
                  <a:lnTo>
                    <a:pt x="11" y="134"/>
                  </a:lnTo>
                  <a:lnTo>
                    <a:pt x="17" y="117"/>
                  </a:lnTo>
                  <a:lnTo>
                    <a:pt x="23" y="99"/>
                  </a:lnTo>
                  <a:lnTo>
                    <a:pt x="28" y="81"/>
                  </a:lnTo>
                  <a:lnTo>
                    <a:pt x="32" y="62"/>
                  </a:lnTo>
                  <a:lnTo>
                    <a:pt x="32" y="62"/>
                  </a:lnTo>
                  <a:lnTo>
                    <a:pt x="40" y="34"/>
                  </a:lnTo>
                  <a:lnTo>
                    <a:pt x="42" y="20"/>
                  </a:lnTo>
                  <a:lnTo>
                    <a:pt x="44" y="5"/>
                  </a:lnTo>
                  <a:lnTo>
                    <a:pt x="44" y="5"/>
                  </a:lnTo>
                  <a:lnTo>
                    <a:pt x="44" y="3"/>
                  </a:lnTo>
                  <a:lnTo>
                    <a:pt x="43" y="2"/>
                  </a:lnTo>
                  <a:lnTo>
                    <a:pt x="41" y="1"/>
                  </a:lnTo>
                  <a:lnTo>
                    <a:pt x="40" y="0"/>
                  </a:lnTo>
                  <a:lnTo>
                    <a:pt x="38" y="1"/>
                  </a:lnTo>
                  <a:lnTo>
                    <a:pt x="36" y="2"/>
                  </a:lnTo>
                  <a:lnTo>
                    <a:pt x="35" y="3"/>
                  </a:lnTo>
                  <a:lnTo>
                    <a:pt x="35" y="5"/>
                  </a:lnTo>
                  <a:lnTo>
                    <a:pt x="35"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6" name="Freeform 384"/>
            <p:cNvSpPr/>
            <p:nvPr/>
          </p:nvSpPr>
          <p:spPr bwMode="auto">
            <a:xfrm>
              <a:off x="4884738" y="3184525"/>
              <a:ext cx="9525" cy="12700"/>
            </a:xfrm>
            <a:custGeom>
              <a:avLst/>
              <a:gdLst/>
              <a:ahLst/>
              <a:cxnLst>
                <a:cxn ang="0">
                  <a:pos x="10" y="1"/>
                </a:cxn>
                <a:cxn ang="0">
                  <a:pos x="10" y="1"/>
                </a:cxn>
                <a:cxn ang="0">
                  <a:pos x="3" y="9"/>
                </a:cxn>
                <a:cxn ang="0">
                  <a:pos x="1" y="13"/>
                </a:cxn>
                <a:cxn ang="0">
                  <a:pos x="0" y="19"/>
                </a:cxn>
                <a:cxn ang="0">
                  <a:pos x="0" y="19"/>
                </a:cxn>
                <a:cxn ang="0">
                  <a:pos x="0" y="21"/>
                </a:cxn>
                <a:cxn ang="0">
                  <a:pos x="1" y="22"/>
                </a:cxn>
                <a:cxn ang="0">
                  <a:pos x="2" y="23"/>
                </a:cxn>
                <a:cxn ang="0">
                  <a:pos x="4" y="23"/>
                </a:cxn>
                <a:cxn ang="0">
                  <a:pos x="7" y="22"/>
                </a:cxn>
                <a:cxn ang="0">
                  <a:pos x="8" y="21"/>
                </a:cxn>
                <a:cxn ang="0">
                  <a:pos x="9" y="19"/>
                </a:cxn>
                <a:cxn ang="0">
                  <a:pos x="9" y="19"/>
                </a:cxn>
                <a:cxn ang="0">
                  <a:pos x="10" y="15"/>
                </a:cxn>
                <a:cxn ang="0">
                  <a:pos x="12" y="12"/>
                </a:cxn>
                <a:cxn ang="0">
                  <a:pos x="17" y="8"/>
                </a:cxn>
                <a:cxn ang="0">
                  <a:pos x="17" y="8"/>
                </a:cxn>
                <a:cxn ang="0">
                  <a:pos x="18" y="6"/>
                </a:cxn>
                <a:cxn ang="0">
                  <a:pos x="18" y="4"/>
                </a:cxn>
                <a:cxn ang="0">
                  <a:pos x="17" y="3"/>
                </a:cxn>
                <a:cxn ang="0">
                  <a:pos x="16" y="1"/>
                </a:cxn>
                <a:cxn ang="0">
                  <a:pos x="15" y="0"/>
                </a:cxn>
                <a:cxn ang="0">
                  <a:pos x="13" y="0"/>
                </a:cxn>
                <a:cxn ang="0">
                  <a:pos x="12" y="0"/>
                </a:cxn>
                <a:cxn ang="0">
                  <a:pos x="10" y="1"/>
                </a:cxn>
                <a:cxn ang="0">
                  <a:pos x="10" y="1"/>
                </a:cxn>
              </a:cxnLst>
              <a:rect l="0" t="0" r="r" b="b"/>
              <a:pathLst>
                <a:path w="18" h="23">
                  <a:moveTo>
                    <a:pt x="10" y="1"/>
                  </a:moveTo>
                  <a:lnTo>
                    <a:pt x="10" y="1"/>
                  </a:lnTo>
                  <a:lnTo>
                    <a:pt x="3" y="9"/>
                  </a:lnTo>
                  <a:lnTo>
                    <a:pt x="1" y="13"/>
                  </a:lnTo>
                  <a:lnTo>
                    <a:pt x="0" y="19"/>
                  </a:lnTo>
                  <a:lnTo>
                    <a:pt x="0" y="19"/>
                  </a:lnTo>
                  <a:lnTo>
                    <a:pt x="0" y="21"/>
                  </a:lnTo>
                  <a:lnTo>
                    <a:pt x="1" y="22"/>
                  </a:lnTo>
                  <a:lnTo>
                    <a:pt x="2" y="23"/>
                  </a:lnTo>
                  <a:lnTo>
                    <a:pt x="4" y="23"/>
                  </a:lnTo>
                  <a:lnTo>
                    <a:pt x="7" y="22"/>
                  </a:lnTo>
                  <a:lnTo>
                    <a:pt x="8" y="21"/>
                  </a:lnTo>
                  <a:lnTo>
                    <a:pt x="9" y="19"/>
                  </a:lnTo>
                  <a:lnTo>
                    <a:pt x="9" y="19"/>
                  </a:lnTo>
                  <a:lnTo>
                    <a:pt x="10" y="15"/>
                  </a:lnTo>
                  <a:lnTo>
                    <a:pt x="12" y="12"/>
                  </a:lnTo>
                  <a:lnTo>
                    <a:pt x="17" y="8"/>
                  </a:lnTo>
                  <a:lnTo>
                    <a:pt x="17" y="8"/>
                  </a:lnTo>
                  <a:lnTo>
                    <a:pt x="18" y="6"/>
                  </a:lnTo>
                  <a:lnTo>
                    <a:pt x="18" y="4"/>
                  </a:lnTo>
                  <a:lnTo>
                    <a:pt x="17" y="3"/>
                  </a:lnTo>
                  <a:lnTo>
                    <a:pt x="16" y="1"/>
                  </a:lnTo>
                  <a:lnTo>
                    <a:pt x="15" y="0"/>
                  </a:lnTo>
                  <a:lnTo>
                    <a:pt x="13" y="0"/>
                  </a:lnTo>
                  <a:lnTo>
                    <a:pt x="12" y="0"/>
                  </a:lnTo>
                  <a:lnTo>
                    <a:pt x="10" y="1"/>
                  </a:lnTo>
                  <a:lnTo>
                    <a:pt x="1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7" name="Freeform 385"/>
            <p:cNvSpPr/>
            <p:nvPr/>
          </p:nvSpPr>
          <p:spPr bwMode="auto">
            <a:xfrm>
              <a:off x="4586288" y="3460750"/>
              <a:ext cx="165100" cy="39688"/>
            </a:xfrm>
            <a:custGeom>
              <a:avLst/>
              <a:gdLst/>
              <a:ahLst/>
              <a:cxnLst>
                <a:cxn ang="0">
                  <a:pos x="306" y="66"/>
                </a:cxn>
                <a:cxn ang="0">
                  <a:pos x="306" y="66"/>
                </a:cxn>
                <a:cxn ang="0">
                  <a:pos x="297" y="67"/>
                </a:cxn>
                <a:cxn ang="0">
                  <a:pos x="288" y="66"/>
                </a:cxn>
                <a:cxn ang="0">
                  <a:pos x="279" y="63"/>
                </a:cxn>
                <a:cxn ang="0">
                  <a:pos x="268" y="59"/>
                </a:cxn>
                <a:cxn ang="0">
                  <a:pos x="249" y="51"/>
                </a:cxn>
                <a:cxn ang="0">
                  <a:pos x="232" y="45"/>
                </a:cxn>
                <a:cxn ang="0">
                  <a:pos x="232" y="45"/>
                </a:cxn>
                <a:cxn ang="0">
                  <a:pos x="194" y="35"/>
                </a:cxn>
                <a:cxn ang="0">
                  <a:pos x="157" y="24"/>
                </a:cxn>
                <a:cxn ang="0">
                  <a:pos x="157" y="24"/>
                </a:cxn>
                <a:cxn ang="0">
                  <a:pos x="139" y="20"/>
                </a:cxn>
                <a:cxn ang="0">
                  <a:pos x="121" y="17"/>
                </a:cxn>
                <a:cxn ang="0">
                  <a:pos x="102" y="14"/>
                </a:cxn>
                <a:cxn ang="0">
                  <a:pos x="85" y="11"/>
                </a:cxn>
                <a:cxn ang="0">
                  <a:pos x="85" y="11"/>
                </a:cxn>
                <a:cxn ang="0">
                  <a:pos x="64" y="7"/>
                </a:cxn>
                <a:cxn ang="0">
                  <a:pos x="44" y="3"/>
                </a:cxn>
                <a:cxn ang="0">
                  <a:pos x="25" y="1"/>
                </a:cxn>
                <a:cxn ang="0">
                  <a:pos x="4" y="0"/>
                </a:cxn>
                <a:cxn ang="0">
                  <a:pos x="4" y="0"/>
                </a:cxn>
                <a:cxn ang="0">
                  <a:pos x="2" y="0"/>
                </a:cxn>
                <a:cxn ang="0">
                  <a:pos x="1" y="1"/>
                </a:cxn>
                <a:cxn ang="0">
                  <a:pos x="0" y="2"/>
                </a:cxn>
                <a:cxn ang="0">
                  <a:pos x="0" y="4"/>
                </a:cxn>
                <a:cxn ang="0">
                  <a:pos x="0" y="6"/>
                </a:cxn>
                <a:cxn ang="0">
                  <a:pos x="1" y="7"/>
                </a:cxn>
                <a:cxn ang="0">
                  <a:pos x="2" y="8"/>
                </a:cxn>
                <a:cxn ang="0">
                  <a:pos x="4" y="9"/>
                </a:cxn>
                <a:cxn ang="0">
                  <a:pos x="4" y="9"/>
                </a:cxn>
                <a:cxn ang="0">
                  <a:pos x="26" y="10"/>
                </a:cxn>
                <a:cxn ang="0">
                  <a:pos x="47" y="13"/>
                </a:cxn>
                <a:cxn ang="0">
                  <a:pos x="68" y="17"/>
                </a:cxn>
                <a:cxn ang="0">
                  <a:pos x="90" y="21"/>
                </a:cxn>
                <a:cxn ang="0">
                  <a:pos x="90" y="21"/>
                </a:cxn>
                <a:cxn ang="0">
                  <a:pos x="109" y="25"/>
                </a:cxn>
                <a:cxn ang="0">
                  <a:pos x="130" y="30"/>
                </a:cxn>
                <a:cxn ang="0">
                  <a:pos x="151" y="34"/>
                </a:cxn>
                <a:cxn ang="0">
                  <a:pos x="170" y="39"/>
                </a:cxn>
                <a:cxn ang="0">
                  <a:pos x="170" y="39"/>
                </a:cxn>
                <a:cxn ang="0">
                  <a:pos x="191" y="45"/>
                </a:cxn>
                <a:cxn ang="0">
                  <a:pos x="213" y="50"/>
                </a:cxn>
                <a:cxn ang="0">
                  <a:pos x="234" y="56"/>
                </a:cxn>
                <a:cxn ang="0">
                  <a:pos x="255" y="63"/>
                </a:cxn>
                <a:cxn ang="0">
                  <a:pos x="255" y="63"/>
                </a:cxn>
                <a:cxn ang="0">
                  <a:pos x="281" y="73"/>
                </a:cxn>
                <a:cxn ang="0">
                  <a:pos x="288" y="74"/>
                </a:cxn>
                <a:cxn ang="0">
                  <a:pos x="294" y="75"/>
                </a:cxn>
                <a:cxn ang="0">
                  <a:pos x="301" y="76"/>
                </a:cxn>
                <a:cxn ang="0">
                  <a:pos x="309" y="75"/>
                </a:cxn>
                <a:cxn ang="0">
                  <a:pos x="309" y="75"/>
                </a:cxn>
                <a:cxn ang="0">
                  <a:pos x="311" y="74"/>
                </a:cxn>
                <a:cxn ang="0">
                  <a:pos x="312" y="73"/>
                </a:cxn>
                <a:cxn ang="0">
                  <a:pos x="312" y="71"/>
                </a:cxn>
                <a:cxn ang="0">
                  <a:pos x="312" y="70"/>
                </a:cxn>
                <a:cxn ang="0">
                  <a:pos x="310" y="67"/>
                </a:cxn>
                <a:cxn ang="0">
                  <a:pos x="308" y="66"/>
                </a:cxn>
                <a:cxn ang="0">
                  <a:pos x="306" y="66"/>
                </a:cxn>
                <a:cxn ang="0">
                  <a:pos x="306" y="66"/>
                </a:cxn>
              </a:cxnLst>
              <a:rect l="0" t="0" r="r" b="b"/>
              <a:pathLst>
                <a:path w="312" h="76">
                  <a:moveTo>
                    <a:pt x="306" y="66"/>
                  </a:moveTo>
                  <a:lnTo>
                    <a:pt x="306" y="66"/>
                  </a:lnTo>
                  <a:lnTo>
                    <a:pt x="297" y="67"/>
                  </a:lnTo>
                  <a:lnTo>
                    <a:pt x="288" y="66"/>
                  </a:lnTo>
                  <a:lnTo>
                    <a:pt x="279" y="63"/>
                  </a:lnTo>
                  <a:lnTo>
                    <a:pt x="268" y="59"/>
                  </a:lnTo>
                  <a:lnTo>
                    <a:pt x="249" y="51"/>
                  </a:lnTo>
                  <a:lnTo>
                    <a:pt x="232" y="45"/>
                  </a:lnTo>
                  <a:lnTo>
                    <a:pt x="232" y="45"/>
                  </a:lnTo>
                  <a:lnTo>
                    <a:pt x="194" y="35"/>
                  </a:lnTo>
                  <a:lnTo>
                    <a:pt x="157" y="24"/>
                  </a:lnTo>
                  <a:lnTo>
                    <a:pt x="157" y="24"/>
                  </a:lnTo>
                  <a:lnTo>
                    <a:pt x="139" y="20"/>
                  </a:lnTo>
                  <a:lnTo>
                    <a:pt x="121" y="17"/>
                  </a:lnTo>
                  <a:lnTo>
                    <a:pt x="102" y="14"/>
                  </a:lnTo>
                  <a:lnTo>
                    <a:pt x="85" y="11"/>
                  </a:lnTo>
                  <a:lnTo>
                    <a:pt x="85" y="11"/>
                  </a:lnTo>
                  <a:lnTo>
                    <a:pt x="64" y="7"/>
                  </a:lnTo>
                  <a:lnTo>
                    <a:pt x="44" y="3"/>
                  </a:lnTo>
                  <a:lnTo>
                    <a:pt x="25" y="1"/>
                  </a:lnTo>
                  <a:lnTo>
                    <a:pt x="4" y="0"/>
                  </a:lnTo>
                  <a:lnTo>
                    <a:pt x="4" y="0"/>
                  </a:lnTo>
                  <a:lnTo>
                    <a:pt x="2" y="0"/>
                  </a:lnTo>
                  <a:lnTo>
                    <a:pt x="1" y="1"/>
                  </a:lnTo>
                  <a:lnTo>
                    <a:pt x="0" y="2"/>
                  </a:lnTo>
                  <a:lnTo>
                    <a:pt x="0" y="4"/>
                  </a:lnTo>
                  <a:lnTo>
                    <a:pt x="0" y="6"/>
                  </a:lnTo>
                  <a:lnTo>
                    <a:pt x="1" y="7"/>
                  </a:lnTo>
                  <a:lnTo>
                    <a:pt x="2" y="8"/>
                  </a:lnTo>
                  <a:lnTo>
                    <a:pt x="4" y="9"/>
                  </a:lnTo>
                  <a:lnTo>
                    <a:pt x="4" y="9"/>
                  </a:lnTo>
                  <a:lnTo>
                    <a:pt x="26" y="10"/>
                  </a:lnTo>
                  <a:lnTo>
                    <a:pt x="47" y="13"/>
                  </a:lnTo>
                  <a:lnTo>
                    <a:pt x="68" y="17"/>
                  </a:lnTo>
                  <a:lnTo>
                    <a:pt x="90" y="21"/>
                  </a:lnTo>
                  <a:lnTo>
                    <a:pt x="90" y="21"/>
                  </a:lnTo>
                  <a:lnTo>
                    <a:pt x="109" y="25"/>
                  </a:lnTo>
                  <a:lnTo>
                    <a:pt x="130" y="30"/>
                  </a:lnTo>
                  <a:lnTo>
                    <a:pt x="151" y="34"/>
                  </a:lnTo>
                  <a:lnTo>
                    <a:pt x="170" y="39"/>
                  </a:lnTo>
                  <a:lnTo>
                    <a:pt x="170" y="39"/>
                  </a:lnTo>
                  <a:lnTo>
                    <a:pt x="191" y="45"/>
                  </a:lnTo>
                  <a:lnTo>
                    <a:pt x="213" y="50"/>
                  </a:lnTo>
                  <a:lnTo>
                    <a:pt x="234" y="56"/>
                  </a:lnTo>
                  <a:lnTo>
                    <a:pt x="255" y="63"/>
                  </a:lnTo>
                  <a:lnTo>
                    <a:pt x="255" y="63"/>
                  </a:lnTo>
                  <a:lnTo>
                    <a:pt x="281" y="73"/>
                  </a:lnTo>
                  <a:lnTo>
                    <a:pt x="288" y="74"/>
                  </a:lnTo>
                  <a:lnTo>
                    <a:pt x="294" y="75"/>
                  </a:lnTo>
                  <a:lnTo>
                    <a:pt x="301" y="76"/>
                  </a:lnTo>
                  <a:lnTo>
                    <a:pt x="309" y="75"/>
                  </a:lnTo>
                  <a:lnTo>
                    <a:pt x="309" y="75"/>
                  </a:lnTo>
                  <a:lnTo>
                    <a:pt x="311" y="74"/>
                  </a:lnTo>
                  <a:lnTo>
                    <a:pt x="312" y="73"/>
                  </a:lnTo>
                  <a:lnTo>
                    <a:pt x="312" y="71"/>
                  </a:lnTo>
                  <a:lnTo>
                    <a:pt x="312" y="70"/>
                  </a:lnTo>
                  <a:lnTo>
                    <a:pt x="310" y="67"/>
                  </a:lnTo>
                  <a:lnTo>
                    <a:pt x="308" y="66"/>
                  </a:lnTo>
                  <a:lnTo>
                    <a:pt x="306" y="66"/>
                  </a:lnTo>
                  <a:lnTo>
                    <a:pt x="306" y="6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8" name="Freeform 386"/>
            <p:cNvSpPr/>
            <p:nvPr/>
          </p:nvSpPr>
          <p:spPr bwMode="auto">
            <a:xfrm>
              <a:off x="4660900" y="3400425"/>
              <a:ext cx="171450" cy="47625"/>
            </a:xfrm>
            <a:custGeom>
              <a:avLst/>
              <a:gdLst/>
              <a:ahLst/>
              <a:cxnLst>
                <a:cxn ang="0">
                  <a:pos x="319" y="80"/>
                </a:cxn>
                <a:cxn ang="0">
                  <a:pos x="319" y="80"/>
                </a:cxn>
                <a:cxn ang="0">
                  <a:pos x="278" y="76"/>
                </a:cxn>
                <a:cxn ang="0">
                  <a:pos x="239" y="71"/>
                </a:cxn>
                <a:cxn ang="0">
                  <a:pos x="199" y="63"/>
                </a:cxn>
                <a:cxn ang="0">
                  <a:pos x="160" y="54"/>
                </a:cxn>
                <a:cxn ang="0">
                  <a:pos x="160" y="54"/>
                </a:cxn>
                <a:cxn ang="0">
                  <a:pos x="121" y="42"/>
                </a:cxn>
                <a:cxn ang="0">
                  <a:pos x="83" y="31"/>
                </a:cxn>
                <a:cxn ang="0">
                  <a:pos x="63" y="25"/>
                </a:cxn>
                <a:cxn ang="0">
                  <a:pos x="45" y="19"/>
                </a:cxn>
                <a:cxn ang="0">
                  <a:pos x="26" y="10"/>
                </a:cxn>
                <a:cxn ang="0">
                  <a:pos x="8" y="1"/>
                </a:cxn>
                <a:cxn ang="0">
                  <a:pos x="8" y="1"/>
                </a:cxn>
                <a:cxn ang="0">
                  <a:pos x="6" y="0"/>
                </a:cxn>
                <a:cxn ang="0">
                  <a:pos x="3" y="1"/>
                </a:cxn>
                <a:cxn ang="0">
                  <a:pos x="2" y="2"/>
                </a:cxn>
                <a:cxn ang="0">
                  <a:pos x="1" y="3"/>
                </a:cxn>
                <a:cxn ang="0">
                  <a:pos x="0" y="5"/>
                </a:cxn>
                <a:cxn ang="0">
                  <a:pos x="0" y="6"/>
                </a:cxn>
                <a:cxn ang="0">
                  <a:pos x="1" y="8"/>
                </a:cxn>
                <a:cxn ang="0">
                  <a:pos x="2" y="9"/>
                </a:cxn>
                <a:cxn ang="0">
                  <a:pos x="2" y="9"/>
                </a:cxn>
                <a:cxn ang="0">
                  <a:pos x="21" y="19"/>
                </a:cxn>
                <a:cxn ang="0">
                  <a:pos x="41" y="27"/>
                </a:cxn>
                <a:cxn ang="0">
                  <a:pos x="59" y="33"/>
                </a:cxn>
                <a:cxn ang="0">
                  <a:pos x="79" y="39"/>
                </a:cxn>
                <a:cxn ang="0">
                  <a:pos x="118" y="51"/>
                </a:cxn>
                <a:cxn ang="0">
                  <a:pos x="157" y="62"/>
                </a:cxn>
                <a:cxn ang="0">
                  <a:pos x="157" y="62"/>
                </a:cxn>
                <a:cxn ang="0">
                  <a:pos x="177" y="68"/>
                </a:cxn>
                <a:cxn ang="0">
                  <a:pos x="197" y="72"/>
                </a:cxn>
                <a:cxn ang="0">
                  <a:pos x="217" y="77"/>
                </a:cxn>
                <a:cxn ang="0">
                  <a:pos x="237" y="80"/>
                </a:cxn>
                <a:cxn ang="0">
                  <a:pos x="277" y="87"/>
                </a:cxn>
                <a:cxn ang="0">
                  <a:pos x="319" y="91"/>
                </a:cxn>
                <a:cxn ang="0">
                  <a:pos x="319" y="91"/>
                </a:cxn>
                <a:cxn ang="0">
                  <a:pos x="321" y="90"/>
                </a:cxn>
                <a:cxn ang="0">
                  <a:pos x="322" y="90"/>
                </a:cxn>
                <a:cxn ang="0">
                  <a:pos x="323" y="88"/>
                </a:cxn>
                <a:cxn ang="0">
                  <a:pos x="323" y="86"/>
                </a:cxn>
                <a:cxn ang="0">
                  <a:pos x="322" y="83"/>
                </a:cxn>
                <a:cxn ang="0">
                  <a:pos x="321" y="82"/>
                </a:cxn>
                <a:cxn ang="0">
                  <a:pos x="319" y="80"/>
                </a:cxn>
                <a:cxn ang="0">
                  <a:pos x="319" y="80"/>
                </a:cxn>
              </a:cxnLst>
              <a:rect l="0" t="0" r="r" b="b"/>
              <a:pathLst>
                <a:path w="323" h="91">
                  <a:moveTo>
                    <a:pt x="319" y="80"/>
                  </a:moveTo>
                  <a:lnTo>
                    <a:pt x="319" y="80"/>
                  </a:lnTo>
                  <a:lnTo>
                    <a:pt x="278" y="76"/>
                  </a:lnTo>
                  <a:lnTo>
                    <a:pt x="239" y="71"/>
                  </a:lnTo>
                  <a:lnTo>
                    <a:pt x="199" y="63"/>
                  </a:lnTo>
                  <a:lnTo>
                    <a:pt x="160" y="54"/>
                  </a:lnTo>
                  <a:lnTo>
                    <a:pt x="160" y="54"/>
                  </a:lnTo>
                  <a:lnTo>
                    <a:pt x="121" y="42"/>
                  </a:lnTo>
                  <a:lnTo>
                    <a:pt x="83" y="31"/>
                  </a:lnTo>
                  <a:lnTo>
                    <a:pt x="63" y="25"/>
                  </a:lnTo>
                  <a:lnTo>
                    <a:pt x="45" y="19"/>
                  </a:lnTo>
                  <a:lnTo>
                    <a:pt x="26" y="10"/>
                  </a:lnTo>
                  <a:lnTo>
                    <a:pt x="8" y="1"/>
                  </a:lnTo>
                  <a:lnTo>
                    <a:pt x="8" y="1"/>
                  </a:lnTo>
                  <a:lnTo>
                    <a:pt x="6" y="0"/>
                  </a:lnTo>
                  <a:lnTo>
                    <a:pt x="3" y="1"/>
                  </a:lnTo>
                  <a:lnTo>
                    <a:pt x="2" y="2"/>
                  </a:lnTo>
                  <a:lnTo>
                    <a:pt x="1" y="3"/>
                  </a:lnTo>
                  <a:lnTo>
                    <a:pt x="0" y="5"/>
                  </a:lnTo>
                  <a:lnTo>
                    <a:pt x="0" y="6"/>
                  </a:lnTo>
                  <a:lnTo>
                    <a:pt x="1" y="8"/>
                  </a:lnTo>
                  <a:lnTo>
                    <a:pt x="2" y="9"/>
                  </a:lnTo>
                  <a:lnTo>
                    <a:pt x="2" y="9"/>
                  </a:lnTo>
                  <a:lnTo>
                    <a:pt x="21" y="19"/>
                  </a:lnTo>
                  <a:lnTo>
                    <a:pt x="41" y="27"/>
                  </a:lnTo>
                  <a:lnTo>
                    <a:pt x="59" y="33"/>
                  </a:lnTo>
                  <a:lnTo>
                    <a:pt x="79" y="39"/>
                  </a:lnTo>
                  <a:lnTo>
                    <a:pt x="118" y="51"/>
                  </a:lnTo>
                  <a:lnTo>
                    <a:pt x="157" y="62"/>
                  </a:lnTo>
                  <a:lnTo>
                    <a:pt x="157" y="62"/>
                  </a:lnTo>
                  <a:lnTo>
                    <a:pt x="177" y="68"/>
                  </a:lnTo>
                  <a:lnTo>
                    <a:pt x="197" y="72"/>
                  </a:lnTo>
                  <a:lnTo>
                    <a:pt x="217" y="77"/>
                  </a:lnTo>
                  <a:lnTo>
                    <a:pt x="237" y="80"/>
                  </a:lnTo>
                  <a:lnTo>
                    <a:pt x="277" y="87"/>
                  </a:lnTo>
                  <a:lnTo>
                    <a:pt x="319" y="91"/>
                  </a:lnTo>
                  <a:lnTo>
                    <a:pt x="319" y="91"/>
                  </a:lnTo>
                  <a:lnTo>
                    <a:pt x="321" y="90"/>
                  </a:lnTo>
                  <a:lnTo>
                    <a:pt x="322" y="90"/>
                  </a:lnTo>
                  <a:lnTo>
                    <a:pt x="323" y="88"/>
                  </a:lnTo>
                  <a:lnTo>
                    <a:pt x="323" y="86"/>
                  </a:lnTo>
                  <a:lnTo>
                    <a:pt x="322" y="83"/>
                  </a:lnTo>
                  <a:lnTo>
                    <a:pt x="321" y="82"/>
                  </a:lnTo>
                  <a:lnTo>
                    <a:pt x="319" y="80"/>
                  </a:lnTo>
                  <a:lnTo>
                    <a:pt x="319" y="8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69" name="Freeform 387"/>
            <p:cNvSpPr/>
            <p:nvPr/>
          </p:nvSpPr>
          <p:spPr bwMode="auto">
            <a:xfrm>
              <a:off x="4708525" y="3362325"/>
              <a:ext cx="158750" cy="50800"/>
            </a:xfrm>
            <a:custGeom>
              <a:avLst/>
              <a:gdLst/>
              <a:ahLst/>
              <a:cxnLst>
                <a:cxn ang="0">
                  <a:pos x="294" y="84"/>
                </a:cxn>
                <a:cxn ang="0">
                  <a:pos x="294" y="84"/>
                </a:cxn>
                <a:cxn ang="0">
                  <a:pos x="290" y="85"/>
                </a:cxn>
                <a:cxn ang="0">
                  <a:pos x="287" y="85"/>
                </a:cxn>
                <a:cxn ang="0">
                  <a:pos x="282" y="83"/>
                </a:cxn>
                <a:cxn ang="0">
                  <a:pos x="278" y="79"/>
                </a:cxn>
                <a:cxn ang="0">
                  <a:pos x="273" y="76"/>
                </a:cxn>
                <a:cxn ang="0">
                  <a:pos x="273" y="76"/>
                </a:cxn>
                <a:cxn ang="0">
                  <a:pos x="266" y="72"/>
                </a:cxn>
                <a:cxn ang="0">
                  <a:pos x="257" y="69"/>
                </a:cxn>
                <a:cxn ang="0">
                  <a:pos x="240" y="63"/>
                </a:cxn>
                <a:cxn ang="0">
                  <a:pos x="240" y="63"/>
                </a:cxn>
                <a:cxn ang="0">
                  <a:pos x="222" y="58"/>
                </a:cxn>
                <a:cxn ang="0">
                  <a:pos x="205" y="52"/>
                </a:cxn>
                <a:cxn ang="0">
                  <a:pos x="169" y="45"/>
                </a:cxn>
                <a:cxn ang="0">
                  <a:pos x="169" y="45"/>
                </a:cxn>
                <a:cxn ang="0">
                  <a:pos x="128" y="36"/>
                </a:cxn>
                <a:cxn ang="0">
                  <a:pos x="87" y="25"/>
                </a:cxn>
                <a:cxn ang="0">
                  <a:pos x="67" y="20"/>
                </a:cxn>
                <a:cxn ang="0">
                  <a:pos x="47" y="14"/>
                </a:cxn>
                <a:cxn ang="0">
                  <a:pos x="27" y="8"/>
                </a:cxn>
                <a:cxn ang="0">
                  <a:pos x="7" y="0"/>
                </a:cxn>
                <a:cxn ang="0">
                  <a:pos x="7" y="0"/>
                </a:cxn>
                <a:cxn ang="0">
                  <a:pos x="5" y="0"/>
                </a:cxn>
                <a:cxn ang="0">
                  <a:pos x="3" y="0"/>
                </a:cxn>
                <a:cxn ang="0">
                  <a:pos x="1" y="2"/>
                </a:cxn>
                <a:cxn ang="0">
                  <a:pos x="0" y="4"/>
                </a:cxn>
                <a:cxn ang="0">
                  <a:pos x="0" y="6"/>
                </a:cxn>
                <a:cxn ang="0">
                  <a:pos x="1" y="7"/>
                </a:cxn>
                <a:cxn ang="0">
                  <a:pos x="3" y="8"/>
                </a:cxn>
                <a:cxn ang="0">
                  <a:pos x="3" y="8"/>
                </a:cxn>
                <a:cxn ang="0">
                  <a:pos x="23" y="16"/>
                </a:cxn>
                <a:cxn ang="0">
                  <a:pos x="43" y="23"/>
                </a:cxn>
                <a:cxn ang="0">
                  <a:pos x="63" y="30"/>
                </a:cxn>
                <a:cxn ang="0">
                  <a:pos x="84" y="35"/>
                </a:cxn>
                <a:cxn ang="0">
                  <a:pos x="125" y="44"/>
                </a:cxn>
                <a:cxn ang="0">
                  <a:pos x="167" y="54"/>
                </a:cxn>
                <a:cxn ang="0">
                  <a:pos x="167" y="54"/>
                </a:cxn>
                <a:cxn ang="0">
                  <a:pos x="210" y="65"/>
                </a:cxn>
                <a:cxn ang="0">
                  <a:pos x="232" y="70"/>
                </a:cxn>
                <a:cxn ang="0">
                  <a:pos x="253" y="78"/>
                </a:cxn>
                <a:cxn ang="0">
                  <a:pos x="253" y="78"/>
                </a:cxn>
                <a:cxn ang="0">
                  <a:pos x="263" y="83"/>
                </a:cxn>
                <a:cxn ang="0">
                  <a:pos x="274" y="90"/>
                </a:cxn>
                <a:cxn ang="0">
                  <a:pos x="279" y="93"/>
                </a:cxn>
                <a:cxn ang="0">
                  <a:pos x="285" y="95"/>
                </a:cxn>
                <a:cxn ang="0">
                  <a:pos x="290" y="95"/>
                </a:cxn>
                <a:cxn ang="0">
                  <a:pos x="296" y="94"/>
                </a:cxn>
                <a:cxn ang="0">
                  <a:pos x="296" y="94"/>
                </a:cxn>
                <a:cxn ang="0">
                  <a:pos x="298" y="93"/>
                </a:cxn>
                <a:cxn ang="0">
                  <a:pos x="299" y="92"/>
                </a:cxn>
                <a:cxn ang="0">
                  <a:pos x="299" y="87"/>
                </a:cxn>
                <a:cxn ang="0">
                  <a:pos x="298" y="86"/>
                </a:cxn>
                <a:cxn ang="0">
                  <a:pos x="297" y="84"/>
                </a:cxn>
                <a:cxn ang="0">
                  <a:pos x="296" y="84"/>
                </a:cxn>
                <a:cxn ang="0">
                  <a:pos x="294" y="84"/>
                </a:cxn>
                <a:cxn ang="0">
                  <a:pos x="294" y="84"/>
                </a:cxn>
              </a:cxnLst>
              <a:rect l="0" t="0" r="r" b="b"/>
              <a:pathLst>
                <a:path w="299" h="95">
                  <a:moveTo>
                    <a:pt x="294" y="84"/>
                  </a:moveTo>
                  <a:lnTo>
                    <a:pt x="294" y="84"/>
                  </a:lnTo>
                  <a:lnTo>
                    <a:pt x="290" y="85"/>
                  </a:lnTo>
                  <a:lnTo>
                    <a:pt x="287" y="85"/>
                  </a:lnTo>
                  <a:lnTo>
                    <a:pt x="282" y="83"/>
                  </a:lnTo>
                  <a:lnTo>
                    <a:pt x="278" y="79"/>
                  </a:lnTo>
                  <a:lnTo>
                    <a:pt x="273" y="76"/>
                  </a:lnTo>
                  <a:lnTo>
                    <a:pt x="273" y="76"/>
                  </a:lnTo>
                  <a:lnTo>
                    <a:pt x="266" y="72"/>
                  </a:lnTo>
                  <a:lnTo>
                    <a:pt x="257" y="69"/>
                  </a:lnTo>
                  <a:lnTo>
                    <a:pt x="240" y="63"/>
                  </a:lnTo>
                  <a:lnTo>
                    <a:pt x="240" y="63"/>
                  </a:lnTo>
                  <a:lnTo>
                    <a:pt x="222" y="58"/>
                  </a:lnTo>
                  <a:lnTo>
                    <a:pt x="205" y="52"/>
                  </a:lnTo>
                  <a:lnTo>
                    <a:pt x="169" y="45"/>
                  </a:lnTo>
                  <a:lnTo>
                    <a:pt x="169" y="45"/>
                  </a:lnTo>
                  <a:lnTo>
                    <a:pt x="128" y="36"/>
                  </a:lnTo>
                  <a:lnTo>
                    <a:pt x="87" y="25"/>
                  </a:lnTo>
                  <a:lnTo>
                    <a:pt x="67" y="20"/>
                  </a:lnTo>
                  <a:lnTo>
                    <a:pt x="47" y="14"/>
                  </a:lnTo>
                  <a:lnTo>
                    <a:pt x="27" y="8"/>
                  </a:lnTo>
                  <a:lnTo>
                    <a:pt x="7" y="0"/>
                  </a:lnTo>
                  <a:lnTo>
                    <a:pt x="7" y="0"/>
                  </a:lnTo>
                  <a:lnTo>
                    <a:pt x="5" y="0"/>
                  </a:lnTo>
                  <a:lnTo>
                    <a:pt x="3" y="0"/>
                  </a:lnTo>
                  <a:lnTo>
                    <a:pt x="1" y="2"/>
                  </a:lnTo>
                  <a:lnTo>
                    <a:pt x="0" y="4"/>
                  </a:lnTo>
                  <a:lnTo>
                    <a:pt x="0" y="6"/>
                  </a:lnTo>
                  <a:lnTo>
                    <a:pt x="1" y="7"/>
                  </a:lnTo>
                  <a:lnTo>
                    <a:pt x="3" y="8"/>
                  </a:lnTo>
                  <a:lnTo>
                    <a:pt x="3" y="8"/>
                  </a:lnTo>
                  <a:lnTo>
                    <a:pt x="23" y="16"/>
                  </a:lnTo>
                  <a:lnTo>
                    <a:pt x="43" y="23"/>
                  </a:lnTo>
                  <a:lnTo>
                    <a:pt x="63" y="30"/>
                  </a:lnTo>
                  <a:lnTo>
                    <a:pt x="84" y="35"/>
                  </a:lnTo>
                  <a:lnTo>
                    <a:pt x="125" y="44"/>
                  </a:lnTo>
                  <a:lnTo>
                    <a:pt x="167" y="54"/>
                  </a:lnTo>
                  <a:lnTo>
                    <a:pt x="167" y="54"/>
                  </a:lnTo>
                  <a:lnTo>
                    <a:pt x="210" y="65"/>
                  </a:lnTo>
                  <a:lnTo>
                    <a:pt x="232" y="70"/>
                  </a:lnTo>
                  <a:lnTo>
                    <a:pt x="253" y="78"/>
                  </a:lnTo>
                  <a:lnTo>
                    <a:pt x="253" y="78"/>
                  </a:lnTo>
                  <a:lnTo>
                    <a:pt x="263" y="83"/>
                  </a:lnTo>
                  <a:lnTo>
                    <a:pt x="274" y="90"/>
                  </a:lnTo>
                  <a:lnTo>
                    <a:pt x="279" y="93"/>
                  </a:lnTo>
                  <a:lnTo>
                    <a:pt x="285" y="95"/>
                  </a:lnTo>
                  <a:lnTo>
                    <a:pt x="290" y="95"/>
                  </a:lnTo>
                  <a:lnTo>
                    <a:pt x="296" y="94"/>
                  </a:lnTo>
                  <a:lnTo>
                    <a:pt x="296" y="94"/>
                  </a:lnTo>
                  <a:lnTo>
                    <a:pt x="298" y="93"/>
                  </a:lnTo>
                  <a:lnTo>
                    <a:pt x="299" y="92"/>
                  </a:lnTo>
                  <a:lnTo>
                    <a:pt x="299" y="87"/>
                  </a:lnTo>
                  <a:lnTo>
                    <a:pt x="298" y="86"/>
                  </a:lnTo>
                  <a:lnTo>
                    <a:pt x="297" y="84"/>
                  </a:lnTo>
                  <a:lnTo>
                    <a:pt x="296" y="84"/>
                  </a:lnTo>
                  <a:lnTo>
                    <a:pt x="294" y="84"/>
                  </a:lnTo>
                  <a:lnTo>
                    <a:pt x="294" y="8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0" name="Freeform 388"/>
            <p:cNvSpPr/>
            <p:nvPr/>
          </p:nvSpPr>
          <p:spPr bwMode="auto">
            <a:xfrm>
              <a:off x="4737100" y="3335338"/>
              <a:ext cx="131763" cy="30163"/>
            </a:xfrm>
            <a:custGeom>
              <a:avLst/>
              <a:gdLst/>
              <a:ahLst/>
              <a:cxnLst>
                <a:cxn ang="0">
                  <a:pos x="246" y="48"/>
                </a:cxn>
                <a:cxn ang="0">
                  <a:pos x="214" y="44"/>
                </a:cxn>
                <a:cxn ang="0">
                  <a:pos x="148" y="32"/>
                </a:cxn>
                <a:cxn ang="0">
                  <a:pos x="116" y="25"/>
                </a:cxn>
                <a:cxn ang="0">
                  <a:pos x="88" y="20"/>
                </a:cxn>
                <a:cxn ang="0">
                  <a:pos x="60" y="18"/>
                </a:cxn>
                <a:cxn ang="0">
                  <a:pos x="36" y="12"/>
                </a:cxn>
                <a:cxn ang="0">
                  <a:pos x="13" y="6"/>
                </a:cxn>
                <a:cxn ang="0">
                  <a:pos x="14" y="5"/>
                </a:cxn>
                <a:cxn ang="0">
                  <a:pos x="13" y="3"/>
                </a:cxn>
                <a:cxn ang="0">
                  <a:pos x="11" y="1"/>
                </a:cxn>
                <a:cxn ang="0">
                  <a:pos x="7" y="1"/>
                </a:cxn>
                <a:cxn ang="0">
                  <a:pos x="5" y="3"/>
                </a:cxn>
                <a:cxn ang="0">
                  <a:pos x="4" y="5"/>
                </a:cxn>
                <a:cxn ang="0">
                  <a:pos x="1" y="6"/>
                </a:cxn>
                <a:cxn ang="0">
                  <a:pos x="0" y="9"/>
                </a:cxn>
                <a:cxn ang="0">
                  <a:pos x="2" y="13"/>
                </a:cxn>
                <a:cxn ang="0">
                  <a:pos x="4" y="14"/>
                </a:cxn>
                <a:cxn ang="0">
                  <a:pos x="21" y="19"/>
                </a:cxn>
                <a:cxn ang="0">
                  <a:pos x="32" y="24"/>
                </a:cxn>
                <a:cxn ang="0">
                  <a:pos x="38" y="25"/>
                </a:cxn>
                <a:cxn ang="0">
                  <a:pos x="60" y="27"/>
                </a:cxn>
                <a:cxn ang="0">
                  <a:pos x="96" y="31"/>
                </a:cxn>
                <a:cxn ang="0">
                  <a:pos x="131" y="38"/>
                </a:cxn>
                <a:cxn ang="0">
                  <a:pos x="159" y="44"/>
                </a:cxn>
                <a:cxn ang="0">
                  <a:pos x="218" y="55"/>
                </a:cxn>
                <a:cxn ang="0">
                  <a:pos x="246" y="57"/>
                </a:cxn>
                <a:cxn ang="0">
                  <a:pos x="248" y="57"/>
                </a:cxn>
                <a:cxn ang="0">
                  <a:pos x="251" y="54"/>
                </a:cxn>
                <a:cxn ang="0">
                  <a:pos x="251" y="51"/>
                </a:cxn>
                <a:cxn ang="0">
                  <a:pos x="248" y="48"/>
                </a:cxn>
                <a:cxn ang="0">
                  <a:pos x="246" y="48"/>
                </a:cxn>
              </a:cxnLst>
              <a:rect l="0" t="0" r="r" b="b"/>
              <a:pathLst>
                <a:path w="251" h="57">
                  <a:moveTo>
                    <a:pt x="246" y="48"/>
                  </a:moveTo>
                  <a:lnTo>
                    <a:pt x="246" y="48"/>
                  </a:lnTo>
                  <a:lnTo>
                    <a:pt x="230" y="46"/>
                  </a:lnTo>
                  <a:lnTo>
                    <a:pt x="214" y="44"/>
                  </a:lnTo>
                  <a:lnTo>
                    <a:pt x="181" y="39"/>
                  </a:lnTo>
                  <a:lnTo>
                    <a:pt x="148" y="32"/>
                  </a:lnTo>
                  <a:lnTo>
                    <a:pt x="116" y="25"/>
                  </a:lnTo>
                  <a:lnTo>
                    <a:pt x="116" y="25"/>
                  </a:lnTo>
                  <a:lnTo>
                    <a:pt x="102" y="22"/>
                  </a:lnTo>
                  <a:lnTo>
                    <a:pt x="88" y="20"/>
                  </a:lnTo>
                  <a:lnTo>
                    <a:pt x="60" y="18"/>
                  </a:lnTo>
                  <a:lnTo>
                    <a:pt x="60" y="18"/>
                  </a:lnTo>
                  <a:lnTo>
                    <a:pt x="48" y="15"/>
                  </a:lnTo>
                  <a:lnTo>
                    <a:pt x="36" y="12"/>
                  </a:lnTo>
                  <a:lnTo>
                    <a:pt x="25" y="9"/>
                  </a:lnTo>
                  <a:lnTo>
                    <a:pt x="13" y="6"/>
                  </a:lnTo>
                  <a:lnTo>
                    <a:pt x="13" y="6"/>
                  </a:lnTo>
                  <a:lnTo>
                    <a:pt x="14" y="5"/>
                  </a:lnTo>
                  <a:lnTo>
                    <a:pt x="14" y="5"/>
                  </a:lnTo>
                  <a:lnTo>
                    <a:pt x="13" y="3"/>
                  </a:lnTo>
                  <a:lnTo>
                    <a:pt x="12" y="1"/>
                  </a:lnTo>
                  <a:lnTo>
                    <a:pt x="11" y="1"/>
                  </a:lnTo>
                  <a:lnTo>
                    <a:pt x="9" y="0"/>
                  </a:lnTo>
                  <a:lnTo>
                    <a:pt x="7" y="1"/>
                  </a:lnTo>
                  <a:lnTo>
                    <a:pt x="6" y="1"/>
                  </a:lnTo>
                  <a:lnTo>
                    <a:pt x="5" y="3"/>
                  </a:lnTo>
                  <a:lnTo>
                    <a:pt x="4" y="5"/>
                  </a:lnTo>
                  <a:lnTo>
                    <a:pt x="4" y="5"/>
                  </a:lnTo>
                  <a:lnTo>
                    <a:pt x="2" y="5"/>
                  </a:lnTo>
                  <a:lnTo>
                    <a:pt x="1" y="6"/>
                  </a:lnTo>
                  <a:lnTo>
                    <a:pt x="0" y="8"/>
                  </a:lnTo>
                  <a:lnTo>
                    <a:pt x="0" y="9"/>
                  </a:lnTo>
                  <a:lnTo>
                    <a:pt x="1" y="12"/>
                  </a:lnTo>
                  <a:lnTo>
                    <a:pt x="2" y="13"/>
                  </a:lnTo>
                  <a:lnTo>
                    <a:pt x="4" y="14"/>
                  </a:lnTo>
                  <a:lnTo>
                    <a:pt x="4" y="14"/>
                  </a:lnTo>
                  <a:lnTo>
                    <a:pt x="14" y="17"/>
                  </a:lnTo>
                  <a:lnTo>
                    <a:pt x="21" y="19"/>
                  </a:lnTo>
                  <a:lnTo>
                    <a:pt x="25" y="21"/>
                  </a:lnTo>
                  <a:lnTo>
                    <a:pt x="32" y="24"/>
                  </a:lnTo>
                  <a:lnTo>
                    <a:pt x="32" y="24"/>
                  </a:lnTo>
                  <a:lnTo>
                    <a:pt x="38" y="25"/>
                  </a:lnTo>
                  <a:lnTo>
                    <a:pt x="45" y="26"/>
                  </a:lnTo>
                  <a:lnTo>
                    <a:pt x="60" y="27"/>
                  </a:lnTo>
                  <a:lnTo>
                    <a:pt x="60" y="27"/>
                  </a:lnTo>
                  <a:lnTo>
                    <a:pt x="96" y="31"/>
                  </a:lnTo>
                  <a:lnTo>
                    <a:pt x="114" y="34"/>
                  </a:lnTo>
                  <a:lnTo>
                    <a:pt x="131" y="38"/>
                  </a:lnTo>
                  <a:lnTo>
                    <a:pt x="131" y="38"/>
                  </a:lnTo>
                  <a:lnTo>
                    <a:pt x="159" y="44"/>
                  </a:lnTo>
                  <a:lnTo>
                    <a:pt x="188" y="51"/>
                  </a:lnTo>
                  <a:lnTo>
                    <a:pt x="218" y="55"/>
                  </a:lnTo>
                  <a:lnTo>
                    <a:pt x="232" y="56"/>
                  </a:lnTo>
                  <a:lnTo>
                    <a:pt x="246" y="57"/>
                  </a:lnTo>
                  <a:lnTo>
                    <a:pt x="246" y="57"/>
                  </a:lnTo>
                  <a:lnTo>
                    <a:pt x="248" y="57"/>
                  </a:lnTo>
                  <a:lnTo>
                    <a:pt x="250" y="56"/>
                  </a:lnTo>
                  <a:lnTo>
                    <a:pt x="251" y="54"/>
                  </a:lnTo>
                  <a:lnTo>
                    <a:pt x="251" y="53"/>
                  </a:lnTo>
                  <a:lnTo>
                    <a:pt x="251" y="51"/>
                  </a:lnTo>
                  <a:lnTo>
                    <a:pt x="250" y="50"/>
                  </a:lnTo>
                  <a:lnTo>
                    <a:pt x="248" y="48"/>
                  </a:lnTo>
                  <a:lnTo>
                    <a:pt x="246" y="48"/>
                  </a:lnTo>
                  <a:lnTo>
                    <a:pt x="246" y="4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1" name="Freeform 389"/>
            <p:cNvSpPr/>
            <p:nvPr/>
          </p:nvSpPr>
          <p:spPr bwMode="auto">
            <a:xfrm>
              <a:off x="4838700" y="3271838"/>
              <a:ext cx="112713" cy="6350"/>
            </a:xfrm>
            <a:custGeom>
              <a:avLst/>
              <a:gdLst/>
              <a:ahLst/>
              <a:cxnLst>
                <a:cxn ang="0">
                  <a:pos x="209" y="0"/>
                </a:cxn>
                <a:cxn ang="0">
                  <a:pos x="5" y="0"/>
                </a:cxn>
                <a:cxn ang="0">
                  <a:pos x="5" y="0"/>
                </a:cxn>
                <a:cxn ang="0">
                  <a:pos x="3" y="1"/>
                </a:cxn>
                <a:cxn ang="0">
                  <a:pos x="1" y="2"/>
                </a:cxn>
                <a:cxn ang="0">
                  <a:pos x="0" y="3"/>
                </a:cxn>
                <a:cxn ang="0">
                  <a:pos x="0" y="5"/>
                </a:cxn>
                <a:cxn ang="0">
                  <a:pos x="0" y="7"/>
                </a:cxn>
                <a:cxn ang="0">
                  <a:pos x="1" y="8"/>
                </a:cxn>
                <a:cxn ang="0">
                  <a:pos x="3" y="9"/>
                </a:cxn>
                <a:cxn ang="0">
                  <a:pos x="5" y="11"/>
                </a:cxn>
                <a:cxn ang="0">
                  <a:pos x="209" y="11"/>
                </a:cxn>
                <a:cxn ang="0">
                  <a:pos x="209" y="11"/>
                </a:cxn>
                <a:cxn ang="0">
                  <a:pos x="211" y="9"/>
                </a:cxn>
                <a:cxn ang="0">
                  <a:pos x="212" y="8"/>
                </a:cxn>
                <a:cxn ang="0">
                  <a:pos x="213" y="7"/>
                </a:cxn>
                <a:cxn ang="0">
                  <a:pos x="213" y="5"/>
                </a:cxn>
                <a:cxn ang="0">
                  <a:pos x="213" y="3"/>
                </a:cxn>
                <a:cxn ang="0">
                  <a:pos x="212" y="2"/>
                </a:cxn>
                <a:cxn ang="0">
                  <a:pos x="211" y="1"/>
                </a:cxn>
                <a:cxn ang="0">
                  <a:pos x="209" y="0"/>
                </a:cxn>
                <a:cxn ang="0">
                  <a:pos x="209" y="0"/>
                </a:cxn>
              </a:cxnLst>
              <a:rect l="0" t="0" r="r" b="b"/>
              <a:pathLst>
                <a:path w="213" h="11">
                  <a:moveTo>
                    <a:pt x="209" y="0"/>
                  </a:moveTo>
                  <a:lnTo>
                    <a:pt x="5" y="0"/>
                  </a:lnTo>
                  <a:lnTo>
                    <a:pt x="5" y="0"/>
                  </a:lnTo>
                  <a:lnTo>
                    <a:pt x="3" y="1"/>
                  </a:lnTo>
                  <a:lnTo>
                    <a:pt x="1" y="2"/>
                  </a:lnTo>
                  <a:lnTo>
                    <a:pt x="0" y="3"/>
                  </a:lnTo>
                  <a:lnTo>
                    <a:pt x="0" y="5"/>
                  </a:lnTo>
                  <a:lnTo>
                    <a:pt x="0" y="7"/>
                  </a:lnTo>
                  <a:lnTo>
                    <a:pt x="1" y="8"/>
                  </a:lnTo>
                  <a:lnTo>
                    <a:pt x="3" y="9"/>
                  </a:lnTo>
                  <a:lnTo>
                    <a:pt x="5" y="11"/>
                  </a:lnTo>
                  <a:lnTo>
                    <a:pt x="209" y="11"/>
                  </a:lnTo>
                  <a:lnTo>
                    <a:pt x="209" y="11"/>
                  </a:lnTo>
                  <a:lnTo>
                    <a:pt x="211" y="9"/>
                  </a:lnTo>
                  <a:lnTo>
                    <a:pt x="212" y="8"/>
                  </a:lnTo>
                  <a:lnTo>
                    <a:pt x="213" y="7"/>
                  </a:lnTo>
                  <a:lnTo>
                    <a:pt x="213" y="5"/>
                  </a:lnTo>
                  <a:lnTo>
                    <a:pt x="213" y="3"/>
                  </a:lnTo>
                  <a:lnTo>
                    <a:pt x="212" y="2"/>
                  </a:lnTo>
                  <a:lnTo>
                    <a:pt x="211" y="1"/>
                  </a:lnTo>
                  <a:lnTo>
                    <a:pt x="209" y="0"/>
                  </a:lnTo>
                  <a:lnTo>
                    <a:pt x="209"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2" name="Freeform 390"/>
            <p:cNvSpPr/>
            <p:nvPr/>
          </p:nvSpPr>
          <p:spPr bwMode="auto">
            <a:xfrm>
              <a:off x="4260850" y="3252788"/>
              <a:ext cx="73025" cy="128588"/>
            </a:xfrm>
            <a:custGeom>
              <a:avLst/>
              <a:gdLst/>
              <a:ahLst/>
              <a:cxnLst>
                <a:cxn ang="0">
                  <a:pos x="127" y="2"/>
                </a:cxn>
                <a:cxn ang="0">
                  <a:pos x="127" y="2"/>
                </a:cxn>
                <a:cxn ang="0">
                  <a:pos x="93" y="60"/>
                </a:cxn>
                <a:cxn ang="0">
                  <a:pos x="61" y="118"/>
                </a:cxn>
                <a:cxn ang="0">
                  <a:pos x="30" y="177"/>
                </a:cxn>
                <a:cxn ang="0">
                  <a:pos x="15" y="207"/>
                </a:cxn>
                <a:cxn ang="0">
                  <a:pos x="0" y="237"/>
                </a:cxn>
                <a:cxn ang="0">
                  <a:pos x="0" y="237"/>
                </a:cxn>
                <a:cxn ang="0">
                  <a:pos x="0" y="239"/>
                </a:cxn>
                <a:cxn ang="0">
                  <a:pos x="0" y="241"/>
                </a:cxn>
                <a:cxn ang="0">
                  <a:pos x="2" y="243"/>
                </a:cxn>
                <a:cxn ang="0">
                  <a:pos x="4" y="244"/>
                </a:cxn>
                <a:cxn ang="0">
                  <a:pos x="7" y="244"/>
                </a:cxn>
                <a:cxn ang="0">
                  <a:pos x="8" y="243"/>
                </a:cxn>
                <a:cxn ang="0">
                  <a:pos x="9" y="242"/>
                </a:cxn>
                <a:cxn ang="0">
                  <a:pos x="9" y="242"/>
                </a:cxn>
                <a:cxn ang="0">
                  <a:pos x="23" y="211"/>
                </a:cxn>
                <a:cxn ang="0">
                  <a:pos x="39" y="182"/>
                </a:cxn>
                <a:cxn ang="0">
                  <a:pos x="70" y="123"/>
                </a:cxn>
                <a:cxn ang="0">
                  <a:pos x="102" y="65"/>
                </a:cxn>
                <a:cxn ang="0">
                  <a:pos x="136" y="7"/>
                </a:cxn>
                <a:cxn ang="0">
                  <a:pos x="136" y="7"/>
                </a:cxn>
                <a:cxn ang="0">
                  <a:pos x="136" y="5"/>
                </a:cxn>
                <a:cxn ang="0">
                  <a:pos x="136" y="3"/>
                </a:cxn>
                <a:cxn ang="0">
                  <a:pos x="135" y="2"/>
                </a:cxn>
                <a:cxn ang="0">
                  <a:pos x="134" y="1"/>
                </a:cxn>
                <a:cxn ang="0">
                  <a:pos x="131" y="0"/>
                </a:cxn>
                <a:cxn ang="0">
                  <a:pos x="130" y="0"/>
                </a:cxn>
                <a:cxn ang="0">
                  <a:pos x="128" y="1"/>
                </a:cxn>
                <a:cxn ang="0">
                  <a:pos x="127" y="2"/>
                </a:cxn>
                <a:cxn ang="0">
                  <a:pos x="127" y="2"/>
                </a:cxn>
              </a:cxnLst>
              <a:rect l="0" t="0" r="r" b="b"/>
              <a:pathLst>
                <a:path w="136" h="244">
                  <a:moveTo>
                    <a:pt x="127" y="2"/>
                  </a:moveTo>
                  <a:lnTo>
                    <a:pt x="127" y="2"/>
                  </a:lnTo>
                  <a:lnTo>
                    <a:pt x="93" y="60"/>
                  </a:lnTo>
                  <a:lnTo>
                    <a:pt x="61" y="118"/>
                  </a:lnTo>
                  <a:lnTo>
                    <a:pt x="30" y="177"/>
                  </a:lnTo>
                  <a:lnTo>
                    <a:pt x="15" y="207"/>
                  </a:lnTo>
                  <a:lnTo>
                    <a:pt x="0" y="237"/>
                  </a:lnTo>
                  <a:lnTo>
                    <a:pt x="0" y="237"/>
                  </a:lnTo>
                  <a:lnTo>
                    <a:pt x="0" y="239"/>
                  </a:lnTo>
                  <a:lnTo>
                    <a:pt x="0" y="241"/>
                  </a:lnTo>
                  <a:lnTo>
                    <a:pt x="2" y="243"/>
                  </a:lnTo>
                  <a:lnTo>
                    <a:pt x="4" y="244"/>
                  </a:lnTo>
                  <a:lnTo>
                    <a:pt x="7" y="244"/>
                  </a:lnTo>
                  <a:lnTo>
                    <a:pt x="8" y="243"/>
                  </a:lnTo>
                  <a:lnTo>
                    <a:pt x="9" y="242"/>
                  </a:lnTo>
                  <a:lnTo>
                    <a:pt x="9" y="242"/>
                  </a:lnTo>
                  <a:lnTo>
                    <a:pt x="23" y="211"/>
                  </a:lnTo>
                  <a:lnTo>
                    <a:pt x="39" y="182"/>
                  </a:lnTo>
                  <a:lnTo>
                    <a:pt x="70" y="123"/>
                  </a:lnTo>
                  <a:lnTo>
                    <a:pt x="102" y="65"/>
                  </a:lnTo>
                  <a:lnTo>
                    <a:pt x="136" y="7"/>
                  </a:lnTo>
                  <a:lnTo>
                    <a:pt x="136" y="7"/>
                  </a:lnTo>
                  <a:lnTo>
                    <a:pt x="136" y="5"/>
                  </a:lnTo>
                  <a:lnTo>
                    <a:pt x="136" y="3"/>
                  </a:lnTo>
                  <a:lnTo>
                    <a:pt x="135" y="2"/>
                  </a:lnTo>
                  <a:lnTo>
                    <a:pt x="134" y="1"/>
                  </a:lnTo>
                  <a:lnTo>
                    <a:pt x="131" y="0"/>
                  </a:lnTo>
                  <a:lnTo>
                    <a:pt x="130" y="0"/>
                  </a:lnTo>
                  <a:lnTo>
                    <a:pt x="128" y="1"/>
                  </a:lnTo>
                  <a:lnTo>
                    <a:pt x="127" y="2"/>
                  </a:lnTo>
                  <a:lnTo>
                    <a:pt x="12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3" name="Freeform 391"/>
            <p:cNvSpPr/>
            <p:nvPr/>
          </p:nvSpPr>
          <p:spPr bwMode="auto">
            <a:xfrm>
              <a:off x="4311650" y="3292475"/>
              <a:ext cx="50800" cy="82550"/>
            </a:xfrm>
            <a:custGeom>
              <a:avLst/>
              <a:gdLst/>
              <a:ahLst/>
              <a:cxnLst>
                <a:cxn ang="0">
                  <a:pos x="90" y="3"/>
                </a:cxn>
                <a:cxn ang="0">
                  <a:pos x="90" y="3"/>
                </a:cxn>
                <a:cxn ang="0">
                  <a:pos x="45" y="75"/>
                </a:cxn>
                <a:cxn ang="0">
                  <a:pos x="23" y="111"/>
                </a:cxn>
                <a:cxn ang="0">
                  <a:pos x="1" y="148"/>
                </a:cxn>
                <a:cxn ang="0">
                  <a:pos x="1" y="148"/>
                </a:cxn>
                <a:cxn ang="0">
                  <a:pos x="0" y="150"/>
                </a:cxn>
                <a:cxn ang="0">
                  <a:pos x="1" y="151"/>
                </a:cxn>
                <a:cxn ang="0">
                  <a:pos x="2" y="153"/>
                </a:cxn>
                <a:cxn ang="0">
                  <a:pos x="3" y="154"/>
                </a:cxn>
                <a:cxn ang="0">
                  <a:pos x="4" y="154"/>
                </a:cxn>
                <a:cxn ang="0">
                  <a:pos x="6" y="154"/>
                </a:cxn>
                <a:cxn ang="0">
                  <a:pos x="9" y="154"/>
                </a:cxn>
                <a:cxn ang="0">
                  <a:pos x="10" y="152"/>
                </a:cxn>
                <a:cxn ang="0">
                  <a:pos x="10" y="152"/>
                </a:cxn>
                <a:cxn ang="0">
                  <a:pos x="31" y="116"/>
                </a:cxn>
                <a:cxn ang="0">
                  <a:pos x="53" y="80"/>
                </a:cxn>
                <a:cxn ang="0">
                  <a:pos x="98" y="8"/>
                </a:cxn>
                <a:cxn ang="0">
                  <a:pos x="98" y="8"/>
                </a:cxn>
                <a:cxn ang="0">
                  <a:pos x="98" y="6"/>
                </a:cxn>
                <a:cxn ang="0">
                  <a:pos x="98" y="4"/>
                </a:cxn>
                <a:cxn ang="0">
                  <a:pos x="97" y="3"/>
                </a:cxn>
                <a:cxn ang="0">
                  <a:pos x="96" y="0"/>
                </a:cxn>
                <a:cxn ang="0">
                  <a:pos x="94" y="0"/>
                </a:cxn>
                <a:cxn ang="0">
                  <a:pos x="93" y="0"/>
                </a:cxn>
                <a:cxn ang="0">
                  <a:pos x="91" y="0"/>
                </a:cxn>
                <a:cxn ang="0">
                  <a:pos x="90" y="3"/>
                </a:cxn>
                <a:cxn ang="0">
                  <a:pos x="90" y="3"/>
                </a:cxn>
              </a:cxnLst>
              <a:rect l="0" t="0" r="r" b="b"/>
              <a:pathLst>
                <a:path w="98" h="154">
                  <a:moveTo>
                    <a:pt x="90" y="3"/>
                  </a:moveTo>
                  <a:lnTo>
                    <a:pt x="90" y="3"/>
                  </a:lnTo>
                  <a:lnTo>
                    <a:pt x="45" y="75"/>
                  </a:lnTo>
                  <a:lnTo>
                    <a:pt x="23" y="111"/>
                  </a:lnTo>
                  <a:lnTo>
                    <a:pt x="1" y="148"/>
                  </a:lnTo>
                  <a:lnTo>
                    <a:pt x="1" y="148"/>
                  </a:lnTo>
                  <a:lnTo>
                    <a:pt x="0" y="150"/>
                  </a:lnTo>
                  <a:lnTo>
                    <a:pt x="1" y="151"/>
                  </a:lnTo>
                  <a:lnTo>
                    <a:pt x="2" y="153"/>
                  </a:lnTo>
                  <a:lnTo>
                    <a:pt x="3" y="154"/>
                  </a:lnTo>
                  <a:lnTo>
                    <a:pt x="4" y="154"/>
                  </a:lnTo>
                  <a:lnTo>
                    <a:pt x="6" y="154"/>
                  </a:lnTo>
                  <a:lnTo>
                    <a:pt x="9" y="154"/>
                  </a:lnTo>
                  <a:lnTo>
                    <a:pt x="10" y="152"/>
                  </a:lnTo>
                  <a:lnTo>
                    <a:pt x="10" y="152"/>
                  </a:lnTo>
                  <a:lnTo>
                    <a:pt x="31" y="116"/>
                  </a:lnTo>
                  <a:lnTo>
                    <a:pt x="53" y="80"/>
                  </a:lnTo>
                  <a:lnTo>
                    <a:pt x="98" y="8"/>
                  </a:lnTo>
                  <a:lnTo>
                    <a:pt x="98" y="8"/>
                  </a:lnTo>
                  <a:lnTo>
                    <a:pt x="98" y="6"/>
                  </a:lnTo>
                  <a:lnTo>
                    <a:pt x="98" y="4"/>
                  </a:lnTo>
                  <a:lnTo>
                    <a:pt x="97" y="3"/>
                  </a:lnTo>
                  <a:lnTo>
                    <a:pt x="96" y="0"/>
                  </a:lnTo>
                  <a:lnTo>
                    <a:pt x="94" y="0"/>
                  </a:lnTo>
                  <a:lnTo>
                    <a:pt x="93" y="0"/>
                  </a:lnTo>
                  <a:lnTo>
                    <a:pt x="91" y="0"/>
                  </a:lnTo>
                  <a:lnTo>
                    <a:pt x="90" y="3"/>
                  </a:lnTo>
                  <a:lnTo>
                    <a:pt x="90"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4" name="Freeform 392"/>
            <p:cNvSpPr/>
            <p:nvPr/>
          </p:nvSpPr>
          <p:spPr bwMode="auto">
            <a:xfrm>
              <a:off x="4529138" y="3536950"/>
              <a:ext cx="41275" cy="85725"/>
            </a:xfrm>
            <a:custGeom>
              <a:avLst/>
              <a:gdLst/>
              <a:ahLst/>
              <a:cxnLst>
                <a:cxn ang="0">
                  <a:pos x="71" y="3"/>
                </a:cxn>
                <a:cxn ang="0">
                  <a:pos x="71" y="3"/>
                </a:cxn>
                <a:cxn ang="0">
                  <a:pos x="52" y="40"/>
                </a:cxn>
                <a:cxn ang="0">
                  <a:pos x="33" y="79"/>
                </a:cxn>
                <a:cxn ang="0">
                  <a:pos x="17" y="117"/>
                </a:cxn>
                <a:cxn ang="0">
                  <a:pos x="0" y="156"/>
                </a:cxn>
                <a:cxn ang="0">
                  <a:pos x="0" y="156"/>
                </a:cxn>
                <a:cxn ang="0">
                  <a:pos x="0" y="158"/>
                </a:cxn>
                <a:cxn ang="0">
                  <a:pos x="1" y="159"/>
                </a:cxn>
                <a:cxn ang="0">
                  <a:pos x="2" y="160"/>
                </a:cxn>
                <a:cxn ang="0">
                  <a:pos x="3" y="161"/>
                </a:cxn>
                <a:cxn ang="0">
                  <a:pos x="8" y="161"/>
                </a:cxn>
                <a:cxn ang="0">
                  <a:pos x="9" y="160"/>
                </a:cxn>
                <a:cxn ang="0">
                  <a:pos x="10" y="158"/>
                </a:cxn>
                <a:cxn ang="0">
                  <a:pos x="10" y="158"/>
                </a:cxn>
                <a:cxn ang="0">
                  <a:pos x="25" y="120"/>
                </a:cxn>
                <a:cxn ang="0">
                  <a:pos x="43" y="82"/>
                </a:cxn>
                <a:cxn ang="0">
                  <a:pos x="60" y="45"/>
                </a:cxn>
                <a:cxn ang="0">
                  <a:pos x="79" y="7"/>
                </a:cxn>
                <a:cxn ang="0">
                  <a:pos x="79" y="7"/>
                </a:cxn>
                <a:cxn ang="0">
                  <a:pos x="80" y="5"/>
                </a:cxn>
                <a:cxn ang="0">
                  <a:pos x="79" y="4"/>
                </a:cxn>
                <a:cxn ang="0">
                  <a:pos x="78" y="2"/>
                </a:cxn>
                <a:cxn ang="0">
                  <a:pos x="77" y="1"/>
                </a:cxn>
                <a:cxn ang="0">
                  <a:pos x="76" y="0"/>
                </a:cxn>
                <a:cxn ang="0">
                  <a:pos x="74" y="0"/>
                </a:cxn>
                <a:cxn ang="0">
                  <a:pos x="72" y="1"/>
                </a:cxn>
                <a:cxn ang="0">
                  <a:pos x="71" y="3"/>
                </a:cxn>
                <a:cxn ang="0">
                  <a:pos x="71" y="3"/>
                </a:cxn>
              </a:cxnLst>
              <a:rect l="0" t="0" r="r" b="b"/>
              <a:pathLst>
                <a:path w="80" h="161">
                  <a:moveTo>
                    <a:pt x="71" y="3"/>
                  </a:moveTo>
                  <a:lnTo>
                    <a:pt x="71" y="3"/>
                  </a:lnTo>
                  <a:lnTo>
                    <a:pt x="52" y="40"/>
                  </a:lnTo>
                  <a:lnTo>
                    <a:pt x="33" y="79"/>
                  </a:lnTo>
                  <a:lnTo>
                    <a:pt x="17" y="117"/>
                  </a:lnTo>
                  <a:lnTo>
                    <a:pt x="0" y="156"/>
                  </a:lnTo>
                  <a:lnTo>
                    <a:pt x="0" y="156"/>
                  </a:lnTo>
                  <a:lnTo>
                    <a:pt x="0" y="158"/>
                  </a:lnTo>
                  <a:lnTo>
                    <a:pt x="1" y="159"/>
                  </a:lnTo>
                  <a:lnTo>
                    <a:pt x="2" y="160"/>
                  </a:lnTo>
                  <a:lnTo>
                    <a:pt x="3" y="161"/>
                  </a:lnTo>
                  <a:lnTo>
                    <a:pt x="8" y="161"/>
                  </a:lnTo>
                  <a:lnTo>
                    <a:pt x="9" y="160"/>
                  </a:lnTo>
                  <a:lnTo>
                    <a:pt x="10" y="158"/>
                  </a:lnTo>
                  <a:lnTo>
                    <a:pt x="10" y="158"/>
                  </a:lnTo>
                  <a:lnTo>
                    <a:pt x="25" y="120"/>
                  </a:lnTo>
                  <a:lnTo>
                    <a:pt x="43" y="82"/>
                  </a:lnTo>
                  <a:lnTo>
                    <a:pt x="60" y="45"/>
                  </a:lnTo>
                  <a:lnTo>
                    <a:pt x="79" y="7"/>
                  </a:lnTo>
                  <a:lnTo>
                    <a:pt x="79" y="7"/>
                  </a:lnTo>
                  <a:lnTo>
                    <a:pt x="80" y="5"/>
                  </a:lnTo>
                  <a:lnTo>
                    <a:pt x="79" y="4"/>
                  </a:lnTo>
                  <a:lnTo>
                    <a:pt x="78" y="2"/>
                  </a:lnTo>
                  <a:lnTo>
                    <a:pt x="77" y="1"/>
                  </a:lnTo>
                  <a:lnTo>
                    <a:pt x="76" y="0"/>
                  </a:lnTo>
                  <a:lnTo>
                    <a:pt x="74" y="0"/>
                  </a:lnTo>
                  <a:lnTo>
                    <a:pt x="72" y="1"/>
                  </a:lnTo>
                  <a:lnTo>
                    <a:pt x="71" y="3"/>
                  </a:lnTo>
                  <a:lnTo>
                    <a:pt x="7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5" name="Freeform 393"/>
            <p:cNvSpPr/>
            <p:nvPr/>
          </p:nvSpPr>
          <p:spPr bwMode="auto">
            <a:xfrm>
              <a:off x="4592638" y="3511550"/>
              <a:ext cx="31750" cy="57150"/>
            </a:xfrm>
            <a:custGeom>
              <a:avLst/>
              <a:gdLst/>
              <a:ahLst/>
              <a:cxnLst>
                <a:cxn ang="0">
                  <a:pos x="51" y="4"/>
                </a:cxn>
                <a:cxn ang="0">
                  <a:pos x="51" y="4"/>
                </a:cxn>
                <a:cxn ang="0">
                  <a:pos x="50" y="10"/>
                </a:cxn>
                <a:cxn ang="0">
                  <a:pos x="49" y="17"/>
                </a:cxn>
                <a:cxn ang="0">
                  <a:pos x="43" y="30"/>
                </a:cxn>
                <a:cxn ang="0">
                  <a:pos x="29" y="53"/>
                </a:cxn>
                <a:cxn ang="0">
                  <a:pos x="29" y="53"/>
                </a:cxn>
                <a:cxn ang="0">
                  <a:pos x="16" y="78"/>
                </a:cxn>
                <a:cxn ang="0">
                  <a:pos x="1" y="103"/>
                </a:cxn>
                <a:cxn ang="0">
                  <a:pos x="1" y="103"/>
                </a:cxn>
                <a:cxn ang="0">
                  <a:pos x="0" y="104"/>
                </a:cxn>
                <a:cxn ang="0">
                  <a:pos x="1" y="106"/>
                </a:cxn>
                <a:cxn ang="0">
                  <a:pos x="1" y="108"/>
                </a:cxn>
                <a:cxn ang="0">
                  <a:pos x="3" y="109"/>
                </a:cxn>
                <a:cxn ang="0">
                  <a:pos x="4" y="109"/>
                </a:cxn>
                <a:cxn ang="0">
                  <a:pos x="6" y="109"/>
                </a:cxn>
                <a:cxn ang="0">
                  <a:pos x="8" y="109"/>
                </a:cxn>
                <a:cxn ang="0">
                  <a:pos x="10" y="107"/>
                </a:cxn>
                <a:cxn ang="0">
                  <a:pos x="10" y="107"/>
                </a:cxn>
                <a:cxn ang="0">
                  <a:pos x="18" y="94"/>
                </a:cxn>
                <a:cxn ang="0">
                  <a:pos x="26" y="80"/>
                </a:cxn>
                <a:cxn ang="0">
                  <a:pos x="41" y="51"/>
                </a:cxn>
                <a:cxn ang="0">
                  <a:pos x="41" y="51"/>
                </a:cxn>
                <a:cxn ang="0">
                  <a:pos x="53" y="29"/>
                </a:cxn>
                <a:cxn ang="0">
                  <a:pos x="58" y="17"/>
                </a:cxn>
                <a:cxn ang="0">
                  <a:pos x="60" y="11"/>
                </a:cxn>
                <a:cxn ang="0">
                  <a:pos x="61" y="4"/>
                </a:cxn>
                <a:cxn ang="0">
                  <a:pos x="61" y="4"/>
                </a:cxn>
                <a:cxn ang="0">
                  <a:pos x="60" y="2"/>
                </a:cxn>
                <a:cxn ang="0">
                  <a:pos x="60" y="1"/>
                </a:cxn>
                <a:cxn ang="0">
                  <a:pos x="58" y="0"/>
                </a:cxn>
                <a:cxn ang="0">
                  <a:pos x="56" y="0"/>
                </a:cxn>
                <a:cxn ang="0">
                  <a:pos x="53" y="1"/>
                </a:cxn>
                <a:cxn ang="0">
                  <a:pos x="52" y="2"/>
                </a:cxn>
                <a:cxn ang="0">
                  <a:pos x="51" y="4"/>
                </a:cxn>
                <a:cxn ang="0">
                  <a:pos x="51" y="4"/>
                </a:cxn>
              </a:cxnLst>
              <a:rect l="0" t="0" r="r" b="b"/>
              <a:pathLst>
                <a:path w="61" h="109">
                  <a:moveTo>
                    <a:pt x="51" y="4"/>
                  </a:moveTo>
                  <a:lnTo>
                    <a:pt x="51" y="4"/>
                  </a:lnTo>
                  <a:lnTo>
                    <a:pt x="50" y="10"/>
                  </a:lnTo>
                  <a:lnTo>
                    <a:pt x="49" y="17"/>
                  </a:lnTo>
                  <a:lnTo>
                    <a:pt x="43" y="30"/>
                  </a:lnTo>
                  <a:lnTo>
                    <a:pt x="29" y="53"/>
                  </a:lnTo>
                  <a:lnTo>
                    <a:pt x="29" y="53"/>
                  </a:lnTo>
                  <a:lnTo>
                    <a:pt x="16" y="78"/>
                  </a:lnTo>
                  <a:lnTo>
                    <a:pt x="1" y="103"/>
                  </a:lnTo>
                  <a:lnTo>
                    <a:pt x="1" y="103"/>
                  </a:lnTo>
                  <a:lnTo>
                    <a:pt x="0" y="104"/>
                  </a:lnTo>
                  <a:lnTo>
                    <a:pt x="1" y="106"/>
                  </a:lnTo>
                  <a:lnTo>
                    <a:pt x="1" y="108"/>
                  </a:lnTo>
                  <a:lnTo>
                    <a:pt x="3" y="109"/>
                  </a:lnTo>
                  <a:lnTo>
                    <a:pt x="4" y="109"/>
                  </a:lnTo>
                  <a:lnTo>
                    <a:pt x="6" y="109"/>
                  </a:lnTo>
                  <a:lnTo>
                    <a:pt x="8" y="109"/>
                  </a:lnTo>
                  <a:lnTo>
                    <a:pt x="10" y="107"/>
                  </a:lnTo>
                  <a:lnTo>
                    <a:pt x="10" y="107"/>
                  </a:lnTo>
                  <a:lnTo>
                    <a:pt x="18" y="94"/>
                  </a:lnTo>
                  <a:lnTo>
                    <a:pt x="26" y="80"/>
                  </a:lnTo>
                  <a:lnTo>
                    <a:pt x="41" y="51"/>
                  </a:lnTo>
                  <a:lnTo>
                    <a:pt x="41" y="51"/>
                  </a:lnTo>
                  <a:lnTo>
                    <a:pt x="53" y="29"/>
                  </a:lnTo>
                  <a:lnTo>
                    <a:pt x="58" y="17"/>
                  </a:lnTo>
                  <a:lnTo>
                    <a:pt x="60" y="11"/>
                  </a:lnTo>
                  <a:lnTo>
                    <a:pt x="61" y="4"/>
                  </a:lnTo>
                  <a:lnTo>
                    <a:pt x="61" y="4"/>
                  </a:lnTo>
                  <a:lnTo>
                    <a:pt x="60" y="2"/>
                  </a:lnTo>
                  <a:lnTo>
                    <a:pt x="60" y="1"/>
                  </a:lnTo>
                  <a:lnTo>
                    <a:pt x="58" y="0"/>
                  </a:lnTo>
                  <a:lnTo>
                    <a:pt x="56" y="0"/>
                  </a:lnTo>
                  <a:lnTo>
                    <a:pt x="53" y="1"/>
                  </a:lnTo>
                  <a:lnTo>
                    <a:pt x="52" y="2"/>
                  </a:lnTo>
                  <a:lnTo>
                    <a:pt x="51" y="4"/>
                  </a:lnTo>
                  <a:lnTo>
                    <a:pt x="51"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6" name="Freeform 394"/>
            <p:cNvSpPr/>
            <p:nvPr/>
          </p:nvSpPr>
          <p:spPr bwMode="auto">
            <a:xfrm>
              <a:off x="4638675" y="3521075"/>
              <a:ext cx="22225" cy="50800"/>
            </a:xfrm>
            <a:custGeom>
              <a:avLst/>
              <a:gdLst/>
              <a:ahLst/>
              <a:cxnLst>
                <a:cxn ang="0">
                  <a:pos x="32" y="4"/>
                </a:cxn>
                <a:cxn ang="0">
                  <a:pos x="32" y="4"/>
                </a:cxn>
                <a:cxn ang="0">
                  <a:pos x="31" y="17"/>
                </a:cxn>
                <a:cxn ang="0">
                  <a:pos x="28" y="28"/>
                </a:cxn>
                <a:cxn ang="0">
                  <a:pos x="25" y="38"/>
                </a:cxn>
                <a:cxn ang="0">
                  <a:pos x="20" y="50"/>
                </a:cxn>
                <a:cxn ang="0">
                  <a:pos x="10" y="70"/>
                </a:cxn>
                <a:cxn ang="0">
                  <a:pos x="0" y="92"/>
                </a:cxn>
                <a:cxn ang="0">
                  <a:pos x="0" y="92"/>
                </a:cxn>
                <a:cxn ang="0">
                  <a:pos x="0" y="94"/>
                </a:cxn>
                <a:cxn ang="0">
                  <a:pos x="0" y="95"/>
                </a:cxn>
                <a:cxn ang="0">
                  <a:pos x="2" y="96"/>
                </a:cxn>
                <a:cxn ang="0">
                  <a:pos x="3" y="97"/>
                </a:cxn>
                <a:cxn ang="0">
                  <a:pos x="7" y="97"/>
                </a:cxn>
                <a:cxn ang="0">
                  <a:pos x="8" y="96"/>
                </a:cxn>
                <a:cxn ang="0">
                  <a:pos x="9" y="94"/>
                </a:cxn>
                <a:cxn ang="0">
                  <a:pos x="9" y="94"/>
                </a:cxn>
                <a:cxn ang="0">
                  <a:pos x="20" y="72"/>
                </a:cxn>
                <a:cxn ang="0">
                  <a:pos x="30" y="51"/>
                </a:cxn>
                <a:cxn ang="0">
                  <a:pos x="34" y="39"/>
                </a:cxn>
                <a:cxn ang="0">
                  <a:pos x="37" y="28"/>
                </a:cxn>
                <a:cxn ang="0">
                  <a:pos x="40" y="17"/>
                </a:cxn>
                <a:cxn ang="0">
                  <a:pos x="41" y="4"/>
                </a:cxn>
                <a:cxn ang="0">
                  <a:pos x="41" y="4"/>
                </a:cxn>
                <a:cxn ang="0">
                  <a:pos x="41" y="2"/>
                </a:cxn>
                <a:cxn ang="0">
                  <a:pos x="40" y="1"/>
                </a:cxn>
                <a:cxn ang="0">
                  <a:pos x="38" y="0"/>
                </a:cxn>
                <a:cxn ang="0">
                  <a:pos x="37" y="0"/>
                </a:cxn>
                <a:cxn ang="0">
                  <a:pos x="35" y="0"/>
                </a:cxn>
                <a:cxn ang="0">
                  <a:pos x="33" y="1"/>
                </a:cxn>
                <a:cxn ang="0">
                  <a:pos x="32" y="2"/>
                </a:cxn>
                <a:cxn ang="0">
                  <a:pos x="32" y="4"/>
                </a:cxn>
                <a:cxn ang="0">
                  <a:pos x="32" y="4"/>
                </a:cxn>
              </a:cxnLst>
              <a:rect l="0" t="0" r="r" b="b"/>
              <a:pathLst>
                <a:path w="41" h="97">
                  <a:moveTo>
                    <a:pt x="32" y="4"/>
                  </a:moveTo>
                  <a:lnTo>
                    <a:pt x="32" y="4"/>
                  </a:lnTo>
                  <a:lnTo>
                    <a:pt x="31" y="17"/>
                  </a:lnTo>
                  <a:lnTo>
                    <a:pt x="28" y="28"/>
                  </a:lnTo>
                  <a:lnTo>
                    <a:pt x="25" y="38"/>
                  </a:lnTo>
                  <a:lnTo>
                    <a:pt x="20" y="50"/>
                  </a:lnTo>
                  <a:lnTo>
                    <a:pt x="10" y="70"/>
                  </a:lnTo>
                  <a:lnTo>
                    <a:pt x="0" y="92"/>
                  </a:lnTo>
                  <a:lnTo>
                    <a:pt x="0" y="92"/>
                  </a:lnTo>
                  <a:lnTo>
                    <a:pt x="0" y="94"/>
                  </a:lnTo>
                  <a:lnTo>
                    <a:pt x="0" y="95"/>
                  </a:lnTo>
                  <a:lnTo>
                    <a:pt x="2" y="96"/>
                  </a:lnTo>
                  <a:lnTo>
                    <a:pt x="3" y="97"/>
                  </a:lnTo>
                  <a:lnTo>
                    <a:pt x="7" y="97"/>
                  </a:lnTo>
                  <a:lnTo>
                    <a:pt x="8" y="96"/>
                  </a:lnTo>
                  <a:lnTo>
                    <a:pt x="9" y="94"/>
                  </a:lnTo>
                  <a:lnTo>
                    <a:pt x="9" y="94"/>
                  </a:lnTo>
                  <a:lnTo>
                    <a:pt x="20" y="72"/>
                  </a:lnTo>
                  <a:lnTo>
                    <a:pt x="30" y="51"/>
                  </a:lnTo>
                  <a:lnTo>
                    <a:pt x="34" y="39"/>
                  </a:lnTo>
                  <a:lnTo>
                    <a:pt x="37" y="28"/>
                  </a:lnTo>
                  <a:lnTo>
                    <a:pt x="40" y="17"/>
                  </a:lnTo>
                  <a:lnTo>
                    <a:pt x="41" y="4"/>
                  </a:lnTo>
                  <a:lnTo>
                    <a:pt x="41" y="4"/>
                  </a:lnTo>
                  <a:lnTo>
                    <a:pt x="41" y="2"/>
                  </a:lnTo>
                  <a:lnTo>
                    <a:pt x="40" y="1"/>
                  </a:lnTo>
                  <a:lnTo>
                    <a:pt x="38" y="0"/>
                  </a:lnTo>
                  <a:lnTo>
                    <a:pt x="37" y="0"/>
                  </a:lnTo>
                  <a:lnTo>
                    <a:pt x="35" y="0"/>
                  </a:lnTo>
                  <a:lnTo>
                    <a:pt x="33" y="1"/>
                  </a:lnTo>
                  <a:lnTo>
                    <a:pt x="32" y="2"/>
                  </a:lnTo>
                  <a:lnTo>
                    <a:pt x="32" y="4"/>
                  </a:lnTo>
                  <a:lnTo>
                    <a:pt x="3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7" name="Freeform 395"/>
            <p:cNvSpPr/>
            <p:nvPr/>
          </p:nvSpPr>
          <p:spPr bwMode="auto">
            <a:xfrm>
              <a:off x="4719638" y="3544888"/>
              <a:ext cx="55563" cy="80963"/>
            </a:xfrm>
            <a:custGeom>
              <a:avLst/>
              <a:gdLst/>
              <a:ahLst/>
              <a:cxnLst>
                <a:cxn ang="0">
                  <a:pos x="96" y="1"/>
                </a:cxn>
                <a:cxn ang="0">
                  <a:pos x="96" y="1"/>
                </a:cxn>
                <a:cxn ang="0">
                  <a:pos x="81" y="16"/>
                </a:cxn>
                <a:cxn ang="0">
                  <a:pos x="68" y="32"/>
                </a:cxn>
                <a:cxn ang="0">
                  <a:pos x="42" y="65"/>
                </a:cxn>
                <a:cxn ang="0">
                  <a:pos x="42" y="65"/>
                </a:cxn>
                <a:cxn ang="0">
                  <a:pos x="35" y="74"/>
                </a:cxn>
                <a:cxn ang="0">
                  <a:pos x="30" y="84"/>
                </a:cxn>
                <a:cxn ang="0">
                  <a:pos x="20" y="105"/>
                </a:cxn>
                <a:cxn ang="0">
                  <a:pos x="10" y="126"/>
                </a:cxn>
                <a:cxn ang="0">
                  <a:pos x="1" y="147"/>
                </a:cxn>
                <a:cxn ang="0">
                  <a:pos x="1" y="147"/>
                </a:cxn>
                <a:cxn ang="0">
                  <a:pos x="0" y="149"/>
                </a:cxn>
                <a:cxn ang="0">
                  <a:pos x="1" y="150"/>
                </a:cxn>
                <a:cxn ang="0">
                  <a:pos x="1" y="152"/>
                </a:cxn>
                <a:cxn ang="0">
                  <a:pos x="3" y="154"/>
                </a:cxn>
                <a:cxn ang="0">
                  <a:pos x="4" y="155"/>
                </a:cxn>
                <a:cxn ang="0">
                  <a:pos x="6" y="155"/>
                </a:cxn>
                <a:cxn ang="0">
                  <a:pos x="7" y="154"/>
                </a:cxn>
                <a:cxn ang="0">
                  <a:pos x="9" y="151"/>
                </a:cxn>
                <a:cxn ang="0">
                  <a:pos x="9" y="151"/>
                </a:cxn>
                <a:cxn ang="0">
                  <a:pos x="17" y="133"/>
                </a:cxn>
                <a:cxn ang="0">
                  <a:pos x="26" y="113"/>
                </a:cxn>
                <a:cxn ang="0">
                  <a:pos x="34" y="94"/>
                </a:cxn>
                <a:cxn ang="0">
                  <a:pos x="39" y="84"/>
                </a:cxn>
                <a:cxn ang="0">
                  <a:pos x="45" y="76"/>
                </a:cxn>
                <a:cxn ang="0">
                  <a:pos x="45" y="76"/>
                </a:cxn>
                <a:cxn ang="0">
                  <a:pos x="59" y="58"/>
                </a:cxn>
                <a:cxn ang="0">
                  <a:pos x="73" y="41"/>
                </a:cxn>
                <a:cxn ang="0">
                  <a:pos x="88" y="23"/>
                </a:cxn>
                <a:cxn ang="0">
                  <a:pos x="103" y="7"/>
                </a:cxn>
                <a:cxn ang="0">
                  <a:pos x="103" y="7"/>
                </a:cxn>
                <a:cxn ang="0">
                  <a:pos x="104" y="6"/>
                </a:cxn>
                <a:cxn ang="0">
                  <a:pos x="104" y="4"/>
                </a:cxn>
                <a:cxn ang="0">
                  <a:pos x="104" y="2"/>
                </a:cxn>
                <a:cxn ang="0">
                  <a:pos x="103" y="1"/>
                </a:cxn>
                <a:cxn ang="0">
                  <a:pos x="101" y="0"/>
                </a:cxn>
                <a:cxn ang="0">
                  <a:pos x="100" y="0"/>
                </a:cxn>
                <a:cxn ang="0">
                  <a:pos x="98" y="0"/>
                </a:cxn>
                <a:cxn ang="0">
                  <a:pos x="96" y="1"/>
                </a:cxn>
                <a:cxn ang="0">
                  <a:pos x="96" y="1"/>
                </a:cxn>
              </a:cxnLst>
              <a:rect l="0" t="0" r="r" b="b"/>
              <a:pathLst>
                <a:path w="104" h="155">
                  <a:moveTo>
                    <a:pt x="96" y="1"/>
                  </a:moveTo>
                  <a:lnTo>
                    <a:pt x="96" y="1"/>
                  </a:lnTo>
                  <a:lnTo>
                    <a:pt x="81" y="16"/>
                  </a:lnTo>
                  <a:lnTo>
                    <a:pt x="68" y="32"/>
                  </a:lnTo>
                  <a:lnTo>
                    <a:pt x="42" y="65"/>
                  </a:lnTo>
                  <a:lnTo>
                    <a:pt x="42" y="65"/>
                  </a:lnTo>
                  <a:lnTo>
                    <a:pt x="35" y="74"/>
                  </a:lnTo>
                  <a:lnTo>
                    <a:pt x="30" y="84"/>
                  </a:lnTo>
                  <a:lnTo>
                    <a:pt x="20" y="105"/>
                  </a:lnTo>
                  <a:lnTo>
                    <a:pt x="10" y="126"/>
                  </a:lnTo>
                  <a:lnTo>
                    <a:pt x="1" y="147"/>
                  </a:lnTo>
                  <a:lnTo>
                    <a:pt x="1" y="147"/>
                  </a:lnTo>
                  <a:lnTo>
                    <a:pt x="0" y="149"/>
                  </a:lnTo>
                  <a:lnTo>
                    <a:pt x="1" y="150"/>
                  </a:lnTo>
                  <a:lnTo>
                    <a:pt x="1" y="152"/>
                  </a:lnTo>
                  <a:lnTo>
                    <a:pt x="3" y="154"/>
                  </a:lnTo>
                  <a:lnTo>
                    <a:pt x="4" y="155"/>
                  </a:lnTo>
                  <a:lnTo>
                    <a:pt x="6" y="155"/>
                  </a:lnTo>
                  <a:lnTo>
                    <a:pt x="7" y="154"/>
                  </a:lnTo>
                  <a:lnTo>
                    <a:pt x="9" y="151"/>
                  </a:lnTo>
                  <a:lnTo>
                    <a:pt x="9" y="151"/>
                  </a:lnTo>
                  <a:lnTo>
                    <a:pt x="17" y="133"/>
                  </a:lnTo>
                  <a:lnTo>
                    <a:pt x="26" y="113"/>
                  </a:lnTo>
                  <a:lnTo>
                    <a:pt x="34" y="94"/>
                  </a:lnTo>
                  <a:lnTo>
                    <a:pt x="39" y="84"/>
                  </a:lnTo>
                  <a:lnTo>
                    <a:pt x="45" y="76"/>
                  </a:lnTo>
                  <a:lnTo>
                    <a:pt x="45" y="76"/>
                  </a:lnTo>
                  <a:lnTo>
                    <a:pt x="59" y="58"/>
                  </a:lnTo>
                  <a:lnTo>
                    <a:pt x="73" y="41"/>
                  </a:lnTo>
                  <a:lnTo>
                    <a:pt x="88" y="23"/>
                  </a:lnTo>
                  <a:lnTo>
                    <a:pt x="103" y="7"/>
                  </a:lnTo>
                  <a:lnTo>
                    <a:pt x="103" y="7"/>
                  </a:lnTo>
                  <a:lnTo>
                    <a:pt x="104" y="6"/>
                  </a:lnTo>
                  <a:lnTo>
                    <a:pt x="104" y="4"/>
                  </a:lnTo>
                  <a:lnTo>
                    <a:pt x="104" y="2"/>
                  </a:lnTo>
                  <a:lnTo>
                    <a:pt x="103" y="1"/>
                  </a:lnTo>
                  <a:lnTo>
                    <a:pt x="101" y="0"/>
                  </a:lnTo>
                  <a:lnTo>
                    <a:pt x="100" y="0"/>
                  </a:lnTo>
                  <a:lnTo>
                    <a:pt x="98" y="0"/>
                  </a:lnTo>
                  <a:lnTo>
                    <a:pt x="96" y="1"/>
                  </a:lnTo>
                  <a:lnTo>
                    <a:pt x="9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8" name="Freeform 396"/>
            <p:cNvSpPr/>
            <p:nvPr/>
          </p:nvSpPr>
          <p:spPr bwMode="auto">
            <a:xfrm>
              <a:off x="4219575" y="3103563"/>
              <a:ext cx="604838" cy="708025"/>
            </a:xfrm>
            <a:custGeom>
              <a:avLst/>
              <a:gdLst/>
              <a:ahLst/>
              <a:cxnLst>
                <a:cxn ang="0">
                  <a:pos x="691" y="1338"/>
                </a:cxn>
                <a:cxn ang="0">
                  <a:pos x="661" y="1332"/>
                </a:cxn>
                <a:cxn ang="0">
                  <a:pos x="581" y="1332"/>
                </a:cxn>
                <a:cxn ang="0">
                  <a:pos x="509" y="1331"/>
                </a:cxn>
                <a:cxn ang="0">
                  <a:pos x="487" y="1329"/>
                </a:cxn>
                <a:cxn ang="0">
                  <a:pos x="346" y="1332"/>
                </a:cxn>
                <a:cxn ang="0">
                  <a:pos x="227" y="1324"/>
                </a:cxn>
                <a:cxn ang="0">
                  <a:pos x="107" y="1276"/>
                </a:cxn>
                <a:cxn ang="0">
                  <a:pos x="26" y="1174"/>
                </a:cxn>
                <a:cxn ang="0">
                  <a:pos x="14" y="1125"/>
                </a:cxn>
                <a:cxn ang="0">
                  <a:pos x="14" y="1040"/>
                </a:cxn>
                <a:cxn ang="0">
                  <a:pos x="11" y="848"/>
                </a:cxn>
                <a:cxn ang="0">
                  <a:pos x="5" y="639"/>
                </a:cxn>
                <a:cxn ang="0">
                  <a:pos x="0" y="262"/>
                </a:cxn>
                <a:cxn ang="0">
                  <a:pos x="4" y="169"/>
                </a:cxn>
                <a:cxn ang="0">
                  <a:pos x="43" y="68"/>
                </a:cxn>
                <a:cxn ang="0">
                  <a:pos x="174" y="11"/>
                </a:cxn>
                <a:cxn ang="0">
                  <a:pos x="398" y="2"/>
                </a:cxn>
                <a:cxn ang="0">
                  <a:pos x="580" y="8"/>
                </a:cxn>
                <a:cxn ang="0">
                  <a:pos x="893" y="18"/>
                </a:cxn>
                <a:cxn ang="0">
                  <a:pos x="1050" y="43"/>
                </a:cxn>
                <a:cxn ang="0">
                  <a:pos x="1101" y="104"/>
                </a:cxn>
                <a:cxn ang="0">
                  <a:pos x="1104" y="157"/>
                </a:cxn>
                <a:cxn ang="0">
                  <a:pos x="1081" y="159"/>
                </a:cxn>
                <a:cxn ang="0">
                  <a:pos x="1069" y="123"/>
                </a:cxn>
                <a:cxn ang="0">
                  <a:pos x="1017" y="66"/>
                </a:cxn>
                <a:cxn ang="0">
                  <a:pos x="935" y="54"/>
                </a:cxn>
                <a:cxn ang="0">
                  <a:pos x="613" y="49"/>
                </a:cxn>
                <a:cxn ang="0">
                  <a:pos x="445" y="38"/>
                </a:cxn>
                <a:cxn ang="0">
                  <a:pos x="247" y="35"/>
                </a:cxn>
                <a:cxn ang="0">
                  <a:pos x="128" y="61"/>
                </a:cxn>
                <a:cxn ang="0">
                  <a:pos x="59" y="111"/>
                </a:cxn>
                <a:cxn ang="0">
                  <a:pos x="41" y="193"/>
                </a:cxn>
                <a:cxn ang="0">
                  <a:pos x="35" y="262"/>
                </a:cxn>
                <a:cxn ang="0">
                  <a:pos x="39" y="299"/>
                </a:cxn>
                <a:cxn ang="0">
                  <a:pos x="45" y="732"/>
                </a:cxn>
                <a:cxn ang="0">
                  <a:pos x="50" y="996"/>
                </a:cxn>
                <a:cxn ang="0">
                  <a:pos x="49" y="1106"/>
                </a:cxn>
                <a:cxn ang="0">
                  <a:pos x="52" y="1136"/>
                </a:cxn>
                <a:cxn ang="0">
                  <a:pos x="85" y="1207"/>
                </a:cxn>
                <a:cxn ang="0">
                  <a:pos x="189" y="1281"/>
                </a:cxn>
                <a:cxn ang="0">
                  <a:pos x="259" y="1287"/>
                </a:cxn>
                <a:cxn ang="0">
                  <a:pos x="384" y="1298"/>
                </a:cxn>
                <a:cxn ang="0">
                  <a:pos x="466" y="1292"/>
                </a:cxn>
                <a:cxn ang="0">
                  <a:pos x="602" y="1297"/>
                </a:cxn>
                <a:cxn ang="0">
                  <a:pos x="682" y="1297"/>
                </a:cxn>
                <a:cxn ang="0">
                  <a:pos x="713" y="1294"/>
                </a:cxn>
                <a:cxn ang="0">
                  <a:pos x="781" y="1271"/>
                </a:cxn>
                <a:cxn ang="0">
                  <a:pos x="969" y="1143"/>
                </a:cxn>
                <a:cxn ang="0">
                  <a:pos x="1093" y="1056"/>
                </a:cxn>
                <a:cxn ang="0">
                  <a:pos x="1108" y="1031"/>
                </a:cxn>
                <a:cxn ang="0">
                  <a:pos x="1096" y="668"/>
                </a:cxn>
                <a:cxn ang="0">
                  <a:pos x="1112" y="658"/>
                </a:cxn>
                <a:cxn ang="0">
                  <a:pos x="1132" y="676"/>
                </a:cxn>
                <a:cxn ang="0">
                  <a:pos x="1135" y="1062"/>
                </a:cxn>
                <a:cxn ang="0">
                  <a:pos x="1074" y="1111"/>
                </a:cxn>
                <a:cxn ang="0">
                  <a:pos x="931" y="1212"/>
                </a:cxn>
                <a:cxn ang="0">
                  <a:pos x="765" y="1319"/>
                </a:cxn>
                <a:cxn ang="0">
                  <a:pos x="719" y="1332"/>
                </a:cxn>
              </a:cxnLst>
              <a:rect l="0" t="0" r="r" b="b"/>
              <a:pathLst>
                <a:path w="1145" h="1338">
                  <a:moveTo>
                    <a:pt x="707" y="1338"/>
                  </a:moveTo>
                  <a:lnTo>
                    <a:pt x="707" y="1338"/>
                  </a:lnTo>
                  <a:lnTo>
                    <a:pt x="703" y="1338"/>
                  </a:lnTo>
                  <a:lnTo>
                    <a:pt x="700" y="1337"/>
                  </a:lnTo>
                  <a:lnTo>
                    <a:pt x="698" y="1336"/>
                  </a:lnTo>
                  <a:lnTo>
                    <a:pt x="696" y="1337"/>
                  </a:lnTo>
                  <a:lnTo>
                    <a:pt x="696" y="1337"/>
                  </a:lnTo>
                  <a:lnTo>
                    <a:pt x="691" y="1338"/>
                  </a:lnTo>
                  <a:lnTo>
                    <a:pt x="691" y="1338"/>
                  </a:lnTo>
                  <a:lnTo>
                    <a:pt x="685" y="1337"/>
                  </a:lnTo>
                  <a:lnTo>
                    <a:pt x="678" y="1333"/>
                  </a:lnTo>
                  <a:lnTo>
                    <a:pt x="678" y="1333"/>
                  </a:lnTo>
                  <a:lnTo>
                    <a:pt x="675" y="1332"/>
                  </a:lnTo>
                  <a:lnTo>
                    <a:pt x="671" y="1332"/>
                  </a:lnTo>
                  <a:lnTo>
                    <a:pt x="671" y="1332"/>
                  </a:lnTo>
                  <a:lnTo>
                    <a:pt x="661" y="1332"/>
                  </a:lnTo>
                  <a:lnTo>
                    <a:pt x="648" y="1333"/>
                  </a:lnTo>
                  <a:lnTo>
                    <a:pt x="648" y="1333"/>
                  </a:lnTo>
                  <a:lnTo>
                    <a:pt x="638" y="1334"/>
                  </a:lnTo>
                  <a:lnTo>
                    <a:pt x="638" y="1334"/>
                  </a:lnTo>
                  <a:lnTo>
                    <a:pt x="615" y="1334"/>
                  </a:lnTo>
                  <a:lnTo>
                    <a:pt x="615" y="1334"/>
                  </a:lnTo>
                  <a:lnTo>
                    <a:pt x="600" y="1334"/>
                  </a:lnTo>
                  <a:lnTo>
                    <a:pt x="581" y="1332"/>
                  </a:lnTo>
                  <a:lnTo>
                    <a:pt x="581" y="1332"/>
                  </a:lnTo>
                  <a:lnTo>
                    <a:pt x="569" y="1331"/>
                  </a:lnTo>
                  <a:lnTo>
                    <a:pt x="554" y="1329"/>
                  </a:lnTo>
                  <a:lnTo>
                    <a:pt x="554" y="1329"/>
                  </a:lnTo>
                  <a:lnTo>
                    <a:pt x="534" y="1331"/>
                  </a:lnTo>
                  <a:lnTo>
                    <a:pt x="534" y="1331"/>
                  </a:lnTo>
                  <a:lnTo>
                    <a:pt x="513" y="1331"/>
                  </a:lnTo>
                  <a:lnTo>
                    <a:pt x="509" y="1331"/>
                  </a:lnTo>
                  <a:lnTo>
                    <a:pt x="509" y="1331"/>
                  </a:lnTo>
                  <a:lnTo>
                    <a:pt x="503" y="1329"/>
                  </a:lnTo>
                  <a:lnTo>
                    <a:pt x="496" y="1328"/>
                  </a:lnTo>
                  <a:lnTo>
                    <a:pt x="495" y="1327"/>
                  </a:lnTo>
                  <a:lnTo>
                    <a:pt x="492" y="1328"/>
                  </a:lnTo>
                  <a:lnTo>
                    <a:pt x="492" y="1328"/>
                  </a:lnTo>
                  <a:lnTo>
                    <a:pt x="487" y="1329"/>
                  </a:lnTo>
                  <a:lnTo>
                    <a:pt x="487" y="1329"/>
                  </a:lnTo>
                  <a:lnTo>
                    <a:pt x="461" y="1329"/>
                  </a:lnTo>
                  <a:lnTo>
                    <a:pt x="436" y="1332"/>
                  </a:lnTo>
                  <a:lnTo>
                    <a:pt x="436" y="1332"/>
                  </a:lnTo>
                  <a:lnTo>
                    <a:pt x="410" y="1333"/>
                  </a:lnTo>
                  <a:lnTo>
                    <a:pt x="384" y="1334"/>
                  </a:lnTo>
                  <a:lnTo>
                    <a:pt x="384" y="1334"/>
                  </a:lnTo>
                  <a:lnTo>
                    <a:pt x="364" y="1333"/>
                  </a:lnTo>
                  <a:lnTo>
                    <a:pt x="346" y="1332"/>
                  </a:lnTo>
                  <a:lnTo>
                    <a:pt x="346" y="1332"/>
                  </a:lnTo>
                  <a:lnTo>
                    <a:pt x="327" y="1329"/>
                  </a:lnTo>
                  <a:lnTo>
                    <a:pt x="308" y="1329"/>
                  </a:lnTo>
                  <a:lnTo>
                    <a:pt x="308" y="1329"/>
                  </a:lnTo>
                  <a:lnTo>
                    <a:pt x="274" y="1327"/>
                  </a:lnTo>
                  <a:lnTo>
                    <a:pt x="240" y="1325"/>
                  </a:lnTo>
                  <a:lnTo>
                    <a:pt x="227" y="1324"/>
                  </a:lnTo>
                  <a:lnTo>
                    <a:pt x="227" y="1324"/>
                  </a:lnTo>
                  <a:lnTo>
                    <a:pt x="208" y="1322"/>
                  </a:lnTo>
                  <a:lnTo>
                    <a:pt x="191" y="1318"/>
                  </a:lnTo>
                  <a:lnTo>
                    <a:pt x="174" y="1313"/>
                  </a:lnTo>
                  <a:lnTo>
                    <a:pt x="159" y="1307"/>
                  </a:lnTo>
                  <a:lnTo>
                    <a:pt x="159" y="1307"/>
                  </a:lnTo>
                  <a:lnTo>
                    <a:pt x="140" y="1297"/>
                  </a:lnTo>
                  <a:lnTo>
                    <a:pt x="124" y="1287"/>
                  </a:lnTo>
                  <a:lnTo>
                    <a:pt x="107" y="1276"/>
                  </a:lnTo>
                  <a:lnTo>
                    <a:pt x="93" y="1263"/>
                  </a:lnTo>
                  <a:lnTo>
                    <a:pt x="78" y="1249"/>
                  </a:lnTo>
                  <a:lnTo>
                    <a:pt x="65" y="1234"/>
                  </a:lnTo>
                  <a:lnTo>
                    <a:pt x="52" y="1219"/>
                  </a:lnTo>
                  <a:lnTo>
                    <a:pt x="40" y="1201"/>
                  </a:lnTo>
                  <a:lnTo>
                    <a:pt x="40" y="1201"/>
                  </a:lnTo>
                  <a:lnTo>
                    <a:pt x="30" y="1183"/>
                  </a:lnTo>
                  <a:lnTo>
                    <a:pt x="26" y="1174"/>
                  </a:lnTo>
                  <a:lnTo>
                    <a:pt x="22" y="1164"/>
                  </a:lnTo>
                  <a:lnTo>
                    <a:pt x="19" y="1155"/>
                  </a:lnTo>
                  <a:lnTo>
                    <a:pt x="17" y="1146"/>
                  </a:lnTo>
                  <a:lnTo>
                    <a:pt x="15" y="1136"/>
                  </a:lnTo>
                  <a:lnTo>
                    <a:pt x="14" y="1126"/>
                  </a:lnTo>
                  <a:lnTo>
                    <a:pt x="14" y="1125"/>
                  </a:lnTo>
                  <a:lnTo>
                    <a:pt x="14" y="1125"/>
                  </a:lnTo>
                  <a:lnTo>
                    <a:pt x="14" y="1125"/>
                  </a:lnTo>
                  <a:lnTo>
                    <a:pt x="13" y="1118"/>
                  </a:lnTo>
                  <a:lnTo>
                    <a:pt x="12" y="1111"/>
                  </a:lnTo>
                  <a:lnTo>
                    <a:pt x="11" y="1096"/>
                  </a:lnTo>
                  <a:lnTo>
                    <a:pt x="12" y="1081"/>
                  </a:lnTo>
                  <a:lnTo>
                    <a:pt x="13" y="1065"/>
                  </a:lnTo>
                  <a:lnTo>
                    <a:pt x="13" y="1065"/>
                  </a:lnTo>
                  <a:lnTo>
                    <a:pt x="14" y="1040"/>
                  </a:lnTo>
                  <a:lnTo>
                    <a:pt x="14" y="1040"/>
                  </a:lnTo>
                  <a:lnTo>
                    <a:pt x="14" y="997"/>
                  </a:lnTo>
                  <a:lnTo>
                    <a:pt x="14" y="997"/>
                  </a:lnTo>
                  <a:lnTo>
                    <a:pt x="14" y="945"/>
                  </a:lnTo>
                  <a:lnTo>
                    <a:pt x="14" y="895"/>
                  </a:lnTo>
                  <a:lnTo>
                    <a:pt x="14" y="895"/>
                  </a:lnTo>
                  <a:lnTo>
                    <a:pt x="13" y="871"/>
                  </a:lnTo>
                  <a:lnTo>
                    <a:pt x="11" y="848"/>
                  </a:lnTo>
                  <a:lnTo>
                    <a:pt x="11" y="848"/>
                  </a:lnTo>
                  <a:lnTo>
                    <a:pt x="8" y="815"/>
                  </a:lnTo>
                  <a:lnTo>
                    <a:pt x="7" y="799"/>
                  </a:lnTo>
                  <a:lnTo>
                    <a:pt x="8" y="782"/>
                  </a:lnTo>
                  <a:lnTo>
                    <a:pt x="8" y="782"/>
                  </a:lnTo>
                  <a:lnTo>
                    <a:pt x="9" y="747"/>
                  </a:lnTo>
                  <a:lnTo>
                    <a:pt x="9" y="711"/>
                  </a:lnTo>
                  <a:lnTo>
                    <a:pt x="7" y="675"/>
                  </a:lnTo>
                  <a:lnTo>
                    <a:pt x="5" y="639"/>
                  </a:lnTo>
                  <a:lnTo>
                    <a:pt x="5" y="639"/>
                  </a:lnTo>
                  <a:lnTo>
                    <a:pt x="2" y="589"/>
                  </a:lnTo>
                  <a:lnTo>
                    <a:pt x="1" y="564"/>
                  </a:lnTo>
                  <a:lnTo>
                    <a:pt x="0" y="539"/>
                  </a:lnTo>
                  <a:lnTo>
                    <a:pt x="0" y="280"/>
                  </a:lnTo>
                  <a:lnTo>
                    <a:pt x="0" y="280"/>
                  </a:lnTo>
                  <a:lnTo>
                    <a:pt x="0" y="272"/>
                  </a:lnTo>
                  <a:lnTo>
                    <a:pt x="0" y="262"/>
                  </a:lnTo>
                  <a:lnTo>
                    <a:pt x="3" y="243"/>
                  </a:lnTo>
                  <a:lnTo>
                    <a:pt x="3" y="243"/>
                  </a:lnTo>
                  <a:lnTo>
                    <a:pt x="4" y="230"/>
                  </a:lnTo>
                  <a:lnTo>
                    <a:pt x="5" y="219"/>
                  </a:lnTo>
                  <a:lnTo>
                    <a:pt x="4" y="196"/>
                  </a:lnTo>
                  <a:lnTo>
                    <a:pt x="4" y="196"/>
                  </a:lnTo>
                  <a:lnTo>
                    <a:pt x="4" y="183"/>
                  </a:lnTo>
                  <a:lnTo>
                    <a:pt x="4" y="169"/>
                  </a:lnTo>
                  <a:lnTo>
                    <a:pt x="5" y="157"/>
                  </a:lnTo>
                  <a:lnTo>
                    <a:pt x="7" y="145"/>
                  </a:lnTo>
                  <a:lnTo>
                    <a:pt x="7" y="145"/>
                  </a:lnTo>
                  <a:lnTo>
                    <a:pt x="12" y="126"/>
                  </a:lnTo>
                  <a:lnTo>
                    <a:pt x="18" y="109"/>
                  </a:lnTo>
                  <a:lnTo>
                    <a:pt x="26" y="93"/>
                  </a:lnTo>
                  <a:lnTo>
                    <a:pt x="34" y="80"/>
                  </a:lnTo>
                  <a:lnTo>
                    <a:pt x="43" y="68"/>
                  </a:lnTo>
                  <a:lnTo>
                    <a:pt x="54" y="58"/>
                  </a:lnTo>
                  <a:lnTo>
                    <a:pt x="68" y="48"/>
                  </a:lnTo>
                  <a:lnTo>
                    <a:pt x="84" y="39"/>
                  </a:lnTo>
                  <a:lnTo>
                    <a:pt x="84" y="39"/>
                  </a:lnTo>
                  <a:lnTo>
                    <a:pt x="100" y="33"/>
                  </a:lnTo>
                  <a:lnTo>
                    <a:pt x="114" y="28"/>
                  </a:lnTo>
                  <a:lnTo>
                    <a:pt x="144" y="19"/>
                  </a:lnTo>
                  <a:lnTo>
                    <a:pt x="174" y="11"/>
                  </a:lnTo>
                  <a:lnTo>
                    <a:pt x="204" y="6"/>
                  </a:lnTo>
                  <a:lnTo>
                    <a:pt x="233" y="3"/>
                  </a:lnTo>
                  <a:lnTo>
                    <a:pt x="262" y="1"/>
                  </a:lnTo>
                  <a:lnTo>
                    <a:pt x="290" y="0"/>
                  </a:lnTo>
                  <a:lnTo>
                    <a:pt x="317" y="0"/>
                  </a:lnTo>
                  <a:lnTo>
                    <a:pt x="317" y="0"/>
                  </a:lnTo>
                  <a:lnTo>
                    <a:pt x="358" y="0"/>
                  </a:lnTo>
                  <a:lnTo>
                    <a:pt x="398" y="2"/>
                  </a:lnTo>
                  <a:lnTo>
                    <a:pt x="398" y="2"/>
                  </a:lnTo>
                  <a:lnTo>
                    <a:pt x="441" y="3"/>
                  </a:lnTo>
                  <a:lnTo>
                    <a:pt x="483" y="3"/>
                  </a:lnTo>
                  <a:lnTo>
                    <a:pt x="483" y="3"/>
                  </a:lnTo>
                  <a:lnTo>
                    <a:pt x="507" y="4"/>
                  </a:lnTo>
                  <a:lnTo>
                    <a:pt x="532" y="5"/>
                  </a:lnTo>
                  <a:lnTo>
                    <a:pt x="580" y="8"/>
                  </a:lnTo>
                  <a:lnTo>
                    <a:pt x="580" y="8"/>
                  </a:lnTo>
                  <a:lnTo>
                    <a:pt x="629" y="11"/>
                  </a:lnTo>
                  <a:lnTo>
                    <a:pt x="654" y="12"/>
                  </a:lnTo>
                  <a:lnTo>
                    <a:pt x="678" y="12"/>
                  </a:lnTo>
                  <a:lnTo>
                    <a:pt x="678" y="12"/>
                  </a:lnTo>
                  <a:lnTo>
                    <a:pt x="730" y="14"/>
                  </a:lnTo>
                  <a:lnTo>
                    <a:pt x="783" y="15"/>
                  </a:lnTo>
                  <a:lnTo>
                    <a:pt x="881" y="17"/>
                  </a:lnTo>
                  <a:lnTo>
                    <a:pt x="893" y="18"/>
                  </a:lnTo>
                  <a:lnTo>
                    <a:pt x="893" y="18"/>
                  </a:lnTo>
                  <a:lnTo>
                    <a:pt x="930" y="19"/>
                  </a:lnTo>
                  <a:lnTo>
                    <a:pt x="968" y="22"/>
                  </a:lnTo>
                  <a:lnTo>
                    <a:pt x="985" y="24"/>
                  </a:lnTo>
                  <a:lnTo>
                    <a:pt x="1003" y="27"/>
                  </a:lnTo>
                  <a:lnTo>
                    <a:pt x="1019" y="31"/>
                  </a:lnTo>
                  <a:lnTo>
                    <a:pt x="1035" y="37"/>
                  </a:lnTo>
                  <a:lnTo>
                    <a:pt x="1050" y="43"/>
                  </a:lnTo>
                  <a:lnTo>
                    <a:pt x="1064" y="52"/>
                  </a:lnTo>
                  <a:lnTo>
                    <a:pt x="1075" y="62"/>
                  </a:lnTo>
                  <a:lnTo>
                    <a:pt x="1081" y="68"/>
                  </a:lnTo>
                  <a:lnTo>
                    <a:pt x="1085" y="74"/>
                  </a:lnTo>
                  <a:lnTo>
                    <a:pt x="1090" y="81"/>
                  </a:lnTo>
                  <a:lnTo>
                    <a:pt x="1095" y="89"/>
                  </a:lnTo>
                  <a:lnTo>
                    <a:pt x="1098" y="96"/>
                  </a:lnTo>
                  <a:lnTo>
                    <a:pt x="1101" y="104"/>
                  </a:lnTo>
                  <a:lnTo>
                    <a:pt x="1104" y="114"/>
                  </a:lnTo>
                  <a:lnTo>
                    <a:pt x="1106" y="124"/>
                  </a:lnTo>
                  <a:lnTo>
                    <a:pt x="1107" y="134"/>
                  </a:lnTo>
                  <a:lnTo>
                    <a:pt x="1108" y="145"/>
                  </a:lnTo>
                  <a:lnTo>
                    <a:pt x="1108" y="145"/>
                  </a:lnTo>
                  <a:lnTo>
                    <a:pt x="1107" y="152"/>
                  </a:lnTo>
                  <a:lnTo>
                    <a:pt x="1106" y="154"/>
                  </a:lnTo>
                  <a:lnTo>
                    <a:pt x="1104" y="157"/>
                  </a:lnTo>
                  <a:lnTo>
                    <a:pt x="1104" y="157"/>
                  </a:lnTo>
                  <a:lnTo>
                    <a:pt x="1101" y="159"/>
                  </a:lnTo>
                  <a:lnTo>
                    <a:pt x="1098" y="160"/>
                  </a:lnTo>
                  <a:lnTo>
                    <a:pt x="1095" y="161"/>
                  </a:lnTo>
                  <a:lnTo>
                    <a:pt x="1090" y="162"/>
                  </a:lnTo>
                  <a:lnTo>
                    <a:pt x="1090" y="162"/>
                  </a:lnTo>
                  <a:lnTo>
                    <a:pt x="1084" y="161"/>
                  </a:lnTo>
                  <a:lnTo>
                    <a:pt x="1081" y="159"/>
                  </a:lnTo>
                  <a:lnTo>
                    <a:pt x="1078" y="157"/>
                  </a:lnTo>
                  <a:lnTo>
                    <a:pt x="1076" y="155"/>
                  </a:lnTo>
                  <a:lnTo>
                    <a:pt x="1074" y="152"/>
                  </a:lnTo>
                  <a:lnTo>
                    <a:pt x="1072" y="149"/>
                  </a:lnTo>
                  <a:lnTo>
                    <a:pt x="1072" y="145"/>
                  </a:lnTo>
                  <a:lnTo>
                    <a:pt x="1072" y="145"/>
                  </a:lnTo>
                  <a:lnTo>
                    <a:pt x="1071" y="133"/>
                  </a:lnTo>
                  <a:lnTo>
                    <a:pt x="1069" y="123"/>
                  </a:lnTo>
                  <a:lnTo>
                    <a:pt x="1066" y="114"/>
                  </a:lnTo>
                  <a:lnTo>
                    <a:pt x="1062" y="104"/>
                  </a:lnTo>
                  <a:lnTo>
                    <a:pt x="1056" y="96"/>
                  </a:lnTo>
                  <a:lnTo>
                    <a:pt x="1050" y="89"/>
                  </a:lnTo>
                  <a:lnTo>
                    <a:pt x="1044" y="83"/>
                  </a:lnTo>
                  <a:lnTo>
                    <a:pt x="1036" y="77"/>
                  </a:lnTo>
                  <a:lnTo>
                    <a:pt x="1026" y="71"/>
                  </a:lnTo>
                  <a:lnTo>
                    <a:pt x="1017" y="66"/>
                  </a:lnTo>
                  <a:lnTo>
                    <a:pt x="1006" y="62"/>
                  </a:lnTo>
                  <a:lnTo>
                    <a:pt x="994" y="59"/>
                  </a:lnTo>
                  <a:lnTo>
                    <a:pt x="981" y="57"/>
                  </a:lnTo>
                  <a:lnTo>
                    <a:pt x="968" y="55"/>
                  </a:lnTo>
                  <a:lnTo>
                    <a:pt x="952" y="54"/>
                  </a:lnTo>
                  <a:lnTo>
                    <a:pt x="937" y="54"/>
                  </a:lnTo>
                  <a:lnTo>
                    <a:pt x="935" y="54"/>
                  </a:lnTo>
                  <a:lnTo>
                    <a:pt x="935" y="54"/>
                  </a:lnTo>
                  <a:lnTo>
                    <a:pt x="897" y="53"/>
                  </a:lnTo>
                  <a:lnTo>
                    <a:pt x="861" y="51"/>
                  </a:lnTo>
                  <a:lnTo>
                    <a:pt x="861" y="51"/>
                  </a:lnTo>
                  <a:lnTo>
                    <a:pt x="825" y="50"/>
                  </a:lnTo>
                  <a:lnTo>
                    <a:pt x="788" y="49"/>
                  </a:lnTo>
                  <a:lnTo>
                    <a:pt x="630" y="49"/>
                  </a:lnTo>
                  <a:lnTo>
                    <a:pt x="630" y="49"/>
                  </a:lnTo>
                  <a:lnTo>
                    <a:pt x="613" y="49"/>
                  </a:lnTo>
                  <a:lnTo>
                    <a:pt x="597" y="48"/>
                  </a:lnTo>
                  <a:lnTo>
                    <a:pt x="564" y="45"/>
                  </a:lnTo>
                  <a:lnTo>
                    <a:pt x="564" y="45"/>
                  </a:lnTo>
                  <a:lnTo>
                    <a:pt x="531" y="40"/>
                  </a:lnTo>
                  <a:lnTo>
                    <a:pt x="514" y="39"/>
                  </a:lnTo>
                  <a:lnTo>
                    <a:pt x="497" y="39"/>
                  </a:lnTo>
                  <a:lnTo>
                    <a:pt x="497" y="39"/>
                  </a:lnTo>
                  <a:lnTo>
                    <a:pt x="445" y="38"/>
                  </a:lnTo>
                  <a:lnTo>
                    <a:pt x="392" y="35"/>
                  </a:lnTo>
                  <a:lnTo>
                    <a:pt x="392" y="35"/>
                  </a:lnTo>
                  <a:lnTo>
                    <a:pt x="344" y="33"/>
                  </a:lnTo>
                  <a:lnTo>
                    <a:pt x="344" y="33"/>
                  </a:lnTo>
                  <a:lnTo>
                    <a:pt x="311" y="32"/>
                  </a:lnTo>
                  <a:lnTo>
                    <a:pt x="311" y="32"/>
                  </a:lnTo>
                  <a:lnTo>
                    <a:pt x="283" y="33"/>
                  </a:lnTo>
                  <a:lnTo>
                    <a:pt x="247" y="35"/>
                  </a:lnTo>
                  <a:lnTo>
                    <a:pt x="227" y="37"/>
                  </a:lnTo>
                  <a:lnTo>
                    <a:pt x="207" y="40"/>
                  </a:lnTo>
                  <a:lnTo>
                    <a:pt x="188" y="43"/>
                  </a:lnTo>
                  <a:lnTo>
                    <a:pt x="169" y="49"/>
                  </a:lnTo>
                  <a:lnTo>
                    <a:pt x="168" y="49"/>
                  </a:lnTo>
                  <a:lnTo>
                    <a:pt x="168" y="49"/>
                  </a:lnTo>
                  <a:lnTo>
                    <a:pt x="147" y="55"/>
                  </a:lnTo>
                  <a:lnTo>
                    <a:pt x="128" y="61"/>
                  </a:lnTo>
                  <a:lnTo>
                    <a:pt x="109" y="68"/>
                  </a:lnTo>
                  <a:lnTo>
                    <a:pt x="101" y="72"/>
                  </a:lnTo>
                  <a:lnTo>
                    <a:pt x="93" y="78"/>
                  </a:lnTo>
                  <a:lnTo>
                    <a:pt x="84" y="83"/>
                  </a:lnTo>
                  <a:lnTo>
                    <a:pt x="77" y="89"/>
                  </a:lnTo>
                  <a:lnTo>
                    <a:pt x="70" y="95"/>
                  </a:lnTo>
                  <a:lnTo>
                    <a:pt x="64" y="102"/>
                  </a:lnTo>
                  <a:lnTo>
                    <a:pt x="59" y="111"/>
                  </a:lnTo>
                  <a:lnTo>
                    <a:pt x="53" y="120"/>
                  </a:lnTo>
                  <a:lnTo>
                    <a:pt x="49" y="130"/>
                  </a:lnTo>
                  <a:lnTo>
                    <a:pt x="45" y="142"/>
                  </a:lnTo>
                  <a:lnTo>
                    <a:pt x="45" y="142"/>
                  </a:lnTo>
                  <a:lnTo>
                    <a:pt x="42" y="155"/>
                  </a:lnTo>
                  <a:lnTo>
                    <a:pt x="41" y="167"/>
                  </a:lnTo>
                  <a:lnTo>
                    <a:pt x="41" y="181"/>
                  </a:lnTo>
                  <a:lnTo>
                    <a:pt x="41" y="193"/>
                  </a:lnTo>
                  <a:lnTo>
                    <a:pt x="41" y="193"/>
                  </a:lnTo>
                  <a:lnTo>
                    <a:pt x="42" y="209"/>
                  </a:lnTo>
                  <a:lnTo>
                    <a:pt x="41" y="224"/>
                  </a:lnTo>
                  <a:lnTo>
                    <a:pt x="41" y="224"/>
                  </a:lnTo>
                  <a:lnTo>
                    <a:pt x="38" y="240"/>
                  </a:lnTo>
                  <a:lnTo>
                    <a:pt x="38" y="240"/>
                  </a:lnTo>
                  <a:lnTo>
                    <a:pt x="36" y="251"/>
                  </a:lnTo>
                  <a:lnTo>
                    <a:pt x="35" y="262"/>
                  </a:lnTo>
                  <a:lnTo>
                    <a:pt x="35" y="268"/>
                  </a:lnTo>
                  <a:lnTo>
                    <a:pt x="35" y="273"/>
                  </a:lnTo>
                  <a:lnTo>
                    <a:pt x="37" y="278"/>
                  </a:lnTo>
                  <a:lnTo>
                    <a:pt x="39" y="282"/>
                  </a:lnTo>
                  <a:lnTo>
                    <a:pt x="39" y="282"/>
                  </a:lnTo>
                  <a:lnTo>
                    <a:pt x="41" y="288"/>
                  </a:lnTo>
                  <a:lnTo>
                    <a:pt x="41" y="294"/>
                  </a:lnTo>
                  <a:lnTo>
                    <a:pt x="39" y="299"/>
                  </a:lnTo>
                  <a:lnTo>
                    <a:pt x="38" y="302"/>
                  </a:lnTo>
                  <a:lnTo>
                    <a:pt x="36" y="303"/>
                  </a:lnTo>
                  <a:lnTo>
                    <a:pt x="36" y="305"/>
                  </a:lnTo>
                  <a:lnTo>
                    <a:pt x="36" y="305"/>
                  </a:lnTo>
                  <a:lnTo>
                    <a:pt x="37" y="404"/>
                  </a:lnTo>
                  <a:lnTo>
                    <a:pt x="38" y="509"/>
                  </a:lnTo>
                  <a:lnTo>
                    <a:pt x="40" y="620"/>
                  </a:lnTo>
                  <a:lnTo>
                    <a:pt x="45" y="732"/>
                  </a:lnTo>
                  <a:lnTo>
                    <a:pt x="45" y="732"/>
                  </a:lnTo>
                  <a:lnTo>
                    <a:pt x="47" y="788"/>
                  </a:lnTo>
                  <a:lnTo>
                    <a:pt x="49" y="845"/>
                  </a:lnTo>
                  <a:lnTo>
                    <a:pt x="50" y="905"/>
                  </a:lnTo>
                  <a:lnTo>
                    <a:pt x="50" y="965"/>
                  </a:lnTo>
                  <a:lnTo>
                    <a:pt x="50" y="965"/>
                  </a:lnTo>
                  <a:lnTo>
                    <a:pt x="50" y="996"/>
                  </a:lnTo>
                  <a:lnTo>
                    <a:pt x="50" y="996"/>
                  </a:lnTo>
                  <a:lnTo>
                    <a:pt x="50" y="1033"/>
                  </a:lnTo>
                  <a:lnTo>
                    <a:pt x="50" y="1070"/>
                  </a:lnTo>
                  <a:lnTo>
                    <a:pt x="50" y="1075"/>
                  </a:lnTo>
                  <a:lnTo>
                    <a:pt x="50" y="1075"/>
                  </a:lnTo>
                  <a:lnTo>
                    <a:pt x="49" y="1099"/>
                  </a:lnTo>
                  <a:lnTo>
                    <a:pt x="49" y="1099"/>
                  </a:lnTo>
                  <a:lnTo>
                    <a:pt x="50" y="1106"/>
                  </a:lnTo>
                  <a:lnTo>
                    <a:pt x="49" y="1106"/>
                  </a:lnTo>
                  <a:lnTo>
                    <a:pt x="50" y="1116"/>
                  </a:lnTo>
                  <a:lnTo>
                    <a:pt x="50" y="1119"/>
                  </a:lnTo>
                  <a:lnTo>
                    <a:pt x="51" y="1121"/>
                  </a:lnTo>
                  <a:lnTo>
                    <a:pt x="51" y="1121"/>
                  </a:lnTo>
                  <a:lnTo>
                    <a:pt x="52" y="1124"/>
                  </a:lnTo>
                  <a:lnTo>
                    <a:pt x="53" y="1128"/>
                  </a:lnTo>
                  <a:lnTo>
                    <a:pt x="53" y="1132"/>
                  </a:lnTo>
                  <a:lnTo>
                    <a:pt x="52" y="1136"/>
                  </a:lnTo>
                  <a:lnTo>
                    <a:pt x="52" y="1137"/>
                  </a:lnTo>
                  <a:lnTo>
                    <a:pt x="52" y="1138"/>
                  </a:lnTo>
                  <a:lnTo>
                    <a:pt x="52" y="1138"/>
                  </a:lnTo>
                  <a:lnTo>
                    <a:pt x="57" y="1153"/>
                  </a:lnTo>
                  <a:lnTo>
                    <a:pt x="62" y="1167"/>
                  </a:lnTo>
                  <a:lnTo>
                    <a:pt x="69" y="1181"/>
                  </a:lnTo>
                  <a:lnTo>
                    <a:pt x="76" y="1194"/>
                  </a:lnTo>
                  <a:lnTo>
                    <a:pt x="85" y="1207"/>
                  </a:lnTo>
                  <a:lnTo>
                    <a:pt x="96" y="1219"/>
                  </a:lnTo>
                  <a:lnTo>
                    <a:pt x="107" y="1230"/>
                  </a:lnTo>
                  <a:lnTo>
                    <a:pt x="120" y="1242"/>
                  </a:lnTo>
                  <a:lnTo>
                    <a:pt x="133" y="1252"/>
                  </a:lnTo>
                  <a:lnTo>
                    <a:pt x="146" y="1260"/>
                  </a:lnTo>
                  <a:lnTo>
                    <a:pt x="160" y="1269"/>
                  </a:lnTo>
                  <a:lnTo>
                    <a:pt x="174" y="1275"/>
                  </a:lnTo>
                  <a:lnTo>
                    <a:pt x="189" y="1281"/>
                  </a:lnTo>
                  <a:lnTo>
                    <a:pt x="202" y="1285"/>
                  </a:lnTo>
                  <a:lnTo>
                    <a:pt x="217" y="1287"/>
                  </a:lnTo>
                  <a:lnTo>
                    <a:pt x="231" y="1288"/>
                  </a:lnTo>
                  <a:lnTo>
                    <a:pt x="231" y="1288"/>
                  </a:lnTo>
                  <a:lnTo>
                    <a:pt x="240" y="1287"/>
                  </a:lnTo>
                  <a:lnTo>
                    <a:pt x="240" y="1287"/>
                  </a:lnTo>
                  <a:lnTo>
                    <a:pt x="259" y="1287"/>
                  </a:lnTo>
                  <a:lnTo>
                    <a:pt x="259" y="1287"/>
                  </a:lnTo>
                  <a:lnTo>
                    <a:pt x="278" y="1287"/>
                  </a:lnTo>
                  <a:lnTo>
                    <a:pt x="296" y="1289"/>
                  </a:lnTo>
                  <a:lnTo>
                    <a:pt x="332" y="1293"/>
                  </a:lnTo>
                  <a:lnTo>
                    <a:pt x="332" y="1293"/>
                  </a:lnTo>
                  <a:lnTo>
                    <a:pt x="349" y="1296"/>
                  </a:lnTo>
                  <a:lnTo>
                    <a:pt x="349" y="1296"/>
                  </a:lnTo>
                  <a:lnTo>
                    <a:pt x="366" y="1297"/>
                  </a:lnTo>
                  <a:lnTo>
                    <a:pt x="384" y="1298"/>
                  </a:lnTo>
                  <a:lnTo>
                    <a:pt x="384" y="1298"/>
                  </a:lnTo>
                  <a:lnTo>
                    <a:pt x="411" y="1297"/>
                  </a:lnTo>
                  <a:lnTo>
                    <a:pt x="437" y="1295"/>
                  </a:lnTo>
                  <a:lnTo>
                    <a:pt x="437" y="1295"/>
                  </a:lnTo>
                  <a:lnTo>
                    <a:pt x="462" y="1293"/>
                  </a:lnTo>
                  <a:lnTo>
                    <a:pt x="465" y="1293"/>
                  </a:lnTo>
                  <a:lnTo>
                    <a:pt x="466" y="1292"/>
                  </a:lnTo>
                  <a:lnTo>
                    <a:pt x="466" y="1292"/>
                  </a:lnTo>
                  <a:lnTo>
                    <a:pt x="471" y="1289"/>
                  </a:lnTo>
                  <a:lnTo>
                    <a:pt x="476" y="1288"/>
                  </a:lnTo>
                  <a:lnTo>
                    <a:pt x="478" y="1288"/>
                  </a:lnTo>
                  <a:lnTo>
                    <a:pt x="478" y="1288"/>
                  </a:lnTo>
                  <a:lnTo>
                    <a:pt x="528" y="1292"/>
                  </a:lnTo>
                  <a:lnTo>
                    <a:pt x="528" y="1292"/>
                  </a:lnTo>
                  <a:lnTo>
                    <a:pt x="577" y="1295"/>
                  </a:lnTo>
                  <a:lnTo>
                    <a:pt x="602" y="1297"/>
                  </a:lnTo>
                  <a:lnTo>
                    <a:pt x="627" y="1297"/>
                  </a:lnTo>
                  <a:lnTo>
                    <a:pt x="627" y="1297"/>
                  </a:lnTo>
                  <a:lnTo>
                    <a:pt x="645" y="1296"/>
                  </a:lnTo>
                  <a:lnTo>
                    <a:pt x="645" y="1296"/>
                  </a:lnTo>
                  <a:lnTo>
                    <a:pt x="665" y="1296"/>
                  </a:lnTo>
                  <a:lnTo>
                    <a:pt x="665" y="1296"/>
                  </a:lnTo>
                  <a:lnTo>
                    <a:pt x="674" y="1296"/>
                  </a:lnTo>
                  <a:lnTo>
                    <a:pt x="682" y="1297"/>
                  </a:lnTo>
                  <a:lnTo>
                    <a:pt x="690" y="1300"/>
                  </a:lnTo>
                  <a:lnTo>
                    <a:pt x="697" y="1303"/>
                  </a:lnTo>
                  <a:lnTo>
                    <a:pt x="699" y="1304"/>
                  </a:lnTo>
                  <a:lnTo>
                    <a:pt x="703" y="1303"/>
                  </a:lnTo>
                  <a:lnTo>
                    <a:pt x="704" y="1302"/>
                  </a:lnTo>
                  <a:lnTo>
                    <a:pt x="704" y="1302"/>
                  </a:lnTo>
                  <a:lnTo>
                    <a:pt x="708" y="1297"/>
                  </a:lnTo>
                  <a:lnTo>
                    <a:pt x="713" y="1294"/>
                  </a:lnTo>
                  <a:lnTo>
                    <a:pt x="725" y="1289"/>
                  </a:lnTo>
                  <a:lnTo>
                    <a:pt x="736" y="1285"/>
                  </a:lnTo>
                  <a:lnTo>
                    <a:pt x="749" y="1281"/>
                  </a:lnTo>
                  <a:lnTo>
                    <a:pt x="749" y="1281"/>
                  </a:lnTo>
                  <a:lnTo>
                    <a:pt x="765" y="1277"/>
                  </a:lnTo>
                  <a:lnTo>
                    <a:pt x="772" y="1274"/>
                  </a:lnTo>
                  <a:lnTo>
                    <a:pt x="781" y="1271"/>
                  </a:lnTo>
                  <a:lnTo>
                    <a:pt x="781" y="1271"/>
                  </a:lnTo>
                  <a:lnTo>
                    <a:pt x="812" y="1254"/>
                  </a:lnTo>
                  <a:lnTo>
                    <a:pt x="843" y="1233"/>
                  </a:lnTo>
                  <a:lnTo>
                    <a:pt x="875" y="1211"/>
                  </a:lnTo>
                  <a:lnTo>
                    <a:pt x="908" y="1185"/>
                  </a:lnTo>
                  <a:lnTo>
                    <a:pt x="908" y="1185"/>
                  </a:lnTo>
                  <a:lnTo>
                    <a:pt x="922" y="1174"/>
                  </a:lnTo>
                  <a:lnTo>
                    <a:pt x="938" y="1162"/>
                  </a:lnTo>
                  <a:lnTo>
                    <a:pt x="969" y="1143"/>
                  </a:lnTo>
                  <a:lnTo>
                    <a:pt x="969" y="1143"/>
                  </a:lnTo>
                  <a:lnTo>
                    <a:pt x="992" y="1127"/>
                  </a:lnTo>
                  <a:lnTo>
                    <a:pt x="1016" y="1111"/>
                  </a:lnTo>
                  <a:lnTo>
                    <a:pt x="1016" y="1111"/>
                  </a:lnTo>
                  <a:lnTo>
                    <a:pt x="1029" y="1101"/>
                  </a:lnTo>
                  <a:lnTo>
                    <a:pt x="1029" y="1101"/>
                  </a:lnTo>
                  <a:lnTo>
                    <a:pt x="1070" y="1073"/>
                  </a:lnTo>
                  <a:lnTo>
                    <a:pt x="1093" y="1056"/>
                  </a:lnTo>
                  <a:lnTo>
                    <a:pt x="1099" y="1051"/>
                  </a:lnTo>
                  <a:lnTo>
                    <a:pt x="1103" y="1046"/>
                  </a:lnTo>
                  <a:lnTo>
                    <a:pt x="1104" y="1043"/>
                  </a:lnTo>
                  <a:lnTo>
                    <a:pt x="1105" y="1041"/>
                  </a:lnTo>
                  <a:lnTo>
                    <a:pt x="1105" y="1041"/>
                  </a:lnTo>
                  <a:lnTo>
                    <a:pt x="1106" y="1036"/>
                  </a:lnTo>
                  <a:lnTo>
                    <a:pt x="1107" y="1032"/>
                  </a:lnTo>
                  <a:lnTo>
                    <a:pt x="1108" y="1031"/>
                  </a:lnTo>
                  <a:lnTo>
                    <a:pt x="1108" y="1029"/>
                  </a:lnTo>
                  <a:lnTo>
                    <a:pt x="1108" y="1029"/>
                  </a:lnTo>
                  <a:lnTo>
                    <a:pt x="1106" y="946"/>
                  </a:lnTo>
                  <a:lnTo>
                    <a:pt x="1104" y="859"/>
                  </a:lnTo>
                  <a:lnTo>
                    <a:pt x="1100" y="770"/>
                  </a:lnTo>
                  <a:lnTo>
                    <a:pt x="1096" y="676"/>
                  </a:lnTo>
                  <a:lnTo>
                    <a:pt x="1096" y="676"/>
                  </a:lnTo>
                  <a:lnTo>
                    <a:pt x="1096" y="668"/>
                  </a:lnTo>
                  <a:lnTo>
                    <a:pt x="1098" y="666"/>
                  </a:lnTo>
                  <a:lnTo>
                    <a:pt x="1099" y="663"/>
                  </a:lnTo>
                  <a:lnTo>
                    <a:pt x="1099" y="663"/>
                  </a:lnTo>
                  <a:lnTo>
                    <a:pt x="1102" y="661"/>
                  </a:lnTo>
                  <a:lnTo>
                    <a:pt x="1105" y="660"/>
                  </a:lnTo>
                  <a:lnTo>
                    <a:pt x="1108" y="659"/>
                  </a:lnTo>
                  <a:lnTo>
                    <a:pt x="1112" y="658"/>
                  </a:lnTo>
                  <a:lnTo>
                    <a:pt x="1112" y="658"/>
                  </a:lnTo>
                  <a:lnTo>
                    <a:pt x="1118" y="659"/>
                  </a:lnTo>
                  <a:lnTo>
                    <a:pt x="1123" y="661"/>
                  </a:lnTo>
                  <a:lnTo>
                    <a:pt x="1125" y="662"/>
                  </a:lnTo>
                  <a:lnTo>
                    <a:pt x="1128" y="665"/>
                  </a:lnTo>
                  <a:lnTo>
                    <a:pt x="1130" y="668"/>
                  </a:lnTo>
                  <a:lnTo>
                    <a:pt x="1131" y="672"/>
                  </a:lnTo>
                  <a:lnTo>
                    <a:pt x="1132" y="676"/>
                  </a:lnTo>
                  <a:lnTo>
                    <a:pt x="1132" y="676"/>
                  </a:lnTo>
                  <a:lnTo>
                    <a:pt x="1137" y="780"/>
                  </a:lnTo>
                  <a:lnTo>
                    <a:pt x="1140" y="877"/>
                  </a:lnTo>
                  <a:lnTo>
                    <a:pt x="1143" y="967"/>
                  </a:lnTo>
                  <a:lnTo>
                    <a:pt x="1145" y="1053"/>
                  </a:lnTo>
                  <a:lnTo>
                    <a:pt x="1139" y="1053"/>
                  </a:lnTo>
                  <a:lnTo>
                    <a:pt x="1137" y="1057"/>
                  </a:lnTo>
                  <a:lnTo>
                    <a:pt x="1137" y="1057"/>
                  </a:lnTo>
                  <a:lnTo>
                    <a:pt x="1135" y="1062"/>
                  </a:lnTo>
                  <a:lnTo>
                    <a:pt x="1131" y="1067"/>
                  </a:lnTo>
                  <a:lnTo>
                    <a:pt x="1127" y="1072"/>
                  </a:lnTo>
                  <a:lnTo>
                    <a:pt x="1121" y="1076"/>
                  </a:lnTo>
                  <a:lnTo>
                    <a:pt x="1110" y="1085"/>
                  </a:lnTo>
                  <a:lnTo>
                    <a:pt x="1098" y="1093"/>
                  </a:lnTo>
                  <a:lnTo>
                    <a:pt x="1098" y="1093"/>
                  </a:lnTo>
                  <a:lnTo>
                    <a:pt x="1085" y="1101"/>
                  </a:lnTo>
                  <a:lnTo>
                    <a:pt x="1074" y="1111"/>
                  </a:lnTo>
                  <a:lnTo>
                    <a:pt x="1074" y="1111"/>
                  </a:lnTo>
                  <a:lnTo>
                    <a:pt x="1054" y="1125"/>
                  </a:lnTo>
                  <a:lnTo>
                    <a:pt x="1035" y="1139"/>
                  </a:lnTo>
                  <a:lnTo>
                    <a:pt x="995" y="1166"/>
                  </a:lnTo>
                  <a:lnTo>
                    <a:pt x="995" y="1166"/>
                  </a:lnTo>
                  <a:lnTo>
                    <a:pt x="954" y="1194"/>
                  </a:lnTo>
                  <a:lnTo>
                    <a:pt x="954" y="1194"/>
                  </a:lnTo>
                  <a:lnTo>
                    <a:pt x="931" y="1212"/>
                  </a:lnTo>
                  <a:lnTo>
                    <a:pt x="908" y="1229"/>
                  </a:lnTo>
                  <a:lnTo>
                    <a:pt x="908" y="1229"/>
                  </a:lnTo>
                  <a:lnTo>
                    <a:pt x="865" y="1262"/>
                  </a:lnTo>
                  <a:lnTo>
                    <a:pt x="844" y="1277"/>
                  </a:lnTo>
                  <a:lnTo>
                    <a:pt x="822" y="1291"/>
                  </a:lnTo>
                  <a:lnTo>
                    <a:pt x="799" y="1304"/>
                  </a:lnTo>
                  <a:lnTo>
                    <a:pt x="776" y="1315"/>
                  </a:lnTo>
                  <a:lnTo>
                    <a:pt x="765" y="1319"/>
                  </a:lnTo>
                  <a:lnTo>
                    <a:pt x="753" y="1322"/>
                  </a:lnTo>
                  <a:lnTo>
                    <a:pt x="740" y="1325"/>
                  </a:lnTo>
                  <a:lnTo>
                    <a:pt x="729" y="1328"/>
                  </a:lnTo>
                  <a:lnTo>
                    <a:pt x="727" y="1328"/>
                  </a:lnTo>
                  <a:lnTo>
                    <a:pt x="726" y="1329"/>
                  </a:lnTo>
                  <a:lnTo>
                    <a:pt x="726" y="1329"/>
                  </a:lnTo>
                  <a:lnTo>
                    <a:pt x="723" y="1331"/>
                  </a:lnTo>
                  <a:lnTo>
                    <a:pt x="719" y="1332"/>
                  </a:lnTo>
                  <a:lnTo>
                    <a:pt x="712" y="1334"/>
                  </a:lnTo>
                  <a:lnTo>
                    <a:pt x="713" y="1337"/>
                  </a:lnTo>
                  <a:lnTo>
                    <a:pt x="713" y="1337"/>
                  </a:lnTo>
                  <a:lnTo>
                    <a:pt x="710" y="1338"/>
                  </a:lnTo>
                  <a:lnTo>
                    <a:pt x="710" y="1338"/>
                  </a:lnTo>
                  <a:lnTo>
                    <a:pt x="707" y="1338"/>
                  </a:lnTo>
                  <a:lnTo>
                    <a:pt x="707" y="133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79" name="Freeform 397"/>
            <p:cNvSpPr>
              <a:spLocks noEditPoints="1"/>
            </p:cNvSpPr>
            <p:nvPr/>
          </p:nvSpPr>
          <p:spPr bwMode="auto">
            <a:xfrm>
              <a:off x="4422775" y="3170238"/>
              <a:ext cx="542925" cy="473075"/>
            </a:xfrm>
            <a:custGeom>
              <a:avLst/>
              <a:gdLst/>
              <a:ahLst/>
              <a:cxnLst>
                <a:cxn ang="0">
                  <a:pos x="2" y="884"/>
                </a:cxn>
                <a:cxn ang="0">
                  <a:pos x="4" y="861"/>
                </a:cxn>
                <a:cxn ang="0">
                  <a:pos x="45" y="818"/>
                </a:cxn>
                <a:cxn ang="0">
                  <a:pos x="132" y="715"/>
                </a:cxn>
                <a:cxn ang="0">
                  <a:pos x="182" y="635"/>
                </a:cxn>
                <a:cxn ang="0">
                  <a:pos x="192" y="564"/>
                </a:cxn>
                <a:cxn ang="0">
                  <a:pos x="207" y="470"/>
                </a:cxn>
                <a:cxn ang="0">
                  <a:pos x="253" y="351"/>
                </a:cxn>
                <a:cxn ang="0">
                  <a:pos x="358" y="215"/>
                </a:cxn>
                <a:cxn ang="0">
                  <a:pos x="517" y="90"/>
                </a:cxn>
                <a:cxn ang="0">
                  <a:pos x="663" y="24"/>
                </a:cxn>
                <a:cxn ang="0">
                  <a:pos x="817" y="2"/>
                </a:cxn>
                <a:cxn ang="0">
                  <a:pos x="943" y="2"/>
                </a:cxn>
                <a:cxn ang="0">
                  <a:pos x="1002" y="16"/>
                </a:cxn>
                <a:cxn ang="0">
                  <a:pos x="1020" y="26"/>
                </a:cxn>
                <a:cxn ang="0">
                  <a:pos x="1022" y="133"/>
                </a:cxn>
                <a:cxn ang="0">
                  <a:pos x="979" y="246"/>
                </a:cxn>
                <a:cxn ang="0">
                  <a:pos x="962" y="260"/>
                </a:cxn>
                <a:cxn ang="0">
                  <a:pos x="893" y="274"/>
                </a:cxn>
                <a:cxn ang="0">
                  <a:pos x="808" y="306"/>
                </a:cxn>
                <a:cxn ang="0">
                  <a:pos x="918" y="339"/>
                </a:cxn>
                <a:cxn ang="0">
                  <a:pos x="927" y="359"/>
                </a:cxn>
                <a:cxn ang="0">
                  <a:pos x="913" y="390"/>
                </a:cxn>
                <a:cxn ang="0">
                  <a:pos x="814" y="507"/>
                </a:cxn>
                <a:cxn ang="0">
                  <a:pos x="649" y="614"/>
                </a:cxn>
                <a:cxn ang="0">
                  <a:pos x="475" y="674"/>
                </a:cxn>
                <a:cxn ang="0">
                  <a:pos x="252" y="686"/>
                </a:cxn>
                <a:cxn ang="0">
                  <a:pos x="211" y="689"/>
                </a:cxn>
                <a:cxn ang="0">
                  <a:pos x="126" y="777"/>
                </a:cxn>
                <a:cxn ang="0">
                  <a:pos x="53" y="863"/>
                </a:cxn>
                <a:cxn ang="0">
                  <a:pos x="17" y="894"/>
                </a:cxn>
                <a:cxn ang="0">
                  <a:pos x="745" y="48"/>
                </a:cxn>
                <a:cxn ang="0">
                  <a:pos x="624" y="74"/>
                </a:cxn>
                <a:cxn ang="0">
                  <a:pos x="505" y="137"/>
                </a:cxn>
                <a:cxn ang="0">
                  <a:pos x="419" y="211"/>
                </a:cxn>
                <a:cxn ang="0">
                  <a:pos x="291" y="355"/>
                </a:cxn>
                <a:cxn ang="0">
                  <a:pos x="241" y="484"/>
                </a:cxn>
                <a:cxn ang="0">
                  <a:pos x="228" y="573"/>
                </a:cxn>
                <a:cxn ang="0">
                  <a:pos x="224" y="646"/>
                </a:cxn>
                <a:cxn ang="0">
                  <a:pos x="307" y="651"/>
                </a:cxn>
                <a:cxn ang="0">
                  <a:pos x="441" y="639"/>
                </a:cxn>
                <a:cxn ang="0">
                  <a:pos x="535" y="627"/>
                </a:cxn>
                <a:cxn ang="0">
                  <a:pos x="630" y="583"/>
                </a:cxn>
                <a:cxn ang="0">
                  <a:pos x="705" y="540"/>
                </a:cxn>
                <a:cxn ang="0">
                  <a:pos x="803" y="471"/>
                </a:cxn>
                <a:cxn ang="0">
                  <a:pos x="872" y="385"/>
                </a:cxn>
                <a:cxn ang="0">
                  <a:pos x="826" y="349"/>
                </a:cxn>
                <a:cxn ang="0">
                  <a:pos x="717" y="321"/>
                </a:cxn>
                <a:cxn ang="0">
                  <a:pos x="657" y="300"/>
                </a:cxn>
                <a:cxn ang="0">
                  <a:pos x="647" y="280"/>
                </a:cxn>
                <a:cxn ang="0">
                  <a:pos x="659" y="257"/>
                </a:cxn>
                <a:cxn ang="0">
                  <a:pos x="843" y="243"/>
                </a:cxn>
                <a:cxn ang="0">
                  <a:pos x="959" y="205"/>
                </a:cxn>
                <a:cxn ang="0">
                  <a:pos x="990" y="94"/>
                </a:cxn>
                <a:cxn ang="0">
                  <a:pos x="979" y="41"/>
                </a:cxn>
                <a:cxn ang="0">
                  <a:pos x="974" y="45"/>
                </a:cxn>
                <a:cxn ang="0">
                  <a:pos x="957" y="41"/>
                </a:cxn>
              </a:cxnLst>
              <a:rect l="0" t="0" r="r" b="b"/>
              <a:pathLst>
                <a:path w="1026" h="894">
                  <a:moveTo>
                    <a:pt x="17" y="894"/>
                  </a:moveTo>
                  <a:lnTo>
                    <a:pt x="17" y="894"/>
                  </a:lnTo>
                  <a:lnTo>
                    <a:pt x="11" y="893"/>
                  </a:lnTo>
                  <a:lnTo>
                    <a:pt x="8" y="892"/>
                  </a:lnTo>
                  <a:lnTo>
                    <a:pt x="6" y="891"/>
                  </a:lnTo>
                  <a:lnTo>
                    <a:pt x="3" y="887"/>
                  </a:lnTo>
                  <a:lnTo>
                    <a:pt x="2" y="884"/>
                  </a:lnTo>
                  <a:lnTo>
                    <a:pt x="1" y="881"/>
                  </a:lnTo>
                  <a:lnTo>
                    <a:pt x="0" y="877"/>
                  </a:lnTo>
                  <a:lnTo>
                    <a:pt x="0" y="872"/>
                  </a:lnTo>
                  <a:lnTo>
                    <a:pt x="0" y="872"/>
                  </a:lnTo>
                  <a:lnTo>
                    <a:pt x="1" y="869"/>
                  </a:lnTo>
                  <a:lnTo>
                    <a:pt x="1" y="866"/>
                  </a:lnTo>
                  <a:lnTo>
                    <a:pt x="4" y="861"/>
                  </a:lnTo>
                  <a:lnTo>
                    <a:pt x="7" y="857"/>
                  </a:lnTo>
                  <a:lnTo>
                    <a:pt x="10" y="856"/>
                  </a:lnTo>
                  <a:lnTo>
                    <a:pt x="12" y="855"/>
                  </a:lnTo>
                  <a:lnTo>
                    <a:pt x="13" y="854"/>
                  </a:lnTo>
                  <a:lnTo>
                    <a:pt x="13" y="854"/>
                  </a:lnTo>
                  <a:lnTo>
                    <a:pt x="29" y="836"/>
                  </a:lnTo>
                  <a:lnTo>
                    <a:pt x="45" y="818"/>
                  </a:lnTo>
                  <a:lnTo>
                    <a:pt x="45" y="818"/>
                  </a:lnTo>
                  <a:lnTo>
                    <a:pt x="69" y="791"/>
                  </a:lnTo>
                  <a:lnTo>
                    <a:pt x="82" y="777"/>
                  </a:lnTo>
                  <a:lnTo>
                    <a:pt x="93" y="761"/>
                  </a:lnTo>
                  <a:lnTo>
                    <a:pt x="93" y="761"/>
                  </a:lnTo>
                  <a:lnTo>
                    <a:pt x="112" y="738"/>
                  </a:lnTo>
                  <a:lnTo>
                    <a:pt x="132" y="715"/>
                  </a:lnTo>
                  <a:lnTo>
                    <a:pt x="153" y="692"/>
                  </a:lnTo>
                  <a:lnTo>
                    <a:pt x="176" y="670"/>
                  </a:lnTo>
                  <a:lnTo>
                    <a:pt x="188" y="658"/>
                  </a:lnTo>
                  <a:lnTo>
                    <a:pt x="187" y="655"/>
                  </a:lnTo>
                  <a:lnTo>
                    <a:pt x="187" y="655"/>
                  </a:lnTo>
                  <a:lnTo>
                    <a:pt x="184" y="645"/>
                  </a:lnTo>
                  <a:lnTo>
                    <a:pt x="182" y="635"/>
                  </a:lnTo>
                  <a:lnTo>
                    <a:pt x="181" y="627"/>
                  </a:lnTo>
                  <a:lnTo>
                    <a:pt x="181" y="621"/>
                  </a:lnTo>
                  <a:lnTo>
                    <a:pt x="181" y="621"/>
                  </a:lnTo>
                  <a:lnTo>
                    <a:pt x="183" y="603"/>
                  </a:lnTo>
                  <a:lnTo>
                    <a:pt x="187" y="586"/>
                  </a:lnTo>
                  <a:lnTo>
                    <a:pt x="187" y="586"/>
                  </a:lnTo>
                  <a:lnTo>
                    <a:pt x="192" y="564"/>
                  </a:lnTo>
                  <a:lnTo>
                    <a:pt x="193" y="553"/>
                  </a:lnTo>
                  <a:lnTo>
                    <a:pt x="194" y="540"/>
                  </a:lnTo>
                  <a:lnTo>
                    <a:pt x="194" y="540"/>
                  </a:lnTo>
                  <a:lnTo>
                    <a:pt x="196" y="524"/>
                  </a:lnTo>
                  <a:lnTo>
                    <a:pt x="198" y="506"/>
                  </a:lnTo>
                  <a:lnTo>
                    <a:pt x="202" y="489"/>
                  </a:lnTo>
                  <a:lnTo>
                    <a:pt x="207" y="470"/>
                  </a:lnTo>
                  <a:lnTo>
                    <a:pt x="212" y="452"/>
                  </a:lnTo>
                  <a:lnTo>
                    <a:pt x="218" y="432"/>
                  </a:lnTo>
                  <a:lnTo>
                    <a:pt x="225" y="412"/>
                  </a:lnTo>
                  <a:lnTo>
                    <a:pt x="233" y="392"/>
                  </a:lnTo>
                  <a:lnTo>
                    <a:pt x="233" y="392"/>
                  </a:lnTo>
                  <a:lnTo>
                    <a:pt x="243" y="371"/>
                  </a:lnTo>
                  <a:lnTo>
                    <a:pt x="253" y="351"/>
                  </a:lnTo>
                  <a:lnTo>
                    <a:pt x="264" y="332"/>
                  </a:lnTo>
                  <a:lnTo>
                    <a:pt x="276" y="313"/>
                  </a:lnTo>
                  <a:lnTo>
                    <a:pt x="289" y="296"/>
                  </a:lnTo>
                  <a:lnTo>
                    <a:pt x="302" y="278"/>
                  </a:lnTo>
                  <a:lnTo>
                    <a:pt x="315" y="261"/>
                  </a:lnTo>
                  <a:lnTo>
                    <a:pt x="329" y="245"/>
                  </a:lnTo>
                  <a:lnTo>
                    <a:pt x="358" y="215"/>
                  </a:lnTo>
                  <a:lnTo>
                    <a:pt x="388" y="188"/>
                  </a:lnTo>
                  <a:lnTo>
                    <a:pt x="417" y="162"/>
                  </a:lnTo>
                  <a:lnTo>
                    <a:pt x="446" y="140"/>
                  </a:lnTo>
                  <a:lnTo>
                    <a:pt x="446" y="140"/>
                  </a:lnTo>
                  <a:lnTo>
                    <a:pt x="464" y="126"/>
                  </a:lnTo>
                  <a:lnTo>
                    <a:pt x="481" y="114"/>
                  </a:lnTo>
                  <a:lnTo>
                    <a:pt x="517" y="90"/>
                  </a:lnTo>
                  <a:lnTo>
                    <a:pt x="555" y="69"/>
                  </a:lnTo>
                  <a:lnTo>
                    <a:pt x="592" y="49"/>
                  </a:lnTo>
                  <a:lnTo>
                    <a:pt x="592" y="49"/>
                  </a:lnTo>
                  <a:lnTo>
                    <a:pt x="609" y="40"/>
                  </a:lnTo>
                  <a:lnTo>
                    <a:pt x="627" y="34"/>
                  </a:lnTo>
                  <a:lnTo>
                    <a:pt x="645" y="28"/>
                  </a:lnTo>
                  <a:lnTo>
                    <a:pt x="663" y="24"/>
                  </a:lnTo>
                  <a:lnTo>
                    <a:pt x="681" y="20"/>
                  </a:lnTo>
                  <a:lnTo>
                    <a:pt x="699" y="17"/>
                  </a:lnTo>
                  <a:lnTo>
                    <a:pt x="737" y="11"/>
                  </a:lnTo>
                  <a:lnTo>
                    <a:pt x="745" y="10"/>
                  </a:lnTo>
                  <a:lnTo>
                    <a:pt x="745" y="10"/>
                  </a:lnTo>
                  <a:lnTo>
                    <a:pt x="782" y="5"/>
                  </a:lnTo>
                  <a:lnTo>
                    <a:pt x="817" y="2"/>
                  </a:lnTo>
                  <a:lnTo>
                    <a:pt x="848" y="0"/>
                  </a:lnTo>
                  <a:lnTo>
                    <a:pt x="878" y="0"/>
                  </a:lnTo>
                  <a:lnTo>
                    <a:pt x="878" y="0"/>
                  </a:lnTo>
                  <a:lnTo>
                    <a:pt x="902" y="0"/>
                  </a:lnTo>
                  <a:lnTo>
                    <a:pt x="924" y="1"/>
                  </a:lnTo>
                  <a:lnTo>
                    <a:pt x="924" y="1"/>
                  </a:lnTo>
                  <a:lnTo>
                    <a:pt x="943" y="2"/>
                  </a:lnTo>
                  <a:lnTo>
                    <a:pt x="943" y="2"/>
                  </a:lnTo>
                  <a:lnTo>
                    <a:pt x="959" y="3"/>
                  </a:lnTo>
                  <a:lnTo>
                    <a:pt x="975" y="5"/>
                  </a:lnTo>
                  <a:lnTo>
                    <a:pt x="982" y="6"/>
                  </a:lnTo>
                  <a:lnTo>
                    <a:pt x="990" y="8"/>
                  </a:lnTo>
                  <a:lnTo>
                    <a:pt x="997" y="11"/>
                  </a:lnTo>
                  <a:lnTo>
                    <a:pt x="1002" y="16"/>
                  </a:lnTo>
                  <a:lnTo>
                    <a:pt x="1003" y="16"/>
                  </a:lnTo>
                  <a:lnTo>
                    <a:pt x="1005" y="17"/>
                  </a:lnTo>
                  <a:lnTo>
                    <a:pt x="1005" y="17"/>
                  </a:lnTo>
                  <a:lnTo>
                    <a:pt x="1010" y="18"/>
                  </a:lnTo>
                  <a:lnTo>
                    <a:pt x="1016" y="21"/>
                  </a:lnTo>
                  <a:lnTo>
                    <a:pt x="1018" y="24"/>
                  </a:lnTo>
                  <a:lnTo>
                    <a:pt x="1020" y="26"/>
                  </a:lnTo>
                  <a:lnTo>
                    <a:pt x="1022" y="30"/>
                  </a:lnTo>
                  <a:lnTo>
                    <a:pt x="1023" y="33"/>
                  </a:lnTo>
                  <a:lnTo>
                    <a:pt x="1023" y="33"/>
                  </a:lnTo>
                  <a:lnTo>
                    <a:pt x="1026" y="61"/>
                  </a:lnTo>
                  <a:lnTo>
                    <a:pt x="1026" y="86"/>
                  </a:lnTo>
                  <a:lnTo>
                    <a:pt x="1025" y="110"/>
                  </a:lnTo>
                  <a:lnTo>
                    <a:pt x="1022" y="133"/>
                  </a:lnTo>
                  <a:lnTo>
                    <a:pt x="1022" y="133"/>
                  </a:lnTo>
                  <a:lnTo>
                    <a:pt x="1016" y="154"/>
                  </a:lnTo>
                  <a:lnTo>
                    <a:pt x="1010" y="174"/>
                  </a:lnTo>
                  <a:lnTo>
                    <a:pt x="1002" y="193"/>
                  </a:lnTo>
                  <a:lnTo>
                    <a:pt x="994" y="213"/>
                  </a:lnTo>
                  <a:lnTo>
                    <a:pt x="994" y="213"/>
                  </a:lnTo>
                  <a:lnTo>
                    <a:pt x="979" y="246"/>
                  </a:lnTo>
                  <a:lnTo>
                    <a:pt x="979" y="246"/>
                  </a:lnTo>
                  <a:lnTo>
                    <a:pt x="976" y="251"/>
                  </a:lnTo>
                  <a:lnTo>
                    <a:pt x="973" y="254"/>
                  </a:lnTo>
                  <a:lnTo>
                    <a:pt x="969" y="256"/>
                  </a:lnTo>
                  <a:lnTo>
                    <a:pt x="966" y="257"/>
                  </a:lnTo>
                  <a:lnTo>
                    <a:pt x="963" y="258"/>
                  </a:lnTo>
                  <a:lnTo>
                    <a:pt x="962" y="260"/>
                  </a:lnTo>
                  <a:lnTo>
                    <a:pt x="962" y="260"/>
                  </a:lnTo>
                  <a:lnTo>
                    <a:pt x="960" y="262"/>
                  </a:lnTo>
                  <a:lnTo>
                    <a:pt x="956" y="266"/>
                  </a:lnTo>
                  <a:lnTo>
                    <a:pt x="952" y="268"/>
                  </a:lnTo>
                  <a:lnTo>
                    <a:pt x="947" y="269"/>
                  </a:lnTo>
                  <a:lnTo>
                    <a:pt x="947" y="269"/>
                  </a:lnTo>
                  <a:lnTo>
                    <a:pt x="893" y="274"/>
                  </a:lnTo>
                  <a:lnTo>
                    <a:pt x="841" y="279"/>
                  </a:lnTo>
                  <a:lnTo>
                    <a:pt x="841" y="279"/>
                  </a:lnTo>
                  <a:lnTo>
                    <a:pt x="780" y="286"/>
                  </a:lnTo>
                  <a:lnTo>
                    <a:pt x="779" y="298"/>
                  </a:lnTo>
                  <a:lnTo>
                    <a:pt x="779" y="298"/>
                  </a:lnTo>
                  <a:lnTo>
                    <a:pt x="795" y="302"/>
                  </a:lnTo>
                  <a:lnTo>
                    <a:pt x="808" y="306"/>
                  </a:lnTo>
                  <a:lnTo>
                    <a:pt x="808" y="306"/>
                  </a:lnTo>
                  <a:lnTo>
                    <a:pt x="833" y="316"/>
                  </a:lnTo>
                  <a:lnTo>
                    <a:pt x="858" y="324"/>
                  </a:lnTo>
                  <a:lnTo>
                    <a:pt x="887" y="333"/>
                  </a:lnTo>
                  <a:lnTo>
                    <a:pt x="915" y="338"/>
                  </a:lnTo>
                  <a:lnTo>
                    <a:pt x="915" y="338"/>
                  </a:lnTo>
                  <a:lnTo>
                    <a:pt x="918" y="339"/>
                  </a:lnTo>
                  <a:lnTo>
                    <a:pt x="921" y="341"/>
                  </a:lnTo>
                  <a:lnTo>
                    <a:pt x="924" y="343"/>
                  </a:lnTo>
                  <a:lnTo>
                    <a:pt x="925" y="345"/>
                  </a:lnTo>
                  <a:lnTo>
                    <a:pt x="925" y="345"/>
                  </a:lnTo>
                  <a:lnTo>
                    <a:pt x="928" y="349"/>
                  </a:lnTo>
                  <a:lnTo>
                    <a:pt x="928" y="353"/>
                  </a:lnTo>
                  <a:lnTo>
                    <a:pt x="927" y="359"/>
                  </a:lnTo>
                  <a:lnTo>
                    <a:pt x="924" y="363"/>
                  </a:lnTo>
                  <a:lnTo>
                    <a:pt x="923" y="364"/>
                  </a:lnTo>
                  <a:lnTo>
                    <a:pt x="923" y="365"/>
                  </a:lnTo>
                  <a:lnTo>
                    <a:pt x="923" y="365"/>
                  </a:lnTo>
                  <a:lnTo>
                    <a:pt x="922" y="369"/>
                  </a:lnTo>
                  <a:lnTo>
                    <a:pt x="922" y="369"/>
                  </a:lnTo>
                  <a:lnTo>
                    <a:pt x="913" y="390"/>
                  </a:lnTo>
                  <a:lnTo>
                    <a:pt x="902" y="409"/>
                  </a:lnTo>
                  <a:lnTo>
                    <a:pt x="889" y="428"/>
                  </a:lnTo>
                  <a:lnTo>
                    <a:pt x="877" y="445"/>
                  </a:lnTo>
                  <a:lnTo>
                    <a:pt x="862" y="462"/>
                  </a:lnTo>
                  <a:lnTo>
                    <a:pt x="847" y="478"/>
                  </a:lnTo>
                  <a:lnTo>
                    <a:pt x="831" y="493"/>
                  </a:lnTo>
                  <a:lnTo>
                    <a:pt x="814" y="507"/>
                  </a:lnTo>
                  <a:lnTo>
                    <a:pt x="796" y="521"/>
                  </a:lnTo>
                  <a:lnTo>
                    <a:pt x="779" y="534"/>
                  </a:lnTo>
                  <a:lnTo>
                    <a:pt x="742" y="559"/>
                  </a:lnTo>
                  <a:lnTo>
                    <a:pt x="703" y="583"/>
                  </a:lnTo>
                  <a:lnTo>
                    <a:pt x="664" y="605"/>
                  </a:lnTo>
                  <a:lnTo>
                    <a:pt x="649" y="614"/>
                  </a:lnTo>
                  <a:lnTo>
                    <a:pt x="649" y="614"/>
                  </a:lnTo>
                  <a:lnTo>
                    <a:pt x="625" y="627"/>
                  </a:lnTo>
                  <a:lnTo>
                    <a:pt x="601" y="637"/>
                  </a:lnTo>
                  <a:lnTo>
                    <a:pt x="576" y="648"/>
                  </a:lnTo>
                  <a:lnTo>
                    <a:pt x="552" y="656"/>
                  </a:lnTo>
                  <a:lnTo>
                    <a:pt x="526" y="662"/>
                  </a:lnTo>
                  <a:lnTo>
                    <a:pt x="501" y="668"/>
                  </a:lnTo>
                  <a:lnTo>
                    <a:pt x="475" y="674"/>
                  </a:lnTo>
                  <a:lnTo>
                    <a:pt x="449" y="677"/>
                  </a:lnTo>
                  <a:lnTo>
                    <a:pt x="423" y="680"/>
                  </a:lnTo>
                  <a:lnTo>
                    <a:pt x="398" y="682"/>
                  </a:lnTo>
                  <a:lnTo>
                    <a:pt x="348" y="685"/>
                  </a:lnTo>
                  <a:lnTo>
                    <a:pt x="298" y="686"/>
                  </a:lnTo>
                  <a:lnTo>
                    <a:pt x="252" y="686"/>
                  </a:lnTo>
                  <a:lnTo>
                    <a:pt x="252" y="686"/>
                  </a:lnTo>
                  <a:lnTo>
                    <a:pt x="225" y="686"/>
                  </a:lnTo>
                  <a:lnTo>
                    <a:pt x="224" y="687"/>
                  </a:lnTo>
                  <a:lnTo>
                    <a:pt x="224" y="687"/>
                  </a:lnTo>
                  <a:lnTo>
                    <a:pt x="220" y="689"/>
                  </a:lnTo>
                  <a:lnTo>
                    <a:pt x="215" y="690"/>
                  </a:lnTo>
                  <a:lnTo>
                    <a:pt x="215" y="690"/>
                  </a:lnTo>
                  <a:lnTo>
                    <a:pt x="211" y="689"/>
                  </a:lnTo>
                  <a:lnTo>
                    <a:pt x="208" y="689"/>
                  </a:lnTo>
                  <a:lnTo>
                    <a:pt x="199" y="697"/>
                  </a:lnTo>
                  <a:lnTo>
                    <a:pt x="199" y="697"/>
                  </a:lnTo>
                  <a:lnTo>
                    <a:pt x="178" y="719"/>
                  </a:lnTo>
                  <a:lnTo>
                    <a:pt x="156" y="742"/>
                  </a:lnTo>
                  <a:lnTo>
                    <a:pt x="135" y="766"/>
                  </a:lnTo>
                  <a:lnTo>
                    <a:pt x="126" y="777"/>
                  </a:lnTo>
                  <a:lnTo>
                    <a:pt x="117" y="789"/>
                  </a:lnTo>
                  <a:lnTo>
                    <a:pt x="117" y="789"/>
                  </a:lnTo>
                  <a:lnTo>
                    <a:pt x="106" y="804"/>
                  </a:lnTo>
                  <a:lnTo>
                    <a:pt x="96" y="817"/>
                  </a:lnTo>
                  <a:lnTo>
                    <a:pt x="72" y="842"/>
                  </a:lnTo>
                  <a:lnTo>
                    <a:pt x="72" y="842"/>
                  </a:lnTo>
                  <a:lnTo>
                    <a:pt x="53" y="863"/>
                  </a:lnTo>
                  <a:lnTo>
                    <a:pt x="43" y="874"/>
                  </a:lnTo>
                  <a:lnTo>
                    <a:pt x="34" y="885"/>
                  </a:lnTo>
                  <a:lnTo>
                    <a:pt x="34" y="885"/>
                  </a:lnTo>
                  <a:lnTo>
                    <a:pt x="31" y="888"/>
                  </a:lnTo>
                  <a:lnTo>
                    <a:pt x="27" y="892"/>
                  </a:lnTo>
                  <a:lnTo>
                    <a:pt x="22" y="894"/>
                  </a:lnTo>
                  <a:lnTo>
                    <a:pt x="17" y="894"/>
                  </a:lnTo>
                  <a:lnTo>
                    <a:pt x="17" y="894"/>
                  </a:lnTo>
                  <a:close/>
                  <a:moveTo>
                    <a:pt x="884" y="36"/>
                  </a:moveTo>
                  <a:lnTo>
                    <a:pt x="884" y="36"/>
                  </a:lnTo>
                  <a:lnTo>
                    <a:pt x="861" y="37"/>
                  </a:lnTo>
                  <a:lnTo>
                    <a:pt x="861" y="37"/>
                  </a:lnTo>
                  <a:lnTo>
                    <a:pt x="782" y="43"/>
                  </a:lnTo>
                  <a:lnTo>
                    <a:pt x="745" y="48"/>
                  </a:lnTo>
                  <a:lnTo>
                    <a:pt x="709" y="53"/>
                  </a:lnTo>
                  <a:lnTo>
                    <a:pt x="709" y="53"/>
                  </a:lnTo>
                  <a:lnTo>
                    <a:pt x="692" y="55"/>
                  </a:lnTo>
                  <a:lnTo>
                    <a:pt x="676" y="59"/>
                  </a:lnTo>
                  <a:lnTo>
                    <a:pt x="658" y="63"/>
                  </a:lnTo>
                  <a:lnTo>
                    <a:pt x="640" y="68"/>
                  </a:lnTo>
                  <a:lnTo>
                    <a:pt x="624" y="74"/>
                  </a:lnTo>
                  <a:lnTo>
                    <a:pt x="606" y="82"/>
                  </a:lnTo>
                  <a:lnTo>
                    <a:pt x="589" y="90"/>
                  </a:lnTo>
                  <a:lnTo>
                    <a:pt x="571" y="98"/>
                  </a:lnTo>
                  <a:lnTo>
                    <a:pt x="555" y="106"/>
                  </a:lnTo>
                  <a:lnTo>
                    <a:pt x="538" y="117"/>
                  </a:lnTo>
                  <a:lnTo>
                    <a:pt x="522" y="127"/>
                  </a:lnTo>
                  <a:lnTo>
                    <a:pt x="505" y="137"/>
                  </a:lnTo>
                  <a:lnTo>
                    <a:pt x="490" y="149"/>
                  </a:lnTo>
                  <a:lnTo>
                    <a:pt x="474" y="161"/>
                  </a:lnTo>
                  <a:lnTo>
                    <a:pt x="460" y="174"/>
                  </a:lnTo>
                  <a:lnTo>
                    <a:pt x="446" y="186"/>
                  </a:lnTo>
                  <a:lnTo>
                    <a:pt x="446" y="186"/>
                  </a:lnTo>
                  <a:lnTo>
                    <a:pt x="419" y="211"/>
                  </a:lnTo>
                  <a:lnTo>
                    <a:pt x="419" y="211"/>
                  </a:lnTo>
                  <a:lnTo>
                    <a:pt x="396" y="234"/>
                  </a:lnTo>
                  <a:lnTo>
                    <a:pt x="372" y="256"/>
                  </a:lnTo>
                  <a:lnTo>
                    <a:pt x="349" y="279"/>
                  </a:lnTo>
                  <a:lnTo>
                    <a:pt x="328" y="304"/>
                  </a:lnTo>
                  <a:lnTo>
                    <a:pt x="309" y="329"/>
                  </a:lnTo>
                  <a:lnTo>
                    <a:pt x="300" y="342"/>
                  </a:lnTo>
                  <a:lnTo>
                    <a:pt x="291" y="355"/>
                  </a:lnTo>
                  <a:lnTo>
                    <a:pt x="283" y="370"/>
                  </a:lnTo>
                  <a:lnTo>
                    <a:pt x="276" y="384"/>
                  </a:lnTo>
                  <a:lnTo>
                    <a:pt x="269" y="400"/>
                  </a:lnTo>
                  <a:lnTo>
                    <a:pt x="262" y="415"/>
                  </a:lnTo>
                  <a:lnTo>
                    <a:pt x="262" y="415"/>
                  </a:lnTo>
                  <a:lnTo>
                    <a:pt x="251" y="449"/>
                  </a:lnTo>
                  <a:lnTo>
                    <a:pt x="241" y="484"/>
                  </a:lnTo>
                  <a:lnTo>
                    <a:pt x="237" y="501"/>
                  </a:lnTo>
                  <a:lnTo>
                    <a:pt x="233" y="519"/>
                  </a:lnTo>
                  <a:lnTo>
                    <a:pt x="231" y="536"/>
                  </a:lnTo>
                  <a:lnTo>
                    <a:pt x="230" y="555"/>
                  </a:lnTo>
                  <a:lnTo>
                    <a:pt x="230" y="555"/>
                  </a:lnTo>
                  <a:lnTo>
                    <a:pt x="230" y="564"/>
                  </a:lnTo>
                  <a:lnTo>
                    <a:pt x="228" y="573"/>
                  </a:lnTo>
                  <a:lnTo>
                    <a:pt x="223" y="592"/>
                  </a:lnTo>
                  <a:lnTo>
                    <a:pt x="221" y="599"/>
                  </a:lnTo>
                  <a:lnTo>
                    <a:pt x="221" y="599"/>
                  </a:lnTo>
                  <a:lnTo>
                    <a:pt x="220" y="609"/>
                  </a:lnTo>
                  <a:lnTo>
                    <a:pt x="221" y="620"/>
                  </a:lnTo>
                  <a:lnTo>
                    <a:pt x="224" y="645"/>
                  </a:lnTo>
                  <a:lnTo>
                    <a:pt x="224" y="646"/>
                  </a:lnTo>
                  <a:lnTo>
                    <a:pt x="226" y="648"/>
                  </a:lnTo>
                  <a:lnTo>
                    <a:pt x="228" y="650"/>
                  </a:lnTo>
                  <a:lnTo>
                    <a:pt x="230" y="650"/>
                  </a:lnTo>
                  <a:lnTo>
                    <a:pt x="230" y="650"/>
                  </a:lnTo>
                  <a:lnTo>
                    <a:pt x="262" y="651"/>
                  </a:lnTo>
                  <a:lnTo>
                    <a:pt x="262" y="651"/>
                  </a:lnTo>
                  <a:lnTo>
                    <a:pt x="307" y="651"/>
                  </a:lnTo>
                  <a:lnTo>
                    <a:pt x="307" y="651"/>
                  </a:lnTo>
                  <a:lnTo>
                    <a:pt x="339" y="651"/>
                  </a:lnTo>
                  <a:lnTo>
                    <a:pt x="372" y="649"/>
                  </a:lnTo>
                  <a:lnTo>
                    <a:pt x="406" y="646"/>
                  </a:lnTo>
                  <a:lnTo>
                    <a:pt x="423" y="644"/>
                  </a:lnTo>
                  <a:lnTo>
                    <a:pt x="441" y="639"/>
                  </a:lnTo>
                  <a:lnTo>
                    <a:pt x="441" y="639"/>
                  </a:lnTo>
                  <a:lnTo>
                    <a:pt x="461" y="636"/>
                  </a:lnTo>
                  <a:lnTo>
                    <a:pt x="481" y="635"/>
                  </a:lnTo>
                  <a:lnTo>
                    <a:pt x="481" y="635"/>
                  </a:lnTo>
                  <a:lnTo>
                    <a:pt x="509" y="632"/>
                  </a:lnTo>
                  <a:lnTo>
                    <a:pt x="523" y="630"/>
                  </a:lnTo>
                  <a:lnTo>
                    <a:pt x="535" y="627"/>
                  </a:lnTo>
                  <a:lnTo>
                    <a:pt x="535" y="627"/>
                  </a:lnTo>
                  <a:lnTo>
                    <a:pt x="551" y="621"/>
                  </a:lnTo>
                  <a:lnTo>
                    <a:pt x="565" y="615"/>
                  </a:lnTo>
                  <a:lnTo>
                    <a:pt x="594" y="601"/>
                  </a:lnTo>
                  <a:lnTo>
                    <a:pt x="594" y="601"/>
                  </a:lnTo>
                  <a:lnTo>
                    <a:pt x="611" y="592"/>
                  </a:lnTo>
                  <a:lnTo>
                    <a:pt x="630" y="583"/>
                  </a:lnTo>
                  <a:lnTo>
                    <a:pt x="630" y="583"/>
                  </a:lnTo>
                  <a:lnTo>
                    <a:pt x="640" y="578"/>
                  </a:lnTo>
                  <a:lnTo>
                    <a:pt x="652" y="572"/>
                  </a:lnTo>
                  <a:lnTo>
                    <a:pt x="674" y="559"/>
                  </a:lnTo>
                  <a:lnTo>
                    <a:pt x="674" y="559"/>
                  </a:lnTo>
                  <a:lnTo>
                    <a:pt x="692" y="549"/>
                  </a:lnTo>
                  <a:lnTo>
                    <a:pt x="692" y="549"/>
                  </a:lnTo>
                  <a:lnTo>
                    <a:pt x="705" y="540"/>
                  </a:lnTo>
                  <a:lnTo>
                    <a:pt x="705" y="540"/>
                  </a:lnTo>
                  <a:lnTo>
                    <a:pt x="726" y="529"/>
                  </a:lnTo>
                  <a:lnTo>
                    <a:pt x="746" y="517"/>
                  </a:lnTo>
                  <a:lnTo>
                    <a:pt x="764" y="504"/>
                  </a:lnTo>
                  <a:lnTo>
                    <a:pt x="783" y="490"/>
                  </a:lnTo>
                  <a:lnTo>
                    <a:pt x="783" y="490"/>
                  </a:lnTo>
                  <a:lnTo>
                    <a:pt x="803" y="471"/>
                  </a:lnTo>
                  <a:lnTo>
                    <a:pt x="820" y="453"/>
                  </a:lnTo>
                  <a:lnTo>
                    <a:pt x="837" y="433"/>
                  </a:lnTo>
                  <a:lnTo>
                    <a:pt x="851" y="413"/>
                  </a:lnTo>
                  <a:lnTo>
                    <a:pt x="851" y="413"/>
                  </a:lnTo>
                  <a:lnTo>
                    <a:pt x="865" y="396"/>
                  </a:lnTo>
                  <a:lnTo>
                    <a:pt x="865" y="396"/>
                  </a:lnTo>
                  <a:lnTo>
                    <a:pt x="872" y="385"/>
                  </a:lnTo>
                  <a:lnTo>
                    <a:pt x="880" y="375"/>
                  </a:lnTo>
                  <a:lnTo>
                    <a:pt x="884" y="368"/>
                  </a:lnTo>
                  <a:lnTo>
                    <a:pt x="876" y="366"/>
                  </a:lnTo>
                  <a:lnTo>
                    <a:pt x="876" y="366"/>
                  </a:lnTo>
                  <a:lnTo>
                    <a:pt x="851" y="359"/>
                  </a:lnTo>
                  <a:lnTo>
                    <a:pt x="826" y="349"/>
                  </a:lnTo>
                  <a:lnTo>
                    <a:pt x="826" y="349"/>
                  </a:lnTo>
                  <a:lnTo>
                    <a:pt x="805" y="342"/>
                  </a:lnTo>
                  <a:lnTo>
                    <a:pt x="782" y="335"/>
                  </a:lnTo>
                  <a:lnTo>
                    <a:pt x="782" y="335"/>
                  </a:lnTo>
                  <a:lnTo>
                    <a:pt x="759" y="330"/>
                  </a:lnTo>
                  <a:lnTo>
                    <a:pt x="736" y="324"/>
                  </a:lnTo>
                  <a:lnTo>
                    <a:pt x="736" y="324"/>
                  </a:lnTo>
                  <a:lnTo>
                    <a:pt x="717" y="321"/>
                  </a:lnTo>
                  <a:lnTo>
                    <a:pt x="698" y="317"/>
                  </a:lnTo>
                  <a:lnTo>
                    <a:pt x="681" y="312"/>
                  </a:lnTo>
                  <a:lnTo>
                    <a:pt x="671" y="308"/>
                  </a:lnTo>
                  <a:lnTo>
                    <a:pt x="663" y="305"/>
                  </a:lnTo>
                  <a:lnTo>
                    <a:pt x="663" y="305"/>
                  </a:lnTo>
                  <a:lnTo>
                    <a:pt x="660" y="302"/>
                  </a:lnTo>
                  <a:lnTo>
                    <a:pt x="657" y="300"/>
                  </a:lnTo>
                  <a:lnTo>
                    <a:pt x="656" y="297"/>
                  </a:lnTo>
                  <a:lnTo>
                    <a:pt x="655" y="293"/>
                  </a:lnTo>
                  <a:lnTo>
                    <a:pt x="655" y="290"/>
                  </a:lnTo>
                  <a:lnTo>
                    <a:pt x="653" y="289"/>
                  </a:lnTo>
                  <a:lnTo>
                    <a:pt x="653" y="289"/>
                  </a:lnTo>
                  <a:lnTo>
                    <a:pt x="649" y="285"/>
                  </a:lnTo>
                  <a:lnTo>
                    <a:pt x="647" y="280"/>
                  </a:lnTo>
                  <a:lnTo>
                    <a:pt x="646" y="274"/>
                  </a:lnTo>
                  <a:lnTo>
                    <a:pt x="647" y="268"/>
                  </a:lnTo>
                  <a:lnTo>
                    <a:pt x="647" y="268"/>
                  </a:lnTo>
                  <a:lnTo>
                    <a:pt x="649" y="265"/>
                  </a:lnTo>
                  <a:lnTo>
                    <a:pt x="652" y="260"/>
                  </a:lnTo>
                  <a:lnTo>
                    <a:pt x="656" y="257"/>
                  </a:lnTo>
                  <a:lnTo>
                    <a:pt x="659" y="257"/>
                  </a:lnTo>
                  <a:lnTo>
                    <a:pt x="663" y="256"/>
                  </a:lnTo>
                  <a:lnTo>
                    <a:pt x="663" y="256"/>
                  </a:lnTo>
                  <a:lnTo>
                    <a:pt x="709" y="255"/>
                  </a:lnTo>
                  <a:lnTo>
                    <a:pt x="753" y="252"/>
                  </a:lnTo>
                  <a:lnTo>
                    <a:pt x="798" y="248"/>
                  </a:lnTo>
                  <a:lnTo>
                    <a:pt x="843" y="243"/>
                  </a:lnTo>
                  <a:lnTo>
                    <a:pt x="843" y="243"/>
                  </a:lnTo>
                  <a:lnTo>
                    <a:pt x="892" y="238"/>
                  </a:lnTo>
                  <a:lnTo>
                    <a:pt x="942" y="234"/>
                  </a:lnTo>
                  <a:lnTo>
                    <a:pt x="946" y="234"/>
                  </a:lnTo>
                  <a:lnTo>
                    <a:pt x="947" y="229"/>
                  </a:lnTo>
                  <a:lnTo>
                    <a:pt x="947" y="229"/>
                  </a:lnTo>
                  <a:lnTo>
                    <a:pt x="959" y="205"/>
                  </a:lnTo>
                  <a:lnTo>
                    <a:pt x="959" y="205"/>
                  </a:lnTo>
                  <a:lnTo>
                    <a:pt x="967" y="188"/>
                  </a:lnTo>
                  <a:lnTo>
                    <a:pt x="974" y="171"/>
                  </a:lnTo>
                  <a:lnTo>
                    <a:pt x="980" y="153"/>
                  </a:lnTo>
                  <a:lnTo>
                    <a:pt x="985" y="135"/>
                  </a:lnTo>
                  <a:lnTo>
                    <a:pt x="985" y="135"/>
                  </a:lnTo>
                  <a:lnTo>
                    <a:pt x="987" y="115"/>
                  </a:lnTo>
                  <a:lnTo>
                    <a:pt x="990" y="94"/>
                  </a:lnTo>
                  <a:lnTo>
                    <a:pt x="990" y="73"/>
                  </a:lnTo>
                  <a:lnTo>
                    <a:pt x="988" y="52"/>
                  </a:lnTo>
                  <a:lnTo>
                    <a:pt x="988" y="50"/>
                  </a:lnTo>
                  <a:lnTo>
                    <a:pt x="985" y="48"/>
                  </a:lnTo>
                  <a:lnTo>
                    <a:pt x="985" y="48"/>
                  </a:lnTo>
                  <a:lnTo>
                    <a:pt x="982" y="46"/>
                  </a:lnTo>
                  <a:lnTo>
                    <a:pt x="979" y="41"/>
                  </a:lnTo>
                  <a:lnTo>
                    <a:pt x="971" y="48"/>
                  </a:lnTo>
                  <a:lnTo>
                    <a:pt x="971" y="48"/>
                  </a:lnTo>
                  <a:lnTo>
                    <a:pt x="971" y="47"/>
                  </a:lnTo>
                  <a:lnTo>
                    <a:pt x="971" y="47"/>
                  </a:lnTo>
                  <a:lnTo>
                    <a:pt x="973" y="45"/>
                  </a:lnTo>
                  <a:lnTo>
                    <a:pt x="974" y="45"/>
                  </a:lnTo>
                  <a:lnTo>
                    <a:pt x="974" y="45"/>
                  </a:lnTo>
                  <a:lnTo>
                    <a:pt x="974" y="45"/>
                  </a:lnTo>
                  <a:lnTo>
                    <a:pt x="974" y="45"/>
                  </a:lnTo>
                  <a:lnTo>
                    <a:pt x="967" y="43"/>
                  </a:lnTo>
                  <a:lnTo>
                    <a:pt x="967" y="43"/>
                  </a:lnTo>
                  <a:lnTo>
                    <a:pt x="962" y="41"/>
                  </a:lnTo>
                  <a:lnTo>
                    <a:pt x="957" y="41"/>
                  </a:lnTo>
                  <a:lnTo>
                    <a:pt x="957" y="41"/>
                  </a:lnTo>
                  <a:lnTo>
                    <a:pt x="925" y="37"/>
                  </a:lnTo>
                  <a:lnTo>
                    <a:pt x="921" y="37"/>
                  </a:lnTo>
                  <a:lnTo>
                    <a:pt x="921" y="37"/>
                  </a:lnTo>
                  <a:lnTo>
                    <a:pt x="884" y="36"/>
                  </a:lnTo>
                  <a:lnTo>
                    <a:pt x="884"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0" name="Freeform 398"/>
            <p:cNvSpPr/>
            <p:nvPr/>
          </p:nvSpPr>
          <p:spPr bwMode="auto">
            <a:xfrm>
              <a:off x="4587875" y="3630613"/>
              <a:ext cx="239713" cy="161925"/>
            </a:xfrm>
            <a:custGeom>
              <a:avLst/>
              <a:gdLst/>
              <a:ahLst/>
              <a:cxnLst>
                <a:cxn ang="0">
                  <a:pos x="19" y="306"/>
                </a:cxn>
                <a:cxn ang="0">
                  <a:pos x="9" y="303"/>
                </a:cxn>
                <a:cxn ang="0">
                  <a:pos x="4" y="299"/>
                </a:cxn>
                <a:cxn ang="0">
                  <a:pos x="1" y="292"/>
                </a:cxn>
                <a:cxn ang="0">
                  <a:pos x="0" y="288"/>
                </a:cxn>
                <a:cxn ang="0">
                  <a:pos x="1" y="227"/>
                </a:cxn>
                <a:cxn ang="0">
                  <a:pos x="4" y="165"/>
                </a:cxn>
                <a:cxn ang="0">
                  <a:pos x="8" y="89"/>
                </a:cxn>
                <a:cxn ang="0">
                  <a:pos x="8" y="63"/>
                </a:cxn>
                <a:cxn ang="0">
                  <a:pos x="11" y="34"/>
                </a:cxn>
                <a:cxn ang="0">
                  <a:pos x="19" y="18"/>
                </a:cxn>
                <a:cxn ang="0">
                  <a:pos x="25" y="11"/>
                </a:cxn>
                <a:cxn ang="0">
                  <a:pos x="34" y="6"/>
                </a:cxn>
                <a:cxn ang="0">
                  <a:pos x="51" y="1"/>
                </a:cxn>
                <a:cxn ang="0">
                  <a:pos x="64" y="0"/>
                </a:cxn>
                <a:cxn ang="0">
                  <a:pos x="70" y="0"/>
                </a:cxn>
                <a:cxn ang="0">
                  <a:pos x="153" y="7"/>
                </a:cxn>
                <a:cxn ang="0">
                  <a:pos x="234" y="18"/>
                </a:cxn>
                <a:cxn ang="0">
                  <a:pos x="284" y="26"/>
                </a:cxn>
                <a:cxn ang="0">
                  <a:pos x="385" y="37"/>
                </a:cxn>
                <a:cxn ang="0">
                  <a:pos x="436" y="38"/>
                </a:cxn>
                <a:cxn ang="0">
                  <a:pos x="440" y="39"/>
                </a:cxn>
                <a:cxn ang="0">
                  <a:pos x="446" y="41"/>
                </a:cxn>
                <a:cxn ang="0">
                  <a:pos x="450" y="46"/>
                </a:cxn>
                <a:cxn ang="0">
                  <a:pos x="452" y="57"/>
                </a:cxn>
                <a:cxn ang="0">
                  <a:pos x="451" y="63"/>
                </a:cxn>
                <a:cxn ang="0">
                  <a:pos x="448" y="69"/>
                </a:cxn>
                <a:cxn ang="0">
                  <a:pos x="443" y="73"/>
                </a:cxn>
                <a:cxn ang="0">
                  <a:pos x="436" y="74"/>
                </a:cxn>
                <a:cxn ang="0">
                  <a:pos x="410" y="73"/>
                </a:cxn>
                <a:cxn ang="0">
                  <a:pos x="335" y="67"/>
                </a:cxn>
                <a:cxn ang="0">
                  <a:pos x="293" y="64"/>
                </a:cxn>
                <a:cxn ang="0">
                  <a:pos x="249" y="59"/>
                </a:cxn>
                <a:cxn ang="0">
                  <a:pos x="167" y="49"/>
                </a:cxn>
                <a:cxn ang="0">
                  <a:pos x="131" y="43"/>
                </a:cxn>
                <a:cxn ang="0">
                  <a:pos x="77" y="37"/>
                </a:cxn>
                <a:cxn ang="0">
                  <a:pos x="59" y="36"/>
                </a:cxn>
                <a:cxn ang="0">
                  <a:pos x="54" y="37"/>
                </a:cxn>
                <a:cxn ang="0">
                  <a:pos x="49" y="40"/>
                </a:cxn>
                <a:cxn ang="0">
                  <a:pos x="45" y="47"/>
                </a:cxn>
                <a:cxn ang="0">
                  <a:pos x="43" y="66"/>
                </a:cxn>
                <a:cxn ang="0">
                  <a:pos x="44" y="76"/>
                </a:cxn>
                <a:cxn ang="0">
                  <a:pos x="45" y="90"/>
                </a:cxn>
                <a:cxn ang="0">
                  <a:pos x="42" y="113"/>
                </a:cxn>
                <a:cxn ang="0">
                  <a:pos x="40" y="161"/>
                </a:cxn>
                <a:cxn ang="0">
                  <a:pos x="41" y="184"/>
                </a:cxn>
                <a:cxn ang="0">
                  <a:pos x="41" y="207"/>
                </a:cxn>
                <a:cxn ang="0">
                  <a:pos x="38" y="245"/>
                </a:cxn>
                <a:cxn ang="0">
                  <a:pos x="37" y="266"/>
                </a:cxn>
                <a:cxn ang="0">
                  <a:pos x="36" y="289"/>
                </a:cxn>
                <a:cxn ang="0">
                  <a:pos x="35" y="295"/>
                </a:cxn>
                <a:cxn ang="0">
                  <a:pos x="32" y="300"/>
                </a:cxn>
                <a:cxn ang="0">
                  <a:pos x="29" y="302"/>
                </a:cxn>
                <a:cxn ang="0">
                  <a:pos x="23" y="306"/>
                </a:cxn>
                <a:cxn ang="0">
                  <a:pos x="19" y="306"/>
                </a:cxn>
              </a:cxnLst>
              <a:rect l="0" t="0" r="r" b="b"/>
              <a:pathLst>
                <a:path w="452" h="306">
                  <a:moveTo>
                    <a:pt x="19" y="306"/>
                  </a:moveTo>
                  <a:lnTo>
                    <a:pt x="19" y="306"/>
                  </a:lnTo>
                  <a:lnTo>
                    <a:pt x="12" y="304"/>
                  </a:lnTo>
                  <a:lnTo>
                    <a:pt x="9" y="303"/>
                  </a:lnTo>
                  <a:lnTo>
                    <a:pt x="6" y="301"/>
                  </a:lnTo>
                  <a:lnTo>
                    <a:pt x="4" y="299"/>
                  </a:lnTo>
                  <a:lnTo>
                    <a:pt x="2" y="296"/>
                  </a:lnTo>
                  <a:lnTo>
                    <a:pt x="1" y="292"/>
                  </a:lnTo>
                  <a:lnTo>
                    <a:pt x="0" y="288"/>
                  </a:lnTo>
                  <a:lnTo>
                    <a:pt x="0" y="288"/>
                  </a:lnTo>
                  <a:lnTo>
                    <a:pt x="0" y="257"/>
                  </a:lnTo>
                  <a:lnTo>
                    <a:pt x="1" y="227"/>
                  </a:lnTo>
                  <a:lnTo>
                    <a:pt x="4" y="165"/>
                  </a:lnTo>
                  <a:lnTo>
                    <a:pt x="4" y="165"/>
                  </a:lnTo>
                  <a:lnTo>
                    <a:pt x="7" y="114"/>
                  </a:lnTo>
                  <a:lnTo>
                    <a:pt x="8" y="89"/>
                  </a:lnTo>
                  <a:lnTo>
                    <a:pt x="8" y="63"/>
                  </a:lnTo>
                  <a:lnTo>
                    <a:pt x="8" y="63"/>
                  </a:lnTo>
                  <a:lnTo>
                    <a:pt x="9" y="47"/>
                  </a:lnTo>
                  <a:lnTo>
                    <a:pt x="11" y="34"/>
                  </a:lnTo>
                  <a:lnTo>
                    <a:pt x="15" y="24"/>
                  </a:lnTo>
                  <a:lnTo>
                    <a:pt x="19" y="18"/>
                  </a:lnTo>
                  <a:lnTo>
                    <a:pt x="22" y="14"/>
                  </a:lnTo>
                  <a:lnTo>
                    <a:pt x="25" y="11"/>
                  </a:lnTo>
                  <a:lnTo>
                    <a:pt x="29" y="8"/>
                  </a:lnTo>
                  <a:lnTo>
                    <a:pt x="34" y="6"/>
                  </a:lnTo>
                  <a:lnTo>
                    <a:pt x="39" y="4"/>
                  </a:lnTo>
                  <a:lnTo>
                    <a:pt x="51" y="1"/>
                  </a:lnTo>
                  <a:lnTo>
                    <a:pt x="64" y="0"/>
                  </a:lnTo>
                  <a:lnTo>
                    <a:pt x="64" y="0"/>
                  </a:lnTo>
                  <a:lnTo>
                    <a:pt x="70" y="0"/>
                  </a:lnTo>
                  <a:lnTo>
                    <a:pt x="70" y="0"/>
                  </a:lnTo>
                  <a:lnTo>
                    <a:pt x="112" y="3"/>
                  </a:lnTo>
                  <a:lnTo>
                    <a:pt x="153" y="7"/>
                  </a:lnTo>
                  <a:lnTo>
                    <a:pt x="193" y="13"/>
                  </a:lnTo>
                  <a:lnTo>
                    <a:pt x="234" y="18"/>
                  </a:lnTo>
                  <a:lnTo>
                    <a:pt x="234" y="18"/>
                  </a:lnTo>
                  <a:lnTo>
                    <a:pt x="284" y="26"/>
                  </a:lnTo>
                  <a:lnTo>
                    <a:pt x="335" y="32"/>
                  </a:lnTo>
                  <a:lnTo>
                    <a:pt x="385" y="37"/>
                  </a:lnTo>
                  <a:lnTo>
                    <a:pt x="410" y="38"/>
                  </a:lnTo>
                  <a:lnTo>
                    <a:pt x="436" y="38"/>
                  </a:lnTo>
                  <a:lnTo>
                    <a:pt x="436" y="38"/>
                  </a:lnTo>
                  <a:lnTo>
                    <a:pt x="440" y="39"/>
                  </a:lnTo>
                  <a:lnTo>
                    <a:pt x="443" y="40"/>
                  </a:lnTo>
                  <a:lnTo>
                    <a:pt x="446" y="41"/>
                  </a:lnTo>
                  <a:lnTo>
                    <a:pt x="448" y="44"/>
                  </a:lnTo>
                  <a:lnTo>
                    <a:pt x="450" y="46"/>
                  </a:lnTo>
                  <a:lnTo>
                    <a:pt x="451" y="49"/>
                  </a:lnTo>
                  <a:lnTo>
                    <a:pt x="452" y="57"/>
                  </a:lnTo>
                  <a:lnTo>
                    <a:pt x="452" y="57"/>
                  </a:lnTo>
                  <a:lnTo>
                    <a:pt x="451" y="63"/>
                  </a:lnTo>
                  <a:lnTo>
                    <a:pt x="450" y="66"/>
                  </a:lnTo>
                  <a:lnTo>
                    <a:pt x="448" y="69"/>
                  </a:lnTo>
                  <a:lnTo>
                    <a:pt x="446" y="71"/>
                  </a:lnTo>
                  <a:lnTo>
                    <a:pt x="443" y="73"/>
                  </a:lnTo>
                  <a:lnTo>
                    <a:pt x="440" y="74"/>
                  </a:lnTo>
                  <a:lnTo>
                    <a:pt x="436" y="74"/>
                  </a:lnTo>
                  <a:lnTo>
                    <a:pt x="436" y="74"/>
                  </a:lnTo>
                  <a:lnTo>
                    <a:pt x="410" y="73"/>
                  </a:lnTo>
                  <a:lnTo>
                    <a:pt x="384" y="72"/>
                  </a:lnTo>
                  <a:lnTo>
                    <a:pt x="335" y="67"/>
                  </a:lnTo>
                  <a:lnTo>
                    <a:pt x="335" y="67"/>
                  </a:lnTo>
                  <a:lnTo>
                    <a:pt x="293" y="64"/>
                  </a:lnTo>
                  <a:lnTo>
                    <a:pt x="293" y="64"/>
                  </a:lnTo>
                  <a:lnTo>
                    <a:pt x="249" y="59"/>
                  </a:lnTo>
                  <a:lnTo>
                    <a:pt x="207" y="55"/>
                  </a:lnTo>
                  <a:lnTo>
                    <a:pt x="167" y="49"/>
                  </a:lnTo>
                  <a:lnTo>
                    <a:pt x="131" y="43"/>
                  </a:lnTo>
                  <a:lnTo>
                    <a:pt x="131" y="43"/>
                  </a:lnTo>
                  <a:lnTo>
                    <a:pt x="97" y="38"/>
                  </a:lnTo>
                  <a:lnTo>
                    <a:pt x="77" y="37"/>
                  </a:lnTo>
                  <a:lnTo>
                    <a:pt x="59" y="36"/>
                  </a:lnTo>
                  <a:lnTo>
                    <a:pt x="59" y="36"/>
                  </a:lnTo>
                  <a:lnTo>
                    <a:pt x="59" y="36"/>
                  </a:lnTo>
                  <a:lnTo>
                    <a:pt x="54" y="37"/>
                  </a:lnTo>
                  <a:lnTo>
                    <a:pt x="49" y="40"/>
                  </a:lnTo>
                  <a:lnTo>
                    <a:pt x="49" y="40"/>
                  </a:lnTo>
                  <a:lnTo>
                    <a:pt x="46" y="43"/>
                  </a:lnTo>
                  <a:lnTo>
                    <a:pt x="45" y="47"/>
                  </a:lnTo>
                  <a:lnTo>
                    <a:pt x="43" y="56"/>
                  </a:lnTo>
                  <a:lnTo>
                    <a:pt x="43" y="66"/>
                  </a:lnTo>
                  <a:lnTo>
                    <a:pt x="44" y="76"/>
                  </a:lnTo>
                  <a:lnTo>
                    <a:pt x="44" y="76"/>
                  </a:lnTo>
                  <a:lnTo>
                    <a:pt x="45" y="84"/>
                  </a:lnTo>
                  <a:lnTo>
                    <a:pt x="45" y="90"/>
                  </a:lnTo>
                  <a:lnTo>
                    <a:pt x="45" y="90"/>
                  </a:lnTo>
                  <a:lnTo>
                    <a:pt x="42" y="113"/>
                  </a:lnTo>
                  <a:lnTo>
                    <a:pt x="41" y="137"/>
                  </a:lnTo>
                  <a:lnTo>
                    <a:pt x="40" y="161"/>
                  </a:lnTo>
                  <a:lnTo>
                    <a:pt x="41" y="184"/>
                  </a:lnTo>
                  <a:lnTo>
                    <a:pt x="41" y="184"/>
                  </a:lnTo>
                  <a:lnTo>
                    <a:pt x="41" y="207"/>
                  </a:lnTo>
                  <a:lnTo>
                    <a:pt x="41" y="207"/>
                  </a:lnTo>
                  <a:lnTo>
                    <a:pt x="40" y="226"/>
                  </a:lnTo>
                  <a:lnTo>
                    <a:pt x="38" y="245"/>
                  </a:lnTo>
                  <a:lnTo>
                    <a:pt x="38" y="245"/>
                  </a:lnTo>
                  <a:lnTo>
                    <a:pt x="37" y="266"/>
                  </a:lnTo>
                  <a:lnTo>
                    <a:pt x="36" y="289"/>
                  </a:lnTo>
                  <a:lnTo>
                    <a:pt x="36" y="289"/>
                  </a:lnTo>
                  <a:lnTo>
                    <a:pt x="36" y="292"/>
                  </a:lnTo>
                  <a:lnTo>
                    <a:pt x="35" y="295"/>
                  </a:lnTo>
                  <a:lnTo>
                    <a:pt x="34" y="298"/>
                  </a:lnTo>
                  <a:lnTo>
                    <a:pt x="32" y="300"/>
                  </a:lnTo>
                  <a:lnTo>
                    <a:pt x="32" y="300"/>
                  </a:lnTo>
                  <a:lnTo>
                    <a:pt x="29" y="302"/>
                  </a:lnTo>
                  <a:lnTo>
                    <a:pt x="26" y="304"/>
                  </a:lnTo>
                  <a:lnTo>
                    <a:pt x="23" y="306"/>
                  </a:lnTo>
                  <a:lnTo>
                    <a:pt x="19" y="306"/>
                  </a:lnTo>
                  <a:lnTo>
                    <a:pt x="19" y="30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1" name="Freeform 399"/>
            <p:cNvSpPr/>
            <p:nvPr/>
          </p:nvSpPr>
          <p:spPr bwMode="auto">
            <a:xfrm>
              <a:off x="4329113" y="3263900"/>
              <a:ext cx="242888" cy="22225"/>
            </a:xfrm>
            <a:custGeom>
              <a:avLst/>
              <a:gdLst/>
              <a:ahLst/>
              <a:cxnLst>
                <a:cxn ang="0">
                  <a:pos x="189" y="42"/>
                </a:cxn>
                <a:cxn ang="0">
                  <a:pos x="174" y="42"/>
                </a:cxn>
                <a:cxn ang="0">
                  <a:pos x="116" y="40"/>
                </a:cxn>
                <a:cxn ang="0">
                  <a:pos x="43" y="38"/>
                </a:cxn>
                <a:cxn ang="0">
                  <a:pos x="18" y="36"/>
                </a:cxn>
                <a:cxn ang="0">
                  <a:pos x="11" y="34"/>
                </a:cxn>
                <a:cxn ang="0">
                  <a:pos x="5" y="29"/>
                </a:cxn>
                <a:cxn ang="0">
                  <a:pos x="1" y="22"/>
                </a:cxn>
                <a:cxn ang="0">
                  <a:pos x="0" y="15"/>
                </a:cxn>
                <a:cxn ang="0">
                  <a:pos x="5" y="5"/>
                </a:cxn>
                <a:cxn ang="0">
                  <a:pos x="9" y="1"/>
                </a:cxn>
                <a:cxn ang="0">
                  <a:pos x="16" y="0"/>
                </a:cxn>
                <a:cxn ang="0">
                  <a:pos x="17" y="0"/>
                </a:cxn>
                <a:cxn ang="0">
                  <a:pos x="61" y="3"/>
                </a:cxn>
                <a:cxn ang="0">
                  <a:pos x="106" y="4"/>
                </a:cxn>
                <a:cxn ang="0">
                  <a:pos x="189" y="7"/>
                </a:cxn>
                <a:cxn ang="0">
                  <a:pos x="218" y="8"/>
                </a:cxn>
                <a:cxn ang="0">
                  <a:pos x="257" y="7"/>
                </a:cxn>
                <a:cxn ang="0">
                  <a:pos x="300" y="6"/>
                </a:cxn>
                <a:cxn ang="0">
                  <a:pos x="393" y="4"/>
                </a:cxn>
                <a:cxn ang="0">
                  <a:pos x="424" y="4"/>
                </a:cxn>
                <a:cxn ang="0">
                  <a:pos x="447" y="6"/>
                </a:cxn>
                <a:cxn ang="0">
                  <a:pos x="454" y="9"/>
                </a:cxn>
                <a:cxn ang="0">
                  <a:pos x="458" y="13"/>
                </a:cxn>
                <a:cxn ang="0">
                  <a:pos x="459" y="22"/>
                </a:cxn>
                <a:cxn ang="0">
                  <a:pos x="457" y="29"/>
                </a:cxn>
                <a:cxn ang="0">
                  <a:pos x="453" y="35"/>
                </a:cxn>
                <a:cxn ang="0">
                  <a:pos x="448" y="40"/>
                </a:cxn>
                <a:cxn ang="0">
                  <a:pos x="439" y="41"/>
                </a:cxn>
                <a:cxn ang="0">
                  <a:pos x="439" y="41"/>
                </a:cxn>
                <a:cxn ang="0">
                  <a:pos x="436" y="41"/>
                </a:cxn>
                <a:cxn ang="0">
                  <a:pos x="424" y="39"/>
                </a:cxn>
                <a:cxn ang="0">
                  <a:pos x="372" y="38"/>
                </a:cxn>
                <a:cxn ang="0">
                  <a:pos x="322" y="38"/>
                </a:cxn>
                <a:cxn ang="0">
                  <a:pos x="268" y="40"/>
                </a:cxn>
                <a:cxn ang="0">
                  <a:pos x="189" y="42"/>
                </a:cxn>
              </a:cxnLst>
              <a:rect l="0" t="0" r="r" b="b"/>
              <a:pathLst>
                <a:path w="459" h="42">
                  <a:moveTo>
                    <a:pt x="189" y="42"/>
                  </a:moveTo>
                  <a:lnTo>
                    <a:pt x="189" y="42"/>
                  </a:lnTo>
                  <a:lnTo>
                    <a:pt x="174" y="42"/>
                  </a:lnTo>
                  <a:lnTo>
                    <a:pt x="174" y="42"/>
                  </a:lnTo>
                  <a:lnTo>
                    <a:pt x="116" y="40"/>
                  </a:lnTo>
                  <a:lnTo>
                    <a:pt x="116" y="40"/>
                  </a:lnTo>
                  <a:lnTo>
                    <a:pt x="68" y="39"/>
                  </a:lnTo>
                  <a:lnTo>
                    <a:pt x="43" y="38"/>
                  </a:lnTo>
                  <a:lnTo>
                    <a:pt x="18" y="36"/>
                  </a:lnTo>
                  <a:lnTo>
                    <a:pt x="18" y="36"/>
                  </a:lnTo>
                  <a:lnTo>
                    <a:pt x="14" y="35"/>
                  </a:lnTo>
                  <a:lnTo>
                    <a:pt x="11" y="34"/>
                  </a:lnTo>
                  <a:lnTo>
                    <a:pt x="8" y="32"/>
                  </a:lnTo>
                  <a:lnTo>
                    <a:pt x="5" y="29"/>
                  </a:lnTo>
                  <a:lnTo>
                    <a:pt x="2" y="26"/>
                  </a:lnTo>
                  <a:lnTo>
                    <a:pt x="1" y="22"/>
                  </a:lnTo>
                  <a:lnTo>
                    <a:pt x="0" y="15"/>
                  </a:lnTo>
                  <a:lnTo>
                    <a:pt x="0" y="15"/>
                  </a:lnTo>
                  <a:lnTo>
                    <a:pt x="1" y="10"/>
                  </a:lnTo>
                  <a:lnTo>
                    <a:pt x="5" y="5"/>
                  </a:lnTo>
                  <a:lnTo>
                    <a:pt x="7" y="3"/>
                  </a:lnTo>
                  <a:lnTo>
                    <a:pt x="9" y="1"/>
                  </a:lnTo>
                  <a:lnTo>
                    <a:pt x="12" y="1"/>
                  </a:lnTo>
                  <a:lnTo>
                    <a:pt x="16" y="0"/>
                  </a:lnTo>
                  <a:lnTo>
                    <a:pt x="16" y="0"/>
                  </a:lnTo>
                  <a:lnTo>
                    <a:pt x="17" y="0"/>
                  </a:lnTo>
                  <a:lnTo>
                    <a:pt x="17" y="0"/>
                  </a:lnTo>
                  <a:lnTo>
                    <a:pt x="61" y="3"/>
                  </a:lnTo>
                  <a:lnTo>
                    <a:pt x="106" y="4"/>
                  </a:lnTo>
                  <a:lnTo>
                    <a:pt x="106" y="4"/>
                  </a:lnTo>
                  <a:lnTo>
                    <a:pt x="147" y="5"/>
                  </a:lnTo>
                  <a:lnTo>
                    <a:pt x="189" y="7"/>
                  </a:lnTo>
                  <a:lnTo>
                    <a:pt x="189" y="7"/>
                  </a:lnTo>
                  <a:lnTo>
                    <a:pt x="218" y="8"/>
                  </a:lnTo>
                  <a:lnTo>
                    <a:pt x="218" y="8"/>
                  </a:lnTo>
                  <a:lnTo>
                    <a:pt x="257" y="7"/>
                  </a:lnTo>
                  <a:lnTo>
                    <a:pt x="300" y="6"/>
                  </a:lnTo>
                  <a:lnTo>
                    <a:pt x="300" y="6"/>
                  </a:lnTo>
                  <a:lnTo>
                    <a:pt x="347" y="4"/>
                  </a:lnTo>
                  <a:lnTo>
                    <a:pt x="393" y="4"/>
                  </a:lnTo>
                  <a:lnTo>
                    <a:pt x="393" y="4"/>
                  </a:lnTo>
                  <a:lnTo>
                    <a:pt x="424" y="4"/>
                  </a:lnTo>
                  <a:lnTo>
                    <a:pt x="447" y="6"/>
                  </a:lnTo>
                  <a:lnTo>
                    <a:pt x="447" y="6"/>
                  </a:lnTo>
                  <a:lnTo>
                    <a:pt x="451" y="7"/>
                  </a:lnTo>
                  <a:lnTo>
                    <a:pt x="454" y="9"/>
                  </a:lnTo>
                  <a:lnTo>
                    <a:pt x="456" y="11"/>
                  </a:lnTo>
                  <a:lnTo>
                    <a:pt x="458" y="13"/>
                  </a:lnTo>
                  <a:lnTo>
                    <a:pt x="459" y="18"/>
                  </a:lnTo>
                  <a:lnTo>
                    <a:pt x="459" y="22"/>
                  </a:lnTo>
                  <a:lnTo>
                    <a:pt x="459" y="22"/>
                  </a:lnTo>
                  <a:lnTo>
                    <a:pt x="457" y="29"/>
                  </a:lnTo>
                  <a:lnTo>
                    <a:pt x="456" y="32"/>
                  </a:lnTo>
                  <a:lnTo>
                    <a:pt x="453" y="35"/>
                  </a:lnTo>
                  <a:lnTo>
                    <a:pt x="451" y="38"/>
                  </a:lnTo>
                  <a:lnTo>
                    <a:pt x="448" y="40"/>
                  </a:lnTo>
                  <a:lnTo>
                    <a:pt x="444" y="41"/>
                  </a:lnTo>
                  <a:lnTo>
                    <a:pt x="439" y="41"/>
                  </a:lnTo>
                  <a:lnTo>
                    <a:pt x="439" y="41"/>
                  </a:lnTo>
                  <a:lnTo>
                    <a:pt x="439" y="41"/>
                  </a:lnTo>
                  <a:lnTo>
                    <a:pt x="439" y="41"/>
                  </a:lnTo>
                  <a:lnTo>
                    <a:pt x="436" y="41"/>
                  </a:lnTo>
                  <a:lnTo>
                    <a:pt x="436" y="41"/>
                  </a:lnTo>
                  <a:lnTo>
                    <a:pt x="424" y="39"/>
                  </a:lnTo>
                  <a:lnTo>
                    <a:pt x="410" y="38"/>
                  </a:lnTo>
                  <a:lnTo>
                    <a:pt x="372" y="38"/>
                  </a:lnTo>
                  <a:lnTo>
                    <a:pt x="372" y="38"/>
                  </a:lnTo>
                  <a:lnTo>
                    <a:pt x="322" y="38"/>
                  </a:lnTo>
                  <a:lnTo>
                    <a:pt x="268" y="40"/>
                  </a:lnTo>
                  <a:lnTo>
                    <a:pt x="268" y="40"/>
                  </a:lnTo>
                  <a:lnTo>
                    <a:pt x="226" y="41"/>
                  </a:lnTo>
                  <a:lnTo>
                    <a:pt x="189" y="42"/>
                  </a:lnTo>
                  <a:lnTo>
                    <a:pt x="189"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2" name="Freeform 400"/>
            <p:cNvSpPr/>
            <p:nvPr/>
          </p:nvSpPr>
          <p:spPr bwMode="auto">
            <a:xfrm>
              <a:off x="4335463" y="3346450"/>
              <a:ext cx="173038" cy="19050"/>
            </a:xfrm>
            <a:custGeom>
              <a:avLst/>
              <a:gdLst/>
              <a:ahLst/>
              <a:cxnLst>
                <a:cxn ang="0">
                  <a:pos x="17" y="36"/>
                </a:cxn>
                <a:cxn ang="0">
                  <a:pos x="17" y="36"/>
                </a:cxn>
                <a:cxn ang="0">
                  <a:pos x="13" y="35"/>
                </a:cxn>
                <a:cxn ang="0">
                  <a:pos x="10" y="34"/>
                </a:cxn>
                <a:cxn ang="0">
                  <a:pos x="7" y="32"/>
                </a:cxn>
                <a:cxn ang="0">
                  <a:pos x="4" y="30"/>
                </a:cxn>
                <a:cxn ang="0">
                  <a:pos x="3" y="28"/>
                </a:cxn>
                <a:cxn ang="0">
                  <a:pos x="1" y="25"/>
                </a:cxn>
                <a:cxn ang="0">
                  <a:pos x="0" y="17"/>
                </a:cxn>
                <a:cxn ang="0">
                  <a:pos x="0" y="17"/>
                </a:cxn>
                <a:cxn ang="0">
                  <a:pos x="1" y="11"/>
                </a:cxn>
                <a:cxn ang="0">
                  <a:pos x="3" y="8"/>
                </a:cxn>
                <a:cxn ang="0">
                  <a:pos x="4" y="5"/>
                </a:cxn>
                <a:cxn ang="0">
                  <a:pos x="7" y="3"/>
                </a:cxn>
                <a:cxn ang="0">
                  <a:pos x="10" y="1"/>
                </a:cxn>
                <a:cxn ang="0">
                  <a:pos x="13" y="0"/>
                </a:cxn>
                <a:cxn ang="0">
                  <a:pos x="17" y="0"/>
                </a:cxn>
                <a:cxn ang="0">
                  <a:pos x="312" y="0"/>
                </a:cxn>
                <a:cxn ang="0">
                  <a:pos x="312" y="0"/>
                </a:cxn>
                <a:cxn ang="0">
                  <a:pos x="316" y="0"/>
                </a:cxn>
                <a:cxn ang="0">
                  <a:pos x="319" y="1"/>
                </a:cxn>
                <a:cxn ang="0">
                  <a:pos x="322" y="3"/>
                </a:cxn>
                <a:cxn ang="0">
                  <a:pos x="324" y="5"/>
                </a:cxn>
                <a:cxn ang="0">
                  <a:pos x="326" y="8"/>
                </a:cxn>
                <a:cxn ang="0">
                  <a:pos x="327" y="11"/>
                </a:cxn>
                <a:cxn ang="0">
                  <a:pos x="328" y="17"/>
                </a:cxn>
                <a:cxn ang="0">
                  <a:pos x="328" y="17"/>
                </a:cxn>
                <a:cxn ang="0">
                  <a:pos x="327" y="25"/>
                </a:cxn>
                <a:cxn ang="0">
                  <a:pos x="326" y="28"/>
                </a:cxn>
                <a:cxn ang="0">
                  <a:pos x="324" y="30"/>
                </a:cxn>
                <a:cxn ang="0">
                  <a:pos x="322" y="32"/>
                </a:cxn>
                <a:cxn ang="0">
                  <a:pos x="319" y="34"/>
                </a:cxn>
                <a:cxn ang="0">
                  <a:pos x="316" y="35"/>
                </a:cxn>
                <a:cxn ang="0">
                  <a:pos x="312" y="36"/>
                </a:cxn>
                <a:cxn ang="0">
                  <a:pos x="17" y="36"/>
                </a:cxn>
              </a:cxnLst>
              <a:rect l="0" t="0" r="r" b="b"/>
              <a:pathLst>
                <a:path w="328" h="36">
                  <a:moveTo>
                    <a:pt x="17" y="36"/>
                  </a:moveTo>
                  <a:lnTo>
                    <a:pt x="17" y="36"/>
                  </a:lnTo>
                  <a:lnTo>
                    <a:pt x="13" y="35"/>
                  </a:lnTo>
                  <a:lnTo>
                    <a:pt x="10" y="34"/>
                  </a:lnTo>
                  <a:lnTo>
                    <a:pt x="7" y="32"/>
                  </a:lnTo>
                  <a:lnTo>
                    <a:pt x="4" y="30"/>
                  </a:lnTo>
                  <a:lnTo>
                    <a:pt x="3" y="28"/>
                  </a:lnTo>
                  <a:lnTo>
                    <a:pt x="1" y="25"/>
                  </a:lnTo>
                  <a:lnTo>
                    <a:pt x="0" y="17"/>
                  </a:lnTo>
                  <a:lnTo>
                    <a:pt x="0" y="17"/>
                  </a:lnTo>
                  <a:lnTo>
                    <a:pt x="1" y="11"/>
                  </a:lnTo>
                  <a:lnTo>
                    <a:pt x="3" y="8"/>
                  </a:lnTo>
                  <a:lnTo>
                    <a:pt x="4" y="5"/>
                  </a:lnTo>
                  <a:lnTo>
                    <a:pt x="7" y="3"/>
                  </a:lnTo>
                  <a:lnTo>
                    <a:pt x="10" y="1"/>
                  </a:lnTo>
                  <a:lnTo>
                    <a:pt x="13" y="0"/>
                  </a:lnTo>
                  <a:lnTo>
                    <a:pt x="17" y="0"/>
                  </a:lnTo>
                  <a:lnTo>
                    <a:pt x="312" y="0"/>
                  </a:lnTo>
                  <a:lnTo>
                    <a:pt x="312" y="0"/>
                  </a:lnTo>
                  <a:lnTo>
                    <a:pt x="316" y="0"/>
                  </a:lnTo>
                  <a:lnTo>
                    <a:pt x="319" y="1"/>
                  </a:lnTo>
                  <a:lnTo>
                    <a:pt x="322" y="3"/>
                  </a:lnTo>
                  <a:lnTo>
                    <a:pt x="324" y="5"/>
                  </a:lnTo>
                  <a:lnTo>
                    <a:pt x="326" y="8"/>
                  </a:lnTo>
                  <a:lnTo>
                    <a:pt x="327" y="11"/>
                  </a:lnTo>
                  <a:lnTo>
                    <a:pt x="328" y="17"/>
                  </a:lnTo>
                  <a:lnTo>
                    <a:pt x="328" y="17"/>
                  </a:lnTo>
                  <a:lnTo>
                    <a:pt x="327" y="25"/>
                  </a:lnTo>
                  <a:lnTo>
                    <a:pt x="326" y="28"/>
                  </a:lnTo>
                  <a:lnTo>
                    <a:pt x="324" y="30"/>
                  </a:lnTo>
                  <a:lnTo>
                    <a:pt x="322" y="32"/>
                  </a:lnTo>
                  <a:lnTo>
                    <a:pt x="319" y="34"/>
                  </a:lnTo>
                  <a:lnTo>
                    <a:pt x="316" y="35"/>
                  </a:lnTo>
                  <a:lnTo>
                    <a:pt x="312" y="36"/>
                  </a:lnTo>
                  <a:lnTo>
                    <a:pt x="17"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3" name="Freeform 401"/>
            <p:cNvSpPr/>
            <p:nvPr/>
          </p:nvSpPr>
          <p:spPr bwMode="auto">
            <a:xfrm>
              <a:off x="4332288" y="3421063"/>
              <a:ext cx="63500" cy="23813"/>
            </a:xfrm>
            <a:custGeom>
              <a:avLst/>
              <a:gdLst/>
              <a:ahLst/>
              <a:cxnLst>
                <a:cxn ang="0">
                  <a:pos x="79" y="44"/>
                </a:cxn>
                <a:cxn ang="0">
                  <a:pos x="61" y="40"/>
                </a:cxn>
                <a:cxn ang="0">
                  <a:pos x="57" y="39"/>
                </a:cxn>
                <a:cxn ang="0">
                  <a:pos x="54" y="37"/>
                </a:cxn>
                <a:cxn ang="0">
                  <a:pos x="53" y="36"/>
                </a:cxn>
                <a:cxn ang="0">
                  <a:pos x="44" y="35"/>
                </a:cxn>
                <a:cxn ang="0">
                  <a:pos x="40" y="35"/>
                </a:cxn>
                <a:cxn ang="0">
                  <a:pos x="33" y="36"/>
                </a:cxn>
                <a:cxn ang="0">
                  <a:pos x="16" y="37"/>
                </a:cxn>
                <a:cxn ang="0">
                  <a:pos x="16" y="37"/>
                </a:cxn>
                <a:cxn ang="0">
                  <a:pos x="9" y="36"/>
                </a:cxn>
                <a:cxn ang="0">
                  <a:pos x="4" y="32"/>
                </a:cxn>
                <a:cxn ang="0">
                  <a:pos x="0" y="21"/>
                </a:cxn>
                <a:cxn ang="0">
                  <a:pos x="1" y="15"/>
                </a:cxn>
                <a:cxn ang="0">
                  <a:pos x="4" y="8"/>
                </a:cxn>
                <a:cxn ang="0">
                  <a:pos x="9" y="3"/>
                </a:cxn>
                <a:cxn ang="0">
                  <a:pos x="17" y="1"/>
                </a:cxn>
                <a:cxn ang="0">
                  <a:pos x="29" y="1"/>
                </a:cxn>
                <a:cxn ang="0">
                  <a:pos x="45" y="0"/>
                </a:cxn>
                <a:cxn ang="0">
                  <a:pos x="57" y="1"/>
                </a:cxn>
                <a:cxn ang="0">
                  <a:pos x="67" y="3"/>
                </a:cxn>
                <a:cxn ang="0">
                  <a:pos x="74" y="6"/>
                </a:cxn>
                <a:cxn ang="0">
                  <a:pos x="102" y="6"/>
                </a:cxn>
                <a:cxn ang="0">
                  <a:pos x="110" y="8"/>
                </a:cxn>
                <a:cxn ang="0">
                  <a:pos x="115" y="13"/>
                </a:cxn>
                <a:cxn ang="0">
                  <a:pos x="118" y="18"/>
                </a:cxn>
                <a:cxn ang="0">
                  <a:pos x="119" y="25"/>
                </a:cxn>
                <a:cxn ang="0">
                  <a:pos x="117" y="34"/>
                </a:cxn>
                <a:cxn ang="0">
                  <a:pos x="112" y="39"/>
                </a:cxn>
                <a:cxn ang="0">
                  <a:pos x="106" y="43"/>
                </a:cxn>
                <a:cxn ang="0">
                  <a:pos x="102" y="43"/>
                </a:cxn>
                <a:cxn ang="0">
                  <a:pos x="90" y="43"/>
                </a:cxn>
                <a:cxn ang="0">
                  <a:pos x="79" y="44"/>
                </a:cxn>
              </a:cxnLst>
              <a:rect l="0" t="0" r="r" b="b"/>
              <a:pathLst>
                <a:path w="119" h="44">
                  <a:moveTo>
                    <a:pt x="79" y="44"/>
                  </a:moveTo>
                  <a:lnTo>
                    <a:pt x="79" y="44"/>
                  </a:lnTo>
                  <a:lnTo>
                    <a:pt x="69" y="43"/>
                  </a:lnTo>
                  <a:lnTo>
                    <a:pt x="61" y="40"/>
                  </a:lnTo>
                  <a:lnTo>
                    <a:pt x="61" y="40"/>
                  </a:lnTo>
                  <a:lnTo>
                    <a:pt x="57" y="39"/>
                  </a:lnTo>
                  <a:lnTo>
                    <a:pt x="54" y="37"/>
                  </a:lnTo>
                  <a:lnTo>
                    <a:pt x="54" y="37"/>
                  </a:lnTo>
                  <a:lnTo>
                    <a:pt x="53" y="36"/>
                  </a:lnTo>
                  <a:lnTo>
                    <a:pt x="53" y="36"/>
                  </a:lnTo>
                  <a:lnTo>
                    <a:pt x="44" y="35"/>
                  </a:lnTo>
                  <a:lnTo>
                    <a:pt x="44" y="35"/>
                  </a:lnTo>
                  <a:lnTo>
                    <a:pt x="40" y="35"/>
                  </a:lnTo>
                  <a:lnTo>
                    <a:pt x="40" y="35"/>
                  </a:lnTo>
                  <a:lnTo>
                    <a:pt x="33" y="36"/>
                  </a:lnTo>
                  <a:lnTo>
                    <a:pt x="33" y="36"/>
                  </a:lnTo>
                  <a:lnTo>
                    <a:pt x="16" y="37"/>
                  </a:lnTo>
                  <a:lnTo>
                    <a:pt x="16" y="37"/>
                  </a:lnTo>
                  <a:lnTo>
                    <a:pt x="16" y="37"/>
                  </a:lnTo>
                  <a:lnTo>
                    <a:pt x="16" y="37"/>
                  </a:lnTo>
                  <a:lnTo>
                    <a:pt x="12" y="37"/>
                  </a:lnTo>
                  <a:lnTo>
                    <a:pt x="9" y="36"/>
                  </a:lnTo>
                  <a:lnTo>
                    <a:pt x="6" y="34"/>
                  </a:lnTo>
                  <a:lnTo>
                    <a:pt x="4" y="32"/>
                  </a:lnTo>
                  <a:lnTo>
                    <a:pt x="1" y="27"/>
                  </a:lnTo>
                  <a:lnTo>
                    <a:pt x="0" y="21"/>
                  </a:lnTo>
                  <a:lnTo>
                    <a:pt x="0" y="21"/>
                  </a:lnTo>
                  <a:lnTo>
                    <a:pt x="1" y="15"/>
                  </a:lnTo>
                  <a:lnTo>
                    <a:pt x="2" y="12"/>
                  </a:lnTo>
                  <a:lnTo>
                    <a:pt x="4" y="8"/>
                  </a:lnTo>
                  <a:lnTo>
                    <a:pt x="6" y="5"/>
                  </a:lnTo>
                  <a:lnTo>
                    <a:pt x="9" y="3"/>
                  </a:lnTo>
                  <a:lnTo>
                    <a:pt x="13" y="2"/>
                  </a:lnTo>
                  <a:lnTo>
                    <a:pt x="17" y="1"/>
                  </a:lnTo>
                  <a:lnTo>
                    <a:pt x="17" y="1"/>
                  </a:lnTo>
                  <a:lnTo>
                    <a:pt x="29" y="1"/>
                  </a:lnTo>
                  <a:lnTo>
                    <a:pt x="29" y="1"/>
                  </a:lnTo>
                  <a:lnTo>
                    <a:pt x="45" y="0"/>
                  </a:lnTo>
                  <a:lnTo>
                    <a:pt x="45" y="0"/>
                  </a:lnTo>
                  <a:lnTo>
                    <a:pt x="57" y="1"/>
                  </a:lnTo>
                  <a:lnTo>
                    <a:pt x="67" y="3"/>
                  </a:lnTo>
                  <a:lnTo>
                    <a:pt x="67" y="3"/>
                  </a:lnTo>
                  <a:lnTo>
                    <a:pt x="72" y="5"/>
                  </a:lnTo>
                  <a:lnTo>
                    <a:pt x="74" y="6"/>
                  </a:lnTo>
                  <a:lnTo>
                    <a:pt x="102" y="6"/>
                  </a:lnTo>
                  <a:lnTo>
                    <a:pt x="102" y="6"/>
                  </a:lnTo>
                  <a:lnTo>
                    <a:pt x="106" y="6"/>
                  </a:lnTo>
                  <a:lnTo>
                    <a:pt x="110" y="8"/>
                  </a:lnTo>
                  <a:lnTo>
                    <a:pt x="112" y="9"/>
                  </a:lnTo>
                  <a:lnTo>
                    <a:pt x="115" y="13"/>
                  </a:lnTo>
                  <a:lnTo>
                    <a:pt x="117" y="15"/>
                  </a:lnTo>
                  <a:lnTo>
                    <a:pt x="118" y="18"/>
                  </a:lnTo>
                  <a:lnTo>
                    <a:pt x="119" y="25"/>
                  </a:lnTo>
                  <a:lnTo>
                    <a:pt x="119" y="25"/>
                  </a:lnTo>
                  <a:lnTo>
                    <a:pt x="118" y="31"/>
                  </a:lnTo>
                  <a:lnTo>
                    <a:pt x="117" y="34"/>
                  </a:lnTo>
                  <a:lnTo>
                    <a:pt x="115" y="36"/>
                  </a:lnTo>
                  <a:lnTo>
                    <a:pt x="112" y="39"/>
                  </a:lnTo>
                  <a:lnTo>
                    <a:pt x="110" y="40"/>
                  </a:lnTo>
                  <a:lnTo>
                    <a:pt x="106" y="43"/>
                  </a:lnTo>
                  <a:lnTo>
                    <a:pt x="102" y="43"/>
                  </a:lnTo>
                  <a:lnTo>
                    <a:pt x="102" y="43"/>
                  </a:lnTo>
                  <a:lnTo>
                    <a:pt x="90" y="43"/>
                  </a:lnTo>
                  <a:lnTo>
                    <a:pt x="90" y="43"/>
                  </a:lnTo>
                  <a:lnTo>
                    <a:pt x="79" y="44"/>
                  </a:lnTo>
                  <a:lnTo>
                    <a:pt x="79" y="4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4" name="Freeform 402"/>
            <p:cNvSpPr/>
            <p:nvPr/>
          </p:nvSpPr>
          <p:spPr bwMode="auto">
            <a:xfrm>
              <a:off x="4427538" y="3421063"/>
              <a:ext cx="68263" cy="22225"/>
            </a:xfrm>
            <a:custGeom>
              <a:avLst/>
              <a:gdLst/>
              <a:ahLst/>
              <a:cxnLst>
                <a:cxn ang="0">
                  <a:pos x="18" y="42"/>
                </a:cxn>
                <a:cxn ang="0">
                  <a:pos x="18" y="42"/>
                </a:cxn>
                <a:cxn ang="0">
                  <a:pos x="14" y="42"/>
                </a:cxn>
                <a:cxn ang="0">
                  <a:pos x="10" y="39"/>
                </a:cxn>
                <a:cxn ang="0">
                  <a:pos x="7" y="38"/>
                </a:cxn>
                <a:cxn ang="0">
                  <a:pos x="4" y="36"/>
                </a:cxn>
                <a:cxn ang="0">
                  <a:pos x="2" y="33"/>
                </a:cxn>
                <a:cxn ang="0">
                  <a:pos x="1" y="30"/>
                </a:cxn>
                <a:cxn ang="0">
                  <a:pos x="0" y="24"/>
                </a:cxn>
                <a:cxn ang="0">
                  <a:pos x="0" y="24"/>
                </a:cxn>
                <a:cxn ang="0">
                  <a:pos x="1" y="17"/>
                </a:cxn>
                <a:cxn ang="0">
                  <a:pos x="2" y="14"/>
                </a:cxn>
                <a:cxn ang="0">
                  <a:pos x="4" y="12"/>
                </a:cxn>
                <a:cxn ang="0">
                  <a:pos x="8" y="8"/>
                </a:cxn>
                <a:cxn ang="0">
                  <a:pos x="10" y="7"/>
                </a:cxn>
                <a:cxn ang="0">
                  <a:pos x="14" y="5"/>
                </a:cxn>
                <a:cxn ang="0">
                  <a:pos x="18" y="5"/>
                </a:cxn>
                <a:cxn ang="0">
                  <a:pos x="18" y="5"/>
                </a:cxn>
                <a:cxn ang="0">
                  <a:pos x="42" y="4"/>
                </a:cxn>
                <a:cxn ang="0">
                  <a:pos x="65" y="3"/>
                </a:cxn>
                <a:cxn ang="0">
                  <a:pos x="65" y="3"/>
                </a:cxn>
                <a:cxn ang="0">
                  <a:pos x="89" y="1"/>
                </a:cxn>
                <a:cxn ang="0">
                  <a:pos x="113" y="0"/>
                </a:cxn>
                <a:cxn ang="0">
                  <a:pos x="113" y="0"/>
                </a:cxn>
                <a:cxn ang="0">
                  <a:pos x="117" y="1"/>
                </a:cxn>
                <a:cxn ang="0">
                  <a:pos x="120" y="2"/>
                </a:cxn>
                <a:cxn ang="0">
                  <a:pos x="123" y="4"/>
                </a:cxn>
                <a:cxn ang="0">
                  <a:pos x="125" y="6"/>
                </a:cxn>
                <a:cxn ang="0">
                  <a:pos x="127" y="8"/>
                </a:cxn>
                <a:cxn ang="0">
                  <a:pos x="128" y="12"/>
                </a:cxn>
                <a:cxn ang="0">
                  <a:pos x="129" y="19"/>
                </a:cxn>
                <a:cxn ang="0">
                  <a:pos x="129" y="19"/>
                </a:cxn>
                <a:cxn ang="0">
                  <a:pos x="128" y="25"/>
                </a:cxn>
                <a:cxn ang="0">
                  <a:pos x="127" y="28"/>
                </a:cxn>
                <a:cxn ang="0">
                  <a:pos x="125" y="31"/>
                </a:cxn>
                <a:cxn ang="0">
                  <a:pos x="123" y="33"/>
                </a:cxn>
                <a:cxn ang="0">
                  <a:pos x="120" y="35"/>
                </a:cxn>
                <a:cxn ang="0">
                  <a:pos x="117" y="36"/>
                </a:cxn>
                <a:cxn ang="0">
                  <a:pos x="113" y="36"/>
                </a:cxn>
                <a:cxn ang="0">
                  <a:pos x="113" y="36"/>
                </a:cxn>
                <a:cxn ang="0">
                  <a:pos x="88" y="37"/>
                </a:cxn>
                <a:cxn ang="0">
                  <a:pos x="64" y="39"/>
                </a:cxn>
                <a:cxn ang="0">
                  <a:pos x="64" y="39"/>
                </a:cxn>
                <a:cxn ang="0">
                  <a:pos x="42" y="41"/>
                </a:cxn>
                <a:cxn ang="0">
                  <a:pos x="18" y="42"/>
                </a:cxn>
                <a:cxn ang="0">
                  <a:pos x="18" y="42"/>
                </a:cxn>
              </a:cxnLst>
              <a:rect l="0" t="0" r="r" b="b"/>
              <a:pathLst>
                <a:path w="129" h="42">
                  <a:moveTo>
                    <a:pt x="18" y="42"/>
                  </a:moveTo>
                  <a:lnTo>
                    <a:pt x="18" y="42"/>
                  </a:lnTo>
                  <a:lnTo>
                    <a:pt x="14" y="42"/>
                  </a:lnTo>
                  <a:lnTo>
                    <a:pt x="10" y="39"/>
                  </a:lnTo>
                  <a:lnTo>
                    <a:pt x="7" y="38"/>
                  </a:lnTo>
                  <a:lnTo>
                    <a:pt x="4" y="36"/>
                  </a:lnTo>
                  <a:lnTo>
                    <a:pt x="2" y="33"/>
                  </a:lnTo>
                  <a:lnTo>
                    <a:pt x="1" y="30"/>
                  </a:lnTo>
                  <a:lnTo>
                    <a:pt x="0" y="24"/>
                  </a:lnTo>
                  <a:lnTo>
                    <a:pt x="0" y="24"/>
                  </a:lnTo>
                  <a:lnTo>
                    <a:pt x="1" y="17"/>
                  </a:lnTo>
                  <a:lnTo>
                    <a:pt x="2" y="14"/>
                  </a:lnTo>
                  <a:lnTo>
                    <a:pt x="4" y="12"/>
                  </a:lnTo>
                  <a:lnTo>
                    <a:pt x="8" y="8"/>
                  </a:lnTo>
                  <a:lnTo>
                    <a:pt x="10" y="7"/>
                  </a:lnTo>
                  <a:lnTo>
                    <a:pt x="14" y="5"/>
                  </a:lnTo>
                  <a:lnTo>
                    <a:pt x="18" y="5"/>
                  </a:lnTo>
                  <a:lnTo>
                    <a:pt x="18" y="5"/>
                  </a:lnTo>
                  <a:lnTo>
                    <a:pt x="42" y="4"/>
                  </a:lnTo>
                  <a:lnTo>
                    <a:pt x="65" y="3"/>
                  </a:lnTo>
                  <a:lnTo>
                    <a:pt x="65" y="3"/>
                  </a:lnTo>
                  <a:lnTo>
                    <a:pt x="89" y="1"/>
                  </a:lnTo>
                  <a:lnTo>
                    <a:pt x="113" y="0"/>
                  </a:lnTo>
                  <a:lnTo>
                    <a:pt x="113" y="0"/>
                  </a:lnTo>
                  <a:lnTo>
                    <a:pt x="117" y="1"/>
                  </a:lnTo>
                  <a:lnTo>
                    <a:pt x="120" y="2"/>
                  </a:lnTo>
                  <a:lnTo>
                    <a:pt x="123" y="4"/>
                  </a:lnTo>
                  <a:lnTo>
                    <a:pt x="125" y="6"/>
                  </a:lnTo>
                  <a:lnTo>
                    <a:pt x="127" y="8"/>
                  </a:lnTo>
                  <a:lnTo>
                    <a:pt x="128" y="12"/>
                  </a:lnTo>
                  <a:lnTo>
                    <a:pt x="129" y="19"/>
                  </a:lnTo>
                  <a:lnTo>
                    <a:pt x="129" y="19"/>
                  </a:lnTo>
                  <a:lnTo>
                    <a:pt x="128" y="25"/>
                  </a:lnTo>
                  <a:lnTo>
                    <a:pt x="127" y="28"/>
                  </a:lnTo>
                  <a:lnTo>
                    <a:pt x="125" y="31"/>
                  </a:lnTo>
                  <a:lnTo>
                    <a:pt x="123" y="33"/>
                  </a:lnTo>
                  <a:lnTo>
                    <a:pt x="120" y="35"/>
                  </a:lnTo>
                  <a:lnTo>
                    <a:pt x="117" y="36"/>
                  </a:lnTo>
                  <a:lnTo>
                    <a:pt x="113" y="36"/>
                  </a:lnTo>
                  <a:lnTo>
                    <a:pt x="113" y="36"/>
                  </a:lnTo>
                  <a:lnTo>
                    <a:pt x="88" y="37"/>
                  </a:lnTo>
                  <a:lnTo>
                    <a:pt x="64" y="39"/>
                  </a:lnTo>
                  <a:lnTo>
                    <a:pt x="64" y="39"/>
                  </a:lnTo>
                  <a:lnTo>
                    <a:pt x="42" y="41"/>
                  </a:lnTo>
                  <a:lnTo>
                    <a:pt x="18" y="42"/>
                  </a:lnTo>
                  <a:lnTo>
                    <a:pt x="18"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5" name="Freeform 403"/>
            <p:cNvSpPr/>
            <p:nvPr/>
          </p:nvSpPr>
          <p:spPr bwMode="auto">
            <a:xfrm>
              <a:off x="4335463" y="3495675"/>
              <a:ext cx="128588" cy="20638"/>
            </a:xfrm>
            <a:custGeom>
              <a:avLst/>
              <a:gdLst/>
              <a:ahLst/>
              <a:cxnLst>
                <a:cxn ang="0">
                  <a:pos x="226" y="40"/>
                </a:cxn>
                <a:cxn ang="0">
                  <a:pos x="226" y="40"/>
                </a:cxn>
                <a:cxn ang="0">
                  <a:pos x="173" y="39"/>
                </a:cxn>
                <a:cxn ang="0">
                  <a:pos x="122" y="38"/>
                </a:cxn>
                <a:cxn ang="0">
                  <a:pos x="122" y="38"/>
                </a:cxn>
                <a:cxn ang="0">
                  <a:pos x="70" y="36"/>
                </a:cxn>
                <a:cxn ang="0">
                  <a:pos x="17" y="35"/>
                </a:cxn>
                <a:cxn ang="0">
                  <a:pos x="17" y="35"/>
                </a:cxn>
                <a:cxn ang="0">
                  <a:pos x="13" y="35"/>
                </a:cxn>
                <a:cxn ang="0">
                  <a:pos x="10" y="34"/>
                </a:cxn>
                <a:cxn ang="0">
                  <a:pos x="7" y="32"/>
                </a:cxn>
                <a:cxn ang="0">
                  <a:pos x="4" y="30"/>
                </a:cxn>
                <a:cxn ang="0">
                  <a:pos x="3" y="26"/>
                </a:cxn>
                <a:cxn ang="0">
                  <a:pos x="1" y="23"/>
                </a:cxn>
                <a:cxn ang="0">
                  <a:pos x="0" y="17"/>
                </a:cxn>
                <a:cxn ang="0">
                  <a:pos x="0" y="17"/>
                </a:cxn>
                <a:cxn ang="0">
                  <a:pos x="1" y="11"/>
                </a:cxn>
                <a:cxn ang="0">
                  <a:pos x="3" y="8"/>
                </a:cxn>
                <a:cxn ang="0">
                  <a:pos x="4" y="5"/>
                </a:cxn>
                <a:cxn ang="0">
                  <a:pos x="7" y="3"/>
                </a:cxn>
                <a:cxn ang="0">
                  <a:pos x="10" y="1"/>
                </a:cxn>
                <a:cxn ang="0">
                  <a:pos x="13" y="0"/>
                </a:cxn>
                <a:cxn ang="0">
                  <a:pos x="17" y="0"/>
                </a:cxn>
                <a:cxn ang="0">
                  <a:pos x="17" y="0"/>
                </a:cxn>
                <a:cxn ang="0">
                  <a:pos x="70" y="0"/>
                </a:cxn>
                <a:cxn ang="0">
                  <a:pos x="122" y="2"/>
                </a:cxn>
                <a:cxn ang="0">
                  <a:pos x="122" y="2"/>
                </a:cxn>
                <a:cxn ang="0">
                  <a:pos x="173" y="3"/>
                </a:cxn>
                <a:cxn ang="0">
                  <a:pos x="226" y="4"/>
                </a:cxn>
                <a:cxn ang="0">
                  <a:pos x="226" y="4"/>
                </a:cxn>
                <a:cxn ang="0">
                  <a:pos x="230" y="5"/>
                </a:cxn>
                <a:cxn ang="0">
                  <a:pos x="233" y="6"/>
                </a:cxn>
                <a:cxn ang="0">
                  <a:pos x="236" y="7"/>
                </a:cxn>
                <a:cxn ang="0">
                  <a:pos x="239" y="10"/>
                </a:cxn>
                <a:cxn ang="0">
                  <a:pos x="240" y="12"/>
                </a:cxn>
                <a:cxn ang="0">
                  <a:pos x="242" y="15"/>
                </a:cxn>
                <a:cxn ang="0">
                  <a:pos x="243" y="22"/>
                </a:cxn>
                <a:cxn ang="0">
                  <a:pos x="243" y="22"/>
                </a:cxn>
                <a:cxn ang="0">
                  <a:pos x="242" y="29"/>
                </a:cxn>
                <a:cxn ang="0">
                  <a:pos x="240" y="32"/>
                </a:cxn>
                <a:cxn ang="0">
                  <a:pos x="239" y="35"/>
                </a:cxn>
                <a:cxn ang="0">
                  <a:pos x="236" y="37"/>
                </a:cxn>
                <a:cxn ang="0">
                  <a:pos x="233" y="39"/>
                </a:cxn>
                <a:cxn ang="0">
                  <a:pos x="230" y="40"/>
                </a:cxn>
                <a:cxn ang="0">
                  <a:pos x="226" y="40"/>
                </a:cxn>
                <a:cxn ang="0">
                  <a:pos x="226" y="40"/>
                </a:cxn>
              </a:cxnLst>
              <a:rect l="0" t="0" r="r" b="b"/>
              <a:pathLst>
                <a:path w="243" h="40">
                  <a:moveTo>
                    <a:pt x="226" y="40"/>
                  </a:moveTo>
                  <a:lnTo>
                    <a:pt x="226" y="40"/>
                  </a:lnTo>
                  <a:lnTo>
                    <a:pt x="173" y="39"/>
                  </a:lnTo>
                  <a:lnTo>
                    <a:pt x="122" y="38"/>
                  </a:lnTo>
                  <a:lnTo>
                    <a:pt x="122" y="38"/>
                  </a:lnTo>
                  <a:lnTo>
                    <a:pt x="70" y="36"/>
                  </a:lnTo>
                  <a:lnTo>
                    <a:pt x="17" y="35"/>
                  </a:lnTo>
                  <a:lnTo>
                    <a:pt x="17" y="35"/>
                  </a:lnTo>
                  <a:lnTo>
                    <a:pt x="13" y="35"/>
                  </a:lnTo>
                  <a:lnTo>
                    <a:pt x="10" y="34"/>
                  </a:lnTo>
                  <a:lnTo>
                    <a:pt x="7" y="32"/>
                  </a:lnTo>
                  <a:lnTo>
                    <a:pt x="4" y="30"/>
                  </a:lnTo>
                  <a:lnTo>
                    <a:pt x="3" y="26"/>
                  </a:lnTo>
                  <a:lnTo>
                    <a:pt x="1" y="23"/>
                  </a:lnTo>
                  <a:lnTo>
                    <a:pt x="0" y="17"/>
                  </a:lnTo>
                  <a:lnTo>
                    <a:pt x="0" y="17"/>
                  </a:lnTo>
                  <a:lnTo>
                    <a:pt x="1" y="11"/>
                  </a:lnTo>
                  <a:lnTo>
                    <a:pt x="3" y="8"/>
                  </a:lnTo>
                  <a:lnTo>
                    <a:pt x="4" y="5"/>
                  </a:lnTo>
                  <a:lnTo>
                    <a:pt x="7" y="3"/>
                  </a:lnTo>
                  <a:lnTo>
                    <a:pt x="10" y="1"/>
                  </a:lnTo>
                  <a:lnTo>
                    <a:pt x="13" y="0"/>
                  </a:lnTo>
                  <a:lnTo>
                    <a:pt x="17" y="0"/>
                  </a:lnTo>
                  <a:lnTo>
                    <a:pt x="17" y="0"/>
                  </a:lnTo>
                  <a:lnTo>
                    <a:pt x="70" y="0"/>
                  </a:lnTo>
                  <a:lnTo>
                    <a:pt x="122" y="2"/>
                  </a:lnTo>
                  <a:lnTo>
                    <a:pt x="122" y="2"/>
                  </a:lnTo>
                  <a:lnTo>
                    <a:pt x="173" y="3"/>
                  </a:lnTo>
                  <a:lnTo>
                    <a:pt x="226" y="4"/>
                  </a:lnTo>
                  <a:lnTo>
                    <a:pt x="226" y="4"/>
                  </a:lnTo>
                  <a:lnTo>
                    <a:pt x="230" y="5"/>
                  </a:lnTo>
                  <a:lnTo>
                    <a:pt x="233" y="6"/>
                  </a:lnTo>
                  <a:lnTo>
                    <a:pt x="236" y="7"/>
                  </a:lnTo>
                  <a:lnTo>
                    <a:pt x="239" y="10"/>
                  </a:lnTo>
                  <a:lnTo>
                    <a:pt x="240" y="12"/>
                  </a:lnTo>
                  <a:lnTo>
                    <a:pt x="242" y="15"/>
                  </a:lnTo>
                  <a:lnTo>
                    <a:pt x="243" y="22"/>
                  </a:lnTo>
                  <a:lnTo>
                    <a:pt x="243" y="22"/>
                  </a:lnTo>
                  <a:lnTo>
                    <a:pt x="242" y="29"/>
                  </a:lnTo>
                  <a:lnTo>
                    <a:pt x="240" y="32"/>
                  </a:lnTo>
                  <a:lnTo>
                    <a:pt x="239" y="35"/>
                  </a:lnTo>
                  <a:lnTo>
                    <a:pt x="236" y="37"/>
                  </a:lnTo>
                  <a:lnTo>
                    <a:pt x="233" y="39"/>
                  </a:lnTo>
                  <a:lnTo>
                    <a:pt x="230" y="40"/>
                  </a:lnTo>
                  <a:lnTo>
                    <a:pt x="226" y="40"/>
                  </a:lnTo>
                  <a:lnTo>
                    <a:pt x="226" y="4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6" name="Freeform 404"/>
            <p:cNvSpPr/>
            <p:nvPr/>
          </p:nvSpPr>
          <p:spPr bwMode="auto">
            <a:xfrm>
              <a:off x="4332288" y="3560763"/>
              <a:ext cx="77788" cy="19050"/>
            </a:xfrm>
            <a:custGeom>
              <a:avLst/>
              <a:gdLst/>
              <a:ahLst/>
              <a:cxnLst>
                <a:cxn ang="0">
                  <a:pos x="16" y="36"/>
                </a:cxn>
                <a:cxn ang="0">
                  <a:pos x="16" y="36"/>
                </a:cxn>
                <a:cxn ang="0">
                  <a:pos x="12" y="35"/>
                </a:cxn>
                <a:cxn ang="0">
                  <a:pos x="9" y="34"/>
                </a:cxn>
                <a:cxn ang="0">
                  <a:pos x="6" y="33"/>
                </a:cxn>
                <a:cxn ang="0">
                  <a:pos x="4" y="30"/>
                </a:cxn>
                <a:cxn ang="0">
                  <a:pos x="2" y="27"/>
                </a:cxn>
                <a:cxn ang="0">
                  <a:pos x="1" y="24"/>
                </a:cxn>
                <a:cxn ang="0">
                  <a:pos x="0" y="17"/>
                </a:cxn>
                <a:cxn ang="0">
                  <a:pos x="0" y="17"/>
                </a:cxn>
                <a:cxn ang="0">
                  <a:pos x="1" y="11"/>
                </a:cxn>
                <a:cxn ang="0">
                  <a:pos x="2" y="8"/>
                </a:cxn>
                <a:cxn ang="0">
                  <a:pos x="4" y="5"/>
                </a:cxn>
                <a:cxn ang="0">
                  <a:pos x="6" y="3"/>
                </a:cxn>
                <a:cxn ang="0">
                  <a:pos x="9" y="1"/>
                </a:cxn>
                <a:cxn ang="0">
                  <a:pos x="12" y="0"/>
                </a:cxn>
                <a:cxn ang="0">
                  <a:pos x="16" y="0"/>
                </a:cxn>
                <a:cxn ang="0">
                  <a:pos x="131" y="0"/>
                </a:cxn>
                <a:cxn ang="0">
                  <a:pos x="131" y="0"/>
                </a:cxn>
                <a:cxn ang="0">
                  <a:pos x="135" y="0"/>
                </a:cxn>
                <a:cxn ang="0">
                  <a:pos x="138" y="1"/>
                </a:cxn>
                <a:cxn ang="0">
                  <a:pos x="141" y="3"/>
                </a:cxn>
                <a:cxn ang="0">
                  <a:pos x="143" y="5"/>
                </a:cxn>
                <a:cxn ang="0">
                  <a:pos x="145" y="8"/>
                </a:cxn>
                <a:cxn ang="0">
                  <a:pos x="146" y="11"/>
                </a:cxn>
                <a:cxn ang="0">
                  <a:pos x="147" y="17"/>
                </a:cxn>
                <a:cxn ang="0">
                  <a:pos x="147" y="17"/>
                </a:cxn>
                <a:cxn ang="0">
                  <a:pos x="146" y="24"/>
                </a:cxn>
                <a:cxn ang="0">
                  <a:pos x="145" y="27"/>
                </a:cxn>
                <a:cxn ang="0">
                  <a:pos x="143" y="30"/>
                </a:cxn>
                <a:cxn ang="0">
                  <a:pos x="141" y="33"/>
                </a:cxn>
                <a:cxn ang="0">
                  <a:pos x="138" y="34"/>
                </a:cxn>
                <a:cxn ang="0">
                  <a:pos x="135" y="35"/>
                </a:cxn>
                <a:cxn ang="0">
                  <a:pos x="131" y="36"/>
                </a:cxn>
                <a:cxn ang="0">
                  <a:pos x="16" y="36"/>
                </a:cxn>
              </a:cxnLst>
              <a:rect l="0" t="0" r="r" b="b"/>
              <a:pathLst>
                <a:path w="147" h="36">
                  <a:moveTo>
                    <a:pt x="16" y="36"/>
                  </a:moveTo>
                  <a:lnTo>
                    <a:pt x="16" y="36"/>
                  </a:lnTo>
                  <a:lnTo>
                    <a:pt x="12" y="35"/>
                  </a:lnTo>
                  <a:lnTo>
                    <a:pt x="9" y="34"/>
                  </a:lnTo>
                  <a:lnTo>
                    <a:pt x="6" y="33"/>
                  </a:lnTo>
                  <a:lnTo>
                    <a:pt x="4" y="30"/>
                  </a:lnTo>
                  <a:lnTo>
                    <a:pt x="2" y="27"/>
                  </a:lnTo>
                  <a:lnTo>
                    <a:pt x="1" y="24"/>
                  </a:lnTo>
                  <a:lnTo>
                    <a:pt x="0" y="17"/>
                  </a:lnTo>
                  <a:lnTo>
                    <a:pt x="0" y="17"/>
                  </a:lnTo>
                  <a:lnTo>
                    <a:pt x="1" y="11"/>
                  </a:lnTo>
                  <a:lnTo>
                    <a:pt x="2" y="8"/>
                  </a:lnTo>
                  <a:lnTo>
                    <a:pt x="4" y="5"/>
                  </a:lnTo>
                  <a:lnTo>
                    <a:pt x="6" y="3"/>
                  </a:lnTo>
                  <a:lnTo>
                    <a:pt x="9" y="1"/>
                  </a:lnTo>
                  <a:lnTo>
                    <a:pt x="12" y="0"/>
                  </a:lnTo>
                  <a:lnTo>
                    <a:pt x="16" y="0"/>
                  </a:lnTo>
                  <a:lnTo>
                    <a:pt x="131" y="0"/>
                  </a:lnTo>
                  <a:lnTo>
                    <a:pt x="131" y="0"/>
                  </a:lnTo>
                  <a:lnTo>
                    <a:pt x="135" y="0"/>
                  </a:lnTo>
                  <a:lnTo>
                    <a:pt x="138" y="1"/>
                  </a:lnTo>
                  <a:lnTo>
                    <a:pt x="141" y="3"/>
                  </a:lnTo>
                  <a:lnTo>
                    <a:pt x="143" y="5"/>
                  </a:lnTo>
                  <a:lnTo>
                    <a:pt x="145" y="8"/>
                  </a:lnTo>
                  <a:lnTo>
                    <a:pt x="146" y="11"/>
                  </a:lnTo>
                  <a:lnTo>
                    <a:pt x="147" y="17"/>
                  </a:lnTo>
                  <a:lnTo>
                    <a:pt x="147" y="17"/>
                  </a:lnTo>
                  <a:lnTo>
                    <a:pt x="146" y="24"/>
                  </a:lnTo>
                  <a:lnTo>
                    <a:pt x="145" y="27"/>
                  </a:lnTo>
                  <a:lnTo>
                    <a:pt x="143" y="30"/>
                  </a:lnTo>
                  <a:lnTo>
                    <a:pt x="141" y="33"/>
                  </a:lnTo>
                  <a:lnTo>
                    <a:pt x="138" y="34"/>
                  </a:lnTo>
                  <a:lnTo>
                    <a:pt x="135" y="35"/>
                  </a:lnTo>
                  <a:lnTo>
                    <a:pt x="131" y="36"/>
                  </a:lnTo>
                  <a:lnTo>
                    <a:pt x="16"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7" name="Freeform 405"/>
            <p:cNvSpPr/>
            <p:nvPr/>
          </p:nvSpPr>
          <p:spPr bwMode="auto">
            <a:xfrm>
              <a:off x="4329113" y="3621088"/>
              <a:ext cx="66675" cy="20638"/>
            </a:xfrm>
            <a:custGeom>
              <a:avLst/>
              <a:gdLst/>
              <a:ahLst/>
              <a:cxnLst>
                <a:cxn ang="0">
                  <a:pos x="19" y="41"/>
                </a:cxn>
                <a:cxn ang="0">
                  <a:pos x="19" y="41"/>
                </a:cxn>
                <a:cxn ang="0">
                  <a:pos x="15" y="39"/>
                </a:cxn>
                <a:cxn ang="0">
                  <a:pos x="12" y="38"/>
                </a:cxn>
                <a:cxn ang="0">
                  <a:pos x="9" y="37"/>
                </a:cxn>
                <a:cxn ang="0">
                  <a:pos x="7" y="34"/>
                </a:cxn>
                <a:cxn ang="0">
                  <a:pos x="3" y="32"/>
                </a:cxn>
                <a:cxn ang="0">
                  <a:pos x="2" y="29"/>
                </a:cxn>
                <a:cxn ang="0">
                  <a:pos x="1" y="26"/>
                </a:cxn>
                <a:cxn ang="0">
                  <a:pos x="0" y="22"/>
                </a:cxn>
                <a:cxn ang="0">
                  <a:pos x="0" y="18"/>
                </a:cxn>
                <a:cxn ang="0">
                  <a:pos x="0" y="18"/>
                </a:cxn>
                <a:cxn ang="0">
                  <a:pos x="1" y="14"/>
                </a:cxn>
                <a:cxn ang="0">
                  <a:pos x="2" y="10"/>
                </a:cxn>
                <a:cxn ang="0">
                  <a:pos x="5" y="6"/>
                </a:cxn>
                <a:cxn ang="0">
                  <a:pos x="7" y="4"/>
                </a:cxn>
                <a:cxn ang="0">
                  <a:pos x="9" y="2"/>
                </a:cxn>
                <a:cxn ang="0">
                  <a:pos x="12" y="1"/>
                </a:cxn>
                <a:cxn ang="0">
                  <a:pos x="19" y="0"/>
                </a:cxn>
                <a:cxn ang="0">
                  <a:pos x="19" y="0"/>
                </a:cxn>
                <a:cxn ang="0">
                  <a:pos x="24" y="1"/>
                </a:cxn>
                <a:cxn ang="0">
                  <a:pos x="29" y="3"/>
                </a:cxn>
                <a:cxn ang="0">
                  <a:pos x="31" y="4"/>
                </a:cxn>
                <a:cxn ang="0">
                  <a:pos x="109" y="4"/>
                </a:cxn>
                <a:cxn ang="0">
                  <a:pos x="109" y="4"/>
                </a:cxn>
                <a:cxn ang="0">
                  <a:pos x="113" y="4"/>
                </a:cxn>
                <a:cxn ang="0">
                  <a:pos x="117" y="5"/>
                </a:cxn>
                <a:cxn ang="0">
                  <a:pos x="119" y="7"/>
                </a:cxn>
                <a:cxn ang="0">
                  <a:pos x="122" y="10"/>
                </a:cxn>
                <a:cxn ang="0">
                  <a:pos x="124" y="13"/>
                </a:cxn>
                <a:cxn ang="0">
                  <a:pos x="125" y="16"/>
                </a:cxn>
                <a:cxn ang="0">
                  <a:pos x="126" y="22"/>
                </a:cxn>
                <a:cxn ang="0">
                  <a:pos x="126" y="22"/>
                </a:cxn>
                <a:cxn ang="0">
                  <a:pos x="125" y="29"/>
                </a:cxn>
                <a:cxn ang="0">
                  <a:pos x="124" y="31"/>
                </a:cxn>
                <a:cxn ang="0">
                  <a:pos x="122" y="34"/>
                </a:cxn>
                <a:cxn ang="0">
                  <a:pos x="119" y="36"/>
                </a:cxn>
                <a:cxn ang="0">
                  <a:pos x="117" y="38"/>
                </a:cxn>
                <a:cxn ang="0">
                  <a:pos x="113" y="39"/>
                </a:cxn>
                <a:cxn ang="0">
                  <a:pos x="109" y="41"/>
                </a:cxn>
                <a:cxn ang="0">
                  <a:pos x="19" y="41"/>
                </a:cxn>
              </a:cxnLst>
              <a:rect l="0" t="0" r="r" b="b"/>
              <a:pathLst>
                <a:path w="126" h="41">
                  <a:moveTo>
                    <a:pt x="19" y="41"/>
                  </a:moveTo>
                  <a:lnTo>
                    <a:pt x="19" y="41"/>
                  </a:lnTo>
                  <a:lnTo>
                    <a:pt x="15" y="39"/>
                  </a:lnTo>
                  <a:lnTo>
                    <a:pt x="12" y="38"/>
                  </a:lnTo>
                  <a:lnTo>
                    <a:pt x="9" y="37"/>
                  </a:lnTo>
                  <a:lnTo>
                    <a:pt x="7" y="34"/>
                  </a:lnTo>
                  <a:lnTo>
                    <a:pt x="3" y="32"/>
                  </a:lnTo>
                  <a:lnTo>
                    <a:pt x="2" y="29"/>
                  </a:lnTo>
                  <a:lnTo>
                    <a:pt x="1" y="26"/>
                  </a:lnTo>
                  <a:lnTo>
                    <a:pt x="0" y="22"/>
                  </a:lnTo>
                  <a:lnTo>
                    <a:pt x="0" y="18"/>
                  </a:lnTo>
                  <a:lnTo>
                    <a:pt x="0" y="18"/>
                  </a:lnTo>
                  <a:lnTo>
                    <a:pt x="1" y="14"/>
                  </a:lnTo>
                  <a:lnTo>
                    <a:pt x="2" y="10"/>
                  </a:lnTo>
                  <a:lnTo>
                    <a:pt x="5" y="6"/>
                  </a:lnTo>
                  <a:lnTo>
                    <a:pt x="7" y="4"/>
                  </a:lnTo>
                  <a:lnTo>
                    <a:pt x="9" y="2"/>
                  </a:lnTo>
                  <a:lnTo>
                    <a:pt x="12" y="1"/>
                  </a:lnTo>
                  <a:lnTo>
                    <a:pt x="19" y="0"/>
                  </a:lnTo>
                  <a:lnTo>
                    <a:pt x="19" y="0"/>
                  </a:lnTo>
                  <a:lnTo>
                    <a:pt x="24" y="1"/>
                  </a:lnTo>
                  <a:lnTo>
                    <a:pt x="29" y="3"/>
                  </a:lnTo>
                  <a:lnTo>
                    <a:pt x="31" y="4"/>
                  </a:lnTo>
                  <a:lnTo>
                    <a:pt x="109" y="4"/>
                  </a:lnTo>
                  <a:lnTo>
                    <a:pt x="109" y="4"/>
                  </a:lnTo>
                  <a:lnTo>
                    <a:pt x="113" y="4"/>
                  </a:lnTo>
                  <a:lnTo>
                    <a:pt x="117" y="5"/>
                  </a:lnTo>
                  <a:lnTo>
                    <a:pt x="119" y="7"/>
                  </a:lnTo>
                  <a:lnTo>
                    <a:pt x="122" y="10"/>
                  </a:lnTo>
                  <a:lnTo>
                    <a:pt x="124" y="13"/>
                  </a:lnTo>
                  <a:lnTo>
                    <a:pt x="125" y="16"/>
                  </a:lnTo>
                  <a:lnTo>
                    <a:pt x="126" y="22"/>
                  </a:lnTo>
                  <a:lnTo>
                    <a:pt x="126" y="22"/>
                  </a:lnTo>
                  <a:lnTo>
                    <a:pt x="125" y="29"/>
                  </a:lnTo>
                  <a:lnTo>
                    <a:pt x="124" y="31"/>
                  </a:lnTo>
                  <a:lnTo>
                    <a:pt x="122" y="34"/>
                  </a:lnTo>
                  <a:lnTo>
                    <a:pt x="119" y="36"/>
                  </a:lnTo>
                  <a:lnTo>
                    <a:pt x="117" y="38"/>
                  </a:lnTo>
                  <a:lnTo>
                    <a:pt x="113" y="39"/>
                  </a:lnTo>
                  <a:lnTo>
                    <a:pt x="109" y="41"/>
                  </a:lnTo>
                  <a:lnTo>
                    <a:pt x="19" y="4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388" name="Freeform 407"/>
            <p:cNvSpPr/>
            <p:nvPr/>
          </p:nvSpPr>
          <p:spPr bwMode="auto">
            <a:xfrm>
              <a:off x="4535488" y="3187700"/>
              <a:ext cx="396875" cy="330200"/>
            </a:xfrm>
            <a:custGeom>
              <a:avLst/>
              <a:gdLst/>
              <a:ahLst/>
              <a:cxnLst>
                <a:cxn ang="0">
                  <a:pos x="12" y="623"/>
                </a:cxn>
                <a:cxn ang="0">
                  <a:pos x="2" y="616"/>
                </a:cxn>
                <a:cxn ang="0">
                  <a:pos x="0" y="610"/>
                </a:cxn>
                <a:cxn ang="0">
                  <a:pos x="1" y="602"/>
                </a:cxn>
                <a:cxn ang="0">
                  <a:pos x="16" y="580"/>
                </a:cxn>
                <a:cxn ang="0">
                  <a:pos x="37" y="561"/>
                </a:cxn>
                <a:cxn ang="0">
                  <a:pos x="58" y="541"/>
                </a:cxn>
                <a:cxn ang="0">
                  <a:pos x="137" y="452"/>
                </a:cxn>
                <a:cxn ang="0">
                  <a:pos x="181" y="404"/>
                </a:cxn>
                <a:cxn ang="0">
                  <a:pos x="252" y="340"/>
                </a:cxn>
                <a:cxn ang="0">
                  <a:pos x="328" y="280"/>
                </a:cxn>
                <a:cxn ang="0">
                  <a:pos x="479" y="173"/>
                </a:cxn>
                <a:cxn ang="0">
                  <a:pos x="552" y="122"/>
                </a:cxn>
                <a:cxn ang="0">
                  <a:pos x="606" y="80"/>
                </a:cxn>
                <a:cxn ang="0">
                  <a:pos x="636" y="59"/>
                </a:cxn>
                <a:cxn ang="0">
                  <a:pos x="657" y="45"/>
                </a:cxn>
                <a:cxn ang="0">
                  <a:pos x="692" y="23"/>
                </a:cxn>
                <a:cxn ang="0">
                  <a:pos x="697" y="21"/>
                </a:cxn>
                <a:cxn ang="0">
                  <a:pos x="722" y="6"/>
                </a:cxn>
                <a:cxn ang="0">
                  <a:pos x="727" y="2"/>
                </a:cxn>
                <a:cxn ang="0">
                  <a:pos x="733" y="0"/>
                </a:cxn>
                <a:cxn ang="0">
                  <a:pos x="748" y="7"/>
                </a:cxn>
                <a:cxn ang="0">
                  <a:pos x="752" y="16"/>
                </a:cxn>
                <a:cxn ang="0">
                  <a:pos x="748" y="32"/>
                </a:cxn>
                <a:cxn ang="0">
                  <a:pos x="736" y="41"/>
                </a:cxn>
                <a:cxn ang="0">
                  <a:pos x="694" y="67"/>
                </a:cxn>
                <a:cxn ang="0">
                  <a:pos x="668" y="82"/>
                </a:cxn>
                <a:cxn ang="0">
                  <a:pos x="639" y="101"/>
                </a:cxn>
                <a:cxn ang="0">
                  <a:pos x="593" y="139"/>
                </a:cxn>
                <a:cxn ang="0">
                  <a:pos x="539" y="176"/>
                </a:cxn>
                <a:cxn ang="0">
                  <a:pos x="472" y="218"/>
                </a:cxn>
                <a:cxn ang="0">
                  <a:pos x="392" y="275"/>
                </a:cxn>
                <a:cxn ang="0">
                  <a:pos x="358" y="305"/>
                </a:cxn>
                <a:cxn ang="0">
                  <a:pos x="296" y="354"/>
                </a:cxn>
                <a:cxn ang="0">
                  <a:pos x="209" y="427"/>
                </a:cxn>
                <a:cxn ang="0">
                  <a:pos x="183" y="454"/>
                </a:cxn>
                <a:cxn ang="0">
                  <a:pos x="140" y="502"/>
                </a:cxn>
                <a:cxn ang="0">
                  <a:pos x="100" y="550"/>
                </a:cxn>
                <a:cxn ang="0">
                  <a:pos x="65" y="586"/>
                </a:cxn>
                <a:cxn ang="0">
                  <a:pos x="56" y="592"/>
                </a:cxn>
                <a:cxn ang="0">
                  <a:pos x="40" y="604"/>
                </a:cxn>
                <a:cxn ang="0">
                  <a:pos x="33" y="616"/>
                </a:cxn>
                <a:cxn ang="0">
                  <a:pos x="17" y="623"/>
                </a:cxn>
              </a:cxnLst>
              <a:rect l="0" t="0" r="r" b="b"/>
              <a:pathLst>
                <a:path w="752" h="623">
                  <a:moveTo>
                    <a:pt x="17" y="623"/>
                  </a:moveTo>
                  <a:lnTo>
                    <a:pt x="17" y="623"/>
                  </a:lnTo>
                  <a:lnTo>
                    <a:pt x="12" y="623"/>
                  </a:lnTo>
                  <a:lnTo>
                    <a:pt x="8" y="621"/>
                  </a:lnTo>
                  <a:lnTo>
                    <a:pt x="4" y="619"/>
                  </a:lnTo>
                  <a:lnTo>
                    <a:pt x="2" y="616"/>
                  </a:lnTo>
                  <a:lnTo>
                    <a:pt x="2" y="616"/>
                  </a:lnTo>
                  <a:lnTo>
                    <a:pt x="0" y="613"/>
                  </a:lnTo>
                  <a:lnTo>
                    <a:pt x="0" y="610"/>
                  </a:lnTo>
                  <a:lnTo>
                    <a:pt x="0" y="606"/>
                  </a:lnTo>
                  <a:lnTo>
                    <a:pt x="1" y="602"/>
                  </a:lnTo>
                  <a:lnTo>
                    <a:pt x="1" y="602"/>
                  </a:lnTo>
                  <a:lnTo>
                    <a:pt x="4" y="596"/>
                  </a:lnTo>
                  <a:lnTo>
                    <a:pt x="8" y="590"/>
                  </a:lnTo>
                  <a:lnTo>
                    <a:pt x="16" y="580"/>
                  </a:lnTo>
                  <a:lnTo>
                    <a:pt x="26" y="570"/>
                  </a:lnTo>
                  <a:lnTo>
                    <a:pt x="37" y="561"/>
                  </a:lnTo>
                  <a:lnTo>
                    <a:pt x="37" y="561"/>
                  </a:lnTo>
                  <a:lnTo>
                    <a:pt x="47" y="552"/>
                  </a:lnTo>
                  <a:lnTo>
                    <a:pt x="58" y="541"/>
                  </a:lnTo>
                  <a:lnTo>
                    <a:pt x="58" y="541"/>
                  </a:lnTo>
                  <a:lnTo>
                    <a:pt x="78" y="520"/>
                  </a:lnTo>
                  <a:lnTo>
                    <a:pt x="98" y="498"/>
                  </a:lnTo>
                  <a:lnTo>
                    <a:pt x="137" y="452"/>
                  </a:lnTo>
                  <a:lnTo>
                    <a:pt x="137" y="452"/>
                  </a:lnTo>
                  <a:lnTo>
                    <a:pt x="158" y="428"/>
                  </a:lnTo>
                  <a:lnTo>
                    <a:pt x="181" y="404"/>
                  </a:lnTo>
                  <a:lnTo>
                    <a:pt x="203" y="381"/>
                  </a:lnTo>
                  <a:lnTo>
                    <a:pt x="228" y="361"/>
                  </a:lnTo>
                  <a:lnTo>
                    <a:pt x="252" y="340"/>
                  </a:lnTo>
                  <a:lnTo>
                    <a:pt x="278" y="319"/>
                  </a:lnTo>
                  <a:lnTo>
                    <a:pt x="328" y="280"/>
                  </a:lnTo>
                  <a:lnTo>
                    <a:pt x="328" y="280"/>
                  </a:lnTo>
                  <a:lnTo>
                    <a:pt x="378" y="243"/>
                  </a:lnTo>
                  <a:lnTo>
                    <a:pt x="428" y="207"/>
                  </a:lnTo>
                  <a:lnTo>
                    <a:pt x="479" y="173"/>
                  </a:lnTo>
                  <a:lnTo>
                    <a:pt x="527" y="141"/>
                  </a:lnTo>
                  <a:lnTo>
                    <a:pt x="527" y="141"/>
                  </a:lnTo>
                  <a:lnTo>
                    <a:pt x="552" y="122"/>
                  </a:lnTo>
                  <a:lnTo>
                    <a:pt x="577" y="102"/>
                  </a:lnTo>
                  <a:lnTo>
                    <a:pt x="577" y="102"/>
                  </a:lnTo>
                  <a:lnTo>
                    <a:pt x="606" y="80"/>
                  </a:lnTo>
                  <a:lnTo>
                    <a:pt x="621" y="69"/>
                  </a:lnTo>
                  <a:lnTo>
                    <a:pt x="636" y="59"/>
                  </a:lnTo>
                  <a:lnTo>
                    <a:pt x="636" y="59"/>
                  </a:lnTo>
                  <a:lnTo>
                    <a:pt x="646" y="52"/>
                  </a:lnTo>
                  <a:lnTo>
                    <a:pt x="657" y="45"/>
                  </a:lnTo>
                  <a:lnTo>
                    <a:pt x="657" y="45"/>
                  </a:lnTo>
                  <a:lnTo>
                    <a:pt x="674" y="32"/>
                  </a:lnTo>
                  <a:lnTo>
                    <a:pt x="683" y="27"/>
                  </a:lnTo>
                  <a:lnTo>
                    <a:pt x="692" y="23"/>
                  </a:lnTo>
                  <a:lnTo>
                    <a:pt x="692" y="23"/>
                  </a:lnTo>
                  <a:lnTo>
                    <a:pt x="697" y="21"/>
                  </a:lnTo>
                  <a:lnTo>
                    <a:pt x="697" y="21"/>
                  </a:lnTo>
                  <a:lnTo>
                    <a:pt x="710" y="15"/>
                  </a:lnTo>
                  <a:lnTo>
                    <a:pt x="717" y="10"/>
                  </a:lnTo>
                  <a:lnTo>
                    <a:pt x="722" y="6"/>
                  </a:lnTo>
                  <a:lnTo>
                    <a:pt x="722" y="6"/>
                  </a:lnTo>
                  <a:lnTo>
                    <a:pt x="725" y="3"/>
                  </a:lnTo>
                  <a:lnTo>
                    <a:pt x="727" y="2"/>
                  </a:lnTo>
                  <a:lnTo>
                    <a:pt x="730" y="0"/>
                  </a:lnTo>
                  <a:lnTo>
                    <a:pt x="733" y="0"/>
                  </a:lnTo>
                  <a:lnTo>
                    <a:pt x="733" y="0"/>
                  </a:lnTo>
                  <a:lnTo>
                    <a:pt x="738" y="1"/>
                  </a:lnTo>
                  <a:lnTo>
                    <a:pt x="743" y="3"/>
                  </a:lnTo>
                  <a:lnTo>
                    <a:pt x="748" y="7"/>
                  </a:lnTo>
                  <a:lnTo>
                    <a:pt x="751" y="13"/>
                  </a:lnTo>
                  <a:lnTo>
                    <a:pt x="751" y="13"/>
                  </a:lnTo>
                  <a:lnTo>
                    <a:pt x="752" y="16"/>
                  </a:lnTo>
                  <a:lnTo>
                    <a:pt x="752" y="21"/>
                  </a:lnTo>
                  <a:lnTo>
                    <a:pt x="751" y="26"/>
                  </a:lnTo>
                  <a:lnTo>
                    <a:pt x="748" y="32"/>
                  </a:lnTo>
                  <a:lnTo>
                    <a:pt x="748" y="32"/>
                  </a:lnTo>
                  <a:lnTo>
                    <a:pt x="741" y="37"/>
                  </a:lnTo>
                  <a:lnTo>
                    <a:pt x="736" y="41"/>
                  </a:lnTo>
                  <a:lnTo>
                    <a:pt x="723" y="51"/>
                  </a:lnTo>
                  <a:lnTo>
                    <a:pt x="708" y="59"/>
                  </a:lnTo>
                  <a:lnTo>
                    <a:pt x="694" y="67"/>
                  </a:lnTo>
                  <a:lnTo>
                    <a:pt x="694" y="67"/>
                  </a:lnTo>
                  <a:lnTo>
                    <a:pt x="680" y="75"/>
                  </a:lnTo>
                  <a:lnTo>
                    <a:pt x="668" y="82"/>
                  </a:lnTo>
                  <a:lnTo>
                    <a:pt x="668" y="82"/>
                  </a:lnTo>
                  <a:lnTo>
                    <a:pt x="654" y="91"/>
                  </a:lnTo>
                  <a:lnTo>
                    <a:pt x="639" y="101"/>
                  </a:lnTo>
                  <a:lnTo>
                    <a:pt x="612" y="122"/>
                  </a:lnTo>
                  <a:lnTo>
                    <a:pt x="612" y="122"/>
                  </a:lnTo>
                  <a:lnTo>
                    <a:pt x="593" y="139"/>
                  </a:lnTo>
                  <a:lnTo>
                    <a:pt x="573" y="153"/>
                  </a:lnTo>
                  <a:lnTo>
                    <a:pt x="573" y="153"/>
                  </a:lnTo>
                  <a:lnTo>
                    <a:pt x="539" y="176"/>
                  </a:lnTo>
                  <a:lnTo>
                    <a:pt x="505" y="196"/>
                  </a:lnTo>
                  <a:lnTo>
                    <a:pt x="505" y="196"/>
                  </a:lnTo>
                  <a:lnTo>
                    <a:pt x="472" y="218"/>
                  </a:lnTo>
                  <a:lnTo>
                    <a:pt x="439" y="239"/>
                  </a:lnTo>
                  <a:lnTo>
                    <a:pt x="408" y="263"/>
                  </a:lnTo>
                  <a:lnTo>
                    <a:pt x="392" y="275"/>
                  </a:lnTo>
                  <a:lnTo>
                    <a:pt x="378" y="287"/>
                  </a:lnTo>
                  <a:lnTo>
                    <a:pt x="378" y="287"/>
                  </a:lnTo>
                  <a:lnTo>
                    <a:pt x="358" y="305"/>
                  </a:lnTo>
                  <a:lnTo>
                    <a:pt x="338" y="322"/>
                  </a:lnTo>
                  <a:lnTo>
                    <a:pt x="296" y="354"/>
                  </a:lnTo>
                  <a:lnTo>
                    <a:pt x="296" y="354"/>
                  </a:lnTo>
                  <a:lnTo>
                    <a:pt x="267" y="377"/>
                  </a:lnTo>
                  <a:lnTo>
                    <a:pt x="238" y="401"/>
                  </a:lnTo>
                  <a:lnTo>
                    <a:pt x="209" y="427"/>
                  </a:lnTo>
                  <a:lnTo>
                    <a:pt x="196" y="440"/>
                  </a:lnTo>
                  <a:lnTo>
                    <a:pt x="183" y="454"/>
                  </a:lnTo>
                  <a:lnTo>
                    <a:pt x="183" y="454"/>
                  </a:lnTo>
                  <a:lnTo>
                    <a:pt x="161" y="478"/>
                  </a:lnTo>
                  <a:lnTo>
                    <a:pt x="140" y="502"/>
                  </a:lnTo>
                  <a:lnTo>
                    <a:pt x="140" y="502"/>
                  </a:lnTo>
                  <a:lnTo>
                    <a:pt x="104" y="545"/>
                  </a:lnTo>
                  <a:lnTo>
                    <a:pt x="100" y="550"/>
                  </a:lnTo>
                  <a:lnTo>
                    <a:pt x="100" y="550"/>
                  </a:lnTo>
                  <a:lnTo>
                    <a:pt x="82" y="568"/>
                  </a:lnTo>
                  <a:lnTo>
                    <a:pt x="74" y="578"/>
                  </a:lnTo>
                  <a:lnTo>
                    <a:pt x="65" y="586"/>
                  </a:lnTo>
                  <a:lnTo>
                    <a:pt x="65" y="586"/>
                  </a:lnTo>
                  <a:lnTo>
                    <a:pt x="56" y="592"/>
                  </a:lnTo>
                  <a:lnTo>
                    <a:pt x="56" y="592"/>
                  </a:lnTo>
                  <a:lnTo>
                    <a:pt x="50" y="596"/>
                  </a:lnTo>
                  <a:lnTo>
                    <a:pt x="44" y="600"/>
                  </a:lnTo>
                  <a:lnTo>
                    <a:pt x="40" y="604"/>
                  </a:lnTo>
                  <a:lnTo>
                    <a:pt x="36" y="611"/>
                  </a:lnTo>
                  <a:lnTo>
                    <a:pt x="36" y="611"/>
                  </a:lnTo>
                  <a:lnTo>
                    <a:pt x="33" y="616"/>
                  </a:lnTo>
                  <a:lnTo>
                    <a:pt x="29" y="620"/>
                  </a:lnTo>
                  <a:lnTo>
                    <a:pt x="24" y="622"/>
                  </a:lnTo>
                  <a:lnTo>
                    <a:pt x="17" y="623"/>
                  </a:lnTo>
                  <a:lnTo>
                    <a:pt x="17" y="62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Text"/>
          <p:cNvSpPr txBox="1"/>
          <p:nvPr/>
        </p:nvSpPr>
        <p:spPr>
          <a:xfrm>
            <a:off x="4448188" y="3424432"/>
            <a:ext cx="3295624" cy="553998"/>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cs typeface="+mn-ea"/>
                <a:sym typeface="+mn-lt"/>
              </a:rPr>
              <a:t>阶段工作计划</a:t>
            </a:r>
          </a:p>
        </p:txBody>
      </p:sp>
      <p:sp>
        <p:nvSpPr>
          <p:cNvPr id="5" name="Footer Text"/>
          <p:cNvSpPr txBox="1"/>
          <p:nvPr/>
        </p:nvSpPr>
        <p:spPr>
          <a:xfrm>
            <a:off x="5282280" y="2435218"/>
            <a:ext cx="1605218" cy="9233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0" dirty="0">
                <a:cs typeface="+mn-ea"/>
                <a:sym typeface="+mn-lt"/>
              </a:rPr>
              <a:t>0</a:t>
            </a:r>
            <a:r>
              <a:rPr lang="en-US" altLang="zh-CN" sz="6000" dirty="0">
                <a:cs typeface="+mn-ea"/>
                <a:sym typeface="+mn-lt"/>
              </a:rPr>
              <a:t>4</a:t>
            </a:r>
            <a:endParaRPr lang="en-US" sz="3200" dirty="0">
              <a:cs typeface="+mn-ea"/>
              <a:sym typeface="+mn-lt"/>
            </a:endParaRPr>
          </a:p>
        </p:txBody>
      </p:sp>
      <p:pic>
        <p:nvPicPr>
          <p:cNvPr id="7" name="Рисунок 3"/>
          <p:cNvPicPr>
            <a:picLocks noChangeAspect="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 uri="{28A0092B-C50C-407E-A947-70E740481C1C}">
                <a14:useLocalDpi xmlns:a14="http://schemas.microsoft.com/office/drawing/2010/main" val="0"/>
              </a:ext>
            </a:extLst>
          </a:blip>
          <a:stretch>
            <a:fillRect/>
          </a:stretch>
        </p:blipFill>
        <p:spPr>
          <a:xfrm>
            <a:off x="3232049" y="4227277"/>
            <a:ext cx="5727901" cy="12349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2"/>
          <a:srcRect/>
          <a:stretch>
            <a:fillRect/>
          </a:stretch>
        </p:blipFill>
        <p:spPr>
          <a:xfrm>
            <a:off x="4890172" y="2081317"/>
            <a:ext cx="488084" cy="246042"/>
          </a:xfrm>
          <a:custGeom>
            <a:avLst/>
            <a:gdLst>
              <a:gd name="connsiteX0" fmla="*/ 788805 w 1487553"/>
              <a:gd name="connsiteY0" fmla="*/ 178713 h 749873"/>
              <a:gd name="connsiteX1" fmla="*/ 747241 w 1487553"/>
              <a:gd name="connsiteY1" fmla="*/ 189104 h 749873"/>
              <a:gd name="connsiteX2" fmla="*/ 684896 w 1487553"/>
              <a:gd name="connsiteY2" fmla="*/ 199495 h 749873"/>
              <a:gd name="connsiteX3" fmla="*/ 497859 w 1487553"/>
              <a:gd name="connsiteY3" fmla="*/ 209886 h 749873"/>
              <a:gd name="connsiteX4" fmla="*/ 456296 w 1487553"/>
              <a:gd name="connsiteY4" fmla="*/ 220277 h 749873"/>
              <a:gd name="connsiteX5" fmla="*/ 352386 w 1487553"/>
              <a:gd name="connsiteY5" fmla="*/ 241059 h 749873"/>
              <a:gd name="connsiteX6" fmla="*/ 321214 w 1487553"/>
              <a:gd name="connsiteY6" fmla="*/ 261840 h 749873"/>
              <a:gd name="connsiteX7" fmla="*/ 206914 w 1487553"/>
              <a:gd name="connsiteY7" fmla="*/ 272231 h 749873"/>
              <a:gd name="connsiteX8" fmla="*/ 165350 w 1487553"/>
              <a:gd name="connsiteY8" fmla="*/ 480050 h 749873"/>
              <a:gd name="connsiteX9" fmla="*/ 196523 w 1487553"/>
              <a:gd name="connsiteY9" fmla="*/ 542395 h 749873"/>
              <a:gd name="connsiteX10" fmla="*/ 518641 w 1487553"/>
              <a:gd name="connsiteY10" fmla="*/ 552786 h 749873"/>
              <a:gd name="connsiteX11" fmla="*/ 632941 w 1487553"/>
              <a:gd name="connsiteY11" fmla="*/ 542395 h 749873"/>
              <a:gd name="connsiteX12" fmla="*/ 674505 w 1487553"/>
              <a:gd name="connsiteY12" fmla="*/ 521613 h 749873"/>
              <a:gd name="connsiteX13" fmla="*/ 705677 w 1487553"/>
              <a:gd name="connsiteY13" fmla="*/ 511222 h 749873"/>
              <a:gd name="connsiteX14" fmla="*/ 809586 w 1487553"/>
              <a:gd name="connsiteY14" fmla="*/ 500831 h 749873"/>
              <a:gd name="connsiteX15" fmla="*/ 851150 w 1487553"/>
              <a:gd name="connsiteY15" fmla="*/ 480050 h 749873"/>
              <a:gd name="connsiteX16" fmla="*/ 913496 w 1487553"/>
              <a:gd name="connsiteY16" fmla="*/ 459268 h 749873"/>
              <a:gd name="connsiteX17" fmla="*/ 986232 w 1487553"/>
              <a:gd name="connsiteY17" fmla="*/ 428095 h 749873"/>
              <a:gd name="connsiteX18" fmla="*/ 986232 w 1487553"/>
              <a:gd name="connsiteY18" fmla="*/ 199495 h 749873"/>
              <a:gd name="connsiteX19" fmla="*/ 788805 w 1487553"/>
              <a:gd name="connsiteY19" fmla="*/ 178713 h 749873"/>
              <a:gd name="connsiteX20" fmla="*/ 0 w 1487553"/>
              <a:gd name="connsiteY20" fmla="*/ 0 h 749873"/>
              <a:gd name="connsiteX21" fmla="*/ 1487553 w 1487553"/>
              <a:gd name="connsiteY21" fmla="*/ 0 h 749873"/>
              <a:gd name="connsiteX22" fmla="*/ 1487553 w 1487553"/>
              <a:gd name="connsiteY22" fmla="*/ 749873 h 749873"/>
              <a:gd name="connsiteX23" fmla="*/ 0 w 1487553"/>
              <a:gd name="connsiteY23" fmla="*/ 749873 h 74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7553" h="749873">
                <a:moveTo>
                  <a:pt x="788805" y="178713"/>
                </a:moveTo>
                <a:cubicBezTo>
                  <a:pt x="774537" y="178093"/>
                  <a:pt x="761245" y="186303"/>
                  <a:pt x="747241" y="189104"/>
                </a:cubicBezTo>
                <a:cubicBezTo>
                  <a:pt x="726582" y="193236"/>
                  <a:pt x="705678" y="196031"/>
                  <a:pt x="684896" y="199495"/>
                </a:cubicBezTo>
                <a:cubicBezTo>
                  <a:pt x="622550" y="202959"/>
                  <a:pt x="560044" y="204233"/>
                  <a:pt x="497859" y="209886"/>
                </a:cubicBezTo>
                <a:cubicBezTo>
                  <a:pt x="483637" y="211179"/>
                  <a:pt x="470150" y="216813"/>
                  <a:pt x="456296" y="220277"/>
                </a:cubicBezTo>
                <a:cubicBezTo>
                  <a:pt x="422028" y="228844"/>
                  <a:pt x="386147" y="230671"/>
                  <a:pt x="352386" y="241059"/>
                </a:cubicBezTo>
                <a:cubicBezTo>
                  <a:pt x="340450" y="244731"/>
                  <a:pt x="333425" y="259223"/>
                  <a:pt x="321214" y="261840"/>
                </a:cubicBezTo>
                <a:cubicBezTo>
                  <a:pt x="283806" y="269856"/>
                  <a:pt x="245014" y="268767"/>
                  <a:pt x="206914" y="272231"/>
                </a:cubicBezTo>
                <a:cubicBezTo>
                  <a:pt x="199987" y="306867"/>
                  <a:pt x="187156" y="316509"/>
                  <a:pt x="165350" y="480050"/>
                </a:cubicBezTo>
                <a:cubicBezTo>
                  <a:pt x="168658" y="489973"/>
                  <a:pt x="182245" y="539845"/>
                  <a:pt x="196523" y="542395"/>
                </a:cubicBezTo>
                <a:cubicBezTo>
                  <a:pt x="407027" y="579985"/>
                  <a:pt x="393229" y="577868"/>
                  <a:pt x="518641" y="552786"/>
                </a:cubicBezTo>
                <a:cubicBezTo>
                  <a:pt x="556741" y="549322"/>
                  <a:pt x="595427" y="549898"/>
                  <a:pt x="632941" y="542395"/>
                </a:cubicBezTo>
                <a:cubicBezTo>
                  <a:pt x="648130" y="539357"/>
                  <a:pt x="660267" y="527715"/>
                  <a:pt x="674505" y="521613"/>
                </a:cubicBezTo>
                <a:cubicBezTo>
                  <a:pt x="684572" y="517298"/>
                  <a:pt x="695286" y="514686"/>
                  <a:pt x="705677" y="511222"/>
                </a:cubicBezTo>
                <a:cubicBezTo>
                  <a:pt x="740313" y="507758"/>
                  <a:pt x="775550" y="508124"/>
                  <a:pt x="809586" y="500831"/>
                </a:cubicBezTo>
                <a:cubicBezTo>
                  <a:pt x="824732" y="497586"/>
                  <a:pt x="837295" y="486977"/>
                  <a:pt x="851150" y="480050"/>
                </a:cubicBezTo>
                <a:cubicBezTo>
                  <a:pt x="870744" y="470254"/>
                  <a:pt x="892514" y="465563"/>
                  <a:pt x="913496" y="459268"/>
                </a:cubicBezTo>
                <a:cubicBezTo>
                  <a:pt x="922129" y="456678"/>
                  <a:pt x="982569" y="447328"/>
                  <a:pt x="986232" y="428095"/>
                </a:cubicBezTo>
                <a:cubicBezTo>
                  <a:pt x="1015476" y="274563"/>
                  <a:pt x="1014425" y="284073"/>
                  <a:pt x="986232" y="199495"/>
                </a:cubicBezTo>
                <a:cubicBezTo>
                  <a:pt x="920423" y="192568"/>
                  <a:pt x="854915" y="181587"/>
                  <a:pt x="788805" y="178713"/>
                </a:cubicBezTo>
                <a:close/>
                <a:moveTo>
                  <a:pt x="0" y="0"/>
                </a:moveTo>
                <a:lnTo>
                  <a:pt x="1487553" y="0"/>
                </a:lnTo>
                <a:lnTo>
                  <a:pt x="1487553" y="749873"/>
                </a:lnTo>
                <a:lnTo>
                  <a:pt x="0" y="749873"/>
                </a:lnTo>
                <a:close/>
              </a:path>
            </a:pathLst>
          </a:custGeom>
        </p:spPr>
      </p:pic>
      <p:sp>
        <p:nvSpPr>
          <p:cNvPr id="5" name="Shape 295"/>
          <p:cNvSpPr txBox="1"/>
          <p:nvPr/>
        </p:nvSpPr>
        <p:spPr>
          <a:xfrm>
            <a:off x="4272193" y="1971759"/>
            <a:ext cx="634951" cy="407670"/>
          </a:xfrm>
          <a:prstGeom prst="rect">
            <a:avLst/>
          </a:prstGeom>
          <a:noFill/>
          <a:ln>
            <a:noFill/>
          </a:ln>
        </p:spPr>
        <p:txBody>
          <a:bodyPr lIns="22850" tIns="22850" rIns="22850" bIns="22850" anchor="t" anchorCtr="0">
            <a:noAutofit/>
          </a:bodyPr>
          <a:lstStyle/>
          <a:p>
            <a:pPr defTabSz="457200">
              <a:lnSpc>
                <a:spcPct val="120000"/>
              </a:lnSpc>
              <a:buClr>
                <a:srgbClr val="151314"/>
              </a:buClr>
              <a:buSzPct val="25000"/>
            </a:pPr>
            <a:r>
              <a:rPr lang="en-US" sz="2400" b="1" kern="0">
                <a:cs typeface="+mn-ea"/>
                <a:sym typeface="+mn-lt"/>
              </a:rPr>
              <a:t>01</a:t>
            </a:r>
          </a:p>
        </p:txBody>
      </p:sp>
      <p:sp>
        <p:nvSpPr>
          <p:cNvPr id="6" name="Shape 296"/>
          <p:cNvSpPr txBox="1"/>
          <p:nvPr/>
        </p:nvSpPr>
        <p:spPr>
          <a:xfrm>
            <a:off x="4272193" y="3314149"/>
            <a:ext cx="634951" cy="407671"/>
          </a:xfrm>
          <a:prstGeom prst="rect">
            <a:avLst/>
          </a:prstGeom>
          <a:noFill/>
          <a:ln>
            <a:noFill/>
          </a:ln>
        </p:spPr>
        <p:txBody>
          <a:bodyPr lIns="22850" tIns="22850" rIns="22850" bIns="22850" anchor="t" anchorCtr="0">
            <a:noAutofit/>
          </a:bodyPr>
          <a:lstStyle/>
          <a:p>
            <a:pPr defTabSz="457200">
              <a:lnSpc>
                <a:spcPct val="120000"/>
              </a:lnSpc>
              <a:buClr>
                <a:srgbClr val="151314"/>
              </a:buClr>
              <a:buSzPct val="25000"/>
            </a:pPr>
            <a:r>
              <a:rPr lang="en-US" sz="2400" b="1" kern="0">
                <a:cs typeface="+mn-ea"/>
                <a:sym typeface="+mn-lt"/>
              </a:rPr>
              <a:t>02</a:t>
            </a:r>
          </a:p>
        </p:txBody>
      </p:sp>
      <p:sp>
        <p:nvSpPr>
          <p:cNvPr id="7" name="Shape 297"/>
          <p:cNvSpPr txBox="1"/>
          <p:nvPr/>
        </p:nvSpPr>
        <p:spPr>
          <a:xfrm>
            <a:off x="4272193" y="4593039"/>
            <a:ext cx="634951" cy="407671"/>
          </a:xfrm>
          <a:prstGeom prst="rect">
            <a:avLst/>
          </a:prstGeom>
          <a:noFill/>
          <a:ln>
            <a:noFill/>
          </a:ln>
        </p:spPr>
        <p:txBody>
          <a:bodyPr lIns="22850" tIns="22850" rIns="22850" bIns="22850" anchor="t" anchorCtr="0">
            <a:noAutofit/>
          </a:bodyPr>
          <a:lstStyle/>
          <a:p>
            <a:pPr defTabSz="457200">
              <a:lnSpc>
                <a:spcPct val="120000"/>
              </a:lnSpc>
              <a:buClr>
                <a:srgbClr val="151314"/>
              </a:buClr>
              <a:buSzPct val="25000"/>
            </a:pPr>
            <a:r>
              <a:rPr lang="en-US" sz="2400" b="1" kern="0">
                <a:cs typeface="+mn-ea"/>
                <a:sym typeface="+mn-lt"/>
              </a:rPr>
              <a:t>03</a:t>
            </a:r>
          </a:p>
        </p:txBody>
      </p:sp>
      <p:sp>
        <p:nvSpPr>
          <p:cNvPr id="8" name="TextBox 82"/>
          <p:cNvSpPr txBox="1"/>
          <p:nvPr/>
        </p:nvSpPr>
        <p:spPr>
          <a:xfrm>
            <a:off x="5531897" y="1971759"/>
            <a:ext cx="1620957" cy="338554"/>
          </a:xfrm>
          <a:prstGeom prst="rect">
            <a:avLst/>
          </a:prstGeom>
          <a:noFill/>
        </p:spPr>
        <p:txBody>
          <a:bodyPr wrap="none" rtlCol="0">
            <a:spAutoFit/>
          </a:bodyPr>
          <a:lstStyle/>
          <a:p>
            <a:r>
              <a:rPr lang="zh-CN" altLang="en-US" sz="1600" b="1" dirty="0">
                <a:cs typeface="+mn-ea"/>
                <a:sym typeface="+mn-lt"/>
              </a:rPr>
              <a:t>输入您的小标题</a:t>
            </a:r>
            <a:endParaRPr lang="es-ES_tradnl" altLang="zh-CN" sz="1600" b="1" dirty="0">
              <a:cs typeface="+mn-ea"/>
              <a:sym typeface="+mn-lt"/>
            </a:endParaRPr>
          </a:p>
        </p:txBody>
      </p:sp>
      <p:sp>
        <p:nvSpPr>
          <p:cNvPr id="9" name="TextBox 90"/>
          <p:cNvSpPr txBox="1"/>
          <p:nvPr/>
        </p:nvSpPr>
        <p:spPr>
          <a:xfrm>
            <a:off x="5531897" y="2327359"/>
            <a:ext cx="6017495" cy="825995"/>
          </a:xfrm>
          <a:prstGeom prst="rect">
            <a:avLst/>
          </a:prstGeom>
          <a:noFill/>
        </p:spPr>
        <p:txBody>
          <a:bodyPr wrap="square" rtlCol="0">
            <a:spAutoFit/>
          </a:bodyPr>
          <a:lstStyle/>
          <a:p>
            <a:pPr>
              <a:lnSpc>
                <a:spcPct val="150000"/>
              </a:lnSpc>
            </a:pPr>
            <a:r>
              <a:rPr lang="id-ID" sz="1100" dirty="0">
                <a:cs typeface="+mn-ea"/>
                <a:sym typeface="+mn-lt"/>
              </a:rPr>
              <a:t>For every 6 emails received, we get 3 Phone calls. Suitable for all categories business and personal presentation</a:t>
            </a:r>
            <a:r>
              <a:rPr lang="id-ID" sz="1100" b="1" dirty="0">
                <a:cs typeface="+mn-ea"/>
                <a:sym typeface="+mn-lt"/>
              </a:rPr>
              <a:t>, </a:t>
            </a:r>
            <a:r>
              <a:rPr lang="id-ID" sz="1100" dirty="0">
                <a:cs typeface="+mn-ea"/>
                <a:sym typeface="+mn-lt"/>
              </a:rPr>
              <a:t>Suitable for all categories business and personal presentation</a:t>
            </a:r>
            <a:r>
              <a:rPr lang="id-ID" sz="1100" b="1" dirty="0">
                <a:cs typeface="+mn-ea"/>
                <a:sym typeface="+mn-lt"/>
              </a:rPr>
              <a:t>,</a:t>
            </a:r>
            <a:r>
              <a:rPr lang="id-ID" sz="1100" dirty="0">
                <a:cs typeface="+mn-ea"/>
                <a:sym typeface="+mn-lt"/>
              </a:rPr>
              <a:t> eaque ipsa quae ab illo inventore veritatis et quasi</a:t>
            </a:r>
          </a:p>
        </p:txBody>
      </p:sp>
      <p:sp>
        <p:nvSpPr>
          <p:cNvPr id="10" name="TextBox 82"/>
          <p:cNvSpPr txBox="1"/>
          <p:nvPr/>
        </p:nvSpPr>
        <p:spPr>
          <a:xfrm>
            <a:off x="5542095" y="3318408"/>
            <a:ext cx="1620957" cy="338554"/>
          </a:xfrm>
          <a:prstGeom prst="rect">
            <a:avLst/>
          </a:prstGeom>
          <a:noFill/>
        </p:spPr>
        <p:txBody>
          <a:bodyPr wrap="none" rtlCol="0">
            <a:spAutoFit/>
          </a:bodyPr>
          <a:lstStyle/>
          <a:p>
            <a:r>
              <a:rPr lang="zh-CN" altLang="en-US" sz="1600" b="1" dirty="0">
                <a:cs typeface="+mn-ea"/>
                <a:sym typeface="+mn-lt"/>
              </a:rPr>
              <a:t>输入您的小标题</a:t>
            </a:r>
            <a:endParaRPr lang="es-ES_tradnl" altLang="zh-CN" sz="1600" b="1" dirty="0">
              <a:cs typeface="+mn-ea"/>
              <a:sym typeface="+mn-lt"/>
            </a:endParaRPr>
          </a:p>
        </p:txBody>
      </p:sp>
      <p:sp>
        <p:nvSpPr>
          <p:cNvPr id="11" name="TextBox 90"/>
          <p:cNvSpPr txBox="1"/>
          <p:nvPr/>
        </p:nvSpPr>
        <p:spPr>
          <a:xfrm>
            <a:off x="5542095" y="3674008"/>
            <a:ext cx="6017495" cy="825995"/>
          </a:xfrm>
          <a:prstGeom prst="rect">
            <a:avLst/>
          </a:prstGeom>
          <a:noFill/>
        </p:spPr>
        <p:txBody>
          <a:bodyPr wrap="square" rtlCol="0">
            <a:spAutoFit/>
          </a:bodyPr>
          <a:lstStyle/>
          <a:p>
            <a:pPr>
              <a:lnSpc>
                <a:spcPct val="150000"/>
              </a:lnSpc>
            </a:pPr>
            <a:r>
              <a:rPr lang="id-ID" sz="1100" dirty="0">
                <a:cs typeface="+mn-ea"/>
                <a:sym typeface="+mn-lt"/>
              </a:rPr>
              <a:t>For every 6 emails received, we get 3 Phone calls. Suitable for all categories business and personal presentation</a:t>
            </a:r>
            <a:r>
              <a:rPr lang="id-ID" sz="1100" b="1" dirty="0">
                <a:cs typeface="+mn-ea"/>
                <a:sym typeface="+mn-lt"/>
              </a:rPr>
              <a:t>, </a:t>
            </a:r>
            <a:r>
              <a:rPr lang="id-ID" sz="1100" dirty="0">
                <a:cs typeface="+mn-ea"/>
                <a:sym typeface="+mn-lt"/>
              </a:rPr>
              <a:t>Suitable for all categories business and personal presentation</a:t>
            </a:r>
            <a:r>
              <a:rPr lang="id-ID" sz="1100" b="1" dirty="0">
                <a:cs typeface="+mn-ea"/>
                <a:sym typeface="+mn-lt"/>
              </a:rPr>
              <a:t>,</a:t>
            </a:r>
            <a:r>
              <a:rPr lang="id-ID" sz="1100" dirty="0">
                <a:cs typeface="+mn-ea"/>
                <a:sym typeface="+mn-lt"/>
              </a:rPr>
              <a:t> eaque ipsa quae ab illo inventore veritatis et quasi</a:t>
            </a:r>
          </a:p>
        </p:txBody>
      </p:sp>
      <p:sp>
        <p:nvSpPr>
          <p:cNvPr id="12" name="TextBox 82"/>
          <p:cNvSpPr txBox="1"/>
          <p:nvPr/>
        </p:nvSpPr>
        <p:spPr>
          <a:xfrm>
            <a:off x="5542095" y="4645110"/>
            <a:ext cx="1620957" cy="338554"/>
          </a:xfrm>
          <a:prstGeom prst="rect">
            <a:avLst/>
          </a:prstGeom>
          <a:noFill/>
        </p:spPr>
        <p:txBody>
          <a:bodyPr wrap="none" rtlCol="0">
            <a:spAutoFit/>
          </a:bodyPr>
          <a:lstStyle/>
          <a:p>
            <a:r>
              <a:rPr lang="zh-CN" altLang="en-US" sz="1600" b="1" dirty="0">
                <a:cs typeface="+mn-ea"/>
                <a:sym typeface="+mn-lt"/>
              </a:rPr>
              <a:t>输入您的小标题</a:t>
            </a:r>
            <a:endParaRPr lang="es-ES_tradnl" altLang="zh-CN" sz="1600" b="1" dirty="0">
              <a:cs typeface="+mn-ea"/>
              <a:sym typeface="+mn-lt"/>
            </a:endParaRPr>
          </a:p>
        </p:txBody>
      </p:sp>
      <p:sp>
        <p:nvSpPr>
          <p:cNvPr id="13" name="TextBox 90"/>
          <p:cNvSpPr txBox="1"/>
          <p:nvPr/>
        </p:nvSpPr>
        <p:spPr>
          <a:xfrm>
            <a:off x="5542095" y="5000710"/>
            <a:ext cx="6017495" cy="825995"/>
          </a:xfrm>
          <a:prstGeom prst="rect">
            <a:avLst/>
          </a:prstGeom>
          <a:noFill/>
        </p:spPr>
        <p:txBody>
          <a:bodyPr wrap="square" rtlCol="0">
            <a:spAutoFit/>
          </a:bodyPr>
          <a:lstStyle/>
          <a:p>
            <a:pPr>
              <a:lnSpc>
                <a:spcPct val="150000"/>
              </a:lnSpc>
            </a:pPr>
            <a:r>
              <a:rPr lang="id-ID" sz="1100" dirty="0">
                <a:cs typeface="+mn-ea"/>
                <a:sym typeface="+mn-lt"/>
              </a:rPr>
              <a:t>For every 6 emails received, we get 3 Phone calls. Suitable for all categories business and personal presentation</a:t>
            </a:r>
            <a:r>
              <a:rPr lang="id-ID" sz="1100" b="1" dirty="0">
                <a:cs typeface="+mn-ea"/>
                <a:sym typeface="+mn-lt"/>
              </a:rPr>
              <a:t>, </a:t>
            </a:r>
            <a:r>
              <a:rPr lang="id-ID" sz="1100" dirty="0">
                <a:cs typeface="+mn-ea"/>
                <a:sym typeface="+mn-lt"/>
              </a:rPr>
              <a:t>Suitable for all categories business and personal presentation</a:t>
            </a:r>
            <a:r>
              <a:rPr lang="id-ID" sz="1100" b="1" dirty="0">
                <a:cs typeface="+mn-ea"/>
                <a:sym typeface="+mn-lt"/>
              </a:rPr>
              <a:t>,</a:t>
            </a:r>
            <a:r>
              <a:rPr lang="id-ID" sz="1100" dirty="0">
                <a:cs typeface="+mn-ea"/>
                <a:sym typeface="+mn-lt"/>
              </a:rPr>
              <a:t> eaque ipsa quae ab illo inventore veritatis et quasi</a:t>
            </a:r>
          </a:p>
        </p:txBody>
      </p:sp>
      <p:pic>
        <p:nvPicPr>
          <p:cNvPr id="18" name="图片 17"/>
          <p:cNvPicPr>
            <a:picLocks noChangeAspect="1"/>
          </p:cNvPicPr>
          <p:nvPr/>
        </p:nvPicPr>
        <p:blipFill>
          <a:blip r:embed="rId2"/>
          <a:srcRect/>
          <a:stretch>
            <a:fillRect/>
          </a:stretch>
        </p:blipFill>
        <p:spPr>
          <a:xfrm>
            <a:off x="4890172" y="3427966"/>
            <a:ext cx="488084" cy="246042"/>
          </a:xfrm>
          <a:custGeom>
            <a:avLst/>
            <a:gdLst>
              <a:gd name="connsiteX0" fmla="*/ 788805 w 1487553"/>
              <a:gd name="connsiteY0" fmla="*/ 178713 h 749873"/>
              <a:gd name="connsiteX1" fmla="*/ 747241 w 1487553"/>
              <a:gd name="connsiteY1" fmla="*/ 189104 h 749873"/>
              <a:gd name="connsiteX2" fmla="*/ 684896 w 1487553"/>
              <a:gd name="connsiteY2" fmla="*/ 199495 h 749873"/>
              <a:gd name="connsiteX3" fmla="*/ 497859 w 1487553"/>
              <a:gd name="connsiteY3" fmla="*/ 209886 h 749873"/>
              <a:gd name="connsiteX4" fmla="*/ 456296 w 1487553"/>
              <a:gd name="connsiteY4" fmla="*/ 220277 h 749873"/>
              <a:gd name="connsiteX5" fmla="*/ 352386 w 1487553"/>
              <a:gd name="connsiteY5" fmla="*/ 241059 h 749873"/>
              <a:gd name="connsiteX6" fmla="*/ 321214 w 1487553"/>
              <a:gd name="connsiteY6" fmla="*/ 261840 h 749873"/>
              <a:gd name="connsiteX7" fmla="*/ 206914 w 1487553"/>
              <a:gd name="connsiteY7" fmla="*/ 272231 h 749873"/>
              <a:gd name="connsiteX8" fmla="*/ 165350 w 1487553"/>
              <a:gd name="connsiteY8" fmla="*/ 480050 h 749873"/>
              <a:gd name="connsiteX9" fmla="*/ 196523 w 1487553"/>
              <a:gd name="connsiteY9" fmla="*/ 542395 h 749873"/>
              <a:gd name="connsiteX10" fmla="*/ 518641 w 1487553"/>
              <a:gd name="connsiteY10" fmla="*/ 552786 h 749873"/>
              <a:gd name="connsiteX11" fmla="*/ 632941 w 1487553"/>
              <a:gd name="connsiteY11" fmla="*/ 542395 h 749873"/>
              <a:gd name="connsiteX12" fmla="*/ 674505 w 1487553"/>
              <a:gd name="connsiteY12" fmla="*/ 521613 h 749873"/>
              <a:gd name="connsiteX13" fmla="*/ 705677 w 1487553"/>
              <a:gd name="connsiteY13" fmla="*/ 511222 h 749873"/>
              <a:gd name="connsiteX14" fmla="*/ 809586 w 1487553"/>
              <a:gd name="connsiteY14" fmla="*/ 500831 h 749873"/>
              <a:gd name="connsiteX15" fmla="*/ 851150 w 1487553"/>
              <a:gd name="connsiteY15" fmla="*/ 480050 h 749873"/>
              <a:gd name="connsiteX16" fmla="*/ 913496 w 1487553"/>
              <a:gd name="connsiteY16" fmla="*/ 459268 h 749873"/>
              <a:gd name="connsiteX17" fmla="*/ 986232 w 1487553"/>
              <a:gd name="connsiteY17" fmla="*/ 428095 h 749873"/>
              <a:gd name="connsiteX18" fmla="*/ 986232 w 1487553"/>
              <a:gd name="connsiteY18" fmla="*/ 199495 h 749873"/>
              <a:gd name="connsiteX19" fmla="*/ 788805 w 1487553"/>
              <a:gd name="connsiteY19" fmla="*/ 178713 h 749873"/>
              <a:gd name="connsiteX20" fmla="*/ 0 w 1487553"/>
              <a:gd name="connsiteY20" fmla="*/ 0 h 749873"/>
              <a:gd name="connsiteX21" fmla="*/ 1487553 w 1487553"/>
              <a:gd name="connsiteY21" fmla="*/ 0 h 749873"/>
              <a:gd name="connsiteX22" fmla="*/ 1487553 w 1487553"/>
              <a:gd name="connsiteY22" fmla="*/ 749873 h 749873"/>
              <a:gd name="connsiteX23" fmla="*/ 0 w 1487553"/>
              <a:gd name="connsiteY23" fmla="*/ 749873 h 74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7553" h="749873">
                <a:moveTo>
                  <a:pt x="788805" y="178713"/>
                </a:moveTo>
                <a:cubicBezTo>
                  <a:pt x="774537" y="178093"/>
                  <a:pt x="761245" y="186303"/>
                  <a:pt x="747241" y="189104"/>
                </a:cubicBezTo>
                <a:cubicBezTo>
                  <a:pt x="726582" y="193236"/>
                  <a:pt x="705678" y="196031"/>
                  <a:pt x="684896" y="199495"/>
                </a:cubicBezTo>
                <a:cubicBezTo>
                  <a:pt x="622550" y="202959"/>
                  <a:pt x="560044" y="204233"/>
                  <a:pt x="497859" y="209886"/>
                </a:cubicBezTo>
                <a:cubicBezTo>
                  <a:pt x="483637" y="211179"/>
                  <a:pt x="470150" y="216813"/>
                  <a:pt x="456296" y="220277"/>
                </a:cubicBezTo>
                <a:cubicBezTo>
                  <a:pt x="422028" y="228844"/>
                  <a:pt x="386147" y="230671"/>
                  <a:pt x="352386" y="241059"/>
                </a:cubicBezTo>
                <a:cubicBezTo>
                  <a:pt x="340450" y="244731"/>
                  <a:pt x="333425" y="259223"/>
                  <a:pt x="321214" y="261840"/>
                </a:cubicBezTo>
                <a:cubicBezTo>
                  <a:pt x="283806" y="269856"/>
                  <a:pt x="245014" y="268767"/>
                  <a:pt x="206914" y="272231"/>
                </a:cubicBezTo>
                <a:cubicBezTo>
                  <a:pt x="199987" y="306867"/>
                  <a:pt x="187156" y="316509"/>
                  <a:pt x="165350" y="480050"/>
                </a:cubicBezTo>
                <a:cubicBezTo>
                  <a:pt x="168658" y="489973"/>
                  <a:pt x="182245" y="539845"/>
                  <a:pt x="196523" y="542395"/>
                </a:cubicBezTo>
                <a:cubicBezTo>
                  <a:pt x="407027" y="579985"/>
                  <a:pt x="393229" y="577868"/>
                  <a:pt x="518641" y="552786"/>
                </a:cubicBezTo>
                <a:cubicBezTo>
                  <a:pt x="556741" y="549322"/>
                  <a:pt x="595427" y="549898"/>
                  <a:pt x="632941" y="542395"/>
                </a:cubicBezTo>
                <a:cubicBezTo>
                  <a:pt x="648130" y="539357"/>
                  <a:pt x="660267" y="527715"/>
                  <a:pt x="674505" y="521613"/>
                </a:cubicBezTo>
                <a:cubicBezTo>
                  <a:pt x="684572" y="517298"/>
                  <a:pt x="695286" y="514686"/>
                  <a:pt x="705677" y="511222"/>
                </a:cubicBezTo>
                <a:cubicBezTo>
                  <a:pt x="740313" y="507758"/>
                  <a:pt x="775550" y="508124"/>
                  <a:pt x="809586" y="500831"/>
                </a:cubicBezTo>
                <a:cubicBezTo>
                  <a:pt x="824732" y="497586"/>
                  <a:pt x="837295" y="486977"/>
                  <a:pt x="851150" y="480050"/>
                </a:cubicBezTo>
                <a:cubicBezTo>
                  <a:pt x="870744" y="470254"/>
                  <a:pt x="892514" y="465563"/>
                  <a:pt x="913496" y="459268"/>
                </a:cubicBezTo>
                <a:cubicBezTo>
                  <a:pt x="922129" y="456678"/>
                  <a:pt x="982569" y="447328"/>
                  <a:pt x="986232" y="428095"/>
                </a:cubicBezTo>
                <a:cubicBezTo>
                  <a:pt x="1015476" y="274563"/>
                  <a:pt x="1014425" y="284073"/>
                  <a:pt x="986232" y="199495"/>
                </a:cubicBezTo>
                <a:cubicBezTo>
                  <a:pt x="920423" y="192568"/>
                  <a:pt x="854915" y="181587"/>
                  <a:pt x="788805" y="178713"/>
                </a:cubicBezTo>
                <a:close/>
                <a:moveTo>
                  <a:pt x="0" y="0"/>
                </a:moveTo>
                <a:lnTo>
                  <a:pt x="1487553" y="0"/>
                </a:lnTo>
                <a:lnTo>
                  <a:pt x="1487553" y="749873"/>
                </a:lnTo>
                <a:lnTo>
                  <a:pt x="0" y="749873"/>
                </a:lnTo>
                <a:close/>
              </a:path>
            </a:pathLst>
          </a:custGeom>
        </p:spPr>
      </p:pic>
      <p:pic>
        <p:nvPicPr>
          <p:cNvPr id="19" name="图片 18"/>
          <p:cNvPicPr>
            <a:picLocks noChangeAspect="1"/>
          </p:cNvPicPr>
          <p:nvPr/>
        </p:nvPicPr>
        <p:blipFill>
          <a:blip r:embed="rId2"/>
          <a:srcRect/>
          <a:stretch>
            <a:fillRect/>
          </a:stretch>
        </p:blipFill>
        <p:spPr>
          <a:xfrm>
            <a:off x="4890172" y="4720700"/>
            <a:ext cx="488084" cy="246042"/>
          </a:xfrm>
          <a:custGeom>
            <a:avLst/>
            <a:gdLst>
              <a:gd name="connsiteX0" fmla="*/ 788805 w 1487553"/>
              <a:gd name="connsiteY0" fmla="*/ 178713 h 749873"/>
              <a:gd name="connsiteX1" fmla="*/ 747241 w 1487553"/>
              <a:gd name="connsiteY1" fmla="*/ 189104 h 749873"/>
              <a:gd name="connsiteX2" fmla="*/ 684896 w 1487553"/>
              <a:gd name="connsiteY2" fmla="*/ 199495 h 749873"/>
              <a:gd name="connsiteX3" fmla="*/ 497859 w 1487553"/>
              <a:gd name="connsiteY3" fmla="*/ 209886 h 749873"/>
              <a:gd name="connsiteX4" fmla="*/ 456296 w 1487553"/>
              <a:gd name="connsiteY4" fmla="*/ 220277 h 749873"/>
              <a:gd name="connsiteX5" fmla="*/ 352386 w 1487553"/>
              <a:gd name="connsiteY5" fmla="*/ 241059 h 749873"/>
              <a:gd name="connsiteX6" fmla="*/ 321214 w 1487553"/>
              <a:gd name="connsiteY6" fmla="*/ 261840 h 749873"/>
              <a:gd name="connsiteX7" fmla="*/ 206914 w 1487553"/>
              <a:gd name="connsiteY7" fmla="*/ 272231 h 749873"/>
              <a:gd name="connsiteX8" fmla="*/ 165350 w 1487553"/>
              <a:gd name="connsiteY8" fmla="*/ 480050 h 749873"/>
              <a:gd name="connsiteX9" fmla="*/ 196523 w 1487553"/>
              <a:gd name="connsiteY9" fmla="*/ 542395 h 749873"/>
              <a:gd name="connsiteX10" fmla="*/ 518641 w 1487553"/>
              <a:gd name="connsiteY10" fmla="*/ 552786 h 749873"/>
              <a:gd name="connsiteX11" fmla="*/ 632941 w 1487553"/>
              <a:gd name="connsiteY11" fmla="*/ 542395 h 749873"/>
              <a:gd name="connsiteX12" fmla="*/ 674505 w 1487553"/>
              <a:gd name="connsiteY12" fmla="*/ 521613 h 749873"/>
              <a:gd name="connsiteX13" fmla="*/ 705677 w 1487553"/>
              <a:gd name="connsiteY13" fmla="*/ 511222 h 749873"/>
              <a:gd name="connsiteX14" fmla="*/ 809586 w 1487553"/>
              <a:gd name="connsiteY14" fmla="*/ 500831 h 749873"/>
              <a:gd name="connsiteX15" fmla="*/ 851150 w 1487553"/>
              <a:gd name="connsiteY15" fmla="*/ 480050 h 749873"/>
              <a:gd name="connsiteX16" fmla="*/ 913496 w 1487553"/>
              <a:gd name="connsiteY16" fmla="*/ 459268 h 749873"/>
              <a:gd name="connsiteX17" fmla="*/ 986232 w 1487553"/>
              <a:gd name="connsiteY17" fmla="*/ 428095 h 749873"/>
              <a:gd name="connsiteX18" fmla="*/ 986232 w 1487553"/>
              <a:gd name="connsiteY18" fmla="*/ 199495 h 749873"/>
              <a:gd name="connsiteX19" fmla="*/ 788805 w 1487553"/>
              <a:gd name="connsiteY19" fmla="*/ 178713 h 749873"/>
              <a:gd name="connsiteX20" fmla="*/ 0 w 1487553"/>
              <a:gd name="connsiteY20" fmla="*/ 0 h 749873"/>
              <a:gd name="connsiteX21" fmla="*/ 1487553 w 1487553"/>
              <a:gd name="connsiteY21" fmla="*/ 0 h 749873"/>
              <a:gd name="connsiteX22" fmla="*/ 1487553 w 1487553"/>
              <a:gd name="connsiteY22" fmla="*/ 749873 h 749873"/>
              <a:gd name="connsiteX23" fmla="*/ 0 w 1487553"/>
              <a:gd name="connsiteY23" fmla="*/ 749873 h 74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7553" h="749873">
                <a:moveTo>
                  <a:pt x="788805" y="178713"/>
                </a:moveTo>
                <a:cubicBezTo>
                  <a:pt x="774537" y="178093"/>
                  <a:pt x="761245" y="186303"/>
                  <a:pt x="747241" y="189104"/>
                </a:cubicBezTo>
                <a:cubicBezTo>
                  <a:pt x="726582" y="193236"/>
                  <a:pt x="705678" y="196031"/>
                  <a:pt x="684896" y="199495"/>
                </a:cubicBezTo>
                <a:cubicBezTo>
                  <a:pt x="622550" y="202959"/>
                  <a:pt x="560044" y="204233"/>
                  <a:pt x="497859" y="209886"/>
                </a:cubicBezTo>
                <a:cubicBezTo>
                  <a:pt x="483637" y="211179"/>
                  <a:pt x="470150" y="216813"/>
                  <a:pt x="456296" y="220277"/>
                </a:cubicBezTo>
                <a:cubicBezTo>
                  <a:pt x="422028" y="228844"/>
                  <a:pt x="386147" y="230671"/>
                  <a:pt x="352386" y="241059"/>
                </a:cubicBezTo>
                <a:cubicBezTo>
                  <a:pt x="340450" y="244731"/>
                  <a:pt x="333425" y="259223"/>
                  <a:pt x="321214" y="261840"/>
                </a:cubicBezTo>
                <a:cubicBezTo>
                  <a:pt x="283806" y="269856"/>
                  <a:pt x="245014" y="268767"/>
                  <a:pt x="206914" y="272231"/>
                </a:cubicBezTo>
                <a:cubicBezTo>
                  <a:pt x="199987" y="306867"/>
                  <a:pt x="187156" y="316509"/>
                  <a:pt x="165350" y="480050"/>
                </a:cubicBezTo>
                <a:cubicBezTo>
                  <a:pt x="168658" y="489973"/>
                  <a:pt x="182245" y="539845"/>
                  <a:pt x="196523" y="542395"/>
                </a:cubicBezTo>
                <a:cubicBezTo>
                  <a:pt x="407027" y="579985"/>
                  <a:pt x="393229" y="577868"/>
                  <a:pt x="518641" y="552786"/>
                </a:cubicBezTo>
                <a:cubicBezTo>
                  <a:pt x="556741" y="549322"/>
                  <a:pt x="595427" y="549898"/>
                  <a:pt x="632941" y="542395"/>
                </a:cubicBezTo>
                <a:cubicBezTo>
                  <a:pt x="648130" y="539357"/>
                  <a:pt x="660267" y="527715"/>
                  <a:pt x="674505" y="521613"/>
                </a:cubicBezTo>
                <a:cubicBezTo>
                  <a:pt x="684572" y="517298"/>
                  <a:pt x="695286" y="514686"/>
                  <a:pt x="705677" y="511222"/>
                </a:cubicBezTo>
                <a:cubicBezTo>
                  <a:pt x="740313" y="507758"/>
                  <a:pt x="775550" y="508124"/>
                  <a:pt x="809586" y="500831"/>
                </a:cubicBezTo>
                <a:cubicBezTo>
                  <a:pt x="824732" y="497586"/>
                  <a:pt x="837295" y="486977"/>
                  <a:pt x="851150" y="480050"/>
                </a:cubicBezTo>
                <a:cubicBezTo>
                  <a:pt x="870744" y="470254"/>
                  <a:pt x="892514" y="465563"/>
                  <a:pt x="913496" y="459268"/>
                </a:cubicBezTo>
                <a:cubicBezTo>
                  <a:pt x="922129" y="456678"/>
                  <a:pt x="982569" y="447328"/>
                  <a:pt x="986232" y="428095"/>
                </a:cubicBezTo>
                <a:cubicBezTo>
                  <a:pt x="1015476" y="274563"/>
                  <a:pt x="1014425" y="284073"/>
                  <a:pt x="986232" y="199495"/>
                </a:cubicBezTo>
                <a:cubicBezTo>
                  <a:pt x="920423" y="192568"/>
                  <a:pt x="854915" y="181587"/>
                  <a:pt x="788805" y="178713"/>
                </a:cubicBezTo>
                <a:close/>
                <a:moveTo>
                  <a:pt x="0" y="0"/>
                </a:moveTo>
                <a:lnTo>
                  <a:pt x="1487553" y="0"/>
                </a:lnTo>
                <a:lnTo>
                  <a:pt x="1487553" y="749873"/>
                </a:lnTo>
                <a:lnTo>
                  <a:pt x="0" y="749873"/>
                </a:lnTo>
                <a:close/>
              </a:path>
            </a:pathLst>
          </a:custGeom>
        </p:spPr>
      </p:pic>
      <p:grpSp>
        <p:nvGrpSpPr>
          <p:cNvPr id="20" name="组合 19"/>
          <p:cNvGrpSpPr/>
          <p:nvPr/>
        </p:nvGrpSpPr>
        <p:grpSpPr>
          <a:xfrm>
            <a:off x="632410" y="2300373"/>
            <a:ext cx="3152776" cy="2997200"/>
            <a:chOff x="1068387" y="1933576"/>
            <a:chExt cx="3152776" cy="2997200"/>
          </a:xfrm>
          <a:solidFill>
            <a:schemeClr val="tx1"/>
          </a:solidFill>
        </p:grpSpPr>
        <p:sp>
          <p:nvSpPr>
            <p:cNvPr id="21" name="Freeform 5"/>
            <p:cNvSpPr/>
            <p:nvPr/>
          </p:nvSpPr>
          <p:spPr bwMode="auto">
            <a:xfrm>
              <a:off x="2370138" y="2620963"/>
              <a:ext cx="1143000" cy="1120775"/>
            </a:xfrm>
            <a:custGeom>
              <a:avLst/>
              <a:gdLst>
                <a:gd name="T0" fmla="*/ 10 w 50"/>
                <a:gd name="T1" fmla="*/ 36 h 49"/>
                <a:gd name="T2" fmla="*/ 19 w 50"/>
                <a:gd name="T3" fmla="*/ 28 h 49"/>
                <a:gd name="T4" fmla="*/ 28 w 50"/>
                <a:gd name="T5" fmla="*/ 19 h 49"/>
                <a:gd name="T6" fmla="*/ 43 w 50"/>
                <a:gd name="T7" fmla="*/ 5 h 49"/>
                <a:gd name="T8" fmla="*/ 47 w 50"/>
                <a:gd name="T9" fmla="*/ 1 h 49"/>
                <a:gd name="T10" fmla="*/ 42 w 50"/>
                <a:gd name="T11" fmla="*/ 5 h 49"/>
                <a:gd name="T12" fmla="*/ 29 w 50"/>
                <a:gd name="T13" fmla="*/ 18 h 49"/>
                <a:gd name="T14" fmla="*/ 15 w 50"/>
                <a:gd name="T15" fmla="*/ 31 h 49"/>
                <a:gd name="T16" fmla="*/ 2 w 50"/>
                <a:gd name="T17" fmla="*/ 44 h 49"/>
                <a:gd name="T18" fmla="*/ 2 w 50"/>
                <a:gd name="T19" fmla="*/ 47 h 49"/>
                <a:gd name="T20" fmla="*/ 6 w 50"/>
                <a:gd name="T21" fmla="*/ 43 h 49"/>
                <a:gd name="T22" fmla="*/ 25 w 50"/>
                <a:gd name="T23" fmla="*/ 26 h 49"/>
                <a:gd name="T24" fmla="*/ 44 w 50"/>
                <a:gd name="T25" fmla="*/ 8 h 49"/>
                <a:gd name="T26" fmla="*/ 49 w 50"/>
                <a:gd name="T27" fmla="*/ 3 h 49"/>
                <a:gd name="T28" fmla="*/ 40 w 50"/>
                <a:gd name="T29" fmla="*/ 12 h 49"/>
                <a:gd name="T30" fmla="*/ 21 w 50"/>
                <a:gd name="T31" fmla="*/ 29 h 49"/>
                <a:gd name="T32" fmla="*/ 6 w 50"/>
                <a:gd name="T33" fmla="*/ 44 h 49"/>
                <a:gd name="T34" fmla="*/ 1 w 50"/>
                <a:gd name="T35" fmla="*/ 46 h 49"/>
                <a:gd name="T36" fmla="*/ 0 w 50"/>
                <a:gd name="T37" fmla="*/ 46 h 49"/>
                <a:gd name="T38" fmla="*/ 4 w 50"/>
                <a:gd name="T39" fmla="*/ 45 h 49"/>
                <a:gd name="T40" fmla="*/ 9 w 50"/>
                <a:gd name="T41" fmla="*/ 41 h 49"/>
                <a:gd name="T42" fmla="*/ 18 w 50"/>
                <a:gd name="T43" fmla="*/ 32 h 49"/>
                <a:gd name="T44" fmla="*/ 37 w 50"/>
                <a:gd name="T45" fmla="*/ 14 h 49"/>
                <a:gd name="T46" fmla="*/ 50 w 50"/>
                <a:gd name="T47" fmla="*/ 3 h 49"/>
                <a:gd name="T48" fmla="*/ 47 w 50"/>
                <a:gd name="T49" fmla="*/ 1 h 49"/>
                <a:gd name="T50" fmla="*/ 48 w 50"/>
                <a:gd name="T51" fmla="*/ 2 h 49"/>
                <a:gd name="T52" fmla="*/ 47 w 50"/>
                <a:gd name="T53" fmla="*/ 1 h 49"/>
                <a:gd name="T54" fmla="*/ 50 w 50"/>
                <a:gd name="T55" fmla="*/ 3 h 49"/>
                <a:gd name="T56" fmla="*/ 21 w 50"/>
                <a:gd name="T57" fmla="*/ 29 h 49"/>
                <a:gd name="T58" fmla="*/ 6 w 50"/>
                <a:gd name="T59" fmla="*/ 43 h 49"/>
                <a:gd name="T60" fmla="*/ 2 w 50"/>
                <a:gd name="T61" fmla="*/ 46 h 49"/>
                <a:gd name="T62" fmla="*/ 0 w 50"/>
                <a:gd name="T63" fmla="*/ 46 h 49"/>
                <a:gd name="T64" fmla="*/ 19 w 50"/>
                <a:gd name="T65" fmla="*/ 32 h 49"/>
                <a:gd name="T66" fmla="*/ 38 w 50"/>
                <a:gd name="T67" fmla="*/ 14 h 49"/>
                <a:gd name="T68" fmla="*/ 49 w 50"/>
                <a:gd name="T69" fmla="*/ 3 h 49"/>
                <a:gd name="T70" fmla="*/ 47 w 50"/>
                <a:gd name="T71" fmla="*/ 5 h 49"/>
                <a:gd name="T72" fmla="*/ 40 w 50"/>
                <a:gd name="T73" fmla="*/ 11 h 49"/>
                <a:gd name="T74" fmla="*/ 11 w 50"/>
                <a:gd name="T75" fmla="*/ 38 h 49"/>
                <a:gd name="T76" fmla="*/ 4 w 50"/>
                <a:gd name="T77" fmla="*/ 45 h 49"/>
                <a:gd name="T78" fmla="*/ 2 w 50"/>
                <a:gd name="T79" fmla="*/ 46 h 49"/>
                <a:gd name="T80" fmla="*/ 1 w 50"/>
                <a:gd name="T81" fmla="*/ 45 h 49"/>
                <a:gd name="T82" fmla="*/ 8 w 50"/>
                <a:gd name="T83" fmla="*/ 39 h 49"/>
                <a:gd name="T84" fmla="*/ 26 w 50"/>
                <a:gd name="T85" fmla="*/ 21 h 49"/>
                <a:gd name="T86" fmla="*/ 39 w 50"/>
                <a:gd name="T87" fmla="*/ 8 h 49"/>
                <a:gd name="T88" fmla="*/ 47 w 50"/>
                <a:gd name="T89" fmla="*/ 1 h 49"/>
                <a:gd name="T90" fmla="*/ 45 w 50"/>
                <a:gd name="T91" fmla="*/ 2 h 49"/>
                <a:gd name="T92" fmla="*/ 38 w 50"/>
                <a:gd name="T93" fmla="*/ 9 h 49"/>
                <a:gd name="T94" fmla="*/ 20 w 50"/>
                <a:gd name="T95" fmla="*/ 27 h 49"/>
                <a:gd name="T96" fmla="*/ 1 w 50"/>
                <a:gd name="T97" fmla="*/ 4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49">
                  <a:moveTo>
                    <a:pt x="1" y="45"/>
                  </a:moveTo>
                  <a:cubicBezTo>
                    <a:pt x="4" y="42"/>
                    <a:pt x="7" y="39"/>
                    <a:pt x="10" y="36"/>
                  </a:cubicBezTo>
                  <a:cubicBezTo>
                    <a:pt x="11" y="35"/>
                    <a:pt x="13" y="34"/>
                    <a:pt x="14" y="32"/>
                  </a:cubicBezTo>
                  <a:cubicBezTo>
                    <a:pt x="16" y="31"/>
                    <a:pt x="18" y="29"/>
                    <a:pt x="19" y="28"/>
                  </a:cubicBezTo>
                  <a:cubicBezTo>
                    <a:pt x="21" y="26"/>
                    <a:pt x="22" y="25"/>
                    <a:pt x="24" y="23"/>
                  </a:cubicBezTo>
                  <a:cubicBezTo>
                    <a:pt x="25" y="22"/>
                    <a:pt x="27" y="20"/>
                    <a:pt x="28" y="19"/>
                  </a:cubicBezTo>
                  <a:cubicBezTo>
                    <a:pt x="31" y="16"/>
                    <a:pt x="35" y="13"/>
                    <a:pt x="38" y="10"/>
                  </a:cubicBezTo>
                  <a:cubicBezTo>
                    <a:pt x="39" y="8"/>
                    <a:pt x="41" y="7"/>
                    <a:pt x="43" y="5"/>
                  </a:cubicBezTo>
                  <a:cubicBezTo>
                    <a:pt x="44" y="4"/>
                    <a:pt x="44" y="4"/>
                    <a:pt x="45" y="3"/>
                  </a:cubicBezTo>
                  <a:cubicBezTo>
                    <a:pt x="46" y="2"/>
                    <a:pt x="46" y="1"/>
                    <a:pt x="47" y="1"/>
                  </a:cubicBezTo>
                  <a:cubicBezTo>
                    <a:pt x="47" y="1"/>
                    <a:pt x="47" y="0"/>
                    <a:pt x="47" y="0"/>
                  </a:cubicBezTo>
                  <a:cubicBezTo>
                    <a:pt x="46" y="2"/>
                    <a:pt x="44" y="3"/>
                    <a:pt x="42" y="5"/>
                  </a:cubicBezTo>
                  <a:cubicBezTo>
                    <a:pt x="41" y="6"/>
                    <a:pt x="39" y="7"/>
                    <a:pt x="38" y="9"/>
                  </a:cubicBezTo>
                  <a:cubicBezTo>
                    <a:pt x="35" y="12"/>
                    <a:pt x="32" y="15"/>
                    <a:pt x="29" y="18"/>
                  </a:cubicBezTo>
                  <a:cubicBezTo>
                    <a:pt x="26" y="21"/>
                    <a:pt x="23" y="23"/>
                    <a:pt x="19" y="26"/>
                  </a:cubicBezTo>
                  <a:cubicBezTo>
                    <a:pt x="18" y="28"/>
                    <a:pt x="16" y="29"/>
                    <a:pt x="15" y="31"/>
                  </a:cubicBezTo>
                  <a:cubicBezTo>
                    <a:pt x="14" y="32"/>
                    <a:pt x="12" y="34"/>
                    <a:pt x="11" y="35"/>
                  </a:cubicBezTo>
                  <a:cubicBezTo>
                    <a:pt x="8" y="38"/>
                    <a:pt x="5" y="41"/>
                    <a:pt x="2" y="44"/>
                  </a:cubicBezTo>
                  <a:cubicBezTo>
                    <a:pt x="1" y="44"/>
                    <a:pt x="1" y="45"/>
                    <a:pt x="0" y="45"/>
                  </a:cubicBezTo>
                  <a:cubicBezTo>
                    <a:pt x="0" y="46"/>
                    <a:pt x="1" y="47"/>
                    <a:pt x="2" y="47"/>
                  </a:cubicBezTo>
                  <a:cubicBezTo>
                    <a:pt x="2" y="47"/>
                    <a:pt x="3" y="46"/>
                    <a:pt x="3" y="46"/>
                  </a:cubicBezTo>
                  <a:cubicBezTo>
                    <a:pt x="4" y="45"/>
                    <a:pt x="5" y="44"/>
                    <a:pt x="6" y="43"/>
                  </a:cubicBezTo>
                  <a:cubicBezTo>
                    <a:pt x="9" y="40"/>
                    <a:pt x="12" y="38"/>
                    <a:pt x="15" y="35"/>
                  </a:cubicBezTo>
                  <a:cubicBezTo>
                    <a:pt x="19" y="32"/>
                    <a:pt x="22" y="29"/>
                    <a:pt x="25" y="26"/>
                  </a:cubicBezTo>
                  <a:cubicBezTo>
                    <a:pt x="28" y="23"/>
                    <a:pt x="31" y="20"/>
                    <a:pt x="35" y="17"/>
                  </a:cubicBezTo>
                  <a:cubicBezTo>
                    <a:pt x="38" y="14"/>
                    <a:pt x="41" y="11"/>
                    <a:pt x="44" y="8"/>
                  </a:cubicBezTo>
                  <a:cubicBezTo>
                    <a:pt x="45" y="7"/>
                    <a:pt x="46" y="7"/>
                    <a:pt x="47" y="6"/>
                  </a:cubicBezTo>
                  <a:cubicBezTo>
                    <a:pt x="48" y="5"/>
                    <a:pt x="48" y="4"/>
                    <a:pt x="49" y="3"/>
                  </a:cubicBezTo>
                  <a:cubicBezTo>
                    <a:pt x="49" y="3"/>
                    <a:pt x="49" y="3"/>
                    <a:pt x="49" y="3"/>
                  </a:cubicBezTo>
                  <a:cubicBezTo>
                    <a:pt x="46" y="6"/>
                    <a:pt x="43" y="9"/>
                    <a:pt x="40" y="12"/>
                  </a:cubicBezTo>
                  <a:cubicBezTo>
                    <a:pt x="37" y="15"/>
                    <a:pt x="34" y="18"/>
                    <a:pt x="31" y="21"/>
                  </a:cubicBezTo>
                  <a:cubicBezTo>
                    <a:pt x="27" y="23"/>
                    <a:pt x="24" y="26"/>
                    <a:pt x="21" y="29"/>
                  </a:cubicBezTo>
                  <a:cubicBezTo>
                    <a:pt x="18" y="32"/>
                    <a:pt x="15" y="35"/>
                    <a:pt x="12" y="38"/>
                  </a:cubicBezTo>
                  <a:cubicBezTo>
                    <a:pt x="10" y="40"/>
                    <a:pt x="8" y="42"/>
                    <a:pt x="6" y="44"/>
                  </a:cubicBezTo>
                  <a:cubicBezTo>
                    <a:pt x="5" y="45"/>
                    <a:pt x="4" y="46"/>
                    <a:pt x="3" y="46"/>
                  </a:cubicBezTo>
                  <a:cubicBezTo>
                    <a:pt x="2" y="46"/>
                    <a:pt x="1" y="47"/>
                    <a:pt x="1" y="46"/>
                  </a:cubicBezTo>
                  <a:cubicBezTo>
                    <a:pt x="1" y="46"/>
                    <a:pt x="0" y="46"/>
                    <a:pt x="0" y="46"/>
                  </a:cubicBezTo>
                  <a:cubicBezTo>
                    <a:pt x="0" y="46"/>
                    <a:pt x="0" y="46"/>
                    <a:pt x="0" y="46"/>
                  </a:cubicBezTo>
                  <a:cubicBezTo>
                    <a:pt x="1" y="46"/>
                    <a:pt x="2" y="46"/>
                    <a:pt x="2" y="46"/>
                  </a:cubicBezTo>
                  <a:cubicBezTo>
                    <a:pt x="3" y="46"/>
                    <a:pt x="4" y="45"/>
                    <a:pt x="4" y="45"/>
                  </a:cubicBezTo>
                  <a:cubicBezTo>
                    <a:pt x="5" y="44"/>
                    <a:pt x="6" y="44"/>
                    <a:pt x="7" y="43"/>
                  </a:cubicBezTo>
                  <a:cubicBezTo>
                    <a:pt x="7" y="42"/>
                    <a:pt x="8" y="42"/>
                    <a:pt x="9" y="41"/>
                  </a:cubicBezTo>
                  <a:cubicBezTo>
                    <a:pt x="11" y="39"/>
                    <a:pt x="12" y="38"/>
                    <a:pt x="14" y="36"/>
                  </a:cubicBezTo>
                  <a:cubicBezTo>
                    <a:pt x="15" y="35"/>
                    <a:pt x="17" y="34"/>
                    <a:pt x="18" y="32"/>
                  </a:cubicBezTo>
                  <a:cubicBezTo>
                    <a:pt x="22" y="29"/>
                    <a:pt x="25" y="26"/>
                    <a:pt x="28" y="23"/>
                  </a:cubicBezTo>
                  <a:cubicBezTo>
                    <a:pt x="31" y="20"/>
                    <a:pt x="34" y="17"/>
                    <a:pt x="37" y="14"/>
                  </a:cubicBezTo>
                  <a:cubicBezTo>
                    <a:pt x="41" y="11"/>
                    <a:pt x="46" y="7"/>
                    <a:pt x="50" y="3"/>
                  </a:cubicBezTo>
                  <a:cubicBezTo>
                    <a:pt x="50" y="3"/>
                    <a:pt x="50" y="3"/>
                    <a:pt x="50" y="3"/>
                  </a:cubicBezTo>
                  <a:cubicBezTo>
                    <a:pt x="49" y="2"/>
                    <a:pt x="48" y="2"/>
                    <a:pt x="47" y="1"/>
                  </a:cubicBezTo>
                  <a:cubicBezTo>
                    <a:pt x="47" y="1"/>
                    <a:pt x="47" y="1"/>
                    <a:pt x="47" y="1"/>
                  </a:cubicBezTo>
                  <a:cubicBezTo>
                    <a:pt x="47" y="2"/>
                    <a:pt x="48" y="2"/>
                    <a:pt x="48" y="3"/>
                  </a:cubicBezTo>
                  <a:cubicBezTo>
                    <a:pt x="48" y="3"/>
                    <a:pt x="49" y="3"/>
                    <a:pt x="48" y="2"/>
                  </a:cubicBezTo>
                  <a:cubicBezTo>
                    <a:pt x="48" y="2"/>
                    <a:pt x="47" y="2"/>
                    <a:pt x="47" y="1"/>
                  </a:cubicBezTo>
                  <a:cubicBezTo>
                    <a:pt x="47" y="1"/>
                    <a:pt x="47" y="1"/>
                    <a:pt x="47" y="1"/>
                  </a:cubicBezTo>
                  <a:cubicBezTo>
                    <a:pt x="47" y="2"/>
                    <a:pt x="49" y="3"/>
                    <a:pt x="50" y="3"/>
                  </a:cubicBezTo>
                  <a:cubicBezTo>
                    <a:pt x="50" y="3"/>
                    <a:pt x="50" y="3"/>
                    <a:pt x="50" y="3"/>
                  </a:cubicBezTo>
                  <a:cubicBezTo>
                    <a:pt x="43" y="8"/>
                    <a:pt x="37" y="14"/>
                    <a:pt x="31" y="20"/>
                  </a:cubicBezTo>
                  <a:cubicBezTo>
                    <a:pt x="28" y="23"/>
                    <a:pt x="25" y="26"/>
                    <a:pt x="21" y="29"/>
                  </a:cubicBezTo>
                  <a:cubicBezTo>
                    <a:pt x="18" y="32"/>
                    <a:pt x="15" y="35"/>
                    <a:pt x="12" y="38"/>
                  </a:cubicBezTo>
                  <a:cubicBezTo>
                    <a:pt x="10" y="39"/>
                    <a:pt x="8" y="41"/>
                    <a:pt x="6" y="43"/>
                  </a:cubicBezTo>
                  <a:cubicBezTo>
                    <a:pt x="5" y="44"/>
                    <a:pt x="4" y="45"/>
                    <a:pt x="3" y="45"/>
                  </a:cubicBezTo>
                  <a:cubicBezTo>
                    <a:pt x="3" y="46"/>
                    <a:pt x="3" y="46"/>
                    <a:pt x="2" y="46"/>
                  </a:cubicBezTo>
                  <a:cubicBezTo>
                    <a:pt x="1" y="46"/>
                    <a:pt x="1" y="46"/>
                    <a:pt x="0" y="46"/>
                  </a:cubicBezTo>
                  <a:cubicBezTo>
                    <a:pt x="0" y="46"/>
                    <a:pt x="0" y="46"/>
                    <a:pt x="0" y="46"/>
                  </a:cubicBezTo>
                  <a:cubicBezTo>
                    <a:pt x="1" y="49"/>
                    <a:pt x="9" y="42"/>
                    <a:pt x="10" y="41"/>
                  </a:cubicBezTo>
                  <a:cubicBezTo>
                    <a:pt x="13" y="38"/>
                    <a:pt x="16" y="35"/>
                    <a:pt x="19" y="32"/>
                  </a:cubicBezTo>
                  <a:cubicBezTo>
                    <a:pt x="22" y="29"/>
                    <a:pt x="25" y="26"/>
                    <a:pt x="28" y="23"/>
                  </a:cubicBezTo>
                  <a:cubicBezTo>
                    <a:pt x="31" y="20"/>
                    <a:pt x="35" y="17"/>
                    <a:pt x="38" y="14"/>
                  </a:cubicBezTo>
                  <a:cubicBezTo>
                    <a:pt x="41" y="11"/>
                    <a:pt x="44" y="8"/>
                    <a:pt x="47" y="6"/>
                  </a:cubicBezTo>
                  <a:cubicBezTo>
                    <a:pt x="48" y="5"/>
                    <a:pt x="48" y="4"/>
                    <a:pt x="49" y="3"/>
                  </a:cubicBezTo>
                  <a:cubicBezTo>
                    <a:pt x="49" y="3"/>
                    <a:pt x="49" y="3"/>
                    <a:pt x="49" y="3"/>
                  </a:cubicBezTo>
                  <a:cubicBezTo>
                    <a:pt x="48" y="4"/>
                    <a:pt x="48" y="4"/>
                    <a:pt x="47" y="5"/>
                  </a:cubicBezTo>
                  <a:cubicBezTo>
                    <a:pt x="46" y="6"/>
                    <a:pt x="45" y="6"/>
                    <a:pt x="45" y="7"/>
                  </a:cubicBezTo>
                  <a:cubicBezTo>
                    <a:pt x="43" y="8"/>
                    <a:pt x="42" y="10"/>
                    <a:pt x="40" y="11"/>
                  </a:cubicBezTo>
                  <a:cubicBezTo>
                    <a:pt x="37" y="14"/>
                    <a:pt x="34" y="17"/>
                    <a:pt x="30" y="20"/>
                  </a:cubicBezTo>
                  <a:cubicBezTo>
                    <a:pt x="24" y="26"/>
                    <a:pt x="18" y="32"/>
                    <a:pt x="11" y="38"/>
                  </a:cubicBezTo>
                  <a:cubicBezTo>
                    <a:pt x="9" y="39"/>
                    <a:pt x="8" y="41"/>
                    <a:pt x="6" y="42"/>
                  </a:cubicBezTo>
                  <a:cubicBezTo>
                    <a:pt x="5" y="43"/>
                    <a:pt x="5" y="44"/>
                    <a:pt x="4" y="45"/>
                  </a:cubicBezTo>
                  <a:cubicBezTo>
                    <a:pt x="4" y="45"/>
                    <a:pt x="3" y="45"/>
                    <a:pt x="3" y="45"/>
                  </a:cubicBezTo>
                  <a:cubicBezTo>
                    <a:pt x="3" y="46"/>
                    <a:pt x="2" y="46"/>
                    <a:pt x="2" y="46"/>
                  </a:cubicBezTo>
                  <a:cubicBezTo>
                    <a:pt x="2" y="47"/>
                    <a:pt x="1" y="46"/>
                    <a:pt x="1" y="46"/>
                  </a:cubicBezTo>
                  <a:cubicBezTo>
                    <a:pt x="0" y="46"/>
                    <a:pt x="1" y="45"/>
                    <a:pt x="1" y="45"/>
                  </a:cubicBezTo>
                  <a:cubicBezTo>
                    <a:pt x="2" y="44"/>
                    <a:pt x="3" y="44"/>
                    <a:pt x="3" y="43"/>
                  </a:cubicBezTo>
                  <a:cubicBezTo>
                    <a:pt x="5" y="41"/>
                    <a:pt x="6" y="40"/>
                    <a:pt x="8" y="39"/>
                  </a:cubicBezTo>
                  <a:cubicBezTo>
                    <a:pt x="11" y="36"/>
                    <a:pt x="14" y="32"/>
                    <a:pt x="17" y="29"/>
                  </a:cubicBezTo>
                  <a:cubicBezTo>
                    <a:pt x="20" y="27"/>
                    <a:pt x="23" y="24"/>
                    <a:pt x="26" y="21"/>
                  </a:cubicBezTo>
                  <a:cubicBezTo>
                    <a:pt x="29" y="18"/>
                    <a:pt x="32" y="15"/>
                    <a:pt x="35" y="12"/>
                  </a:cubicBezTo>
                  <a:cubicBezTo>
                    <a:pt x="36" y="11"/>
                    <a:pt x="38" y="9"/>
                    <a:pt x="39" y="8"/>
                  </a:cubicBezTo>
                  <a:cubicBezTo>
                    <a:pt x="41" y="6"/>
                    <a:pt x="42" y="5"/>
                    <a:pt x="44" y="4"/>
                  </a:cubicBezTo>
                  <a:cubicBezTo>
                    <a:pt x="45" y="3"/>
                    <a:pt x="46" y="2"/>
                    <a:pt x="47" y="1"/>
                  </a:cubicBezTo>
                  <a:cubicBezTo>
                    <a:pt x="48" y="1"/>
                    <a:pt x="47" y="0"/>
                    <a:pt x="47" y="0"/>
                  </a:cubicBezTo>
                  <a:cubicBezTo>
                    <a:pt x="46" y="1"/>
                    <a:pt x="46" y="1"/>
                    <a:pt x="45" y="2"/>
                  </a:cubicBezTo>
                  <a:cubicBezTo>
                    <a:pt x="45" y="3"/>
                    <a:pt x="44" y="3"/>
                    <a:pt x="43" y="4"/>
                  </a:cubicBezTo>
                  <a:cubicBezTo>
                    <a:pt x="42" y="6"/>
                    <a:pt x="40" y="7"/>
                    <a:pt x="38" y="9"/>
                  </a:cubicBezTo>
                  <a:cubicBezTo>
                    <a:pt x="35" y="12"/>
                    <a:pt x="32" y="15"/>
                    <a:pt x="29" y="17"/>
                  </a:cubicBezTo>
                  <a:cubicBezTo>
                    <a:pt x="26" y="20"/>
                    <a:pt x="23" y="24"/>
                    <a:pt x="20" y="27"/>
                  </a:cubicBezTo>
                  <a:cubicBezTo>
                    <a:pt x="17" y="30"/>
                    <a:pt x="14" y="32"/>
                    <a:pt x="10" y="35"/>
                  </a:cubicBezTo>
                  <a:cubicBezTo>
                    <a:pt x="7" y="38"/>
                    <a:pt x="4" y="42"/>
                    <a:pt x="1" y="45"/>
                  </a:cubicBezTo>
                  <a:cubicBezTo>
                    <a:pt x="0" y="45"/>
                    <a:pt x="1" y="46"/>
                    <a:pt x="1"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6"/>
            <p:cNvSpPr/>
            <p:nvPr/>
          </p:nvSpPr>
          <p:spPr bwMode="auto">
            <a:xfrm>
              <a:off x="3352800" y="1933576"/>
              <a:ext cx="571500" cy="709613"/>
            </a:xfrm>
            <a:custGeom>
              <a:avLst/>
              <a:gdLst>
                <a:gd name="T0" fmla="*/ 2 w 25"/>
                <a:gd name="T1" fmla="*/ 30 h 31"/>
                <a:gd name="T2" fmla="*/ 2 w 25"/>
                <a:gd name="T3" fmla="*/ 25 h 31"/>
                <a:gd name="T4" fmla="*/ 4 w 25"/>
                <a:gd name="T5" fmla="*/ 21 h 31"/>
                <a:gd name="T6" fmla="*/ 7 w 25"/>
                <a:gd name="T7" fmla="*/ 18 h 31"/>
                <a:gd name="T8" fmla="*/ 11 w 25"/>
                <a:gd name="T9" fmla="*/ 14 h 31"/>
                <a:gd name="T10" fmla="*/ 14 w 25"/>
                <a:gd name="T11" fmla="*/ 10 h 31"/>
                <a:gd name="T12" fmla="*/ 15 w 25"/>
                <a:gd name="T13" fmla="*/ 9 h 31"/>
                <a:gd name="T14" fmla="*/ 17 w 25"/>
                <a:gd name="T15" fmla="*/ 7 h 31"/>
                <a:gd name="T16" fmla="*/ 23 w 25"/>
                <a:gd name="T17" fmla="*/ 0 h 31"/>
                <a:gd name="T18" fmla="*/ 23 w 25"/>
                <a:gd name="T19" fmla="*/ 0 h 31"/>
                <a:gd name="T20" fmla="*/ 23 w 25"/>
                <a:gd name="T21" fmla="*/ 3 h 31"/>
                <a:gd name="T22" fmla="*/ 24 w 25"/>
                <a:gd name="T23" fmla="*/ 5 h 31"/>
                <a:gd name="T24" fmla="*/ 24 w 25"/>
                <a:gd name="T25" fmla="*/ 8 h 31"/>
                <a:gd name="T26" fmla="*/ 24 w 25"/>
                <a:gd name="T27" fmla="*/ 10 h 31"/>
                <a:gd name="T28" fmla="*/ 22 w 25"/>
                <a:gd name="T29" fmla="*/ 12 h 31"/>
                <a:gd name="T30" fmla="*/ 20 w 25"/>
                <a:gd name="T31" fmla="*/ 13 h 31"/>
                <a:gd name="T32" fmla="*/ 16 w 25"/>
                <a:gd name="T33" fmla="*/ 18 h 31"/>
                <a:gd name="T34" fmla="*/ 9 w 25"/>
                <a:gd name="T35" fmla="*/ 24 h 31"/>
                <a:gd name="T36" fmla="*/ 3 w 25"/>
                <a:gd name="T37" fmla="*/ 30 h 31"/>
                <a:gd name="T38" fmla="*/ 3 w 25"/>
                <a:gd name="T39" fmla="*/ 31 h 31"/>
                <a:gd name="T40" fmla="*/ 7 w 25"/>
                <a:gd name="T41" fmla="*/ 26 h 31"/>
                <a:gd name="T42" fmla="*/ 12 w 25"/>
                <a:gd name="T43" fmla="*/ 22 h 31"/>
                <a:gd name="T44" fmla="*/ 21 w 25"/>
                <a:gd name="T45" fmla="*/ 13 h 31"/>
                <a:gd name="T46" fmla="*/ 25 w 25"/>
                <a:gd name="T47" fmla="*/ 8 h 31"/>
                <a:gd name="T48" fmla="*/ 24 w 25"/>
                <a:gd name="T49" fmla="*/ 6 h 31"/>
                <a:gd name="T50" fmla="*/ 24 w 25"/>
                <a:gd name="T51" fmla="*/ 3 h 31"/>
                <a:gd name="T52" fmla="*/ 23 w 25"/>
                <a:gd name="T53" fmla="*/ 0 h 31"/>
                <a:gd name="T54" fmla="*/ 23 w 25"/>
                <a:gd name="T55" fmla="*/ 0 h 31"/>
                <a:gd name="T56" fmla="*/ 19 w 25"/>
                <a:gd name="T57" fmla="*/ 4 h 31"/>
                <a:gd name="T58" fmla="*/ 18 w 25"/>
                <a:gd name="T59" fmla="*/ 6 h 31"/>
                <a:gd name="T60" fmla="*/ 16 w 25"/>
                <a:gd name="T61" fmla="*/ 8 h 31"/>
                <a:gd name="T62" fmla="*/ 8 w 25"/>
                <a:gd name="T63" fmla="*/ 17 h 31"/>
                <a:gd name="T64" fmla="*/ 2 w 25"/>
                <a:gd name="T65" fmla="*/ 30 h 31"/>
                <a:gd name="T66" fmla="*/ 2 w 25"/>
                <a:gd name="T67"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 h="31">
                  <a:moveTo>
                    <a:pt x="2" y="30"/>
                  </a:moveTo>
                  <a:cubicBezTo>
                    <a:pt x="2" y="28"/>
                    <a:pt x="2" y="27"/>
                    <a:pt x="2" y="25"/>
                  </a:cubicBezTo>
                  <a:cubicBezTo>
                    <a:pt x="3" y="24"/>
                    <a:pt x="3" y="22"/>
                    <a:pt x="4" y="21"/>
                  </a:cubicBezTo>
                  <a:cubicBezTo>
                    <a:pt x="5" y="20"/>
                    <a:pt x="6" y="19"/>
                    <a:pt x="7" y="18"/>
                  </a:cubicBezTo>
                  <a:cubicBezTo>
                    <a:pt x="8" y="17"/>
                    <a:pt x="9" y="15"/>
                    <a:pt x="11" y="14"/>
                  </a:cubicBezTo>
                  <a:cubicBezTo>
                    <a:pt x="12" y="13"/>
                    <a:pt x="13" y="12"/>
                    <a:pt x="14" y="10"/>
                  </a:cubicBezTo>
                  <a:cubicBezTo>
                    <a:pt x="14" y="10"/>
                    <a:pt x="15" y="9"/>
                    <a:pt x="15" y="9"/>
                  </a:cubicBezTo>
                  <a:cubicBezTo>
                    <a:pt x="16" y="8"/>
                    <a:pt x="17" y="8"/>
                    <a:pt x="17" y="7"/>
                  </a:cubicBezTo>
                  <a:cubicBezTo>
                    <a:pt x="19" y="5"/>
                    <a:pt x="21" y="2"/>
                    <a:pt x="23" y="0"/>
                  </a:cubicBezTo>
                  <a:cubicBezTo>
                    <a:pt x="23" y="0"/>
                    <a:pt x="23" y="0"/>
                    <a:pt x="23" y="0"/>
                  </a:cubicBezTo>
                  <a:cubicBezTo>
                    <a:pt x="23" y="1"/>
                    <a:pt x="23" y="2"/>
                    <a:pt x="23" y="3"/>
                  </a:cubicBezTo>
                  <a:cubicBezTo>
                    <a:pt x="23" y="3"/>
                    <a:pt x="24" y="4"/>
                    <a:pt x="24" y="5"/>
                  </a:cubicBezTo>
                  <a:cubicBezTo>
                    <a:pt x="24" y="6"/>
                    <a:pt x="24" y="7"/>
                    <a:pt x="24" y="8"/>
                  </a:cubicBezTo>
                  <a:cubicBezTo>
                    <a:pt x="24" y="9"/>
                    <a:pt x="24" y="10"/>
                    <a:pt x="24" y="10"/>
                  </a:cubicBezTo>
                  <a:cubicBezTo>
                    <a:pt x="23" y="11"/>
                    <a:pt x="23" y="11"/>
                    <a:pt x="22" y="12"/>
                  </a:cubicBezTo>
                  <a:cubicBezTo>
                    <a:pt x="22" y="12"/>
                    <a:pt x="21" y="13"/>
                    <a:pt x="20" y="13"/>
                  </a:cubicBezTo>
                  <a:cubicBezTo>
                    <a:pt x="19" y="15"/>
                    <a:pt x="17" y="16"/>
                    <a:pt x="16" y="18"/>
                  </a:cubicBezTo>
                  <a:cubicBezTo>
                    <a:pt x="13" y="20"/>
                    <a:pt x="11" y="22"/>
                    <a:pt x="9" y="24"/>
                  </a:cubicBezTo>
                  <a:cubicBezTo>
                    <a:pt x="7" y="26"/>
                    <a:pt x="5" y="28"/>
                    <a:pt x="3" y="30"/>
                  </a:cubicBezTo>
                  <a:cubicBezTo>
                    <a:pt x="3" y="31"/>
                    <a:pt x="3" y="31"/>
                    <a:pt x="3" y="31"/>
                  </a:cubicBezTo>
                  <a:cubicBezTo>
                    <a:pt x="4" y="29"/>
                    <a:pt x="6" y="28"/>
                    <a:pt x="7" y="26"/>
                  </a:cubicBezTo>
                  <a:cubicBezTo>
                    <a:pt x="9" y="25"/>
                    <a:pt x="10" y="24"/>
                    <a:pt x="12" y="22"/>
                  </a:cubicBezTo>
                  <a:cubicBezTo>
                    <a:pt x="15" y="19"/>
                    <a:pt x="18" y="16"/>
                    <a:pt x="21" y="13"/>
                  </a:cubicBezTo>
                  <a:cubicBezTo>
                    <a:pt x="23" y="12"/>
                    <a:pt x="25" y="10"/>
                    <a:pt x="25" y="8"/>
                  </a:cubicBezTo>
                  <a:cubicBezTo>
                    <a:pt x="25" y="7"/>
                    <a:pt x="25" y="7"/>
                    <a:pt x="24" y="6"/>
                  </a:cubicBezTo>
                  <a:cubicBezTo>
                    <a:pt x="24" y="5"/>
                    <a:pt x="24" y="4"/>
                    <a:pt x="24" y="3"/>
                  </a:cubicBezTo>
                  <a:cubicBezTo>
                    <a:pt x="24" y="2"/>
                    <a:pt x="24" y="1"/>
                    <a:pt x="23" y="0"/>
                  </a:cubicBezTo>
                  <a:cubicBezTo>
                    <a:pt x="23" y="0"/>
                    <a:pt x="23" y="0"/>
                    <a:pt x="23" y="0"/>
                  </a:cubicBezTo>
                  <a:cubicBezTo>
                    <a:pt x="21" y="1"/>
                    <a:pt x="20" y="3"/>
                    <a:pt x="19" y="4"/>
                  </a:cubicBezTo>
                  <a:cubicBezTo>
                    <a:pt x="19" y="5"/>
                    <a:pt x="18" y="5"/>
                    <a:pt x="18" y="6"/>
                  </a:cubicBezTo>
                  <a:cubicBezTo>
                    <a:pt x="17" y="7"/>
                    <a:pt x="16" y="7"/>
                    <a:pt x="16" y="8"/>
                  </a:cubicBezTo>
                  <a:cubicBezTo>
                    <a:pt x="13" y="11"/>
                    <a:pt x="10" y="14"/>
                    <a:pt x="8" y="17"/>
                  </a:cubicBezTo>
                  <a:cubicBezTo>
                    <a:pt x="4" y="20"/>
                    <a:pt x="0" y="25"/>
                    <a:pt x="2" y="30"/>
                  </a:cubicBezTo>
                  <a:cubicBezTo>
                    <a:pt x="2" y="30"/>
                    <a:pt x="3" y="30"/>
                    <a:pt x="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3" name="Freeform 7"/>
            <p:cNvSpPr/>
            <p:nvPr/>
          </p:nvSpPr>
          <p:spPr bwMode="auto">
            <a:xfrm>
              <a:off x="3443288" y="2620963"/>
              <a:ext cx="23813" cy="0"/>
            </a:xfrm>
            <a:custGeom>
              <a:avLst/>
              <a:gdLst>
                <a:gd name="T0" fmla="*/ 1 w 1"/>
                <a:gd name="T1" fmla="*/ 1 w 1"/>
                <a:gd name="T2" fmla="*/ 1 w 1"/>
              </a:gdLst>
              <a:ahLst/>
              <a:cxnLst>
                <a:cxn ang="0">
                  <a:pos x="T0" y="0"/>
                </a:cxn>
                <a:cxn ang="0">
                  <a:pos x="T1" y="0"/>
                </a:cxn>
                <a:cxn ang="0">
                  <a:pos x="T2" y="0"/>
                </a:cxn>
              </a:cxnLst>
              <a:rect l="0" t="0" r="r" b="b"/>
              <a:pathLst>
                <a:path w="1">
                  <a:moveTo>
                    <a:pt x="1" y="0"/>
                  </a:moveTo>
                  <a:cubicBezTo>
                    <a:pt x="1" y="0"/>
                    <a:pt x="1" y="0"/>
                    <a:pt x="1"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4" name="Freeform 8"/>
            <p:cNvSpPr/>
            <p:nvPr/>
          </p:nvSpPr>
          <p:spPr bwMode="auto">
            <a:xfrm>
              <a:off x="3535363" y="2208213"/>
              <a:ext cx="433388" cy="457200"/>
            </a:xfrm>
            <a:custGeom>
              <a:avLst/>
              <a:gdLst>
                <a:gd name="T0" fmla="*/ 0 w 19"/>
                <a:gd name="T1" fmla="*/ 19 h 20"/>
                <a:gd name="T2" fmla="*/ 9 w 19"/>
                <a:gd name="T3" fmla="*/ 11 h 20"/>
                <a:gd name="T4" fmla="*/ 17 w 19"/>
                <a:gd name="T5" fmla="*/ 2 h 20"/>
                <a:gd name="T6" fmla="*/ 19 w 19"/>
                <a:gd name="T7" fmla="*/ 1 h 20"/>
                <a:gd name="T8" fmla="*/ 19 w 19"/>
                <a:gd name="T9" fmla="*/ 0 h 20"/>
                <a:gd name="T10" fmla="*/ 10 w 19"/>
                <a:gd name="T11" fmla="*/ 10 h 20"/>
                <a:gd name="T12" fmla="*/ 1 w 19"/>
                <a:gd name="T13" fmla="*/ 18 h 20"/>
                <a:gd name="T14" fmla="*/ 0 w 19"/>
                <a:gd name="T15" fmla="*/ 19 h 20"/>
                <a:gd name="T16" fmla="*/ 0 w 19"/>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20">
                  <a:moveTo>
                    <a:pt x="0" y="19"/>
                  </a:moveTo>
                  <a:cubicBezTo>
                    <a:pt x="3" y="17"/>
                    <a:pt x="6" y="14"/>
                    <a:pt x="9" y="11"/>
                  </a:cubicBezTo>
                  <a:cubicBezTo>
                    <a:pt x="11" y="8"/>
                    <a:pt x="15" y="5"/>
                    <a:pt x="17" y="2"/>
                  </a:cubicBezTo>
                  <a:cubicBezTo>
                    <a:pt x="18" y="2"/>
                    <a:pt x="19" y="1"/>
                    <a:pt x="19" y="1"/>
                  </a:cubicBezTo>
                  <a:cubicBezTo>
                    <a:pt x="19" y="1"/>
                    <a:pt x="19" y="0"/>
                    <a:pt x="19" y="0"/>
                  </a:cubicBezTo>
                  <a:cubicBezTo>
                    <a:pt x="16" y="4"/>
                    <a:pt x="13" y="7"/>
                    <a:pt x="10" y="10"/>
                  </a:cubicBezTo>
                  <a:cubicBezTo>
                    <a:pt x="7" y="13"/>
                    <a:pt x="4" y="16"/>
                    <a:pt x="1" y="18"/>
                  </a:cubicBezTo>
                  <a:cubicBezTo>
                    <a:pt x="1" y="18"/>
                    <a:pt x="0" y="19"/>
                    <a:pt x="0" y="19"/>
                  </a:cubicBezTo>
                  <a:cubicBezTo>
                    <a:pt x="0" y="19"/>
                    <a:pt x="0" y="20"/>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5" name="Freeform 9"/>
            <p:cNvSpPr/>
            <p:nvPr/>
          </p:nvSpPr>
          <p:spPr bwMode="auto">
            <a:xfrm>
              <a:off x="3946525" y="21177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6" name="Freeform 10"/>
            <p:cNvSpPr/>
            <p:nvPr/>
          </p:nvSpPr>
          <p:spPr bwMode="auto">
            <a:xfrm>
              <a:off x="3968750" y="2117726"/>
              <a:ext cx="46038" cy="68263"/>
            </a:xfrm>
            <a:custGeom>
              <a:avLst/>
              <a:gdLst>
                <a:gd name="T0" fmla="*/ 0 w 2"/>
                <a:gd name="T1" fmla="*/ 1 h 3"/>
                <a:gd name="T2" fmla="*/ 1 w 2"/>
                <a:gd name="T3" fmla="*/ 2 h 3"/>
                <a:gd name="T4" fmla="*/ 1 w 2"/>
                <a:gd name="T5" fmla="*/ 2 h 3"/>
                <a:gd name="T6" fmla="*/ 0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1" y="1"/>
                    <a:pt x="1" y="1"/>
                    <a:pt x="1" y="2"/>
                  </a:cubicBezTo>
                  <a:cubicBezTo>
                    <a:pt x="1" y="2"/>
                    <a:pt x="1" y="3"/>
                    <a:pt x="1" y="2"/>
                  </a:cubicBezTo>
                  <a:cubicBezTo>
                    <a:pt x="2" y="1"/>
                    <a:pt x="1" y="1"/>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7" name="Freeform 11"/>
            <p:cNvSpPr/>
            <p:nvPr/>
          </p:nvSpPr>
          <p:spPr bwMode="auto">
            <a:xfrm>
              <a:off x="3398838" y="1933576"/>
              <a:ext cx="525463" cy="731838"/>
            </a:xfrm>
            <a:custGeom>
              <a:avLst/>
              <a:gdLst>
                <a:gd name="T0" fmla="*/ 22 w 23"/>
                <a:gd name="T1" fmla="*/ 9 h 32"/>
                <a:gd name="T2" fmla="*/ 22 w 23"/>
                <a:gd name="T3" fmla="*/ 2 h 32"/>
                <a:gd name="T4" fmla="*/ 21 w 23"/>
                <a:gd name="T5" fmla="*/ 2 h 32"/>
                <a:gd name="T6" fmla="*/ 23 w 23"/>
                <a:gd name="T7" fmla="*/ 11 h 32"/>
                <a:gd name="T8" fmla="*/ 23 w 23"/>
                <a:gd name="T9" fmla="*/ 11 h 32"/>
                <a:gd name="T10" fmla="*/ 22 w 23"/>
                <a:gd name="T11" fmla="*/ 8 h 32"/>
                <a:gd name="T12" fmla="*/ 22 w 23"/>
                <a:gd name="T13" fmla="*/ 5 h 32"/>
                <a:gd name="T14" fmla="*/ 22 w 23"/>
                <a:gd name="T15" fmla="*/ 0 h 32"/>
                <a:gd name="T16" fmla="*/ 22 w 23"/>
                <a:gd name="T17" fmla="*/ 0 h 32"/>
                <a:gd name="T18" fmla="*/ 20 w 23"/>
                <a:gd name="T19" fmla="*/ 1 h 32"/>
                <a:gd name="T20" fmla="*/ 19 w 23"/>
                <a:gd name="T21" fmla="*/ 2 h 32"/>
                <a:gd name="T22" fmla="*/ 14 w 23"/>
                <a:gd name="T23" fmla="*/ 7 h 32"/>
                <a:gd name="T24" fmla="*/ 7 w 23"/>
                <a:gd name="T25" fmla="*/ 16 h 32"/>
                <a:gd name="T26" fmla="*/ 6 w 23"/>
                <a:gd name="T27" fmla="*/ 18 h 32"/>
                <a:gd name="T28" fmla="*/ 5 w 23"/>
                <a:gd name="T29" fmla="*/ 20 h 32"/>
                <a:gd name="T30" fmla="*/ 2 w 23"/>
                <a:gd name="T31" fmla="*/ 23 h 32"/>
                <a:gd name="T32" fmla="*/ 3 w 23"/>
                <a:gd name="T33" fmla="*/ 32 h 32"/>
                <a:gd name="T34" fmla="*/ 3 w 23"/>
                <a:gd name="T35" fmla="*/ 32 h 32"/>
                <a:gd name="T36" fmla="*/ 1 w 23"/>
                <a:gd name="T37" fmla="*/ 28 h 32"/>
                <a:gd name="T38" fmla="*/ 2 w 23"/>
                <a:gd name="T39" fmla="*/ 23 h 32"/>
                <a:gd name="T40" fmla="*/ 4 w 23"/>
                <a:gd name="T41" fmla="*/ 18 h 32"/>
                <a:gd name="T42" fmla="*/ 8 w 23"/>
                <a:gd name="T43" fmla="*/ 13 h 32"/>
                <a:gd name="T44" fmla="*/ 13 w 23"/>
                <a:gd name="T45" fmla="*/ 7 h 32"/>
                <a:gd name="T46" fmla="*/ 16 w 23"/>
                <a:gd name="T47" fmla="*/ 4 h 32"/>
                <a:gd name="T48" fmla="*/ 19 w 23"/>
                <a:gd name="T49" fmla="*/ 2 h 32"/>
                <a:gd name="T50" fmla="*/ 19 w 23"/>
                <a:gd name="T51" fmla="*/ 2 h 32"/>
                <a:gd name="T52" fmla="*/ 15 w 23"/>
                <a:gd name="T53" fmla="*/ 5 h 32"/>
                <a:gd name="T54" fmla="*/ 10 w 23"/>
                <a:gd name="T55" fmla="*/ 10 h 32"/>
                <a:gd name="T56" fmla="*/ 7 w 23"/>
                <a:gd name="T57" fmla="*/ 14 h 32"/>
                <a:gd name="T58" fmla="*/ 3 w 23"/>
                <a:gd name="T59" fmla="*/ 19 h 32"/>
                <a:gd name="T60" fmla="*/ 1 w 23"/>
                <a:gd name="T61" fmla="*/ 26 h 32"/>
                <a:gd name="T62" fmla="*/ 1 w 23"/>
                <a:gd name="T63" fmla="*/ 29 h 32"/>
                <a:gd name="T64" fmla="*/ 3 w 23"/>
                <a:gd name="T65" fmla="*/ 32 h 32"/>
                <a:gd name="T66" fmla="*/ 3 w 23"/>
                <a:gd name="T67" fmla="*/ 32 h 32"/>
                <a:gd name="T68" fmla="*/ 2 w 23"/>
                <a:gd name="T69" fmla="*/ 27 h 32"/>
                <a:gd name="T70" fmla="*/ 2 w 23"/>
                <a:gd name="T71" fmla="*/ 24 h 32"/>
                <a:gd name="T72" fmla="*/ 4 w 23"/>
                <a:gd name="T73" fmla="*/ 22 h 32"/>
                <a:gd name="T74" fmla="*/ 6 w 23"/>
                <a:gd name="T75" fmla="*/ 19 h 32"/>
                <a:gd name="T76" fmla="*/ 7 w 23"/>
                <a:gd name="T77" fmla="*/ 17 h 32"/>
                <a:gd name="T78" fmla="*/ 10 w 23"/>
                <a:gd name="T79" fmla="*/ 12 h 32"/>
                <a:gd name="T80" fmla="*/ 16 w 23"/>
                <a:gd name="T81" fmla="*/ 6 h 32"/>
                <a:gd name="T82" fmla="*/ 19 w 23"/>
                <a:gd name="T83" fmla="*/ 2 h 32"/>
                <a:gd name="T84" fmla="*/ 20 w 23"/>
                <a:gd name="T85" fmla="*/ 1 h 32"/>
                <a:gd name="T86" fmla="*/ 22 w 23"/>
                <a:gd name="T87" fmla="*/ 0 h 32"/>
                <a:gd name="T88" fmla="*/ 21 w 23"/>
                <a:gd name="T89" fmla="*/ 0 h 32"/>
                <a:gd name="T90" fmla="*/ 22 w 23"/>
                <a:gd name="T91" fmla="*/ 5 h 32"/>
                <a:gd name="T92" fmla="*/ 22 w 23"/>
                <a:gd name="T93" fmla="*/ 8 h 32"/>
                <a:gd name="T94" fmla="*/ 23 w 23"/>
                <a:gd name="T95" fmla="*/ 11 h 32"/>
                <a:gd name="T96" fmla="*/ 23 w 23"/>
                <a:gd name="T97" fmla="*/ 11 h 32"/>
                <a:gd name="T98" fmla="*/ 22 w 23"/>
                <a:gd name="T99" fmla="*/ 2 h 32"/>
                <a:gd name="T100" fmla="*/ 21 w 23"/>
                <a:gd name="T101" fmla="*/ 2 h 32"/>
                <a:gd name="T102" fmla="*/ 22 w 23"/>
                <a:gd name="T103" fmla="*/ 9 h 32"/>
                <a:gd name="T104" fmla="*/ 22 w 23"/>
                <a:gd name="T105" fmla="*/ 9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 h="32">
                  <a:moveTo>
                    <a:pt x="22" y="9"/>
                  </a:moveTo>
                  <a:cubicBezTo>
                    <a:pt x="22" y="7"/>
                    <a:pt x="22" y="4"/>
                    <a:pt x="22" y="2"/>
                  </a:cubicBezTo>
                  <a:cubicBezTo>
                    <a:pt x="22" y="1"/>
                    <a:pt x="21" y="1"/>
                    <a:pt x="21" y="2"/>
                  </a:cubicBezTo>
                  <a:cubicBezTo>
                    <a:pt x="22" y="5"/>
                    <a:pt x="22" y="8"/>
                    <a:pt x="23" y="11"/>
                  </a:cubicBezTo>
                  <a:cubicBezTo>
                    <a:pt x="23" y="11"/>
                    <a:pt x="23" y="11"/>
                    <a:pt x="23" y="11"/>
                  </a:cubicBezTo>
                  <a:cubicBezTo>
                    <a:pt x="23" y="10"/>
                    <a:pt x="23" y="9"/>
                    <a:pt x="22" y="8"/>
                  </a:cubicBezTo>
                  <a:cubicBezTo>
                    <a:pt x="22" y="7"/>
                    <a:pt x="22" y="6"/>
                    <a:pt x="22" y="5"/>
                  </a:cubicBezTo>
                  <a:cubicBezTo>
                    <a:pt x="22" y="3"/>
                    <a:pt x="22" y="2"/>
                    <a:pt x="22" y="0"/>
                  </a:cubicBezTo>
                  <a:cubicBezTo>
                    <a:pt x="22" y="0"/>
                    <a:pt x="22" y="0"/>
                    <a:pt x="22" y="0"/>
                  </a:cubicBezTo>
                  <a:cubicBezTo>
                    <a:pt x="21" y="0"/>
                    <a:pt x="20" y="0"/>
                    <a:pt x="20" y="1"/>
                  </a:cubicBezTo>
                  <a:cubicBezTo>
                    <a:pt x="19" y="1"/>
                    <a:pt x="19" y="2"/>
                    <a:pt x="19" y="2"/>
                  </a:cubicBezTo>
                  <a:cubicBezTo>
                    <a:pt x="17" y="4"/>
                    <a:pt x="16" y="6"/>
                    <a:pt x="14" y="7"/>
                  </a:cubicBezTo>
                  <a:cubicBezTo>
                    <a:pt x="12" y="10"/>
                    <a:pt x="9" y="13"/>
                    <a:pt x="7" y="16"/>
                  </a:cubicBezTo>
                  <a:cubicBezTo>
                    <a:pt x="7" y="16"/>
                    <a:pt x="6" y="17"/>
                    <a:pt x="6" y="18"/>
                  </a:cubicBezTo>
                  <a:cubicBezTo>
                    <a:pt x="6" y="18"/>
                    <a:pt x="6" y="19"/>
                    <a:pt x="5" y="20"/>
                  </a:cubicBezTo>
                  <a:cubicBezTo>
                    <a:pt x="4" y="21"/>
                    <a:pt x="3" y="22"/>
                    <a:pt x="2" y="23"/>
                  </a:cubicBezTo>
                  <a:cubicBezTo>
                    <a:pt x="1" y="26"/>
                    <a:pt x="2" y="29"/>
                    <a:pt x="3" y="32"/>
                  </a:cubicBezTo>
                  <a:cubicBezTo>
                    <a:pt x="3" y="32"/>
                    <a:pt x="3" y="32"/>
                    <a:pt x="3" y="32"/>
                  </a:cubicBezTo>
                  <a:cubicBezTo>
                    <a:pt x="2" y="31"/>
                    <a:pt x="1" y="29"/>
                    <a:pt x="1" y="28"/>
                  </a:cubicBezTo>
                  <a:cubicBezTo>
                    <a:pt x="1" y="26"/>
                    <a:pt x="1" y="24"/>
                    <a:pt x="2" y="23"/>
                  </a:cubicBezTo>
                  <a:cubicBezTo>
                    <a:pt x="2" y="21"/>
                    <a:pt x="3" y="19"/>
                    <a:pt x="4" y="18"/>
                  </a:cubicBezTo>
                  <a:cubicBezTo>
                    <a:pt x="5" y="16"/>
                    <a:pt x="7" y="14"/>
                    <a:pt x="8" y="13"/>
                  </a:cubicBezTo>
                  <a:cubicBezTo>
                    <a:pt x="10" y="11"/>
                    <a:pt x="12" y="9"/>
                    <a:pt x="13" y="7"/>
                  </a:cubicBezTo>
                  <a:cubicBezTo>
                    <a:pt x="14" y="6"/>
                    <a:pt x="15" y="5"/>
                    <a:pt x="16" y="4"/>
                  </a:cubicBezTo>
                  <a:cubicBezTo>
                    <a:pt x="17" y="4"/>
                    <a:pt x="18" y="3"/>
                    <a:pt x="19" y="2"/>
                  </a:cubicBezTo>
                  <a:cubicBezTo>
                    <a:pt x="19" y="2"/>
                    <a:pt x="19" y="2"/>
                    <a:pt x="19" y="2"/>
                  </a:cubicBezTo>
                  <a:cubicBezTo>
                    <a:pt x="17" y="2"/>
                    <a:pt x="16" y="4"/>
                    <a:pt x="15" y="5"/>
                  </a:cubicBezTo>
                  <a:cubicBezTo>
                    <a:pt x="13" y="7"/>
                    <a:pt x="12" y="8"/>
                    <a:pt x="10" y="10"/>
                  </a:cubicBezTo>
                  <a:cubicBezTo>
                    <a:pt x="9" y="11"/>
                    <a:pt x="8" y="13"/>
                    <a:pt x="7" y="14"/>
                  </a:cubicBezTo>
                  <a:cubicBezTo>
                    <a:pt x="5" y="16"/>
                    <a:pt x="4" y="17"/>
                    <a:pt x="3" y="19"/>
                  </a:cubicBezTo>
                  <a:cubicBezTo>
                    <a:pt x="2" y="21"/>
                    <a:pt x="1" y="24"/>
                    <a:pt x="1" y="26"/>
                  </a:cubicBezTo>
                  <a:cubicBezTo>
                    <a:pt x="0" y="27"/>
                    <a:pt x="1" y="28"/>
                    <a:pt x="1" y="29"/>
                  </a:cubicBezTo>
                  <a:cubicBezTo>
                    <a:pt x="1" y="30"/>
                    <a:pt x="2" y="31"/>
                    <a:pt x="3" y="32"/>
                  </a:cubicBezTo>
                  <a:cubicBezTo>
                    <a:pt x="3" y="32"/>
                    <a:pt x="3" y="32"/>
                    <a:pt x="3" y="32"/>
                  </a:cubicBezTo>
                  <a:cubicBezTo>
                    <a:pt x="3" y="30"/>
                    <a:pt x="2" y="28"/>
                    <a:pt x="2" y="27"/>
                  </a:cubicBezTo>
                  <a:cubicBezTo>
                    <a:pt x="2" y="26"/>
                    <a:pt x="2" y="25"/>
                    <a:pt x="2" y="24"/>
                  </a:cubicBezTo>
                  <a:cubicBezTo>
                    <a:pt x="3" y="23"/>
                    <a:pt x="3" y="22"/>
                    <a:pt x="4" y="22"/>
                  </a:cubicBezTo>
                  <a:cubicBezTo>
                    <a:pt x="5" y="21"/>
                    <a:pt x="5" y="20"/>
                    <a:pt x="6" y="19"/>
                  </a:cubicBezTo>
                  <a:cubicBezTo>
                    <a:pt x="6" y="19"/>
                    <a:pt x="6" y="18"/>
                    <a:pt x="7" y="17"/>
                  </a:cubicBezTo>
                  <a:cubicBezTo>
                    <a:pt x="8" y="15"/>
                    <a:pt x="9" y="14"/>
                    <a:pt x="10" y="12"/>
                  </a:cubicBezTo>
                  <a:cubicBezTo>
                    <a:pt x="12" y="10"/>
                    <a:pt x="14" y="8"/>
                    <a:pt x="16" y="6"/>
                  </a:cubicBezTo>
                  <a:cubicBezTo>
                    <a:pt x="17" y="5"/>
                    <a:pt x="18" y="3"/>
                    <a:pt x="19" y="2"/>
                  </a:cubicBezTo>
                  <a:cubicBezTo>
                    <a:pt x="19" y="2"/>
                    <a:pt x="20" y="1"/>
                    <a:pt x="20" y="1"/>
                  </a:cubicBezTo>
                  <a:cubicBezTo>
                    <a:pt x="21" y="1"/>
                    <a:pt x="21" y="0"/>
                    <a:pt x="22" y="0"/>
                  </a:cubicBezTo>
                  <a:cubicBezTo>
                    <a:pt x="22" y="0"/>
                    <a:pt x="22" y="0"/>
                    <a:pt x="21" y="0"/>
                  </a:cubicBezTo>
                  <a:cubicBezTo>
                    <a:pt x="22" y="2"/>
                    <a:pt x="22" y="3"/>
                    <a:pt x="22" y="5"/>
                  </a:cubicBezTo>
                  <a:cubicBezTo>
                    <a:pt x="22" y="6"/>
                    <a:pt x="22" y="7"/>
                    <a:pt x="22" y="8"/>
                  </a:cubicBezTo>
                  <a:cubicBezTo>
                    <a:pt x="22" y="9"/>
                    <a:pt x="23" y="10"/>
                    <a:pt x="23" y="11"/>
                  </a:cubicBezTo>
                  <a:cubicBezTo>
                    <a:pt x="23" y="12"/>
                    <a:pt x="23" y="12"/>
                    <a:pt x="23" y="11"/>
                  </a:cubicBezTo>
                  <a:cubicBezTo>
                    <a:pt x="23" y="8"/>
                    <a:pt x="22" y="5"/>
                    <a:pt x="22" y="2"/>
                  </a:cubicBezTo>
                  <a:cubicBezTo>
                    <a:pt x="22" y="2"/>
                    <a:pt x="21" y="2"/>
                    <a:pt x="21" y="2"/>
                  </a:cubicBezTo>
                  <a:cubicBezTo>
                    <a:pt x="22" y="4"/>
                    <a:pt x="22" y="7"/>
                    <a:pt x="22" y="9"/>
                  </a:cubicBezTo>
                  <a:cubicBezTo>
                    <a:pt x="22" y="10"/>
                    <a:pt x="22" y="10"/>
                    <a:pt x="2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8" name="Freeform 12"/>
            <p:cNvSpPr/>
            <p:nvPr/>
          </p:nvSpPr>
          <p:spPr bwMode="auto">
            <a:xfrm>
              <a:off x="3489325" y="2162176"/>
              <a:ext cx="731838" cy="573088"/>
            </a:xfrm>
            <a:custGeom>
              <a:avLst/>
              <a:gdLst>
                <a:gd name="T0" fmla="*/ 29 w 32"/>
                <a:gd name="T1" fmla="*/ 1 h 25"/>
                <a:gd name="T2" fmla="*/ 24 w 32"/>
                <a:gd name="T3" fmla="*/ 1 h 25"/>
                <a:gd name="T4" fmla="*/ 20 w 32"/>
                <a:gd name="T5" fmla="*/ 4 h 25"/>
                <a:gd name="T6" fmla="*/ 30 w 32"/>
                <a:gd name="T7" fmla="*/ 1 h 25"/>
                <a:gd name="T8" fmla="*/ 32 w 32"/>
                <a:gd name="T9" fmla="*/ 1 h 25"/>
                <a:gd name="T10" fmla="*/ 29 w 32"/>
                <a:gd name="T11" fmla="*/ 5 h 25"/>
                <a:gd name="T12" fmla="*/ 17 w 32"/>
                <a:gd name="T13" fmla="*/ 19 h 25"/>
                <a:gd name="T14" fmla="*/ 4 w 32"/>
                <a:gd name="T15" fmla="*/ 24 h 25"/>
                <a:gd name="T16" fmla="*/ 0 w 32"/>
                <a:gd name="T17" fmla="*/ 24 h 25"/>
                <a:gd name="T18" fmla="*/ 4 w 32"/>
                <a:gd name="T19" fmla="*/ 25 h 25"/>
                <a:gd name="T20" fmla="*/ 12 w 32"/>
                <a:gd name="T21" fmla="*/ 22 h 25"/>
                <a:gd name="T22" fmla="*/ 25 w 32"/>
                <a:gd name="T23" fmla="*/ 10 h 25"/>
                <a:gd name="T24" fmla="*/ 32 w 32"/>
                <a:gd name="T25" fmla="*/ 2 h 25"/>
                <a:gd name="T26" fmla="*/ 24 w 32"/>
                <a:gd name="T27" fmla="*/ 11 h 25"/>
                <a:gd name="T28" fmla="*/ 9 w 32"/>
                <a:gd name="T29" fmla="*/ 24 h 25"/>
                <a:gd name="T30" fmla="*/ 1 w 32"/>
                <a:gd name="T31" fmla="*/ 23 h 25"/>
                <a:gd name="T32" fmla="*/ 8 w 32"/>
                <a:gd name="T33" fmla="*/ 24 h 25"/>
                <a:gd name="T34" fmla="*/ 15 w 32"/>
                <a:gd name="T35" fmla="*/ 20 h 25"/>
                <a:gd name="T36" fmla="*/ 31 w 32"/>
                <a:gd name="T37" fmla="*/ 3 h 25"/>
                <a:gd name="T38" fmla="*/ 29 w 32"/>
                <a:gd name="T39" fmla="*/ 4 h 25"/>
                <a:gd name="T40" fmla="*/ 23 w 32"/>
                <a:gd name="T41" fmla="*/ 11 h 25"/>
                <a:gd name="T42" fmla="*/ 10 w 32"/>
                <a:gd name="T43" fmla="*/ 24 h 25"/>
                <a:gd name="T44" fmla="*/ 4 w 32"/>
                <a:gd name="T45" fmla="*/ 25 h 25"/>
                <a:gd name="T46" fmla="*/ 13 w 32"/>
                <a:gd name="T47" fmla="*/ 23 h 25"/>
                <a:gd name="T48" fmla="*/ 22 w 32"/>
                <a:gd name="T49" fmla="*/ 14 h 25"/>
                <a:gd name="T50" fmla="*/ 29 w 32"/>
                <a:gd name="T51" fmla="*/ 5 h 25"/>
                <a:gd name="T52" fmla="*/ 31 w 32"/>
                <a:gd name="T53" fmla="*/ 3 h 25"/>
                <a:gd name="T54" fmla="*/ 18 w 32"/>
                <a:gd name="T55" fmla="*/ 16 h 25"/>
                <a:gd name="T56" fmla="*/ 8 w 32"/>
                <a:gd name="T57" fmla="*/ 24 h 25"/>
                <a:gd name="T58" fmla="*/ 1 w 32"/>
                <a:gd name="T59" fmla="*/ 23 h 25"/>
                <a:gd name="T60" fmla="*/ 10 w 32"/>
                <a:gd name="T61" fmla="*/ 24 h 25"/>
                <a:gd name="T62" fmla="*/ 25 w 32"/>
                <a:gd name="T63" fmla="*/ 10 h 25"/>
                <a:gd name="T64" fmla="*/ 32 w 32"/>
                <a:gd name="T65" fmla="*/ 2 h 25"/>
                <a:gd name="T66" fmla="*/ 25 w 32"/>
                <a:gd name="T67" fmla="*/ 10 h 25"/>
                <a:gd name="T68" fmla="*/ 12 w 32"/>
                <a:gd name="T69" fmla="*/ 22 h 25"/>
                <a:gd name="T70" fmla="*/ 4 w 32"/>
                <a:gd name="T71" fmla="*/ 25 h 25"/>
                <a:gd name="T72" fmla="*/ 0 w 32"/>
                <a:gd name="T73" fmla="*/ 24 h 25"/>
                <a:gd name="T74" fmla="*/ 5 w 32"/>
                <a:gd name="T75" fmla="*/ 25 h 25"/>
                <a:gd name="T76" fmla="*/ 19 w 32"/>
                <a:gd name="T77" fmla="*/ 17 h 25"/>
                <a:gd name="T78" fmla="*/ 30 w 32"/>
                <a:gd name="T79" fmla="*/ 4 h 25"/>
                <a:gd name="T80" fmla="*/ 32 w 32"/>
                <a:gd name="T81" fmla="*/ 1 h 25"/>
                <a:gd name="T82" fmla="*/ 30 w 32"/>
                <a:gd name="T83" fmla="*/ 0 h 25"/>
                <a:gd name="T84" fmla="*/ 20 w 32"/>
                <a:gd name="T85" fmla="*/ 3 h 25"/>
                <a:gd name="T86" fmla="*/ 24 w 32"/>
                <a:gd name="T87" fmla="*/ 2 h 25"/>
                <a:gd name="T88" fmla="*/ 29 w 32"/>
                <a:gd name="T89" fmla="*/ 1 h 25"/>
                <a:gd name="T90" fmla="*/ 22 w 32"/>
                <a:gd name="T91" fmla="*/ 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25">
                  <a:moveTo>
                    <a:pt x="22" y="3"/>
                  </a:moveTo>
                  <a:cubicBezTo>
                    <a:pt x="25" y="2"/>
                    <a:pt x="27" y="2"/>
                    <a:pt x="29" y="1"/>
                  </a:cubicBezTo>
                  <a:cubicBezTo>
                    <a:pt x="29" y="1"/>
                    <a:pt x="29" y="1"/>
                    <a:pt x="29" y="1"/>
                  </a:cubicBezTo>
                  <a:cubicBezTo>
                    <a:pt x="27" y="0"/>
                    <a:pt x="26" y="1"/>
                    <a:pt x="24" y="1"/>
                  </a:cubicBezTo>
                  <a:cubicBezTo>
                    <a:pt x="23" y="2"/>
                    <a:pt x="21" y="3"/>
                    <a:pt x="20" y="3"/>
                  </a:cubicBezTo>
                  <a:cubicBezTo>
                    <a:pt x="20" y="3"/>
                    <a:pt x="20" y="4"/>
                    <a:pt x="20" y="4"/>
                  </a:cubicBezTo>
                  <a:cubicBezTo>
                    <a:pt x="23" y="3"/>
                    <a:pt x="25" y="2"/>
                    <a:pt x="27" y="1"/>
                  </a:cubicBezTo>
                  <a:cubicBezTo>
                    <a:pt x="28" y="1"/>
                    <a:pt x="29" y="1"/>
                    <a:pt x="30" y="1"/>
                  </a:cubicBezTo>
                  <a:cubicBezTo>
                    <a:pt x="30" y="1"/>
                    <a:pt x="31" y="0"/>
                    <a:pt x="32" y="1"/>
                  </a:cubicBezTo>
                  <a:cubicBezTo>
                    <a:pt x="32" y="1"/>
                    <a:pt x="32" y="1"/>
                    <a:pt x="32" y="1"/>
                  </a:cubicBezTo>
                  <a:cubicBezTo>
                    <a:pt x="32" y="1"/>
                    <a:pt x="31" y="2"/>
                    <a:pt x="31" y="3"/>
                  </a:cubicBezTo>
                  <a:cubicBezTo>
                    <a:pt x="30" y="3"/>
                    <a:pt x="29" y="4"/>
                    <a:pt x="29" y="5"/>
                  </a:cubicBezTo>
                  <a:cubicBezTo>
                    <a:pt x="28" y="7"/>
                    <a:pt x="26" y="8"/>
                    <a:pt x="25" y="10"/>
                  </a:cubicBezTo>
                  <a:cubicBezTo>
                    <a:pt x="22" y="13"/>
                    <a:pt x="20" y="16"/>
                    <a:pt x="17" y="19"/>
                  </a:cubicBezTo>
                  <a:cubicBezTo>
                    <a:pt x="15" y="22"/>
                    <a:pt x="12" y="23"/>
                    <a:pt x="9" y="24"/>
                  </a:cubicBezTo>
                  <a:cubicBezTo>
                    <a:pt x="8" y="25"/>
                    <a:pt x="6" y="25"/>
                    <a:pt x="4" y="24"/>
                  </a:cubicBezTo>
                  <a:cubicBezTo>
                    <a:pt x="4" y="24"/>
                    <a:pt x="3" y="24"/>
                    <a:pt x="2" y="24"/>
                  </a:cubicBezTo>
                  <a:cubicBezTo>
                    <a:pt x="2" y="24"/>
                    <a:pt x="1" y="23"/>
                    <a:pt x="0" y="24"/>
                  </a:cubicBezTo>
                  <a:cubicBezTo>
                    <a:pt x="0" y="24"/>
                    <a:pt x="0" y="24"/>
                    <a:pt x="0" y="24"/>
                  </a:cubicBezTo>
                  <a:cubicBezTo>
                    <a:pt x="1" y="25"/>
                    <a:pt x="2" y="25"/>
                    <a:pt x="4" y="25"/>
                  </a:cubicBezTo>
                  <a:cubicBezTo>
                    <a:pt x="5" y="25"/>
                    <a:pt x="6" y="25"/>
                    <a:pt x="7" y="25"/>
                  </a:cubicBezTo>
                  <a:cubicBezTo>
                    <a:pt x="9" y="24"/>
                    <a:pt x="11" y="23"/>
                    <a:pt x="12" y="22"/>
                  </a:cubicBezTo>
                  <a:cubicBezTo>
                    <a:pt x="14" y="21"/>
                    <a:pt x="16" y="20"/>
                    <a:pt x="17" y="19"/>
                  </a:cubicBezTo>
                  <a:cubicBezTo>
                    <a:pt x="20" y="16"/>
                    <a:pt x="23" y="13"/>
                    <a:pt x="25" y="10"/>
                  </a:cubicBezTo>
                  <a:cubicBezTo>
                    <a:pt x="27" y="9"/>
                    <a:pt x="28" y="7"/>
                    <a:pt x="29" y="6"/>
                  </a:cubicBezTo>
                  <a:cubicBezTo>
                    <a:pt x="30" y="4"/>
                    <a:pt x="31" y="3"/>
                    <a:pt x="32" y="2"/>
                  </a:cubicBezTo>
                  <a:cubicBezTo>
                    <a:pt x="32" y="2"/>
                    <a:pt x="32" y="2"/>
                    <a:pt x="32" y="2"/>
                  </a:cubicBezTo>
                  <a:cubicBezTo>
                    <a:pt x="29" y="5"/>
                    <a:pt x="26" y="8"/>
                    <a:pt x="24" y="11"/>
                  </a:cubicBezTo>
                  <a:cubicBezTo>
                    <a:pt x="21" y="14"/>
                    <a:pt x="19" y="17"/>
                    <a:pt x="16" y="20"/>
                  </a:cubicBezTo>
                  <a:cubicBezTo>
                    <a:pt x="14" y="22"/>
                    <a:pt x="11" y="23"/>
                    <a:pt x="9" y="24"/>
                  </a:cubicBezTo>
                  <a:cubicBezTo>
                    <a:pt x="6" y="25"/>
                    <a:pt x="3" y="25"/>
                    <a:pt x="1" y="23"/>
                  </a:cubicBezTo>
                  <a:cubicBezTo>
                    <a:pt x="1" y="23"/>
                    <a:pt x="1" y="23"/>
                    <a:pt x="1" y="23"/>
                  </a:cubicBezTo>
                  <a:cubicBezTo>
                    <a:pt x="2" y="23"/>
                    <a:pt x="4" y="24"/>
                    <a:pt x="6" y="24"/>
                  </a:cubicBezTo>
                  <a:cubicBezTo>
                    <a:pt x="7" y="24"/>
                    <a:pt x="8" y="24"/>
                    <a:pt x="8" y="24"/>
                  </a:cubicBezTo>
                  <a:cubicBezTo>
                    <a:pt x="9" y="24"/>
                    <a:pt x="10" y="24"/>
                    <a:pt x="11" y="23"/>
                  </a:cubicBezTo>
                  <a:cubicBezTo>
                    <a:pt x="12" y="23"/>
                    <a:pt x="14" y="21"/>
                    <a:pt x="15" y="20"/>
                  </a:cubicBezTo>
                  <a:cubicBezTo>
                    <a:pt x="16" y="19"/>
                    <a:pt x="18" y="17"/>
                    <a:pt x="19" y="16"/>
                  </a:cubicBezTo>
                  <a:cubicBezTo>
                    <a:pt x="23" y="12"/>
                    <a:pt x="27" y="7"/>
                    <a:pt x="31" y="3"/>
                  </a:cubicBezTo>
                  <a:cubicBezTo>
                    <a:pt x="31" y="3"/>
                    <a:pt x="31" y="2"/>
                    <a:pt x="31" y="3"/>
                  </a:cubicBezTo>
                  <a:cubicBezTo>
                    <a:pt x="30" y="3"/>
                    <a:pt x="30" y="4"/>
                    <a:pt x="29" y="4"/>
                  </a:cubicBezTo>
                  <a:cubicBezTo>
                    <a:pt x="29" y="5"/>
                    <a:pt x="28" y="6"/>
                    <a:pt x="28" y="7"/>
                  </a:cubicBezTo>
                  <a:cubicBezTo>
                    <a:pt x="26" y="8"/>
                    <a:pt x="25" y="10"/>
                    <a:pt x="23" y="11"/>
                  </a:cubicBezTo>
                  <a:cubicBezTo>
                    <a:pt x="21" y="14"/>
                    <a:pt x="18" y="18"/>
                    <a:pt x="15" y="21"/>
                  </a:cubicBezTo>
                  <a:cubicBezTo>
                    <a:pt x="13" y="22"/>
                    <a:pt x="12" y="24"/>
                    <a:pt x="10" y="24"/>
                  </a:cubicBezTo>
                  <a:cubicBezTo>
                    <a:pt x="8" y="25"/>
                    <a:pt x="6" y="25"/>
                    <a:pt x="4" y="24"/>
                  </a:cubicBezTo>
                  <a:cubicBezTo>
                    <a:pt x="3" y="24"/>
                    <a:pt x="3" y="25"/>
                    <a:pt x="4" y="25"/>
                  </a:cubicBezTo>
                  <a:cubicBezTo>
                    <a:pt x="5" y="25"/>
                    <a:pt x="7" y="25"/>
                    <a:pt x="9" y="25"/>
                  </a:cubicBezTo>
                  <a:cubicBezTo>
                    <a:pt x="10" y="25"/>
                    <a:pt x="12" y="24"/>
                    <a:pt x="13" y="23"/>
                  </a:cubicBezTo>
                  <a:cubicBezTo>
                    <a:pt x="15" y="22"/>
                    <a:pt x="16" y="20"/>
                    <a:pt x="17" y="19"/>
                  </a:cubicBezTo>
                  <a:cubicBezTo>
                    <a:pt x="19" y="17"/>
                    <a:pt x="20" y="15"/>
                    <a:pt x="22" y="14"/>
                  </a:cubicBezTo>
                  <a:cubicBezTo>
                    <a:pt x="23" y="12"/>
                    <a:pt x="25" y="10"/>
                    <a:pt x="27" y="8"/>
                  </a:cubicBezTo>
                  <a:cubicBezTo>
                    <a:pt x="28" y="7"/>
                    <a:pt x="28" y="6"/>
                    <a:pt x="29" y="5"/>
                  </a:cubicBezTo>
                  <a:cubicBezTo>
                    <a:pt x="30" y="4"/>
                    <a:pt x="30" y="3"/>
                    <a:pt x="31" y="3"/>
                  </a:cubicBezTo>
                  <a:cubicBezTo>
                    <a:pt x="31" y="3"/>
                    <a:pt x="31" y="3"/>
                    <a:pt x="31" y="3"/>
                  </a:cubicBezTo>
                  <a:cubicBezTo>
                    <a:pt x="28" y="6"/>
                    <a:pt x="26" y="9"/>
                    <a:pt x="23" y="12"/>
                  </a:cubicBezTo>
                  <a:cubicBezTo>
                    <a:pt x="21" y="13"/>
                    <a:pt x="20" y="15"/>
                    <a:pt x="18" y="16"/>
                  </a:cubicBezTo>
                  <a:cubicBezTo>
                    <a:pt x="17" y="18"/>
                    <a:pt x="15" y="19"/>
                    <a:pt x="14" y="20"/>
                  </a:cubicBezTo>
                  <a:cubicBezTo>
                    <a:pt x="12" y="22"/>
                    <a:pt x="10" y="24"/>
                    <a:pt x="8" y="24"/>
                  </a:cubicBezTo>
                  <a:cubicBezTo>
                    <a:pt x="5" y="24"/>
                    <a:pt x="3" y="23"/>
                    <a:pt x="1" y="23"/>
                  </a:cubicBezTo>
                  <a:cubicBezTo>
                    <a:pt x="0" y="23"/>
                    <a:pt x="0" y="23"/>
                    <a:pt x="1" y="23"/>
                  </a:cubicBezTo>
                  <a:cubicBezTo>
                    <a:pt x="2" y="24"/>
                    <a:pt x="4" y="25"/>
                    <a:pt x="5" y="25"/>
                  </a:cubicBezTo>
                  <a:cubicBezTo>
                    <a:pt x="7" y="25"/>
                    <a:pt x="8" y="25"/>
                    <a:pt x="10" y="24"/>
                  </a:cubicBezTo>
                  <a:cubicBezTo>
                    <a:pt x="13" y="23"/>
                    <a:pt x="16" y="20"/>
                    <a:pt x="18" y="18"/>
                  </a:cubicBezTo>
                  <a:cubicBezTo>
                    <a:pt x="21" y="15"/>
                    <a:pt x="23" y="13"/>
                    <a:pt x="25" y="10"/>
                  </a:cubicBezTo>
                  <a:cubicBezTo>
                    <a:pt x="28" y="7"/>
                    <a:pt x="30" y="5"/>
                    <a:pt x="32" y="2"/>
                  </a:cubicBezTo>
                  <a:cubicBezTo>
                    <a:pt x="32" y="2"/>
                    <a:pt x="32" y="2"/>
                    <a:pt x="32" y="2"/>
                  </a:cubicBezTo>
                  <a:cubicBezTo>
                    <a:pt x="30" y="3"/>
                    <a:pt x="29" y="4"/>
                    <a:pt x="28" y="6"/>
                  </a:cubicBezTo>
                  <a:cubicBezTo>
                    <a:pt x="27" y="7"/>
                    <a:pt x="26" y="9"/>
                    <a:pt x="25" y="10"/>
                  </a:cubicBezTo>
                  <a:cubicBezTo>
                    <a:pt x="22" y="13"/>
                    <a:pt x="19" y="16"/>
                    <a:pt x="16" y="19"/>
                  </a:cubicBezTo>
                  <a:cubicBezTo>
                    <a:pt x="15" y="20"/>
                    <a:pt x="13" y="21"/>
                    <a:pt x="12" y="22"/>
                  </a:cubicBezTo>
                  <a:cubicBezTo>
                    <a:pt x="10" y="23"/>
                    <a:pt x="9" y="24"/>
                    <a:pt x="7" y="25"/>
                  </a:cubicBezTo>
                  <a:cubicBezTo>
                    <a:pt x="6" y="25"/>
                    <a:pt x="5" y="25"/>
                    <a:pt x="4" y="25"/>
                  </a:cubicBezTo>
                  <a:cubicBezTo>
                    <a:pt x="3" y="25"/>
                    <a:pt x="1" y="25"/>
                    <a:pt x="0" y="24"/>
                  </a:cubicBezTo>
                  <a:cubicBezTo>
                    <a:pt x="0" y="24"/>
                    <a:pt x="0" y="24"/>
                    <a:pt x="0" y="24"/>
                  </a:cubicBezTo>
                  <a:cubicBezTo>
                    <a:pt x="1" y="24"/>
                    <a:pt x="2" y="24"/>
                    <a:pt x="3" y="24"/>
                  </a:cubicBezTo>
                  <a:cubicBezTo>
                    <a:pt x="4" y="25"/>
                    <a:pt x="4" y="25"/>
                    <a:pt x="5" y="25"/>
                  </a:cubicBezTo>
                  <a:cubicBezTo>
                    <a:pt x="7" y="25"/>
                    <a:pt x="9" y="25"/>
                    <a:pt x="11" y="24"/>
                  </a:cubicBezTo>
                  <a:cubicBezTo>
                    <a:pt x="14" y="23"/>
                    <a:pt x="17" y="20"/>
                    <a:pt x="19" y="17"/>
                  </a:cubicBezTo>
                  <a:cubicBezTo>
                    <a:pt x="22" y="15"/>
                    <a:pt x="24" y="12"/>
                    <a:pt x="26" y="9"/>
                  </a:cubicBezTo>
                  <a:cubicBezTo>
                    <a:pt x="27" y="7"/>
                    <a:pt x="29" y="6"/>
                    <a:pt x="30" y="4"/>
                  </a:cubicBezTo>
                  <a:cubicBezTo>
                    <a:pt x="30" y="4"/>
                    <a:pt x="31" y="3"/>
                    <a:pt x="31" y="3"/>
                  </a:cubicBezTo>
                  <a:cubicBezTo>
                    <a:pt x="32" y="2"/>
                    <a:pt x="32" y="1"/>
                    <a:pt x="32" y="1"/>
                  </a:cubicBezTo>
                  <a:cubicBezTo>
                    <a:pt x="32" y="1"/>
                    <a:pt x="32" y="0"/>
                    <a:pt x="32" y="0"/>
                  </a:cubicBezTo>
                  <a:cubicBezTo>
                    <a:pt x="32" y="0"/>
                    <a:pt x="31" y="0"/>
                    <a:pt x="30" y="0"/>
                  </a:cubicBezTo>
                  <a:cubicBezTo>
                    <a:pt x="29" y="0"/>
                    <a:pt x="28" y="1"/>
                    <a:pt x="28" y="1"/>
                  </a:cubicBezTo>
                  <a:cubicBezTo>
                    <a:pt x="25" y="2"/>
                    <a:pt x="23" y="3"/>
                    <a:pt x="20" y="3"/>
                  </a:cubicBezTo>
                  <a:cubicBezTo>
                    <a:pt x="20" y="3"/>
                    <a:pt x="20" y="4"/>
                    <a:pt x="20" y="4"/>
                  </a:cubicBezTo>
                  <a:cubicBezTo>
                    <a:pt x="22" y="3"/>
                    <a:pt x="23" y="2"/>
                    <a:pt x="24" y="2"/>
                  </a:cubicBezTo>
                  <a:cubicBezTo>
                    <a:pt x="26" y="1"/>
                    <a:pt x="27" y="1"/>
                    <a:pt x="29" y="1"/>
                  </a:cubicBezTo>
                  <a:cubicBezTo>
                    <a:pt x="29" y="1"/>
                    <a:pt x="29" y="1"/>
                    <a:pt x="29" y="1"/>
                  </a:cubicBezTo>
                  <a:cubicBezTo>
                    <a:pt x="27" y="2"/>
                    <a:pt x="24" y="2"/>
                    <a:pt x="22" y="2"/>
                  </a:cubicBezTo>
                  <a:cubicBezTo>
                    <a:pt x="22" y="2"/>
                    <a:pt x="22" y="3"/>
                    <a:pt x="2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9" name="Freeform 13"/>
            <p:cNvSpPr/>
            <p:nvPr/>
          </p:nvSpPr>
          <p:spPr bwMode="auto">
            <a:xfrm>
              <a:off x="3603625" y="2643188"/>
              <a:ext cx="160338" cy="22225"/>
            </a:xfrm>
            <a:custGeom>
              <a:avLst/>
              <a:gdLst>
                <a:gd name="T0" fmla="*/ 0 w 7"/>
                <a:gd name="T1" fmla="*/ 0 h 1"/>
                <a:gd name="T2" fmla="*/ 3 w 7"/>
                <a:gd name="T3" fmla="*/ 1 h 1"/>
                <a:gd name="T4" fmla="*/ 7 w 7"/>
                <a:gd name="T5" fmla="*/ 1 h 1"/>
                <a:gd name="T6" fmla="*/ 7 w 7"/>
                <a:gd name="T7" fmla="*/ 0 h 1"/>
                <a:gd name="T8" fmla="*/ 3 w 7"/>
                <a:gd name="T9" fmla="*/ 1 h 1"/>
                <a:gd name="T10" fmla="*/ 0 w 7"/>
                <a:gd name="T11" fmla="*/ 0 h 1"/>
                <a:gd name="T12" fmla="*/ 0 w 7"/>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7" h="1">
                  <a:moveTo>
                    <a:pt x="0" y="0"/>
                  </a:moveTo>
                  <a:cubicBezTo>
                    <a:pt x="1" y="1"/>
                    <a:pt x="2" y="1"/>
                    <a:pt x="3" y="1"/>
                  </a:cubicBezTo>
                  <a:cubicBezTo>
                    <a:pt x="5" y="1"/>
                    <a:pt x="6" y="1"/>
                    <a:pt x="7" y="1"/>
                  </a:cubicBezTo>
                  <a:cubicBezTo>
                    <a:pt x="7" y="0"/>
                    <a:pt x="7" y="0"/>
                    <a:pt x="7" y="0"/>
                  </a:cubicBezTo>
                  <a:cubicBezTo>
                    <a:pt x="6" y="1"/>
                    <a:pt x="5" y="1"/>
                    <a:pt x="3" y="1"/>
                  </a:cubicBezTo>
                  <a:cubicBezTo>
                    <a:pt x="2" y="0"/>
                    <a:pt x="1"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0" name="Freeform 14"/>
            <p:cNvSpPr/>
            <p:nvPr/>
          </p:nvSpPr>
          <p:spPr bwMode="auto">
            <a:xfrm>
              <a:off x="3603625" y="2597151"/>
              <a:ext cx="206375" cy="23813"/>
            </a:xfrm>
            <a:custGeom>
              <a:avLst/>
              <a:gdLst>
                <a:gd name="T0" fmla="*/ 1 w 9"/>
                <a:gd name="T1" fmla="*/ 1 h 1"/>
                <a:gd name="T2" fmla="*/ 9 w 9"/>
                <a:gd name="T3" fmla="*/ 0 h 1"/>
                <a:gd name="T4" fmla="*/ 9 w 9"/>
                <a:gd name="T5" fmla="*/ 0 h 1"/>
                <a:gd name="T6" fmla="*/ 1 w 9"/>
                <a:gd name="T7" fmla="*/ 0 h 1"/>
                <a:gd name="T8" fmla="*/ 1 w 9"/>
                <a:gd name="T9" fmla="*/ 1 h 1"/>
              </a:gdLst>
              <a:ahLst/>
              <a:cxnLst>
                <a:cxn ang="0">
                  <a:pos x="T0" y="T1"/>
                </a:cxn>
                <a:cxn ang="0">
                  <a:pos x="T2" y="T3"/>
                </a:cxn>
                <a:cxn ang="0">
                  <a:pos x="T4" y="T5"/>
                </a:cxn>
                <a:cxn ang="0">
                  <a:pos x="T6" y="T7"/>
                </a:cxn>
                <a:cxn ang="0">
                  <a:pos x="T8" y="T9"/>
                </a:cxn>
              </a:cxnLst>
              <a:rect l="0" t="0" r="r" b="b"/>
              <a:pathLst>
                <a:path w="9" h="1">
                  <a:moveTo>
                    <a:pt x="1" y="1"/>
                  </a:moveTo>
                  <a:cubicBezTo>
                    <a:pt x="3" y="1"/>
                    <a:pt x="6" y="1"/>
                    <a:pt x="9" y="0"/>
                  </a:cubicBezTo>
                  <a:cubicBezTo>
                    <a:pt x="9" y="0"/>
                    <a:pt x="9" y="0"/>
                    <a:pt x="9" y="0"/>
                  </a:cubicBezTo>
                  <a:cubicBezTo>
                    <a:pt x="6" y="1"/>
                    <a:pt x="3" y="0"/>
                    <a:pt x="1" y="0"/>
                  </a:cubicBezTo>
                  <a:cubicBezTo>
                    <a:pt x="1" y="0"/>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1" name="Freeform 15"/>
            <p:cNvSpPr/>
            <p:nvPr/>
          </p:nvSpPr>
          <p:spPr bwMode="auto">
            <a:xfrm>
              <a:off x="3717925" y="2528888"/>
              <a:ext cx="136525" cy="22225"/>
            </a:xfrm>
            <a:custGeom>
              <a:avLst/>
              <a:gdLst>
                <a:gd name="T0" fmla="*/ 0 w 6"/>
                <a:gd name="T1" fmla="*/ 1 h 1"/>
                <a:gd name="T2" fmla="*/ 3 w 6"/>
                <a:gd name="T3" fmla="*/ 1 h 1"/>
                <a:gd name="T4" fmla="*/ 6 w 6"/>
                <a:gd name="T5" fmla="*/ 0 h 1"/>
                <a:gd name="T6" fmla="*/ 6 w 6"/>
                <a:gd name="T7" fmla="*/ 0 h 1"/>
                <a:gd name="T8" fmla="*/ 3 w 6"/>
                <a:gd name="T9" fmla="*/ 1 h 1"/>
                <a:gd name="T10" fmla="*/ 0 w 6"/>
                <a:gd name="T11" fmla="*/ 0 h 1"/>
                <a:gd name="T12" fmla="*/ 0 w 6"/>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6" h="1">
                  <a:moveTo>
                    <a:pt x="0" y="1"/>
                  </a:moveTo>
                  <a:cubicBezTo>
                    <a:pt x="1" y="1"/>
                    <a:pt x="2" y="1"/>
                    <a:pt x="3" y="1"/>
                  </a:cubicBezTo>
                  <a:cubicBezTo>
                    <a:pt x="4" y="1"/>
                    <a:pt x="5" y="1"/>
                    <a:pt x="6" y="0"/>
                  </a:cubicBezTo>
                  <a:cubicBezTo>
                    <a:pt x="6" y="0"/>
                    <a:pt x="6" y="0"/>
                    <a:pt x="6" y="0"/>
                  </a:cubicBezTo>
                  <a:cubicBezTo>
                    <a:pt x="5" y="0"/>
                    <a:pt x="4" y="1"/>
                    <a:pt x="3" y="1"/>
                  </a:cubicBezTo>
                  <a:cubicBezTo>
                    <a:pt x="2" y="1"/>
                    <a:pt x="1" y="1"/>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2" name="Freeform 16"/>
            <p:cNvSpPr/>
            <p:nvPr/>
          </p:nvSpPr>
          <p:spPr bwMode="auto">
            <a:xfrm>
              <a:off x="3740150" y="2460626"/>
              <a:ext cx="206375" cy="46038"/>
            </a:xfrm>
            <a:custGeom>
              <a:avLst/>
              <a:gdLst>
                <a:gd name="T0" fmla="*/ 0 w 9"/>
                <a:gd name="T1" fmla="*/ 1 h 2"/>
                <a:gd name="T2" fmla="*/ 5 w 9"/>
                <a:gd name="T3" fmla="*/ 2 h 2"/>
                <a:gd name="T4" fmla="*/ 9 w 9"/>
                <a:gd name="T5" fmla="*/ 1 h 2"/>
                <a:gd name="T6" fmla="*/ 8 w 9"/>
                <a:gd name="T7" fmla="*/ 0 h 2"/>
                <a:gd name="T8" fmla="*/ 4 w 9"/>
                <a:gd name="T9" fmla="*/ 1 h 2"/>
                <a:gd name="T10" fmla="*/ 0 w 9"/>
                <a:gd name="T11" fmla="*/ 1 h 2"/>
                <a:gd name="T12" fmla="*/ 0 w 9"/>
                <a:gd name="T13" fmla="*/ 1 h 2"/>
              </a:gdLst>
              <a:ahLst/>
              <a:cxnLst>
                <a:cxn ang="0">
                  <a:pos x="T0" y="T1"/>
                </a:cxn>
                <a:cxn ang="0">
                  <a:pos x="T2" y="T3"/>
                </a:cxn>
                <a:cxn ang="0">
                  <a:pos x="T4" y="T5"/>
                </a:cxn>
                <a:cxn ang="0">
                  <a:pos x="T6" y="T7"/>
                </a:cxn>
                <a:cxn ang="0">
                  <a:pos x="T8" y="T9"/>
                </a:cxn>
                <a:cxn ang="0">
                  <a:pos x="T10" y="T11"/>
                </a:cxn>
                <a:cxn ang="0">
                  <a:pos x="T12" y="T13"/>
                </a:cxn>
              </a:cxnLst>
              <a:rect l="0" t="0" r="r" b="b"/>
              <a:pathLst>
                <a:path w="9" h="2">
                  <a:moveTo>
                    <a:pt x="0" y="1"/>
                  </a:moveTo>
                  <a:cubicBezTo>
                    <a:pt x="2" y="2"/>
                    <a:pt x="3" y="2"/>
                    <a:pt x="5" y="2"/>
                  </a:cubicBezTo>
                  <a:cubicBezTo>
                    <a:pt x="6" y="1"/>
                    <a:pt x="7" y="1"/>
                    <a:pt x="9" y="1"/>
                  </a:cubicBezTo>
                  <a:cubicBezTo>
                    <a:pt x="9" y="0"/>
                    <a:pt x="9" y="0"/>
                    <a:pt x="8" y="0"/>
                  </a:cubicBezTo>
                  <a:cubicBezTo>
                    <a:pt x="7" y="1"/>
                    <a:pt x="6" y="1"/>
                    <a:pt x="4" y="1"/>
                  </a:cubicBezTo>
                  <a:cubicBezTo>
                    <a:pt x="3" y="1"/>
                    <a:pt x="2"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3" name="Freeform 17"/>
            <p:cNvSpPr/>
            <p:nvPr/>
          </p:nvSpPr>
          <p:spPr bwMode="auto">
            <a:xfrm>
              <a:off x="3786188" y="2392363"/>
              <a:ext cx="182563" cy="44450"/>
            </a:xfrm>
            <a:custGeom>
              <a:avLst/>
              <a:gdLst>
                <a:gd name="T0" fmla="*/ 1 w 8"/>
                <a:gd name="T1" fmla="*/ 2 h 2"/>
                <a:gd name="T2" fmla="*/ 5 w 8"/>
                <a:gd name="T3" fmla="*/ 2 h 2"/>
                <a:gd name="T4" fmla="*/ 8 w 8"/>
                <a:gd name="T5" fmla="*/ 1 h 2"/>
                <a:gd name="T6" fmla="*/ 8 w 8"/>
                <a:gd name="T7" fmla="*/ 1 h 2"/>
                <a:gd name="T8" fmla="*/ 8 w 8"/>
                <a:gd name="T9" fmla="*/ 0 h 2"/>
                <a:gd name="T10" fmla="*/ 8 w 8"/>
                <a:gd name="T11" fmla="*/ 1 h 2"/>
                <a:gd name="T12" fmla="*/ 8 w 8"/>
                <a:gd name="T13" fmla="*/ 1 h 2"/>
                <a:gd name="T14" fmla="*/ 7 w 8"/>
                <a:gd name="T15" fmla="*/ 1 h 2"/>
                <a:gd name="T16" fmla="*/ 6 w 8"/>
                <a:gd name="T17" fmla="*/ 1 h 2"/>
                <a:gd name="T18" fmla="*/ 4 w 8"/>
                <a:gd name="T19" fmla="*/ 2 h 2"/>
                <a:gd name="T20" fmla="*/ 1 w 8"/>
                <a:gd name="T21" fmla="*/ 2 h 2"/>
                <a:gd name="T22" fmla="*/ 1 w 8"/>
                <a:gd name="T23" fmla="*/ 2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2">
                  <a:moveTo>
                    <a:pt x="1" y="2"/>
                  </a:moveTo>
                  <a:cubicBezTo>
                    <a:pt x="2" y="2"/>
                    <a:pt x="4" y="2"/>
                    <a:pt x="5" y="2"/>
                  </a:cubicBezTo>
                  <a:cubicBezTo>
                    <a:pt x="6" y="2"/>
                    <a:pt x="7" y="2"/>
                    <a:pt x="8" y="1"/>
                  </a:cubicBezTo>
                  <a:cubicBezTo>
                    <a:pt x="8" y="1"/>
                    <a:pt x="8" y="1"/>
                    <a:pt x="8" y="1"/>
                  </a:cubicBezTo>
                  <a:cubicBezTo>
                    <a:pt x="8" y="1"/>
                    <a:pt x="8" y="0"/>
                    <a:pt x="8" y="0"/>
                  </a:cubicBezTo>
                  <a:cubicBezTo>
                    <a:pt x="8" y="0"/>
                    <a:pt x="8" y="1"/>
                    <a:pt x="8" y="1"/>
                  </a:cubicBezTo>
                  <a:cubicBezTo>
                    <a:pt x="8" y="1"/>
                    <a:pt x="8" y="1"/>
                    <a:pt x="8" y="1"/>
                  </a:cubicBezTo>
                  <a:cubicBezTo>
                    <a:pt x="8" y="1"/>
                    <a:pt x="7" y="1"/>
                    <a:pt x="7" y="1"/>
                  </a:cubicBezTo>
                  <a:cubicBezTo>
                    <a:pt x="7" y="1"/>
                    <a:pt x="7" y="1"/>
                    <a:pt x="6" y="1"/>
                  </a:cubicBezTo>
                  <a:cubicBezTo>
                    <a:pt x="6" y="2"/>
                    <a:pt x="5" y="2"/>
                    <a:pt x="4" y="2"/>
                  </a:cubicBezTo>
                  <a:cubicBezTo>
                    <a:pt x="3" y="2"/>
                    <a:pt x="2" y="2"/>
                    <a:pt x="1" y="2"/>
                  </a:cubicBezTo>
                  <a:cubicBezTo>
                    <a:pt x="0" y="2"/>
                    <a:pt x="0"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Freeform 18"/>
            <p:cNvSpPr/>
            <p:nvPr/>
          </p:nvSpPr>
          <p:spPr bwMode="auto">
            <a:xfrm>
              <a:off x="3878263" y="2346326"/>
              <a:ext cx="158750" cy="46038"/>
            </a:xfrm>
            <a:custGeom>
              <a:avLst/>
              <a:gdLst>
                <a:gd name="T0" fmla="*/ 0 w 7"/>
                <a:gd name="T1" fmla="*/ 2 h 2"/>
                <a:gd name="T2" fmla="*/ 4 w 7"/>
                <a:gd name="T3" fmla="*/ 1 h 2"/>
                <a:gd name="T4" fmla="*/ 7 w 7"/>
                <a:gd name="T5" fmla="*/ 0 h 2"/>
                <a:gd name="T6" fmla="*/ 7 w 7"/>
                <a:gd name="T7" fmla="*/ 0 h 2"/>
                <a:gd name="T8" fmla="*/ 3 w 7"/>
                <a:gd name="T9" fmla="*/ 1 h 2"/>
                <a:gd name="T10" fmla="*/ 0 w 7"/>
                <a:gd name="T11" fmla="*/ 1 h 2"/>
                <a:gd name="T12" fmla="*/ 0 w 7"/>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7" h="2">
                  <a:moveTo>
                    <a:pt x="0" y="2"/>
                  </a:moveTo>
                  <a:cubicBezTo>
                    <a:pt x="1" y="2"/>
                    <a:pt x="2" y="2"/>
                    <a:pt x="4" y="1"/>
                  </a:cubicBezTo>
                  <a:cubicBezTo>
                    <a:pt x="5" y="1"/>
                    <a:pt x="6" y="1"/>
                    <a:pt x="7" y="0"/>
                  </a:cubicBezTo>
                  <a:cubicBezTo>
                    <a:pt x="7" y="0"/>
                    <a:pt x="7" y="0"/>
                    <a:pt x="7" y="0"/>
                  </a:cubicBezTo>
                  <a:cubicBezTo>
                    <a:pt x="6" y="1"/>
                    <a:pt x="5" y="1"/>
                    <a:pt x="3" y="1"/>
                  </a:cubicBezTo>
                  <a:cubicBezTo>
                    <a:pt x="2" y="1"/>
                    <a:pt x="1"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Freeform 19"/>
            <p:cNvSpPr/>
            <p:nvPr/>
          </p:nvSpPr>
          <p:spPr bwMode="auto">
            <a:xfrm>
              <a:off x="3924300" y="2276476"/>
              <a:ext cx="112713" cy="23813"/>
            </a:xfrm>
            <a:custGeom>
              <a:avLst/>
              <a:gdLst>
                <a:gd name="T0" fmla="*/ 1 w 5"/>
                <a:gd name="T1" fmla="*/ 1 h 1"/>
                <a:gd name="T2" fmla="*/ 5 w 5"/>
                <a:gd name="T3" fmla="*/ 1 h 1"/>
                <a:gd name="T4" fmla="*/ 5 w 5"/>
                <a:gd name="T5" fmla="*/ 0 h 1"/>
                <a:gd name="T6" fmla="*/ 1 w 5"/>
                <a:gd name="T7" fmla="*/ 1 h 1"/>
                <a:gd name="T8" fmla="*/ 1 w 5"/>
                <a:gd name="T9" fmla="*/ 1 h 1"/>
              </a:gdLst>
              <a:ahLst/>
              <a:cxnLst>
                <a:cxn ang="0">
                  <a:pos x="T0" y="T1"/>
                </a:cxn>
                <a:cxn ang="0">
                  <a:pos x="T2" y="T3"/>
                </a:cxn>
                <a:cxn ang="0">
                  <a:pos x="T4" y="T5"/>
                </a:cxn>
                <a:cxn ang="0">
                  <a:pos x="T6" y="T7"/>
                </a:cxn>
                <a:cxn ang="0">
                  <a:pos x="T8" y="T9"/>
                </a:cxn>
              </a:cxnLst>
              <a:rect l="0" t="0" r="r" b="b"/>
              <a:pathLst>
                <a:path w="5" h="1">
                  <a:moveTo>
                    <a:pt x="1" y="1"/>
                  </a:moveTo>
                  <a:cubicBezTo>
                    <a:pt x="2" y="1"/>
                    <a:pt x="4" y="1"/>
                    <a:pt x="5" y="1"/>
                  </a:cubicBezTo>
                  <a:cubicBezTo>
                    <a:pt x="5" y="1"/>
                    <a:pt x="5" y="0"/>
                    <a:pt x="5" y="0"/>
                  </a:cubicBezTo>
                  <a:cubicBezTo>
                    <a:pt x="4" y="1"/>
                    <a:pt x="2" y="1"/>
                    <a:pt x="1"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6" name="Freeform 20"/>
            <p:cNvSpPr/>
            <p:nvPr/>
          </p:nvSpPr>
          <p:spPr bwMode="auto">
            <a:xfrm>
              <a:off x="3535363" y="2208213"/>
              <a:ext cx="388938" cy="412750"/>
            </a:xfrm>
            <a:custGeom>
              <a:avLst/>
              <a:gdLst>
                <a:gd name="T0" fmla="*/ 9 w 17"/>
                <a:gd name="T1" fmla="*/ 11 h 18"/>
                <a:gd name="T2" fmla="*/ 6 w 17"/>
                <a:gd name="T3" fmla="*/ 14 h 18"/>
                <a:gd name="T4" fmla="*/ 5 w 17"/>
                <a:gd name="T5" fmla="*/ 16 h 18"/>
                <a:gd name="T6" fmla="*/ 3 w 17"/>
                <a:gd name="T7" fmla="*/ 17 h 18"/>
                <a:gd name="T8" fmla="*/ 3 w 17"/>
                <a:gd name="T9" fmla="*/ 17 h 18"/>
                <a:gd name="T10" fmla="*/ 6 w 17"/>
                <a:gd name="T11" fmla="*/ 13 h 18"/>
                <a:gd name="T12" fmla="*/ 9 w 17"/>
                <a:gd name="T13" fmla="*/ 10 h 18"/>
                <a:gd name="T14" fmla="*/ 12 w 17"/>
                <a:gd name="T15" fmla="*/ 7 h 18"/>
                <a:gd name="T16" fmla="*/ 14 w 17"/>
                <a:gd name="T17" fmla="*/ 3 h 18"/>
                <a:gd name="T18" fmla="*/ 14 w 17"/>
                <a:gd name="T19" fmla="*/ 3 h 18"/>
                <a:gd name="T20" fmla="*/ 7 w 17"/>
                <a:gd name="T21" fmla="*/ 10 h 18"/>
                <a:gd name="T22" fmla="*/ 0 w 17"/>
                <a:gd name="T23" fmla="*/ 18 h 18"/>
                <a:gd name="T24" fmla="*/ 0 w 17"/>
                <a:gd name="T25" fmla="*/ 18 h 18"/>
                <a:gd name="T26" fmla="*/ 8 w 17"/>
                <a:gd name="T27" fmla="*/ 10 h 18"/>
                <a:gd name="T28" fmla="*/ 16 w 17"/>
                <a:gd name="T29" fmla="*/ 2 h 18"/>
                <a:gd name="T30" fmla="*/ 17 w 17"/>
                <a:gd name="T31" fmla="*/ 1 h 18"/>
                <a:gd name="T32" fmla="*/ 17 w 17"/>
                <a:gd name="T33" fmla="*/ 0 h 18"/>
                <a:gd name="T34" fmla="*/ 3 w 17"/>
                <a:gd name="T35" fmla="*/ 15 h 18"/>
                <a:gd name="T36" fmla="*/ 3 w 17"/>
                <a:gd name="T37" fmla="*/ 15 h 18"/>
                <a:gd name="T38" fmla="*/ 12 w 17"/>
                <a:gd name="T39" fmla="*/ 5 h 18"/>
                <a:gd name="T40" fmla="*/ 12 w 17"/>
                <a:gd name="T41" fmla="*/ 5 h 18"/>
                <a:gd name="T42" fmla="*/ 3 w 17"/>
                <a:gd name="T43" fmla="*/ 15 h 18"/>
                <a:gd name="T44" fmla="*/ 3 w 17"/>
                <a:gd name="T45" fmla="*/ 15 h 18"/>
                <a:gd name="T46" fmla="*/ 17 w 17"/>
                <a:gd name="T47" fmla="*/ 1 h 18"/>
                <a:gd name="T48" fmla="*/ 17 w 17"/>
                <a:gd name="T49" fmla="*/ 0 h 18"/>
                <a:gd name="T50" fmla="*/ 8 w 17"/>
                <a:gd name="T51" fmla="*/ 9 h 18"/>
                <a:gd name="T52" fmla="*/ 4 w 17"/>
                <a:gd name="T53" fmla="*/ 13 h 18"/>
                <a:gd name="T54" fmla="*/ 0 w 17"/>
                <a:gd name="T55" fmla="*/ 17 h 18"/>
                <a:gd name="T56" fmla="*/ 0 w 17"/>
                <a:gd name="T57" fmla="*/ 18 h 18"/>
                <a:gd name="T58" fmla="*/ 0 w 17"/>
                <a:gd name="T59" fmla="*/ 18 h 18"/>
                <a:gd name="T60" fmla="*/ 7 w 17"/>
                <a:gd name="T61" fmla="*/ 10 h 18"/>
                <a:gd name="T62" fmla="*/ 14 w 17"/>
                <a:gd name="T63" fmla="*/ 4 h 18"/>
                <a:gd name="T64" fmla="*/ 13 w 17"/>
                <a:gd name="T65" fmla="*/ 3 h 18"/>
                <a:gd name="T66" fmla="*/ 11 w 17"/>
                <a:gd name="T67" fmla="*/ 7 h 18"/>
                <a:gd name="T68" fmla="*/ 8 w 17"/>
                <a:gd name="T69" fmla="*/ 10 h 18"/>
                <a:gd name="T70" fmla="*/ 5 w 17"/>
                <a:gd name="T71" fmla="*/ 13 h 18"/>
                <a:gd name="T72" fmla="*/ 3 w 17"/>
                <a:gd name="T73" fmla="*/ 17 h 18"/>
                <a:gd name="T74" fmla="*/ 3 w 17"/>
                <a:gd name="T75" fmla="*/ 17 h 18"/>
                <a:gd name="T76" fmla="*/ 5 w 17"/>
                <a:gd name="T77" fmla="*/ 17 h 18"/>
                <a:gd name="T78" fmla="*/ 6 w 17"/>
                <a:gd name="T79" fmla="*/ 15 h 18"/>
                <a:gd name="T80" fmla="*/ 9 w 17"/>
                <a:gd name="T81" fmla="*/ 11 h 18"/>
                <a:gd name="T82" fmla="*/ 9 w 17"/>
                <a:gd name="T83" fmla="*/ 1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 h="18">
                  <a:moveTo>
                    <a:pt x="9" y="11"/>
                  </a:moveTo>
                  <a:cubicBezTo>
                    <a:pt x="8" y="12"/>
                    <a:pt x="7" y="13"/>
                    <a:pt x="6" y="14"/>
                  </a:cubicBezTo>
                  <a:cubicBezTo>
                    <a:pt x="6" y="15"/>
                    <a:pt x="5" y="16"/>
                    <a:pt x="5" y="16"/>
                  </a:cubicBezTo>
                  <a:cubicBezTo>
                    <a:pt x="4" y="16"/>
                    <a:pt x="4" y="17"/>
                    <a:pt x="3" y="17"/>
                  </a:cubicBezTo>
                  <a:cubicBezTo>
                    <a:pt x="3" y="17"/>
                    <a:pt x="3" y="17"/>
                    <a:pt x="3" y="17"/>
                  </a:cubicBezTo>
                  <a:cubicBezTo>
                    <a:pt x="4" y="16"/>
                    <a:pt x="5" y="14"/>
                    <a:pt x="6" y="13"/>
                  </a:cubicBezTo>
                  <a:cubicBezTo>
                    <a:pt x="7" y="12"/>
                    <a:pt x="8" y="11"/>
                    <a:pt x="9" y="10"/>
                  </a:cubicBezTo>
                  <a:cubicBezTo>
                    <a:pt x="10" y="9"/>
                    <a:pt x="11" y="8"/>
                    <a:pt x="12" y="7"/>
                  </a:cubicBezTo>
                  <a:cubicBezTo>
                    <a:pt x="12" y="6"/>
                    <a:pt x="13" y="5"/>
                    <a:pt x="14" y="3"/>
                  </a:cubicBezTo>
                  <a:cubicBezTo>
                    <a:pt x="14" y="3"/>
                    <a:pt x="14" y="3"/>
                    <a:pt x="14" y="3"/>
                  </a:cubicBezTo>
                  <a:cubicBezTo>
                    <a:pt x="11" y="5"/>
                    <a:pt x="9" y="8"/>
                    <a:pt x="7" y="10"/>
                  </a:cubicBezTo>
                  <a:cubicBezTo>
                    <a:pt x="5" y="13"/>
                    <a:pt x="2" y="16"/>
                    <a:pt x="0" y="18"/>
                  </a:cubicBezTo>
                  <a:cubicBezTo>
                    <a:pt x="0" y="18"/>
                    <a:pt x="0" y="18"/>
                    <a:pt x="0" y="18"/>
                  </a:cubicBezTo>
                  <a:cubicBezTo>
                    <a:pt x="2" y="15"/>
                    <a:pt x="5" y="13"/>
                    <a:pt x="8" y="10"/>
                  </a:cubicBezTo>
                  <a:cubicBezTo>
                    <a:pt x="10" y="7"/>
                    <a:pt x="13" y="5"/>
                    <a:pt x="16" y="2"/>
                  </a:cubicBezTo>
                  <a:cubicBezTo>
                    <a:pt x="16" y="1"/>
                    <a:pt x="17" y="1"/>
                    <a:pt x="17" y="1"/>
                  </a:cubicBezTo>
                  <a:cubicBezTo>
                    <a:pt x="17" y="0"/>
                    <a:pt x="17" y="0"/>
                    <a:pt x="17" y="0"/>
                  </a:cubicBezTo>
                  <a:cubicBezTo>
                    <a:pt x="12" y="5"/>
                    <a:pt x="8" y="10"/>
                    <a:pt x="3" y="15"/>
                  </a:cubicBezTo>
                  <a:cubicBezTo>
                    <a:pt x="3" y="15"/>
                    <a:pt x="3" y="15"/>
                    <a:pt x="3" y="15"/>
                  </a:cubicBezTo>
                  <a:cubicBezTo>
                    <a:pt x="6" y="12"/>
                    <a:pt x="9" y="9"/>
                    <a:pt x="12" y="5"/>
                  </a:cubicBezTo>
                  <a:cubicBezTo>
                    <a:pt x="12" y="5"/>
                    <a:pt x="12" y="5"/>
                    <a:pt x="12" y="5"/>
                  </a:cubicBezTo>
                  <a:cubicBezTo>
                    <a:pt x="9" y="8"/>
                    <a:pt x="5" y="11"/>
                    <a:pt x="3" y="15"/>
                  </a:cubicBezTo>
                  <a:cubicBezTo>
                    <a:pt x="3" y="15"/>
                    <a:pt x="3" y="15"/>
                    <a:pt x="3" y="15"/>
                  </a:cubicBezTo>
                  <a:cubicBezTo>
                    <a:pt x="8" y="10"/>
                    <a:pt x="12" y="5"/>
                    <a:pt x="17" y="1"/>
                  </a:cubicBezTo>
                  <a:cubicBezTo>
                    <a:pt x="17" y="0"/>
                    <a:pt x="17" y="0"/>
                    <a:pt x="17" y="0"/>
                  </a:cubicBezTo>
                  <a:cubicBezTo>
                    <a:pt x="14" y="3"/>
                    <a:pt x="11" y="6"/>
                    <a:pt x="8" y="9"/>
                  </a:cubicBezTo>
                  <a:cubicBezTo>
                    <a:pt x="7" y="10"/>
                    <a:pt x="6" y="12"/>
                    <a:pt x="4" y="13"/>
                  </a:cubicBezTo>
                  <a:cubicBezTo>
                    <a:pt x="3" y="14"/>
                    <a:pt x="2" y="15"/>
                    <a:pt x="0" y="17"/>
                  </a:cubicBezTo>
                  <a:cubicBezTo>
                    <a:pt x="0" y="17"/>
                    <a:pt x="0" y="18"/>
                    <a:pt x="0" y="18"/>
                  </a:cubicBezTo>
                  <a:cubicBezTo>
                    <a:pt x="0" y="18"/>
                    <a:pt x="0" y="18"/>
                    <a:pt x="0" y="18"/>
                  </a:cubicBezTo>
                  <a:cubicBezTo>
                    <a:pt x="3" y="16"/>
                    <a:pt x="5" y="13"/>
                    <a:pt x="7" y="10"/>
                  </a:cubicBezTo>
                  <a:cubicBezTo>
                    <a:pt x="9" y="8"/>
                    <a:pt x="11" y="5"/>
                    <a:pt x="14" y="4"/>
                  </a:cubicBezTo>
                  <a:cubicBezTo>
                    <a:pt x="14" y="3"/>
                    <a:pt x="14" y="3"/>
                    <a:pt x="13" y="3"/>
                  </a:cubicBezTo>
                  <a:cubicBezTo>
                    <a:pt x="13" y="5"/>
                    <a:pt x="12" y="6"/>
                    <a:pt x="11" y="7"/>
                  </a:cubicBezTo>
                  <a:cubicBezTo>
                    <a:pt x="10" y="8"/>
                    <a:pt x="9" y="9"/>
                    <a:pt x="8" y="10"/>
                  </a:cubicBezTo>
                  <a:cubicBezTo>
                    <a:pt x="7" y="11"/>
                    <a:pt x="6" y="12"/>
                    <a:pt x="5" y="13"/>
                  </a:cubicBezTo>
                  <a:cubicBezTo>
                    <a:pt x="4" y="14"/>
                    <a:pt x="3" y="15"/>
                    <a:pt x="3" y="17"/>
                  </a:cubicBezTo>
                  <a:cubicBezTo>
                    <a:pt x="3" y="17"/>
                    <a:pt x="3" y="17"/>
                    <a:pt x="3" y="17"/>
                  </a:cubicBezTo>
                  <a:cubicBezTo>
                    <a:pt x="3" y="17"/>
                    <a:pt x="4" y="17"/>
                    <a:pt x="5" y="17"/>
                  </a:cubicBezTo>
                  <a:cubicBezTo>
                    <a:pt x="5" y="16"/>
                    <a:pt x="6" y="15"/>
                    <a:pt x="6" y="15"/>
                  </a:cubicBezTo>
                  <a:cubicBezTo>
                    <a:pt x="7" y="13"/>
                    <a:pt x="8" y="12"/>
                    <a:pt x="9" y="11"/>
                  </a:cubicBezTo>
                  <a:cubicBezTo>
                    <a:pt x="9" y="11"/>
                    <a:pt x="9" y="11"/>
                    <a:pt x="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7" name="Freeform 21"/>
            <p:cNvSpPr/>
            <p:nvPr/>
          </p:nvSpPr>
          <p:spPr bwMode="auto">
            <a:xfrm>
              <a:off x="3878263" y="2025651"/>
              <a:ext cx="158750" cy="206375"/>
            </a:xfrm>
            <a:custGeom>
              <a:avLst/>
              <a:gdLst>
                <a:gd name="T0" fmla="*/ 1 w 7"/>
                <a:gd name="T1" fmla="*/ 0 h 9"/>
                <a:gd name="T2" fmla="*/ 1 w 7"/>
                <a:gd name="T3" fmla="*/ 4 h 9"/>
                <a:gd name="T4" fmla="*/ 2 w 7"/>
                <a:gd name="T5" fmla="*/ 7 h 9"/>
                <a:gd name="T6" fmla="*/ 1 w 7"/>
                <a:gd name="T7" fmla="*/ 2 h 9"/>
                <a:gd name="T8" fmla="*/ 1 w 7"/>
                <a:gd name="T9" fmla="*/ 6 h 9"/>
                <a:gd name="T10" fmla="*/ 4 w 7"/>
                <a:gd name="T11" fmla="*/ 5 h 9"/>
                <a:gd name="T12" fmla="*/ 7 w 7"/>
                <a:gd name="T13" fmla="*/ 3 h 9"/>
                <a:gd name="T14" fmla="*/ 7 w 7"/>
                <a:gd name="T15" fmla="*/ 6 h 9"/>
                <a:gd name="T16" fmla="*/ 5 w 7"/>
                <a:gd name="T17" fmla="*/ 8 h 9"/>
                <a:gd name="T18" fmla="*/ 5 w 7"/>
                <a:gd name="T19" fmla="*/ 7 h 9"/>
                <a:gd name="T20" fmla="*/ 5 w 7"/>
                <a:gd name="T21" fmla="*/ 3 h 9"/>
                <a:gd name="T22" fmla="*/ 3 w 7"/>
                <a:gd name="T23" fmla="*/ 4 h 9"/>
                <a:gd name="T24" fmla="*/ 1 w 7"/>
                <a:gd name="T25" fmla="*/ 6 h 9"/>
                <a:gd name="T26" fmla="*/ 3 w 7"/>
                <a:gd name="T27" fmla="*/ 5 h 9"/>
                <a:gd name="T28" fmla="*/ 5 w 7"/>
                <a:gd name="T29" fmla="*/ 7 h 9"/>
                <a:gd name="T30" fmla="*/ 4 w 7"/>
                <a:gd name="T31" fmla="*/ 9 h 9"/>
                <a:gd name="T32" fmla="*/ 4 w 7"/>
                <a:gd name="T33" fmla="*/ 6 h 9"/>
                <a:gd name="T34" fmla="*/ 3 w 7"/>
                <a:gd name="T35" fmla="*/ 8 h 9"/>
                <a:gd name="T36" fmla="*/ 3 w 7"/>
                <a:gd name="T37" fmla="*/ 6 h 9"/>
                <a:gd name="T38" fmla="*/ 2 w 7"/>
                <a:gd name="T39" fmla="*/ 7 h 9"/>
                <a:gd name="T40" fmla="*/ 3 w 7"/>
                <a:gd name="T41" fmla="*/ 6 h 9"/>
                <a:gd name="T42" fmla="*/ 3 w 7"/>
                <a:gd name="T43" fmla="*/ 8 h 9"/>
                <a:gd name="T44" fmla="*/ 4 w 7"/>
                <a:gd name="T45" fmla="*/ 6 h 9"/>
                <a:gd name="T46" fmla="*/ 3 w 7"/>
                <a:gd name="T47" fmla="*/ 9 h 9"/>
                <a:gd name="T48" fmla="*/ 5 w 7"/>
                <a:gd name="T49" fmla="*/ 6 h 9"/>
                <a:gd name="T50" fmla="*/ 3 w 7"/>
                <a:gd name="T51" fmla="*/ 8 h 9"/>
                <a:gd name="T52" fmla="*/ 4 w 7"/>
                <a:gd name="T53" fmla="*/ 6 h 9"/>
                <a:gd name="T54" fmla="*/ 2 w 7"/>
                <a:gd name="T55" fmla="*/ 7 h 9"/>
                <a:gd name="T56" fmla="*/ 3 w 7"/>
                <a:gd name="T57" fmla="*/ 6 h 9"/>
                <a:gd name="T58" fmla="*/ 3 w 7"/>
                <a:gd name="T59" fmla="*/ 8 h 9"/>
                <a:gd name="T60" fmla="*/ 4 w 7"/>
                <a:gd name="T61" fmla="*/ 6 h 9"/>
                <a:gd name="T62" fmla="*/ 3 w 7"/>
                <a:gd name="T63" fmla="*/ 9 h 9"/>
                <a:gd name="T64" fmla="*/ 5 w 7"/>
                <a:gd name="T65" fmla="*/ 8 h 9"/>
                <a:gd name="T66" fmla="*/ 3 w 7"/>
                <a:gd name="T67" fmla="*/ 5 h 9"/>
                <a:gd name="T68" fmla="*/ 1 w 7"/>
                <a:gd name="T69" fmla="*/ 6 h 9"/>
                <a:gd name="T70" fmla="*/ 4 w 7"/>
                <a:gd name="T71" fmla="*/ 4 h 9"/>
                <a:gd name="T72" fmla="*/ 5 w 7"/>
                <a:gd name="T73" fmla="*/ 5 h 9"/>
                <a:gd name="T74" fmla="*/ 5 w 7"/>
                <a:gd name="T75" fmla="*/ 8 h 9"/>
                <a:gd name="T76" fmla="*/ 6 w 7"/>
                <a:gd name="T77" fmla="*/ 7 h 9"/>
                <a:gd name="T78" fmla="*/ 7 w 7"/>
                <a:gd name="T79" fmla="*/ 4 h 9"/>
                <a:gd name="T80" fmla="*/ 7 w 7"/>
                <a:gd name="T81" fmla="*/ 3 h 9"/>
                <a:gd name="T82" fmla="*/ 1 w 7"/>
                <a:gd name="T83" fmla="*/ 6 h 9"/>
                <a:gd name="T84" fmla="*/ 1 w 7"/>
                <a:gd name="T85" fmla="*/ 2 h 9"/>
                <a:gd name="T86" fmla="*/ 2 w 7"/>
                <a:gd name="T87" fmla="*/ 7 h 9"/>
                <a:gd name="T88" fmla="*/ 2 w 7"/>
                <a:gd name="T89" fmla="*/ 4 h 9"/>
                <a:gd name="T90" fmla="*/ 1 w 7"/>
                <a:gd name="T91" fmla="*/ 0 h 9"/>
                <a:gd name="T92" fmla="*/ 2 w 7"/>
                <a:gd name="T93"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9">
                  <a:moveTo>
                    <a:pt x="2" y="8"/>
                  </a:moveTo>
                  <a:cubicBezTo>
                    <a:pt x="2" y="5"/>
                    <a:pt x="1" y="3"/>
                    <a:pt x="1" y="0"/>
                  </a:cubicBezTo>
                  <a:cubicBezTo>
                    <a:pt x="1" y="0"/>
                    <a:pt x="1" y="0"/>
                    <a:pt x="1" y="0"/>
                  </a:cubicBezTo>
                  <a:cubicBezTo>
                    <a:pt x="1" y="2"/>
                    <a:pt x="1" y="3"/>
                    <a:pt x="1" y="4"/>
                  </a:cubicBezTo>
                  <a:cubicBezTo>
                    <a:pt x="2" y="5"/>
                    <a:pt x="2" y="6"/>
                    <a:pt x="2" y="7"/>
                  </a:cubicBezTo>
                  <a:cubicBezTo>
                    <a:pt x="2" y="7"/>
                    <a:pt x="2" y="7"/>
                    <a:pt x="2" y="7"/>
                  </a:cubicBezTo>
                  <a:cubicBezTo>
                    <a:pt x="1" y="6"/>
                    <a:pt x="1" y="6"/>
                    <a:pt x="1" y="5"/>
                  </a:cubicBezTo>
                  <a:cubicBezTo>
                    <a:pt x="1" y="4"/>
                    <a:pt x="1" y="3"/>
                    <a:pt x="1" y="2"/>
                  </a:cubicBezTo>
                  <a:cubicBezTo>
                    <a:pt x="1" y="2"/>
                    <a:pt x="1" y="2"/>
                    <a:pt x="1" y="2"/>
                  </a:cubicBezTo>
                  <a:cubicBezTo>
                    <a:pt x="1" y="3"/>
                    <a:pt x="2" y="5"/>
                    <a:pt x="1" y="6"/>
                  </a:cubicBezTo>
                  <a:cubicBezTo>
                    <a:pt x="1" y="6"/>
                    <a:pt x="1" y="7"/>
                    <a:pt x="1" y="6"/>
                  </a:cubicBezTo>
                  <a:cubicBezTo>
                    <a:pt x="2" y="6"/>
                    <a:pt x="3" y="5"/>
                    <a:pt x="4" y="5"/>
                  </a:cubicBezTo>
                  <a:cubicBezTo>
                    <a:pt x="5" y="4"/>
                    <a:pt x="6" y="3"/>
                    <a:pt x="7" y="3"/>
                  </a:cubicBezTo>
                  <a:cubicBezTo>
                    <a:pt x="7" y="3"/>
                    <a:pt x="7" y="3"/>
                    <a:pt x="7" y="3"/>
                  </a:cubicBezTo>
                  <a:cubicBezTo>
                    <a:pt x="7" y="3"/>
                    <a:pt x="7" y="4"/>
                    <a:pt x="7" y="4"/>
                  </a:cubicBezTo>
                  <a:cubicBezTo>
                    <a:pt x="7" y="5"/>
                    <a:pt x="7" y="5"/>
                    <a:pt x="7" y="6"/>
                  </a:cubicBezTo>
                  <a:cubicBezTo>
                    <a:pt x="6" y="6"/>
                    <a:pt x="6" y="7"/>
                    <a:pt x="6" y="7"/>
                  </a:cubicBezTo>
                  <a:cubicBezTo>
                    <a:pt x="6" y="7"/>
                    <a:pt x="5" y="8"/>
                    <a:pt x="5" y="8"/>
                  </a:cubicBezTo>
                  <a:cubicBezTo>
                    <a:pt x="5" y="8"/>
                    <a:pt x="5" y="8"/>
                    <a:pt x="5" y="8"/>
                  </a:cubicBezTo>
                  <a:cubicBezTo>
                    <a:pt x="5" y="8"/>
                    <a:pt x="5" y="7"/>
                    <a:pt x="5" y="7"/>
                  </a:cubicBezTo>
                  <a:cubicBezTo>
                    <a:pt x="6" y="6"/>
                    <a:pt x="6" y="5"/>
                    <a:pt x="6" y="5"/>
                  </a:cubicBezTo>
                  <a:cubicBezTo>
                    <a:pt x="6" y="4"/>
                    <a:pt x="6" y="3"/>
                    <a:pt x="5" y="3"/>
                  </a:cubicBezTo>
                  <a:cubicBezTo>
                    <a:pt x="5" y="3"/>
                    <a:pt x="4" y="3"/>
                    <a:pt x="4" y="3"/>
                  </a:cubicBezTo>
                  <a:cubicBezTo>
                    <a:pt x="4" y="4"/>
                    <a:pt x="3" y="4"/>
                    <a:pt x="3" y="4"/>
                  </a:cubicBezTo>
                  <a:cubicBezTo>
                    <a:pt x="2" y="5"/>
                    <a:pt x="2" y="5"/>
                    <a:pt x="2" y="5"/>
                  </a:cubicBezTo>
                  <a:cubicBezTo>
                    <a:pt x="1" y="6"/>
                    <a:pt x="1" y="6"/>
                    <a:pt x="1" y="6"/>
                  </a:cubicBezTo>
                  <a:cubicBezTo>
                    <a:pt x="1" y="6"/>
                    <a:pt x="1" y="6"/>
                    <a:pt x="1" y="6"/>
                  </a:cubicBezTo>
                  <a:cubicBezTo>
                    <a:pt x="1" y="6"/>
                    <a:pt x="2" y="5"/>
                    <a:pt x="3" y="5"/>
                  </a:cubicBezTo>
                  <a:cubicBezTo>
                    <a:pt x="3" y="5"/>
                    <a:pt x="4" y="5"/>
                    <a:pt x="5" y="5"/>
                  </a:cubicBezTo>
                  <a:cubicBezTo>
                    <a:pt x="5" y="6"/>
                    <a:pt x="5" y="7"/>
                    <a:pt x="5" y="7"/>
                  </a:cubicBezTo>
                  <a:cubicBezTo>
                    <a:pt x="4" y="8"/>
                    <a:pt x="4" y="9"/>
                    <a:pt x="3" y="9"/>
                  </a:cubicBezTo>
                  <a:cubicBezTo>
                    <a:pt x="3" y="9"/>
                    <a:pt x="4" y="9"/>
                    <a:pt x="4" y="9"/>
                  </a:cubicBezTo>
                  <a:cubicBezTo>
                    <a:pt x="3" y="8"/>
                    <a:pt x="4" y="7"/>
                    <a:pt x="4" y="6"/>
                  </a:cubicBezTo>
                  <a:cubicBezTo>
                    <a:pt x="4" y="6"/>
                    <a:pt x="4" y="5"/>
                    <a:pt x="4" y="6"/>
                  </a:cubicBezTo>
                  <a:cubicBezTo>
                    <a:pt x="3" y="6"/>
                    <a:pt x="3" y="7"/>
                    <a:pt x="2" y="7"/>
                  </a:cubicBezTo>
                  <a:cubicBezTo>
                    <a:pt x="3" y="8"/>
                    <a:pt x="3" y="8"/>
                    <a:pt x="3" y="8"/>
                  </a:cubicBezTo>
                  <a:cubicBezTo>
                    <a:pt x="3" y="7"/>
                    <a:pt x="3" y="7"/>
                    <a:pt x="3" y="6"/>
                  </a:cubicBezTo>
                  <a:cubicBezTo>
                    <a:pt x="3" y="6"/>
                    <a:pt x="3" y="6"/>
                    <a:pt x="3" y="6"/>
                  </a:cubicBezTo>
                  <a:cubicBezTo>
                    <a:pt x="3" y="6"/>
                    <a:pt x="2" y="7"/>
                    <a:pt x="2" y="7"/>
                  </a:cubicBezTo>
                  <a:cubicBezTo>
                    <a:pt x="2" y="7"/>
                    <a:pt x="2" y="8"/>
                    <a:pt x="2" y="7"/>
                  </a:cubicBezTo>
                  <a:cubicBezTo>
                    <a:pt x="3" y="7"/>
                    <a:pt x="3" y="6"/>
                    <a:pt x="4" y="6"/>
                  </a:cubicBezTo>
                  <a:cubicBezTo>
                    <a:pt x="4" y="6"/>
                    <a:pt x="4" y="6"/>
                    <a:pt x="3" y="6"/>
                  </a:cubicBezTo>
                  <a:cubicBezTo>
                    <a:pt x="4" y="6"/>
                    <a:pt x="3" y="7"/>
                    <a:pt x="3" y="7"/>
                  </a:cubicBezTo>
                  <a:cubicBezTo>
                    <a:pt x="3" y="8"/>
                    <a:pt x="3" y="8"/>
                    <a:pt x="3" y="8"/>
                  </a:cubicBezTo>
                  <a:cubicBezTo>
                    <a:pt x="4" y="7"/>
                    <a:pt x="4" y="7"/>
                    <a:pt x="5" y="7"/>
                  </a:cubicBezTo>
                  <a:cubicBezTo>
                    <a:pt x="5" y="7"/>
                    <a:pt x="5" y="6"/>
                    <a:pt x="4" y="6"/>
                  </a:cubicBezTo>
                  <a:cubicBezTo>
                    <a:pt x="4" y="7"/>
                    <a:pt x="4" y="8"/>
                    <a:pt x="3" y="9"/>
                  </a:cubicBezTo>
                  <a:cubicBezTo>
                    <a:pt x="3" y="9"/>
                    <a:pt x="3" y="9"/>
                    <a:pt x="3" y="9"/>
                  </a:cubicBezTo>
                  <a:cubicBezTo>
                    <a:pt x="4" y="8"/>
                    <a:pt x="4" y="7"/>
                    <a:pt x="5" y="7"/>
                  </a:cubicBezTo>
                  <a:cubicBezTo>
                    <a:pt x="5" y="6"/>
                    <a:pt x="5" y="6"/>
                    <a:pt x="5" y="6"/>
                  </a:cubicBezTo>
                  <a:cubicBezTo>
                    <a:pt x="4" y="7"/>
                    <a:pt x="4" y="7"/>
                    <a:pt x="3" y="7"/>
                  </a:cubicBezTo>
                  <a:cubicBezTo>
                    <a:pt x="3" y="7"/>
                    <a:pt x="3" y="7"/>
                    <a:pt x="3" y="8"/>
                  </a:cubicBezTo>
                  <a:cubicBezTo>
                    <a:pt x="3" y="7"/>
                    <a:pt x="4" y="6"/>
                    <a:pt x="4" y="6"/>
                  </a:cubicBezTo>
                  <a:cubicBezTo>
                    <a:pt x="4" y="6"/>
                    <a:pt x="4" y="6"/>
                    <a:pt x="4" y="6"/>
                  </a:cubicBezTo>
                  <a:cubicBezTo>
                    <a:pt x="3" y="6"/>
                    <a:pt x="2" y="7"/>
                    <a:pt x="2" y="7"/>
                  </a:cubicBezTo>
                  <a:cubicBezTo>
                    <a:pt x="2" y="7"/>
                    <a:pt x="2" y="7"/>
                    <a:pt x="2" y="7"/>
                  </a:cubicBezTo>
                  <a:cubicBezTo>
                    <a:pt x="3" y="7"/>
                    <a:pt x="3" y="6"/>
                    <a:pt x="3" y="6"/>
                  </a:cubicBezTo>
                  <a:cubicBezTo>
                    <a:pt x="3" y="6"/>
                    <a:pt x="3" y="6"/>
                    <a:pt x="3" y="6"/>
                  </a:cubicBezTo>
                  <a:cubicBezTo>
                    <a:pt x="3" y="6"/>
                    <a:pt x="3" y="7"/>
                    <a:pt x="2" y="8"/>
                  </a:cubicBezTo>
                  <a:cubicBezTo>
                    <a:pt x="2" y="8"/>
                    <a:pt x="3" y="8"/>
                    <a:pt x="3" y="8"/>
                  </a:cubicBezTo>
                  <a:cubicBezTo>
                    <a:pt x="3" y="7"/>
                    <a:pt x="4" y="6"/>
                    <a:pt x="4" y="6"/>
                  </a:cubicBezTo>
                  <a:cubicBezTo>
                    <a:pt x="4" y="6"/>
                    <a:pt x="4" y="6"/>
                    <a:pt x="4" y="6"/>
                  </a:cubicBezTo>
                  <a:cubicBezTo>
                    <a:pt x="4" y="6"/>
                    <a:pt x="4" y="7"/>
                    <a:pt x="3" y="7"/>
                  </a:cubicBezTo>
                  <a:cubicBezTo>
                    <a:pt x="3" y="8"/>
                    <a:pt x="3" y="9"/>
                    <a:pt x="3" y="9"/>
                  </a:cubicBezTo>
                  <a:cubicBezTo>
                    <a:pt x="3" y="9"/>
                    <a:pt x="3" y="9"/>
                    <a:pt x="3" y="9"/>
                  </a:cubicBezTo>
                  <a:cubicBezTo>
                    <a:pt x="4" y="9"/>
                    <a:pt x="5" y="8"/>
                    <a:pt x="5" y="8"/>
                  </a:cubicBezTo>
                  <a:cubicBezTo>
                    <a:pt x="5" y="7"/>
                    <a:pt x="5" y="6"/>
                    <a:pt x="5" y="5"/>
                  </a:cubicBezTo>
                  <a:cubicBezTo>
                    <a:pt x="4" y="5"/>
                    <a:pt x="3" y="5"/>
                    <a:pt x="3" y="5"/>
                  </a:cubicBezTo>
                  <a:cubicBezTo>
                    <a:pt x="2" y="5"/>
                    <a:pt x="1" y="6"/>
                    <a:pt x="1" y="6"/>
                  </a:cubicBezTo>
                  <a:cubicBezTo>
                    <a:pt x="0" y="6"/>
                    <a:pt x="1" y="7"/>
                    <a:pt x="1" y="6"/>
                  </a:cubicBezTo>
                  <a:cubicBezTo>
                    <a:pt x="2" y="6"/>
                    <a:pt x="2" y="5"/>
                    <a:pt x="3" y="5"/>
                  </a:cubicBezTo>
                  <a:cubicBezTo>
                    <a:pt x="3" y="5"/>
                    <a:pt x="3" y="4"/>
                    <a:pt x="4" y="4"/>
                  </a:cubicBezTo>
                  <a:cubicBezTo>
                    <a:pt x="4" y="4"/>
                    <a:pt x="5" y="3"/>
                    <a:pt x="5" y="3"/>
                  </a:cubicBezTo>
                  <a:cubicBezTo>
                    <a:pt x="6" y="3"/>
                    <a:pt x="6" y="5"/>
                    <a:pt x="5" y="5"/>
                  </a:cubicBezTo>
                  <a:cubicBezTo>
                    <a:pt x="5" y="6"/>
                    <a:pt x="5" y="6"/>
                    <a:pt x="5" y="7"/>
                  </a:cubicBezTo>
                  <a:cubicBezTo>
                    <a:pt x="5" y="7"/>
                    <a:pt x="5" y="8"/>
                    <a:pt x="5" y="8"/>
                  </a:cubicBezTo>
                  <a:cubicBezTo>
                    <a:pt x="5" y="8"/>
                    <a:pt x="5" y="8"/>
                    <a:pt x="5" y="8"/>
                  </a:cubicBezTo>
                  <a:cubicBezTo>
                    <a:pt x="6" y="8"/>
                    <a:pt x="6" y="8"/>
                    <a:pt x="6" y="7"/>
                  </a:cubicBezTo>
                  <a:cubicBezTo>
                    <a:pt x="6" y="7"/>
                    <a:pt x="7" y="6"/>
                    <a:pt x="7" y="6"/>
                  </a:cubicBezTo>
                  <a:cubicBezTo>
                    <a:pt x="7" y="5"/>
                    <a:pt x="7" y="5"/>
                    <a:pt x="7" y="4"/>
                  </a:cubicBezTo>
                  <a:cubicBezTo>
                    <a:pt x="7" y="4"/>
                    <a:pt x="7" y="3"/>
                    <a:pt x="7" y="3"/>
                  </a:cubicBezTo>
                  <a:cubicBezTo>
                    <a:pt x="7" y="3"/>
                    <a:pt x="7" y="3"/>
                    <a:pt x="7" y="3"/>
                  </a:cubicBezTo>
                  <a:cubicBezTo>
                    <a:pt x="6" y="3"/>
                    <a:pt x="5" y="3"/>
                    <a:pt x="4" y="4"/>
                  </a:cubicBezTo>
                  <a:cubicBezTo>
                    <a:pt x="3" y="5"/>
                    <a:pt x="2" y="6"/>
                    <a:pt x="1" y="6"/>
                  </a:cubicBezTo>
                  <a:cubicBezTo>
                    <a:pt x="1" y="6"/>
                    <a:pt x="1" y="6"/>
                    <a:pt x="1" y="6"/>
                  </a:cubicBezTo>
                  <a:cubicBezTo>
                    <a:pt x="2" y="5"/>
                    <a:pt x="2" y="3"/>
                    <a:pt x="1" y="2"/>
                  </a:cubicBezTo>
                  <a:cubicBezTo>
                    <a:pt x="1" y="2"/>
                    <a:pt x="1" y="2"/>
                    <a:pt x="1" y="2"/>
                  </a:cubicBezTo>
                  <a:cubicBezTo>
                    <a:pt x="0" y="4"/>
                    <a:pt x="1" y="6"/>
                    <a:pt x="2" y="7"/>
                  </a:cubicBezTo>
                  <a:cubicBezTo>
                    <a:pt x="2" y="7"/>
                    <a:pt x="2" y="7"/>
                    <a:pt x="2" y="7"/>
                  </a:cubicBezTo>
                  <a:cubicBezTo>
                    <a:pt x="2" y="6"/>
                    <a:pt x="2" y="5"/>
                    <a:pt x="2" y="4"/>
                  </a:cubicBezTo>
                  <a:cubicBezTo>
                    <a:pt x="2" y="3"/>
                    <a:pt x="1" y="1"/>
                    <a:pt x="1" y="0"/>
                  </a:cubicBezTo>
                  <a:cubicBezTo>
                    <a:pt x="1" y="0"/>
                    <a:pt x="1" y="0"/>
                    <a:pt x="1" y="0"/>
                  </a:cubicBezTo>
                  <a:cubicBezTo>
                    <a:pt x="1" y="3"/>
                    <a:pt x="1" y="5"/>
                    <a:pt x="1" y="8"/>
                  </a:cubicBezTo>
                  <a:cubicBezTo>
                    <a:pt x="1" y="8"/>
                    <a:pt x="2" y="8"/>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8" name="Freeform 22"/>
            <p:cNvSpPr/>
            <p:nvPr/>
          </p:nvSpPr>
          <p:spPr bwMode="auto">
            <a:xfrm>
              <a:off x="3810000" y="2139951"/>
              <a:ext cx="0" cy="136525"/>
            </a:xfrm>
            <a:custGeom>
              <a:avLst/>
              <a:gdLst>
                <a:gd name="T0" fmla="*/ 1 h 6"/>
                <a:gd name="T1" fmla="*/ 6 h 6"/>
                <a:gd name="T2" fmla="*/ 6 h 6"/>
                <a:gd name="T3" fmla="*/ 0 h 6"/>
                <a:gd name="T4" fmla="*/ 1 h 6"/>
              </a:gdLst>
              <a:ahLst/>
              <a:cxnLst>
                <a:cxn ang="0">
                  <a:pos x="0" y="T0"/>
                </a:cxn>
                <a:cxn ang="0">
                  <a:pos x="0" y="T1"/>
                </a:cxn>
                <a:cxn ang="0">
                  <a:pos x="0" y="T2"/>
                </a:cxn>
                <a:cxn ang="0">
                  <a:pos x="0" y="T3"/>
                </a:cxn>
                <a:cxn ang="0">
                  <a:pos x="0" y="T4"/>
                </a:cxn>
              </a:cxnLst>
              <a:rect l="0" t="0" r="r" b="b"/>
              <a:pathLst>
                <a:path h="6">
                  <a:moveTo>
                    <a:pt x="0" y="1"/>
                  </a:moveTo>
                  <a:cubicBezTo>
                    <a:pt x="0" y="2"/>
                    <a:pt x="0" y="4"/>
                    <a:pt x="0" y="6"/>
                  </a:cubicBezTo>
                  <a:cubicBezTo>
                    <a:pt x="0" y="6"/>
                    <a:pt x="0" y="6"/>
                    <a:pt x="0" y="6"/>
                  </a:cubicBezTo>
                  <a:cubicBezTo>
                    <a:pt x="0" y="4"/>
                    <a:pt x="0" y="2"/>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9" name="Freeform 23"/>
            <p:cNvSpPr/>
            <p:nvPr/>
          </p:nvSpPr>
          <p:spPr bwMode="auto">
            <a:xfrm>
              <a:off x="3717925" y="2208213"/>
              <a:ext cx="22225" cy="138113"/>
            </a:xfrm>
            <a:custGeom>
              <a:avLst/>
              <a:gdLst>
                <a:gd name="T0" fmla="*/ 0 w 1"/>
                <a:gd name="T1" fmla="*/ 0 h 6"/>
                <a:gd name="T2" fmla="*/ 1 w 1"/>
                <a:gd name="T3" fmla="*/ 5 h 6"/>
                <a:gd name="T4" fmla="*/ 1 w 1"/>
                <a:gd name="T5" fmla="*/ 5 h 6"/>
                <a:gd name="T6" fmla="*/ 1 w 1"/>
                <a:gd name="T7" fmla="*/ 0 h 6"/>
                <a:gd name="T8" fmla="*/ 0 w 1"/>
                <a:gd name="T9" fmla="*/ 0 h 6"/>
              </a:gdLst>
              <a:ahLst/>
              <a:cxnLst>
                <a:cxn ang="0">
                  <a:pos x="T0" y="T1"/>
                </a:cxn>
                <a:cxn ang="0">
                  <a:pos x="T2" y="T3"/>
                </a:cxn>
                <a:cxn ang="0">
                  <a:pos x="T4" y="T5"/>
                </a:cxn>
                <a:cxn ang="0">
                  <a:pos x="T6" y="T7"/>
                </a:cxn>
                <a:cxn ang="0">
                  <a:pos x="T8" y="T9"/>
                </a:cxn>
              </a:cxnLst>
              <a:rect l="0" t="0" r="r" b="b"/>
              <a:pathLst>
                <a:path w="1" h="6">
                  <a:moveTo>
                    <a:pt x="0" y="0"/>
                  </a:moveTo>
                  <a:cubicBezTo>
                    <a:pt x="0" y="2"/>
                    <a:pt x="0" y="4"/>
                    <a:pt x="1" y="5"/>
                  </a:cubicBezTo>
                  <a:cubicBezTo>
                    <a:pt x="1" y="6"/>
                    <a:pt x="1" y="6"/>
                    <a:pt x="1" y="5"/>
                  </a:cubicBezTo>
                  <a:cubicBezTo>
                    <a:pt x="1" y="4"/>
                    <a:pt x="1" y="2"/>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0" name="Freeform 24"/>
            <p:cNvSpPr/>
            <p:nvPr/>
          </p:nvSpPr>
          <p:spPr bwMode="auto">
            <a:xfrm>
              <a:off x="3671888" y="2254251"/>
              <a:ext cx="23813" cy="138113"/>
            </a:xfrm>
            <a:custGeom>
              <a:avLst/>
              <a:gdLst>
                <a:gd name="T0" fmla="*/ 1 w 1"/>
                <a:gd name="T1" fmla="*/ 0 h 6"/>
                <a:gd name="T2" fmla="*/ 1 w 1"/>
                <a:gd name="T3" fmla="*/ 6 h 6"/>
                <a:gd name="T4" fmla="*/ 1 w 1"/>
                <a:gd name="T5" fmla="*/ 6 h 6"/>
                <a:gd name="T6" fmla="*/ 1 w 1"/>
                <a:gd name="T7" fmla="*/ 0 h 6"/>
                <a:gd name="T8" fmla="*/ 1 w 1"/>
                <a:gd name="T9" fmla="*/ 0 h 6"/>
              </a:gdLst>
              <a:ahLst/>
              <a:cxnLst>
                <a:cxn ang="0">
                  <a:pos x="T0" y="T1"/>
                </a:cxn>
                <a:cxn ang="0">
                  <a:pos x="T2" y="T3"/>
                </a:cxn>
                <a:cxn ang="0">
                  <a:pos x="T4" y="T5"/>
                </a:cxn>
                <a:cxn ang="0">
                  <a:pos x="T6" y="T7"/>
                </a:cxn>
                <a:cxn ang="0">
                  <a:pos x="T8" y="T9"/>
                </a:cxn>
              </a:cxnLst>
              <a:rect l="0" t="0" r="r" b="b"/>
              <a:pathLst>
                <a:path w="1" h="6">
                  <a:moveTo>
                    <a:pt x="1" y="0"/>
                  </a:moveTo>
                  <a:cubicBezTo>
                    <a:pt x="1" y="2"/>
                    <a:pt x="1" y="4"/>
                    <a:pt x="1" y="6"/>
                  </a:cubicBezTo>
                  <a:cubicBezTo>
                    <a:pt x="1" y="6"/>
                    <a:pt x="1" y="6"/>
                    <a:pt x="1" y="6"/>
                  </a:cubicBezTo>
                  <a:cubicBezTo>
                    <a:pt x="1" y="4"/>
                    <a:pt x="1" y="2"/>
                    <a:pt x="1"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1" name="Freeform 25"/>
            <p:cNvSpPr/>
            <p:nvPr/>
          </p:nvSpPr>
          <p:spPr bwMode="auto">
            <a:xfrm>
              <a:off x="3603625" y="2322513"/>
              <a:ext cx="22225" cy="160338"/>
            </a:xfrm>
            <a:custGeom>
              <a:avLst/>
              <a:gdLst>
                <a:gd name="T0" fmla="*/ 0 w 1"/>
                <a:gd name="T1" fmla="*/ 1 h 7"/>
                <a:gd name="T2" fmla="*/ 0 w 1"/>
                <a:gd name="T3" fmla="*/ 7 h 7"/>
                <a:gd name="T4" fmla="*/ 1 w 1"/>
                <a:gd name="T5" fmla="*/ 7 h 7"/>
                <a:gd name="T6" fmla="*/ 0 w 1"/>
                <a:gd name="T7" fmla="*/ 1 h 7"/>
                <a:gd name="T8" fmla="*/ 0 w 1"/>
                <a:gd name="T9" fmla="*/ 1 h 7"/>
              </a:gdLst>
              <a:ahLst/>
              <a:cxnLst>
                <a:cxn ang="0">
                  <a:pos x="T0" y="T1"/>
                </a:cxn>
                <a:cxn ang="0">
                  <a:pos x="T2" y="T3"/>
                </a:cxn>
                <a:cxn ang="0">
                  <a:pos x="T4" y="T5"/>
                </a:cxn>
                <a:cxn ang="0">
                  <a:pos x="T6" y="T7"/>
                </a:cxn>
                <a:cxn ang="0">
                  <a:pos x="T8" y="T9"/>
                </a:cxn>
              </a:cxnLst>
              <a:rect l="0" t="0" r="r" b="b"/>
              <a:pathLst>
                <a:path w="1" h="7">
                  <a:moveTo>
                    <a:pt x="0" y="1"/>
                  </a:moveTo>
                  <a:cubicBezTo>
                    <a:pt x="0" y="3"/>
                    <a:pt x="0" y="5"/>
                    <a:pt x="0" y="7"/>
                  </a:cubicBezTo>
                  <a:cubicBezTo>
                    <a:pt x="0" y="7"/>
                    <a:pt x="1" y="7"/>
                    <a:pt x="1" y="7"/>
                  </a:cubicBezTo>
                  <a:cubicBezTo>
                    <a:pt x="0" y="5"/>
                    <a:pt x="1" y="3"/>
                    <a:pt x="0" y="1"/>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2" name="Freeform 26"/>
            <p:cNvSpPr/>
            <p:nvPr/>
          </p:nvSpPr>
          <p:spPr bwMode="auto">
            <a:xfrm>
              <a:off x="3557588" y="2392363"/>
              <a:ext cx="0" cy="158750"/>
            </a:xfrm>
            <a:custGeom>
              <a:avLst/>
              <a:gdLst>
                <a:gd name="T0" fmla="*/ 1 h 7"/>
                <a:gd name="T1" fmla="*/ 7 h 7"/>
                <a:gd name="T2" fmla="*/ 7 h 7"/>
                <a:gd name="T3" fmla="*/ 1 h 7"/>
                <a:gd name="T4" fmla="*/ 1 h 7"/>
              </a:gdLst>
              <a:ahLst/>
              <a:cxnLst>
                <a:cxn ang="0">
                  <a:pos x="0" y="T0"/>
                </a:cxn>
                <a:cxn ang="0">
                  <a:pos x="0" y="T1"/>
                </a:cxn>
                <a:cxn ang="0">
                  <a:pos x="0" y="T2"/>
                </a:cxn>
                <a:cxn ang="0">
                  <a:pos x="0" y="T3"/>
                </a:cxn>
                <a:cxn ang="0">
                  <a:pos x="0" y="T4"/>
                </a:cxn>
              </a:cxnLst>
              <a:rect l="0" t="0" r="r" b="b"/>
              <a:pathLst>
                <a:path h="7">
                  <a:moveTo>
                    <a:pt x="0" y="1"/>
                  </a:moveTo>
                  <a:cubicBezTo>
                    <a:pt x="0" y="3"/>
                    <a:pt x="0" y="5"/>
                    <a:pt x="0" y="7"/>
                  </a:cubicBezTo>
                  <a:cubicBezTo>
                    <a:pt x="0" y="7"/>
                    <a:pt x="0" y="7"/>
                    <a:pt x="0" y="7"/>
                  </a:cubicBezTo>
                  <a:cubicBezTo>
                    <a:pt x="0" y="5"/>
                    <a:pt x="0" y="3"/>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3" name="Freeform 27"/>
            <p:cNvSpPr/>
            <p:nvPr/>
          </p:nvSpPr>
          <p:spPr bwMode="auto">
            <a:xfrm>
              <a:off x="3467100" y="2460626"/>
              <a:ext cx="22225" cy="136525"/>
            </a:xfrm>
            <a:custGeom>
              <a:avLst/>
              <a:gdLst>
                <a:gd name="T0" fmla="*/ 0 w 1"/>
                <a:gd name="T1" fmla="*/ 1 h 6"/>
                <a:gd name="T2" fmla="*/ 0 w 1"/>
                <a:gd name="T3" fmla="*/ 6 h 6"/>
                <a:gd name="T4" fmla="*/ 0 w 1"/>
                <a:gd name="T5" fmla="*/ 6 h 6"/>
                <a:gd name="T6" fmla="*/ 0 w 1"/>
                <a:gd name="T7" fmla="*/ 1 h 6"/>
                <a:gd name="T8" fmla="*/ 0 w 1"/>
                <a:gd name="T9" fmla="*/ 1 h 6"/>
              </a:gdLst>
              <a:ahLst/>
              <a:cxnLst>
                <a:cxn ang="0">
                  <a:pos x="T0" y="T1"/>
                </a:cxn>
                <a:cxn ang="0">
                  <a:pos x="T2" y="T3"/>
                </a:cxn>
                <a:cxn ang="0">
                  <a:pos x="T4" y="T5"/>
                </a:cxn>
                <a:cxn ang="0">
                  <a:pos x="T6" y="T7"/>
                </a:cxn>
                <a:cxn ang="0">
                  <a:pos x="T8" y="T9"/>
                </a:cxn>
              </a:cxnLst>
              <a:rect l="0" t="0" r="r" b="b"/>
              <a:pathLst>
                <a:path w="1" h="6">
                  <a:moveTo>
                    <a:pt x="0" y="1"/>
                  </a:moveTo>
                  <a:cubicBezTo>
                    <a:pt x="0" y="2"/>
                    <a:pt x="0" y="4"/>
                    <a:pt x="0" y="6"/>
                  </a:cubicBezTo>
                  <a:cubicBezTo>
                    <a:pt x="0" y="6"/>
                    <a:pt x="0" y="6"/>
                    <a:pt x="0" y="6"/>
                  </a:cubicBezTo>
                  <a:cubicBezTo>
                    <a:pt x="1" y="4"/>
                    <a:pt x="0" y="2"/>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4" name="Freeform 28"/>
            <p:cNvSpPr/>
            <p:nvPr/>
          </p:nvSpPr>
          <p:spPr bwMode="auto">
            <a:xfrm>
              <a:off x="3398838" y="2025651"/>
              <a:ext cx="365125" cy="617538"/>
            </a:xfrm>
            <a:custGeom>
              <a:avLst/>
              <a:gdLst>
                <a:gd name="T0" fmla="*/ 5 w 16"/>
                <a:gd name="T1" fmla="*/ 25 h 27"/>
                <a:gd name="T2" fmla="*/ 16 w 16"/>
                <a:gd name="T3" fmla="*/ 14 h 27"/>
                <a:gd name="T4" fmla="*/ 16 w 16"/>
                <a:gd name="T5" fmla="*/ 14 h 27"/>
                <a:gd name="T6" fmla="*/ 12 w 16"/>
                <a:gd name="T7" fmla="*/ 18 h 27"/>
                <a:gd name="T8" fmla="*/ 9 w 16"/>
                <a:gd name="T9" fmla="*/ 23 h 27"/>
                <a:gd name="T10" fmla="*/ 5 w 16"/>
                <a:gd name="T11" fmla="*/ 26 h 27"/>
                <a:gd name="T12" fmla="*/ 2 w 16"/>
                <a:gd name="T13" fmla="*/ 24 h 27"/>
                <a:gd name="T14" fmla="*/ 1 w 16"/>
                <a:gd name="T15" fmla="*/ 22 h 27"/>
                <a:gd name="T16" fmla="*/ 1 w 16"/>
                <a:gd name="T17" fmla="*/ 20 h 27"/>
                <a:gd name="T18" fmla="*/ 4 w 16"/>
                <a:gd name="T19" fmla="*/ 15 h 27"/>
                <a:gd name="T20" fmla="*/ 11 w 16"/>
                <a:gd name="T21" fmla="*/ 6 h 27"/>
                <a:gd name="T22" fmla="*/ 16 w 16"/>
                <a:gd name="T23" fmla="*/ 1 h 27"/>
                <a:gd name="T24" fmla="*/ 16 w 16"/>
                <a:gd name="T25" fmla="*/ 0 h 27"/>
                <a:gd name="T26" fmla="*/ 7 w 16"/>
                <a:gd name="T27" fmla="*/ 9 h 27"/>
                <a:gd name="T28" fmla="*/ 3 w 16"/>
                <a:gd name="T29" fmla="*/ 13 h 27"/>
                <a:gd name="T30" fmla="*/ 2 w 16"/>
                <a:gd name="T31" fmla="*/ 15 h 27"/>
                <a:gd name="T32" fmla="*/ 0 w 16"/>
                <a:gd name="T33" fmla="*/ 17 h 27"/>
                <a:gd name="T34" fmla="*/ 0 w 16"/>
                <a:gd name="T35" fmla="*/ 17 h 27"/>
                <a:gd name="T36" fmla="*/ 7 w 16"/>
                <a:gd name="T37" fmla="*/ 11 h 27"/>
                <a:gd name="T38" fmla="*/ 14 w 16"/>
                <a:gd name="T39" fmla="*/ 4 h 27"/>
                <a:gd name="T40" fmla="*/ 14 w 16"/>
                <a:gd name="T41" fmla="*/ 4 h 27"/>
                <a:gd name="T42" fmla="*/ 11 w 16"/>
                <a:gd name="T43" fmla="*/ 8 h 27"/>
                <a:gd name="T44" fmla="*/ 9 w 16"/>
                <a:gd name="T45" fmla="*/ 10 h 27"/>
                <a:gd name="T46" fmla="*/ 7 w 16"/>
                <a:gd name="T47" fmla="*/ 12 h 27"/>
                <a:gd name="T48" fmla="*/ 3 w 16"/>
                <a:gd name="T49" fmla="*/ 16 h 27"/>
                <a:gd name="T50" fmla="*/ 1 w 16"/>
                <a:gd name="T51" fmla="*/ 18 h 27"/>
                <a:gd name="T52" fmla="*/ 1 w 16"/>
                <a:gd name="T53" fmla="*/ 19 h 27"/>
                <a:gd name="T54" fmla="*/ 1 w 16"/>
                <a:gd name="T55" fmla="*/ 23 h 27"/>
                <a:gd name="T56" fmla="*/ 1 w 16"/>
                <a:gd name="T57" fmla="*/ 26 h 27"/>
                <a:gd name="T58" fmla="*/ 2 w 16"/>
                <a:gd name="T59" fmla="*/ 26 h 27"/>
                <a:gd name="T60" fmla="*/ 1 w 16"/>
                <a:gd name="T61" fmla="*/ 22 h 27"/>
                <a:gd name="T62" fmla="*/ 1 w 16"/>
                <a:gd name="T63" fmla="*/ 18 h 27"/>
                <a:gd name="T64" fmla="*/ 3 w 16"/>
                <a:gd name="T65" fmla="*/ 17 h 27"/>
                <a:gd name="T66" fmla="*/ 5 w 16"/>
                <a:gd name="T67" fmla="*/ 15 h 27"/>
                <a:gd name="T68" fmla="*/ 9 w 16"/>
                <a:gd name="T69" fmla="*/ 10 h 27"/>
                <a:gd name="T70" fmla="*/ 14 w 16"/>
                <a:gd name="T71" fmla="*/ 4 h 27"/>
                <a:gd name="T72" fmla="*/ 14 w 16"/>
                <a:gd name="T73" fmla="*/ 4 h 27"/>
                <a:gd name="T74" fmla="*/ 7 w 16"/>
                <a:gd name="T75" fmla="*/ 11 h 27"/>
                <a:gd name="T76" fmla="*/ 0 w 16"/>
                <a:gd name="T77" fmla="*/ 17 h 27"/>
                <a:gd name="T78" fmla="*/ 1 w 16"/>
                <a:gd name="T79" fmla="*/ 17 h 27"/>
                <a:gd name="T80" fmla="*/ 2 w 16"/>
                <a:gd name="T81" fmla="*/ 16 h 27"/>
                <a:gd name="T82" fmla="*/ 4 w 16"/>
                <a:gd name="T83" fmla="*/ 14 h 27"/>
                <a:gd name="T84" fmla="*/ 8 w 16"/>
                <a:gd name="T85" fmla="*/ 9 h 27"/>
                <a:gd name="T86" fmla="*/ 16 w 16"/>
                <a:gd name="T87" fmla="*/ 1 h 27"/>
                <a:gd name="T88" fmla="*/ 16 w 16"/>
                <a:gd name="T89" fmla="*/ 0 h 27"/>
                <a:gd name="T90" fmla="*/ 8 w 16"/>
                <a:gd name="T91" fmla="*/ 9 h 27"/>
                <a:gd name="T92" fmla="*/ 4 w 16"/>
                <a:gd name="T93" fmla="*/ 14 h 27"/>
                <a:gd name="T94" fmla="*/ 1 w 16"/>
                <a:gd name="T95" fmla="*/ 18 h 27"/>
                <a:gd name="T96" fmla="*/ 1 w 16"/>
                <a:gd name="T97" fmla="*/ 22 h 27"/>
                <a:gd name="T98" fmla="*/ 2 w 16"/>
                <a:gd name="T99" fmla="*/ 25 h 27"/>
                <a:gd name="T100" fmla="*/ 3 w 16"/>
                <a:gd name="T101" fmla="*/ 26 h 27"/>
                <a:gd name="T102" fmla="*/ 5 w 16"/>
                <a:gd name="T103" fmla="*/ 27 h 27"/>
                <a:gd name="T104" fmla="*/ 6 w 16"/>
                <a:gd name="T105" fmla="*/ 26 h 27"/>
                <a:gd name="T106" fmla="*/ 10 w 16"/>
                <a:gd name="T107" fmla="*/ 22 h 27"/>
                <a:gd name="T108" fmla="*/ 16 w 16"/>
                <a:gd name="T109" fmla="*/ 14 h 27"/>
                <a:gd name="T110" fmla="*/ 16 w 16"/>
                <a:gd name="T111" fmla="*/ 14 h 27"/>
                <a:gd name="T112" fmla="*/ 5 w 16"/>
                <a:gd name="T113" fmla="*/ 25 h 27"/>
                <a:gd name="T114" fmla="*/ 5 w 16"/>
                <a:gd name="T11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 h="27">
                  <a:moveTo>
                    <a:pt x="5" y="25"/>
                  </a:moveTo>
                  <a:cubicBezTo>
                    <a:pt x="9" y="21"/>
                    <a:pt x="12" y="18"/>
                    <a:pt x="16" y="14"/>
                  </a:cubicBezTo>
                  <a:cubicBezTo>
                    <a:pt x="16" y="14"/>
                    <a:pt x="16" y="14"/>
                    <a:pt x="16" y="14"/>
                  </a:cubicBezTo>
                  <a:cubicBezTo>
                    <a:pt x="14" y="15"/>
                    <a:pt x="13" y="17"/>
                    <a:pt x="12" y="18"/>
                  </a:cubicBezTo>
                  <a:cubicBezTo>
                    <a:pt x="11" y="20"/>
                    <a:pt x="10" y="21"/>
                    <a:pt x="9" y="23"/>
                  </a:cubicBezTo>
                  <a:cubicBezTo>
                    <a:pt x="8" y="24"/>
                    <a:pt x="7" y="25"/>
                    <a:pt x="5" y="26"/>
                  </a:cubicBezTo>
                  <a:cubicBezTo>
                    <a:pt x="4" y="27"/>
                    <a:pt x="3" y="25"/>
                    <a:pt x="2" y="24"/>
                  </a:cubicBezTo>
                  <a:cubicBezTo>
                    <a:pt x="2" y="23"/>
                    <a:pt x="1" y="23"/>
                    <a:pt x="1" y="22"/>
                  </a:cubicBezTo>
                  <a:cubicBezTo>
                    <a:pt x="1" y="21"/>
                    <a:pt x="1" y="20"/>
                    <a:pt x="1" y="20"/>
                  </a:cubicBezTo>
                  <a:cubicBezTo>
                    <a:pt x="2" y="18"/>
                    <a:pt x="3" y="17"/>
                    <a:pt x="4" y="15"/>
                  </a:cubicBezTo>
                  <a:cubicBezTo>
                    <a:pt x="6" y="12"/>
                    <a:pt x="8" y="9"/>
                    <a:pt x="11" y="6"/>
                  </a:cubicBezTo>
                  <a:cubicBezTo>
                    <a:pt x="12" y="4"/>
                    <a:pt x="14" y="2"/>
                    <a:pt x="16" y="1"/>
                  </a:cubicBezTo>
                  <a:cubicBezTo>
                    <a:pt x="16" y="1"/>
                    <a:pt x="16" y="1"/>
                    <a:pt x="16" y="0"/>
                  </a:cubicBezTo>
                  <a:cubicBezTo>
                    <a:pt x="13" y="3"/>
                    <a:pt x="10" y="6"/>
                    <a:pt x="7" y="9"/>
                  </a:cubicBezTo>
                  <a:cubicBezTo>
                    <a:pt x="6" y="11"/>
                    <a:pt x="5" y="12"/>
                    <a:pt x="3" y="13"/>
                  </a:cubicBezTo>
                  <a:cubicBezTo>
                    <a:pt x="3" y="14"/>
                    <a:pt x="2" y="15"/>
                    <a:pt x="2" y="15"/>
                  </a:cubicBezTo>
                  <a:cubicBezTo>
                    <a:pt x="1" y="16"/>
                    <a:pt x="0" y="17"/>
                    <a:pt x="0" y="17"/>
                  </a:cubicBezTo>
                  <a:cubicBezTo>
                    <a:pt x="0" y="17"/>
                    <a:pt x="0" y="18"/>
                    <a:pt x="0" y="17"/>
                  </a:cubicBezTo>
                  <a:cubicBezTo>
                    <a:pt x="3" y="16"/>
                    <a:pt x="5" y="13"/>
                    <a:pt x="7" y="11"/>
                  </a:cubicBezTo>
                  <a:cubicBezTo>
                    <a:pt x="9" y="9"/>
                    <a:pt x="12" y="6"/>
                    <a:pt x="14" y="4"/>
                  </a:cubicBezTo>
                  <a:cubicBezTo>
                    <a:pt x="14" y="4"/>
                    <a:pt x="14" y="4"/>
                    <a:pt x="14" y="4"/>
                  </a:cubicBezTo>
                  <a:cubicBezTo>
                    <a:pt x="13" y="6"/>
                    <a:pt x="12" y="7"/>
                    <a:pt x="11" y="8"/>
                  </a:cubicBezTo>
                  <a:cubicBezTo>
                    <a:pt x="10" y="9"/>
                    <a:pt x="10" y="9"/>
                    <a:pt x="9" y="10"/>
                  </a:cubicBezTo>
                  <a:cubicBezTo>
                    <a:pt x="9" y="10"/>
                    <a:pt x="8" y="11"/>
                    <a:pt x="7" y="12"/>
                  </a:cubicBezTo>
                  <a:cubicBezTo>
                    <a:pt x="6" y="13"/>
                    <a:pt x="5" y="15"/>
                    <a:pt x="3" y="16"/>
                  </a:cubicBezTo>
                  <a:cubicBezTo>
                    <a:pt x="3" y="17"/>
                    <a:pt x="2" y="17"/>
                    <a:pt x="1" y="18"/>
                  </a:cubicBezTo>
                  <a:cubicBezTo>
                    <a:pt x="1" y="18"/>
                    <a:pt x="1" y="19"/>
                    <a:pt x="1" y="19"/>
                  </a:cubicBezTo>
                  <a:cubicBezTo>
                    <a:pt x="0" y="20"/>
                    <a:pt x="1" y="22"/>
                    <a:pt x="1" y="23"/>
                  </a:cubicBezTo>
                  <a:cubicBezTo>
                    <a:pt x="1" y="24"/>
                    <a:pt x="1" y="25"/>
                    <a:pt x="1" y="26"/>
                  </a:cubicBezTo>
                  <a:cubicBezTo>
                    <a:pt x="1" y="27"/>
                    <a:pt x="2" y="27"/>
                    <a:pt x="2" y="26"/>
                  </a:cubicBezTo>
                  <a:cubicBezTo>
                    <a:pt x="1" y="25"/>
                    <a:pt x="1" y="24"/>
                    <a:pt x="1" y="22"/>
                  </a:cubicBezTo>
                  <a:cubicBezTo>
                    <a:pt x="1" y="21"/>
                    <a:pt x="1" y="20"/>
                    <a:pt x="1" y="18"/>
                  </a:cubicBezTo>
                  <a:cubicBezTo>
                    <a:pt x="2" y="18"/>
                    <a:pt x="2" y="17"/>
                    <a:pt x="3" y="17"/>
                  </a:cubicBezTo>
                  <a:cubicBezTo>
                    <a:pt x="4" y="16"/>
                    <a:pt x="4" y="15"/>
                    <a:pt x="5" y="15"/>
                  </a:cubicBezTo>
                  <a:cubicBezTo>
                    <a:pt x="7" y="13"/>
                    <a:pt x="8" y="12"/>
                    <a:pt x="9" y="10"/>
                  </a:cubicBezTo>
                  <a:cubicBezTo>
                    <a:pt x="11" y="8"/>
                    <a:pt x="13" y="7"/>
                    <a:pt x="14" y="4"/>
                  </a:cubicBezTo>
                  <a:cubicBezTo>
                    <a:pt x="15" y="4"/>
                    <a:pt x="14" y="4"/>
                    <a:pt x="14" y="4"/>
                  </a:cubicBezTo>
                  <a:cubicBezTo>
                    <a:pt x="12" y="6"/>
                    <a:pt x="9" y="8"/>
                    <a:pt x="7" y="11"/>
                  </a:cubicBezTo>
                  <a:cubicBezTo>
                    <a:pt x="5" y="13"/>
                    <a:pt x="3" y="15"/>
                    <a:pt x="0" y="17"/>
                  </a:cubicBezTo>
                  <a:cubicBezTo>
                    <a:pt x="0" y="17"/>
                    <a:pt x="0" y="17"/>
                    <a:pt x="1" y="17"/>
                  </a:cubicBezTo>
                  <a:cubicBezTo>
                    <a:pt x="1" y="17"/>
                    <a:pt x="1" y="16"/>
                    <a:pt x="2" y="16"/>
                  </a:cubicBezTo>
                  <a:cubicBezTo>
                    <a:pt x="2" y="15"/>
                    <a:pt x="3" y="14"/>
                    <a:pt x="4" y="14"/>
                  </a:cubicBezTo>
                  <a:cubicBezTo>
                    <a:pt x="5" y="12"/>
                    <a:pt x="6" y="11"/>
                    <a:pt x="8" y="9"/>
                  </a:cubicBezTo>
                  <a:cubicBezTo>
                    <a:pt x="11" y="6"/>
                    <a:pt x="13" y="4"/>
                    <a:pt x="16" y="1"/>
                  </a:cubicBezTo>
                  <a:cubicBezTo>
                    <a:pt x="16" y="1"/>
                    <a:pt x="16" y="0"/>
                    <a:pt x="16" y="0"/>
                  </a:cubicBezTo>
                  <a:cubicBezTo>
                    <a:pt x="13" y="3"/>
                    <a:pt x="10" y="6"/>
                    <a:pt x="8" y="9"/>
                  </a:cubicBezTo>
                  <a:cubicBezTo>
                    <a:pt x="7" y="11"/>
                    <a:pt x="5" y="12"/>
                    <a:pt x="4" y="14"/>
                  </a:cubicBezTo>
                  <a:cubicBezTo>
                    <a:pt x="3" y="15"/>
                    <a:pt x="2" y="17"/>
                    <a:pt x="1" y="18"/>
                  </a:cubicBezTo>
                  <a:cubicBezTo>
                    <a:pt x="1" y="19"/>
                    <a:pt x="1" y="21"/>
                    <a:pt x="1" y="22"/>
                  </a:cubicBezTo>
                  <a:cubicBezTo>
                    <a:pt x="1" y="23"/>
                    <a:pt x="2" y="24"/>
                    <a:pt x="2" y="25"/>
                  </a:cubicBezTo>
                  <a:cubicBezTo>
                    <a:pt x="2" y="25"/>
                    <a:pt x="3" y="26"/>
                    <a:pt x="3" y="26"/>
                  </a:cubicBezTo>
                  <a:cubicBezTo>
                    <a:pt x="4" y="26"/>
                    <a:pt x="4" y="27"/>
                    <a:pt x="5" y="27"/>
                  </a:cubicBezTo>
                  <a:cubicBezTo>
                    <a:pt x="5" y="27"/>
                    <a:pt x="6" y="26"/>
                    <a:pt x="6" y="26"/>
                  </a:cubicBezTo>
                  <a:cubicBezTo>
                    <a:pt x="8" y="25"/>
                    <a:pt x="9" y="23"/>
                    <a:pt x="10" y="22"/>
                  </a:cubicBezTo>
                  <a:cubicBezTo>
                    <a:pt x="11" y="19"/>
                    <a:pt x="14" y="17"/>
                    <a:pt x="16" y="14"/>
                  </a:cubicBezTo>
                  <a:cubicBezTo>
                    <a:pt x="16" y="14"/>
                    <a:pt x="16" y="13"/>
                    <a:pt x="16" y="14"/>
                  </a:cubicBezTo>
                  <a:cubicBezTo>
                    <a:pt x="12" y="18"/>
                    <a:pt x="8" y="21"/>
                    <a:pt x="5" y="25"/>
                  </a:cubicBezTo>
                  <a:cubicBezTo>
                    <a:pt x="5" y="25"/>
                    <a:pt x="5" y="25"/>
                    <a:pt x="5"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5" name="Freeform 29"/>
            <p:cNvSpPr/>
            <p:nvPr/>
          </p:nvSpPr>
          <p:spPr bwMode="auto">
            <a:xfrm>
              <a:off x="2233613" y="3581401"/>
              <a:ext cx="296863" cy="206375"/>
            </a:xfrm>
            <a:custGeom>
              <a:avLst/>
              <a:gdLst>
                <a:gd name="T0" fmla="*/ 4 w 13"/>
                <a:gd name="T1" fmla="*/ 1 h 9"/>
                <a:gd name="T2" fmla="*/ 8 w 13"/>
                <a:gd name="T3" fmla="*/ 8 h 9"/>
                <a:gd name="T4" fmla="*/ 11 w 13"/>
                <a:gd name="T5" fmla="*/ 4 h 9"/>
                <a:gd name="T6" fmla="*/ 12 w 13"/>
                <a:gd name="T7" fmla="*/ 6 h 9"/>
                <a:gd name="T8" fmla="*/ 10 w 13"/>
                <a:gd name="T9" fmla="*/ 8 h 9"/>
                <a:gd name="T10" fmla="*/ 3 w 13"/>
                <a:gd name="T11" fmla="*/ 2 h 9"/>
                <a:gd name="T12" fmla="*/ 8 w 13"/>
                <a:gd name="T13" fmla="*/ 2 h 9"/>
                <a:gd name="T14" fmla="*/ 4 w 13"/>
                <a:gd name="T15" fmla="*/ 1 h 9"/>
                <a:gd name="T16" fmla="*/ 3 w 13"/>
                <a:gd name="T17" fmla="*/ 4 h 9"/>
                <a:gd name="T18" fmla="*/ 9 w 13"/>
                <a:gd name="T19" fmla="*/ 9 h 9"/>
                <a:gd name="T20" fmla="*/ 10 w 13"/>
                <a:gd name="T21" fmla="*/ 4 h 9"/>
                <a:gd name="T22" fmla="*/ 11 w 13"/>
                <a:gd name="T23" fmla="*/ 8 h 9"/>
                <a:gd name="T24" fmla="*/ 7 w 13"/>
                <a:gd name="T25" fmla="*/ 7 h 9"/>
                <a:gd name="T26" fmla="*/ 3 w 13"/>
                <a:gd name="T27" fmla="*/ 2 h 9"/>
                <a:gd name="T28" fmla="*/ 7 w 13"/>
                <a:gd name="T29" fmla="*/ 1 h 9"/>
                <a:gd name="T30" fmla="*/ 3 w 13"/>
                <a:gd name="T31" fmla="*/ 2 h 9"/>
                <a:gd name="T32" fmla="*/ 7 w 13"/>
                <a:gd name="T33" fmla="*/ 8 h 9"/>
                <a:gd name="T34" fmla="*/ 12 w 13"/>
                <a:gd name="T35" fmla="*/ 6 h 9"/>
                <a:gd name="T36" fmla="*/ 10 w 13"/>
                <a:gd name="T37" fmla="*/ 4 h 9"/>
                <a:gd name="T38" fmla="*/ 10 w 13"/>
                <a:gd name="T39" fmla="*/ 8 h 9"/>
                <a:gd name="T40" fmla="*/ 12 w 13"/>
                <a:gd name="T41" fmla="*/ 6 h 9"/>
                <a:gd name="T42" fmla="*/ 10 w 13"/>
                <a:gd name="T43" fmla="*/ 4 h 9"/>
                <a:gd name="T44" fmla="*/ 8 w 13"/>
                <a:gd name="T45" fmla="*/ 8 h 9"/>
                <a:gd name="T46" fmla="*/ 4 w 13"/>
                <a:gd name="T47" fmla="*/ 2 h 9"/>
                <a:gd name="T48" fmla="*/ 7 w 13"/>
                <a:gd name="T49" fmla="*/ 1 h 9"/>
                <a:gd name="T50" fmla="*/ 3 w 13"/>
                <a:gd name="T51" fmla="*/ 2 h 9"/>
                <a:gd name="T52" fmla="*/ 6 w 13"/>
                <a:gd name="T53" fmla="*/ 7 h 9"/>
                <a:gd name="T54" fmla="*/ 12 w 13"/>
                <a:gd name="T55" fmla="*/ 8 h 9"/>
                <a:gd name="T56" fmla="*/ 10 w 13"/>
                <a:gd name="T57" fmla="*/ 4 h 9"/>
                <a:gd name="T58" fmla="*/ 7 w 13"/>
                <a:gd name="T59" fmla="*/ 8 h 9"/>
                <a:gd name="T60" fmla="*/ 3 w 13"/>
                <a:gd name="T61" fmla="*/ 3 h 9"/>
                <a:gd name="T62" fmla="*/ 8 w 13"/>
                <a:gd name="T63" fmla="*/ 2 h 9"/>
                <a:gd name="T64" fmla="*/ 5 w 13"/>
                <a:gd name="T65" fmla="*/ 1 h 9"/>
                <a:gd name="T66" fmla="*/ 1 w 13"/>
                <a:gd name="T67" fmla="*/ 3 h 9"/>
                <a:gd name="T68" fmla="*/ 4 w 13"/>
                <a:gd name="T69" fmla="*/ 6 h 9"/>
                <a:gd name="T70" fmla="*/ 12 w 13"/>
                <a:gd name="T71" fmla="*/ 7 h 9"/>
                <a:gd name="T72" fmla="*/ 10 w 13"/>
                <a:gd name="T73" fmla="*/ 5 h 9"/>
                <a:gd name="T74" fmla="*/ 10 w 13"/>
                <a:gd name="T75" fmla="*/ 8 h 9"/>
                <a:gd name="T76" fmla="*/ 6 w 13"/>
                <a:gd name="T77" fmla="*/ 7 h 9"/>
                <a:gd name="T78" fmla="*/ 5 w 13"/>
                <a:gd name="T79" fmla="*/ 1 h 9"/>
                <a:gd name="T80" fmla="*/ 7 w 13"/>
                <a:gd name="T81"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 h="9">
                  <a:moveTo>
                    <a:pt x="7" y="1"/>
                  </a:moveTo>
                  <a:cubicBezTo>
                    <a:pt x="6" y="0"/>
                    <a:pt x="4" y="0"/>
                    <a:pt x="4" y="1"/>
                  </a:cubicBezTo>
                  <a:cubicBezTo>
                    <a:pt x="3" y="3"/>
                    <a:pt x="4" y="4"/>
                    <a:pt x="5" y="5"/>
                  </a:cubicBezTo>
                  <a:cubicBezTo>
                    <a:pt x="5" y="7"/>
                    <a:pt x="7" y="8"/>
                    <a:pt x="8" y="8"/>
                  </a:cubicBezTo>
                  <a:cubicBezTo>
                    <a:pt x="9" y="9"/>
                    <a:pt x="11" y="9"/>
                    <a:pt x="12" y="8"/>
                  </a:cubicBezTo>
                  <a:cubicBezTo>
                    <a:pt x="12" y="7"/>
                    <a:pt x="12" y="5"/>
                    <a:pt x="11" y="4"/>
                  </a:cubicBezTo>
                  <a:cubicBezTo>
                    <a:pt x="11" y="4"/>
                    <a:pt x="10" y="4"/>
                    <a:pt x="10" y="5"/>
                  </a:cubicBezTo>
                  <a:cubicBezTo>
                    <a:pt x="11" y="5"/>
                    <a:pt x="11" y="6"/>
                    <a:pt x="12" y="6"/>
                  </a:cubicBezTo>
                  <a:cubicBezTo>
                    <a:pt x="12" y="7"/>
                    <a:pt x="12" y="7"/>
                    <a:pt x="11" y="7"/>
                  </a:cubicBezTo>
                  <a:cubicBezTo>
                    <a:pt x="11" y="8"/>
                    <a:pt x="11" y="8"/>
                    <a:pt x="10" y="8"/>
                  </a:cubicBezTo>
                  <a:cubicBezTo>
                    <a:pt x="9" y="8"/>
                    <a:pt x="7" y="8"/>
                    <a:pt x="6" y="7"/>
                  </a:cubicBezTo>
                  <a:cubicBezTo>
                    <a:pt x="4" y="6"/>
                    <a:pt x="0" y="3"/>
                    <a:pt x="3" y="2"/>
                  </a:cubicBezTo>
                  <a:cubicBezTo>
                    <a:pt x="3" y="2"/>
                    <a:pt x="4" y="2"/>
                    <a:pt x="5" y="1"/>
                  </a:cubicBezTo>
                  <a:cubicBezTo>
                    <a:pt x="6" y="1"/>
                    <a:pt x="7" y="1"/>
                    <a:pt x="8" y="2"/>
                  </a:cubicBezTo>
                  <a:cubicBezTo>
                    <a:pt x="8" y="2"/>
                    <a:pt x="8" y="1"/>
                    <a:pt x="8" y="1"/>
                  </a:cubicBezTo>
                  <a:cubicBezTo>
                    <a:pt x="7" y="1"/>
                    <a:pt x="5" y="0"/>
                    <a:pt x="4" y="1"/>
                  </a:cubicBezTo>
                  <a:cubicBezTo>
                    <a:pt x="4" y="1"/>
                    <a:pt x="3" y="1"/>
                    <a:pt x="3" y="2"/>
                  </a:cubicBezTo>
                  <a:cubicBezTo>
                    <a:pt x="3" y="3"/>
                    <a:pt x="3" y="4"/>
                    <a:pt x="3" y="4"/>
                  </a:cubicBezTo>
                  <a:cubicBezTo>
                    <a:pt x="4" y="5"/>
                    <a:pt x="5" y="6"/>
                    <a:pt x="6" y="7"/>
                  </a:cubicBezTo>
                  <a:cubicBezTo>
                    <a:pt x="7" y="8"/>
                    <a:pt x="8" y="9"/>
                    <a:pt x="9" y="9"/>
                  </a:cubicBezTo>
                  <a:cubicBezTo>
                    <a:pt x="10" y="9"/>
                    <a:pt x="11" y="8"/>
                    <a:pt x="11" y="7"/>
                  </a:cubicBezTo>
                  <a:cubicBezTo>
                    <a:pt x="11" y="6"/>
                    <a:pt x="11" y="5"/>
                    <a:pt x="10" y="4"/>
                  </a:cubicBezTo>
                  <a:cubicBezTo>
                    <a:pt x="10" y="4"/>
                    <a:pt x="10" y="4"/>
                    <a:pt x="10" y="5"/>
                  </a:cubicBezTo>
                  <a:cubicBezTo>
                    <a:pt x="11" y="5"/>
                    <a:pt x="13" y="7"/>
                    <a:pt x="11" y="8"/>
                  </a:cubicBezTo>
                  <a:cubicBezTo>
                    <a:pt x="10" y="8"/>
                    <a:pt x="10" y="8"/>
                    <a:pt x="9" y="8"/>
                  </a:cubicBezTo>
                  <a:cubicBezTo>
                    <a:pt x="8" y="8"/>
                    <a:pt x="8" y="8"/>
                    <a:pt x="7" y="7"/>
                  </a:cubicBezTo>
                  <a:cubicBezTo>
                    <a:pt x="6" y="7"/>
                    <a:pt x="5" y="6"/>
                    <a:pt x="4" y="6"/>
                  </a:cubicBezTo>
                  <a:cubicBezTo>
                    <a:pt x="3" y="5"/>
                    <a:pt x="2" y="4"/>
                    <a:pt x="3" y="2"/>
                  </a:cubicBezTo>
                  <a:cubicBezTo>
                    <a:pt x="3" y="2"/>
                    <a:pt x="4" y="2"/>
                    <a:pt x="5" y="1"/>
                  </a:cubicBezTo>
                  <a:cubicBezTo>
                    <a:pt x="6" y="1"/>
                    <a:pt x="6" y="1"/>
                    <a:pt x="7" y="1"/>
                  </a:cubicBezTo>
                  <a:cubicBezTo>
                    <a:pt x="7" y="1"/>
                    <a:pt x="7" y="1"/>
                    <a:pt x="7" y="1"/>
                  </a:cubicBezTo>
                  <a:cubicBezTo>
                    <a:pt x="6" y="1"/>
                    <a:pt x="4" y="1"/>
                    <a:pt x="3" y="2"/>
                  </a:cubicBezTo>
                  <a:cubicBezTo>
                    <a:pt x="3" y="3"/>
                    <a:pt x="4" y="5"/>
                    <a:pt x="5" y="6"/>
                  </a:cubicBezTo>
                  <a:cubicBezTo>
                    <a:pt x="6" y="6"/>
                    <a:pt x="6" y="7"/>
                    <a:pt x="7" y="8"/>
                  </a:cubicBezTo>
                  <a:cubicBezTo>
                    <a:pt x="8" y="8"/>
                    <a:pt x="10" y="9"/>
                    <a:pt x="11" y="9"/>
                  </a:cubicBezTo>
                  <a:cubicBezTo>
                    <a:pt x="12" y="8"/>
                    <a:pt x="12" y="7"/>
                    <a:pt x="12" y="6"/>
                  </a:cubicBezTo>
                  <a:cubicBezTo>
                    <a:pt x="11" y="6"/>
                    <a:pt x="11" y="5"/>
                    <a:pt x="10" y="4"/>
                  </a:cubicBezTo>
                  <a:cubicBezTo>
                    <a:pt x="10" y="4"/>
                    <a:pt x="10" y="4"/>
                    <a:pt x="10" y="4"/>
                  </a:cubicBezTo>
                  <a:cubicBezTo>
                    <a:pt x="11" y="4"/>
                    <a:pt x="11" y="5"/>
                    <a:pt x="12" y="6"/>
                  </a:cubicBezTo>
                  <a:cubicBezTo>
                    <a:pt x="12" y="7"/>
                    <a:pt x="11" y="8"/>
                    <a:pt x="10" y="8"/>
                  </a:cubicBezTo>
                  <a:cubicBezTo>
                    <a:pt x="10" y="8"/>
                    <a:pt x="10" y="8"/>
                    <a:pt x="10" y="8"/>
                  </a:cubicBezTo>
                  <a:cubicBezTo>
                    <a:pt x="11" y="8"/>
                    <a:pt x="12" y="7"/>
                    <a:pt x="12" y="6"/>
                  </a:cubicBezTo>
                  <a:cubicBezTo>
                    <a:pt x="12" y="5"/>
                    <a:pt x="11" y="4"/>
                    <a:pt x="10" y="4"/>
                  </a:cubicBezTo>
                  <a:cubicBezTo>
                    <a:pt x="10" y="4"/>
                    <a:pt x="10" y="4"/>
                    <a:pt x="10" y="4"/>
                  </a:cubicBezTo>
                  <a:cubicBezTo>
                    <a:pt x="11" y="5"/>
                    <a:pt x="12" y="6"/>
                    <a:pt x="11" y="8"/>
                  </a:cubicBezTo>
                  <a:cubicBezTo>
                    <a:pt x="11" y="9"/>
                    <a:pt x="9" y="8"/>
                    <a:pt x="8" y="8"/>
                  </a:cubicBezTo>
                  <a:cubicBezTo>
                    <a:pt x="7" y="7"/>
                    <a:pt x="6" y="6"/>
                    <a:pt x="5" y="5"/>
                  </a:cubicBezTo>
                  <a:cubicBezTo>
                    <a:pt x="4" y="5"/>
                    <a:pt x="3" y="3"/>
                    <a:pt x="4" y="2"/>
                  </a:cubicBezTo>
                  <a:cubicBezTo>
                    <a:pt x="5" y="1"/>
                    <a:pt x="5" y="1"/>
                    <a:pt x="6" y="1"/>
                  </a:cubicBezTo>
                  <a:cubicBezTo>
                    <a:pt x="6" y="1"/>
                    <a:pt x="7" y="1"/>
                    <a:pt x="7" y="1"/>
                  </a:cubicBezTo>
                  <a:cubicBezTo>
                    <a:pt x="7" y="1"/>
                    <a:pt x="7" y="1"/>
                    <a:pt x="7" y="1"/>
                  </a:cubicBezTo>
                  <a:cubicBezTo>
                    <a:pt x="6" y="1"/>
                    <a:pt x="5" y="1"/>
                    <a:pt x="3" y="2"/>
                  </a:cubicBezTo>
                  <a:cubicBezTo>
                    <a:pt x="2" y="2"/>
                    <a:pt x="2" y="3"/>
                    <a:pt x="3" y="4"/>
                  </a:cubicBezTo>
                  <a:cubicBezTo>
                    <a:pt x="3" y="5"/>
                    <a:pt x="4" y="6"/>
                    <a:pt x="6" y="7"/>
                  </a:cubicBezTo>
                  <a:cubicBezTo>
                    <a:pt x="7" y="7"/>
                    <a:pt x="8" y="8"/>
                    <a:pt x="9" y="8"/>
                  </a:cubicBezTo>
                  <a:cubicBezTo>
                    <a:pt x="10" y="9"/>
                    <a:pt x="11" y="9"/>
                    <a:pt x="12" y="8"/>
                  </a:cubicBezTo>
                  <a:cubicBezTo>
                    <a:pt x="12" y="7"/>
                    <a:pt x="11" y="5"/>
                    <a:pt x="10" y="4"/>
                  </a:cubicBezTo>
                  <a:cubicBezTo>
                    <a:pt x="10" y="4"/>
                    <a:pt x="10" y="4"/>
                    <a:pt x="10" y="4"/>
                  </a:cubicBezTo>
                  <a:cubicBezTo>
                    <a:pt x="11" y="5"/>
                    <a:pt x="11" y="7"/>
                    <a:pt x="11" y="8"/>
                  </a:cubicBezTo>
                  <a:cubicBezTo>
                    <a:pt x="10" y="9"/>
                    <a:pt x="8" y="8"/>
                    <a:pt x="7" y="8"/>
                  </a:cubicBezTo>
                  <a:cubicBezTo>
                    <a:pt x="6" y="7"/>
                    <a:pt x="5" y="6"/>
                    <a:pt x="4" y="5"/>
                  </a:cubicBezTo>
                  <a:cubicBezTo>
                    <a:pt x="4" y="4"/>
                    <a:pt x="3" y="4"/>
                    <a:pt x="3" y="3"/>
                  </a:cubicBezTo>
                  <a:cubicBezTo>
                    <a:pt x="3" y="2"/>
                    <a:pt x="4" y="1"/>
                    <a:pt x="4" y="1"/>
                  </a:cubicBezTo>
                  <a:cubicBezTo>
                    <a:pt x="5" y="0"/>
                    <a:pt x="7" y="1"/>
                    <a:pt x="8" y="2"/>
                  </a:cubicBezTo>
                  <a:cubicBezTo>
                    <a:pt x="8" y="1"/>
                    <a:pt x="8" y="1"/>
                    <a:pt x="8" y="1"/>
                  </a:cubicBezTo>
                  <a:cubicBezTo>
                    <a:pt x="7" y="1"/>
                    <a:pt x="6" y="1"/>
                    <a:pt x="5" y="1"/>
                  </a:cubicBezTo>
                  <a:cubicBezTo>
                    <a:pt x="5" y="1"/>
                    <a:pt x="4" y="1"/>
                    <a:pt x="3" y="2"/>
                  </a:cubicBezTo>
                  <a:cubicBezTo>
                    <a:pt x="2" y="2"/>
                    <a:pt x="1" y="2"/>
                    <a:pt x="1" y="3"/>
                  </a:cubicBezTo>
                  <a:cubicBezTo>
                    <a:pt x="1" y="4"/>
                    <a:pt x="2" y="4"/>
                    <a:pt x="2" y="4"/>
                  </a:cubicBezTo>
                  <a:cubicBezTo>
                    <a:pt x="2" y="5"/>
                    <a:pt x="3" y="6"/>
                    <a:pt x="4" y="6"/>
                  </a:cubicBezTo>
                  <a:cubicBezTo>
                    <a:pt x="5" y="7"/>
                    <a:pt x="8" y="8"/>
                    <a:pt x="10" y="8"/>
                  </a:cubicBezTo>
                  <a:cubicBezTo>
                    <a:pt x="11" y="8"/>
                    <a:pt x="12" y="8"/>
                    <a:pt x="12" y="7"/>
                  </a:cubicBezTo>
                  <a:cubicBezTo>
                    <a:pt x="12" y="6"/>
                    <a:pt x="11" y="5"/>
                    <a:pt x="11" y="4"/>
                  </a:cubicBezTo>
                  <a:cubicBezTo>
                    <a:pt x="11" y="4"/>
                    <a:pt x="11" y="5"/>
                    <a:pt x="10" y="5"/>
                  </a:cubicBezTo>
                  <a:cubicBezTo>
                    <a:pt x="11" y="5"/>
                    <a:pt x="11" y="6"/>
                    <a:pt x="11" y="7"/>
                  </a:cubicBezTo>
                  <a:cubicBezTo>
                    <a:pt x="12" y="7"/>
                    <a:pt x="11" y="8"/>
                    <a:pt x="10" y="8"/>
                  </a:cubicBezTo>
                  <a:cubicBezTo>
                    <a:pt x="10" y="9"/>
                    <a:pt x="9" y="8"/>
                    <a:pt x="8" y="8"/>
                  </a:cubicBezTo>
                  <a:cubicBezTo>
                    <a:pt x="7" y="8"/>
                    <a:pt x="7" y="7"/>
                    <a:pt x="6" y="7"/>
                  </a:cubicBezTo>
                  <a:cubicBezTo>
                    <a:pt x="5" y="6"/>
                    <a:pt x="4" y="4"/>
                    <a:pt x="4" y="2"/>
                  </a:cubicBezTo>
                  <a:cubicBezTo>
                    <a:pt x="4" y="2"/>
                    <a:pt x="4" y="1"/>
                    <a:pt x="5" y="1"/>
                  </a:cubicBezTo>
                  <a:cubicBezTo>
                    <a:pt x="5" y="1"/>
                    <a:pt x="6" y="1"/>
                    <a:pt x="6" y="1"/>
                  </a:cubicBezTo>
                  <a:cubicBezTo>
                    <a:pt x="7" y="2"/>
                    <a:pt x="7" y="1"/>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6" name="Freeform 30"/>
            <p:cNvSpPr/>
            <p:nvPr/>
          </p:nvSpPr>
          <p:spPr bwMode="auto">
            <a:xfrm>
              <a:off x="2119313" y="3467101"/>
              <a:ext cx="547688" cy="479425"/>
            </a:xfrm>
            <a:custGeom>
              <a:avLst/>
              <a:gdLst>
                <a:gd name="T0" fmla="*/ 7 w 24"/>
                <a:gd name="T1" fmla="*/ 1 h 21"/>
                <a:gd name="T2" fmla="*/ 2 w 24"/>
                <a:gd name="T3" fmla="*/ 5 h 21"/>
                <a:gd name="T4" fmla="*/ 12 w 24"/>
                <a:gd name="T5" fmla="*/ 19 h 21"/>
                <a:gd name="T6" fmla="*/ 23 w 24"/>
                <a:gd name="T7" fmla="*/ 12 h 21"/>
                <a:gd name="T8" fmla="*/ 19 w 24"/>
                <a:gd name="T9" fmla="*/ 6 h 21"/>
                <a:gd name="T10" fmla="*/ 21 w 24"/>
                <a:gd name="T11" fmla="*/ 10 h 21"/>
                <a:gd name="T12" fmla="*/ 21 w 24"/>
                <a:gd name="T13" fmla="*/ 18 h 21"/>
                <a:gd name="T14" fmla="*/ 7 w 24"/>
                <a:gd name="T15" fmla="*/ 17 h 21"/>
                <a:gd name="T16" fmla="*/ 1 w 24"/>
                <a:gd name="T17" fmla="*/ 6 h 21"/>
                <a:gd name="T18" fmla="*/ 8 w 24"/>
                <a:gd name="T19" fmla="*/ 1 h 21"/>
                <a:gd name="T20" fmla="*/ 16 w 24"/>
                <a:gd name="T21" fmla="*/ 3 h 21"/>
                <a:gd name="T22" fmla="*/ 8 w 24"/>
                <a:gd name="T23" fmla="*/ 1 h 21"/>
                <a:gd name="T24" fmla="*/ 3 w 24"/>
                <a:gd name="T25" fmla="*/ 11 h 21"/>
                <a:gd name="T26" fmla="*/ 18 w 24"/>
                <a:gd name="T27" fmla="*/ 20 h 21"/>
                <a:gd name="T28" fmla="*/ 22 w 24"/>
                <a:gd name="T29" fmla="*/ 10 h 21"/>
                <a:gd name="T30" fmla="*/ 19 w 24"/>
                <a:gd name="T31" fmla="*/ 7 h 21"/>
                <a:gd name="T32" fmla="*/ 23 w 24"/>
                <a:gd name="T33" fmla="*/ 15 h 21"/>
                <a:gd name="T34" fmla="*/ 22 w 24"/>
                <a:gd name="T35" fmla="*/ 10 h 21"/>
                <a:gd name="T36" fmla="*/ 18 w 24"/>
                <a:gd name="T37" fmla="*/ 7 h 21"/>
                <a:gd name="T38" fmla="*/ 22 w 24"/>
                <a:gd name="T39" fmla="*/ 15 h 21"/>
                <a:gd name="T40" fmla="*/ 15 w 24"/>
                <a:gd name="T41" fmla="*/ 20 h 21"/>
                <a:gd name="T42" fmla="*/ 7 w 24"/>
                <a:gd name="T43" fmla="*/ 15 h 21"/>
                <a:gd name="T44" fmla="*/ 1 w 24"/>
                <a:gd name="T45" fmla="*/ 5 h 21"/>
                <a:gd name="T46" fmla="*/ 8 w 24"/>
                <a:gd name="T47" fmla="*/ 1 h 21"/>
                <a:gd name="T48" fmla="*/ 16 w 24"/>
                <a:gd name="T49" fmla="*/ 3 h 21"/>
                <a:gd name="T50" fmla="*/ 11 w 24"/>
                <a:gd name="T51" fmla="*/ 1 h 21"/>
                <a:gd name="T52" fmla="*/ 2 w 24"/>
                <a:gd name="T53" fmla="*/ 3 h 21"/>
                <a:gd name="T54" fmla="*/ 4 w 24"/>
                <a:gd name="T55" fmla="*/ 14 h 21"/>
                <a:gd name="T56" fmla="*/ 15 w 24"/>
                <a:gd name="T57" fmla="*/ 20 h 21"/>
                <a:gd name="T58" fmla="*/ 23 w 24"/>
                <a:gd name="T59" fmla="*/ 15 h 21"/>
                <a:gd name="T60" fmla="*/ 19 w 24"/>
                <a:gd name="T61" fmla="*/ 6 h 21"/>
                <a:gd name="T62" fmla="*/ 22 w 24"/>
                <a:gd name="T63" fmla="*/ 10 h 21"/>
                <a:gd name="T64" fmla="*/ 21 w 24"/>
                <a:gd name="T65" fmla="*/ 19 h 21"/>
                <a:gd name="T66" fmla="*/ 13 w 24"/>
                <a:gd name="T67" fmla="*/ 19 h 21"/>
                <a:gd name="T68" fmla="*/ 2 w 24"/>
                <a:gd name="T69" fmla="*/ 10 h 21"/>
                <a:gd name="T70" fmla="*/ 5 w 24"/>
                <a:gd name="T71" fmla="*/ 2 h 21"/>
                <a:gd name="T72" fmla="*/ 15 w 24"/>
                <a:gd name="T73"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21">
                  <a:moveTo>
                    <a:pt x="15" y="3"/>
                  </a:moveTo>
                  <a:cubicBezTo>
                    <a:pt x="13" y="1"/>
                    <a:pt x="10" y="0"/>
                    <a:pt x="7" y="1"/>
                  </a:cubicBezTo>
                  <a:cubicBezTo>
                    <a:pt x="6" y="1"/>
                    <a:pt x="5" y="1"/>
                    <a:pt x="4" y="2"/>
                  </a:cubicBezTo>
                  <a:cubicBezTo>
                    <a:pt x="3" y="3"/>
                    <a:pt x="2" y="4"/>
                    <a:pt x="2" y="5"/>
                  </a:cubicBezTo>
                  <a:cubicBezTo>
                    <a:pt x="1" y="8"/>
                    <a:pt x="3" y="12"/>
                    <a:pt x="5" y="14"/>
                  </a:cubicBezTo>
                  <a:cubicBezTo>
                    <a:pt x="7" y="16"/>
                    <a:pt x="9" y="18"/>
                    <a:pt x="12" y="19"/>
                  </a:cubicBezTo>
                  <a:cubicBezTo>
                    <a:pt x="15" y="20"/>
                    <a:pt x="18" y="21"/>
                    <a:pt x="20" y="19"/>
                  </a:cubicBezTo>
                  <a:cubicBezTo>
                    <a:pt x="23" y="18"/>
                    <a:pt x="24" y="15"/>
                    <a:pt x="23" y="12"/>
                  </a:cubicBezTo>
                  <a:cubicBezTo>
                    <a:pt x="23" y="11"/>
                    <a:pt x="22" y="10"/>
                    <a:pt x="21" y="9"/>
                  </a:cubicBezTo>
                  <a:cubicBezTo>
                    <a:pt x="20" y="8"/>
                    <a:pt x="19" y="7"/>
                    <a:pt x="19" y="6"/>
                  </a:cubicBezTo>
                  <a:cubicBezTo>
                    <a:pt x="19" y="6"/>
                    <a:pt x="18" y="6"/>
                    <a:pt x="18" y="6"/>
                  </a:cubicBezTo>
                  <a:cubicBezTo>
                    <a:pt x="19" y="7"/>
                    <a:pt x="20" y="8"/>
                    <a:pt x="21" y="10"/>
                  </a:cubicBezTo>
                  <a:cubicBezTo>
                    <a:pt x="22" y="11"/>
                    <a:pt x="23" y="12"/>
                    <a:pt x="23" y="14"/>
                  </a:cubicBezTo>
                  <a:cubicBezTo>
                    <a:pt x="23" y="15"/>
                    <a:pt x="22" y="17"/>
                    <a:pt x="21" y="18"/>
                  </a:cubicBezTo>
                  <a:cubicBezTo>
                    <a:pt x="20" y="19"/>
                    <a:pt x="18" y="19"/>
                    <a:pt x="16" y="19"/>
                  </a:cubicBezTo>
                  <a:cubicBezTo>
                    <a:pt x="13" y="19"/>
                    <a:pt x="10" y="18"/>
                    <a:pt x="7" y="17"/>
                  </a:cubicBezTo>
                  <a:cubicBezTo>
                    <a:pt x="5" y="15"/>
                    <a:pt x="3" y="13"/>
                    <a:pt x="2" y="10"/>
                  </a:cubicBezTo>
                  <a:cubicBezTo>
                    <a:pt x="1" y="9"/>
                    <a:pt x="1" y="8"/>
                    <a:pt x="1" y="6"/>
                  </a:cubicBezTo>
                  <a:cubicBezTo>
                    <a:pt x="1" y="5"/>
                    <a:pt x="2" y="4"/>
                    <a:pt x="3" y="2"/>
                  </a:cubicBezTo>
                  <a:cubicBezTo>
                    <a:pt x="4" y="1"/>
                    <a:pt x="6" y="0"/>
                    <a:pt x="8" y="1"/>
                  </a:cubicBezTo>
                  <a:cubicBezTo>
                    <a:pt x="9" y="1"/>
                    <a:pt x="11" y="1"/>
                    <a:pt x="13" y="2"/>
                  </a:cubicBezTo>
                  <a:cubicBezTo>
                    <a:pt x="14" y="2"/>
                    <a:pt x="15" y="3"/>
                    <a:pt x="16" y="3"/>
                  </a:cubicBezTo>
                  <a:cubicBezTo>
                    <a:pt x="16" y="4"/>
                    <a:pt x="16" y="3"/>
                    <a:pt x="16" y="3"/>
                  </a:cubicBezTo>
                  <a:cubicBezTo>
                    <a:pt x="14" y="1"/>
                    <a:pt x="11" y="1"/>
                    <a:pt x="8" y="1"/>
                  </a:cubicBezTo>
                  <a:cubicBezTo>
                    <a:pt x="5" y="1"/>
                    <a:pt x="2" y="2"/>
                    <a:pt x="1" y="4"/>
                  </a:cubicBezTo>
                  <a:cubicBezTo>
                    <a:pt x="0" y="7"/>
                    <a:pt x="2" y="9"/>
                    <a:pt x="3" y="11"/>
                  </a:cubicBezTo>
                  <a:cubicBezTo>
                    <a:pt x="5" y="14"/>
                    <a:pt x="7" y="16"/>
                    <a:pt x="9" y="18"/>
                  </a:cubicBezTo>
                  <a:cubicBezTo>
                    <a:pt x="11" y="19"/>
                    <a:pt x="15" y="21"/>
                    <a:pt x="18" y="20"/>
                  </a:cubicBezTo>
                  <a:cubicBezTo>
                    <a:pt x="20" y="20"/>
                    <a:pt x="22" y="17"/>
                    <a:pt x="22" y="14"/>
                  </a:cubicBezTo>
                  <a:cubicBezTo>
                    <a:pt x="22" y="13"/>
                    <a:pt x="22" y="12"/>
                    <a:pt x="22" y="10"/>
                  </a:cubicBezTo>
                  <a:cubicBezTo>
                    <a:pt x="21" y="9"/>
                    <a:pt x="20" y="8"/>
                    <a:pt x="19" y="7"/>
                  </a:cubicBezTo>
                  <a:cubicBezTo>
                    <a:pt x="19" y="7"/>
                    <a:pt x="19" y="7"/>
                    <a:pt x="19" y="7"/>
                  </a:cubicBezTo>
                  <a:cubicBezTo>
                    <a:pt x="20" y="8"/>
                    <a:pt x="21" y="9"/>
                    <a:pt x="22" y="10"/>
                  </a:cubicBezTo>
                  <a:cubicBezTo>
                    <a:pt x="23" y="12"/>
                    <a:pt x="23" y="13"/>
                    <a:pt x="23" y="15"/>
                  </a:cubicBezTo>
                  <a:cubicBezTo>
                    <a:pt x="23" y="15"/>
                    <a:pt x="23" y="15"/>
                    <a:pt x="23" y="15"/>
                  </a:cubicBezTo>
                  <a:cubicBezTo>
                    <a:pt x="24" y="13"/>
                    <a:pt x="23" y="12"/>
                    <a:pt x="22" y="10"/>
                  </a:cubicBezTo>
                  <a:cubicBezTo>
                    <a:pt x="21" y="9"/>
                    <a:pt x="20" y="7"/>
                    <a:pt x="19" y="7"/>
                  </a:cubicBezTo>
                  <a:cubicBezTo>
                    <a:pt x="19" y="6"/>
                    <a:pt x="18" y="7"/>
                    <a:pt x="18" y="7"/>
                  </a:cubicBezTo>
                  <a:cubicBezTo>
                    <a:pt x="20" y="8"/>
                    <a:pt x="21" y="9"/>
                    <a:pt x="21" y="11"/>
                  </a:cubicBezTo>
                  <a:cubicBezTo>
                    <a:pt x="22" y="13"/>
                    <a:pt x="22" y="14"/>
                    <a:pt x="22" y="15"/>
                  </a:cubicBezTo>
                  <a:cubicBezTo>
                    <a:pt x="21" y="17"/>
                    <a:pt x="20" y="18"/>
                    <a:pt x="19" y="19"/>
                  </a:cubicBezTo>
                  <a:cubicBezTo>
                    <a:pt x="18" y="20"/>
                    <a:pt x="17" y="20"/>
                    <a:pt x="15" y="20"/>
                  </a:cubicBezTo>
                  <a:cubicBezTo>
                    <a:pt x="14" y="20"/>
                    <a:pt x="12" y="19"/>
                    <a:pt x="11" y="18"/>
                  </a:cubicBezTo>
                  <a:cubicBezTo>
                    <a:pt x="9" y="18"/>
                    <a:pt x="8" y="16"/>
                    <a:pt x="7" y="15"/>
                  </a:cubicBezTo>
                  <a:cubicBezTo>
                    <a:pt x="5" y="14"/>
                    <a:pt x="3" y="11"/>
                    <a:pt x="2" y="9"/>
                  </a:cubicBezTo>
                  <a:cubicBezTo>
                    <a:pt x="1" y="8"/>
                    <a:pt x="1" y="6"/>
                    <a:pt x="1" y="5"/>
                  </a:cubicBezTo>
                  <a:cubicBezTo>
                    <a:pt x="1" y="4"/>
                    <a:pt x="2" y="3"/>
                    <a:pt x="4" y="2"/>
                  </a:cubicBezTo>
                  <a:cubicBezTo>
                    <a:pt x="5" y="1"/>
                    <a:pt x="6" y="1"/>
                    <a:pt x="8" y="1"/>
                  </a:cubicBezTo>
                  <a:cubicBezTo>
                    <a:pt x="9" y="1"/>
                    <a:pt x="11" y="1"/>
                    <a:pt x="12" y="2"/>
                  </a:cubicBezTo>
                  <a:cubicBezTo>
                    <a:pt x="13" y="2"/>
                    <a:pt x="15" y="3"/>
                    <a:pt x="16" y="3"/>
                  </a:cubicBezTo>
                  <a:cubicBezTo>
                    <a:pt x="16" y="3"/>
                    <a:pt x="16" y="3"/>
                    <a:pt x="16" y="3"/>
                  </a:cubicBezTo>
                  <a:cubicBezTo>
                    <a:pt x="14" y="2"/>
                    <a:pt x="13" y="2"/>
                    <a:pt x="11" y="1"/>
                  </a:cubicBezTo>
                  <a:cubicBezTo>
                    <a:pt x="10" y="0"/>
                    <a:pt x="8" y="0"/>
                    <a:pt x="6" y="0"/>
                  </a:cubicBezTo>
                  <a:cubicBezTo>
                    <a:pt x="5" y="0"/>
                    <a:pt x="3" y="1"/>
                    <a:pt x="2" y="3"/>
                  </a:cubicBezTo>
                  <a:cubicBezTo>
                    <a:pt x="1" y="4"/>
                    <a:pt x="1" y="5"/>
                    <a:pt x="1" y="7"/>
                  </a:cubicBezTo>
                  <a:cubicBezTo>
                    <a:pt x="0" y="9"/>
                    <a:pt x="2" y="12"/>
                    <a:pt x="4" y="14"/>
                  </a:cubicBezTo>
                  <a:cubicBezTo>
                    <a:pt x="5" y="16"/>
                    <a:pt x="8" y="18"/>
                    <a:pt x="11" y="19"/>
                  </a:cubicBezTo>
                  <a:cubicBezTo>
                    <a:pt x="12" y="19"/>
                    <a:pt x="13" y="20"/>
                    <a:pt x="15" y="20"/>
                  </a:cubicBezTo>
                  <a:cubicBezTo>
                    <a:pt x="17" y="20"/>
                    <a:pt x="18" y="20"/>
                    <a:pt x="20" y="19"/>
                  </a:cubicBezTo>
                  <a:cubicBezTo>
                    <a:pt x="21" y="18"/>
                    <a:pt x="23" y="17"/>
                    <a:pt x="23" y="15"/>
                  </a:cubicBezTo>
                  <a:cubicBezTo>
                    <a:pt x="24" y="14"/>
                    <a:pt x="23" y="13"/>
                    <a:pt x="23" y="12"/>
                  </a:cubicBezTo>
                  <a:cubicBezTo>
                    <a:pt x="22" y="9"/>
                    <a:pt x="20" y="8"/>
                    <a:pt x="19" y="6"/>
                  </a:cubicBezTo>
                  <a:cubicBezTo>
                    <a:pt x="19" y="6"/>
                    <a:pt x="18" y="6"/>
                    <a:pt x="18" y="6"/>
                  </a:cubicBezTo>
                  <a:cubicBezTo>
                    <a:pt x="19" y="8"/>
                    <a:pt x="21" y="9"/>
                    <a:pt x="22" y="10"/>
                  </a:cubicBezTo>
                  <a:cubicBezTo>
                    <a:pt x="23" y="11"/>
                    <a:pt x="23" y="13"/>
                    <a:pt x="23" y="15"/>
                  </a:cubicBezTo>
                  <a:cubicBezTo>
                    <a:pt x="23" y="16"/>
                    <a:pt x="22" y="17"/>
                    <a:pt x="21" y="19"/>
                  </a:cubicBezTo>
                  <a:cubicBezTo>
                    <a:pt x="20" y="20"/>
                    <a:pt x="19" y="20"/>
                    <a:pt x="17" y="20"/>
                  </a:cubicBezTo>
                  <a:cubicBezTo>
                    <a:pt x="16" y="20"/>
                    <a:pt x="14" y="20"/>
                    <a:pt x="13" y="19"/>
                  </a:cubicBezTo>
                  <a:cubicBezTo>
                    <a:pt x="11" y="19"/>
                    <a:pt x="10" y="18"/>
                    <a:pt x="8" y="17"/>
                  </a:cubicBezTo>
                  <a:cubicBezTo>
                    <a:pt x="6" y="15"/>
                    <a:pt x="4" y="13"/>
                    <a:pt x="2" y="10"/>
                  </a:cubicBezTo>
                  <a:cubicBezTo>
                    <a:pt x="2" y="8"/>
                    <a:pt x="1" y="6"/>
                    <a:pt x="2" y="5"/>
                  </a:cubicBezTo>
                  <a:cubicBezTo>
                    <a:pt x="2" y="3"/>
                    <a:pt x="3" y="2"/>
                    <a:pt x="5" y="2"/>
                  </a:cubicBezTo>
                  <a:cubicBezTo>
                    <a:pt x="7" y="0"/>
                    <a:pt x="10" y="1"/>
                    <a:pt x="13" y="2"/>
                  </a:cubicBezTo>
                  <a:cubicBezTo>
                    <a:pt x="13" y="2"/>
                    <a:pt x="14" y="3"/>
                    <a:pt x="15" y="3"/>
                  </a:cubicBezTo>
                  <a:cubicBezTo>
                    <a:pt x="15" y="3"/>
                    <a:pt x="15" y="3"/>
                    <a:pt x="1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7" name="Freeform 31"/>
            <p:cNvSpPr/>
            <p:nvPr/>
          </p:nvSpPr>
          <p:spPr bwMode="auto">
            <a:xfrm>
              <a:off x="1936750" y="3306763"/>
              <a:ext cx="912813" cy="869950"/>
            </a:xfrm>
            <a:custGeom>
              <a:avLst/>
              <a:gdLst>
                <a:gd name="T0" fmla="*/ 12 w 40"/>
                <a:gd name="T1" fmla="*/ 0 h 38"/>
                <a:gd name="T2" fmla="*/ 2 w 40"/>
                <a:gd name="T3" fmla="*/ 16 h 38"/>
                <a:gd name="T4" fmla="*/ 29 w 40"/>
                <a:gd name="T5" fmla="*/ 37 h 38"/>
                <a:gd name="T6" fmla="*/ 37 w 40"/>
                <a:gd name="T7" fmla="*/ 16 h 38"/>
                <a:gd name="T8" fmla="*/ 39 w 40"/>
                <a:gd name="T9" fmla="*/ 29 h 38"/>
                <a:gd name="T10" fmla="*/ 4 w 40"/>
                <a:gd name="T11" fmla="*/ 22 h 38"/>
                <a:gd name="T12" fmla="*/ 5 w 40"/>
                <a:gd name="T13" fmla="*/ 3 h 38"/>
                <a:gd name="T14" fmla="*/ 26 w 40"/>
                <a:gd name="T15" fmla="*/ 5 h 38"/>
                <a:gd name="T16" fmla="*/ 19 w 40"/>
                <a:gd name="T17" fmla="*/ 1 h 38"/>
                <a:gd name="T18" fmla="*/ 3 w 40"/>
                <a:gd name="T19" fmla="*/ 5 h 38"/>
                <a:gd name="T20" fmla="*/ 6 w 40"/>
                <a:gd name="T21" fmla="*/ 22 h 38"/>
                <a:gd name="T22" fmla="*/ 13 w 40"/>
                <a:gd name="T23" fmla="*/ 29 h 38"/>
                <a:gd name="T24" fmla="*/ 2 w 40"/>
                <a:gd name="T25" fmla="*/ 8 h 38"/>
                <a:gd name="T26" fmla="*/ 10 w 40"/>
                <a:gd name="T27" fmla="*/ 25 h 38"/>
                <a:gd name="T28" fmla="*/ 28 w 40"/>
                <a:gd name="T29" fmla="*/ 36 h 38"/>
                <a:gd name="T30" fmla="*/ 24 w 40"/>
                <a:gd name="T31" fmla="*/ 35 h 38"/>
                <a:gd name="T32" fmla="*/ 37 w 40"/>
                <a:gd name="T33" fmla="*/ 33 h 38"/>
                <a:gd name="T34" fmla="*/ 36 w 40"/>
                <a:gd name="T35" fmla="*/ 15 h 38"/>
                <a:gd name="T36" fmla="*/ 38 w 40"/>
                <a:gd name="T37" fmla="*/ 28 h 38"/>
                <a:gd name="T38" fmla="*/ 24 w 40"/>
                <a:gd name="T39" fmla="*/ 36 h 38"/>
                <a:gd name="T40" fmla="*/ 39 w 40"/>
                <a:gd name="T41" fmla="*/ 29 h 38"/>
                <a:gd name="T42" fmla="*/ 32 w 40"/>
                <a:gd name="T43" fmla="*/ 33 h 38"/>
                <a:gd name="T44" fmla="*/ 11 w 40"/>
                <a:gd name="T45" fmla="*/ 27 h 38"/>
                <a:gd name="T46" fmla="*/ 6 w 40"/>
                <a:gd name="T47" fmla="*/ 3 h 38"/>
                <a:gd name="T48" fmla="*/ 21 w 40"/>
                <a:gd name="T49" fmla="*/ 4 h 38"/>
                <a:gd name="T50" fmla="*/ 22 w 40"/>
                <a:gd name="T51" fmla="*/ 4 h 38"/>
                <a:gd name="T52" fmla="*/ 5 w 40"/>
                <a:gd name="T53" fmla="*/ 3 h 38"/>
                <a:gd name="T54" fmla="*/ 11 w 40"/>
                <a:gd name="T55" fmla="*/ 28 h 38"/>
                <a:gd name="T56" fmla="*/ 31 w 40"/>
                <a:gd name="T57" fmla="*/ 34 h 38"/>
                <a:gd name="T58" fmla="*/ 36 w 40"/>
                <a:gd name="T59" fmla="*/ 16 h 38"/>
                <a:gd name="T60" fmla="*/ 25 w 40"/>
                <a:gd name="T61" fmla="*/ 36 h 38"/>
                <a:gd name="T62" fmla="*/ 38 w 40"/>
                <a:gd name="T63" fmla="*/ 29 h 38"/>
                <a:gd name="T64" fmla="*/ 35 w 40"/>
                <a:gd name="T65" fmla="*/ 14 h 38"/>
                <a:gd name="T66" fmla="*/ 36 w 40"/>
                <a:gd name="T67" fmla="*/ 33 h 38"/>
                <a:gd name="T68" fmla="*/ 18 w 40"/>
                <a:gd name="T69" fmla="*/ 33 h 38"/>
                <a:gd name="T70" fmla="*/ 28 w 40"/>
                <a:gd name="T71" fmla="*/ 36 h 38"/>
                <a:gd name="T72" fmla="*/ 9 w 40"/>
                <a:gd name="T73" fmla="*/ 24 h 38"/>
                <a:gd name="T74" fmla="*/ 2 w 40"/>
                <a:gd name="T75" fmla="*/ 8 h 38"/>
                <a:gd name="T76" fmla="*/ 8 w 40"/>
                <a:gd name="T77" fmla="*/ 26 h 38"/>
                <a:gd name="T78" fmla="*/ 9 w 40"/>
                <a:gd name="T79" fmla="*/ 25 h 38"/>
                <a:gd name="T80" fmla="*/ 1 w 40"/>
                <a:gd name="T81" fmla="*/ 11 h 38"/>
                <a:gd name="T82" fmla="*/ 13 w 40"/>
                <a:gd name="T83" fmla="*/ 1 h 38"/>
                <a:gd name="T84" fmla="*/ 28 w 40"/>
                <a:gd name="T85" fmla="*/ 6 h 38"/>
                <a:gd name="T86" fmla="*/ 1 w 40"/>
                <a:gd name="T87" fmla="*/ 8 h 38"/>
                <a:gd name="T88" fmla="*/ 16 w 40"/>
                <a:gd name="T89" fmla="*/ 32 h 38"/>
                <a:gd name="T90" fmla="*/ 37 w 40"/>
                <a:gd name="T91" fmla="*/ 15 h 38"/>
                <a:gd name="T92" fmla="*/ 37 w 40"/>
                <a:gd name="T93" fmla="*/ 20 h 38"/>
                <a:gd name="T94" fmla="*/ 23 w 40"/>
                <a:gd name="T95" fmla="*/ 36 h 38"/>
                <a:gd name="T96" fmla="*/ 2 w 40"/>
                <a:gd name="T97" fmla="*/ 9 h 38"/>
                <a:gd name="T98" fmla="*/ 15 w 40"/>
                <a:gd name="T99" fmla="*/ 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0" h="38">
                  <a:moveTo>
                    <a:pt x="27" y="5"/>
                  </a:moveTo>
                  <a:cubicBezTo>
                    <a:pt x="24" y="3"/>
                    <a:pt x="21" y="2"/>
                    <a:pt x="17" y="1"/>
                  </a:cubicBezTo>
                  <a:cubicBezTo>
                    <a:pt x="16" y="1"/>
                    <a:pt x="15" y="0"/>
                    <a:pt x="14" y="0"/>
                  </a:cubicBezTo>
                  <a:cubicBezTo>
                    <a:pt x="13" y="0"/>
                    <a:pt x="12" y="0"/>
                    <a:pt x="12" y="0"/>
                  </a:cubicBezTo>
                  <a:cubicBezTo>
                    <a:pt x="10" y="0"/>
                    <a:pt x="9" y="0"/>
                    <a:pt x="8" y="1"/>
                  </a:cubicBezTo>
                  <a:cubicBezTo>
                    <a:pt x="6" y="1"/>
                    <a:pt x="5" y="2"/>
                    <a:pt x="4" y="3"/>
                  </a:cubicBezTo>
                  <a:cubicBezTo>
                    <a:pt x="3" y="4"/>
                    <a:pt x="2" y="5"/>
                    <a:pt x="2" y="6"/>
                  </a:cubicBezTo>
                  <a:cubicBezTo>
                    <a:pt x="1" y="9"/>
                    <a:pt x="1" y="13"/>
                    <a:pt x="2" y="16"/>
                  </a:cubicBezTo>
                  <a:cubicBezTo>
                    <a:pt x="3" y="19"/>
                    <a:pt x="5" y="22"/>
                    <a:pt x="8" y="25"/>
                  </a:cubicBezTo>
                  <a:cubicBezTo>
                    <a:pt x="10" y="27"/>
                    <a:pt x="13" y="30"/>
                    <a:pt x="15" y="32"/>
                  </a:cubicBezTo>
                  <a:cubicBezTo>
                    <a:pt x="18" y="34"/>
                    <a:pt x="21" y="36"/>
                    <a:pt x="24" y="37"/>
                  </a:cubicBezTo>
                  <a:cubicBezTo>
                    <a:pt x="26" y="37"/>
                    <a:pt x="28" y="38"/>
                    <a:pt x="29" y="37"/>
                  </a:cubicBezTo>
                  <a:cubicBezTo>
                    <a:pt x="31" y="37"/>
                    <a:pt x="32" y="36"/>
                    <a:pt x="34" y="35"/>
                  </a:cubicBezTo>
                  <a:cubicBezTo>
                    <a:pt x="36" y="33"/>
                    <a:pt x="38" y="30"/>
                    <a:pt x="38" y="26"/>
                  </a:cubicBezTo>
                  <a:cubicBezTo>
                    <a:pt x="38" y="24"/>
                    <a:pt x="38" y="22"/>
                    <a:pt x="37" y="21"/>
                  </a:cubicBezTo>
                  <a:cubicBezTo>
                    <a:pt x="37" y="19"/>
                    <a:pt x="37" y="18"/>
                    <a:pt x="37" y="16"/>
                  </a:cubicBezTo>
                  <a:cubicBezTo>
                    <a:pt x="36" y="13"/>
                    <a:pt x="34" y="10"/>
                    <a:pt x="31" y="9"/>
                  </a:cubicBezTo>
                  <a:cubicBezTo>
                    <a:pt x="31" y="9"/>
                    <a:pt x="31" y="9"/>
                    <a:pt x="31" y="9"/>
                  </a:cubicBezTo>
                  <a:cubicBezTo>
                    <a:pt x="34" y="12"/>
                    <a:pt x="37" y="15"/>
                    <a:pt x="38" y="19"/>
                  </a:cubicBezTo>
                  <a:cubicBezTo>
                    <a:pt x="40" y="22"/>
                    <a:pt x="40" y="25"/>
                    <a:pt x="39" y="29"/>
                  </a:cubicBezTo>
                  <a:cubicBezTo>
                    <a:pt x="38" y="31"/>
                    <a:pt x="36" y="33"/>
                    <a:pt x="33" y="34"/>
                  </a:cubicBezTo>
                  <a:cubicBezTo>
                    <a:pt x="29" y="36"/>
                    <a:pt x="25" y="35"/>
                    <a:pt x="21" y="34"/>
                  </a:cubicBezTo>
                  <a:cubicBezTo>
                    <a:pt x="18" y="33"/>
                    <a:pt x="15" y="31"/>
                    <a:pt x="12" y="29"/>
                  </a:cubicBezTo>
                  <a:cubicBezTo>
                    <a:pt x="9" y="27"/>
                    <a:pt x="6" y="25"/>
                    <a:pt x="4" y="22"/>
                  </a:cubicBezTo>
                  <a:cubicBezTo>
                    <a:pt x="2" y="19"/>
                    <a:pt x="0" y="16"/>
                    <a:pt x="0" y="12"/>
                  </a:cubicBezTo>
                  <a:cubicBezTo>
                    <a:pt x="0" y="11"/>
                    <a:pt x="1" y="10"/>
                    <a:pt x="1" y="9"/>
                  </a:cubicBezTo>
                  <a:cubicBezTo>
                    <a:pt x="1" y="8"/>
                    <a:pt x="1" y="7"/>
                    <a:pt x="2" y="7"/>
                  </a:cubicBezTo>
                  <a:cubicBezTo>
                    <a:pt x="2" y="5"/>
                    <a:pt x="3" y="4"/>
                    <a:pt x="5" y="3"/>
                  </a:cubicBezTo>
                  <a:cubicBezTo>
                    <a:pt x="6" y="2"/>
                    <a:pt x="8" y="1"/>
                    <a:pt x="10" y="1"/>
                  </a:cubicBezTo>
                  <a:cubicBezTo>
                    <a:pt x="11" y="0"/>
                    <a:pt x="13" y="0"/>
                    <a:pt x="15" y="1"/>
                  </a:cubicBezTo>
                  <a:cubicBezTo>
                    <a:pt x="17" y="1"/>
                    <a:pt x="19" y="1"/>
                    <a:pt x="21" y="2"/>
                  </a:cubicBezTo>
                  <a:cubicBezTo>
                    <a:pt x="23" y="3"/>
                    <a:pt x="24" y="4"/>
                    <a:pt x="26" y="5"/>
                  </a:cubicBezTo>
                  <a:cubicBezTo>
                    <a:pt x="26" y="5"/>
                    <a:pt x="27" y="6"/>
                    <a:pt x="28" y="6"/>
                  </a:cubicBezTo>
                  <a:cubicBezTo>
                    <a:pt x="28" y="6"/>
                    <a:pt x="28" y="6"/>
                    <a:pt x="28" y="6"/>
                  </a:cubicBezTo>
                  <a:cubicBezTo>
                    <a:pt x="27" y="5"/>
                    <a:pt x="25" y="4"/>
                    <a:pt x="24" y="3"/>
                  </a:cubicBezTo>
                  <a:cubicBezTo>
                    <a:pt x="22" y="3"/>
                    <a:pt x="20" y="2"/>
                    <a:pt x="19" y="1"/>
                  </a:cubicBezTo>
                  <a:cubicBezTo>
                    <a:pt x="17" y="1"/>
                    <a:pt x="15" y="1"/>
                    <a:pt x="13" y="1"/>
                  </a:cubicBezTo>
                  <a:cubicBezTo>
                    <a:pt x="11" y="1"/>
                    <a:pt x="9" y="2"/>
                    <a:pt x="7" y="2"/>
                  </a:cubicBezTo>
                  <a:cubicBezTo>
                    <a:pt x="6" y="2"/>
                    <a:pt x="5" y="3"/>
                    <a:pt x="4" y="3"/>
                  </a:cubicBezTo>
                  <a:cubicBezTo>
                    <a:pt x="4" y="4"/>
                    <a:pt x="3" y="4"/>
                    <a:pt x="3" y="5"/>
                  </a:cubicBezTo>
                  <a:cubicBezTo>
                    <a:pt x="2" y="6"/>
                    <a:pt x="1" y="8"/>
                    <a:pt x="1" y="9"/>
                  </a:cubicBezTo>
                  <a:cubicBezTo>
                    <a:pt x="1" y="11"/>
                    <a:pt x="1" y="13"/>
                    <a:pt x="1" y="15"/>
                  </a:cubicBezTo>
                  <a:cubicBezTo>
                    <a:pt x="2" y="17"/>
                    <a:pt x="3" y="18"/>
                    <a:pt x="4" y="20"/>
                  </a:cubicBezTo>
                  <a:cubicBezTo>
                    <a:pt x="4" y="21"/>
                    <a:pt x="5" y="21"/>
                    <a:pt x="6" y="22"/>
                  </a:cubicBezTo>
                  <a:cubicBezTo>
                    <a:pt x="7" y="23"/>
                    <a:pt x="7" y="24"/>
                    <a:pt x="8" y="25"/>
                  </a:cubicBezTo>
                  <a:cubicBezTo>
                    <a:pt x="9" y="25"/>
                    <a:pt x="10" y="26"/>
                    <a:pt x="11" y="27"/>
                  </a:cubicBezTo>
                  <a:cubicBezTo>
                    <a:pt x="11" y="28"/>
                    <a:pt x="12" y="28"/>
                    <a:pt x="13" y="29"/>
                  </a:cubicBezTo>
                  <a:cubicBezTo>
                    <a:pt x="13" y="29"/>
                    <a:pt x="13" y="29"/>
                    <a:pt x="13" y="29"/>
                  </a:cubicBezTo>
                  <a:cubicBezTo>
                    <a:pt x="10" y="28"/>
                    <a:pt x="8" y="25"/>
                    <a:pt x="6" y="23"/>
                  </a:cubicBezTo>
                  <a:cubicBezTo>
                    <a:pt x="4" y="20"/>
                    <a:pt x="3" y="16"/>
                    <a:pt x="3" y="13"/>
                  </a:cubicBezTo>
                  <a:cubicBezTo>
                    <a:pt x="3" y="12"/>
                    <a:pt x="3" y="11"/>
                    <a:pt x="3" y="10"/>
                  </a:cubicBezTo>
                  <a:cubicBezTo>
                    <a:pt x="3" y="9"/>
                    <a:pt x="3" y="9"/>
                    <a:pt x="2" y="8"/>
                  </a:cubicBezTo>
                  <a:cubicBezTo>
                    <a:pt x="2" y="8"/>
                    <a:pt x="2" y="8"/>
                    <a:pt x="2" y="8"/>
                  </a:cubicBezTo>
                  <a:cubicBezTo>
                    <a:pt x="1" y="9"/>
                    <a:pt x="1" y="11"/>
                    <a:pt x="2" y="12"/>
                  </a:cubicBezTo>
                  <a:cubicBezTo>
                    <a:pt x="2" y="13"/>
                    <a:pt x="3" y="15"/>
                    <a:pt x="3" y="16"/>
                  </a:cubicBezTo>
                  <a:cubicBezTo>
                    <a:pt x="5" y="20"/>
                    <a:pt x="7" y="23"/>
                    <a:pt x="10" y="25"/>
                  </a:cubicBezTo>
                  <a:cubicBezTo>
                    <a:pt x="12" y="28"/>
                    <a:pt x="15" y="30"/>
                    <a:pt x="18" y="32"/>
                  </a:cubicBezTo>
                  <a:cubicBezTo>
                    <a:pt x="20" y="33"/>
                    <a:pt x="21" y="34"/>
                    <a:pt x="23" y="35"/>
                  </a:cubicBezTo>
                  <a:cubicBezTo>
                    <a:pt x="25" y="36"/>
                    <a:pt x="27" y="36"/>
                    <a:pt x="28" y="36"/>
                  </a:cubicBezTo>
                  <a:cubicBezTo>
                    <a:pt x="28" y="36"/>
                    <a:pt x="28" y="36"/>
                    <a:pt x="28" y="36"/>
                  </a:cubicBezTo>
                  <a:cubicBezTo>
                    <a:pt x="23" y="36"/>
                    <a:pt x="19" y="33"/>
                    <a:pt x="15" y="31"/>
                  </a:cubicBezTo>
                  <a:cubicBezTo>
                    <a:pt x="15" y="31"/>
                    <a:pt x="15" y="31"/>
                    <a:pt x="15" y="31"/>
                  </a:cubicBezTo>
                  <a:cubicBezTo>
                    <a:pt x="16" y="32"/>
                    <a:pt x="18" y="33"/>
                    <a:pt x="19" y="34"/>
                  </a:cubicBezTo>
                  <a:cubicBezTo>
                    <a:pt x="21" y="34"/>
                    <a:pt x="23" y="35"/>
                    <a:pt x="24" y="35"/>
                  </a:cubicBezTo>
                  <a:cubicBezTo>
                    <a:pt x="26" y="35"/>
                    <a:pt x="28" y="36"/>
                    <a:pt x="30" y="35"/>
                  </a:cubicBezTo>
                  <a:cubicBezTo>
                    <a:pt x="31" y="35"/>
                    <a:pt x="32" y="35"/>
                    <a:pt x="33" y="35"/>
                  </a:cubicBezTo>
                  <a:cubicBezTo>
                    <a:pt x="33" y="34"/>
                    <a:pt x="34" y="34"/>
                    <a:pt x="35" y="34"/>
                  </a:cubicBezTo>
                  <a:cubicBezTo>
                    <a:pt x="36" y="34"/>
                    <a:pt x="36" y="33"/>
                    <a:pt x="37" y="33"/>
                  </a:cubicBezTo>
                  <a:cubicBezTo>
                    <a:pt x="37" y="32"/>
                    <a:pt x="38" y="31"/>
                    <a:pt x="38" y="31"/>
                  </a:cubicBezTo>
                  <a:cubicBezTo>
                    <a:pt x="39" y="29"/>
                    <a:pt x="39" y="27"/>
                    <a:pt x="39" y="26"/>
                  </a:cubicBezTo>
                  <a:cubicBezTo>
                    <a:pt x="39" y="24"/>
                    <a:pt x="38" y="22"/>
                    <a:pt x="38" y="20"/>
                  </a:cubicBezTo>
                  <a:cubicBezTo>
                    <a:pt x="37" y="18"/>
                    <a:pt x="36" y="16"/>
                    <a:pt x="36" y="15"/>
                  </a:cubicBezTo>
                  <a:cubicBezTo>
                    <a:pt x="35" y="13"/>
                    <a:pt x="34" y="11"/>
                    <a:pt x="32" y="10"/>
                  </a:cubicBezTo>
                  <a:cubicBezTo>
                    <a:pt x="32" y="10"/>
                    <a:pt x="32" y="10"/>
                    <a:pt x="32" y="10"/>
                  </a:cubicBezTo>
                  <a:cubicBezTo>
                    <a:pt x="34" y="12"/>
                    <a:pt x="36" y="15"/>
                    <a:pt x="37" y="18"/>
                  </a:cubicBezTo>
                  <a:cubicBezTo>
                    <a:pt x="38" y="22"/>
                    <a:pt x="38" y="25"/>
                    <a:pt x="38" y="28"/>
                  </a:cubicBezTo>
                  <a:cubicBezTo>
                    <a:pt x="37" y="30"/>
                    <a:pt x="37" y="32"/>
                    <a:pt x="36" y="33"/>
                  </a:cubicBezTo>
                  <a:cubicBezTo>
                    <a:pt x="35" y="34"/>
                    <a:pt x="34" y="34"/>
                    <a:pt x="33" y="35"/>
                  </a:cubicBezTo>
                  <a:cubicBezTo>
                    <a:pt x="30" y="35"/>
                    <a:pt x="27" y="35"/>
                    <a:pt x="25" y="36"/>
                  </a:cubicBezTo>
                  <a:cubicBezTo>
                    <a:pt x="24" y="36"/>
                    <a:pt x="24" y="36"/>
                    <a:pt x="24" y="36"/>
                  </a:cubicBezTo>
                  <a:cubicBezTo>
                    <a:pt x="25" y="37"/>
                    <a:pt x="27" y="37"/>
                    <a:pt x="28" y="37"/>
                  </a:cubicBezTo>
                  <a:cubicBezTo>
                    <a:pt x="29" y="37"/>
                    <a:pt x="31" y="37"/>
                    <a:pt x="32" y="36"/>
                  </a:cubicBezTo>
                  <a:cubicBezTo>
                    <a:pt x="34" y="36"/>
                    <a:pt x="35" y="35"/>
                    <a:pt x="36" y="33"/>
                  </a:cubicBezTo>
                  <a:cubicBezTo>
                    <a:pt x="37" y="32"/>
                    <a:pt x="38" y="30"/>
                    <a:pt x="39" y="29"/>
                  </a:cubicBezTo>
                  <a:cubicBezTo>
                    <a:pt x="40" y="24"/>
                    <a:pt x="38" y="20"/>
                    <a:pt x="36" y="16"/>
                  </a:cubicBezTo>
                  <a:cubicBezTo>
                    <a:pt x="36" y="16"/>
                    <a:pt x="36" y="16"/>
                    <a:pt x="36" y="16"/>
                  </a:cubicBezTo>
                  <a:cubicBezTo>
                    <a:pt x="38" y="19"/>
                    <a:pt x="39" y="23"/>
                    <a:pt x="38" y="26"/>
                  </a:cubicBezTo>
                  <a:cubicBezTo>
                    <a:pt x="38" y="29"/>
                    <a:pt x="35" y="32"/>
                    <a:pt x="32" y="33"/>
                  </a:cubicBezTo>
                  <a:cubicBezTo>
                    <a:pt x="30" y="34"/>
                    <a:pt x="28" y="34"/>
                    <a:pt x="27" y="34"/>
                  </a:cubicBezTo>
                  <a:cubicBezTo>
                    <a:pt x="26" y="34"/>
                    <a:pt x="25" y="34"/>
                    <a:pt x="24" y="34"/>
                  </a:cubicBezTo>
                  <a:cubicBezTo>
                    <a:pt x="23" y="34"/>
                    <a:pt x="22" y="33"/>
                    <a:pt x="21" y="33"/>
                  </a:cubicBezTo>
                  <a:cubicBezTo>
                    <a:pt x="18" y="31"/>
                    <a:pt x="14" y="30"/>
                    <a:pt x="11" y="27"/>
                  </a:cubicBezTo>
                  <a:cubicBezTo>
                    <a:pt x="8" y="25"/>
                    <a:pt x="5" y="23"/>
                    <a:pt x="3" y="19"/>
                  </a:cubicBezTo>
                  <a:cubicBezTo>
                    <a:pt x="3" y="18"/>
                    <a:pt x="2" y="16"/>
                    <a:pt x="2" y="14"/>
                  </a:cubicBezTo>
                  <a:cubicBezTo>
                    <a:pt x="2" y="13"/>
                    <a:pt x="2" y="11"/>
                    <a:pt x="2" y="10"/>
                  </a:cubicBezTo>
                  <a:cubicBezTo>
                    <a:pt x="2" y="7"/>
                    <a:pt x="4" y="4"/>
                    <a:pt x="6" y="3"/>
                  </a:cubicBezTo>
                  <a:cubicBezTo>
                    <a:pt x="7" y="2"/>
                    <a:pt x="9" y="2"/>
                    <a:pt x="10" y="2"/>
                  </a:cubicBezTo>
                  <a:cubicBezTo>
                    <a:pt x="11" y="2"/>
                    <a:pt x="12" y="2"/>
                    <a:pt x="13" y="2"/>
                  </a:cubicBezTo>
                  <a:cubicBezTo>
                    <a:pt x="14" y="2"/>
                    <a:pt x="15" y="2"/>
                    <a:pt x="16" y="2"/>
                  </a:cubicBezTo>
                  <a:cubicBezTo>
                    <a:pt x="18" y="2"/>
                    <a:pt x="19" y="3"/>
                    <a:pt x="21" y="4"/>
                  </a:cubicBezTo>
                  <a:cubicBezTo>
                    <a:pt x="21" y="4"/>
                    <a:pt x="22" y="4"/>
                    <a:pt x="23" y="5"/>
                  </a:cubicBezTo>
                  <a:cubicBezTo>
                    <a:pt x="23" y="5"/>
                    <a:pt x="24" y="5"/>
                    <a:pt x="25" y="6"/>
                  </a:cubicBezTo>
                  <a:cubicBezTo>
                    <a:pt x="25" y="6"/>
                    <a:pt x="25" y="5"/>
                    <a:pt x="25" y="5"/>
                  </a:cubicBezTo>
                  <a:cubicBezTo>
                    <a:pt x="24" y="5"/>
                    <a:pt x="23" y="4"/>
                    <a:pt x="22" y="4"/>
                  </a:cubicBezTo>
                  <a:cubicBezTo>
                    <a:pt x="21" y="3"/>
                    <a:pt x="20" y="3"/>
                    <a:pt x="20" y="3"/>
                  </a:cubicBezTo>
                  <a:cubicBezTo>
                    <a:pt x="18" y="2"/>
                    <a:pt x="16" y="2"/>
                    <a:pt x="14" y="2"/>
                  </a:cubicBezTo>
                  <a:cubicBezTo>
                    <a:pt x="12" y="2"/>
                    <a:pt x="10" y="2"/>
                    <a:pt x="8" y="2"/>
                  </a:cubicBezTo>
                  <a:cubicBezTo>
                    <a:pt x="7" y="2"/>
                    <a:pt x="6" y="3"/>
                    <a:pt x="5" y="3"/>
                  </a:cubicBezTo>
                  <a:cubicBezTo>
                    <a:pt x="3" y="5"/>
                    <a:pt x="2" y="8"/>
                    <a:pt x="1" y="10"/>
                  </a:cubicBezTo>
                  <a:cubicBezTo>
                    <a:pt x="1" y="12"/>
                    <a:pt x="1" y="13"/>
                    <a:pt x="1" y="15"/>
                  </a:cubicBezTo>
                  <a:cubicBezTo>
                    <a:pt x="2" y="17"/>
                    <a:pt x="2" y="18"/>
                    <a:pt x="3" y="20"/>
                  </a:cubicBezTo>
                  <a:cubicBezTo>
                    <a:pt x="5" y="23"/>
                    <a:pt x="8" y="25"/>
                    <a:pt x="11" y="28"/>
                  </a:cubicBezTo>
                  <a:cubicBezTo>
                    <a:pt x="14" y="30"/>
                    <a:pt x="17" y="31"/>
                    <a:pt x="21" y="33"/>
                  </a:cubicBezTo>
                  <a:cubicBezTo>
                    <a:pt x="22" y="33"/>
                    <a:pt x="23" y="34"/>
                    <a:pt x="23" y="34"/>
                  </a:cubicBezTo>
                  <a:cubicBezTo>
                    <a:pt x="24" y="34"/>
                    <a:pt x="25" y="35"/>
                    <a:pt x="26" y="35"/>
                  </a:cubicBezTo>
                  <a:cubicBezTo>
                    <a:pt x="28" y="35"/>
                    <a:pt x="30" y="34"/>
                    <a:pt x="31" y="34"/>
                  </a:cubicBezTo>
                  <a:cubicBezTo>
                    <a:pt x="34" y="33"/>
                    <a:pt x="37" y="30"/>
                    <a:pt x="38" y="27"/>
                  </a:cubicBezTo>
                  <a:cubicBezTo>
                    <a:pt x="39" y="25"/>
                    <a:pt x="39" y="23"/>
                    <a:pt x="38" y="21"/>
                  </a:cubicBezTo>
                  <a:cubicBezTo>
                    <a:pt x="38" y="20"/>
                    <a:pt x="37" y="18"/>
                    <a:pt x="36" y="16"/>
                  </a:cubicBezTo>
                  <a:cubicBezTo>
                    <a:pt x="36" y="16"/>
                    <a:pt x="36" y="16"/>
                    <a:pt x="36" y="16"/>
                  </a:cubicBezTo>
                  <a:cubicBezTo>
                    <a:pt x="37" y="20"/>
                    <a:pt x="39" y="24"/>
                    <a:pt x="39" y="28"/>
                  </a:cubicBezTo>
                  <a:cubicBezTo>
                    <a:pt x="38" y="31"/>
                    <a:pt x="35" y="35"/>
                    <a:pt x="32" y="36"/>
                  </a:cubicBezTo>
                  <a:cubicBezTo>
                    <a:pt x="31" y="37"/>
                    <a:pt x="29" y="37"/>
                    <a:pt x="28" y="37"/>
                  </a:cubicBezTo>
                  <a:cubicBezTo>
                    <a:pt x="27" y="37"/>
                    <a:pt x="26" y="36"/>
                    <a:pt x="25" y="36"/>
                  </a:cubicBezTo>
                  <a:cubicBezTo>
                    <a:pt x="25" y="36"/>
                    <a:pt x="25" y="36"/>
                    <a:pt x="25" y="36"/>
                  </a:cubicBezTo>
                  <a:cubicBezTo>
                    <a:pt x="27" y="35"/>
                    <a:pt x="30" y="36"/>
                    <a:pt x="33" y="35"/>
                  </a:cubicBezTo>
                  <a:cubicBezTo>
                    <a:pt x="34" y="35"/>
                    <a:pt x="35" y="34"/>
                    <a:pt x="36" y="33"/>
                  </a:cubicBezTo>
                  <a:cubicBezTo>
                    <a:pt x="37" y="32"/>
                    <a:pt x="38" y="30"/>
                    <a:pt x="38" y="29"/>
                  </a:cubicBezTo>
                  <a:cubicBezTo>
                    <a:pt x="40" y="22"/>
                    <a:pt x="38" y="15"/>
                    <a:pt x="33" y="10"/>
                  </a:cubicBezTo>
                  <a:cubicBezTo>
                    <a:pt x="33" y="10"/>
                    <a:pt x="32" y="10"/>
                    <a:pt x="32" y="10"/>
                  </a:cubicBezTo>
                  <a:cubicBezTo>
                    <a:pt x="32" y="10"/>
                    <a:pt x="32" y="10"/>
                    <a:pt x="32" y="10"/>
                  </a:cubicBezTo>
                  <a:cubicBezTo>
                    <a:pt x="33" y="11"/>
                    <a:pt x="34" y="13"/>
                    <a:pt x="35" y="14"/>
                  </a:cubicBezTo>
                  <a:cubicBezTo>
                    <a:pt x="36" y="16"/>
                    <a:pt x="37" y="18"/>
                    <a:pt x="37" y="19"/>
                  </a:cubicBezTo>
                  <a:cubicBezTo>
                    <a:pt x="38" y="21"/>
                    <a:pt x="39" y="23"/>
                    <a:pt x="39" y="25"/>
                  </a:cubicBezTo>
                  <a:cubicBezTo>
                    <a:pt x="39" y="27"/>
                    <a:pt x="39" y="29"/>
                    <a:pt x="38" y="31"/>
                  </a:cubicBezTo>
                  <a:cubicBezTo>
                    <a:pt x="37" y="31"/>
                    <a:pt x="37" y="32"/>
                    <a:pt x="36" y="33"/>
                  </a:cubicBezTo>
                  <a:cubicBezTo>
                    <a:pt x="36" y="33"/>
                    <a:pt x="35" y="34"/>
                    <a:pt x="34" y="34"/>
                  </a:cubicBezTo>
                  <a:cubicBezTo>
                    <a:pt x="33" y="34"/>
                    <a:pt x="31" y="35"/>
                    <a:pt x="29" y="35"/>
                  </a:cubicBezTo>
                  <a:cubicBezTo>
                    <a:pt x="27" y="35"/>
                    <a:pt x="25" y="35"/>
                    <a:pt x="23" y="34"/>
                  </a:cubicBezTo>
                  <a:cubicBezTo>
                    <a:pt x="21" y="34"/>
                    <a:pt x="20" y="33"/>
                    <a:pt x="18" y="33"/>
                  </a:cubicBezTo>
                  <a:cubicBezTo>
                    <a:pt x="17" y="32"/>
                    <a:pt x="16" y="32"/>
                    <a:pt x="15" y="31"/>
                  </a:cubicBezTo>
                  <a:cubicBezTo>
                    <a:pt x="15" y="31"/>
                    <a:pt x="15" y="31"/>
                    <a:pt x="15" y="31"/>
                  </a:cubicBezTo>
                  <a:cubicBezTo>
                    <a:pt x="19" y="33"/>
                    <a:pt x="23" y="37"/>
                    <a:pt x="28" y="36"/>
                  </a:cubicBezTo>
                  <a:cubicBezTo>
                    <a:pt x="29" y="36"/>
                    <a:pt x="29" y="36"/>
                    <a:pt x="28" y="36"/>
                  </a:cubicBezTo>
                  <a:cubicBezTo>
                    <a:pt x="27" y="35"/>
                    <a:pt x="25" y="35"/>
                    <a:pt x="23" y="35"/>
                  </a:cubicBezTo>
                  <a:cubicBezTo>
                    <a:pt x="21" y="34"/>
                    <a:pt x="19" y="33"/>
                    <a:pt x="18" y="32"/>
                  </a:cubicBezTo>
                  <a:cubicBezTo>
                    <a:pt x="16" y="31"/>
                    <a:pt x="14" y="29"/>
                    <a:pt x="13" y="28"/>
                  </a:cubicBezTo>
                  <a:cubicBezTo>
                    <a:pt x="11" y="27"/>
                    <a:pt x="10" y="25"/>
                    <a:pt x="9" y="24"/>
                  </a:cubicBezTo>
                  <a:cubicBezTo>
                    <a:pt x="7" y="21"/>
                    <a:pt x="5" y="19"/>
                    <a:pt x="4" y="15"/>
                  </a:cubicBezTo>
                  <a:cubicBezTo>
                    <a:pt x="3" y="14"/>
                    <a:pt x="3" y="13"/>
                    <a:pt x="2" y="12"/>
                  </a:cubicBezTo>
                  <a:cubicBezTo>
                    <a:pt x="2" y="11"/>
                    <a:pt x="1" y="9"/>
                    <a:pt x="2" y="8"/>
                  </a:cubicBezTo>
                  <a:cubicBezTo>
                    <a:pt x="2" y="8"/>
                    <a:pt x="2" y="8"/>
                    <a:pt x="2" y="8"/>
                  </a:cubicBezTo>
                  <a:cubicBezTo>
                    <a:pt x="2" y="9"/>
                    <a:pt x="2" y="9"/>
                    <a:pt x="2" y="10"/>
                  </a:cubicBezTo>
                  <a:cubicBezTo>
                    <a:pt x="3" y="11"/>
                    <a:pt x="2" y="11"/>
                    <a:pt x="2" y="12"/>
                  </a:cubicBezTo>
                  <a:cubicBezTo>
                    <a:pt x="2" y="14"/>
                    <a:pt x="3" y="15"/>
                    <a:pt x="3" y="17"/>
                  </a:cubicBezTo>
                  <a:cubicBezTo>
                    <a:pt x="4" y="20"/>
                    <a:pt x="6" y="23"/>
                    <a:pt x="8" y="26"/>
                  </a:cubicBezTo>
                  <a:cubicBezTo>
                    <a:pt x="9" y="27"/>
                    <a:pt x="11" y="29"/>
                    <a:pt x="13" y="29"/>
                  </a:cubicBezTo>
                  <a:cubicBezTo>
                    <a:pt x="13" y="29"/>
                    <a:pt x="13" y="29"/>
                    <a:pt x="13" y="29"/>
                  </a:cubicBezTo>
                  <a:cubicBezTo>
                    <a:pt x="13" y="28"/>
                    <a:pt x="12" y="28"/>
                    <a:pt x="11" y="27"/>
                  </a:cubicBezTo>
                  <a:cubicBezTo>
                    <a:pt x="11" y="27"/>
                    <a:pt x="10" y="26"/>
                    <a:pt x="9" y="25"/>
                  </a:cubicBezTo>
                  <a:cubicBezTo>
                    <a:pt x="9" y="25"/>
                    <a:pt x="8" y="24"/>
                    <a:pt x="7" y="23"/>
                  </a:cubicBezTo>
                  <a:cubicBezTo>
                    <a:pt x="7" y="22"/>
                    <a:pt x="6" y="22"/>
                    <a:pt x="5" y="21"/>
                  </a:cubicBezTo>
                  <a:cubicBezTo>
                    <a:pt x="4" y="20"/>
                    <a:pt x="3" y="18"/>
                    <a:pt x="2" y="16"/>
                  </a:cubicBezTo>
                  <a:cubicBezTo>
                    <a:pt x="1" y="14"/>
                    <a:pt x="1" y="12"/>
                    <a:pt x="1" y="11"/>
                  </a:cubicBezTo>
                  <a:cubicBezTo>
                    <a:pt x="1" y="9"/>
                    <a:pt x="2" y="7"/>
                    <a:pt x="3" y="5"/>
                  </a:cubicBezTo>
                  <a:cubicBezTo>
                    <a:pt x="3" y="5"/>
                    <a:pt x="4" y="4"/>
                    <a:pt x="4" y="4"/>
                  </a:cubicBezTo>
                  <a:cubicBezTo>
                    <a:pt x="5" y="3"/>
                    <a:pt x="6" y="3"/>
                    <a:pt x="7" y="3"/>
                  </a:cubicBezTo>
                  <a:cubicBezTo>
                    <a:pt x="9" y="2"/>
                    <a:pt x="11" y="1"/>
                    <a:pt x="13" y="1"/>
                  </a:cubicBezTo>
                  <a:cubicBezTo>
                    <a:pt x="15" y="1"/>
                    <a:pt x="17" y="1"/>
                    <a:pt x="19" y="2"/>
                  </a:cubicBezTo>
                  <a:cubicBezTo>
                    <a:pt x="21" y="2"/>
                    <a:pt x="22" y="3"/>
                    <a:pt x="24" y="4"/>
                  </a:cubicBezTo>
                  <a:cubicBezTo>
                    <a:pt x="25" y="4"/>
                    <a:pt x="27" y="5"/>
                    <a:pt x="28" y="6"/>
                  </a:cubicBezTo>
                  <a:cubicBezTo>
                    <a:pt x="28" y="6"/>
                    <a:pt x="28" y="6"/>
                    <a:pt x="28" y="6"/>
                  </a:cubicBezTo>
                  <a:cubicBezTo>
                    <a:pt x="26" y="5"/>
                    <a:pt x="25" y="4"/>
                    <a:pt x="23" y="3"/>
                  </a:cubicBezTo>
                  <a:cubicBezTo>
                    <a:pt x="22" y="2"/>
                    <a:pt x="20" y="1"/>
                    <a:pt x="18" y="1"/>
                  </a:cubicBezTo>
                  <a:cubicBezTo>
                    <a:pt x="15" y="0"/>
                    <a:pt x="11" y="0"/>
                    <a:pt x="7" y="1"/>
                  </a:cubicBezTo>
                  <a:cubicBezTo>
                    <a:pt x="4" y="2"/>
                    <a:pt x="2" y="5"/>
                    <a:pt x="1" y="8"/>
                  </a:cubicBezTo>
                  <a:cubicBezTo>
                    <a:pt x="1" y="9"/>
                    <a:pt x="0" y="10"/>
                    <a:pt x="0" y="10"/>
                  </a:cubicBezTo>
                  <a:cubicBezTo>
                    <a:pt x="0" y="11"/>
                    <a:pt x="0" y="12"/>
                    <a:pt x="0" y="13"/>
                  </a:cubicBezTo>
                  <a:cubicBezTo>
                    <a:pt x="0" y="15"/>
                    <a:pt x="1" y="17"/>
                    <a:pt x="2" y="19"/>
                  </a:cubicBezTo>
                  <a:cubicBezTo>
                    <a:pt x="5" y="25"/>
                    <a:pt x="10" y="29"/>
                    <a:pt x="16" y="32"/>
                  </a:cubicBezTo>
                  <a:cubicBezTo>
                    <a:pt x="20" y="34"/>
                    <a:pt x="23" y="35"/>
                    <a:pt x="27" y="36"/>
                  </a:cubicBezTo>
                  <a:cubicBezTo>
                    <a:pt x="30" y="36"/>
                    <a:pt x="34" y="35"/>
                    <a:pt x="37" y="33"/>
                  </a:cubicBezTo>
                  <a:cubicBezTo>
                    <a:pt x="39" y="31"/>
                    <a:pt x="40" y="28"/>
                    <a:pt x="40" y="25"/>
                  </a:cubicBezTo>
                  <a:cubicBezTo>
                    <a:pt x="40" y="22"/>
                    <a:pt x="39" y="18"/>
                    <a:pt x="37" y="15"/>
                  </a:cubicBezTo>
                  <a:cubicBezTo>
                    <a:pt x="35" y="13"/>
                    <a:pt x="33" y="11"/>
                    <a:pt x="31" y="9"/>
                  </a:cubicBezTo>
                  <a:cubicBezTo>
                    <a:pt x="31" y="9"/>
                    <a:pt x="31" y="9"/>
                    <a:pt x="31" y="9"/>
                  </a:cubicBezTo>
                  <a:cubicBezTo>
                    <a:pt x="34" y="10"/>
                    <a:pt x="35" y="13"/>
                    <a:pt x="36" y="16"/>
                  </a:cubicBezTo>
                  <a:cubicBezTo>
                    <a:pt x="36" y="17"/>
                    <a:pt x="37" y="19"/>
                    <a:pt x="37" y="20"/>
                  </a:cubicBezTo>
                  <a:cubicBezTo>
                    <a:pt x="37" y="22"/>
                    <a:pt x="38" y="24"/>
                    <a:pt x="38" y="26"/>
                  </a:cubicBezTo>
                  <a:cubicBezTo>
                    <a:pt x="37" y="29"/>
                    <a:pt x="36" y="33"/>
                    <a:pt x="33" y="35"/>
                  </a:cubicBezTo>
                  <a:cubicBezTo>
                    <a:pt x="32" y="36"/>
                    <a:pt x="30" y="37"/>
                    <a:pt x="28" y="37"/>
                  </a:cubicBezTo>
                  <a:cubicBezTo>
                    <a:pt x="27" y="37"/>
                    <a:pt x="25" y="37"/>
                    <a:pt x="23" y="36"/>
                  </a:cubicBezTo>
                  <a:cubicBezTo>
                    <a:pt x="20" y="35"/>
                    <a:pt x="17" y="33"/>
                    <a:pt x="14" y="31"/>
                  </a:cubicBezTo>
                  <a:cubicBezTo>
                    <a:pt x="12" y="28"/>
                    <a:pt x="9" y="26"/>
                    <a:pt x="7" y="23"/>
                  </a:cubicBezTo>
                  <a:cubicBezTo>
                    <a:pt x="5" y="21"/>
                    <a:pt x="3" y="17"/>
                    <a:pt x="2" y="14"/>
                  </a:cubicBezTo>
                  <a:cubicBezTo>
                    <a:pt x="2" y="12"/>
                    <a:pt x="2" y="11"/>
                    <a:pt x="2" y="9"/>
                  </a:cubicBezTo>
                  <a:cubicBezTo>
                    <a:pt x="2" y="7"/>
                    <a:pt x="2" y="6"/>
                    <a:pt x="3" y="4"/>
                  </a:cubicBezTo>
                  <a:cubicBezTo>
                    <a:pt x="4" y="3"/>
                    <a:pt x="5" y="2"/>
                    <a:pt x="6" y="2"/>
                  </a:cubicBezTo>
                  <a:cubicBezTo>
                    <a:pt x="8" y="1"/>
                    <a:pt x="9" y="1"/>
                    <a:pt x="10" y="0"/>
                  </a:cubicBezTo>
                  <a:cubicBezTo>
                    <a:pt x="12" y="0"/>
                    <a:pt x="14" y="1"/>
                    <a:pt x="15" y="1"/>
                  </a:cubicBezTo>
                  <a:cubicBezTo>
                    <a:pt x="17" y="1"/>
                    <a:pt x="19" y="2"/>
                    <a:pt x="21" y="2"/>
                  </a:cubicBezTo>
                  <a:cubicBezTo>
                    <a:pt x="23" y="3"/>
                    <a:pt x="25" y="4"/>
                    <a:pt x="27" y="6"/>
                  </a:cubicBezTo>
                  <a:cubicBezTo>
                    <a:pt x="27" y="6"/>
                    <a:pt x="28" y="5"/>
                    <a:pt x="2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8" name="Freeform 32"/>
            <p:cNvSpPr/>
            <p:nvPr/>
          </p:nvSpPr>
          <p:spPr bwMode="auto">
            <a:xfrm>
              <a:off x="1662113" y="3100388"/>
              <a:ext cx="1439863" cy="1327150"/>
            </a:xfrm>
            <a:custGeom>
              <a:avLst/>
              <a:gdLst>
                <a:gd name="T0" fmla="*/ 15 w 63"/>
                <a:gd name="T1" fmla="*/ 2 h 58"/>
                <a:gd name="T2" fmla="*/ 1 w 63"/>
                <a:gd name="T3" fmla="*/ 14 h 58"/>
                <a:gd name="T4" fmla="*/ 5 w 63"/>
                <a:gd name="T5" fmla="*/ 29 h 58"/>
                <a:gd name="T6" fmla="*/ 12 w 63"/>
                <a:gd name="T7" fmla="*/ 38 h 58"/>
                <a:gd name="T8" fmla="*/ 25 w 63"/>
                <a:gd name="T9" fmla="*/ 50 h 58"/>
                <a:gd name="T10" fmla="*/ 57 w 63"/>
                <a:gd name="T11" fmla="*/ 54 h 58"/>
                <a:gd name="T12" fmla="*/ 61 w 63"/>
                <a:gd name="T13" fmla="*/ 37 h 58"/>
                <a:gd name="T14" fmla="*/ 58 w 63"/>
                <a:gd name="T15" fmla="*/ 28 h 58"/>
                <a:gd name="T16" fmla="*/ 48 w 63"/>
                <a:gd name="T17" fmla="*/ 14 h 58"/>
                <a:gd name="T18" fmla="*/ 51 w 63"/>
                <a:gd name="T19" fmla="*/ 18 h 58"/>
                <a:gd name="T20" fmla="*/ 61 w 63"/>
                <a:gd name="T21" fmla="*/ 33 h 58"/>
                <a:gd name="T22" fmla="*/ 62 w 63"/>
                <a:gd name="T23" fmla="*/ 43 h 58"/>
                <a:gd name="T24" fmla="*/ 55 w 63"/>
                <a:gd name="T25" fmla="*/ 55 h 58"/>
                <a:gd name="T26" fmla="*/ 43 w 63"/>
                <a:gd name="T27" fmla="*/ 56 h 58"/>
                <a:gd name="T28" fmla="*/ 32 w 63"/>
                <a:gd name="T29" fmla="*/ 54 h 58"/>
                <a:gd name="T30" fmla="*/ 17 w 63"/>
                <a:gd name="T31" fmla="*/ 44 h 58"/>
                <a:gd name="T32" fmla="*/ 1 w 63"/>
                <a:gd name="T33" fmla="*/ 16 h 58"/>
                <a:gd name="T34" fmla="*/ 9 w 63"/>
                <a:gd name="T35" fmla="*/ 5 h 58"/>
                <a:gd name="T36" fmla="*/ 26 w 63"/>
                <a:gd name="T37" fmla="*/ 2 h 58"/>
                <a:gd name="T38" fmla="*/ 40 w 63"/>
                <a:gd name="T39" fmla="*/ 9 h 58"/>
                <a:gd name="T40" fmla="*/ 45 w 63"/>
                <a:gd name="T41" fmla="*/ 12 h 58"/>
                <a:gd name="T42" fmla="*/ 36 w 63"/>
                <a:gd name="T43" fmla="*/ 6 h 58"/>
                <a:gd name="T44" fmla="*/ 6 w 63"/>
                <a:gd name="T45" fmla="*/ 6 h 58"/>
                <a:gd name="T46" fmla="*/ 2 w 63"/>
                <a:gd name="T47" fmla="*/ 23 h 58"/>
                <a:gd name="T48" fmla="*/ 14 w 63"/>
                <a:gd name="T49" fmla="*/ 40 h 58"/>
                <a:gd name="T50" fmla="*/ 31 w 63"/>
                <a:gd name="T51" fmla="*/ 54 h 58"/>
                <a:gd name="T52" fmla="*/ 46 w 63"/>
                <a:gd name="T53" fmla="*/ 58 h 58"/>
                <a:gd name="T54" fmla="*/ 55 w 63"/>
                <a:gd name="T55" fmla="*/ 56 h 58"/>
                <a:gd name="T56" fmla="*/ 60 w 63"/>
                <a:gd name="T57" fmla="*/ 50 h 58"/>
                <a:gd name="T58" fmla="*/ 58 w 63"/>
                <a:gd name="T59" fmla="*/ 53 h 58"/>
                <a:gd name="T60" fmla="*/ 49 w 63"/>
                <a:gd name="T61" fmla="*/ 57 h 58"/>
                <a:gd name="T62" fmla="*/ 33 w 63"/>
                <a:gd name="T63" fmla="*/ 54 h 58"/>
                <a:gd name="T64" fmla="*/ 16 w 63"/>
                <a:gd name="T65" fmla="*/ 42 h 58"/>
                <a:gd name="T66" fmla="*/ 3 w 63"/>
                <a:gd name="T67" fmla="*/ 24 h 58"/>
                <a:gd name="T68" fmla="*/ 6 w 63"/>
                <a:gd name="T69" fmla="*/ 6 h 58"/>
                <a:gd name="T70" fmla="*/ 25 w 63"/>
                <a:gd name="T71" fmla="*/ 2 h 58"/>
                <a:gd name="T72" fmla="*/ 41 w 63"/>
                <a:gd name="T73" fmla="*/ 9 h 58"/>
                <a:gd name="T74" fmla="*/ 44 w 63"/>
                <a:gd name="T75" fmla="*/ 12 h 58"/>
                <a:gd name="T76" fmla="*/ 35 w 63"/>
                <a:gd name="T77" fmla="*/ 5 h 58"/>
                <a:gd name="T78" fmla="*/ 13 w 63"/>
                <a:gd name="T79" fmla="*/ 3 h 58"/>
                <a:gd name="T80" fmla="*/ 4 w 63"/>
                <a:gd name="T81" fmla="*/ 8 h 58"/>
                <a:gd name="T82" fmla="*/ 3 w 63"/>
                <a:gd name="T83" fmla="*/ 25 h 58"/>
                <a:gd name="T84" fmla="*/ 26 w 63"/>
                <a:gd name="T85" fmla="*/ 51 h 58"/>
                <a:gd name="T86" fmla="*/ 37 w 63"/>
                <a:gd name="T87" fmla="*/ 56 h 58"/>
                <a:gd name="T88" fmla="*/ 48 w 63"/>
                <a:gd name="T89" fmla="*/ 57 h 58"/>
                <a:gd name="T90" fmla="*/ 58 w 63"/>
                <a:gd name="T91" fmla="*/ 53 h 58"/>
                <a:gd name="T92" fmla="*/ 62 w 63"/>
                <a:gd name="T93" fmla="*/ 35 h 58"/>
                <a:gd name="T94" fmla="*/ 53 w 63"/>
                <a:gd name="T95" fmla="*/ 20 h 58"/>
                <a:gd name="T96" fmla="*/ 50 w 63"/>
                <a:gd name="T97" fmla="*/ 15 h 58"/>
                <a:gd name="T98" fmla="*/ 48 w 63"/>
                <a:gd name="T99" fmla="*/ 14 h 58"/>
                <a:gd name="T100" fmla="*/ 58 w 63"/>
                <a:gd name="T101" fmla="*/ 28 h 58"/>
                <a:gd name="T102" fmla="*/ 62 w 63"/>
                <a:gd name="T103" fmla="*/ 43 h 58"/>
                <a:gd name="T104" fmla="*/ 58 w 63"/>
                <a:gd name="T105" fmla="*/ 52 h 58"/>
                <a:gd name="T106" fmla="*/ 43 w 63"/>
                <a:gd name="T107" fmla="*/ 57 h 58"/>
                <a:gd name="T108" fmla="*/ 18 w 63"/>
                <a:gd name="T109" fmla="*/ 44 h 58"/>
                <a:gd name="T110" fmla="*/ 10 w 63"/>
                <a:gd name="T111" fmla="*/ 35 h 58"/>
                <a:gd name="T112" fmla="*/ 1 w 63"/>
                <a:gd name="T113" fmla="*/ 16 h 58"/>
                <a:gd name="T114" fmla="*/ 14 w 63"/>
                <a:gd name="T115" fmla="*/ 2 h 58"/>
                <a:gd name="T116" fmla="*/ 37 w 63"/>
                <a:gd name="T117" fmla="*/ 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3" h="58">
                  <a:moveTo>
                    <a:pt x="37" y="6"/>
                  </a:moveTo>
                  <a:cubicBezTo>
                    <a:pt x="30" y="2"/>
                    <a:pt x="22" y="0"/>
                    <a:pt x="15" y="2"/>
                  </a:cubicBezTo>
                  <a:cubicBezTo>
                    <a:pt x="12" y="3"/>
                    <a:pt x="8" y="4"/>
                    <a:pt x="6" y="6"/>
                  </a:cubicBezTo>
                  <a:cubicBezTo>
                    <a:pt x="4" y="8"/>
                    <a:pt x="2" y="11"/>
                    <a:pt x="1" y="14"/>
                  </a:cubicBezTo>
                  <a:cubicBezTo>
                    <a:pt x="0" y="17"/>
                    <a:pt x="1" y="21"/>
                    <a:pt x="2" y="24"/>
                  </a:cubicBezTo>
                  <a:cubicBezTo>
                    <a:pt x="3" y="26"/>
                    <a:pt x="4" y="27"/>
                    <a:pt x="5" y="29"/>
                  </a:cubicBezTo>
                  <a:cubicBezTo>
                    <a:pt x="6" y="30"/>
                    <a:pt x="7" y="32"/>
                    <a:pt x="8" y="33"/>
                  </a:cubicBezTo>
                  <a:cubicBezTo>
                    <a:pt x="9" y="35"/>
                    <a:pt x="10" y="37"/>
                    <a:pt x="12" y="38"/>
                  </a:cubicBezTo>
                  <a:cubicBezTo>
                    <a:pt x="13" y="40"/>
                    <a:pt x="14" y="41"/>
                    <a:pt x="16" y="42"/>
                  </a:cubicBezTo>
                  <a:cubicBezTo>
                    <a:pt x="19" y="45"/>
                    <a:pt x="22" y="48"/>
                    <a:pt x="25" y="50"/>
                  </a:cubicBezTo>
                  <a:cubicBezTo>
                    <a:pt x="30" y="53"/>
                    <a:pt x="35" y="55"/>
                    <a:pt x="41" y="57"/>
                  </a:cubicBezTo>
                  <a:cubicBezTo>
                    <a:pt x="46" y="58"/>
                    <a:pt x="52" y="57"/>
                    <a:pt x="57" y="54"/>
                  </a:cubicBezTo>
                  <a:cubicBezTo>
                    <a:pt x="59" y="52"/>
                    <a:pt x="61" y="50"/>
                    <a:pt x="62" y="47"/>
                  </a:cubicBezTo>
                  <a:cubicBezTo>
                    <a:pt x="62" y="44"/>
                    <a:pt x="62" y="40"/>
                    <a:pt x="61" y="37"/>
                  </a:cubicBezTo>
                  <a:cubicBezTo>
                    <a:pt x="61" y="35"/>
                    <a:pt x="60" y="34"/>
                    <a:pt x="60" y="32"/>
                  </a:cubicBezTo>
                  <a:cubicBezTo>
                    <a:pt x="59" y="31"/>
                    <a:pt x="58" y="29"/>
                    <a:pt x="58" y="28"/>
                  </a:cubicBezTo>
                  <a:cubicBezTo>
                    <a:pt x="56" y="24"/>
                    <a:pt x="54" y="21"/>
                    <a:pt x="51" y="18"/>
                  </a:cubicBezTo>
                  <a:cubicBezTo>
                    <a:pt x="50" y="16"/>
                    <a:pt x="49" y="15"/>
                    <a:pt x="48" y="14"/>
                  </a:cubicBezTo>
                  <a:cubicBezTo>
                    <a:pt x="48" y="14"/>
                    <a:pt x="48" y="14"/>
                    <a:pt x="48" y="14"/>
                  </a:cubicBezTo>
                  <a:cubicBezTo>
                    <a:pt x="49" y="15"/>
                    <a:pt x="50" y="16"/>
                    <a:pt x="51" y="18"/>
                  </a:cubicBezTo>
                  <a:cubicBezTo>
                    <a:pt x="53" y="19"/>
                    <a:pt x="54" y="21"/>
                    <a:pt x="55" y="22"/>
                  </a:cubicBezTo>
                  <a:cubicBezTo>
                    <a:pt x="57" y="26"/>
                    <a:pt x="59" y="29"/>
                    <a:pt x="61" y="33"/>
                  </a:cubicBezTo>
                  <a:cubicBezTo>
                    <a:pt x="61" y="35"/>
                    <a:pt x="62" y="36"/>
                    <a:pt x="62" y="38"/>
                  </a:cubicBezTo>
                  <a:cubicBezTo>
                    <a:pt x="62" y="40"/>
                    <a:pt x="62" y="41"/>
                    <a:pt x="62" y="43"/>
                  </a:cubicBezTo>
                  <a:cubicBezTo>
                    <a:pt x="62" y="46"/>
                    <a:pt x="61" y="49"/>
                    <a:pt x="59" y="52"/>
                  </a:cubicBezTo>
                  <a:cubicBezTo>
                    <a:pt x="58" y="53"/>
                    <a:pt x="56" y="54"/>
                    <a:pt x="55" y="55"/>
                  </a:cubicBezTo>
                  <a:cubicBezTo>
                    <a:pt x="53" y="56"/>
                    <a:pt x="51" y="56"/>
                    <a:pt x="49" y="56"/>
                  </a:cubicBezTo>
                  <a:cubicBezTo>
                    <a:pt x="47" y="56"/>
                    <a:pt x="45" y="56"/>
                    <a:pt x="43" y="56"/>
                  </a:cubicBezTo>
                  <a:cubicBezTo>
                    <a:pt x="41" y="56"/>
                    <a:pt x="39" y="56"/>
                    <a:pt x="37" y="55"/>
                  </a:cubicBezTo>
                  <a:cubicBezTo>
                    <a:pt x="36" y="55"/>
                    <a:pt x="34" y="55"/>
                    <a:pt x="32" y="54"/>
                  </a:cubicBezTo>
                  <a:cubicBezTo>
                    <a:pt x="30" y="53"/>
                    <a:pt x="28" y="52"/>
                    <a:pt x="27" y="51"/>
                  </a:cubicBezTo>
                  <a:cubicBezTo>
                    <a:pt x="23" y="49"/>
                    <a:pt x="20" y="46"/>
                    <a:pt x="17" y="44"/>
                  </a:cubicBezTo>
                  <a:cubicBezTo>
                    <a:pt x="12" y="38"/>
                    <a:pt x="6" y="32"/>
                    <a:pt x="3" y="25"/>
                  </a:cubicBezTo>
                  <a:cubicBezTo>
                    <a:pt x="2" y="22"/>
                    <a:pt x="1" y="19"/>
                    <a:pt x="1" y="16"/>
                  </a:cubicBezTo>
                  <a:cubicBezTo>
                    <a:pt x="1" y="13"/>
                    <a:pt x="2" y="10"/>
                    <a:pt x="5" y="8"/>
                  </a:cubicBezTo>
                  <a:cubicBezTo>
                    <a:pt x="6" y="7"/>
                    <a:pt x="7" y="6"/>
                    <a:pt x="9" y="5"/>
                  </a:cubicBezTo>
                  <a:cubicBezTo>
                    <a:pt x="11" y="4"/>
                    <a:pt x="12" y="3"/>
                    <a:pt x="14" y="3"/>
                  </a:cubicBezTo>
                  <a:cubicBezTo>
                    <a:pt x="18" y="1"/>
                    <a:pt x="22" y="1"/>
                    <a:pt x="26" y="2"/>
                  </a:cubicBezTo>
                  <a:cubicBezTo>
                    <a:pt x="29" y="3"/>
                    <a:pt x="33" y="4"/>
                    <a:pt x="36" y="6"/>
                  </a:cubicBezTo>
                  <a:cubicBezTo>
                    <a:pt x="37" y="7"/>
                    <a:pt x="39" y="8"/>
                    <a:pt x="40" y="9"/>
                  </a:cubicBezTo>
                  <a:cubicBezTo>
                    <a:pt x="41" y="10"/>
                    <a:pt x="43" y="11"/>
                    <a:pt x="44" y="12"/>
                  </a:cubicBezTo>
                  <a:cubicBezTo>
                    <a:pt x="44" y="12"/>
                    <a:pt x="45" y="12"/>
                    <a:pt x="45" y="12"/>
                  </a:cubicBezTo>
                  <a:cubicBezTo>
                    <a:pt x="44" y="10"/>
                    <a:pt x="42" y="10"/>
                    <a:pt x="41" y="9"/>
                  </a:cubicBezTo>
                  <a:cubicBezTo>
                    <a:pt x="39" y="8"/>
                    <a:pt x="37" y="7"/>
                    <a:pt x="36" y="6"/>
                  </a:cubicBezTo>
                  <a:cubicBezTo>
                    <a:pt x="32" y="4"/>
                    <a:pt x="29" y="3"/>
                    <a:pt x="25" y="2"/>
                  </a:cubicBezTo>
                  <a:cubicBezTo>
                    <a:pt x="19" y="1"/>
                    <a:pt x="12" y="2"/>
                    <a:pt x="6" y="6"/>
                  </a:cubicBezTo>
                  <a:cubicBezTo>
                    <a:pt x="4" y="8"/>
                    <a:pt x="1" y="10"/>
                    <a:pt x="1" y="13"/>
                  </a:cubicBezTo>
                  <a:cubicBezTo>
                    <a:pt x="0" y="17"/>
                    <a:pt x="0" y="20"/>
                    <a:pt x="2" y="23"/>
                  </a:cubicBezTo>
                  <a:cubicBezTo>
                    <a:pt x="3" y="26"/>
                    <a:pt x="5" y="29"/>
                    <a:pt x="7" y="32"/>
                  </a:cubicBezTo>
                  <a:cubicBezTo>
                    <a:pt x="9" y="35"/>
                    <a:pt x="11" y="38"/>
                    <a:pt x="14" y="40"/>
                  </a:cubicBezTo>
                  <a:cubicBezTo>
                    <a:pt x="17" y="43"/>
                    <a:pt x="19" y="45"/>
                    <a:pt x="22" y="48"/>
                  </a:cubicBezTo>
                  <a:cubicBezTo>
                    <a:pt x="25" y="50"/>
                    <a:pt x="28" y="52"/>
                    <a:pt x="31" y="54"/>
                  </a:cubicBezTo>
                  <a:cubicBezTo>
                    <a:pt x="34" y="55"/>
                    <a:pt x="37" y="57"/>
                    <a:pt x="40" y="57"/>
                  </a:cubicBezTo>
                  <a:cubicBezTo>
                    <a:pt x="42" y="58"/>
                    <a:pt x="44" y="58"/>
                    <a:pt x="46" y="58"/>
                  </a:cubicBezTo>
                  <a:cubicBezTo>
                    <a:pt x="48" y="58"/>
                    <a:pt x="50" y="58"/>
                    <a:pt x="51" y="57"/>
                  </a:cubicBezTo>
                  <a:cubicBezTo>
                    <a:pt x="53" y="57"/>
                    <a:pt x="54" y="56"/>
                    <a:pt x="55" y="56"/>
                  </a:cubicBezTo>
                  <a:cubicBezTo>
                    <a:pt x="56" y="56"/>
                    <a:pt x="56" y="55"/>
                    <a:pt x="57" y="54"/>
                  </a:cubicBezTo>
                  <a:cubicBezTo>
                    <a:pt x="59" y="53"/>
                    <a:pt x="60" y="51"/>
                    <a:pt x="60" y="50"/>
                  </a:cubicBezTo>
                  <a:cubicBezTo>
                    <a:pt x="60" y="49"/>
                    <a:pt x="60" y="49"/>
                    <a:pt x="60" y="50"/>
                  </a:cubicBezTo>
                  <a:cubicBezTo>
                    <a:pt x="59" y="51"/>
                    <a:pt x="59" y="52"/>
                    <a:pt x="58" y="53"/>
                  </a:cubicBezTo>
                  <a:cubicBezTo>
                    <a:pt x="57" y="54"/>
                    <a:pt x="56" y="55"/>
                    <a:pt x="54" y="56"/>
                  </a:cubicBezTo>
                  <a:cubicBezTo>
                    <a:pt x="53" y="57"/>
                    <a:pt x="51" y="57"/>
                    <a:pt x="49" y="57"/>
                  </a:cubicBezTo>
                  <a:cubicBezTo>
                    <a:pt x="47" y="57"/>
                    <a:pt x="45" y="57"/>
                    <a:pt x="43" y="57"/>
                  </a:cubicBezTo>
                  <a:cubicBezTo>
                    <a:pt x="39" y="57"/>
                    <a:pt x="36" y="56"/>
                    <a:pt x="33" y="54"/>
                  </a:cubicBezTo>
                  <a:cubicBezTo>
                    <a:pt x="30" y="53"/>
                    <a:pt x="27" y="51"/>
                    <a:pt x="24" y="49"/>
                  </a:cubicBezTo>
                  <a:cubicBezTo>
                    <a:pt x="22" y="46"/>
                    <a:pt x="19" y="44"/>
                    <a:pt x="16" y="42"/>
                  </a:cubicBezTo>
                  <a:cubicBezTo>
                    <a:pt x="13" y="39"/>
                    <a:pt x="11" y="36"/>
                    <a:pt x="8" y="33"/>
                  </a:cubicBezTo>
                  <a:cubicBezTo>
                    <a:pt x="6" y="30"/>
                    <a:pt x="4" y="28"/>
                    <a:pt x="3" y="24"/>
                  </a:cubicBezTo>
                  <a:cubicBezTo>
                    <a:pt x="1" y="21"/>
                    <a:pt x="0" y="18"/>
                    <a:pt x="1" y="15"/>
                  </a:cubicBezTo>
                  <a:cubicBezTo>
                    <a:pt x="1" y="11"/>
                    <a:pt x="3" y="9"/>
                    <a:pt x="6" y="6"/>
                  </a:cubicBezTo>
                  <a:cubicBezTo>
                    <a:pt x="8" y="4"/>
                    <a:pt x="11" y="3"/>
                    <a:pt x="15" y="2"/>
                  </a:cubicBezTo>
                  <a:cubicBezTo>
                    <a:pt x="18" y="1"/>
                    <a:pt x="22" y="2"/>
                    <a:pt x="25" y="2"/>
                  </a:cubicBezTo>
                  <a:cubicBezTo>
                    <a:pt x="29" y="3"/>
                    <a:pt x="32" y="5"/>
                    <a:pt x="35" y="6"/>
                  </a:cubicBezTo>
                  <a:cubicBezTo>
                    <a:pt x="37" y="7"/>
                    <a:pt x="39" y="8"/>
                    <a:pt x="41" y="9"/>
                  </a:cubicBezTo>
                  <a:cubicBezTo>
                    <a:pt x="42" y="10"/>
                    <a:pt x="44" y="11"/>
                    <a:pt x="44" y="12"/>
                  </a:cubicBezTo>
                  <a:cubicBezTo>
                    <a:pt x="44" y="12"/>
                    <a:pt x="44" y="12"/>
                    <a:pt x="44" y="12"/>
                  </a:cubicBezTo>
                  <a:cubicBezTo>
                    <a:pt x="43" y="11"/>
                    <a:pt x="41" y="10"/>
                    <a:pt x="40" y="8"/>
                  </a:cubicBezTo>
                  <a:cubicBezTo>
                    <a:pt x="38" y="7"/>
                    <a:pt x="36" y="6"/>
                    <a:pt x="35" y="5"/>
                  </a:cubicBezTo>
                  <a:cubicBezTo>
                    <a:pt x="31" y="3"/>
                    <a:pt x="28" y="2"/>
                    <a:pt x="24" y="1"/>
                  </a:cubicBezTo>
                  <a:cubicBezTo>
                    <a:pt x="20" y="1"/>
                    <a:pt x="16" y="1"/>
                    <a:pt x="13" y="3"/>
                  </a:cubicBezTo>
                  <a:cubicBezTo>
                    <a:pt x="11" y="3"/>
                    <a:pt x="9" y="4"/>
                    <a:pt x="8" y="5"/>
                  </a:cubicBezTo>
                  <a:cubicBezTo>
                    <a:pt x="6" y="6"/>
                    <a:pt x="5" y="7"/>
                    <a:pt x="4" y="8"/>
                  </a:cubicBezTo>
                  <a:cubicBezTo>
                    <a:pt x="2" y="10"/>
                    <a:pt x="1" y="13"/>
                    <a:pt x="1" y="16"/>
                  </a:cubicBezTo>
                  <a:cubicBezTo>
                    <a:pt x="1" y="19"/>
                    <a:pt x="2" y="22"/>
                    <a:pt x="3" y="25"/>
                  </a:cubicBezTo>
                  <a:cubicBezTo>
                    <a:pt x="6" y="32"/>
                    <a:pt x="11" y="38"/>
                    <a:pt x="17" y="44"/>
                  </a:cubicBezTo>
                  <a:cubicBezTo>
                    <a:pt x="20" y="46"/>
                    <a:pt x="23" y="49"/>
                    <a:pt x="26" y="51"/>
                  </a:cubicBezTo>
                  <a:cubicBezTo>
                    <a:pt x="28" y="52"/>
                    <a:pt x="29" y="53"/>
                    <a:pt x="31" y="54"/>
                  </a:cubicBezTo>
                  <a:cubicBezTo>
                    <a:pt x="33" y="55"/>
                    <a:pt x="35" y="55"/>
                    <a:pt x="37" y="56"/>
                  </a:cubicBezTo>
                  <a:cubicBezTo>
                    <a:pt x="39" y="56"/>
                    <a:pt x="40" y="56"/>
                    <a:pt x="42" y="56"/>
                  </a:cubicBezTo>
                  <a:cubicBezTo>
                    <a:pt x="44" y="56"/>
                    <a:pt x="46" y="57"/>
                    <a:pt x="48" y="57"/>
                  </a:cubicBezTo>
                  <a:cubicBezTo>
                    <a:pt x="50" y="56"/>
                    <a:pt x="52" y="56"/>
                    <a:pt x="54" y="56"/>
                  </a:cubicBezTo>
                  <a:cubicBezTo>
                    <a:pt x="55" y="55"/>
                    <a:pt x="57" y="54"/>
                    <a:pt x="58" y="53"/>
                  </a:cubicBezTo>
                  <a:cubicBezTo>
                    <a:pt x="61" y="51"/>
                    <a:pt x="62" y="48"/>
                    <a:pt x="62" y="45"/>
                  </a:cubicBezTo>
                  <a:cubicBezTo>
                    <a:pt x="63" y="42"/>
                    <a:pt x="62" y="38"/>
                    <a:pt x="62" y="35"/>
                  </a:cubicBezTo>
                  <a:cubicBezTo>
                    <a:pt x="61" y="32"/>
                    <a:pt x="59" y="28"/>
                    <a:pt x="57" y="25"/>
                  </a:cubicBezTo>
                  <a:cubicBezTo>
                    <a:pt x="56" y="23"/>
                    <a:pt x="55" y="21"/>
                    <a:pt x="53" y="20"/>
                  </a:cubicBezTo>
                  <a:cubicBezTo>
                    <a:pt x="53" y="19"/>
                    <a:pt x="52" y="18"/>
                    <a:pt x="51" y="17"/>
                  </a:cubicBezTo>
                  <a:cubicBezTo>
                    <a:pt x="51" y="17"/>
                    <a:pt x="50" y="16"/>
                    <a:pt x="50" y="15"/>
                  </a:cubicBezTo>
                  <a:cubicBezTo>
                    <a:pt x="49" y="15"/>
                    <a:pt x="49" y="14"/>
                    <a:pt x="48" y="14"/>
                  </a:cubicBezTo>
                  <a:cubicBezTo>
                    <a:pt x="48" y="14"/>
                    <a:pt x="47" y="14"/>
                    <a:pt x="48" y="14"/>
                  </a:cubicBezTo>
                  <a:cubicBezTo>
                    <a:pt x="50" y="17"/>
                    <a:pt x="53" y="20"/>
                    <a:pt x="55" y="23"/>
                  </a:cubicBezTo>
                  <a:cubicBezTo>
                    <a:pt x="56" y="25"/>
                    <a:pt x="57" y="26"/>
                    <a:pt x="58" y="28"/>
                  </a:cubicBezTo>
                  <a:cubicBezTo>
                    <a:pt x="58" y="30"/>
                    <a:pt x="59" y="31"/>
                    <a:pt x="60" y="33"/>
                  </a:cubicBezTo>
                  <a:cubicBezTo>
                    <a:pt x="61" y="36"/>
                    <a:pt x="62" y="39"/>
                    <a:pt x="62" y="43"/>
                  </a:cubicBezTo>
                  <a:cubicBezTo>
                    <a:pt x="62" y="45"/>
                    <a:pt x="62" y="46"/>
                    <a:pt x="61" y="48"/>
                  </a:cubicBezTo>
                  <a:cubicBezTo>
                    <a:pt x="60" y="49"/>
                    <a:pt x="59" y="51"/>
                    <a:pt x="58" y="52"/>
                  </a:cubicBezTo>
                  <a:cubicBezTo>
                    <a:pt x="57" y="54"/>
                    <a:pt x="54" y="55"/>
                    <a:pt x="52" y="56"/>
                  </a:cubicBezTo>
                  <a:cubicBezTo>
                    <a:pt x="49" y="57"/>
                    <a:pt x="46" y="57"/>
                    <a:pt x="43" y="57"/>
                  </a:cubicBezTo>
                  <a:cubicBezTo>
                    <a:pt x="38" y="56"/>
                    <a:pt x="32" y="54"/>
                    <a:pt x="27" y="51"/>
                  </a:cubicBezTo>
                  <a:cubicBezTo>
                    <a:pt x="24" y="49"/>
                    <a:pt x="21" y="47"/>
                    <a:pt x="18" y="44"/>
                  </a:cubicBezTo>
                  <a:cubicBezTo>
                    <a:pt x="17" y="43"/>
                    <a:pt x="15" y="41"/>
                    <a:pt x="14" y="40"/>
                  </a:cubicBezTo>
                  <a:cubicBezTo>
                    <a:pt x="12" y="38"/>
                    <a:pt x="11" y="37"/>
                    <a:pt x="10" y="35"/>
                  </a:cubicBezTo>
                  <a:cubicBezTo>
                    <a:pt x="7" y="33"/>
                    <a:pt x="5" y="29"/>
                    <a:pt x="4" y="26"/>
                  </a:cubicBezTo>
                  <a:cubicBezTo>
                    <a:pt x="2" y="23"/>
                    <a:pt x="1" y="19"/>
                    <a:pt x="1" y="16"/>
                  </a:cubicBezTo>
                  <a:cubicBezTo>
                    <a:pt x="1" y="12"/>
                    <a:pt x="3" y="9"/>
                    <a:pt x="5" y="7"/>
                  </a:cubicBezTo>
                  <a:cubicBezTo>
                    <a:pt x="8" y="5"/>
                    <a:pt x="11" y="3"/>
                    <a:pt x="14" y="2"/>
                  </a:cubicBezTo>
                  <a:cubicBezTo>
                    <a:pt x="21" y="0"/>
                    <a:pt x="29" y="3"/>
                    <a:pt x="36" y="6"/>
                  </a:cubicBezTo>
                  <a:cubicBezTo>
                    <a:pt x="37" y="6"/>
                    <a:pt x="37" y="6"/>
                    <a:pt x="37" y="6"/>
                  </a:cubicBezTo>
                  <a:cubicBezTo>
                    <a:pt x="37" y="6"/>
                    <a:pt x="37" y="6"/>
                    <a:pt x="3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9" name="Freeform 33"/>
            <p:cNvSpPr/>
            <p:nvPr/>
          </p:nvSpPr>
          <p:spPr bwMode="auto">
            <a:xfrm>
              <a:off x="1343025" y="2849563"/>
              <a:ext cx="2009775" cy="1852613"/>
            </a:xfrm>
            <a:custGeom>
              <a:avLst/>
              <a:gdLst>
                <a:gd name="T0" fmla="*/ 24 w 88"/>
                <a:gd name="T1" fmla="*/ 1 h 81"/>
                <a:gd name="T2" fmla="*/ 1 w 88"/>
                <a:gd name="T3" fmla="*/ 25 h 81"/>
                <a:gd name="T4" fmla="*/ 11 w 88"/>
                <a:gd name="T5" fmla="*/ 50 h 81"/>
                <a:gd name="T6" fmla="*/ 46 w 88"/>
                <a:gd name="T7" fmla="*/ 76 h 81"/>
                <a:gd name="T8" fmla="*/ 74 w 88"/>
                <a:gd name="T9" fmla="*/ 78 h 81"/>
                <a:gd name="T10" fmla="*/ 86 w 88"/>
                <a:gd name="T11" fmla="*/ 58 h 81"/>
                <a:gd name="T12" fmla="*/ 76 w 88"/>
                <a:gd name="T13" fmla="*/ 33 h 81"/>
                <a:gd name="T14" fmla="*/ 67 w 88"/>
                <a:gd name="T15" fmla="*/ 21 h 81"/>
                <a:gd name="T16" fmla="*/ 83 w 88"/>
                <a:gd name="T17" fmla="*/ 47 h 81"/>
                <a:gd name="T18" fmla="*/ 60 w 88"/>
                <a:gd name="T19" fmla="*/ 78 h 81"/>
                <a:gd name="T20" fmla="*/ 32 w 88"/>
                <a:gd name="T21" fmla="*/ 68 h 81"/>
                <a:gd name="T22" fmla="*/ 3 w 88"/>
                <a:gd name="T23" fmla="*/ 35 h 81"/>
                <a:gd name="T24" fmla="*/ 6 w 88"/>
                <a:gd name="T25" fmla="*/ 9 h 81"/>
                <a:gd name="T26" fmla="*/ 25 w 88"/>
                <a:gd name="T27" fmla="*/ 1 h 81"/>
                <a:gd name="T28" fmla="*/ 47 w 88"/>
                <a:gd name="T29" fmla="*/ 9 h 81"/>
                <a:gd name="T30" fmla="*/ 63 w 88"/>
                <a:gd name="T31" fmla="*/ 19 h 81"/>
                <a:gd name="T32" fmla="*/ 52 w 88"/>
                <a:gd name="T33" fmla="*/ 11 h 81"/>
                <a:gd name="T34" fmla="*/ 3 w 88"/>
                <a:gd name="T35" fmla="*/ 13 h 81"/>
                <a:gd name="T36" fmla="*/ 16 w 88"/>
                <a:gd name="T37" fmla="*/ 54 h 81"/>
                <a:gd name="T38" fmla="*/ 36 w 88"/>
                <a:gd name="T39" fmla="*/ 72 h 81"/>
                <a:gd name="T40" fmla="*/ 56 w 88"/>
                <a:gd name="T41" fmla="*/ 80 h 81"/>
                <a:gd name="T42" fmla="*/ 77 w 88"/>
                <a:gd name="T43" fmla="*/ 77 h 81"/>
                <a:gd name="T44" fmla="*/ 81 w 88"/>
                <a:gd name="T45" fmla="*/ 42 h 81"/>
                <a:gd name="T46" fmla="*/ 63 w 88"/>
                <a:gd name="T47" fmla="*/ 19 h 81"/>
                <a:gd name="T48" fmla="*/ 81 w 88"/>
                <a:gd name="T49" fmla="*/ 44 h 81"/>
                <a:gd name="T50" fmla="*/ 74 w 88"/>
                <a:gd name="T51" fmla="*/ 77 h 81"/>
                <a:gd name="T52" fmla="*/ 32 w 88"/>
                <a:gd name="T53" fmla="*/ 69 h 81"/>
                <a:gd name="T54" fmla="*/ 4 w 88"/>
                <a:gd name="T55" fmla="*/ 35 h 81"/>
                <a:gd name="T56" fmla="*/ 46 w 88"/>
                <a:gd name="T57" fmla="*/ 8 h 81"/>
                <a:gd name="T58" fmla="*/ 64 w 88"/>
                <a:gd name="T59" fmla="*/ 19 h 81"/>
                <a:gd name="T60" fmla="*/ 51 w 88"/>
                <a:gd name="T61" fmla="*/ 11 h 81"/>
                <a:gd name="T62" fmla="*/ 16 w 88"/>
                <a:gd name="T63" fmla="*/ 2 h 81"/>
                <a:gd name="T64" fmla="*/ 3 w 88"/>
                <a:gd name="T65" fmla="*/ 15 h 81"/>
                <a:gd name="T66" fmla="*/ 3 w 88"/>
                <a:gd name="T67" fmla="*/ 36 h 81"/>
                <a:gd name="T68" fmla="*/ 26 w 88"/>
                <a:gd name="T69" fmla="*/ 64 h 81"/>
                <a:gd name="T70" fmla="*/ 65 w 88"/>
                <a:gd name="T71" fmla="*/ 79 h 81"/>
                <a:gd name="T72" fmla="*/ 85 w 88"/>
                <a:gd name="T73" fmla="*/ 56 h 81"/>
                <a:gd name="T74" fmla="*/ 71 w 88"/>
                <a:gd name="T75" fmla="*/ 26 h 81"/>
                <a:gd name="T76" fmla="*/ 71 w 88"/>
                <a:gd name="T77" fmla="*/ 27 h 81"/>
                <a:gd name="T78" fmla="*/ 82 w 88"/>
                <a:gd name="T79" fmla="*/ 46 h 81"/>
                <a:gd name="T80" fmla="*/ 63 w 88"/>
                <a:gd name="T81" fmla="*/ 80 h 81"/>
                <a:gd name="T82" fmla="*/ 30 w 88"/>
                <a:gd name="T83" fmla="*/ 68 h 81"/>
                <a:gd name="T84" fmla="*/ 5 w 88"/>
                <a:gd name="T85" fmla="*/ 40 h 81"/>
                <a:gd name="T86" fmla="*/ 6 w 88"/>
                <a:gd name="T87" fmla="*/ 10 h 81"/>
                <a:gd name="T88" fmla="*/ 60 w 88"/>
                <a:gd name="T89" fmla="*/ 1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 h="81">
                  <a:moveTo>
                    <a:pt x="60" y="15"/>
                  </a:moveTo>
                  <a:cubicBezTo>
                    <a:pt x="54" y="9"/>
                    <a:pt x="45" y="5"/>
                    <a:pt x="37" y="3"/>
                  </a:cubicBezTo>
                  <a:cubicBezTo>
                    <a:pt x="33" y="2"/>
                    <a:pt x="28" y="1"/>
                    <a:pt x="24" y="1"/>
                  </a:cubicBezTo>
                  <a:cubicBezTo>
                    <a:pt x="20" y="2"/>
                    <a:pt x="15" y="3"/>
                    <a:pt x="11" y="5"/>
                  </a:cubicBezTo>
                  <a:cubicBezTo>
                    <a:pt x="8" y="7"/>
                    <a:pt x="5" y="10"/>
                    <a:pt x="3" y="13"/>
                  </a:cubicBezTo>
                  <a:cubicBezTo>
                    <a:pt x="1" y="17"/>
                    <a:pt x="0" y="21"/>
                    <a:pt x="1" y="25"/>
                  </a:cubicBezTo>
                  <a:cubicBezTo>
                    <a:pt x="1" y="29"/>
                    <a:pt x="1" y="33"/>
                    <a:pt x="3" y="37"/>
                  </a:cubicBezTo>
                  <a:cubicBezTo>
                    <a:pt x="4" y="39"/>
                    <a:pt x="5" y="41"/>
                    <a:pt x="7" y="44"/>
                  </a:cubicBezTo>
                  <a:cubicBezTo>
                    <a:pt x="8" y="46"/>
                    <a:pt x="10" y="48"/>
                    <a:pt x="11" y="50"/>
                  </a:cubicBezTo>
                  <a:cubicBezTo>
                    <a:pt x="14" y="54"/>
                    <a:pt x="18" y="58"/>
                    <a:pt x="21" y="61"/>
                  </a:cubicBezTo>
                  <a:cubicBezTo>
                    <a:pt x="25" y="64"/>
                    <a:pt x="29" y="67"/>
                    <a:pt x="33" y="70"/>
                  </a:cubicBezTo>
                  <a:cubicBezTo>
                    <a:pt x="37" y="72"/>
                    <a:pt x="41" y="75"/>
                    <a:pt x="46" y="76"/>
                  </a:cubicBezTo>
                  <a:cubicBezTo>
                    <a:pt x="50" y="78"/>
                    <a:pt x="55" y="80"/>
                    <a:pt x="59" y="81"/>
                  </a:cubicBezTo>
                  <a:cubicBezTo>
                    <a:pt x="62" y="81"/>
                    <a:pt x="64" y="81"/>
                    <a:pt x="67" y="81"/>
                  </a:cubicBezTo>
                  <a:cubicBezTo>
                    <a:pt x="69" y="80"/>
                    <a:pt x="71" y="79"/>
                    <a:pt x="74" y="78"/>
                  </a:cubicBezTo>
                  <a:cubicBezTo>
                    <a:pt x="76" y="78"/>
                    <a:pt x="78" y="77"/>
                    <a:pt x="80" y="75"/>
                  </a:cubicBezTo>
                  <a:cubicBezTo>
                    <a:pt x="81" y="74"/>
                    <a:pt x="83" y="72"/>
                    <a:pt x="84" y="71"/>
                  </a:cubicBezTo>
                  <a:cubicBezTo>
                    <a:pt x="86" y="67"/>
                    <a:pt x="86" y="62"/>
                    <a:pt x="86" y="58"/>
                  </a:cubicBezTo>
                  <a:cubicBezTo>
                    <a:pt x="85" y="53"/>
                    <a:pt x="84" y="49"/>
                    <a:pt x="82" y="45"/>
                  </a:cubicBezTo>
                  <a:cubicBezTo>
                    <a:pt x="81" y="43"/>
                    <a:pt x="80" y="41"/>
                    <a:pt x="80" y="39"/>
                  </a:cubicBezTo>
                  <a:cubicBezTo>
                    <a:pt x="79" y="37"/>
                    <a:pt x="77" y="35"/>
                    <a:pt x="76" y="33"/>
                  </a:cubicBezTo>
                  <a:cubicBezTo>
                    <a:pt x="74" y="30"/>
                    <a:pt x="73" y="28"/>
                    <a:pt x="72" y="26"/>
                  </a:cubicBezTo>
                  <a:cubicBezTo>
                    <a:pt x="70" y="24"/>
                    <a:pt x="69" y="22"/>
                    <a:pt x="67" y="21"/>
                  </a:cubicBezTo>
                  <a:cubicBezTo>
                    <a:pt x="67" y="21"/>
                    <a:pt x="67" y="21"/>
                    <a:pt x="67" y="21"/>
                  </a:cubicBezTo>
                  <a:cubicBezTo>
                    <a:pt x="68" y="23"/>
                    <a:pt x="70" y="25"/>
                    <a:pt x="71" y="26"/>
                  </a:cubicBezTo>
                  <a:cubicBezTo>
                    <a:pt x="73" y="29"/>
                    <a:pt x="74" y="31"/>
                    <a:pt x="76" y="33"/>
                  </a:cubicBezTo>
                  <a:cubicBezTo>
                    <a:pt x="78" y="37"/>
                    <a:pt x="81" y="42"/>
                    <a:pt x="83" y="47"/>
                  </a:cubicBezTo>
                  <a:cubicBezTo>
                    <a:pt x="84" y="51"/>
                    <a:pt x="85" y="56"/>
                    <a:pt x="85" y="60"/>
                  </a:cubicBezTo>
                  <a:cubicBezTo>
                    <a:pt x="85" y="64"/>
                    <a:pt x="83" y="69"/>
                    <a:pt x="81" y="72"/>
                  </a:cubicBezTo>
                  <a:cubicBezTo>
                    <a:pt x="76" y="79"/>
                    <a:pt x="67" y="79"/>
                    <a:pt x="60" y="78"/>
                  </a:cubicBezTo>
                  <a:cubicBezTo>
                    <a:pt x="58" y="78"/>
                    <a:pt x="55" y="77"/>
                    <a:pt x="53" y="77"/>
                  </a:cubicBezTo>
                  <a:cubicBezTo>
                    <a:pt x="51" y="76"/>
                    <a:pt x="48" y="75"/>
                    <a:pt x="46" y="75"/>
                  </a:cubicBezTo>
                  <a:cubicBezTo>
                    <a:pt x="41" y="73"/>
                    <a:pt x="36" y="71"/>
                    <a:pt x="32" y="68"/>
                  </a:cubicBezTo>
                  <a:cubicBezTo>
                    <a:pt x="24" y="63"/>
                    <a:pt x="17" y="56"/>
                    <a:pt x="11" y="48"/>
                  </a:cubicBezTo>
                  <a:cubicBezTo>
                    <a:pt x="9" y="46"/>
                    <a:pt x="8" y="44"/>
                    <a:pt x="7" y="42"/>
                  </a:cubicBezTo>
                  <a:cubicBezTo>
                    <a:pt x="5" y="40"/>
                    <a:pt x="4" y="37"/>
                    <a:pt x="3" y="35"/>
                  </a:cubicBezTo>
                  <a:cubicBezTo>
                    <a:pt x="1" y="31"/>
                    <a:pt x="1" y="25"/>
                    <a:pt x="1" y="20"/>
                  </a:cubicBezTo>
                  <a:cubicBezTo>
                    <a:pt x="2" y="18"/>
                    <a:pt x="2" y="16"/>
                    <a:pt x="3" y="14"/>
                  </a:cubicBezTo>
                  <a:cubicBezTo>
                    <a:pt x="4" y="12"/>
                    <a:pt x="5" y="10"/>
                    <a:pt x="6" y="9"/>
                  </a:cubicBezTo>
                  <a:cubicBezTo>
                    <a:pt x="8" y="7"/>
                    <a:pt x="9" y="6"/>
                    <a:pt x="11" y="5"/>
                  </a:cubicBezTo>
                  <a:cubicBezTo>
                    <a:pt x="13" y="3"/>
                    <a:pt x="16" y="2"/>
                    <a:pt x="18" y="2"/>
                  </a:cubicBezTo>
                  <a:cubicBezTo>
                    <a:pt x="21" y="1"/>
                    <a:pt x="23" y="1"/>
                    <a:pt x="25" y="1"/>
                  </a:cubicBezTo>
                  <a:cubicBezTo>
                    <a:pt x="28" y="1"/>
                    <a:pt x="31" y="2"/>
                    <a:pt x="33" y="3"/>
                  </a:cubicBezTo>
                  <a:cubicBezTo>
                    <a:pt x="35" y="4"/>
                    <a:pt x="38" y="5"/>
                    <a:pt x="40" y="6"/>
                  </a:cubicBezTo>
                  <a:cubicBezTo>
                    <a:pt x="43" y="7"/>
                    <a:pt x="45" y="8"/>
                    <a:pt x="47" y="9"/>
                  </a:cubicBezTo>
                  <a:cubicBezTo>
                    <a:pt x="50" y="11"/>
                    <a:pt x="53" y="12"/>
                    <a:pt x="56" y="14"/>
                  </a:cubicBezTo>
                  <a:cubicBezTo>
                    <a:pt x="58" y="15"/>
                    <a:pt x="59" y="16"/>
                    <a:pt x="60" y="17"/>
                  </a:cubicBezTo>
                  <a:cubicBezTo>
                    <a:pt x="61" y="18"/>
                    <a:pt x="62" y="19"/>
                    <a:pt x="63" y="19"/>
                  </a:cubicBezTo>
                  <a:cubicBezTo>
                    <a:pt x="64" y="19"/>
                    <a:pt x="64" y="19"/>
                    <a:pt x="64" y="19"/>
                  </a:cubicBezTo>
                  <a:cubicBezTo>
                    <a:pt x="62" y="17"/>
                    <a:pt x="60" y="16"/>
                    <a:pt x="58" y="15"/>
                  </a:cubicBezTo>
                  <a:cubicBezTo>
                    <a:pt x="57" y="13"/>
                    <a:pt x="55" y="12"/>
                    <a:pt x="52" y="11"/>
                  </a:cubicBezTo>
                  <a:cubicBezTo>
                    <a:pt x="48" y="8"/>
                    <a:pt x="44" y="6"/>
                    <a:pt x="39" y="4"/>
                  </a:cubicBezTo>
                  <a:cubicBezTo>
                    <a:pt x="29" y="2"/>
                    <a:pt x="19" y="2"/>
                    <a:pt x="11" y="7"/>
                  </a:cubicBezTo>
                  <a:cubicBezTo>
                    <a:pt x="8" y="8"/>
                    <a:pt x="5" y="10"/>
                    <a:pt x="3" y="13"/>
                  </a:cubicBezTo>
                  <a:cubicBezTo>
                    <a:pt x="2" y="16"/>
                    <a:pt x="1" y="18"/>
                    <a:pt x="1" y="21"/>
                  </a:cubicBezTo>
                  <a:cubicBezTo>
                    <a:pt x="0" y="27"/>
                    <a:pt x="2" y="33"/>
                    <a:pt x="5" y="39"/>
                  </a:cubicBezTo>
                  <a:cubicBezTo>
                    <a:pt x="8" y="44"/>
                    <a:pt x="12" y="50"/>
                    <a:pt x="16" y="54"/>
                  </a:cubicBezTo>
                  <a:cubicBezTo>
                    <a:pt x="18" y="57"/>
                    <a:pt x="21" y="60"/>
                    <a:pt x="24" y="62"/>
                  </a:cubicBezTo>
                  <a:cubicBezTo>
                    <a:pt x="26" y="64"/>
                    <a:pt x="28" y="66"/>
                    <a:pt x="30" y="68"/>
                  </a:cubicBezTo>
                  <a:cubicBezTo>
                    <a:pt x="32" y="69"/>
                    <a:pt x="34" y="71"/>
                    <a:pt x="36" y="72"/>
                  </a:cubicBezTo>
                  <a:cubicBezTo>
                    <a:pt x="38" y="73"/>
                    <a:pt x="40" y="75"/>
                    <a:pt x="42" y="76"/>
                  </a:cubicBezTo>
                  <a:cubicBezTo>
                    <a:pt x="44" y="77"/>
                    <a:pt x="46" y="78"/>
                    <a:pt x="49" y="78"/>
                  </a:cubicBezTo>
                  <a:cubicBezTo>
                    <a:pt x="51" y="79"/>
                    <a:pt x="53" y="80"/>
                    <a:pt x="56" y="80"/>
                  </a:cubicBezTo>
                  <a:cubicBezTo>
                    <a:pt x="58" y="80"/>
                    <a:pt x="61" y="80"/>
                    <a:pt x="63" y="80"/>
                  </a:cubicBezTo>
                  <a:cubicBezTo>
                    <a:pt x="66" y="80"/>
                    <a:pt x="68" y="79"/>
                    <a:pt x="71" y="79"/>
                  </a:cubicBezTo>
                  <a:cubicBezTo>
                    <a:pt x="73" y="78"/>
                    <a:pt x="75" y="78"/>
                    <a:pt x="77" y="77"/>
                  </a:cubicBezTo>
                  <a:cubicBezTo>
                    <a:pt x="80" y="75"/>
                    <a:pt x="83" y="72"/>
                    <a:pt x="84" y="68"/>
                  </a:cubicBezTo>
                  <a:cubicBezTo>
                    <a:pt x="86" y="65"/>
                    <a:pt x="86" y="61"/>
                    <a:pt x="86" y="57"/>
                  </a:cubicBezTo>
                  <a:cubicBezTo>
                    <a:pt x="85" y="52"/>
                    <a:pt x="83" y="47"/>
                    <a:pt x="81" y="42"/>
                  </a:cubicBezTo>
                  <a:cubicBezTo>
                    <a:pt x="79" y="38"/>
                    <a:pt x="76" y="34"/>
                    <a:pt x="73" y="30"/>
                  </a:cubicBezTo>
                  <a:cubicBezTo>
                    <a:pt x="70" y="26"/>
                    <a:pt x="67" y="22"/>
                    <a:pt x="63" y="19"/>
                  </a:cubicBezTo>
                  <a:cubicBezTo>
                    <a:pt x="63" y="19"/>
                    <a:pt x="63" y="19"/>
                    <a:pt x="63" y="19"/>
                  </a:cubicBezTo>
                  <a:cubicBezTo>
                    <a:pt x="67" y="22"/>
                    <a:pt x="70" y="26"/>
                    <a:pt x="73" y="31"/>
                  </a:cubicBezTo>
                  <a:cubicBezTo>
                    <a:pt x="75" y="33"/>
                    <a:pt x="76" y="35"/>
                    <a:pt x="78" y="37"/>
                  </a:cubicBezTo>
                  <a:cubicBezTo>
                    <a:pt x="79" y="39"/>
                    <a:pt x="80" y="42"/>
                    <a:pt x="81" y="44"/>
                  </a:cubicBezTo>
                  <a:cubicBezTo>
                    <a:pt x="83" y="49"/>
                    <a:pt x="86" y="53"/>
                    <a:pt x="86" y="59"/>
                  </a:cubicBezTo>
                  <a:cubicBezTo>
                    <a:pt x="86" y="63"/>
                    <a:pt x="85" y="67"/>
                    <a:pt x="83" y="70"/>
                  </a:cubicBezTo>
                  <a:cubicBezTo>
                    <a:pt x="81" y="73"/>
                    <a:pt x="78" y="76"/>
                    <a:pt x="74" y="77"/>
                  </a:cubicBezTo>
                  <a:cubicBezTo>
                    <a:pt x="70" y="79"/>
                    <a:pt x="64" y="79"/>
                    <a:pt x="59" y="79"/>
                  </a:cubicBezTo>
                  <a:cubicBezTo>
                    <a:pt x="54" y="80"/>
                    <a:pt x="49" y="78"/>
                    <a:pt x="45" y="77"/>
                  </a:cubicBezTo>
                  <a:cubicBezTo>
                    <a:pt x="40" y="75"/>
                    <a:pt x="36" y="72"/>
                    <a:pt x="32" y="69"/>
                  </a:cubicBezTo>
                  <a:cubicBezTo>
                    <a:pt x="28" y="66"/>
                    <a:pt x="24" y="63"/>
                    <a:pt x="20" y="59"/>
                  </a:cubicBezTo>
                  <a:cubicBezTo>
                    <a:pt x="18" y="57"/>
                    <a:pt x="16" y="54"/>
                    <a:pt x="14" y="52"/>
                  </a:cubicBezTo>
                  <a:cubicBezTo>
                    <a:pt x="10" y="47"/>
                    <a:pt x="6" y="41"/>
                    <a:pt x="4" y="35"/>
                  </a:cubicBezTo>
                  <a:cubicBezTo>
                    <a:pt x="1" y="30"/>
                    <a:pt x="0" y="24"/>
                    <a:pt x="2" y="18"/>
                  </a:cubicBezTo>
                  <a:cubicBezTo>
                    <a:pt x="4" y="11"/>
                    <a:pt x="10" y="6"/>
                    <a:pt x="17" y="4"/>
                  </a:cubicBezTo>
                  <a:cubicBezTo>
                    <a:pt x="27" y="1"/>
                    <a:pt x="37" y="4"/>
                    <a:pt x="46" y="8"/>
                  </a:cubicBezTo>
                  <a:cubicBezTo>
                    <a:pt x="49" y="9"/>
                    <a:pt x="52" y="11"/>
                    <a:pt x="56" y="13"/>
                  </a:cubicBezTo>
                  <a:cubicBezTo>
                    <a:pt x="58" y="15"/>
                    <a:pt x="61" y="16"/>
                    <a:pt x="63" y="19"/>
                  </a:cubicBezTo>
                  <a:cubicBezTo>
                    <a:pt x="63" y="19"/>
                    <a:pt x="63" y="19"/>
                    <a:pt x="64" y="19"/>
                  </a:cubicBezTo>
                  <a:cubicBezTo>
                    <a:pt x="62" y="19"/>
                    <a:pt x="62" y="18"/>
                    <a:pt x="61" y="17"/>
                  </a:cubicBezTo>
                  <a:cubicBezTo>
                    <a:pt x="60" y="17"/>
                    <a:pt x="59" y="16"/>
                    <a:pt x="58" y="15"/>
                  </a:cubicBezTo>
                  <a:cubicBezTo>
                    <a:pt x="56" y="14"/>
                    <a:pt x="54" y="12"/>
                    <a:pt x="51" y="11"/>
                  </a:cubicBezTo>
                  <a:cubicBezTo>
                    <a:pt x="47" y="8"/>
                    <a:pt x="42" y="6"/>
                    <a:pt x="37" y="4"/>
                  </a:cubicBezTo>
                  <a:cubicBezTo>
                    <a:pt x="33" y="2"/>
                    <a:pt x="28" y="1"/>
                    <a:pt x="23" y="1"/>
                  </a:cubicBezTo>
                  <a:cubicBezTo>
                    <a:pt x="20" y="1"/>
                    <a:pt x="18" y="2"/>
                    <a:pt x="16" y="2"/>
                  </a:cubicBezTo>
                  <a:cubicBezTo>
                    <a:pt x="13" y="3"/>
                    <a:pt x="11" y="4"/>
                    <a:pt x="9" y="5"/>
                  </a:cubicBezTo>
                  <a:cubicBezTo>
                    <a:pt x="8" y="7"/>
                    <a:pt x="6" y="8"/>
                    <a:pt x="5" y="9"/>
                  </a:cubicBezTo>
                  <a:cubicBezTo>
                    <a:pt x="4" y="11"/>
                    <a:pt x="3" y="13"/>
                    <a:pt x="3" y="15"/>
                  </a:cubicBezTo>
                  <a:cubicBezTo>
                    <a:pt x="2" y="17"/>
                    <a:pt x="1" y="19"/>
                    <a:pt x="1" y="21"/>
                  </a:cubicBezTo>
                  <a:cubicBezTo>
                    <a:pt x="1" y="24"/>
                    <a:pt x="1" y="26"/>
                    <a:pt x="1" y="29"/>
                  </a:cubicBezTo>
                  <a:cubicBezTo>
                    <a:pt x="1" y="31"/>
                    <a:pt x="2" y="34"/>
                    <a:pt x="3" y="36"/>
                  </a:cubicBezTo>
                  <a:cubicBezTo>
                    <a:pt x="4" y="38"/>
                    <a:pt x="5" y="40"/>
                    <a:pt x="7" y="42"/>
                  </a:cubicBezTo>
                  <a:cubicBezTo>
                    <a:pt x="9" y="46"/>
                    <a:pt x="12" y="50"/>
                    <a:pt x="15" y="54"/>
                  </a:cubicBezTo>
                  <a:cubicBezTo>
                    <a:pt x="18" y="58"/>
                    <a:pt x="22" y="61"/>
                    <a:pt x="26" y="64"/>
                  </a:cubicBezTo>
                  <a:cubicBezTo>
                    <a:pt x="30" y="67"/>
                    <a:pt x="34" y="70"/>
                    <a:pt x="38" y="72"/>
                  </a:cubicBezTo>
                  <a:cubicBezTo>
                    <a:pt x="43" y="74"/>
                    <a:pt x="48" y="76"/>
                    <a:pt x="53" y="77"/>
                  </a:cubicBezTo>
                  <a:cubicBezTo>
                    <a:pt x="57" y="78"/>
                    <a:pt x="61" y="79"/>
                    <a:pt x="65" y="79"/>
                  </a:cubicBezTo>
                  <a:cubicBezTo>
                    <a:pt x="69" y="79"/>
                    <a:pt x="73" y="79"/>
                    <a:pt x="76" y="77"/>
                  </a:cubicBezTo>
                  <a:cubicBezTo>
                    <a:pt x="80" y="75"/>
                    <a:pt x="82" y="72"/>
                    <a:pt x="83" y="68"/>
                  </a:cubicBezTo>
                  <a:cubicBezTo>
                    <a:pt x="85" y="64"/>
                    <a:pt x="85" y="60"/>
                    <a:pt x="85" y="56"/>
                  </a:cubicBezTo>
                  <a:cubicBezTo>
                    <a:pt x="85" y="51"/>
                    <a:pt x="83" y="47"/>
                    <a:pt x="81" y="43"/>
                  </a:cubicBezTo>
                  <a:cubicBezTo>
                    <a:pt x="79" y="39"/>
                    <a:pt x="77" y="35"/>
                    <a:pt x="75" y="31"/>
                  </a:cubicBezTo>
                  <a:cubicBezTo>
                    <a:pt x="74" y="29"/>
                    <a:pt x="72" y="27"/>
                    <a:pt x="71" y="26"/>
                  </a:cubicBezTo>
                  <a:cubicBezTo>
                    <a:pt x="70" y="24"/>
                    <a:pt x="68" y="23"/>
                    <a:pt x="67" y="21"/>
                  </a:cubicBezTo>
                  <a:cubicBezTo>
                    <a:pt x="67" y="21"/>
                    <a:pt x="67" y="21"/>
                    <a:pt x="67" y="21"/>
                  </a:cubicBezTo>
                  <a:cubicBezTo>
                    <a:pt x="69" y="23"/>
                    <a:pt x="70" y="25"/>
                    <a:pt x="71" y="27"/>
                  </a:cubicBezTo>
                  <a:cubicBezTo>
                    <a:pt x="73" y="29"/>
                    <a:pt x="74" y="31"/>
                    <a:pt x="76" y="33"/>
                  </a:cubicBezTo>
                  <a:cubicBezTo>
                    <a:pt x="77" y="35"/>
                    <a:pt x="78" y="38"/>
                    <a:pt x="80" y="40"/>
                  </a:cubicBezTo>
                  <a:cubicBezTo>
                    <a:pt x="80" y="42"/>
                    <a:pt x="81" y="44"/>
                    <a:pt x="82" y="46"/>
                  </a:cubicBezTo>
                  <a:cubicBezTo>
                    <a:pt x="85" y="54"/>
                    <a:pt x="88" y="64"/>
                    <a:pt x="83" y="72"/>
                  </a:cubicBezTo>
                  <a:cubicBezTo>
                    <a:pt x="80" y="76"/>
                    <a:pt x="75" y="78"/>
                    <a:pt x="71" y="79"/>
                  </a:cubicBezTo>
                  <a:cubicBezTo>
                    <a:pt x="68" y="80"/>
                    <a:pt x="66" y="80"/>
                    <a:pt x="63" y="80"/>
                  </a:cubicBezTo>
                  <a:cubicBezTo>
                    <a:pt x="61" y="81"/>
                    <a:pt x="59" y="80"/>
                    <a:pt x="56" y="80"/>
                  </a:cubicBezTo>
                  <a:cubicBezTo>
                    <a:pt x="51" y="79"/>
                    <a:pt x="47" y="77"/>
                    <a:pt x="42" y="75"/>
                  </a:cubicBezTo>
                  <a:cubicBezTo>
                    <a:pt x="38" y="73"/>
                    <a:pt x="34" y="70"/>
                    <a:pt x="30" y="68"/>
                  </a:cubicBezTo>
                  <a:cubicBezTo>
                    <a:pt x="26" y="65"/>
                    <a:pt x="22" y="62"/>
                    <a:pt x="19" y="58"/>
                  </a:cubicBezTo>
                  <a:cubicBezTo>
                    <a:pt x="15" y="54"/>
                    <a:pt x="12" y="50"/>
                    <a:pt x="9" y="46"/>
                  </a:cubicBezTo>
                  <a:cubicBezTo>
                    <a:pt x="7" y="44"/>
                    <a:pt x="6" y="42"/>
                    <a:pt x="5" y="40"/>
                  </a:cubicBezTo>
                  <a:cubicBezTo>
                    <a:pt x="3" y="37"/>
                    <a:pt x="2" y="35"/>
                    <a:pt x="2" y="33"/>
                  </a:cubicBezTo>
                  <a:cubicBezTo>
                    <a:pt x="1" y="29"/>
                    <a:pt x="1" y="25"/>
                    <a:pt x="1" y="21"/>
                  </a:cubicBezTo>
                  <a:cubicBezTo>
                    <a:pt x="2" y="17"/>
                    <a:pt x="3" y="13"/>
                    <a:pt x="6" y="10"/>
                  </a:cubicBezTo>
                  <a:cubicBezTo>
                    <a:pt x="9" y="6"/>
                    <a:pt x="13" y="4"/>
                    <a:pt x="17" y="3"/>
                  </a:cubicBezTo>
                  <a:cubicBezTo>
                    <a:pt x="25" y="0"/>
                    <a:pt x="35" y="2"/>
                    <a:pt x="43" y="5"/>
                  </a:cubicBezTo>
                  <a:cubicBezTo>
                    <a:pt x="49" y="7"/>
                    <a:pt x="55" y="10"/>
                    <a:pt x="60" y="15"/>
                  </a:cubicBezTo>
                  <a:cubicBezTo>
                    <a:pt x="60" y="15"/>
                    <a:pt x="61" y="15"/>
                    <a:pt x="60"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0" name="Freeform 34"/>
            <p:cNvSpPr/>
            <p:nvPr/>
          </p:nvSpPr>
          <p:spPr bwMode="auto">
            <a:xfrm>
              <a:off x="1068387" y="2620963"/>
              <a:ext cx="2489200" cy="2309813"/>
            </a:xfrm>
            <a:custGeom>
              <a:avLst/>
              <a:gdLst>
                <a:gd name="T0" fmla="*/ 63 w 109"/>
                <a:gd name="T1" fmla="*/ 13 h 101"/>
                <a:gd name="T2" fmla="*/ 6 w 109"/>
                <a:gd name="T3" fmla="*/ 15 h 101"/>
                <a:gd name="T4" fmla="*/ 2 w 109"/>
                <a:gd name="T5" fmla="*/ 40 h 101"/>
                <a:gd name="T6" fmla="*/ 22 w 109"/>
                <a:gd name="T7" fmla="*/ 71 h 101"/>
                <a:gd name="T8" fmla="*/ 81 w 109"/>
                <a:gd name="T9" fmla="*/ 100 h 101"/>
                <a:gd name="T10" fmla="*/ 102 w 109"/>
                <a:gd name="T11" fmla="*/ 58 h 101"/>
                <a:gd name="T12" fmla="*/ 88 w 109"/>
                <a:gd name="T13" fmla="*/ 35 h 101"/>
                <a:gd name="T14" fmla="*/ 81 w 109"/>
                <a:gd name="T15" fmla="*/ 27 h 101"/>
                <a:gd name="T16" fmla="*/ 86 w 109"/>
                <a:gd name="T17" fmla="*/ 34 h 101"/>
                <a:gd name="T18" fmla="*/ 107 w 109"/>
                <a:gd name="T19" fmla="*/ 76 h 101"/>
                <a:gd name="T20" fmla="*/ 90 w 109"/>
                <a:gd name="T21" fmla="*/ 98 h 101"/>
                <a:gd name="T22" fmla="*/ 55 w 109"/>
                <a:gd name="T23" fmla="*/ 95 h 101"/>
                <a:gd name="T24" fmla="*/ 31 w 109"/>
                <a:gd name="T25" fmla="*/ 81 h 101"/>
                <a:gd name="T26" fmla="*/ 21 w 109"/>
                <a:gd name="T27" fmla="*/ 71 h 101"/>
                <a:gd name="T28" fmla="*/ 13 w 109"/>
                <a:gd name="T29" fmla="*/ 60 h 101"/>
                <a:gd name="T30" fmla="*/ 1 w 109"/>
                <a:gd name="T31" fmla="*/ 33 h 101"/>
                <a:gd name="T32" fmla="*/ 17 w 109"/>
                <a:gd name="T33" fmla="*/ 5 h 101"/>
                <a:gd name="T34" fmla="*/ 60 w 109"/>
                <a:gd name="T35" fmla="*/ 14 h 101"/>
                <a:gd name="T36" fmla="*/ 76 w 109"/>
                <a:gd name="T37" fmla="*/ 25 h 101"/>
                <a:gd name="T38" fmla="*/ 71 w 109"/>
                <a:gd name="T39" fmla="*/ 19 h 101"/>
                <a:gd name="T40" fmla="*/ 47 w 109"/>
                <a:gd name="T41" fmla="*/ 6 h 101"/>
                <a:gd name="T42" fmla="*/ 1 w 109"/>
                <a:gd name="T43" fmla="*/ 39 h 101"/>
                <a:gd name="T44" fmla="*/ 20 w 109"/>
                <a:gd name="T45" fmla="*/ 71 h 101"/>
                <a:gd name="T46" fmla="*/ 65 w 109"/>
                <a:gd name="T47" fmla="*/ 99 h 101"/>
                <a:gd name="T48" fmla="*/ 84 w 109"/>
                <a:gd name="T49" fmla="*/ 99 h 101"/>
                <a:gd name="T50" fmla="*/ 107 w 109"/>
                <a:gd name="T51" fmla="*/ 77 h 101"/>
                <a:gd name="T52" fmla="*/ 95 w 109"/>
                <a:gd name="T53" fmla="*/ 43 h 101"/>
                <a:gd name="T54" fmla="*/ 81 w 109"/>
                <a:gd name="T55" fmla="*/ 28 h 101"/>
                <a:gd name="T56" fmla="*/ 99 w 109"/>
                <a:gd name="T57" fmla="*/ 49 h 101"/>
                <a:gd name="T58" fmla="*/ 100 w 109"/>
                <a:gd name="T59" fmla="*/ 91 h 101"/>
                <a:gd name="T60" fmla="*/ 79 w 109"/>
                <a:gd name="T61" fmla="*/ 100 h 101"/>
                <a:gd name="T62" fmla="*/ 47 w 109"/>
                <a:gd name="T63" fmla="*/ 92 h 101"/>
                <a:gd name="T64" fmla="*/ 8 w 109"/>
                <a:gd name="T65" fmla="*/ 54 h 101"/>
                <a:gd name="T66" fmla="*/ 1 w 109"/>
                <a:gd name="T67" fmla="*/ 36 h 101"/>
                <a:gd name="T68" fmla="*/ 17 w 109"/>
                <a:gd name="T69" fmla="*/ 6 h 101"/>
                <a:gd name="T70" fmla="*/ 68 w 109"/>
                <a:gd name="T71" fmla="*/ 18 h 101"/>
                <a:gd name="T72" fmla="*/ 76 w 109"/>
                <a:gd name="T73" fmla="*/ 25 h 101"/>
                <a:gd name="T74" fmla="*/ 73 w 109"/>
                <a:gd name="T75" fmla="*/ 22 h 101"/>
                <a:gd name="T76" fmla="*/ 53 w 109"/>
                <a:gd name="T77" fmla="*/ 10 h 101"/>
                <a:gd name="T78" fmla="*/ 19 w 109"/>
                <a:gd name="T79" fmla="*/ 4 h 101"/>
                <a:gd name="T80" fmla="*/ 1 w 109"/>
                <a:gd name="T81" fmla="*/ 29 h 101"/>
                <a:gd name="T82" fmla="*/ 10 w 109"/>
                <a:gd name="T83" fmla="*/ 55 h 101"/>
                <a:gd name="T84" fmla="*/ 21 w 109"/>
                <a:gd name="T85" fmla="*/ 71 h 101"/>
                <a:gd name="T86" fmla="*/ 34 w 109"/>
                <a:gd name="T87" fmla="*/ 83 h 101"/>
                <a:gd name="T88" fmla="*/ 85 w 109"/>
                <a:gd name="T89" fmla="*/ 100 h 101"/>
                <a:gd name="T90" fmla="*/ 105 w 109"/>
                <a:gd name="T91" fmla="*/ 68 h 101"/>
                <a:gd name="T92" fmla="*/ 89 w 109"/>
                <a:gd name="T93" fmla="*/ 38 h 101"/>
                <a:gd name="T94" fmla="*/ 81 w 109"/>
                <a:gd name="T95" fmla="*/ 28 h 101"/>
                <a:gd name="T96" fmla="*/ 87 w 109"/>
                <a:gd name="T97" fmla="*/ 34 h 101"/>
                <a:gd name="T98" fmla="*/ 102 w 109"/>
                <a:gd name="T99" fmla="*/ 57 h 101"/>
                <a:gd name="T100" fmla="*/ 80 w 109"/>
                <a:gd name="T101" fmla="*/ 100 h 101"/>
                <a:gd name="T102" fmla="*/ 48 w 109"/>
                <a:gd name="T103" fmla="*/ 92 h 101"/>
                <a:gd name="T104" fmla="*/ 9 w 109"/>
                <a:gd name="T105" fmla="*/ 54 h 101"/>
                <a:gd name="T106" fmla="*/ 2 w 109"/>
                <a:gd name="T107" fmla="*/ 27 h 101"/>
                <a:gd name="T108" fmla="*/ 9 w 109"/>
                <a:gd name="T109" fmla="*/ 12 h 101"/>
                <a:gd name="T110" fmla="*/ 52 w 109"/>
                <a:gd name="T111" fmla="*/ 8 h 101"/>
                <a:gd name="T112" fmla="*/ 77 w 109"/>
                <a:gd name="T113" fmla="*/ 2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9" h="101">
                  <a:moveTo>
                    <a:pt x="77" y="24"/>
                  </a:moveTo>
                  <a:cubicBezTo>
                    <a:pt x="75" y="22"/>
                    <a:pt x="73" y="20"/>
                    <a:pt x="70" y="18"/>
                  </a:cubicBezTo>
                  <a:cubicBezTo>
                    <a:pt x="68" y="17"/>
                    <a:pt x="65" y="15"/>
                    <a:pt x="63" y="13"/>
                  </a:cubicBezTo>
                  <a:cubicBezTo>
                    <a:pt x="58" y="10"/>
                    <a:pt x="52" y="8"/>
                    <a:pt x="46" y="6"/>
                  </a:cubicBezTo>
                  <a:cubicBezTo>
                    <a:pt x="35" y="2"/>
                    <a:pt x="22" y="1"/>
                    <a:pt x="12" y="8"/>
                  </a:cubicBezTo>
                  <a:cubicBezTo>
                    <a:pt x="10" y="10"/>
                    <a:pt x="8" y="12"/>
                    <a:pt x="6" y="15"/>
                  </a:cubicBezTo>
                  <a:cubicBezTo>
                    <a:pt x="5" y="17"/>
                    <a:pt x="3" y="19"/>
                    <a:pt x="3" y="22"/>
                  </a:cubicBezTo>
                  <a:cubicBezTo>
                    <a:pt x="2" y="25"/>
                    <a:pt x="2" y="28"/>
                    <a:pt x="2" y="30"/>
                  </a:cubicBezTo>
                  <a:cubicBezTo>
                    <a:pt x="1" y="34"/>
                    <a:pt x="2" y="37"/>
                    <a:pt x="2" y="40"/>
                  </a:cubicBezTo>
                  <a:cubicBezTo>
                    <a:pt x="3" y="46"/>
                    <a:pt x="7" y="51"/>
                    <a:pt x="10" y="57"/>
                  </a:cubicBezTo>
                  <a:cubicBezTo>
                    <a:pt x="12" y="59"/>
                    <a:pt x="14" y="62"/>
                    <a:pt x="16" y="64"/>
                  </a:cubicBezTo>
                  <a:cubicBezTo>
                    <a:pt x="18" y="67"/>
                    <a:pt x="20" y="69"/>
                    <a:pt x="22" y="71"/>
                  </a:cubicBezTo>
                  <a:cubicBezTo>
                    <a:pt x="30" y="79"/>
                    <a:pt x="39" y="88"/>
                    <a:pt x="49" y="94"/>
                  </a:cubicBezTo>
                  <a:cubicBezTo>
                    <a:pt x="54" y="96"/>
                    <a:pt x="59" y="98"/>
                    <a:pt x="65" y="99"/>
                  </a:cubicBezTo>
                  <a:cubicBezTo>
                    <a:pt x="70" y="100"/>
                    <a:pt x="76" y="101"/>
                    <a:pt x="81" y="100"/>
                  </a:cubicBezTo>
                  <a:cubicBezTo>
                    <a:pt x="91" y="100"/>
                    <a:pt x="102" y="95"/>
                    <a:pt x="105" y="85"/>
                  </a:cubicBezTo>
                  <a:cubicBezTo>
                    <a:pt x="107" y="81"/>
                    <a:pt x="107" y="76"/>
                    <a:pt x="106" y="72"/>
                  </a:cubicBezTo>
                  <a:cubicBezTo>
                    <a:pt x="105" y="67"/>
                    <a:pt x="104" y="62"/>
                    <a:pt x="102" y="58"/>
                  </a:cubicBezTo>
                  <a:cubicBezTo>
                    <a:pt x="101" y="55"/>
                    <a:pt x="100" y="53"/>
                    <a:pt x="99" y="51"/>
                  </a:cubicBezTo>
                  <a:cubicBezTo>
                    <a:pt x="98" y="48"/>
                    <a:pt x="96" y="45"/>
                    <a:pt x="94" y="43"/>
                  </a:cubicBezTo>
                  <a:cubicBezTo>
                    <a:pt x="92" y="40"/>
                    <a:pt x="90" y="38"/>
                    <a:pt x="88" y="35"/>
                  </a:cubicBezTo>
                  <a:cubicBezTo>
                    <a:pt x="87" y="34"/>
                    <a:pt x="86" y="33"/>
                    <a:pt x="85" y="32"/>
                  </a:cubicBezTo>
                  <a:cubicBezTo>
                    <a:pt x="84" y="31"/>
                    <a:pt x="83" y="30"/>
                    <a:pt x="82" y="29"/>
                  </a:cubicBezTo>
                  <a:cubicBezTo>
                    <a:pt x="82" y="28"/>
                    <a:pt x="82" y="28"/>
                    <a:pt x="81" y="27"/>
                  </a:cubicBezTo>
                  <a:cubicBezTo>
                    <a:pt x="81" y="27"/>
                    <a:pt x="81" y="27"/>
                    <a:pt x="81" y="28"/>
                  </a:cubicBezTo>
                  <a:cubicBezTo>
                    <a:pt x="81" y="29"/>
                    <a:pt x="82" y="30"/>
                    <a:pt x="83" y="30"/>
                  </a:cubicBezTo>
                  <a:cubicBezTo>
                    <a:pt x="84" y="31"/>
                    <a:pt x="85" y="32"/>
                    <a:pt x="86" y="34"/>
                  </a:cubicBezTo>
                  <a:cubicBezTo>
                    <a:pt x="88" y="36"/>
                    <a:pt x="90" y="39"/>
                    <a:pt x="91" y="41"/>
                  </a:cubicBezTo>
                  <a:cubicBezTo>
                    <a:pt x="95" y="47"/>
                    <a:pt x="98" y="52"/>
                    <a:pt x="101" y="58"/>
                  </a:cubicBezTo>
                  <a:cubicBezTo>
                    <a:pt x="104" y="64"/>
                    <a:pt x="107" y="70"/>
                    <a:pt x="107" y="76"/>
                  </a:cubicBezTo>
                  <a:cubicBezTo>
                    <a:pt x="108" y="79"/>
                    <a:pt x="108" y="82"/>
                    <a:pt x="107" y="85"/>
                  </a:cubicBezTo>
                  <a:cubicBezTo>
                    <a:pt x="106" y="87"/>
                    <a:pt x="104" y="89"/>
                    <a:pt x="103" y="91"/>
                  </a:cubicBezTo>
                  <a:cubicBezTo>
                    <a:pt x="99" y="94"/>
                    <a:pt x="95" y="96"/>
                    <a:pt x="90" y="98"/>
                  </a:cubicBezTo>
                  <a:cubicBezTo>
                    <a:pt x="87" y="99"/>
                    <a:pt x="85" y="99"/>
                    <a:pt x="82" y="100"/>
                  </a:cubicBezTo>
                  <a:cubicBezTo>
                    <a:pt x="79" y="100"/>
                    <a:pt x="76" y="100"/>
                    <a:pt x="73" y="100"/>
                  </a:cubicBezTo>
                  <a:cubicBezTo>
                    <a:pt x="67" y="99"/>
                    <a:pt x="60" y="97"/>
                    <a:pt x="55" y="95"/>
                  </a:cubicBezTo>
                  <a:cubicBezTo>
                    <a:pt x="52" y="94"/>
                    <a:pt x="49" y="93"/>
                    <a:pt x="46" y="91"/>
                  </a:cubicBezTo>
                  <a:cubicBezTo>
                    <a:pt x="43" y="90"/>
                    <a:pt x="41" y="88"/>
                    <a:pt x="38" y="86"/>
                  </a:cubicBezTo>
                  <a:cubicBezTo>
                    <a:pt x="36" y="85"/>
                    <a:pt x="33" y="83"/>
                    <a:pt x="31" y="81"/>
                  </a:cubicBezTo>
                  <a:cubicBezTo>
                    <a:pt x="30" y="80"/>
                    <a:pt x="29" y="79"/>
                    <a:pt x="28" y="78"/>
                  </a:cubicBezTo>
                  <a:cubicBezTo>
                    <a:pt x="27" y="77"/>
                    <a:pt x="26" y="76"/>
                    <a:pt x="25" y="74"/>
                  </a:cubicBezTo>
                  <a:cubicBezTo>
                    <a:pt x="24" y="73"/>
                    <a:pt x="23" y="72"/>
                    <a:pt x="21" y="71"/>
                  </a:cubicBezTo>
                  <a:cubicBezTo>
                    <a:pt x="20" y="70"/>
                    <a:pt x="19" y="69"/>
                    <a:pt x="18" y="67"/>
                  </a:cubicBezTo>
                  <a:cubicBezTo>
                    <a:pt x="18" y="66"/>
                    <a:pt x="17" y="65"/>
                    <a:pt x="16" y="64"/>
                  </a:cubicBezTo>
                  <a:cubicBezTo>
                    <a:pt x="15" y="62"/>
                    <a:pt x="14" y="61"/>
                    <a:pt x="13" y="60"/>
                  </a:cubicBezTo>
                  <a:cubicBezTo>
                    <a:pt x="11" y="57"/>
                    <a:pt x="9" y="54"/>
                    <a:pt x="8" y="51"/>
                  </a:cubicBezTo>
                  <a:cubicBezTo>
                    <a:pt x="6" y="48"/>
                    <a:pt x="5" y="46"/>
                    <a:pt x="4" y="43"/>
                  </a:cubicBezTo>
                  <a:cubicBezTo>
                    <a:pt x="3" y="40"/>
                    <a:pt x="2" y="37"/>
                    <a:pt x="1" y="33"/>
                  </a:cubicBezTo>
                  <a:cubicBezTo>
                    <a:pt x="1" y="30"/>
                    <a:pt x="1" y="27"/>
                    <a:pt x="2" y="24"/>
                  </a:cubicBezTo>
                  <a:cubicBezTo>
                    <a:pt x="3" y="19"/>
                    <a:pt x="6" y="14"/>
                    <a:pt x="10" y="10"/>
                  </a:cubicBezTo>
                  <a:cubicBezTo>
                    <a:pt x="12" y="8"/>
                    <a:pt x="14" y="7"/>
                    <a:pt x="17" y="5"/>
                  </a:cubicBezTo>
                  <a:cubicBezTo>
                    <a:pt x="19" y="4"/>
                    <a:pt x="22" y="4"/>
                    <a:pt x="25" y="3"/>
                  </a:cubicBezTo>
                  <a:cubicBezTo>
                    <a:pt x="31" y="3"/>
                    <a:pt x="37" y="4"/>
                    <a:pt x="43" y="6"/>
                  </a:cubicBezTo>
                  <a:cubicBezTo>
                    <a:pt x="49" y="8"/>
                    <a:pt x="54" y="11"/>
                    <a:pt x="60" y="14"/>
                  </a:cubicBezTo>
                  <a:cubicBezTo>
                    <a:pt x="63" y="15"/>
                    <a:pt x="66" y="17"/>
                    <a:pt x="68" y="19"/>
                  </a:cubicBezTo>
                  <a:cubicBezTo>
                    <a:pt x="70" y="21"/>
                    <a:pt x="71" y="22"/>
                    <a:pt x="73" y="23"/>
                  </a:cubicBezTo>
                  <a:cubicBezTo>
                    <a:pt x="74" y="24"/>
                    <a:pt x="75" y="25"/>
                    <a:pt x="76" y="25"/>
                  </a:cubicBezTo>
                  <a:cubicBezTo>
                    <a:pt x="76" y="25"/>
                    <a:pt x="76" y="25"/>
                    <a:pt x="76" y="25"/>
                  </a:cubicBezTo>
                  <a:cubicBezTo>
                    <a:pt x="76" y="24"/>
                    <a:pt x="75" y="23"/>
                    <a:pt x="74" y="22"/>
                  </a:cubicBezTo>
                  <a:cubicBezTo>
                    <a:pt x="73" y="21"/>
                    <a:pt x="72" y="20"/>
                    <a:pt x="71" y="19"/>
                  </a:cubicBezTo>
                  <a:cubicBezTo>
                    <a:pt x="69" y="18"/>
                    <a:pt x="66" y="16"/>
                    <a:pt x="63" y="14"/>
                  </a:cubicBezTo>
                  <a:cubicBezTo>
                    <a:pt x="60" y="13"/>
                    <a:pt x="58" y="11"/>
                    <a:pt x="55" y="10"/>
                  </a:cubicBezTo>
                  <a:cubicBezTo>
                    <a:pt x="52" y="8"/>
                    <a:pt x="49" y="7"/>
                    <a:pt x="47" y="6"/>
                  </a:cubicBezTo>
                  <a:cubicBezTo>
                    <a:pt x="36" y="2"/>
                    <a:pt x="23" y="0"/>
                    <a:pt x="13" y="8"/>
                  </a:cubicBezTo>
                  <a:cubicBezTo>
                    <a:pt x="9" y="11"/>
                    <a:pt x="6" y="16"/>
                    <a:pt x="3" y="22"/>
                  </a:cubicBezTo>
                  <a:cubicBezTo>
                    <a:pt x="1" y="27"/>
                    <a:pt x="0" y="33"/>
                    <a:pt x="1" y="39"/>
                  </a:cubicBezTo>
                  <a:cubicBezTo>
                    <a:pt x="2" y="42"/>
                    <a:pt x="3" y="45"/>
                    <a:pt x="4" y="48"/>
                  </a:cubicBezTo>
                  <a:cubicBezTo>
                    <a:pt x="6" y="51"/>
                    <a:pt x="7" y="53"/>
                    <a:pt x="9" y="56"/>
                  </a:cubicBezTo>
                  <a:cubicBezTo>
                    <a:pt x="12" y="61"/>
                    <a:pt x="16" y="66"/>
                    <a:pt x="20" y="71"/>
                  </a:cubicBezTo>
                  <a:cubicBezTo>
                    <a:pt x="25" y="75"/>
                    <a:pt x="29" y="79"/>
                    <a:pt x="34" y="83"/>
                  </a:cubicBezTo>
                  <a:cubicBezTo>
                    <a:pt x="38" y="87"/>
                    <a:pt x="43" y="90"/>
                    <a:pt x="48" y="93"/>
                  </a:cubicBezTo>
                  <a:cubicBezTo>
                    <a:pt x="54" y="96"/>
                    <a:pt x="59" y="98"/>
                    <a:pt x="65" y="99"/>
                  </a:cubicBezTo>
                  <a:cubicBezTo>
                    <a:pt x="67" y="99"/>
                    <a:pt x="68" y="99"/>
                    <a:pt x="70" y="99"/>
                  </a:cubicBezTo>
                  <a:cubicBezTo>
                    <a:pt x="72" y="99"/>
                    <a:pt x="73" y="100"/>
                    <a:pt x="75" y="100"/>
                  </a:cubicBezTo>
                  <a:cubicBezTo>
                    <a:pt x="78" y="100"/>
                    <a:pt x="81" y="100"/>
                    <a:pt x="84" y="99"/>
                  </a:cubicBezTo>
                  <a:cubicBezTo>
                    <a:pt x="87" y="98"/>
                    <a:pt x="90" y="97"/>
                    <a:pt x="93" y="96"/>
                  </a:cubicBezTo>
                  <a:cubicBezTo>
                    <a:pt x="96" y="95"/>
                    <a:pt x="98" y="93"/>
                    <a:pt x="100" y="91"/>
                  </a:cubicBezTo>
                  <a:cubicBezTo>
                    <a:pt x="105" y="88"/>
                    <a:pt x="107" y="82"/>
                    <a:pt x="107" y="77"/>
                  </a:cubicBezTo>
                  <a:cubicBezTo>
                    <a:pt x="108" y="71"/>
                    <a:pt x="107" y="65"/>
                    <a:pt x="104" y="59"/>
                  </a:cubicBezTo>
                  <a:cubicBezTo>
                    <a:pt x="103" y="56"/>
                    <a:pt x="102" y="53"/>
                    <a:pt x="100" y="51"/>
                  </a:cubicBezTo>
                  <a:cubicBezTo>
                    <a:pt x="99" y="48"/>
                    <a:pt x="97" y="45"/>
                    <a:pt x="95" y="43"/>
                  </a:cubicBezTo>
                  <a:cubicBezTo>
                    <a:pt x="93" y="40"/>
                    <a:pt x="91" y="37"/>
                    <a:pt x="88" y="34"/>
                  </a:cubicBezTo>
                  <a:cubicBezTo>
                    <a:pt x="86" y="32"/>
                    <a:pt x="84" y="29"/>
                    <a:pt x="81" y="27"/>
                  </a:cubicBezTo>
                  <a:cubicBezTo>
                    <a:pt x="81" y="27"/>
                    <a:pt x="81" y="27"/>
                    <a:pt x="81" y="28"/>
                  </a:cubicBezTo>
                  <a:cubicBezTo>
                    <a:pt x="83" y="29"/>
                    <a:pt x="85" y="32"/>
                    <a:pt x="87" y="34"/>
                  </a:cubicBezTo>
                  <a:cubicBezTo>
                    <a:pt x="90" y="36"/>
                    <a:pt x="92" y="38"/>
                    <a:pt x="94" y="41"/>
                  </a:cubicBezTo>
                  <a:cubicBezTo>
                    <a:pt x="96" y="44"/>
                    <a:pt x="97" y="46"/>
                    <a:pt x="99" y="49"/>
                  </a:cubicBezTo>
                  <a:cubicBezTo>
                    <a:pt x="101" y="52"/>
                    <a:pt x="102" y="55"/>
                    <a:pt x="103" y="57"/>
                  </a:cubicBezTo>
                  <a:cubicBezTo>
                    <a:pt x="106" y="63"/>
                    <a:pt x="107" y="70"/>
                    <a:pt x="107" y="76"/>
                  </a:cubicBezTo>
                  <a:cubicBezTo>
                    <a:pt x="107" y="82"/>
                    <a:pt x="105" y="87"/>
                    <a:pt x="100" y="91"/>
                  </a:cubicBezTo>
                  <a:cubicBezTo>
                    <a:pt x="98" y="93"/>
                    <a:pt x="95" y="94"/>
                    <a:pt x="93" y="96"/>
                  </a:cubicBezTo>
                  <a:cubicBezTo>
                    <a:pt x="90" y="97"/>
                    <a:pt x="87" y="98"/>
                    <a:pt x="84" y="99"/>
                  </a:cubicBezTo>
                  <a:cubicBezTo>
                    <a:pt x="82" y="99"/>
                    <a:pt x="80" y="100"/>
                    <a:pt x="79" y="100"/>
                  </a:cubicBezTo>
                  <a:cubicBezTo>
                    <a:pt x="77" y="100"/>
                    <a:pt x="75" y="100"/>
                    <a:pt x="74" y="99"/>
                  </a:cubicBezTo>
                  <a:cubicBezTo>
                    <a:pt x="70" y="99"/>
                    <a:pt x="67" y="99"/>
                    <a:pt x="64" y="98"/>
                  </a:cubicBezTo>
                  <a:cubicBezTo>
                    <a:pt x="58" y="97"/>
                    <a:pt x="53" y="95"/>
                    <a:pt x="47" y="92"/>
                  </a:cubicBezTo>
                  <a:cubicBezTo>
                    <a:pt x="42" y="89"/>
                    <a:pt x="37" y="85"/>
                    <a:pt x="33" y="81"/>
                  </a:cubicBezTo>
                  <a:cubicBezTo>
                    <a:pt x="28" y="78"/>
                    <a:pt x="23" y="73"/>
                    <a:pt x="19" y="69"/>
                  </a:cubicBezTo>
                  <a:cubicBezTo>
                    <a:pt x="15" y="64"/>
                    <a:pt x="11" y="59"/>
                    <a:pt x="8" y="54"/>
                  </a:cubicBezTo>
                  <a:cubicBezTo>
                    <a:pt x="6" y="51"/>
                    <a:pt x="5" y="48"/>
                    <a:pt x="4" y="45"/>
                  </a:cubicBezTo>
                  <a:cubicBezTo>
                    <a:pt x="3" y="44"/>
                    <a:pt x="2" y="42"/>
                    <a:pt x="2" y="41"/>
                  </a:cubicBezTo>
                  <a:cubicBezTo>
                    <a:pt x="1" y="39"/>
                    <a:pt x="1" y="38"/>
                    <a:pt x="1" y="36"/>
                  </a:cubicBezTo>
                  <a:cubicBezTo>
                    <a:pt x="0" y="30"/>
                    <a:pt x="2" y="24"/>
                    <a:pt x="5" y="18"/>
                  </a:cubicBezTo>
                  <a:cubicBezTo>
                    <a:pt x="7" y="16"/>
                    <a:pt x="8" y="13"/>
                    <a:pt x="10" y="11"/>
                  </a:cubicBezTo>
                  <a:cubicBezTo>
                    <a:pt x="12" y="9"/>
                    <a:pt x="15" y="7"/>
                    <a:pt x="17" y="6"/>
                  </a:cubicBezTo>
                  <a:cubicBezTo>
                    <a:pt x="23" y="3"/>
                    <a:pt x="29" y="2"/>
                    <a:pt x="35" y="3"/>
                  </a:cubicBezTo>
                  <a:cubicBezTo>
                    <a:pt x="41" y="4"/>
                    <a:pt x="46" y="6"/>
                    <a:pt x="52" y="9"/>
                  </a:cubicBezTo>
                  <a:cubicBezTo>
                    <a:pt x="57" y="11"/>
                    <a:pt x="63" y="14"/>
                    <a:pt x="68" y="18"/>
                  </a:cubicBezTo>
                  <a:cubicBezTo>
                    <a:pt x="70" y="19"/>
                    <a:pt x="71" y="20"/>
                    <a:pt x="73" y="21"/>
                  </a:cubicBezTo>
                  <a:cubicBezTo>
                    <a:pt x="73" y="22"/>
                    <a:pt x="74" y="22"/>
                    <a:pt x="75" y="23"/>
                  </a:cubicBezTo>
                  <a:cubicBezTo>
                    <a:pt x="75" y="23"/>
                    <a:pt x="76" y="24"/>
                    <a:pt x="76" y="25"/>
                  </a:cubicBezTo>
                  <a:cubicBezTo>
                    <a:pt x="76" y="25"/>
                    <a:pt x="76" y="25"/>
                    <a:pt x="76" y="25"/>
                  </a:cubicBezTo>
                  <a:cubicBezTo>
                    <a:pt x="75" y="25"/>
                    <a:pt x="75" y="24"/>
                    <a:pt x="74" y="24"/>
                  </a:cubicBezTo>
                  <a:cubicBezTo>
                    <a:pt x="74" y="23"/>
                    <a:pt x="73" y="23"/>
                    <a:pt x="73" y="22"/>
                  </a:cubicBezTo>
                  <a:cubicBezTo>
                    <a:pt x="72" y="21"/>
                    <a:pt x="70" y="20"/>
                    <a:pt x="69" y="19"/>
                  </a:cubicBezTo>
                  <a:cubicBezTo>
                    <a:pt x="67" y="17"/>
                    <a:pt x="64" y="16"/>
                    <a:pt x="61" y="14"/>
                  </a:cubicBezTo>
                  <a:cubicBezTo>
                    <a:pt x="58" y="13"/>
                    <a:pt x="56" y="11"/>
                    <a:pt x="53" y="10"/>
                  </a:cubicBezTo>
                  <a:cubicBezTo>
                    <a:pt x="50" y="8"/>
                    <a:pt x="47" y="7"/>
                    <a:pt x="45" y="6"/>
                  </a:cubicBezTo>
                  <a:cubicBezTo>
                    <a:pt x="39" y="4"/>
                    <a:pt x="33" y="3"/>
                    <a:pt x="27" y="3"/>
                  </a:cubicBezTo>
                  <a:cubicBezTo>
                    <a:pt x="24" y="3"/>
                    <a:pt x="21" y="3"/>
                    <a:pt x="19" y="4"/>
                  </a:cubicBezTo>
                  <a:cubicBezTo>
                    <a:pt x="16" y="5"/>
                    <a:pt x="14" y="6"/>
                    <a:pt x="12" y="8"/>
                  </a:cubicBezTo>
                  <a:cubicBezTo>
                    <a:pt x="8" y="11"/>
                    <a:pt x="4" y="16"/>
                    <a:pt x="2" y="21"/>
                  </a:cubicBezTo>
                  <a:cubicBezTo>
                    <a:pt x="1" y="23"/>
                    <a:pt x="1" y="26"/>
                    <a:pt x="1" y="29"/>
                  </a:cubicBezTo>
                  <a:cubicBezTo>
                    <a:pt x="1" y="32"/>
                    <a:pt x="1" y="35"/>
                    <a:pt x="2" y="38"/>
                  </a:cubicBezTo>
                  <a:cubicBezTo>
                    <a:pt x="3" y="41"/>
                    <a:pt x="4" y="44"/>
                    <a:pt x="5" y="47"/>
                  </a:cubicBezTo>
                  <a:cubicBezTo>
                    <a:pt x="6" y="50"/>
                    <a:pt x="8" y="52"/>
                    <a:pt x="10" y="55"/>
                  </a:cubicBezTo>
                  <a:cubicBezTo>
                    <a:pt x="11" y="58"/>
                    <a:pt x="13" y="61"/>
                    <a:pt x="15" y="63"/>
                  </a:cubicBezTo>
                  <a:cubicBezTo>
                    <a:pt x="16" y="64"/>
                    <a:pt x="17" y="66"/>
                    <a:pt x="18" y="67"/>
                  </a:cubicBezTo>
                  <a:cubicBezTo>
                    <a:pt x="19" y="68"/>
                    <a:pt x="20" y="69"/>
                    <a:pt x="21" y="71"/>
                  </a:cubicBezTo>
                  <a:cubicBezTo>
                    <a:pt x="22" y="72"/>
                    <a:pt x="23" y="73"/>
                    <a:pt x="24" y="74"/>
                  </a:cubicBezTo>
                  <a:cubicBezTo>
                    <a:pt x="25" y="75"/>
                    <a:pt x="26" y="76"/>
                    <a:pt x="27" y="77"/>
                  </a:cubicBezTo>
                  <a:cubicBezTo>
                    <a:pt x="29" y="79"/>
                    <a:pt x="31" y="81"/>
                    <a:pt x="34" y="83"/>
                  </a:cubicBezTo>
                  <a:cubicBezTo>
                    <a:pt x="38" y="87"/>
                    <a:pt x="43" y="90"/>
                    <a:pt x="49" y="93"/>
                  </a:cubicBezTo>
                  <a:cubicBezTo>
                    <a:pt x="54" y="96"/>
                    <a:pt x="60" y="98"/>
                    <a:pt x="66" y="99"/>
                  </a:cubicBezTo>
                  <a:cubicBezTo>
                    <a:pt x="72" y="101"/>
                    <a:pt x="79" y="101"/>
                    <a:pt x="85" y="100"/>
                  </a:cubicBezTo>
                  <a:cubicBezTo>
                    <a:pt x="89" y="99"/>
                    <a:pt x="94" y="97"/>
                    <a:pt x="98" y="94"/>
                  </a:cubicBezTo>
                  <a:cubicBezTo>
                    <a:pt x="102" y="92"/>
                    <a:pt x="106" y="89"/>
                    <a:pt x="107" y="84"/>
                  </a:cubicBezTo>
                  <a:cubicBezTo>
                    <a:pt x="109" y="79"/>
                    <a:pt x="107" y="73"/>
                    <a:pt x="105" y="68"/>
                  </a:cubicBezTo>
                  <a:cubicBezTo>
                    <a:pt x="104" y="64"/>
                    <a:pt x="103" y="61"/>
                    <a:pt x="101" y="58"/>
                  </a:cubicBezTo>
                  <a:cubicBezTo>
                    <a:pt x="100" y="55"/>
                    <a:pt x="99" y="53"/>
                    <a:pt x="97" y="50"/>
                  </a:cubicBezTo>
                  <a:cubicBezTo>
                    <a:pt x="95" y="46"/>
                    <a:pt x="92" y="42"/>
                    <a:pt x="89" y="38"/>
                  </a:cubicBezTo>
                  <a:cubicBezTo>
                    <a:pt x="88" y="36"/>
                    <a:pt x="86" y="34"/>
                    <a:pt x="85" y="32"/>
                  </a:cubicBezTo>
                  <a:cubicBezTo>
                    <a:pt x="84" y="31"/>
                    <a:pt x="83" y="31"/>
                    <a:pt x="83" y="30"/>
                  </a:cubicBezTo>
                  <a:cubicBezTo>
                    <a:pt x="82" y="29"/>
                    <a:pt x="81" y="28"/>
                    <a:pt x="81" y="28"/>
                  </a:cubicBezTo>
                  <a:cubicBezTo>
                    <a:pt x="81" y="28"/>
                    <a:pt x="81" y="28"/>
                    <a:pt x="81" y="28"/>
                  </a:cubicBezTo>
                  <a:cubicBezTo>
                    <a:pt x="82" y="28"/>
                    <a:pt x="83" y="30"/>
                    <a:pt x="84" y="31"/>
                  </a:cubicBezTo>
                  <a:cubicBezTo>
                    <a:pt x="85" y="32"/>
                    <a:pt x="86" y="33"/>
                    <a:pt x="87" y="34"/>
                  </a:cubicBezTo>
                  <a:cubicBezTo>
                    <a:pt x="89" y="36"/>
                    <a:pt x="91" y="39"/>
                    <a:pt x="93" y="41"/>
                  </a:cubicBezTo>
                  <a:cubicBezTo>
                    <a:pt x="95" y="44"/>
                    <a:pt x="97" y="47"/>
                    <a:pt x="98" y="49"/>
                  </a:cubicBezTo>
                  <a:cubicBezTo>
                    <a:pt x="99" y="52"/>
                    <a:pt x="101" y="54"/>
                    <a:pt x="102" y="57"/>
                  </a:cubicBezTo>
                  <a:cubicBezTo>
                    <a:pt x="103" y="61"/>
                    <a:pt x="105" y="66"/>
                    <a:pt x="106" y="71"/>
                  </a:cubicBezTo>
                  <a:cubicBezTo>
                    <a:pt x="107" y="75"/>
                    <a:pt x="107" y="80"/>
                    <a:pt x="105" y="85"/>
                  </a:cubicBezTo>
                  <a:cubicBezTo>
                    <a:pt x="102" y="95"/>
                    <a:pt x="90" y="100"/>
                    <a:pt x="80" y="100"/>
                  </a:cubicBezTo>
                  <a:cubicBezTo>
                    <a:pt x="78" y="100"/>
                    <a:pt x="75" y="100"/>
                    <a:pt x="72" y="100"/>
                  </a:cubicBezTo>
                  <a:cubicBezTo>
                    <a:pt x="69" y="100"/>
                    <a:pt x="66" y="99"/>
                    <a:pt x="64" y="99"/>
                  </a:cubicBezTo>
                  <a:cubicBezTo>
                    <a:pt x="58" y="97"/>
                    <a:pt x="53" y="95"/>
                    <a:pt x="48" y="92"/>
                  </a:cubicBezTo>
                  <a:cubicBezTo>
                    <a:pt x="37" y="87"/>
                    <a:pt x="29" y="78"/>
                    <a:pt x="20" y="69"/>
                  </a:cubicBezTo>
                  <a:cubicBezTo>
                    <a:pt x="18" y="67"/>
                    <a:pt x="16" y="64"/>
                    <a:pt x="14" y="62"/>
                  </a:cubicBezTo>
                  <a:cubicBezTo>
                    <a:pt x="12" y="59"/>
                    <a:pt x="11" y="57"/>
                    <a:pt x="9" y="54"/>
                  </a:cubicBezTo>
                  <a:cubicBezTo>
                    <a:pt x="7" y="52"/>
                    <a:pt x="6" y="49"/>
                    <a:pt x="4" y="46"/>
                  </a:cubicBezTo>
                  <a:cubicBezTo>
                    <a:pt x="3" y="43"/>
                    <a:pt x="2" y="40"/>
                    <a:pt x="2" y="36"/>
                  </a:cubicBezTo>
                  <a:cubicBezTo>
                    <a:pt x="2" y="33"/>
                    <a:pt x="2" y="30"/>
                    <a:pt x="2" y="27"/>
                  </a:cubicBezTo>
                  <a:cubicBezTo>
                    <a:pt x="2" y="24"/>
                    <a:pt x="3" y="21"/>
                    <a:pt x="4" y="19"/>
                  </a:cubicBezTo>
                  <a:cubicBezTo>
                    <a:pt x="5" y="18"/>
                    <a:pt x="6" y="16"/>
                    <a:pt x="7" y="15"/>
                  </a:cubicBezTo>
                  <a:cubicBezTo>
                    <a:pt x="7" y="14"/>
                    <a:pt x="8" y="13"/>
                    <a:pt x="9" y="12"/>
                  </a:cubicBezTo>
                  <a:cubicBezTo>
                    <a:pt x="11" y="9"/>
                    <a:pt x="14" y="8"/>
                    <a:pt x="16" y="6"/>
                  </a:cubicBezTo>
                  <a:cubicBezTo>
                    <a:pt x="22" y="4"/>
                    <a:pt x="28" y="3"/>
                    <a:pt x="34" y="4"/>
                  </a:cubicBezTo>
                  <a:cubicBezTo>
                    <a:pt x="41" y="4"/>
                    <a:pt x="46" y="6"/>
                    <a:pt x="52" y="8"/>
                  </a:cubicBezTo>
                  <a:cubicBezTo>
                    <a:pt x="57" y="10"/>
                    <a:pt x="61" y="12"/>
                    <a:pt x="65" y="15"/>
                  </a:cubicBezTo>
                  <a:cubicBezTo>
                    <a:pt x="67" y="16"/>
                    <a:pt x="69" y="18"/>
                    <a:pt x="71" y="19"/>
                  </a:cubicBezTo>
                  <a:cubicBezTo>
                    <a:pt x="73" y="21"/>
                    <a:pt x="75" y="23"/>
                    <a:pt x="77" y="25"/>
                  </a:cubicBezTo>
                  <a:cubicBezTo>
                    <a:pt x="77" y="25"/>
                    <a:pt x="77" y="24"/>
                    <a:pt x="77"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1" name="Freeform 35"/>
            <p:cNvSpPr/>
            <p:nvPr/>
          </p:nvSpPr>
          <p:spPr bwMode="auto">
            <a:xfrm>
              <a:off x="2713038" y="3078163"/>
              <a:ext cx="68263" cy="68263"/>
            </a:xfrm>
            <a:custGeom>
              <a:avLst/>
              <a:gdLst>
                <a:gd name="T0" fmla="*/ 1 w 3"/>
                <a:gd name="T1" fmla="*/ 2 h 3"/>
                <a:gd name="T2" fmla="*/ 1 w 3"/>
                <a:gd name="T3" fmla="*/ 1 h 3"/>
                <a:gd name="T4" fmla="*/ 1 w 3"/>
                <a:gd name="T5" fmla="*/ 2 h 3"/>
                <a:gd name="T6" fmla="*/ 2 w 3"/>
                <a:gd name="T7" fmla="*/ 2 h 3"/>
                <a:gd name="T8" fmla="*/ 3 w 3"/>
                <a:gd name="T9" fmla="*/ 3 h 3"/>
                <a:gd name="T10" fmla="*/ 3 w 3"/>
                <a:gd name="T11" fmla="*/ 2 h 3"/>
                <a:gd name="T12" fmla="*/ 0 w 3"/>
                <a:gd name="T13" fmla="*/ 1 h 3"/>
                <a:gd name="T14" fmla="*/ 0 w 3"/>
                <a:gd name="T15" fmla="*/ 1 h 3"/>
                <a:gd name="T16" fmla="*/ 3 w 3"/>
                <a:gd name="T17" fmla="*/ 3 h 3"/>
                <a:gd name="T18" fmla="*/ 3 w 3"/>
                <a:gd name="T19" fmla="*/ 2 h 3"/>
                <a:gd name="T20" fmla="*/ 2 w 3"/>
                <a:gd name="T21" fmla="*/ 2 h 3"/>
                <a:gd name="T22" fmla="*/ 1 w 3"/>
                <a:gd name="T23" fmla="*/ 1 h 3"/>
                <a:gd name="T24" fmla="*/ 1 w 3"/>
                <a:gd name="T25" fmla="*/ 2 h 3"/>
                <a:gd name="T26" fmla="*/ 1 w 3"/>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1" y="2"/>
                  </a:moveTo>
                  <a:cubicBezTo>
                    <a:pt x="1" y="2"/>
                    <a:pt x="1" y="1"/>
                    <a:pt x="1" y="1"/>
                  </a:cubicBezTo>
                  <a:cubicBezTo>
                    <a:pt x="1" y="2"/>
                    <a:pt x="1" y="2"/>
                    <a:pt x="1" y="2"/>
                  </a:cubicBezTo>
                  <a:cubicBezTo>
                    <a:pt x="2" y="2"/>
                    <a:pt x="2" y="2"/>
                    <a:pt x="2" y="2"/>
                  </a:cubicBezTo>
                  <a:cubicBezTo>
                    <a:pt x="2" y="2"/>
                    <a:pt x="2" y="2"/>
                    <a:pt x="3" y="3"/>
                  </a:cubicBezTo>
                  <a:cubicBezTo>
                    <a:pt x="3" y="2"/>
                    <a:pt x="3" y="2"/>
                    <a:pt x="3" y="2"/>
                  </a:cubicBezTo>
                  <a:cubicBezTo>
                    <a:pt x="2" y="2"/>
                    <a:pt x="1" y="1"/>
                    <a:pt x="0" y="1"/>
                  </a:cubicBezTo>
                  <a:cubicBezTo>
                    <a:pt x="0" y="0"/>
                    <a:pt x="0" y="1"/>
                    <a:pt x="0" y="1"/>
                  </a:cubicBezTo>
                  <a:cubicBezTo>
                    <a:pt x="1" y="1"/>
                    <a:pt x="2" y="2"/>
                    <a:pt x="3" y="3"/>
                  </a:cubicBezTo>
                  <a:cubicBezTo>
                    <a:pt x="3" y="3"/>
                    <a:pt x="3" y="2"/>
                    <a:pt x="3" y="2"/>
                  </a:cubicBezTo>
                  <a:cubicBezTo>
                    <a:pt x="2" y="2"/>
                    <a:pt x="2" y="2"/>
                    <a:pt x="2" y="2"/>
                  </a:cubicBezTo>
                  <a:cubicBezTo>
                    <a:pt x="2" y="2"/>
                    <a:pt x="2" y="1"/>
                    <a:pt x="1" y="1"/>
                  </a:cubicBezTo>
                  <a:cubicBezTo>
                    <a:pt x="1" y="1"/>
                    <a:pt x="1" y="1"/>
                    <a:pt x="1" y="2"/>
                  </a:cubicBezTo>
                  <a:cubicBezTo>
                    <a:pt x="1" y="2"/>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2" name="Freeform 36"/>
            <p:cNvSpPr/>
            <p:nvPr/>
          </p:nvSpPr>
          <p:spPr bwMode="auto">
            <a:xfrm>
              <a:off x="2598738" y="3146426"/>
              <a:ext cx="92075" cy="92075"/>
            </a:xfrm>
            <a:custGeom>
              <a:avLst/>
              <a:gdLst>
                <a:gd name="T0" fmla="*/ 3 w 4"/>
                <a:gd name="T1" fmla="*/ 2 h 4"/>
                <a:gd name="T2" fmla="*/ 1 w 4"/>
                <a:gd name="T3" fmla="*/ 1 h 4"/>
                <a:gd name="T4" fmla="*/ 1 w 4"/>
                <a:gd name="T5" fmla="*/ 1 h 4"/>
                <a:gd name="T6" fmla="*/ 4 w 4"/>
                <a:gd name="T7" fmla="*/ 3 h 4"/>
                <a:gd name="T8" fmla="*/ 4 w 4"/>
                <a:gd name="T9" fmla="*/ 3 h 4"/>
                <a:gd name="T10" fmla="*/ 2 w 4"/>
                <a:gd name="T11" fmla="*/ 2 h 4"/>
                <a:gd name="T12" fmla="*/ 0 w 4"/>
                <a:gd name="T13" fmla="*/ 0 h 4"/>
                <a:gd name="T14" fmla="*/ 0 w 4"/>
                <a:gd name="T15" fmla="*/ 1 h 4"/>
                <a:gd name="T16" fmla="*/ 4 w 4"/>
                <a:gd name="T17" fmla="*/ 4 h 4"/>
                <a:gd name="T18" fmla="*/ 4 w 4"/>
                <a:gd name="T19" fmla="*/ 4 h 4"/>
                <a:gd name="T20" fmla="*/ 2 w 4"/>
                <a:gd name="T21" fmla="*/ 2 h 4"/>
                <a:gd name="T22" fmla="*/ 2 w 4"/>
                <a:gd name="T23" fmla="*/ 3 h 4"/>
                <a:gd name="T24" fmla="*/ 4 w 4"/>
                <a:gd name="T25" fmla="*/ 4 h 4"/>
                <a:gd name="T26" fmla="*/ 4 w 4"/>
                <a:gd name="T27" fmla="*/ 4 h 4"/>
                <a:gd name="T28" fmla="*/ 1 w 4"/>
                <a:gd name="T29" fmla="*/ 1 h 4"/>
                <a:gd name="T30" fmla="*/ 0 w 4"/>
                <a:gd name="T31" fmla="*/ 1 h 4"/>
                <a:gd name="T32" fmla="*/ 4 w 4"/>
                <a:gd name="T33" fmla="*/ 3 h 4"/>
                <a:gd name="T34" fmla="*/ 4 w 4"/>
                <a:gd name="T35" fmla="*/ 3 h 4"/>
                <a:gd name="T36" fmla="*/ 1 w 4"/>
                <a:gd name="T37" fmla="*/ 1 h 4"/>
                <a:gd name="T38" fmla="*/ 1 w 4"/>
                <a:gd name="T39" fmla="*/ 1 h 4"/>
                <a:gd name="T40" fmla="*/ 3 w 4"/>
                <a:gd name="T41" fmla="*/ 2 h 4"/>
                <a:gd name="T42" fmla="*/ 3 w 4"/>
                <a:gd name="T43"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 h="4">
                  <a:moveTo>
                    <a:pt x="3" y="2"/>
                  </a:moveTo>
                  <a:cubicBezTo>
                    <a:pt x="2" y="2"/>
                    <a:pt x="2" y="1"/>
                    <a:pt x="1" y="1"/>
                  </a:cubicBezTo>
                  <a:cubicBezTo>
                    <a:pt x="1" y="1"/>
                    <a:pt x="1" y="1"/>
                    <a:pt x="1" y="1"/>
                  </a:cubicBezTo>
                  <a:cubicBezTo>
                    <a:pt x="2" y="2"/>
                    <a:pt x="3" y="2"/>
                    <a:pt x="4" y="3"/>
                  </a:cubicBezTo>
                  <a:cubicBezTo>
                    <a:pt x="4" y="3"/>
                    <a:pt x="4" y="3"/>
                    <a:pt x="4" y="3"/>
                  </a:cubicBezTo>
                  <a:cubicBezTo>
                    <a:pt x="3" y="3"/>
                    <a:pt x="3" y="2"/>
                    <a:pt x="2" y="2"/>
                  </a:cubicBezTo>
                  <a:cubicBezTo>
                    <a:pt x="2" y="1"/>
                    <a:pt x="1" y="1"/>
                    <a:pt x="0" y="0"/>
                  </a:cubicBezTo>
                  <a:cubicBezTo>
                    <a:pt x="0" y="0"/>
                    <a:pt x="0" y="1"/>
                    <a:pt x="0" y="1"/>
                  </a:cubicBezTo>
                  <a:cubicBezTo>
                    <a:pt x="1" y="2"/>
                    <a:pt x="3" y="3"/>
                    <a:pt x="4" y="4"/>
                  </a:cubicBezTo>
                  <a:cubicBezTo>
                    <a:pt x="4" y="4"/>
                    <a:pt x="4" y="4"/>
                    <a:pt x="4" y="4"/>
                  </a:cubicBezTo>
                  <a:cubicBezTo>
                    <a:pt x="3" y="3"/>
                    <a:pt x="3" y="3"/>
                    <a:pt x="2" y="2"/>
                  </a:cubicBezTo>
                  <a:cubicBezTo>
                    <a:pt x="2" y="2"/>
                    <a:pt x="2" y="3"/>
                    <a:pt x="2" y="3"/>
                  </a:cubicBezTo>
                  <a:cubicBezTo>
                    <a:pt x="3" y="3"/>
                    <a:pt x="3" y="4"/>
                    <a:pt x="4" y="4"/>
                  </a:cubicBezTo>
                  <a:cubicBezTo>
                    <a:pt x="4" y="4"/>
                    <a:pt x="4" y="4"/>
                    <a:pt x="4" y="4"/>
                  </a:cubicBezTo>
                  <a:cubicBezTo>
                    <a:pt x="3" y="3"/>
                    <a:pt x="2" y="2"/>
                    <a:pt x="1" y="1"/>
                  </a:cubicBezTo>
                  <a:cubicBezTo>
                    <a:pt x="0" y="1"/>
                    <a:pt x="0" y="1"/>
                    <a:pt x="0" y="1"/>
                  </a:cubicBezTo>
                  <a:cubicBezTo>
                    <a:pt x="2" y="1"/>
                    <a:pt x="3" y="3"/>
                    <a:pt x="4" y="3"/>
                  </a:cubicBezTo>
                  <a:cubicBezTo>
                    <a:pt x="4" y="3"/>
                    <a:pt x="4" y="3"/>
                    <a:pt x="4" y="3"/>
                  </a:cubicBezTo>
                  <a:cubicBezTo>
                    <a:pt x="3" y="2"/>
                    <a:pt x="2" y="2"/>
                    <a:pt x="1" y="1"/>
                  </a:cubicBezTo>
                  <a:cubicBezTo>
                    <a:pt x="1" y="1"/>
                    <a:pt x="1" y="1"/>
                    <a:pt x="1" y="1"/>
                  </a:cubicBezTo>
                  <a:cubicBezTo>
                    <a:pt x="2" y="2"/>
                    <a:pt x="2" y="2"/>
                    <a:pt x="3" y="2"/>
                  </a:cubicBezTo>
                  <a:cubicBezTo>
                    <a:pt x="3" y="2"/>
                    <a:pt x="3" y="2"/>
                    <a:pt x="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3" name="Freeform 37"/>
            <p:cNvSpPr/>
            <p:nvPr/>
          </p:nvSpPr>
          <p:spPr bwMode="auto">
            <a:xfrm>
              <a:off x="2209800" y="3009901"/>
              <a:ext cx="503238" cy="296863"/>
            </a:xfrm>
            <a:custGeom>
              <a:avLst/>
              <a:gdLst>
                <a:gd name="T0" fmla="*/ 15 w 22"/>
                <a:gd name="T1" fmla="*/ 11 h 13"/>
                <a:gd name="T2" fmla="*/ 15 w 22"/>
                <a:gd name="T3" fmla="*/ 11 h 13"/>
                <a:gd name="T4" fmla="*/ 19 w 22"/>
                <a:gd name="T5" fmla="*/ 13 h 13"/>
                <a:gd name="T6" fmla="*/ 19 w 22"/>
                <a:gd name="T7" fmla="*/ 12 h 13"/>
                <a:gd name="T8" fmla="*/ 20 w 22"/>
                <a:gd name="T9" fmla="*/ 13 h 13"/>
                <a:gd name="T10" fmla="*/ 21 w 22"/>
                <a:gd name="T11" fmla="*/ 12 h 13"/>
                <a:gd name="T12" fmla="*/ 21 w 22"/>
                <a:gd name="T13" fmla="*/ 12 h 13"/>
                <a:gd name="T14" fmla="*/ 21 w 22"/>
                <a:gd name="T15" fmla="*/ 11 h 13"/>
                <a:gd name="T16" fmla="*/ 15 w 22"/>
                <a:gd name="T17" fmla="*/ 7 h 13"/>
                <a:gd name="T18" fmla="*/ 9 w 22"/>
                <a:gd name="T19" fmla="*/ 3 h 13"/>
                <a:gd name="T20" fmla="*/ 4 w 22"/>
                <a:gd name="T21" fmla="*/ 0 h 13"/>
                <a:gd name="T22" fmla="*/ 15 w 22"/>
                <a:gd name="T23" fmla="*/ 6 h 13"/>
                <a:gd name="T24" fmla="*/ 16 w 22"/>
                <a:gd name="T25" fmla="*/ 6 h 13"/>
                <a:gd name="T26" fmla="*/ 4 w 22"/>
                <a:gd name="T27" fmla="*/ 0 h 13"/>
                <a:gd name="T28" fmla="*/ 15 w 22"/>
                <a:gd name="T29" fmla="*/ 7 h 13"/>
                <a:gd name="T30" fmla="*/ 6 w 22"/>
                <a:gd name="T31" fmla="*/ 3 h 13"/>
                <a:gd name="T32" fmla="*/ 7 w 22"/>
                <a:gd name="T33" fmla="*/ 3 h 13"/>
                <a:gd name="T34" fmla="*/ 15 w 22"/>
                <a:gd name="T35" fmla="*/ 8 h 13"/>
                <a:gd name="T36" fmla="*/ 5 w 22"/>
                <a:gd name="T37" fmla="*/ 5 h 13"/>
                <a:gd name="T38" fmla="*/ 8 w 22"/>
                <a:gd name="T39" fmla="*/ 5 h 13"/>
                <a:gd name="T40" fmla="*/ 13 w 22"/>
                <a:gd name="T41" fmla="*/ 7 h 13"/>
                <a:gd name="T42" fmla="*/ 1 w 22"/>
                <a:gd name="T43" fmla="*/ 1 h 13"/>
                <a:gd name="T44" fmla="*/ 12 w 22"/>
                <a:gd name="T45" fmla="*/ 7 h 13"/>
                <a:gd name="T46" fmla="*/ 1 w 22"/>
                <a:gd name="T47" fmla="*/ 2 h 13"/>
                <a:gd name="T48" fmla="*/ 10 w 22"/>
                <a:gd name="T49" fmla="*/ 8 h 13"/>
                <a:gd name="T50" fmla="*/ 1 w 22"/>
                <a:gd name="T51" fmla="*/ 5 h 13"/>
                <a:gd name="T52" fmla="*/ 1 w 22"/>
                <a:gd name="T53" fmla="*/ 5 h 13"/>
                <a:gd name="T54" fmla="*/ 10 w 22"/>
                <a:gd name="T55" fmla="*/ 8 h 13"/>
                <a:gd name="T56" fmla="*/ 4 w 22"/>
                <a:gd name="T57" fmla="*/ 4 h 13"/>
                <a:gd name="T58" fmla="*/ 9 w 22"/>
                <a:gd name="T59" fmla="*/ 7 h 13"/>
                <a:gd name="T60" fmla="*/ 0 w 22"/>
                <a:gd name="T61" fmla="*/ 1 h 13"/>
                <a:gd name="T62" fmla="*/ 13 w 22"/>
                <a:gd name="T63" fmla="*/ 7 h 13"/>
                <a:gd name="T64" fmla="*/ 3 w 22"/>
                <a:gd name="T65" fmla="*/ 2 h 13"/>
                <a:gd name="T66" fmla="*/ 5 w 22"/>
                <a:gd name="T67" fmla="*/ 5 h 13"/>
                <a:gd name="T68" fmla="*/ 15 w 22"/>
                <a:gd name="T69" fmla="*/ 8 h 13"/>
                <a:gd name="T70" fmla="*/ 5 w 22"/>
                <a:gd name="T71" fmla="*/ 1 h 13"/>
                <a:gd name="T72" fmla="*/ 9 w 22"/>
                <a:gd name="T73" fmla="*/ 5 h 13"/>
                <a:gd name="T74" fmla="*/ 13 w 22"/>
                <a:gd name="T75" fmla="*/ 5 h 13"/>
                <a:gd name="T76" fmla="*/ 3 w 22"/>
                <a:gd name="T77" fmla="*/ 0 h 13"/>
                <a:gd name="T78" fmla="*/ 10 w 22"/>
                <a:gd name="T79" fmla="*/ 3 h 13"/>
                <a:gd name="T80" fmla="*/ 15 w 22"/>
                <a:gd name="T81" fmla="*/ 6 h 13"/>
                <a:gd name="T82" fmla="*/ 10 w 22"/>
                <a:gd name="T83" fmla="*/ 4 h 13"/>
                <a:gd name="T84" fmla="*/ 9 w 22"/>
                <a:gd name="T85" fmla="*/ 3 h 13"/>
                <a:gd name="T86" fmla="*/ 15 w 22"/>
                <a:gd name="T87" fmla="*/ 7 h 13"/>
                <a:gd name="T88" fmla="*/ 17 w 22"/>
                <a:gd name="T89" fmla="*/ 8 h 13"/>
                <a:gd name="T90" fmla="*/ 19 w 22"/>
                <a:gd name="T91" fmla="*/ 10 h 13"/>
                <a:gd name="T92" fmla="*/ 21 w 22"/>
                <a:gd name="T93" fmla="*/ 12 h 13"/>
                <a:gd name="T94" fmla="*/ 20 w 22"/>
                <a:gd name="T95" fmla="*/ 13 h 13"/>
                <a:gd name="T96" fmla="*/ 19 w 22"/>
                <a:gd name="T97" fmla="*/ 13 h 13"/>
                <a:gd name="T98" fmla="*/ 19 w 22"/>
                <a:gd name="T99" fmla="*/ 13 h 13"/>
                <a:gd name="T100" fmla="*/ 15 w 22"/>
                <a:gd name="T101" fmla="*/ 11 h 13"/>
                <a:gd name="T102" fmla="*/ 12 w 22"/>
                <a:gd name="T103" fmla="*/ 8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 h="13">
                  <a:moveTo>
                    <a:pt x="14" y="10"/>
                  </a:moveTo>
                  <a:cubicBezTo>
                    <a:pt x="13" y="9"/>
                    <a:pt x="13" y="9"/>
                    <a:pt x="12" y="8"/>
                  </a:cubicBezTo>
                  <a:cubicBezTo>
                    <a:pt x="11" y="8"/>
                    <a:pt x="11" y="8"/>
                    <a:pt x="11" y="8"/>
                  </a:cubicBezTo>
                  <a:cubicBezTo>
                    <a:pt x="13" y="9"/>
                    <a:pt x="14" y="10"/>
                    <a:pt x="15" y="11"/>
                  </a:cubicBezTo>
                  <a:cubicBezTo>
                    <a:pt x="16" y="12"/>
                    <a:pt x="18" y="12"/>
                    <a:pt x="18" y="13"/>
                  </a:cubicBezTo>
                  <a:cubicBezTo>
                    <a:pt x="18" y="13"/>
                    <a:pt x="19" y="13"/>
                    <a:pt x="19" y="13"/>
                  </a:cubicBezTo>
                  <a:cubicBezTo>
                    <a:pt x="18" y="13"/>
                    <a:pt x="17" y="12"/>
                    <a:pt x="17" y="12"/>
                  </a:cubicBezTo>
                  <a:cubicBezTo>
                    <a:pt x="16" y="11"/>
                    <a:pt x="15" y="11"/>
                    <a:pt x="15" y="11"/>
                  </a:cubicBezTo>
                  <a:cubicBezTo>
                    <a:pt x="13" y="10"/>
                    <a:pt x="11" y="9"/>
                    <a:pt x="10" y="8"/>
                  </a:cubicBezTo>
                  <a:cubicBezTo>
                    <a:pt x="10" y="8"/>
                    <a:pt x="9" y="8"/>
                    <a:pt x="10" y="8"/>
                  </a:cubicBezTo>
                  <a:cubicBezTo>
                    <a:pt x="12" y="10"/>
                    <a:pt x="15" y="12"/>
                    <a:pt x="19" y="13"/>
                  </a:cubicBezTo>
                  <a:cubicBezTo>
                    <a:pt x="19" y="13"/>
                    <a:pt x="19" y="13"/>
                    <a:pt x="19" y="13"/>
                  </a:cubicBezTo>
                  <a:cubicBezTo>
                    <a:pt x="16" y="11"/>
                    <a:pt x="13" y="10"/>
                    <a:pt x="11" y="8"/>
                  </a:cubicBezTo>
                  <a:cubicBezTo>
                    <a:pt x="11" y="8"/>
                    <a:pt x="11" y="8"/>
                    <a:pt x="11" y="8"/>
                  </a:cubicBezTo>
                  <a:cubicBezTo>
                    <a:pt x="14" y="9"/>
                    <a:pt x="16" y="12"/>
                    <a:pt x="19" y="13"/>
                  </a:cubicBezTo>
                  <a:cubicBezTo>
                    <a:pt x="19" y="13"/>
                    <a:pt x="19" y="12"/>
                    <a:pt x="19" y="12"/>
                  </a:cubicBezTo>
                  <a:cubicBezTo>
                    <a:pt x="17" y="11"/>
                    <a:pt x="15" y="9"/>
                    <a:pt x="13" y="8"/>
                  </a:cubicBezTo>
                  <a:cubicBezTo>
                    <a:pt x="12" y="8"/>
                    <a:pt x="12" y="9"/>
                    <a:pt x="13" y="9"/>
                  </a:cubicBezTo>
                  <a:cubicBezTo>
                    <a:pt x="15" y="10"/>
                    <a:pt x="17" y="12"/>
                    <a:pt x="20" y="13"/>
                  </a:cubicBezTo>
                  <a:cubicBezTo>
                    <a:pt x="20" y="13"/>
                    <a:pt x="20" y="13"/>
                    <a:pt x="20" y="13"/>
                  </a:cubicBezTo>
                  <a:cubicBezTo>
                    <a:pt x="19" y="11"/>
                    <a:pt x="16" y="10"/>
                    <a:pt x="15" y="9"/>
                  </a:cubicBezTo>
                  <a:cubicBezTo>
                    <a:pt x="14" y="9"/>
                    <a:pt x="14" y="9"/>
                    <a:pt x="14" y="9"/>
                  </a:cubicBezTo>
                  <a:cubicBezTo>
                    <a:pt x="17" y="10"/>
                    <a:pt x="18" y="12"/>
                    <a:pt x="20" y="13"/>
                  </a:cubicBezTo>
                  <a:cubicBezTo>
                    <a:pt x="21" y="13"/>
                    <a:pt x="21" y="12"/>
                    <a:pt x="21" y="12"/>
                  </a:cubicBezTo>
                  <a:cubicBezTo>
                    <a:pt x="20" y="11"/>
                    <a:pt x="18" y="10"/>
                    <a:pt x="17" y="9"/>
                  </a:cubicBezTo>
                  <a:cubicBezTo>
                    <a:pt x="17" y="9"/>
                    <a:pt x="17" y="9"/>
                    <a:pt x="17" y="9"/>
                  </a:cubicBezTo>
                  <a:cubicBezTo>
                    <a:pt x="17" y="9"/>
                    <a:pt x="18" y="10"/>
                    <a:pt x="19" y="10"/>
                  </a:cubicBezTo>
                  <a:cubicBezTo>
                    <a:pt x="20" y="11"/>
                    <a:pt x="20" y="11"/>
                    <a:pt x="21" y="12"/>
                  </a:cubicBezTo>
                  <a:cubicBezTo>
                    <a:pt x="21" y="12"/>
                    <a:pt x="21" y="12"/>
                    <a:pt x="21" y="12"/>
                  </a:cubicBezTo>
                  <a:cubicBezTo>
                    <a:pt x="20" y="11"/>
                    <a:pt x="18" y="9"/>
                    <a:pt x="17" y="8"/>
                  </a:cubicBezTo>
                  <a:cubicBezTo>
                    <a:pt x="17" y="8"/>
                    <a:pt x="17" y="8"/>
                    <a:pt x="17" y="9"/>
                  </a:cubicBezTo>
                  <a:cubicBezTo>
                    <a:pt x="18" y="9"/>
                    <a:pt x="19" y="10"/>
                    <a:pt x="21" y="11"/>
                  </a:cubicBezTo>
                  <a:cubicBezTo>
                    <a:pt x="21" y="11"/>
                    <a:pt x="21" y="11"/>
                    <a:pt x="21" y="11"/>
                  </a:cubicBezTo>
                  <a:cubicBezTo>
                    <a:pt x="20" y="10"/>
                    <a:pt x="19" y="9"/>
                    <a:pt x="18" y="8"/>
                  </a:cubicBezTo>
                  <a:cubicBezTo>
                    <a:pt x="17" y="8"/>
                    <a:pt x="16" y="7"/>
                    <a:pt x="15" y="6"/>
                  </a:cubicBezTo>
                  <a:cubicBezTo>
                    <a:pt x="15" y="6"/>
                    <a:pt x="15" y="7"/>
                    <a:pt x="15" y="7"/>
                  </a:cubicBezTo>
                  <a:cubicBezTo>
                    <a:pt x="17" y="8"/>
                    <a:pt x="19" y="9"/>
                    <a:pt x="20" y="10"/>
                  </a:cubicBezTo>
                  <a:cubicBezTo>
                    <a:pt x="21" y="10"/>
                    <a:pt x="21" y="10"/>
                    <a:pt x="21" y="10"/>
                  </a:cubicBezTo>
                  <a:cubicBezTo>
                    <a:pt x="17" y="7"/>
                    <a:pt x="13" y="5"/>
                    <a:pt x="9" y="3"/>
                  </a:cubicBezTo>
                  <a:cubicBezTo>
                    <a:pt x="9" y="3"/>
                    <a:pt x="9" y="3"/>
                    <a:pt x="9" y="3"/>
                  </a:cubicBezTo>
                  <a:cubicBezTo>
                    <a:pt x="12" y="5"/>
                    <a:pt x="15" y="6"/>
                    <a:pt x="17" y="8"/>
                  </a:cubicBezTo>
                  <a:cubicBezTo>
                    <a:pt x="17" y="8"/>
                    <a:pt x="17" y="8"/>
                    <a:pt x="18" y="8"/>
                  </a:cubicBezTo>
                  <a:cubicBezTo>
                    <a:pt x="15" y="7"/>
                    <a:pt x="13" y="5"/>
                    <a:pt x="11" y="4"/>
                  </a:cubicBezTo>
                  <a:cubicBezTo>
                    <a:pt x="8" y="3"/>
                    <a:pt x="6" y="2"/>
                    <a:pt x="4" y="0"/>
                  </a:cubicBezTo>
                  <a:cubicBezTo>
                    <a:pt x="4" y="0"/>
                    <a:pt x="4" y="0"/>
                    <a:pt x="4" y="1"/>
                  </a:cubicBezTo>
                  <a:cubicBezTo>
                    <a:pt x="6" y="1"/>
                    <a:pt x="8" y="2"/>
                    <a:pt x="10" y="3"/>
                  </a:cubicBezTo>
                  <a:cubicBezTo>
                    <a:pt x="12" y="4"/>
                    <a:pt x="14" y="5"/>
                    <a:pt x="15" y="6"/>
                  </a:cubicBezTo>
                  <a:cubicBezTo>
                    <a:pt x="15" y="6"/>
                    <a:pt x="15" y="6"/>
                    <a:pt x="15" y="6"/>
                  </a:cubicBezTo>
                  <a:cubicBezTo>
                    <a:pt x="12" y="4"/>
                    <a:pt x="8" y="2"/>
                    <a:pt x="4" y="0"/>
                  </a:cubicBezTo>
                  <a:cubicBezTo>
                    <a:pt x="4" y="0"/>
                    <a:pt x="4" y="0"/>
                    <a:pt x="4" y="0"/>
                  </a:cubicBezTo>
                  <a:cubicBezTo>
                    <a:pt x="6" y="1"/>
                    <a:pt x="8" y="2"/>
                    <a:pt x="10" y="3"/>
                  </a:cubicBezTo>
                  <a:cubicBezTo>
                    <a:pt x="12" y="4"/>
                    <a:pt x="14" y="5"/>
                    <a:pt x="16" y="6"/>
                  </a:cubicBezTo>
                  <a:cubicBezTo>
                    <a:pt x="16" y="6"/>
                    <a:pt x="16" y="6"/>
                    <a:pt x="16" y="6"/>
                  </a:cubicBezTo>
                  <a:cubicBezTo>
                    <a:pt x="13" y="5"/>
                    <a:pt x="11" y="4"/>
                    <a:pt x="9" y="3"/>
                  </a:cubicBezTo>
                  <a:cubicBezTo>
                    <a:pt x="7" y="2"/>
                    <a:pt x="5" y="2"/>
                    <a:pt x="4" y="0"/>
                  </a:cubicBezTo>
                  <a:cubicBezTo>
                    <a:pt x="4" y="0"/>
                    <a:pt x="4" y="0"/>
                    <a:pt x="4" y="0"/>
                  </a:cubicBezTo>
                  <a:cubicBezTo>
                    <a:pt x="5" y="1"/>
                    <a:pt x="6" y="1"/>
                    <a:pt x="7" y="2"/>
                  </a:cubicBezTo>
                  <a:cubicBezTo>
                    <a:pt x="8" y="2"/>
                    <a:pt x="9" y="3"/>
                    <a:pt x="10" y="4"/>
                  </a:cubicBezTo>
                  <a:cubicBezTo>
                    <a:pt x="11" y="4"/>
                    <a:pt x="11" y="5"/>
                    <a:pt x="12" y="5"/>
                  </a:cubicBezTo>
                  <a:cubicBezTo>
                    <a:pt x="13" y="6"/>
                    <a:pt x="14" y="6"/>
                    <a:pt x="15" y="7"/>
                  </a:cubicBezTo>
                  <a:cubicBezTo>
                    <a:pt x="15" y="7"/>
                    <a:pt x="15" y="7"/>
                    <a:pt x="15" y="7"/>
                  </a:cubicBezTo>
                  <a:cubicBezTo>
                    <a:pt x="14" y="7"/>
                    <a:pt x="13" y="7"/>
                    <a:pt x="12" y="6"/>
                  </a:cubicBezTo>
                  <a:cubicBezTo>
                    <a:pt x="11" y="6"/>
                    <a:pt x="10" y="5"/>
                    <a:pt x="9" y="5"/>
                  </a:cubicBezTo>
                  <a:cubicBezTo>
                    <a:pt x="8" y="4"/>
                    <a:pt x="7" y="4"/>
                    <a:pt x="6" y="3"/>
                  </a:cubicBezTo>
                  <a:cubicBezTo>
                    <a:pt x="5" y="3"/>
                    <a:pt x="4" y="2"/>
                    <a:pt x="4" y="1"/>
                  </a:cubicBezTo>
                  <a:cubicBezTo>
                    <a:pt x="4" y="1"/>
                    <a:pt x="4" y="1"/>
                    <a:pt x="4" y="1"/>
                  </a:cubicBezTo>
                  <a:cubicBezTo>
                    <a:pt x="4" y="1"/>
                    <a:pt x="5" y="2"/>
                    <a:pt x="5" y="2"/>
                  </a:cubicBezTo>
                  <a:cubicBezTo>
                    <a:pt x="6" y="2"/>
                    <a:pt x="6" y="2"/>
                    <a:pt x="7" y="3"/>
                  </a:cubicBezTo>
                  <a:cubicBezTo>
                    <a:pt x="8" y="3"/>
                    <a:pt x="9" y="4"/>
                    <a:pt x="10" y="4"/>
                  </a:cubicBezTo>
                  <a:cubicBezTo>
                    <a:pt x="11" y="5"/>
                    <a:pt x="12" y="5"/>
                    <a:pt x="13" y="6"/>
                  </a:cubicBezTo>
                  <a:cubicBezTo>
                    <a:pt x="13" y="6"/>
                    <a:pt x="14" y="7"/>
                    <a:pt x="14" y="7"/>
                  </a:cubicBezTo>
                  <a:cubicBezTo>
                    <a:pt x="14" y="7"/>
                    <a:pt x="15" y="8"/>
                    <a:pt x="15" y="8"/>
                  </a:cubicBezTo>
                  <a:cubicBezTo>
                    <a:pt x="15" y="8"/>
                    <a:pt x="15" y="8"/>
                    <a:pt x="15" y="8"/>
                  </a:cubicBezTo>
                  <a:cubicBezTo>
                    <a:pt x="14" y="8"/>
                    <a:pt x="13" y="8"/>
                    <a:pt x="12" y="8"/>
                  </a:cubicBezTo>
                  <a:cubicBezTo>
                    <a:pt x="12" y="7"/>
                    <a:pt x="11" y="7"/>
                    <a:pt x="10" y="7"/>
                  </a:cubicBezTo>
                  <a:cubicBezTo>
                    <a:pt x="8" y="6"/>
                    <a:pt x="7" y="6"/>
                    <a:pt x="5" y="5"/>
                  </a:cubicBezTo>
                  <a:cubicBezTo>
                    <a:pt x="5" y="5"/>
                    <a:pt x="5" y="5"/>
                    <a:pt x="5" y="5"/>
                  </a:cubicBezTo>
                  <a:cubicBezTo>
                    <a:pt x="7" y="6"/>
                    <a:pt x="9" y="7"/>
                    <a:pt x="12" y="8"/>
                  </a:cubicBezTo>
                  <a:cubicBezTo>
                    <a:pt x="12" y="8"/>
                    <a:pt x="12" y="7"/>
                    <a:pt x="12" y="7"/>
                  </a:cubicBezTo>
                  <a:cubicBezTo>
                    <a:pt x="11" y="6"/>
                    <a:pt x="9" y="6"/>
                    <a:pt x="8" y="5"/>
                  </a:cubicBezTo>
                  <a:cubicBezTo>
                    <a:pt x="6" y="4"/>
                    <a:pt x="5" y="3"/>
                    <a:pt x="4" y="2"/>
                  </a:cubicBezTo>
                  <a:cubicBezTo>
                    <a:pt x="3" y="2"/>
                    <a:pt x="3" y="2"/>
                    <a:pt x="3" y="2"/>
                  </a:cubicBezTo>
                  <a:cubicBezTo>
                    <a:pt x="5" y="2"/>
                    <a:pt x="7" y="4"/>
                    <a:pt x="8" y="4"/>
                  </a:cubicBezTo>
                  <a:cubicBezTo>
                    <a:pt x="10" y="5"/>
                    <a:pt x="12" y="6"/>
                    <a:pt x="13" y="7"/>
                  </a:cubicBezTo>
                  <a:cubicBezTo>
                    <a:pt x="13" y="7"/>
                    <a:pt x="13" y="7"/>
                    <a:pt x="13" y="7"/>
                  </a:cubicBezTo>
                  <a:cubicBezTo>
                    <a:pt x="11" y="7"/>
                    <a:pt x="8" y="5"/>
                    <a:pt x="6" y="4"/>
                  </a:cubicBezTo>
                  <a:cubicBezTo>
                    <a:pt x="5" y="4"/>
                    <a:pt x="4" y="4"/>
                    <a:pt x="3" y="3"/>
                  </a:cubicBezTo>
                  <a:cubicBezTo>
                    <a:pt x="2" y="3"/>
                    <a:pt x="1" y="2"/>
                    <a:pt x="1" y="1"/>
                  </a:cubicBezTo>
                  <a:cubicBezTo>
                    <a:pt x="0" y="2"/>
                    <a:pt x="0" y="2"/>
                    <a:pt x="0" y="2"/>
                  </a:cubicBezTo>
                  <a:cubicBezTo>
                    <a:pt x="2" y="2"/>
                    <a:pt x="5" y="3"/>
                    <a:pt x="6" y="4"/>
                  </a:cubicBezTo>
                  <a:cubicBezTo>
                    <a:pt x="8" y="5"/>
                    <a:pt x="10" y="6"/>
                    <a:pt x="12" y="8"/>
                  </a:cubicBezTo>
                  <a:cubicBezTo>
                    <a:pt x="12" y="8"/>
                    <a:pt x="12" y="8"/>
                    <a:pt x="12" y="7"/>
                  </a:cubicBezTo>
                  <a:cubicBezTo>
                    <a:pt x="11" y="7"/>
                    <a:pt x="10" y="7"/>
                    <a:pt x="9" y="7"/>
                  </a:cubicBezTo>
                  <a:cubicBezTo>
                    <a:pt x="8" y="6"/>
                    <a:pt x="7" y="6"/>
                    <a:pt x="6" y="5"/>
                  </a:cubicBezTo>
                  <a:cubicBezTo>
                    <a:pt x="5" y="4"/>
                    <a:pt x="2" y="4"/>
                    <a:pt x="1" y="2"/>
                  </a:cubicBezTo>
                  <a:cubicBezTo>
                    <a:pt x="1" y="2"/>
                    <a:pt x="1" y="2"/>
                    <a:pt x="1" y="2"/>
                  </a:cubicBezTo>
                  <a:cubicBezTo>
                    <a:pt x="3" y="3"/>
                    <a:pt x="4" y="4"/>
                    <a:pt x="6" y="5"/>
                  </a:cubicBezTo>
                  <a:cubicBezTo>
                    <a:pt x="7" y="6"/>
                    <a:pt x="8" y="6"/>
                    <a:pt x="8" y="6"/>
                  </a:cubicBezTo>
                  <a:cubicBezTo>
                    <a:pt x="9" y="7"/>
                    <a:pt x="10" y="7"/>
                    <a:pt x="10" y="8"/>
                  </a:cubicBezTo>
                  <a:cubicBezTo>
                    <a:pt x="10" y="8"/>
                    <a:pt x="10" y="8"/>
                    <a:pt x="10" y="8"/>
                  </a:cubicBezTo>
                  <a:cubicBezTo>
                    <a:pt x="10" y="8"/>
                    <a:pt x="9" y="8"/>
                    <a:pt x="8" y="8"/>
                  </a:cubicBezTo>
                  <a:cubicBezTo>
                    <a:pt x="8" y="7"/>
                    <a:pt x="7" y="7"/>
                    <a:pt x="6" y="7"/>
                  </a:cubicBezTo>
                  <a:cubicBezTo>
                    <a:pt x="6" y="7"/>
                    <a:pt x="5" y="6"/>
                    <a:pt x="4" y="6"/>
                  </a:cubicBezTo>
                  <a:cubicBezTo>
                    <a:pt x="3" y="6"/>
                    <a:pt x="2" y="6"/>
                    <a:pt x="1" y="5"/>
                  </a:cubicBezTo>
                  <a:cubicBezTo>
                    <a:pt x="1" y="5"/>
                    <a:pt x="1" y="6"/>
                    <a:pt x="1" y="6"/>
                  </a:cubicBezTo>
                  <a:cubicBezTo>
                    <a:pt x="2" y="6"/>
                    <a:pt x="3" y="7"/>
                    <a:pt x="4" y="7"/>
                  </a:cubicBezTo>
                  <a:cubicBezTo>
                    <a:pt x="4" y="7"/>
                    <a:pt x="4" y="7"/>
                    <a:pt x="4" y="7"/>
                  </a:cubicBezTo>
                  <a:cubicBezTo>
                    <a:pt x="3" y="6"/>
                    <a:pt x="2" y="6"/>
                    <a:pt x="1" y="5"/>
                  </a:cubicBezTo>
                  <a:cubicBezTo>
                    <a:pt x="1" y="6"/>
                    <a:pt x="1" y="6"/>
                    <a:pt x="1" y="6"/>
                  </a:cubicBezTo>
                  <a:cubicBezTo>
                    <a:pt x="2" y="6"/>
                    <a:pt x="3" y="6"/>
                    <a:pt x="4" y="6"/>
                  </a:cubicBezTo>
                  <a:cubicBezTo>
                    <a:pt x="5" y="7"/>
                    <a:pt x="6" y="7"/>
                    <a:pt x="7" y="7"/>
                  </a:cubicBezTo>
                  <a:cubicBezTo>
                    <a:pt x="8" y="8"/>
                    <a:pt x="9" y="8"/>
                    <a:pt x="10" y="8"/>
                  </a:cubicBezTo>
                  <a:cubicBezTo>
                    <a:pt x="10" y="8"/>
                    <a:pt x="10" y="8"/>
                    <a:pt x="10" y="8"/>
                  </a:cubicBezTo>
                  <a:cubicBezTo>
                    <a:pt x="10" y="7"/>
                    <a:pt x="9" y="7"/>
                    <a:pt x="9" y="6"/>
                  </a:cubicBezTo>
                  <a:cubicBezTo>
                    <a:pt x="8" y="6"/>
                    <a:pt x="7" y="5"/>
                    <a:pt x="7" y="5"/>
                  </a:cubicBezTo>
                  <a:cubicBezTo>
                    <a:pt x="6" y="5"/>
                    <a:pt x="5" y="4"/>
                    <a:pt x="4" y="4"/>
                  </a:cubicBezTo>
                  <a:cubicBezTo>
                    <a:pt x="3" y="3"/>
                    <a:pt x="2" y="3"/>
                    <a:pt x="1" y="2"/>
                  </a:cubicBezTo>
                  <a:cubicBezTo>
                    <a:pt x="1" y="2"/>
                    <a:pt x="0" y="2"/>
                    <a:pt x="1" y="2"/>
                  </a:cubicBezTo>
                  <a:cubicBezTo>
                    <a:pt x="2" y="4"/>
                    <a:pt x="4" y="5"/>
                    <a:pt x="6" y="6"/>
                  </a:cubicBezTo>
                  <a:cubicBezTo>
                    <a:pt x="7" y="6"/>
                    <a:pt x="8" y="7"/>
                    <a:pt x="9" y="7"/>
                  </a:cubicBezTo>
                  <a:cubicBezTo>
                    <a:pt x="10" y="7"/>
                    <a:pt x="11" y="8"/>
                    <a:pt x="12" y="8"/>
                  </a:cubicBezTo>
                  <a:cubicBezTo>
                    <a:pt x="12" y="8"/>
                    <a:pt x="12" y="8"/>
                    <a:pt x="12" y="7"/>
                  </a:cubicBezTo>
                  <a:cubicBezTo>
                    <a:pt x="10" y="6"/>
                    <a:pt x="9" y="5"/>
                    <a:pt x="7" y="4"/>
                  </a:cubicBezTo>
                  <a:cubicBezTo>
                    <a:pt x="5" y="3"/>
                    <a:pt x="3" y="2"/>
                    <a:pt x="0" y="1"/>
                  </a:cubicBezTo>
                  <a:cubicBezTo>
                    <a:pt x="0" y="1"/>
                    <a:pt x="0" y="2"/>
                    <a:pt x="0" y="2"/>
                  </a:cubicBezTo>
                  <a:cubicBezTo>
                    <a:pt x="1" y="2"/>
                    <a:pt x="2" y="3"/>
                    <a:pt x="3" y="3"/>
                  </a:cubicBezTo>
                  <a:cubicBezTo>
                    <a:pt x="4" y="4"/>
                    <a:pt x="5" y="4"/>
                    <a:pt x="6" y="4"/>
                  </a:cubicBezTo>
                  <a:cubicBezTo>
                    <a:pt x="8" y="5"/>
                    <a:pt x="10" y="7"/>
                    <a:pt x="13" y="7"/>
                  </a:cubicBezTo>
                  <a:cubicBezTo>
                    <a:pt x="13" y="7"/>
                    <a:pt x="13" y="7"/>
                    <a:pt x="13" y="7"/>
                  </a:cubicBezTo>
                  <a:cubicBezTo>
                    <a:pt x="12" y="5"/>
                    <a:pt x="10" y="5"/>
                    <a:pt x="9" y="4"/>
                  </a:cubicBezTo>
                  <a:cubicBezTo>
                    <a:pt x="7" y="3"/>
                    <a:pt x="5" y="2"/>
                    <a:pt x="3" y="2"/>
                  </a:cubicBezTo>
                  <a:cubicBezTo>
                    <a:pt x="3" y="2"/>
                    <a:pt x="3" y="2"/>
                    <a:pt x="3" y="2"/>
                  </a:cubicBezTo>
                  <a:cubicBezTo>
                    <a:pt x="5" y="5"/>
                    <a:pt x="9" y="5"/>
                    <a:pt x="12" y="8"/>
                  </a:cubicBezTo>
                  <a:cubicBezTo>
                    <a:pt x="12" y="7"/>
                    <a:pt x="12" y="7"/>
                    <a:pt x="12" y="7"/>
                  </a:cubicBezTo>
                  <a:cubicBezTo>
                    <a:pt x="10" y="6"/>
                    <a:pt x="7" y="5"/>
                    <a:pt x="5" y="5"/>
                  </a:cubicBezTo>
                  <a:cubicBezTo>
                    <a:pt x="5" y="5"/>
                    <a:pt x="5" y="5"/>
                    <a:pt x="5" y="5"/>
                  </a:cubicBezTo>
                  <a:cubicBezTo>
                    <a:pt x="7" y="6"/>
                    <a:pt x="8" y="6"/>
                    <a:pt x="10" y="7"/>
                  </a:cubicBezTo>
                  <a:cubicBezTo>
                    <a:pt x="11" y="7"/>
                    <a:pt x="12" y="8"/>
                    <a:pt x="13" y="8"/>
                  </a:cubicBezTo>
                  <a:cubicBezTo>
                    <a:pt x="13" y="8"/>
                    <a:pt x="14" y="8"/>
                    <a:pt x="15" y="8"/>
                  </a:cubicBezTo>
                  <a:cubicBezTo>
                    <a:pt x="15" y="8"/>
                    <a:pt x="15" y="8"/>
                    <a:pt x="15" y="8"/>
                  </a:cubicBezTo>
                  <a:cubicBezTo>
                    <a:pt x="15" y="7"/>
                    <a:pt x="14" y="6"/>
                    <a:pt x="13" y="6"/>
                  </a:cubicBezTo>
                  <a:cubicBezTo>
                    <a:pt x="12" y="5"/>
                    <a:pt x="11" y="5"/>
                    <a:pt x="10" y="4"/>
                  </a:cubicBezTo>
                  <a:cubicBezTo>
                    <a:pt x="9" y="3"/>
                    <a:pt x="8" y="3"/>
                    <a:pt x="7" y="2"/>
                  </a:cubicBezTo>
                  <a:cubicBezTo>
                    <a:pt x="6" y="2"/>
                    <a:pt x="6" y="2"/>
                    <a:pt x="5" y="1"/>
                  </a:cubicBezTo>
                  <a:cubicBezTo>
                    <a:pt x="5" y="1"/>
                    <a:pt x="4" y="1"/>
                    <a:pt x="4" y="1"/>
                  </a:cubicBezTo>
                  <a:cubicBezTo>
                    <a:pt x="4" y="1"/>
                    <a:pt x="4" y="1"/>
                    <a:pt x="4" y="1"/>
                  </a:cubicBezTo>
                  <a:cubicBezTo>
                    <a:pt x="4" y="2"/>
                    <a:pt x="5" y="3"/>
                    <a:pt x="6" y="3"/>
                  </a:cubicBezTo>
                  <a:cubicBezTo>
                    <a:pt x="7" y="4"/>
                    <a:pt x="8" y="4"/>
                    <a:pt x="9" y="5"/>
                  </a:cubicBezTo>
                  <a:cubicBezTo>
                    <a:pt x="10" y="5"/>
                    <a:pt x="11" y="6"/>
                    <a:pt x="12" y="6"/>
                  </a:cubicBezTo>
                  <a:cubicBezTo>
                    <a:pt x="13" y="7"/>
                    <a:pt x="14" y="7"/>
                    <a:pt x="15" y="7"/>
                  </a:cubicBezTo>
                  <a:cubicBezTo>
                    <a:pt x="15" y="7"/>
                    <a:pt x="15" y="7"/>
                    <a:pt x="15" y="7"/>
                  </a:cubicBezTo>
                  <a:cubicBezTo>
                    <a:pt x="15" y="6"/>
                    <a:pt x="14" y="6"/>
                    <a:pt x="13" y="5"/>
                  </a:cubicBezTo>
                  <a:cubicBezTo>
                    <a:pt x="12" y="5"/>
                    <a:pt x="11" y="4"/>
                    <a:pt x="10" y="4"/>
                  </a:cubicBezTo>
                  <a:cubicBezTo>
                    <a:pt x="9" y="3"/>
                    <a:pt x="8" y="2"/>
                    <a:pt x="7" y="1"/>
                  </a:cubicBezTo>
                  <a:cubicBezTo>
                    <a:pt x="6" y="1"/>
                    <a:pt x="5" y="0"/>
                    <a:pt x="4" y="0"/>
                  </a:cubicBezTo>
                  <a:cubicBezTo>
                    <a:pt x="3" y="0"/>
                    <a:pt x="3" y="0"/>
                    <a:pt x="3" y="0"/>
                  </a:cubicBezTo>
                  <a:cubicBezTo>
                    <a:pt x="5" y="2"/>
                    <a:pt x="7" y="3"/>
                    <a:pt x="9" y="4"/>
                  </a:cubicBezTo>
                  <a:cubicBezTo>
                    <a:pt x="11" y="5"/>
                    <a:pt x="13" y="6"/>
                    <a:pt x="16" y="6"/>
                  </a:cubicBezTo>
                  <a:cubicBezTo>
                    <a:pt x="16" y="6"/>
                    <a:pt x="16" y="6"/>
                    <a:pt x="16" y="6"/>
                  </a:cubicBezTo>
                  <a:cubicBezTo>
                    <a:pt x="14" y="5"/>
                    <a:pt x="12" y="4"/>
                    <a:pt x="10" y="3"/>
                  </a:cubicBezTo>
                  <a:cubicBezTo>
                    <a:pt x="8" y="2"/>
                    <a:pt x="6" y="0"/>
                    <a:pt x="4" y="0"/>
                  </a:cubicBezTo>
                  <a:cubicBezTo>
                    <a:pt x="4" y="0"/>
                    <a:pt x="4" y="0"/>
                    <a:pt x="4" y="0"/>
                  </a:cubicBezTo>
                  <a:cubicBezTo>
                    <a:pt x="8" y="2"/>
                    <a:pt x="12" y="4"/>
                    <a:pt x="15" y="6"/>
                  </a:cubicBezTo>
                  <a:cubicBezTo>
                    <a:pt x="15" y="6"/>
                    <a:pt x="16" y="6"/>
                    <a:pt x="15" y="6"/>
                  </a:cubicBezTo>
                  <a:cubicBezTo>
                    <a:pt x="14" y="5"/>
                    <a:pt x="12" y="4"/>
                    <a:pt x="10" y="3"/>
                  </a:cubicBezTo>
                  <a:cubicBezTo>
                    <a:pt x="8" y="2"/>
                    <a:pt x="6" y="1"/>
                    <a:pt x="4" y="0"/>
                  </a:cubicBezTo>
                  <a:cubicBezTo>
                    <a:pt x="4" y="0"/>
                    <a:pt x="4" y="0"/>
                    <a:pt x="4" y="1"/>
                  </a:cubicBezTo>
                  <a:cubicBezTo>
                    <a:pt x="6" y="2"/>
                    <a:pt x="8" y="3"/>
                    <a:pt x="10" y="4"/>
                  </a:cubicBezTo>
                  <a:cubicBezTo>
                    <a:pt x="13" y="5"/>
                    <a:pt x="15" y="7"/>
                    <a:pt x="17" y="8"/>
                  </a:cubicBezTo>
                  <a:cubicBezTo>
                    <a:pt x="18" y="8"/>
                    <a:pt x="18" y="8"/>
                    <a:pt x="18" y="8"/>
                  </a:cubicBezTo>
                  <a:cubicBezTo>
                    <a:pt x="15" y="6"/>
                    <a:pt x="12" y="4"/>
                    <a:pt x="9" y="3"/>
                  </a:cubicBezTo>
                  <a:cubicBezTo>
                    <a:pt x="9" y="3"/>
                    <a:pt x="9" y="3"/>
                    <a:pt x="9" y="3"/>
                  </a:cubicBezTo>
                  <a:cubicBezTo>
                    <a:pt x="13" y="5"/>
                    <a:pt x="17" y="7"/>
                    <a:pt x="20" y="10"/>
                  </a:cubicBezTo>
                  <a:cubicBezTo>
                    <a:pt x="20" y="10"/>
                    <a:pt x="21" y="10"/>
                    <a:pt x="21" y="10"/>
                  </a:cubicBezTo>
                  <a:cubicBezTo>
                    <a:pt x="19" y="9"/>
                    <a:pt x="17" y="8"/>
                    <a:pt x="15" y="6"/>
                  </a:cubicBezTo>
                  <a:cubicBezTo>
                    <a:pt x="15" y="7"/>
                    <a:pt x="15" y="7"/>
                    <a:pt x="15" y="7"/>
                  </a:cubicBezTo>
                  <a:cubicBezTo>
                    <a:pt x="16" y="7"/>
                    <a:pt x="17" y="8"/>
                    <a:pt x="18" y="8"/>
                  </a:cubicBezTo>
                  <a:cubicBezTo>
                    <a:pt x="19" y="9"/>
                    <a:pt x="20" y="10"/>
                    <a:pt x="21" y="11"/>
                  </a:cubicBezTo>
                  <a:cubicBezTo>
                    <a:pt x="21" y="11"/>
                    <a:pt x="21" y="11"/>
                    <a:pt x="21" y="11"/>
                  </a:cubicBezTo>
                  <a:cubicBezTo>
                    <a:pt x="20" y="10"/>
                    <a:pt x="18" y="9"/>
                    <a:pt x="17" y="8"/>
                  </a:cubicBezTo>
                  <a:cubicBezTo>
                    <a:pt x="17" y="8"/>
                    <a:pt x="17" y="8"/>
                    <a:pt x="17" y="9"/>
                  </a:cubicBezTo>
                  <a:cubicBezTo>
                    <a:pt x="18" y="10"/>
                    <a:pt x="20" y="11"/>
                    <a:pt x="21" y="12"/>
                  </a:cubicBezTo>
                  <a:cubicBezTo>
                    <a:pt x="21" y="12"/>
                    <a:pt x="22" y="12"/>
                    <a:pt x="21" y="12"/>
                  </a:cubicBezTo>
                  <a:cubicBezTo>
                    <a:pt x="21" y="11"/>
                    <a:pt x="20" y="10"/>
                    <a:pt x="19" y="10"/>
                  </a:cubicBezTo>
                  <a:cubicBezTo>
                    <a:pt x="18" y="9"/>
                    <a:pt x="17" y="9"/>
                    <a:pt x="17" y="9"/>
                  </a:cubicBezTo>
                  <a:cubicBezTo>
                    <a:pt x="16" y="9"/>
                    <a:pt x="16" y="9"/>
                    <a:pt x="16" y="9"/>
                  </a:cubicBezTo>
                  <a:cubicBezTo>
                    <a:pt x="18" y="10"/>
                    <a:pt x="19" y="11"/>
                    <a:pt x="20" y="13"/>
                  </a:cubicBezTo>
                  <a:cubicBezTo>
                    <a:pt x="20" y="12"/>
                    <a:pt x="20" y="12"/>
                    <a:pt x="21" y="12"/>
                  </a:cubicBezTo>
                  <a:cubicBezTo>
                    <a:pt x="18" y="11"/>
                    <a:pt x="17" y="10"/>
                    <a:pt x="14" y="9"/>
                  </a:cubicBezTo>
                  <a:cubicBezTo>
                    <a:pt x="14" y="9"/>
                    <a:pt x="14" y="9"/>
                    <a:pt x="14" y="9"/>
                  </a:cubicBezTo>
                  <a:cubicBezTo>
                    <a:pt x="16" y="10"/>
                    <a:pt x="18" y="11"/>
                    <a:pt x="20" y="13"/>
                  </a:cubicBezTo>
                  <a:cubicBezTo>
                    <a:pt x="20" y="13"/>
                    <a:pt x="20" y="13"/>
                    <a:pt x="20" y="13"/>
                  </a:cubicBezTo>
                  <a:cubicBezTo>
                    <a:pt x="19" y="13"/>
                    <a:pt x="17" y="12"/>
                    <a:pt x="16" y="11"/>
                  </a:cubicBezTo>
                  <a:cubicBezTo>
                    <a:pt x="15" y="10"/>
                    <a:pt x="14" y="9"/>
                    <a:pt x="13" y="8"/>
                  </a:cubicBezTo>
                  <a:cubicBezTo>
                    <a:pt x="13" y="8"/>
                    <a:pt x="13" y="9"/>
                    <a:pt x="13" y="9"/>
                  </a:cubicBezTo>
                  <a:cubicBezTo>
                    <a:pt x="15" y="10"/>
                    <a:pt x="17" y="11"/>
                    <a:pt x="19" y="13"/>
                  </a:cubicBezTo>
                  <a:cubicBezTo>
                    <a:pt x="19" y="12"/>
                    <a:pt x="19" y="12"/>
                    <a:pt x="19" y="12"/>
                  </a:cubicBezTo>
                  <a:cubicBezTo>
                    <a:pt x="16" y="11"/>
                    <a:pt x="14" y="9"/>
                    <a:pt x="11" y="8"/>
                  </a:cubicBezTo>
                  <a:cubicBezTo>
                    <a:pt x="11" y="8"/>
                    <a:pt x="10" y="8"/>
                    <a:pt x="11" y="8"/>
                  </a:cubicBezTo>
                  <a:cubicBezTo>
                    <a:pt x="13" y="10"/>
                    <a:pt x="16" y="12"/>
                    <a:pt x="19" y="13"/>
                  </a:cubicBezTo>
                  <a:cubicBezTo>
                    <a:pt x="19" y="13"/>
                    <a:pt x="19" y="13"/>
                    <a:pt x="19" y="13"/>
                  </a:cubicBezTo>
                  <a:cubicBezTo>
                    <a:pt x="15" y="12"/>
                    <a:pt x="13" y="10"/>
                    <a:pt x="10" y="8"/>
                  </a:cubicBezTo>
                  <a:cubicBezTo>
                    <a:pt x="10" y="8"/>
                    <a:pt x="10" y="8"/>
                    <a:pt x="10" y="8"/>
                  </a:cubicBezTo>
                  <a:cubicBezTo>
                    <a:pt x="11" y="9"/>
                    <a:pt x="13" y="10"/>
                    <a:pt x="15" y="11"/>
                  </a:cubicBezTo>
                  <a:cubicBezTo>
                    <a:pt x="16" y="12"/>
                    <a:pt x="17" y="13"/>
                    <a:pt x="19" y="13"/>
                  </a:cubicBezTo>
                  <a:cubicBezTo>
                    <a:pt x="19" y="13"/>
                    <a:pt x="19" y="13"/>
                    <a:pt x="19" y="13"/>
                  </a:cubicBezTo>
                  <a:cubicBezTo>
                    <a:pt x="18" y="12"/>
                    <a:pt x="16" y="11"/>
                    <a:pt x="15" y="11"/>
                  </a:cubicBezTo>
                  <a:cubicBezTo>
                    <a:pt x="14" y="10"/>
                    <a:pt x="13" y="9"/>
                    <a:pt x="12" y="8"/>
                  </a:cubicBezTo>
                  <a:cubicBezTo>
                    <a:pt x="11" y="8"/>
                    <a:pt x="11" y="8"/>
                    <a:pt x="11" y="8"/>
                  </a:cubicBezTo>
                  <a:cubicBezTo>
                    <a:pt x="12" y="9"/>
                    <a:pt x="13" y="10"/>
                    <a:pt x="14" y="10"/>
                  </a:cubicBezTo>
                  <a:cubicBezTo>
                    <a:pt x="14" y="11"/>
                    <a:pt x="15" y="10"/>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4" name="Freeform 38"/>
            <p:cNvSpPr/>
            <p:nvPr/>
          </p:nvSpPr>
          <p:spPr bwMode="auto">
            <a:xfrm>
              <a:off x="2370138" y="3124201"/>
              <a:ext cx="365125" cy="204788"/>
            </a:xfrm>
            <a:custGeom>
              <a:avLst/>
              <a:gdLst>
                <a:gd name="T0" fmla="*/ 9 w 16"/>
                <a:gd name="T1" fmla="*/ 3 h 9"/>
                <a:gd name="T2" fmla="*/ 4 w 16"/>
                <a:gd name="T3" fmla="*/ 2 h 9"/>
                <a:gd name="T4" fmla="*/ 0 w 16"/>
                <a:gd name="T5" fmla="*/ 0 h 9"/>
                <a:gd name="T6" fmla="*/ 8 w 16"/>
                <a:gd name="T7" fmla="*/ 4 h 9"/>
                <a:gd name="T8" fmla="*/ 3 w 16"/>
                <a:gd name="T9" fmla="*/ 0 h 9"/>
                <a:gd name="T10" fmla="*/ 9 w 16"/>
                <a:gd name="T11" fmla="*/ 4 h 9"/>
                <a:gd name="T12" fmla="*/ 7 w 16"/>
                <a:gd name="T13" fmla="*/ 3 h 9"/>
                <a:gd name="T14" fmla="*/ 12 w 16"/>
                <a:gd name="T15" fmla="*/ 8 h 9"/>
                <a:gd name="T16" fmla="*/ 13 w 16"/>
                <a:gd name="T17" fmla="*/ 8 h 9"/>
                <a:gd name="T18" fmla="*/ 14 w 16"/>
                <a:gd name="T19" fmla="*/ 8 h 9"/>
                <a:gd name="T20" fmla="*/ 15 w 16"/>
                <a:gd name="T21" fmla="*/ 8 h 9"/>
                <a:gd name="T22" fmla="*/ 13 w 16"/>
                <a:gd name="T23" fmla="*/ 6 h 9"/>
                <a:gd name="T24" fmla="*/ 13 w 16"/>
                <a:gd name="T25" fmla="*/ 5 h 9"/>
                <a:gd name="T26" fmla="*/ 15 w 16"/>
                <a:gd name="T27" fmla="*/ 7 h 9"/>
                <a:gd name="T28" fmla="*/ 15 w 16"/>
                <a:gd name="T29" fmla="*/ 6 h 9"/>
                <a:gd name="T30" fmla="*/ 13 w 16"/>
                <a:gd name="T31" fmla="*/ 5 h 9"/>
                <a:gd name="T32" fmla="*/ 14 w 16"/>
                <a:gd name="T33" fmla="*/ 6 h 9"/>
                <a:gd name="T34" fmla="*/ 15 w 16"/>
                <a:gd name="T35" fmla="*/ 7 h 9"/>
                <a:gd name="T36" fmla="*/ 15 w 16"/>
                <a:gd name="T37" fmla="*/ 8 h 9"/>
                <a:gd name="T38" fmla="*/ 13 w 16"/>
                <a:gd name="T39" fmla="*/ 7 h 9"/>
                <a:gd name="T40" fmla="*/ 13 w 16"/>
                <a:gd name="T41" fmla="*/ 7 h 9"/>
                <a:gd name="T42" fmla="*/ 13 w 16"/>
                <a:gd name="T43" fmla="*/ 8 h 9"/>
                <a:gd name="T44" fmla="*/ 12 w 16"/>
                <a:gd name="T45" fmla="*/ 9 h 9"/>
                <a:gd name="T46" fmla="*/ 10 w 16"/>
                <a:gd name="T47" fmla="*/ 7 h 9"/>
                <a:gd name="T48" fmla="*/ 14 w 16"/>
                <a:gd name="T49" fmla="*/ 8 h 9"/>
                <a:gd name="T50" fmla="*/ 14 w 16"/>
                <a:gd name="T51" fmla="*/ 9 h 9"/>
                <a:gd name="T52" fmla="*/ 14 w 16"/>
                <a:gd name="T53" fmla="*/ 8 h 9"/>
                <a:gd name="T54" fmla="*/ 12 w 16"/>
                <a:gd name="T55" fmla="*/ 8 h 9"/>
                <a:gd name="T56" fmla="*/ 15 w 16"/>
                <a:gd name="T57" fmla="*/ 7 h 9"/>
                <a:gd name="T58" fmla="*/ 14 w 16"/>
                <a:gd name="T59" fmla="*/ 8 h 9"/>
                <a:gd name="T60" fmla="*/ 12 w 16"/>
                <a:gd name="T61" fmla="*/ 9 h 9"/>
                <a:gd name="T62" fmla="*/ 12 w 16"/>
                <a:gd name="T63" fmla="*/ 9 h 9"/>
                <a:gd name="T64" fmla="*/ 11 w 16"/>
                <a:gd name="T65" fmla="*/ 7 h 9"/>
                <a:gd name="T66" fmla="*/ 13 w 16"/>
                <a:gd name="T67" fmla="*/ 7 h 9"/>
                <a:gd name="T68" fmla="*/ 14 w 16"/>
                <a:gd name="T69" fmla="*/ 8 h 9"/>
                <a:gd name="T70" fmla="*/ 15 w 16"/>
                <a:gd name="T71" fmla="*/ 8 h 9"/>
                <a:gd name="T72" fmla="*/ 14 w 16"/>
                <a:gd name="T73" fmla="*/ 7 h 9"/>
                <a:gd name="T74" fmla="*/ 14 w 16"/>
                <a:gd name="T75" fmla="*/ 6 h 9"/>
                <a:gd name="T76" fmla="*/ 16 w 16"/>
                <a:gd name="T77" fmla="*/ 6 h 9"/>
                <a:gd name="T78" fmla="*/ 15 w 16"/>
                <a:gd name="T79" fmla="*/ 6 h 9"/>
                <a:gd name="T80" fmla="*/ 14 w 16"/>
                <a:gd name="T81" fmla="*/ 5 h 9"/>
                <a:gd name="T82" fmla="*/ 13 w 16"/>
                <a:gd name="T83" fmla="*/ 5 h 9"/>
                <a:gd name="T84" fmla="*/ 15 w 16"/>
                <a:gd name="T85" fmla="*/ 6 h 9"/>
                <a:gd name="T86" fmla="*/ 14 w 16"/>
                <a:gd name="T87" fmla="*/ 7 h 9"/>
                <a:gd name="T88" fmla="*/ 14 w 16"/>
                <a:gd name="T89" fmla="*/ 8 h 9"/>
                <a:gd name="T90" fmla="*/ 13 w 16"/>
                <a:gd name="T91" fmla="*/ 8 h 9"/>
                <a:gd name="T92" fmla="*/ 14 w 16"/>
                <a:gd name="T93" fmla="*/ 8 h 9"/>
                <a:gd name="T94" fmla="*/ 12 w 16"/>
                <a:gd name="T95" fmla="*/ 7 h 9"/>
                <a:gd name="T96" fmla="*/ 7 w 16"/>
                <a:gd name="T97" fmla="*/ 3 h 9"/>
                <a:gd name="T98" fmla="*/ 10 w 16"/>
                <a:gd name="T99" fmla="*/ 4 h 9"/>
                <a:gd name="T100" fmla="*/ 3 w 16"/>
                <a:gd name="T101" fmla="*/ 0 h 9"/>
                <a:gd name="T102" fmla="*/ 8 w 16"/>
                <a:gd name="T103" fmla="*/ 4 h 9"/>
                <a:gd name="T104" fmla="*/ 0 w 16"/>
                <a:gd name="T105" fmla="*/ 0 h 9"/>
                <a:gd name="T106" fmla="*/ 5 w 16"/>
                <a:gd name="T107" fmla="*/ 2 h 9"/>
                <a:gd name="T108" fmla="*/ 2 w 16"/>
                <a:gd name="T109" fmla="*/ 0 h 9"/>
                <a:gd name="T110" fmla="*/ 4 w 16"/>
                <a:gd name="T111"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 h="9">
                  <a:moveTo>
                    <a:pt x="4" y="1"/>
                  </a:moveTo>
                  <a:cubicBezTo>
                    <a:pt x="6" y="2"/>
                    <a:pt x="7" y="2"/>
                    <a:pt x="8" y="3"/>
                  </a:cubicBezTo>
                  <a:cubicBezTo>
                    <a:pt x="9" y="3"/>
                    <a:pt x="9" y="3"/>
                    <a:pt x="9" y="3"/>
                  </a:cubicBezTo>
                  <a:cubicBezTo>
                    <a:pt x="6" y="2"/>
                    <a:pt x="4" y="0"/>
                    <a:pt x="2" y="0"/>
                  </a:cubicBezTo>
                  <a:cubicBezTo>
                    <a:pt x="2" y="0"/>
                    <a:pt x="1" y="0"/>
                    <a:pt x="1" y="0"/>
                  </a:cubicBezTo>
                  <a:cubicBezTo>
                    <a:pt x="2" y="1"/>
                    <a:pt x="3" y="2"/>
                    <a:pt x="4" y="2"/>
                  </a:cubicBezTo>
                  <a:cubicBezTo>
                    <a:pt x="5" y="3"/>
                    <a:pt x="6" y="3"/>
                    <a:pt x="8" y="4"/>
                  </a:cubicBezTo>
                  <a:cubicBezTo>
                    <a:pt x="8" y="4"/>
                    <a:pt x="8" y="4"/>
                    <a:pt x="8" y="4"/>
                  </a:cubicBezTo>
                  <a:cubicBezTo>
                    <a:pt x="5" y="4"/>
                    <a:pt x="3" y="1"/>
                    <a:pt x="0" y="0"/>
                  </a:cubicBezTo>
                  <a:cubicBezTo>
                    <a:pt x="0" y="0"/>
                    <a:pt x="0" y="0"/>
                    <a:pt x="0" y="0"/>
                  </a:cubicBezTo>
                  <a:cubicBezTo>
                    <a:pt x="2" y="0"/>
                    <a:pt x="3" y="1"/>
                    <a:pt x="4" y="2"/>
                  </a:cubicBezTo>
                  <a:cubicBezTo>
                    <a:pt x="5" y="3"/>
                    <a:pt x="6" y="3"/>
                    <a:pt x="8" y="4"/>
                  </a:cubicBezTo>
                  <a:cubicBezTo>
                    <a:pt x="8" y="4"/>
                    <a:pt x="8" y="4"/>
                    <a:pt x="8" y="4"/>
                  </a:cubicBezTo>
                  <a:cubicBezTo>
                    <a:pt x="7" y="3"/>
                    <a:pt x="6" y="3"/>
                    <a:pt x="5" y="2"/>
                  </a:cubicBezTo>
                  <a:cubicBezTo>
                    <a:pt x="4" y="2"/>
                    <a:pt x="3" y="1"/>
                    <a:pt x="3" y="0"/>
                  </a:cubicBezTo>
                  <a:cubicBezTo>
                    <a:pt x="3" y="0"/>
                    <a:pt x="3" y="0"/>
                    <a:pt x="3" y="0"/>
                  </a:cubicBezTo>
                  <a:cubicBezTo>
                    <a:pt x="4" y="0"/>
                    <a:pt x="5" y="1"/>
                    <a:pt x="6" y="2"/>
                  </a:cubicBezTo>
                  <a:cubicBezTo>
                    <a:pt x="8" y="2"/>
                    <a:pt x="9" y="3"/>
                    <a:pt x="9" y="4"/>
                  </a:cubicBezTo>
                  <a:cubicBezTo>
                    <a:pt x="9" y="4"/>
                    <a:pt x="10" y="4"/>
                    <a:pt x="10" y="4"/>
                  </a:cubicBezTo>
                  <a:cubicBezTo>
                    <a:pt x="9" y="4"/>
                    <a:pt x="8" y="4"/>
                    <a:pt x="7" y="3"/>
                  </a:cubicBezTo>
                  <a:cubicBezTo>
                    <a:pt x="7" y="3"/>
                    <a:pt x="7" y="3"/>
                    <a:pt x="7" y="3"/>
                  </a:cubicBezTo>
                  <a:cubicBezTo>
                    <a:pt x="9" y="4"/>
                    <a:pt x="10" y="5"/>
                    <a:pt x="11" y="6"/>
                  </a:cubicBezTo>
                  <a:cubicBezTo>
                    <a:pt x="12" y="6"/>
                    <a:pt x="12" y="7"/>
                    <a:pt x="12" y="7"/>
                  </a:cubicBezTo>
                  <a:cubicBezTo>
                    <a:pt x="12" y="7"/>
                    <a:pt x="12" y="7"/>
                    <a:pt x="12" y="8"/>
                  </a:cubicBezTo>
                  <a:cubicBezTo>
                    <a:pt x="12" y="8"/>
                    <a:pt x="13" y="8"/>
                    <a:pt x="14" y="8"/>
                  </a:cubicBezTo>
                  <a:cubicBezTo>
                    <a:pt x="14" y="8"/>
                    <a:pt x="14" y="8"/>
                    <a:pt x="14" y="8"/>
                  </a:cubicBezTo>
                  <a:cubicBezTo>
                    <a:pt x="13" y="8"/>
                    <a:pt x="13" y="8"/>
                    <a:pt x="13" y="8"/>
                  </a:cubicBezTo>
                  <a:cubicBezTo>
                    <a:pt x="13" y="9"/>
                    <a:pt x="13" y="9"/>
                    <a:pt x="13" y="9"/>
                  </a:cubicBezTo>
                  <a:cubicBezTo>
                    <a:pt x="14" y="9"/>
                    <a:pt x="14" y="8"/>
                    <a:pt x="14" y="8"/>
                  </a:cubicBezTo>
                  <a:cubicBezTo>
                    <a:pt x="14" y="8"/>
                    <a:pt x="14" y="8"/>
                    <a:pt x="14" y="8"/>
                  </a:cubicBezTo>
                  <a:cubicBezTo>
                    <a:pt x="14" y="8"/>
                    <a:pt x="14" y="8"/>
                    <a:pt x="14" y="8"/>
                  </a:cubicBezTo>
                  <a:cubicBezTo>
                    <a:pt x="14" y="8"/>
                    <a:pt x="14" y="8"/>
                    <a:pt x="14" y="8"/>
                  </a:cubicBezTo>
                  <a:cubicBezTo>
                    <a:pt x="14" y="8"/>
                    <a:pt x="14" y="8"/>
                    <a:pt x="15" y="8"/>
                  </a:cubicBezTo>
                  <a:cubicBezTo>
                    <a:pt x="15" y="7"/>
                    <a:pt x="15" y="7"/>
                    <a:pt x="15" y="7"/>
                  </a:cubicBezTo>
                  <a:cubicBezTo>
                    <a:pt x="14" y="7"/>
                    <a:pt x="14" y="6"/>
                    <a:pt x="13" y="6"/>
                  </a:cubicBezTo>
                  <a:cubicBezTo>
                    <a:pt x="13" y="6"/>
                    <a:pt x="13" y="6"/>
                    <a:pt x="13" y="6"/>
                  </a:cubicBezTo>
                  <a:cubicBezTo>
                    <a:pt x="14" y="6"/>
                    <a:pt x="14" y="7"/>
                    <a:pt x="15" y="7"/>
                  </a:cubicBezTo>
                  <a:cubicBezTo>
                    <a:pt x="15" y="7"/>
                    <a:pt x="15" y="7"/>
                    <a:pt x="15" y="7"/>
                  </a:cubicBezTo>
                  <a:cubicBezTo>
                    <a:pt x="15" y="6"/>
                    <a:pt x="14" y="5"/>
                    <a:pt x="13" y="5"/>
                  </a:cubicBezTo>
                  <a:cubicBezTo>
                    <a:pt x="13" y="5"/>
                    <a:pt x="13" y="5"/>
                    <a:pt x="13" y="5"/>
                  </a:cubicBezTo>
                  <a:cubicBezTo>
                    <a:pt x="14" y="6"/>
                    <a:pt x="15" y="6"/>
                    <a:pt x="15" y="7"/>
                  </a:cubicBezTo>
                  <a:cubicBezTo>
                    <a:pt x="15" y="7"/>
                    <a:pt x="16" y="7"/>
                    <a:pt x="15" y="7"/>
                  </a:cubicBezTo>
                  <a:cubicBezTo>
                    <a:pt x="15" y="6"/>
                    <a:pt x="15" y="6"/>
                    <a:pt x="15" y="5"/>
                  </a:cubicBezTo>
                  <a:cubicBezTo>
                    <a:pt x="15" y="5"/>
                    <a:pt x="14" y="5"/>
                    <a:pt x="14" y="6"/>
                  </a:cubicBezTo>
                  <a:cubicBezTo>
                    <a:pt x="15" y="6"/>
                    <a:pt x="15" y="6"/>
                    <a:pt x="15" y="6"/>
                  </a:cubicBezTo>
                  <a:cubicBezTo>
                    <a:pt x="15" y="6"/>
                    <a:pt x="15" y="6"/>
                    <a:pt x="16" y="6"/>
                  </a:cubicBezTo>
                  <a:cubicBezTo>
                    <a:pt x="15" y="5"/>
                    <a:pt x="14" y="5"/>
                    <a:pt x="14" y="4"/>
                  </a:cubicBezTo>
                  <a:cubicBezTo>
                    <a:pt x="13" y="5"/>
                    <a:pt x="13" y="5"/>
                    <a:pt x="13" y="5"/>
                  </a:cubicBezTo>
                  <a:cubicBezTo>
                    <a:pt x="14" y="5"/>
                    <a:pt x="15" y="6"/>
                    <a:pt x="15" y="7"/>
                  </a:cubicBezTo>
                  <a:cubicBezTo>
                    <a:pt x="15" y="7"/>
                    <a:pt x="15" y="6"/>
                    <a:pt x="15" y="6"/>
                  </a:cubicBezTo>
                  <a:cubicBezTo>
                    <a:pt x="15" y="6"/>
                    <a:pt x="15" y="6"/>
                    <a:pt x="14" y="6"/>
                  </a:cubicBezTo>
                  <a:cubicBezTo>
                    <a:pt x="14" y="6"/>
                    <a:pt x="14" y="6"/>
                    <a:pt x="14" y="6"/>
                  </a:cubicBezTo>
                  <a:cubicBezTo>
                    <a:pt x="15" y="6"/>
                    <a:pt x="15" y="7"/>
                    <a:pt x="15" y="7"/>
                  </a:cubicBezTo>
                  <a:cubicBezTo>
                    <a:pt x="15" y="7"/>
                    <a:pt x="15" y="7"/>
                    <a:pt x="15" y="7"/>
                  </a:cubicBezTo>
                  <a:cubicBezTo>
                    <a:pt x="15" y="7"/>
                    <a:pt x="15" y="7"/>
                    <a:pt x="14" y="6"/>
                  </a:cubicBezTo>
                  <a:cubicBezTo>
                    <a:pt x="14" y="6"/>
                    <a:pt x="14" y="6"/>
                    <a:pt x="14" y="7"/>
                  </a:cubicBezTo>
                  <a:cubicBezTo>
                    <a:pt x="14" y="7"/>
                    <a:pt x="14" y="7"/>
                    <a:pt x="15" y="8"/>
                  </a:cubicBezTo>
                  <a:cubicBezTo>
                    <a:pt x="15" y="7"/>
                    <a:pt x="15" y="7"/>
                    <a:pt x="15" y="7"/>
                  </a:cubicBezTo>
                  <a:cubicBezTo>
                    <a:pt x="14" y="7"/>
                    <a:pt x="14" y="7"/>
                    <a:pt x="14" y="7"/>
                  </a:cubicBezTo>
                  <a:cubicBezTo>
                    <a:pt x="13" y="7"/>
                    <a:pt x="13" y="7"/>
                    <a:pt x="13" y="7"/>
                  </a:cubicBezTo>
                  <a:cubicBezTo>
                    <a:pt x="14" y="7"/>
                    <a:pt x="14" y="8"/>
                    <a:pt x="14" y="8"/>
                  </a:cubicBezTo>
                  <a:cubicBezTo>
                    <a:pt x="14" y="8"/>
                    <a:pt x="14" y="8"/>
                    <a:pt x="14" y="8"/>
                  </a:cubicBezTo>
                  <a:cubicBezTo>
                    <a:pt x="14" y="8"/>
                    <a:pt x="13" y="8"/>
                    <a:pt x="13" y="7"/>
                  </a:cubicBezTo>
                  <a:cubicBezTo>
                    <a:pt x="13" y="7"/>
                    <a:pt x="13" y="7"/>
                    <a:pt x="13" y="8"/>
                  </a:cubicBezTo>
                  <a:cubicBezTo>
                    <a:pt x="13" y="8"/>
                    <a:pt x="13" y="8"/>
                    <a:pt x="13" y="8"/>
                  </a:cubicBezTo>
                  <a:cubicBezTo>
                    <a:pt x="13" y="8"/>
                    <a:pt x="13" y="8"/>
                    <a:pt x="13" y="8"/>
                  </a:cubicBezTo>
                  <a:cubicBezTo>
                    <a:pt x="13" y="8"/>
                    <a:pt x="12" y="8"/>
                    <a:pt x="11" y="7"/>
                  </a:cubicBezTo>
                  <a:cubicBezTo>
                    <a:pt x="11" y="7"/>
                    <a:pt x="11" y="7"/>
                    <a:pt x="11" y="7"/>
                  </a:cubicBezTo>
                  <a:cubicBezTo>
                    <a:pt x="12" y="8"/>
                    <a:pt x="12" y="8"/>
                    <a:pt x="12" y="9"/>
                  </a:cubicBezTo>
                  <a:cubicBezTo>
                    <a:pt x="12" y="8"/>
                    <a:pt x="12" y="8"/>
                    <a:pt x="12" y="8"/>
                  </a:cubicBezTo>
                  <a:cubicBezTo>
                    <a:pt x="12" y="8"/>
                    <a:pt x="11" y="8"/>
                    <a:pt x="11" y="7"/>
                  </a:cubicBezTo>
                  <a:cubicBezTo>
                    <a:pt x="10" y="7"/>
                    <a:pt x="10" y="7"/>
                    <a:pt x="10" y="7"/>
                  </a:cubicBezTo>
                  <a:cubicBezTo>
                    <a:pt x="11" y="8"/>
                    <a:pt x="11" y="9"/>
                    <a:pt x="12" y="9"/>
                  </a:cubicBezTo>
                  <a:cubicBezTo>
                    <a:pt x="12" y="9"/>
                    <a:pt x="12" y="9"/>
                    <a:pt x="12" y="9"/>
                  </a:cubicBezTo>
                  <a:cubicBezTo>
                    <a:pt x="13" y="9"/>
                    <a:pt x="13" y="8"/>
                    <a:pt x="14" y="8"/>
                  </a:cubicBezTo>
                  <a:cubicBezTo>
                    <a:pt x="14" y="8"/>
                    <a:pt x="14" y="8"/>
                    <a:pt x="14" y="8"/>
                  </a:cubicBezTo>
                  <a:cubicBezTo>
                    <a:pt x="14" y="8"/>
                    <a:pt x="13" y="9"/>
                    <a:pt x="13" y="9"/>
                  </a:cubicBezTo>
                  <a:cubicBezTo>
                    <a:pt x="13" y="9"/>
                    <a:pt x="14" y="9"/>
                    <a:pt x="14" y="9"/>
                  </a:cubicBezTo>
                  <a:cubicBezTo>
                    <a:pt x="14" y="9"/>
                    <a:pt x="15" y="8"/>
                    <a:pt x="15" y="7"/>
                  </a:cubicBezTo>
                  <a:cubicBezTo>
                    <a:pt x="15" y="7"/>
                    <a:pt x="15" y="7"/>
                    <a:pt x="15" y="7"/>
                  </a:cubicBezTo>
                  <a:cubicBezTo>
                    <a:pt x="14" y="7"/>
                    <a:pt x="14" y="8"/>
                    <a:pt x="14" y="8"/>
                  </a:cubicBezTo>
                  <a:cubicBezTo>
                    <a:pt x="13" y="8"/>
                    <a:pt x="13" y="8"/>
                    <a:pt x="13" y="8"/>
                  </a:cubicBezTo>
                  <a:cubicBezTo>
                    <a:pt x="13" y="8"/>
                    <a:pt x="12" y="8"/>
                    <a:pt x="12" y="8"/>
                  </a:cubicBezTo>
                  <a:cubicBezTo>
                    <a:pt x="12" y="8"/>
                    <a:pt x="12" y="8"/>
                    <a:pt x="12" y="8"/>
                  </a:cubicBezTo>
                  <a:cubicBezTo>
                    <a:pt x="12" y="9"/>
                    <a:pt x="13" y="9"/>
                    <a:pt x="13" y="9"/>
                  </a:cubicBezTo>
                  <a:cubicBezTo>
                    <a:pt x="14" y="8"/>
                    <a:pt x="14" y="8"/>
                    <a:pt x="15" y="7"/>
                  </a:cubicBezTo>
                  <a:cubicBezTo>
                    <a:pt x="15" y="7"/>
                    <a:pt x="15" y="7"/>
                    <a:pt x="15" y="7"/>
                  </a:cubicBezTo>
                  <a:cubicBezTo>
                    <a:pt x="14" y="8"/>
                    <a:pt x="14" y="8"/>
                    <a:pt x="13" y="9"/>
                  </a:cubicBezTo>
                  <a:cubicBezTo>
                    <a:pt x="13" y="9"/>
                    <a:pt x="14" y="9"/>
                    <a:pt x="14" y="9"/>
                  </a:cubicBezTo>
                  <a:cubicBezTo>
                    <a:pt x="14" y="9"/>
                    <a:pt x="14" y="8"/>
                    <a:pt x="14" y="8"/>
                  </a:cubicBezTo>
                  <a:cubicBezTo>
                    <a:pt x="14" y="8"/>
                    <a:pt x="14" y="8"/>
                    <a:pt x="14" y="8"/>
                  </a:cubicBezTo>
                  <a:cubicBezTo>
                    <a:pt x="13" y="8"/>
                    <a:pt x="12" y="8"/>
                    <a:pt x="12" y="9"/>
                  </a:cubicBezTo>
                  <a:cubicBezTo>
                    <a:pt x="12" y="9"/>
                    <a:pt x="12" y="9"/>
                    <a:pt x="12" y="9"/>
                  </a:cubicBezTo>
                  <a:cubicBezTo>
                    <a:pt x="12" y="8"/>
                    <a:pt x="11" y="8"/>
                    <a:pt x="11" y="7"/>
                  </a:cubicBezTo>
                  <a:cubicBezTo>
                    <a:pt x="11" y="7"/>
                    <a:pt x="10" y="7"/>
                    <a:pt x="10" y="7"/>
                  </a:cubicBezTo>
                  <a:cubicBezTo>
                    <a:pt x="11" y="8"/>
                    <a:pt x="12" y="8"/>
                    <a:pt x="12" y="9"/>
                  </a:cubicBezTo>
                  <a:cubicBezTo>
                    <a:pt x="12" y="9"/>
                    <a:pt x="13" y="8"/>
                    <a:pt x="12" y="8"/>
                  </a:cubicBezTo>
                  <a:cubicBezTo>
                    <a:pt x="12" y="8"/>
                    <a:pt x="12" y="8"/>
                    <a:pt x="12" y="7"/>
                  </a:cubicBezTo>
                  <a:cubicBezTo>
                    <a:pt x="11" y="7"/>
                    <a:pt x="11" y="7"/>
                    <a:pt x="11" y="7"/>
                  </a:cubicBezTo>
                  <a:cubicBezTo>
                    <a:pt x="12" y="8"/>
                    <a:pt x="12" y="8"/>
                    <a:pt x="13" y="9"/>
                  </a:cubicBezTo>
                  <a:cubicBezTo>
                    <a:pt x="13" y="9"/>
                    <a:pt x="13" y="8"/>
                    <a:pt x="13" y="8"/>
                  </a:cubicBezTo>
                  <a:cubicBezTo>
                    <a:pt x="13" y="8"/>
                    <a:pt x="13" y="8"/>
                    <a:pt x="13" y="7"/>
                  </a:cubicBezTo>
                  <a:cubicBezTo>
                    <a:pt x="13" y="7"/>
                    <a:pt x="13" y="7"/>
                    <a:pt x="13" y="8"/>
                  </a:cubicBezTo>
                  <a:cubicBezTo>
                    <a:pt x="13" y="8"/>
                    <a:pt x="14" y="8"/>
                    <a:pt x="14" y="8"/>
                  </a:cubicBezTo>
                  <a:cubicBezTo>
                    <a:pt x="14" y="8"/>
                    <a:pt x="14" y="8"/>
                    <a:pt x="14" y="8"/>
                  </a:cubicBezTo>
                  <a:cubicBezTo>
                    <a:pt x="14" y="7"/>
                    <a:pt x="14" y="7"/>
                    <a:pt x="14" y="7"/>
                  </a:cubicBezTo>
                  <a:cubicBezTo>
                    <a:pt x="14" y="7"/>
                    <a:pt x="13" y="7"/>
                    <a:pt x="13" y="7"/>
                  </a:cubicBezTo>
                  <a:cubicBezTo>
                    <a:pt x="14" y="7"/>
                    <a:pt x="14" y="8"/>
                    <a:pt x="15" y="8"/>
                  </a:cubicBezTo>
                  <a:cubicBezTo>
                    <a:pt x="15" y="8"/>
                    <a:pt x="15" y="7"/>
                    <a:pt x="15" y="7"/>
                  </a:cubicBezTo>
                  <a:cubicBezTo>
                    <a:pt x="15" y="7"/>
                    <a:pt x="15" y="7"/>
                    <a:pt x="14" y="6"/>
                  </a:cubicBezTo>
                  <a:cubicBezTo>
                    <a:pt x="14" y="6"/>
                    <a:pt x="14" y="7"/>
                    <a:pt x="14" y="7"/>
                  </a:cubicBezTo>
                  <a:cubicBezTo>
                    <a:pt x="14" y="7"/>
                    <a:pt x="15" y="7"/>
                    <a:pt x="15" y="7"/>
                  </a:cubicBezTo>
                  <a:cubicBezTo>
                    <a:pt x="15" y="7"/>
                    <a:pt x="16" y="7"/>
                    <a:pt x="15" y="7"/>
                  </a:cubicBezTo>
                  <a:cubicBezTo>
                    <a:pt x="15" y="7"/>
                    <a:pt x="15" y="6"/>
                    <a:pt x="14" y="6"/>
                  </a:cubicBezTo>
                  <a:cubicBezTo>
                    <a:pt x="14" y="6"/>
                    <a:pt x="14" y="6"/>
                    <a:pt x="14" y="6"/>
                  </a:cubicBezTo>
                  <a:cubicBezTo>
                    <a:pt x="14" y="6"/>
                    <a:pt x="15" y="7"/>
                    <a:pt x="15" y="7"/>
                  </a:cubicBezTo>
                  <a:cubicBezTo>
                    <a:pt x="16" y="7"/>
                    <a:pt x="16" y="7"/>
                    <a:pt x="16" y="6"/>
                  </a:cubicBezTo>
                  <a:cubicBezTo>
                    <a:pt x="15" y="6"/>
                    <a:pt x="14" y="5"/>
                    <a:pt x="14" y="4"/>
                  </a:cubicBezTo>
                  <a:cubicBezTo>
                    <a:pt x="13" y="4"/>
                    <a:pt x="13" y="5"/>
                    <a:pt x="13" y="5"/>
                  </a:cubicBezTo>
                  <a:cubicBezTo>
                    <a:pt x="14" y="5"/>
                    <a:pt x="15" y="6"/>
                    <a:pt x="15" y="6"/>
                  </a:cubicBezTo>
                  <a:cubicBezTo>
                    <a:pt x="16" y="6"/>
                    <a:pt x="16" y="6"/>
                    <a:pt x="16" y="6"/>
                  </a:cubicBezTo>
                  <a:cubicBezTo>
                    <a:pt x="15" y="5"/>
                    <a:pt x="15" y="5"/>
                    <a:pt x="14" y="5"/>
                  </a:cubicBezTo>
                  <a:cubicBezTo>
                    <a:pt x="14" y="5"/>
                    <a:pt x="14" y="5"/>
                    <a:pt x="14" y="5"/>
                  </a:cubicBezTo>
                  <a:cubicBezTo>
                    <a:pt x="15" y="6"/>
                    <a:pt x="15" y="6"/>
                    <a:pt x="15" y="7"/>
                  </a:cubicBezTo>
                  <a:cubicBezTo>
                    <a:pt x="15" y="7"/>
                    <a:pt x="15" y="7"/>
                    <a:pt x="15" y="7"/>
                  </a:cubicBezTo>
                  <a:cubicBezTo>
                    <a:pt x="15" y="6"/>
                    <a:pt x="14" y="5"/>
                    <a:pt x="13" y="5"/>
                  </a:cubicBezTo>
                  <a:cubicBezTo>
                    <a:pt x="13" y="5"/>
                    <a:pt x="13" y="5"/>
                    <a:pt x="13" y="5"/>
                  </a:cubicBezTo>
                  <a:cubicBezTo>
                    <a:pt x="14" y="6"/>
                    <a:pt x="14" y="6"/>
                    <a:pt x="15" y="7"/>
                  </a:cubicBezTo>
                  <a:cubicBezTo>
                    <a:pt x="15" y="7"/>
                    <a:pt x="15" y="7"/>
                    <a:pt x="15" y="6"/>
                  </a:cubicBezTo>
                  <a:cubicBezTo>
                    <a:pt x="14" y="6"/>
                    <a:pt x="14" y="6"/>
                    <a:pt x="13" y="6"/>
                  </a:cubicBezTo>
                  <a:cubicBezTo>
                    <a:pt x="13" y="6"/>
                    <a:pt x="13" y="6"/>
                    <a:pt x="13" y="6"/>
                  </a:cubicBezTo>
                  <a:cubicBezTo>
                    <a:pt x="13" y="7"/>
                    <a:pt x="14" y="7"/>
                    <a:pt x="14" y="7"/>
                  </a:cubicBezTo>
                  <a:cubicBezTo>
                    <a:pt x="14" y="7"/>
                    <a:pt x="14" y="7"/>
                    <a:pt x="14" y="7"/>
                  </a:cubicBezTo>
                  <a:cubicBezTo>
                    <a:pt x="14" y="7"/>
                    <a:pt x="14" y="8"/>
                    <a:pt x="14" y="8"/>
                  </a:cubicBezTo>
                  <a:cubicBezTo>
                    <a:pt x="14" y="8"/>
                    <a:pt x="14" y="8"/>
                    <a:pt x="14" y="8"/>
                  </a:cubicBezTo>
                  <a:cubicBezTo>
                    <a:pt x="14" y="8"/>
                    <a:pt x="14" y="8"/>
                    <a:pt x="14" y="8"/>
                  </a:cubicBezTo>
                  <a:cubicBezTo>
                    <a:pt x="14" y="8"/>
                    <a:pt x="14" y="8"/>
                    <a:pt x="14" y="8"/>
                  </a:cubicBezTo>
                  <a:cubicBezTo>
                    <a:pt x="14" y="8"/>
                    <a:pt x="14" y="8"/>
                    <a:pt x="13" y="8"/>
                  </a:cubicBezTo>
                  <a:cubicBezTo>
                    <a:pt x="13" y="8"/>
                    <a:pt x="13" y="9"/>
                    <a:pt x="13" y="9"/>
                  </a:cubicBezTo>
                  <a:cubicBezTo>
                    <a:pt x="14" y="9"/>
                    <a:pt x="14" y="8"/>
                    <a:pt x="14" y="8"/>
                  </a:cubicBezTo>
                  <a:cubicBezTo>
                    <a:pt x="14" y="8"/>
                    <a:pt x="14" y="8"/>
                    <a:pt x="14" y="8"/>
                  </a:cubicBezTo>
                  <a:cubicBezTo>
                    <a:pt x="13" y="8"/>
                    <a:pt x="13" y="8"/>
                    <a:pt x="13" y="8"/>
                  </a:cubicBezTo>
                  <a:cubicBezTo>
                    <a:pt x="13" y="8"/>
                    <a:pt x="12" y="7"/>
                    <a:pt x="12" y="7"/>
                  </a:cubicBezTo>
                  <a:cubicBezTo>
                    <a:pt x="12" y="7"/>
                    <a:pt x="12" y="7"/>
                    <a:pt x="12" y="7"/>
                  </a:cubicBezTo>
                  <a:cubicBezTo>
                    <a:pt x="12" y="7"/>
                    <a:pt x="12" y="6"/>
                    <a:pt x="12" y="6"/>
                  </a:cubicBezTo>
                  <a:cubicBezTo>
                    <a:pt x="12" y="6"/>
                    <a:pt x="12" y="6"/>
                    <a:pt x="11" y="5"/>
                  </a:cubicBezTo>
                  <a:cubicBezTo>
                    <a:pt x="10" y="4"/>
                    <a:pt x="9" y="3"/>
                    <a:pt x="7" y="3"/>
                  </a:cubicBezTo>
                  <a:cubicBezTo>
                    <a:pt x="7" y="3"/>
                    <a:pt x="7" y="3"/>
                    <a:pt x="7" y="3"/>
                  </a:cubicBezTo>
                  <a:cubicBezTo>
                    <a:pt x="8" y="4"/>
                    <a:pt x="9" y="4"/>
                    <a:pt x="10" y="4"/>
                  </a:cubicBezTo>
                  <a:cubicBezTo>
                    <a:pt x="10" y="4"/>
                    <a:pt x="10" y="4"/>
                    <a:pt x="10" y="4"/>
                  </a:cubicBezTo>
                  <a:cubicBezTo>
                    <a:pt x="9" y="3"/>
                    <a:pt x="8" y="2"/>
                    <a:pt x="6" y="1"/>
                  </a:cubicBezTo>
                  <a:cubicBezTo>
                    <a:pt x="5" y="1"/>
                    <a:pt x="4" y="0"/>
                    <a:pt x="3" y="0"/>
                  </a:cubicBezTo>
                  <a:cubicBezTo>
                    <a:pt x="3" y="0"/>
                    <a:pt x="3" y="0"/>
                    <a:pt x="3" y="0"/>
                  </a:cubicBezTo>
                  <a:cubicBezTo>
                    <a:pt x="3" y="1"/>
                    <a:pt x="4" y="2"/>
                    <a:pt x="5" y="3"/>
                  </a:cubicBezTo>
                  <a:cubicBezTo>
                    <a:pt x="6" y="3"/>
                    <a:pt x="7" y="4"/>
                    <a:pt x="8" y="4"/>
                  </a:cubicBezTo>
                  <a:cubicBezTo>
                    <a:pt x="8" y="4"/>
                    <a:pt x="8" y="4"/>
                    <a:pt x="8" y="4"/>
                  </a:cubicBezTo>
                  <a:cubicBezTo>
                    <a:pt x="6" y="3"/>
                    <a:pt x="5" y="2"/>
                    <a:pt x="4" y="1"/>
                  </a:cubicBezTo>
                  <a:cubicBezTo>
                    <a:pt x="3" y="1"/>
                    <a:pt x="1" y="0"/>
                    <a:pt x="0" y="0"/>
                  </a:cubicBezTo>
                  <a:cubicBezTo>
                    <a:pt x="0" y="0"/>
                    <a:pt x="0" y="0"/>
                    <a:pt x="0" y="0"/>
                  </a:cubicBezTo>
                  <a:cubicBezTo>
                    <a:pt x="3" y="1"/>
                    <a:pt x="5" y="4"/>
                    <a:pt x="8" y="4"/>
                  </a:cubicBezTo>
                  <a:cubicBezTo>
                    <a:pt x="8" y="4"/>
                    <a:pt x="8" y="4"/>
                    <a:pt x="8" y="4"/>
                  </a:cubicBezTo>
                  <a:cubicBezTo>
                    <a:pt x="7" y="3"/>
                    <a:pt x="6" y="3"/>
                    <a:pt x="5" y="2"/>
                  </a:cubicBezTo>
                  <a:cubicBezTo>
                    <a:pt x="4" y="2"/>
                    <a:pt x="3" y="2"/>
                    <a:pt x="3" y="1"/>
                  </a:cubicBezTo>
                  <a:cubicBezTo>
                    <a:pt x="2" y="1"/>
                    <a:pt x="2" y="1"/>
                    <a:pt x="2" y="0"/>
                  </a:cubicBezTo>
                  <a:cubicBezTo>
                    <a:pt x="2" y="0"/>
                    <a:pt x="2" y="0"/>
                    <a:pt x="2" y="0"/>
                  </a:cubicBezTo>
                  <a:cubicBezTo>
                    <a:pt x="4" y="1"/>
                    <a:pt x="6" y="3"/>
                    <a:pt x="9" y="3"/>
                  </a:cubicBezTo>
                  <a:cubicBezTo>
                    <a:pt x="9" y="3"/>
                    <a:pt x="9" y="3"/>
                    <a:pt x="9" y="3"/>
                  </a:cubicBezTo>
                  <a:cubicBezTo>
                    <a:pt x="7" y="2"/>
                    <a:pt x="6" y="1"/>
                    <a:pt x="4" y="1"/>
                  </a:cubicBezTo>
                  <a:cubicBezTo>
                    <a:pt x="4" y="1"/>
                    <a:pt x="4"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5" name="Freeform 39"/>
            <p:cNvSpPr/>
            <p:nvPr/>
          </p:nvSpPr>
          <p:spPr bwMode="auto">
            <a:xfrm>
              <a:off x="1662113" y="2917826"/>
              <a:ext cx="730250" cy="274638"/>
            </a:xfrm>
            <a:custGeom>
              <a:avLst/>
              <a:gdLst>
                <a:gd name="T0" fmla="*/ 17 w 32"/>
                <a:gd name="T1" fmla="*/ 1 h 12"/>
                <a:gd name="T2" fmla="*/ 12 w 32"/>
                <a:gd name="T3" fmla="*/ 1 h 12"/>
                <a:gd name="T4" fmla="*/ 21 w 32"/>
                <a:gd name="T5" fmla="*/ 3 h 12"/>
                <a:gd name="T6" fmla="*/ 26 w 32"/>
                <a:gd name="T7" fmla="*/ 5 h 12"/>
                <a:gd name="T8" fmla="*/ 15 w 32"/>
                <a:gd name="T9" fmla="*/ 1 h 12"/>
                <a:gd name="T10" fmla="*/ 0 w 32"/>
                <a:gd name="T11" fmla="*/ 4 h 12"/>
                <a:gd name="T12" fmla="*/ 21 w 32"/>
                <a:gd name="T13" fmla="*/ 4 h 12"/>
                <a:gd name="T14" fmla="*/ 1 w 32"/>
                <a:gd name="T15" fmla="*/ 4 h 12"/>
                <a:gd name="T16" fmla="*/ 17 w 32"/>
                <a:gd name="T17" fmla="*/ 3 h 12"/>
                <a:gd name="T18" fmla="*/ 20 w 32"/>
                <a:gd name="T19" fmla="*/ 4 h 12"/>
                <a:gd name="T20" fmla="*/ 8 w 32"/>
                <a:gd name="T21" fmla="*/ 4 h 12"/>
                <a:gd name="T22" fmla="*/ 25 w 32"/>
                <a:gd name="T23" fmla="*/ 6 h 12"/>
                <a:gd name="T24" fmla="*/ 3 w 32"/>
                <a:gd name="T25" fmla="*/ 6 h 12"/>
                <a:gd name="T26" fmla="*/ 27 w 32"/>
                <a:gd name="T27" fmla="*/ 6 h 12"/>
                <a:gd name="T28" fmla="*/ 16 w 32"/>
                <a:gd name="T29" fmla="*/ 5 h 12"/>
                <a:gd name="T30" fmla="*/ 31 w 32"/>
                <a:gd name="T31" fmla="*/ 8 h 12"/>
                <a:gd name="T32" fmla="*/ 7 w 32"/>
                <a:gd name="T33" fmla="*/ 8 h 12"/>
                <a:gd name="T34" fmla="*/ 30 w 32"/>
                <a:gd name="T35" fmla="*/ 10 h 12"/>
                <a:gd name="T36" fmla="*/ 17 w 32"/>
                <a:gd name="T37" fmla="*/ 7 h 12"/>
                <a:gd name="T38" fmla="*/ 30 w 32"/>
                <a:gd name="T39" fmla="*/ 10 h 12"/>
                <a:gd name="T40" fmla="*/ 29 w 32"/>
                <a:gd name="T41" fmla="*/ 10 h 12"/>
                <a:gd name="T42" fmla="*/ 26 w 32"/>
                <a:gd name="T43" fmla="*/ 10 h 12"/>
                <a:gd name="T44" fmla="*/ 15 w 32"/>
                <a:gd name="T45" fmla="*/ 8 h 12"/>
                <a:gd name="T46" fmla="*/ 31 w 32"/>
                <a:gd name="T47" fmla="*/ 10 h 12"/>
                <a:gd name="T48" fmla="*/ 7 w 32"/>
                <a:gd name="T49" fmla="*/ 8 h 12"/>
                <a:gd name="T50" fmla="*/ 6 w 32"/>
                <a:gd name="T51" fmla="*/ 8 h 12"/>
                <a:gd name="T52" fmla="*/ 12 w 32"/>
                <a:gd name="T53" fmla="*/ 8 h 12"/>
                <a:gd name="T54" fmla="*/ 26 w 32"/>
                <a:gd name="T55" fmla="*/ 8 h 12"/>
                <a:gd name="T56" fmla="*/ 17 w 32"/>
                <a:gd name="T57" fmla="*/ 10 h 12"/>
                <a:gd name="T58" fmla="*/ 32 w 32"/>
                <a:gd name="T59" fmla="*/ 12 h 12"/>
                <a:gd name="T60" fmla="*/ 6 w 32"/>
                <a:gd name="T61" fmla="*/ 9 h 12"/>
                <a:gd name="T62" fmla="*/ 25 w 32"/>
                <a:gd name="T63" fmla="*/ 8 h 12"/>
                <a:gd name="T64" fmla="*/ 29 w 32"/>
                <a:gd name="T65" fmla="*/ 9 h 12"/>
                <a:gd name="T66" fmla="*/ 5 w 32"/>
                <a:gd name="T67" fmla="*/ 8 h 12"/>
                <a:gd name="T68" fmla="*/ 29 w 32"/>
                <a:gd name="T69" fmla="*/ 8 h 12"/>
                <a:gd name="T70" fmla="*/ 21 w 32"/>
                <a:gd name="T71" fmla="*/ 5 h 12"/>
                <a:gd name="T72" fmla="*/ 22 w 32"/>
                <a:gd name="T73" fmla="*/ 6 h 12"/>
                <a:gd name="T74" fmla="*/ 11 w 32"/>
                <a:gd name="T75" fmla="*/ 4 h 12"/>
                <a:gd name="T76" fmla="*/ 13 w 32"/>
                <a:gd name="T77" fmla="*/ 4 h 12"/>
                <a:gd name="T78" fmla="*/ 4 w 32"/>
                <a:gd name="T79" fmla="*/ 5 h 12"/>
                <a:gd name="T80" fmla="*/ 26 w 32"/>
                <a:gd name="T81" fmla="*/ 5 h 12"/>
                <a:gd name="T82" fmla="*/ 3 w 32"/>
                <a:gd name="T83" fmla="*/ 5 h 12"/>
                <a:gd name="T84" fmla="*/ 25 w 32"/>
                <a:gd name="T85" fmla="*/ 5 h 12"/>
                <a:gd name="T86" fmla="*/ 1 w 32"/>
                <a:gd name="T87" fmla="*/ 4 h 12"/>
                <a:gd name="T88" fmla="*/ 2 w 32"/>
                <a:gd name="T89" fmla="*/ 3 h 12"/>
                <a:gd name="T90" fmla="*/ 25 w 32"/>
                <a:gd name="T91" fmla="*/ 5 h 12"/>
                <a:gd name="T92" fmla="*/ 25 w 32"/>
                <a:gd name="T93" fmla="*/ 5 h 12"/>
                <a:gd name="T94" fmla="*/ 10 w 32"/>
                <a:gd name="T95" fmla="*/ 2 h 12"/>
                <a:gd name="T96" fmla="*/ 29 w 32"/>
                <a:gd name="T97" fmla="*/ 5 h 12"/>
                <a:gd name="T98" fmla="*/ 30 w 32"/>
                <a:gd name="T99" fmla="*/ 5 h 12"/>
                <a:gd name="T100" fmla="*/ 22 w 32"/>
                <a:gd name="T10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 h="12">
                  <a:moveTo>
                    <a:pt x="27" y="4"/>
                  </a:moveTo>
                  <a:cubicBezTo>
                    <a:pt x="25" y="3"/>
                    <a:pt x="23" y="3"/>
                    <a:pt x="22" y="2"/>
                  </a:cubicBezTo>
                  <a:cubicBezTo>
                    <a:pt x="21" y="2"/>
                    <a:pt x="20" y="2"/>
                    <a:pt x="19" y="2"/>
                  </a:cubicBezTo>
                  <a:cubicBezTo>
                    <a:pt x="18" y="1"/>
                    <a:pt x="18" y="1"/>
                    <a:pt x="17" y="1"/>
                  </a:cubicBezTo>
                  <a:cubicBezTo>
                    <a:pt x="17" y="1"/>
                    <a:pt x="17" y="1"/>
                    <a:pt x="17" y="1"/>
                  </a:cubicBezTo>
                  <a:cubicBezTo>
                    <a:pt x="21" y="1"/>
                    <a:pt x="26" y="3"/>
                    <a:pt x="30" y="5"/>
                  </a:cubicBezTo>
                  <a:cubicBezTo>
                    <a:pt x="30" y="5"/>
                    <a:pt x="30" y="5"/>
                    <a:pt x="30" y="5"/>
                  </a:cubicBezTo>
                  <a:cubicBezTo>
                    <a:pt x="27" y="3"/>
                    <a:pt x="25" y="2"/>
                    <a:pt x="21" y="1"/>
                  </a:cubicBezTo>
                  <a:cubicBezTo>
                    <a:pt x="18" y="1"/>
                    <a:pt x="15" y="0"/>
                    <a:pt x="12" y="1"/>
                  </a:cubicBezTo>
                  <a:cubicBezTo>
                    <a:pt x="12" y="1"/>
                    <a:pt x="12" y="1"/>
                    <a:pt x="12" y="1"/>
                  </a:cubicBezTo>
                  <a:cubicBezTo>
                    <a:pt x="15" y="2"/>
                    <a:pt x="18" y="2"/>
                    <a:pt x="22" y="2"/>
                  </a:cubicBezTo>
                  <a:cubicBezTo>
                    <a:pt x="24" y="3"/>
                    <a:pt x="27" y="3"/>
                    <a:pt x="29" y="5"/>
                  </a:cubicBezTo>
                  <a:cubicBezTo>
                    <a:pt x="29" y="5"/>
                    <a:pt x="29" y="5"/>
                    <a:pt x="29" y="5"/>
                  </a:cubicBezTo>
                  <a:cubicBezTo>
                    <a:pt x="28" y="5"/>
                    <a:pt x="26" y="4"/>
                    <a:pt x="25" y="4"/>
                  </a:cubicBezTo>
                  <a:cubicBezTo>
                    <a:pt x="23" y="4"/>
                    <a:pt x="22" y="3"/>
                    <a:pt x="21" y="3"/>
                  </a:cubicBezTo>
                  <a:cubicBezTo>
                    <a:pt x="19" y="2"/>
                    <a:pt x="17" y="2"/>
                    <a:pt x="15" y="2"/>
                  </a:cubicBezTo>
                  <a:cubicBezTo>
                    <a:pt x="13" y="1"/>
                    <a:pt x="12" y="1"/>
                    <a:pt x="10" y="1"/>
                  </a:cubicBezTo>
                  <a:cubicBezTo>
                    <a:pt x="9" y="1"/>
                    <a:pt x="9" y="2"/>
                    <a:pt x="10" y="2"/>
                  </a:cubicBezTo>
                  <a:cubicBezTo>
                    <a:pt x="12" y="2"/>
                    <a:pt x="15" y="2"/>
                    <a:pt x="17" y="3"/>
                  </a:cubicBezTo>
                  <a:cubicBezTo>
                    <a:pt x="20" y="3"/>
                    <a:pt x="23" y="4"/>
                    <a:pt x="26" y="5"/>
                  </a:cubicBezTo>
                  <a:cubicBezTo>
                    <a:pt x="26" y="5"/>
                    <a:pt x="26" y="5"/>
                    <a:pt x="26" y="5"/>
                  </a:cubicBezTo>
                  <a:cubicBezTo>
                    <a:pt x="19" y="1"/>
                    <a:pt x="12" y="0"/>
                    <a:pt x="5" y="1"/>
                  </a:cubicBezTo>
                  <a:cubicBezTo>
                    <a:pt x="4" y="1"/>
                    <a:pt x="4" y="2"/>
                    <a:pt x="4" y="2"/>
                  </a:cubicBezTo>
                  <a:cubicBezTo>
                    <a:pt x="4" y="2"/>
                    <a:pt x="4" y="2"/>
                    <a:pt x="4" y="2"/>
                  </a:cubicBezTo>
                  <a:cubicBezTo>
                    <a:pt x="7" y="1"/>
                    <a:pt x="11" y="1"/>
                    <a:pt x="15" y="1"/>
                  </a:cubicBezTo>
                  <a:cubicBezTo>
                    <a:pt x="18" y="2"/>
                    <a:pt x="21" y="4"/>
                    <a:pt x="25" y="5"/>
                  </a:cubicBezTo>
                  <a:cubicBezTo>
                    <a:pt x="25" y="5"/>
                    <a:pt x="25" y="5"/>
                    <a:pt x="25" y="4"/>
                  </a:cubicBezTo>
                  <a:cubicBezTo>
                    <a:pt x="23" y="2"/>
                    <a:pt x="20" y="2"/>
                    <a:pt x="17" y="2"/>
                  </a:cubicBezTo>
                  <a:cubicBezTo>
                    <a:pt x="14" y="1"/>
                    <a:pt x="11" y="1"/>
                    <a:pt x="8" y="2"/>
                  </a:cubicBezTo>
                  <a:cubicBezTo>
                    <a:pt x="5" y="2"/>
                    <a:pt x="3" y="3"/>
                    <a:pt x="0" y="4"/>
                  </a:cubicBezTo>
                  <a:cubicBezTo>
                    <a:pt x="0" y="4"/>
                    <a:pt x="0" y="4"/>
                    <a:pt x="0" y="4"/>
                  </a:cubicBezTo>
                  <a:cubicBezTo>
                    <a:pt x="2" y="3"/>
                    <a:pt x="3" y="3"/>
                    <a:pt x="5" y="2"/>
                  </a:cubicBezTo>
                  <a:cubicBezTo>
                    <a:pt x="7" y="2"/>
                    <a:pt x="9" y="2"/>
                    <a:pt x="10" y="2"/>
                  </a:cubicBezTo>
                  <a:cubicBezTo>
                    <a:pt x="12" y="1"/>
                    <a:pt x="14" y="2"/>
                    <a:pt x="16" y="2"/>
                  </a:cubicBezTo>
                  <a:cubicBezTo>
                    <a:pt x="18" y="2"/>
                    <a:pt x="20" y="3"/>
                    <a:pt x="21" y="4"/>
                  </a:cubicBezTo>
                  <a:cubicBezTo>
                    <a:pt x="22" y="4"/>
                    <a:pt x="23" y="4"/>
                    <a:pt x="23" y="4"/>
                  </a:cubicBezTo>
                  <a:cubicBezTo>
                    <a:pt x="23" y="4"/>
                    <a:pt x="24" y="4"/>
                    <a:pt x="23" y="4"/>
                  </a:cubicBezTo>
                  <a:cubicBezTo>
                    <a:pt x="20" y="2"/>
                    <a:pt x="17" y="2"/>
                    <a:pt x="14" y="2"/>
                  </a:cubicBezTo>
                  <a:cubicBezTo>
                    <a:pt x="9" y="3"/>
                    <a:pt x="5" y="3"/>
                    <a:pt x="1" y="4"/>
                  </a:cubicBezTo>
                  <a:cubicBezTo>
                    <a:pt x="1" y="4"/>
                    <a:pt x="1" y="4"/>
                    <a:pt x="1" y="4"/>
                  </a:cubicBezTo>
                  <a:cubicBezTo>
                    <a:pt x="5" y="3"/>
                    <a:pt x="9" y="3"/>
                    <a:pt x="13" y="3"/>
                  </a:cubicBezTo>
                  <a:cubicBezTo>
                    <a:pt x="17" y="3"/>
                    <a:pt x="22" y="4"/>
                    <a:pt x="25" y="5"/>
                  </a:cubicBezTo>
                  <a:cubicBezTo>
                    <a:pt x="26" y="5"/>
                    <a:pt x="26" y="5"/>
                    <a:pt x="26" y="5"/>
                  </a:cubicBezTo>
                  <a:cubicBezTo>
                    <a:pt x="24" y="4"/>
                    <a:pt x="23" y="3"/>
                    <a:pt x="22" y="3"/>
                  </a:cubicBezTo>
                  <a:cubicBezTo>
                    <a:pt x="20" y="3"/>
                    <a:pt x="19" y="3"/>
                    <a:pt x="17" y="3"/>
                  </a:cubicBezTo>
                  <a:cubicBezTo>
                    <a:pt x="14" y="3"/>
                    <a:pt x="10" y="3"/>
                    <a:pt x="7" y="4"/>
                  </a:cubicBezTo>
                  <a:cubicBezTo>
                    <a:pt x="5" y="5"/>
                    <a:pt x="3" y="5"/>
                    <a:pt x="2" y="6"/>
                  </a:cubicBezTo>
                  <a:cubicBezTo>
                    <a:pt x="2" y="6"/>
                    <a:pt x="2" y="6"/>
                    <a:pt x="2" y="6"/>
                  </a:cubicBezTo>
                  <a:cubicBezTo>
                    <a:pt x="6" y="5"/>
                    <a:pt x="10" y="4"/>
                    <a:pt x="15" y="4"/>
                  </a:cubicBezTo>
                  <a:cubicBezTo>
                    <a:pt x="16" y="4"/>
                    <a:pt x="18" y="4"/>
                    <a:pt x="20" y="4"/>
                  </a:cubicBezTo>
                  <a:cubicBezTo>
                    <a:pt x="22" y="4"/>
                    <a:pt x="23" y="4"/>
                    <a:pt x="25" y="5"/>
                  </a:cubicBezTo>
                  <a:cubicBezTo>
                    <a:pt x="25" y="5"/>
                    <a:pt x="25" y="5"/>
                    <a:pt x="26" y="5"/>
                  </a:cubicBezTo>
                  <a:cubicBezTo>
                    <a:pt x="26" y="5"/>
                    <a:pt x="26" y="5"/>
                    <a:pt x="26" y="5"/>
                  </a:cubicBezTo>
                  <a:cubicBezTo>
                    <a:pt x="22" y="5"/>
                    <a:pt x="18" y="4"/>
                    <a:pt x="14" y="3"/>
                  </a:cubicBezTo>
                  <a:cubicBezTo>
                    <a:pt x="12" y="3"/>
                    <a:pt x="10" y="3"/>
                    <a:pt x="8" y="4"/>
                  </a:cubicBezTo>
                  <a:cubicBezTo>
                    <a:pt x="6" y="4"/>
                    <a:pt x="4" y="4"/>
                    <a:pt x="3" y="5"/>
                  </a:cubicBezTo>
                  <a:cubicBezTo>
                    <a:pt x="2" y="5"/>
                    <a:pt x="2" y="5"/>
                    <a:pt x="2" y="6"/>
                  </a:cubicBezTo>
                  <a:cubicBezTo>
                    <a:pt x="1" y="6"/>
                    <a:pt x="1" y="6"/>
                    <a:pt x="2" y="6"/>
                  </a:cubicBezTo>
                  <a:cubicBezTo>
                    <a:pt x="5" y="4"/>
                    <a:pt x="9" y="3"/>
                    <a:pt x="13" y="4"/>
                  </a:cubicBezTo>
                  <a:cubicBezTo>
                    <a:pt x="17" y="4"/>
                    <a:pt x="21" y="5"/>
                    <a:pt x="25" y="6"/>
                  </a:cubicBezTo>
                  <a:cubicBezTo>
                    <a:pt x="26" y="6"/>
                    <a:pt x="26" y="6"/>
                    <a:pt x="27" y="6"/>
                  </a:cubicBezTo>
                  <a:cubicBezTo>
                    <a:pt x="27" y="6"/>
                    <a:pt x="27" y="6"/>
                    <a:pt x="27" y="6"/>
                  </a:cubicBezTo>
                  <a:cubicBezTo>
                    <a:pt x="24" y="5"/>
                    <a:pt x="20" y="4"/>
                    <a:pt x="17" y="4"/>
                  </a:cubicBezTo>
                  <a:cubicBezTo>
                    <a:pt x="13" y="3"/>
                    <a:pt x="10" y="4"/>
                    <a:pt x="6" y="5"/>
                  </a:cubicBezTo>
                  <a:cubicBezTo>
                    <a:pt x="5" y="5"/>
                    <a:pt x="4" y="5"/>
                    <a:pt x="3" y="6"/>
                  </a:cubicBezTo>
                  <a:cubicBezTo>
                    <a:pt x="3" y="6"/>
                    <a:pt x="3" y="6"/>
                    <a:pt x="3" y="6"/>
                  </a:cubicBezTo>
                  <a:cubicBezTo>
                    <a:pt x="4" y="6"/>
                    <a:pt x="5" y="6"/>
                    <a:pt x="6" y="5"/>
                  </a:cubicBezTo>
                  <a:cubicBezTo>
                    <a:pt x="7" y="5"/>
                    <a:pt x="8" y="5"/>
                    <a:pt x="9" y="5"/>
                  </a:cubicBezTo>
                  <a:cubicBezTo>
                    <a:pt x="11" y="4"/>
                    <a:pt x="14" y="4"/>
                    <a:pt x="16" y="4"/>
                  </a:cubicBezTo>
                  <a:cubicBezTo>
                    <a:pt x="19" y="4"/>
                    <a:pt x="23" y="5"/>
                    <a:pt x="27" y="6"/>
                  </a:cubicBezTo>
                  <a:cubicBezTo>
                    <a:pt x="27" y="6"/>
                    <a:pt x="27" y="6"/>
                    <a:pt x="28" y="6"/>
                  </a:cubicBezTo>
                  <a:cubicBezTo>
                    <a:pt x="28" y="6"/>
                    <a:pt x="28" y="6"/>
                    <a:pt x="28" y="6"/>
                  </a:cubicBezTo>
                  <a:cubicBezTo>
                    <a:pt x="27" y="6"/>
                    <a:pt x="26" y="6"/>
                    <a:pt x="25" y="6"/>
                  </a:cubicBezTo>
                  <a:cubicBezTo>
                    <a:pt x="24" y="6"/>
                    <a:pt x="23" y="5"/>
                    <a:pt x="22" y="5"/>
                  </a:cubicBezTo>
                  <a:cubicBezTo>
                    <a:pt x="20" y="5"/>
                    <a:pt x="18" y="5"/>
                    <a:pt x="16" y="5"/>
                  </a:cubicBezTo>
                  <a:cubicBezTo>
                    <a:pt x="12" y="5"/>
                    <a:pt x="7" y="7"/>
                    <a:pt x="3" y="7"/>
                  </a:cubicBezTo>
                  <a:cubicBezTo>
                    <a:pt x="3" y="7"/>
                    <a:pt x="3" y="7"/>
                    <a:pt x="3" y="7"/>
                  </a:cubicBezTo>
                  <a:cubicBezTo>
                    <a:pt x="7" y="5"/>
                    <a:pt x="11" y="5"/>
                    <a:pt x="15" y="5"/>
                  </a:cubicBezTo>
                  <a:cubicBezTo>
                    <a:pt x="19" y="5"/>
                    <a:pt x="23" y="5"/>
                    <a:pt x="27" y="7"/>
                  </a:cubicBezTo>
                  <a:cubicBezTo>
                    <a:pt x="28" y="7"/>
                    <a:pt x="30" y="7"/>
                    <a:pt x="31" y="8"/>
                  </a:cubicBezTo>
                  <a:cubicBezTo>
                    <a:pt x="31" y="8"/>
                    <a:pt x="31" y="8"/>
                    <a:pt x="31" y="8"/>
                  </a:cubicBezTo>
                  <a:cubicBezTo>
                    <a:pt x="30" y="8"/>
                    <a:pt x="29" y="8"/>
                    <a:pt x="28" y="8"/>
                  </a:cubicBezTo>
                  <a:cubicBezTo>
                    <a:pt x="28" y="8"/>
                    <a:pt x="27" y="8"/>
                    <a:pt x="26" y="7"/>
                  </a:cubicBezTo>
                  <a:cubicBezTo>
                    <a:pt x="24" y="7"/>
                    <a:pt x="22" y="7"/>
                    <a:pt x="20" y="7"/>
                  </a:cubicBezTo>
                  <a:cubicBezTo>
                    <a:pt x="16" y="7"/>
                    <a:pt x="11" y="7"/>
                    <a:pt x="7" y="8"/>
                  </a:cubicBezTo>
                  <a:cubicBezTo>
                    <a:pt x="6" y="8"/>
                    <a:pt x="6" y="8"/>
                    <a:pt x="5" y="8"/>
                  </a:cubicBezTo>
                  <a:cubicBezTo>
                    <a:pt x="5" y="9"/>
                    <a:pt x="5" y="9"/>
                    <a:pt x="5" y="9"/>
                  </a:cubicBezTo>
                  <a:cubicBezTo>
                    <a:pt x="9" y="8"/>
                    <a:pt x="13" y="6"/>
                    <a:pt x="17" y="6"/>
                  </a:cubicBezTo>
                  <a:cubicBezTo>
                    <a:pt x="21" y="6"/>
                    <a:pt x="25" y="8"/>
                    <a:pt x="29" y="9"/>
                  </a:cubicBezTo>
                  <a:cubicBezTo>
                    <a:pt x="29" y="9"/>
                    <a:pt x="30" y="9"/>
                    <a:pt x="30" y="10"/>
                  </a:cubicBezTo>
                  <a:cubicBezTo>
                    <a:pt x="30" y="9"/>
                    <a:pt x="30" y="9"/>
                    <a:pt x="30" y="9"/>
                  </a:cubicBezTo>
                  <a:cubicBezTo>
                    <a:pt x="23" y="7"/>
                    <a:pt x="15" y="7"/>
                    <a:pt x="7" y="8"/>
                  </a:cubicBezTo>
                  <a:cubicBezTo>
                    <a:pt x="7" y="8"/>
                    <a:pt x="6" y="9"/>
                    <a:pt x="6" y="9"/>
                  </a:cubicBezTo>
                  <a:cubicBezTo>
                    <a:pt x="6" y="9"/>
                    <a:pt x="6" y="9"/>
                    <a:pt x="6" y="9"/>
                  </a:cubicBezTo>
                  <a:cubicBezTo>
                    <a:pt x="9" y="7"/>
                    <a:pt x="13" y="7"/>
                    <a:pt x="17" y="7"/>
                  </a:cubicBezTo>
                  <a:cubicBezTo>
                    <a:pt x="19" y="8"/>
                    <a:pt x="21" y="8"/>
                    <a:pt x="23" y="8"/>
                  </a:cubicBezTo>
                  <a:cubicBezTo>
                    <a:pt x="24" y="9"/>
                    <a:pt x="25" y="9"/>
                    <a:pt x="26" y="9"/>
                  </a:cubicBezTo>
                  <a:cubicBezTo>
                    <a:pt x="27" y="9"/>
                    <a:pt x="28" y="9"/>
                    <a:pt x="29" y="10"/>
                  </a:cubicBezTo>
                  <a:cubicBezTo>
                    <a:pt x="29" y="10"/>
                    <a:pt x="29" y="10"/>
                    <a:pt x="30" y="10"/>
                  </a:cubicBezTo>
                  <a:cubicBezTo>
                    <a:pt x="30" y="10"/>
                    <a:pt x="30" y="10"/>
                    <a:pt x="30" y="10"/>
                  </a:cubicBezTo>
                  <a:cubicBezTo>
                    <a:pt x="22" y="10"/>
                    <a:pt x="14" y="8"/>
                    <a:pt x="6" y="9"/>
                  </a:cubicBezTo>
                  <a:cubicBezTo>
                    <a:pt x="6" y="10"/>
                    <a:pt x="6" y="10"/>
                    <a:pt x="6" y="10"/>
                  </a:cubicBezTo>
                  <a:cubicBezTo>
                    <a:pt x="10" y="9"/>
                    <a:pt x="14" y="8"/>
                    <a:pt x="18" y="8"/>
                  </a:cubicBezTo>
                  <a:cubicBezTo>
                    <a:pt x="20" y="8"/>
                    <a:pt x="22" y="8"/>
                    <a:pt x="24" y="9"/>
                  </a:cubicBezTo>
                  <a:cubicBezTo>
                    <a:pt x="26" y="9"/>
                    <a:pt x="28" y="9"/>
                    <a:pt x="29" y="10"/>
                  </a:cubicBezTo>
                  <a:cubicBezTo>
                    <a:pt x="30" y="10"/>
                    <a:pt x="31" y="11"/>
                    <a:pt x="32" y="12"/>
                  </a:cubicBezTo>
                  <a:cubicBezTo>
                    <a:pt x="32" y="11"/>
                    <a:pt x="32" y="11"/>
                    <a:pt x="32" y="11"/>
                  </a:cubicBezTo>
                  <a:cubicBezTo>
                    <a:pt x="31" y="11"/>
                    <a:pt x="31" y="11"/>
                    <a:pt x="31" y="11"/>
                  </a:cubicBezTo>
                  <a:cubicBezTo>
                    <a:pt x="30" y="11"/>
                    <a:pt x="30" y="11"/>
                    <a:pt x="29" y="11"/>
                  </a:cubicBezTo>
                  <a:cubicBezTo>
                    <a:pt x="28" y="11"/>
                    <a:pt x="27" y="10"/>
                    <a:pt x="26" y="10"/>
                  </a:cubicBezTo>
                  <a:cubicBezTo>
                    <a:pt x="25" y="10"/>
                    <a:pt x="23" y="10"/>
                    <a:pt x="22" y="10"/>
                  </a:cubicBezTo>
                  <a:cubicBezTo>
                    <a:pt x="21" y="10"/>
                    <a:pt x="19" y="10"/>
                    <a:pt x="18" y="9"/>
                  </a:cubicBezTo>
                  <a:cubicBezTo>
                    <a:pt x="17" y="9"/>
                    <a:pt x="16" y="9"/>
                    <a:pt x="15" y="8"/>
                  </a:cubicBezTo>
                  <a:cubicBezTo>
                    <a:pt x="15" y="8"/>
                    <a:pt x="15" y="8"/>
                    <a:pt x="15" y="8"/>
                  </a:cubicBezTo>
                  <a:cubicBezTo>
                    <a:pt x="15" y="8"/>
                    <a:pt x="15" y="8"/>
                    <a:pt x="15" y="8"/>
                  </a:cubicBezTo>
                  <a:cubicBezTo>
                    <a:pt x="16" y="8"/>
                    <a:pt x="17" y="8"/>
                    <a:pt x="18" y="8"/>
                  </a:cubicBezTo>
                  <a:cubicBezTo>
                    <a:pt x="19" y="8"/>
                    <a:pt x="21" y="8"/>
                    <a:pt x="22" y="8"/>
                  </a:cubicBezTo>
                  <a:cubicBezTo>
                    <a:pt x="23" y="8"/>
                    <a:pt x="25" y="8"/>
                    <a:pt x="26" y="9"/>
                  </a:cubicBezTo>
                  <a:cubicBezTo>
                    <a:pt x="27" y="9"/>
                    <a:pt x="29" y="10"/>
                    <a:pt x="31" y="10"/>
                  </a:cubicBezTo>
                  <a:cubicBezTo>
                    <a:pt x="31" y="10"/>
                    <a:pt x="31" y="10"/>
                    <a:pt x="31" y="10"/>
                  </a:cubicBezTo>
                  <a:cubicBezTo>
                    <a:pt x="28" y="8"/>
                    <a:pt x="24" y="8"/>
                    <a:pt x="21" y="8"/>
                  </a:cubicBezTo>
                  <a:cubicBezTo>
                    <a:pt x="17" y="7"/>
                    <a:pt x="13" y="7"/>
                    <a:pt x="10" y="7"/>
                  </a:cubicBezTo>
                  <a:cubicBezTo>
                    <a:pt x="9" y="7"/>
                    <a:pt x="8" y="7"/>
                    <a:pt x="8" y="7"/>
                  </a:cubicBezTo>
                  <a:cubicBezTo>
                    <a:pt x="8" y="8"/>
                    <a:pt x="7" y="8"/>
                    <a:pt x="7" y="8"/>
                  </a:cubicBezTo>
                  <a:cubicBezTo>
                    <a:pt x="7" y="8"/>
                    <a:pt x="7" y="8"/>
                    <a:pt x="7" y="8"/>
                  </a:cubicBezTo>
                  <a:cubicBezTo>
                    <a:pt x="7" y="8"/>
                    <a:pt x="6" y="8"/>
                    <a:pt x="6" y="8"/>
                  </a:cubicBezTo>
                  <a:cubicBezTo>
                    <a:pt x="6" y="8"/>
                    <a:pt x="6" y="8"/>
                    <a:pt x="6" y="8"/>
                  </a:cubicBezTo>
                  <a:cubicBezTo>
                    <a:pt x="6" y="8"/>
                    <a:pt x="7" y="8"/>
                    <a:pt x="7" y="8"/>
                  </a:cubicBezTo>
                  <a:cubicBezTo>
                    <a:pt x="7" y="8"/>
                    <a:pt x="6" y="7"/>
                    <a:pt x="6" y="8"/>
                  </a:cubicBezTo>
                  <a:cubicBezTo>
                    <a:pt x="6" y="8"/>
                    <a:pt x="6" y="8"/>
                    <a:pt x="6" y="8"/>
                  </a:cubicBezTo>
                  <a:cubicBezTo>
                    <a:pt x="6" y="8"/>
                    <a:pt x="6" y="8"/>
                    <a:pt x="6" y="8"/>
                  </a:cubicBezTo>
                  <a:cubicBezTo>
                    <a:pt x="6" y="8"/>
                    <a:pt x="6" y="8"/>
                    <a:pt x="6" y="8"/>
                  </a:cubicBezTo>
                  <a:cubicBezTo>
                    <a:pt x="7" y="8"/>
                    <a:pt x="7" y="8"/>
                    <a:pt x="7" y="8"/>
                  </a:cubicBezTo>
                  <a:cubicBezTo>
                    <a:pt x="8" y="8"/>
                    <a:pt x="8" y="8"/>
                    <a:pt x="9" y="8"/>
                  </a:cubicBezTo>
                  <a:cubicBezTo>
                    <a:pt x="10" y="8"/>
                    <a:pt x="11" y="8"/>
                    <a:pt x="12" y="8"/>
                  </a:cubicBezTo>
                  <a:cubicBezTo>
                    <a:pt x="14" y="8"/>
                    <a:pt x="16" y="8"/>
                    <a:pt x="19" y="8"/>
                  </a:cubicBezTo>
                  <a:cubicBezTo>
                    <a:pt x="22" y="8"/>
                    <a:pt x="25" y="8"/>
                    <a:pt x="28" y="9"/>
                  </a:cubicBezTo>
                  <a:cubicBezTo>
                    <a:pt x="29" y="9"/>
                    <a:pt x="30" y="10"/>
                    <a:pt x="30" y="10"/>
                  </a:cubicBezTo>
                  <a:cubicBezTo>
                    <a:pt x="31" y="10"/>
                    <a:pt x="31" y="10"/>
                    <a:pt x="31" y="10"/>
                  </a:cubicBezTo>
                  <a:cubicBezTo>
                    <a:pt x="29" y="9"/>
                    <a:pt x="28" y="9"/>
                    <a:pt x="26" y="8"/>
                  </a:cubicBezTo>
                  <a:cubicBezTo>
                    <a:pt x="25" y="8"/>
                    <a:pt x="23" y="8"/>
                    <a:pt x="22" y="8"/>
                  </a:cubicBezTo>
                  <a:cubicBezTo>
                    <a:pt x="20" y="7"/>
                    <a:pt x="19" y="7"/>
                    <a:pt x="18" y="7"/>
                  </a:cubicBezTo>
                  <a:cubicBezTo>
                    <a:pt x="17" y="7"/>
                    <a:pt x="16" y="7"/>
                    <a:pt x="15" y="8"/>
                  </a:cubicBezTo>
                  <a:cubicBezTo>
                    <a:pt x="14" y="8"/>
                    <a:pt x="14" y="8"/>
                    <a:pt x="15" y="8"/>
                  </a:cubicBezTo>
                  <a:cubicBezTo>
                    <a:pt x="15" y="9"/>
                    <a:pt x="16" y="9"/>
                    <a:pt x="17" y="10"/>
                  </a:cubicBezTo>
                  <a:cubicBezTo>
                    <a:pt x="18" y="10"/>
                    <a:pt x="20" y="10"/>
                    <a:pt x="21" y="10"/>
                  </a:cubicBezTo>
                  <a:cubicBezTo>
                    <a:pt x="22" y="10"/>
                    <a:pt x="23" y="10"/>
                    <a:pt x="24" y="10"/>
                  </a:cubicBezTo>
                  <a:cubicBezTo>
                    <a:pt x="25" y="11"/>
                    <a:pt x="26" y="11"/>
                    <a:pt x="27" y="11"/>
                  </a:cubicBezTo>
                  <a:cubicBezTo>
                    <a:pt x="28" y="11"/>
                    <a:pt x="29" y="11"/>
                    <a:pt x="30" y="11"/>
                  </a:cubicBezTo>
                  <a:cubicBezTo>
                    <a:pt x="31" y="12"/>
                    <a:pt x="31" y="12"/>
                    <a:pt x="32" y="12"/>
                  </a:cubicBezTo>
                  <a:cubicBezTo>
                    <a:pt x="32" y="11"/>
                    <a:pt x="32" y="11"/>
                    <a:pt x="32" y="11"/>
                  </a:cubicBezTo>
                  <a:cubicBezTo>
                    <a:pt x="29" y="9"/>
                    <a:pt x="26" y="8"/>
                    <a:pt x="22" y="8"/>
                  </a:cubicBezTo>
                  <a:cubicBezTo>
                    <a:pt x="20" y="8"/>
                    <a:pt x="18" y="8"/>
                    <a:pt x="16" y="8"/>
                  </a:cubicBezTo>
                  <a:cubicBezTo>
                    <a:pt x="14" y="8"/>
                    <a:pt x="12" y="8"/>
                    <a:pt x="10" y="9"/>
                  </a:cubicBezTo>
                  <a:cubicBezTo>
                    <a:pt x="9" y="9"/>
                    <a:pt x="7" y="9"/>
                    <a:pt x="6" y="9"/>
                  </a:cubicBezTo>
                  <a:cubicBezTo>
                    <a:pt x="6" y="10"/>
                    <a:pt x="6" y="10"/>
                    <a:pt x="6" y="10"/>
                  </a:cubicBezTo>
                  <a:cubicBezTo>
                    <a:pt x="14" y="8"/>
                    <a:pt x="22" y="10"/>
                    <a:pt x="30" y="10"/>
                  </a:cubicBezTo>
                  <a:cubicBezTo>
                    <a:pt x="30" y="10"/>
                    <a:pt x="30" y="10"/>
                    <a:pt x="30" y="10"/>
                  </a:cubicBezTo>
                  <a:cubicBezTo>
                    <a:pt x="29" y="9"/>
                    <a:pt x="29" y="9"/>
                    <a:pt x="28" y="9"/>
                  </a:cubicBezTo>
                  <a:cubicBezTo>
                    <a:pt x="27" y="9"/>
                    <a:pt x="26" y="9"/>
                    <a:pt x="25" y="8"/>
                  </a:cubicBezTo>
                  <a:cubicBezTo>
                    <a:pt x="23" y="8"/>
                    <a:pt x="21" y="8"/>
                    <a:pt x="19" y="7"/>
                  </a:cubicBezTo>
                  <a:cubicBezTo>
                    <a:pt x="15" y="7"/>
                    <a:pt x="11" y="7"/>
                    <a:pt x="8" y="8"/>
                  </a:cubicBezTo>
                  <a:cubicBezTo>
                    <a:pt x="7" y="8"/>
                    <a:pt x="6" y="8"/>
                    <a:pt x="6" y="9"/>
                  </a:cubicBezTo>
                  <a:cubicBezTo>
                    <a:pt x="5" y="9"/>
                    <a:pt x="5" y="9"/>
                    <a:pt x="6" y="9"/>
                  </a:cubicBezTo>
                  <a:cubicBezTo>
                    <a:pt x="13" y="7"/>
                    <a:pt x="21" y="7"/>
                    <a:pt x="29" y="9"/>
                  </a:cubicBezTo>
                  <a:cubicBezTo>
                    <a:pt x="29" y="9"/>
                    <a:pt x="30" y="9"/>
                    <a:pt x="30" y="10"/>
                  </a:cubicBezTo>
                  <a:cubicBezTo>
                    <a:pt x="30" y="10"/>
                    <a:pt x="31" y="9"/>
                    <a:pt x="30" y="9"/>
                  </a:cubicBezTo>
                  <a:cubicBezTo>
                    <a:pt x="27" y="8"/>
                    <a:pt x="23" y="6"/>
                    <a:pt x="19" y="6"/>
                  </a:cubicBezTo>
                  <a:cubicBezTo>
                    <a:pt x="15" y="6"/>
                    <a:pt x="11" y="7"/>
                    <a:pt x="7" y="8"/>
                  </a:cubicBezTo>
                  <a:cubicBezTo>
                    <a:pt x="6" y="8"/>
                    <a:pt x="5" y="8"/>
                    <a:pt x="5" y="8"/>
                  </a:cubicBezTo>
                  <a:cubicBezTo>
                    <a:pt x="5" y="9"/>
                    <a:pt x="5" y="9"/>
                    <a:pt x="5" y="9"/>
                  </a:cubicBezTo>
                  <a:cubicBezTo>
                    <a:pt x="9" y="8"/>
                    <a:pt x="13" y="7"/>
                    <a:pt x="17" y="7"/>
                  </a:cubicBezTo>
                  <a:cubicBezTo>
                    <a:pt x="20" y="7"/>
                    <a:pt x="22" y="7"/>
                    <a:pt x="24" y="7"/>
                  </a:cubicBezTo>
                  <a:cubicBezTo>
                    <a:pt x="25" y="7"/>
                    <a:pt x="26" y="8"/>
                    <a:pt x="27" y="8"/>
                  </a:cubicBezTo>
                  <a:cubicBezTo>
                    <a:pt x="27" y="8"/>
                    <a:pt x="28" y="8"/>
                    <a:pt x="29" y="8"/>
                  </a:cubicBezTo>
                  <a:cubicBezTo>
                    <a:pt x="30" y="9"/>
                    <a:pt x="30" y="9"/>
                    <a:pt x="31" y="8"/>
                  </a:cubicBezTo>
                  <a:cubicBezTo>
                    <a:pt x="31" y="8"/>
                    <a:pt x="31" y="8"/>
                    <a:pt x="31" y="8"/>
                  </a:cubicBezTo>
                  <a:cubicBezTo>
                    <a:pt x="30" y="8"/>
                    <a:pt x="30" y="7"/>
                    <a:pt x="29" y="7"/>
                  </a:cubicBezTo>
                  <a:cubicBezTo>
                    <a:pt x="28" y="7"/>
                    <a:pt x="27" y="6"/>
                    <a:pt x="26" y="6"/>
                  </a:cubicBezTo>
                  <a:cubicBezTo>
                    <a:pt x="25" y="5"/>
                    <a:pt x="23" y="5"/>
                    <a:pt x="21" y="5"/>
                  </a:cubicBezTo>
                  <a:cubicBezTo>
                    <a:pt x="17" y="4"/>
                    <a:pt x="13" y="4"/>
                    <a:pt x="9" y="5"/>
                  </a:cubicBezTo>
                  <a:cubicBezTo>
                    <a:pt x="7" y="5"/>
                    <a:pt x="5" y="6"/>
                    <a:pt x="3" y="7"/>
                  </a:cubicBezTo>
                  <a:cubicBezTo>
                    <a:pt x="3" y="7"/>
                    <a:pt x="3" y="7"/>
                    <a:pt x="3" y="7"/>
                  </a:cubicBezTo>
                  <a:cubicBezTo>
                    <a:pt x="7" y="7"/>
                    <a:pt x="12" y="6"/>
                    <a:pt x="16" y="5"/>
                  </a:cubicBezTo>
                  <a:cubicBezTo>
                    <a:pt x="18" y="5"/>
                    <a:pt x="20" y="5"/>
                    <a:pt x="22" y="6"/>
                  </a:cubicBezTo>
                  <a:cubicBezTo>
                    <a:pt x="23" y="6"/>
                    <a:pt x="24" y="6"/>
                    <a:pt x="25" y="6"/>
                  </a:cubicBezTo>
                  <a:cubicBezTo>
                    <a:pt x="26" y="6"/>
                    <a:pt x="27" y="6"/>
                    <a:pt x="28" y="6"/>
                  </a:cubicBezTo>
                  <a:cubicBezTo>
                    <a:pt x="28" y="6"/>
                    <a:pt x="28" y="6"/>
                    <a:pt x="28" y="6"/>
                  </a:cubicBezTo>
                  <a:cubicBezTo>
                    <a:pt x="24" y="4"/>
                    <a:pt x="21" y="4"/>
                    <a:pt x="17" y="4"/>
                  </a:cubicBezTo>
                  <a:cubicBezTo>
                    <a:pt x="15" y="4"/>
                    <a:pt x="13" y="4"/>
                    <a:pt x="11" y="4"/>
                  </a:cubicBezTo>
                  <a:cubicBezTo>
                    <a:pt x="10" y="4"/>
                    <a:pt x="9" y="4"/>
                    <a:pt x="7" y="5"/>
                  </a:cubicBezTo>
                  <a:cubicBezTo>
                    <a:pt x="6" y="5"/>
                    <a:pt x="5" y="5"/>
                    <a:pt x="5" y="5"/>
                  </a:cubicBezTo>
                  <a:cubicBezTo>
                    <a:pt x="4" y="6"/>
                    <a:pt x="3" y="6"/>
                    <a:pt x="3" y="6"/>
                  </a:cubicBezTo>
                  <a:cubicBezTo>
                    <a:pt x="3" y="6"/>
                    <a:pt x="3" y="6"/>
                    <a:pt x="3" y="6"/>
                  </a:cubicBezTo>
                  <a:cubicBezTo>
                    <a:pt x="6" y="5"/>
                    <a:pt x="10" y="4"/>
                    <a:pt x="13" y="4"/>
                  </a:cubicBezTo>
                  <a:cubicBezTo>
                    <a:pt x="17" y="4"/>
                    <a:pt x="21" y="4"/>
                    <a:pt x="24" y="5"/>
                  </a:cubicBezTo>
                  <a:cubicBezTo>
                    <a:pt x="25" y="5"/>
                    <a:pt x="26" y="6"/>
                    <a:pt x="27" y="6"/>
                  </a:cubicBezTo>
                  <a:cubicBezTo>
                    <a:pt x="27" y="6"/>
                    <a:pt x="27" y="6"/>
                    <a:pt x="27" y="6"/>
                  </a:cubicBezTo>
                  <a:cubicBezTo>
                    <a:pt x="23" y="5"/>
                    <a:pt x="19" y="4"/>
                    <a:pt x="16" y="3"/>
                  </a:cubicBezTo>
                  <a:cubicBezTo>
                    <a:pt x="12" y="3"/>
                    <a:pt x="8" y="4"/>
                    <a:pt x="4" y="5"/>
                  </a:cubicBezTo>
                  <a:cubicBezTo>
                    <a:pt x="3" y="5"/>
                    <a:pt x="2" y="5"/>
                    <a:pt x="2" y="6"/>
                  </a:cubicBezTo>
                  <a:cubicBezTo>
                    <a:pt x="2" y="6"/>
                    <a:pt x="2" y="6"/>
                    <a:pt x="2" y="6"/>
                  </a:cubicBezTo>
                  <a:cubicBezTo>
                    <a:pt x="5" y="4"/>
                    <a:pt x="9" y="4"/>
                    <a:pt x="13" y="4"/>
                  </a:cubicBezTo>
                  <a:cubicBezTo>
                    <a:pt x="17" y="4"/>
                    <a:pt x="21" y="5"/>
                    <a:pt x="25" y="5"/>
                  </a:cubicBezTo>
                  <a:cubicBezTo>
                    <a:pt x="25" y="5"/>
                    <a:pt x="25" y="5"/>
                    <a:pt x="26" y="5"/>
                  </a:cubicBezTo>
                  <a:cubicBezTo>
                    <a:pt x="26" y="5"/>
                    <a:pt x="26" y="5"/>
                    <a:pt x="26" y="5"/>
                  </a:cubicBezTo>
                  <a:cubicBezTo>
                    <a:pt x="24" y="4"/>
                    <a:pt x="22" y="4"/>
                    <a:pt x="21" y="4"/>
                  </a:cubicBezTo>
                  <a:cubicBezTo>
                    <a:pt x="19" y="3"/>
                    <a:pt x="17" y="3"/>
                    <a:pt x="16" y="3"/>
                  </a:cubicBezTo>
                  <a:cubicBezTo>
                    <a:pt x="14" y="3"/>
                    <a:pt x="12" y="3"/>
                    <a:pt x="10" y="4"/>
                  </a:cubicBezTo>
                  <a:cubicBezTo>
                    <a:pt x="7" y="4"/>
                    <a:pt x="5" y="5"/>
                    <a:pt x="3" y="5"/>
                  </a:cubicBezTo>
                  <a:cubicBezTo>
                    <a:pt x="3" y="5"/>
                    <a:pt x="2" y="5"/>
                    <a:pt x="2" y="6"/>
                  </a:cubicBezTo>
                  <a:cubicBezTo>
                    <a:pt x="2" y="6"/>
                    <a:pt x="2" y="6"/>
                    <a:pt x="2" y="6"/>
                  </a:cubicBezTo>
                  <a:cubicBezTo>
                    <a:pt x="6" y="5"/>
                    <a:pt x="10" y="4"/>
                    <a:pt x="14" y="4"/>
                  </a:cubicBezTo>
                  <a:cubicBezTo>
                    <a:pt x="17" y="3"/>
                    <a:pt x="20" y="3"/>
                    <a:pt x="23" y="4"/>
                  </a:cubicBezTo>
                  <a:cubicBezTo>
                    <a:pt x="24" y="4"/>
                    <a:pt x="25" y="4"/>
                    <a:pt x="25" y="5"/>
                  </a:cubicBezTo>
                  <a:cubicBezTo>
                    <a:pt x="25" y="5"/>
                    <a:pt x="25" y="5"/>
                    <a:pt x="25" y="5"/>
                  </a:cubicBezTo>
                  <a:cubicBezTo>
                    <a:pt x="22" y="3"/>
                    <a:pt x="18" y="3"/>
                    <a:pt x="14" y="2"/>
                  </a:cubicBezTo>
                  <a:cubicBezTo>
                    <a:pt x="10" y="2"/>
                    <a:pt x="6" y="3"/>
                    <a:pt x="2" y="4"/>
                  </a:cubicBezTo>
                  <a:cubicBezTo>
                    <a:pt x="2" y="4"/>
                    <a:pt x="1" y="4"/>
                    <a:pt x="1" y="4"/>
                  </a:cubicBezTo>
                  <a:cubicBezTo>
                    <a:pt x="1" y="4"/>
                    <a:pt x="1" y="4"/>
                    <a:pt x="1" y="4"/>
                  </a:cubicBezTo>
                  <a:cubicBezTo>
                    <a:pt x="5" y="3"/>
                    <a:pt x="9" y="3"/>
                    <a:pt x="13" y="3"/>
                  </a:cubicBezTo>
                  <a:cubicBezTo>
                    <a:pt x="17" y="3"/>
                    <a:pt x="20" y="3"/>
                    <a:pt x="23" y="4"/>
                  </a:cubicBezTo>
                  <a:cubicBezTo>
                    <a:pt x="23" y="4"/>
                    <a:pt x="23" y="4"/>
                    <a:pt x="23" y="4"/>
                  </a:cubicBezTo>
                  <a:cubicBezTo>
                    <a:pt x="20" y="3"/>
                    <a:pt x="16" y="1"/>
                    <a:pt x="12" y="1"/>
                  </a:cubicBezTo>
                  <a:cubicBezTo>
                    <a:pt x="9" y="1"/>
                    <a:pt x="5" y="2"/>
                    <a:pt x="2" y="3"/>
                  </a:cubicBezTo>
                  <a:cubicBezTo>
                    <a:pt x="1" y="3"/>
                    <a:pt x="1" y="3"/>
                    <a:pt x="0" y="4"/>
                  </a:cubicBezTo>
                  <a:cubicBezTo>
                    <a:pt x="0" y="4"/>
                    <a:pt x="0" y="4"/>
                    <a:pt x="0" y="4"/>
                  </a:cubicBezTo>
                  <a:cubicBezTo>
                    <a:pt x="4" y="3"/>
                    <a:pt x="8" y="2"/>
                    <a:pt x="13" y="2"/>
                  </a:cubicBezTo>
                  <a:cubicBezTo>
                    <a:pt x="15" y="2"/>
                    <a:pt x="18" y="2"/>
                    <a:pt x="21" y="3"/>
                  </a:cubicBezTo>
                  <a:cubicBezTo>
                    <a:pt x="22" y="3"/>
                    <a:pt x="24" y="4"/>
                    <a:pt x="25" y="5"/>
                  </a:cubicBezTo>
                  <a:cubicBezTo>
                    <a:pt x="25" y="5"/>
                    <a:pt x="25" y="4"/>
                    <a:pt x="25" y="4"/>
                  </a:cubicBezTo>
                  <a:cubicBezTo>
                    <a:pt x="21" y="4"/>
                    <a:pt x="18" y="2"/>
                    <a:pt x="15" y="1"/>
                  </a:cubicBezTo>
                  <a:cubicBezTo>
                    <a:pt x="11" y="0"/>
                    <a:pt x="7" y="0"/>
                    <a:pt x="4" y="2"/>
                  </a:cubicBezTo>
                  <a:cubicBezTo>
                    <a:pt x="3" y="2"/>
                    <a:pt x="3" y="2"/>
                    <a:pt x="4" y="2"/>
                  </a:cubicBezTo>
                  <a:cubicBezTo>
                    <a:pt x="11" y="1"/>
                    <a:pt x="18" y="1"/>
                    <a:pt x="25" y="5"/>
                  </a:cubicBezTo>
                  <a:cubicBezTo>
                    <a:pt x="25" y="5"/>
                    <a:pt x="25" y="5"/>
                    <a:pt x="26" y="5"/>
                  </a:cubicBezTo>
                  <a:cubicBezTo>
                    <a:pt x="26" y="5"/>
                    <a:pt x="26" y="5"/>
                    <a:pt x="26" y="5"/>
                  </a:cubicBezTo>
                  <a:cubicBezTo>
                    <a:pt x="23" y="4"/>
                    <a:pt x="20" y="3"/>
                    <a:pt x="18" y="2"/>
                  </a:cubicBezTo>
                  <a:cubicBezTo>
                    <a:pt x="15" y="2"/>
                    <a:pt x="12" y="2"/>
                    <a:pt x="10" y="1"/>
                  </a:cubicBezTo>
                  <a:cubicBezTo>
                    <a:pt x="10" y="2"/>
                    <a:pt x="10" y="2"/>
                    <a:pt x="10" y="2"/>
                  </a:cubicBezTo>
                  <a:cubicBezTo>
                    <a:pt x="12" y="2"/>
                    <a:pt x="14" y="2"/>
                    <a:pt x="15" y="2"/>
                  </a:cubicBezTo>
                  <a:cubicBezTo>
                    <a:pt x="17" y="2"/>
                    <a:pt x="19" y="2"/>
                    <a:pt x="21" y="3"/>
                  </a:cubicBezTo>
                  <a:cubicBezTo>
                    <a:pt x="22" y="3"/>
                    <a:pt x="24" y="4"/>
                    <a:pt x="25" y="4"/>
                  </a:cubicBezTo>
                  <a:cubicBezTo>
                    <a:pt x="26" y="5"/>
                    <a:pt x="28" y="5"/>
                    <a:pt x="29" y="5"/>
                  </a:cubicBezTo>
                  <a:cubicBezTo>
                    <a:pt x="29" y="5"/>
                    <a:pt x="29" y="5"/>
                    <a:pt x="29" y="5"/>
                  </a:cubicBezTo>
                  <a:cubicBezTo>
                    <a:pt x="27" y="3"/>
                    <a:pt x="24" y="2"/>
                    <a:pt x="22" y="2"/>
                  </a:cubicBezTo>
                  <a:cubicBezTo>
                    <a:pt x="19" y="1"/>
                    <a:pt x="15" y="1"/>
                    <a:pt x="12" y="1"/>
                  </a:cubicBezTo>
                  <a:cubicBezTo>
                    <a:pt x="12" y="1"/>
                    <a:pt x="12" y="1"/>
                    <a:pt x="12" y="1"/>
                  </a:cubicBezTo>
                  <a:cubicBezTo>
                    <a:pt x="15" y="1"/>
                    <a:pt x="18" y="1"/>
                    <a:pt x="21" y="2"/>
                  </a:cubicBezTo>
                  <a:cubicBezTo>
                    <a:pt x="24" y="3"/>
                    <a:pt x="27" y="4"/>
                    <a:pt x="30" y="5"/>
                  </a:cubicBezTo>
                  <a:cubicBezTo>
                    <a:pt x="30" y="5"/>
                    <a:pt x="31" y="5"/>
                    <a:pt x="30" y="5"/>
                  </a:cubicBezTo>
                  <a:cubicBezTo>
                    <a:pt x="26" y="3"/>
                    <a:pt x="22" y="1"/>
                    <a:pt x="17" y="1"/>
                  </a:cubicBezTo>
                  <a:cubicBezTo>
                    <a:pt x="17" y="1"/>
                    <a:pt x="17" y="1"/>
                    <a:pt x="17" y="1"/>
                  </a:cubicBezTo>
                  <a:cubicBezTo>
                    <a:pt x="17" y="2"/>
                    <a:pt x="18" y="2"/>
                    <a:pt x="19" y="2"/>
                  </a:cubicBezTo>
                  <a:cubicBezTo>
                    <a:pt x="20" y="2"/>
                    <a:pt x="21" y="2"/>
                    <a:pt x="22" y="2"/>
                  </a:cubicBezTo>
                  <a:cubicBezTo>
                    <a:pt x="23" y="3"/>
                    <a:pt x="25" y="4"/>
                    <a:pt x="27" y="4"/>
                  </a:cubicBezTo>
                  <a:cubicBezTo>
                    <a:pt x="27" y="4"/>
                    <a:pt x="27" y="4"/>
                    <a:pt x="2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6" name="Freeform 40"/>
            <p:cNvSpPr/>
            <p:nvPr/>
          </p:nvSpPr>
          <p:spPr bwMode="auto">
            <a:xfrm>
              <a:off x="1433513" y="2917826"/>
              <a:ext cx="822325" cy="709613"/>
            </a:xfrm>
            <a:custGeom>
              <a:avLst/>
              <a:gdLst>
                <a:gd name="T0" fmla="*/ 32 w 36"/>
                <a:gd name="T1" fmla="*/ 9 h 31"/>
                <a:gd name="T2" fmla="*/ 20 w 36"/>
                <a:gd name="T3" fmla="*/ 11 h 31"/>
                <a:gd name="T4" fmla="*/ 16 w 36"/>
                <a:gd name="T5" fmla="*/ 11 h 31"/>
                <a:gd name="T6" fmla="*/ 36 w 36"/>
                <a:gd name="T7" fmla="*/ 8 h 31"/>
                <a:gd name="T8" fmla="*/ 27 w 36"/>
                <a:gd name="T9" fmla="*/ 7 h 31"/>
                <a:gd name="T10" fmla="*/ 14 w 36"/>
                <a:gd name="T11" fmla="*/ 12 h 31"/>
                <a:gd name="T12" fmla="*/ 12 w 36"/>
                <a:gd name="T13" fmla="*/ 14 h 31"/>
                <a:gd name="T14" fmla="*/ 25 w 36"/>
                <a:gd name="T15" fmla="*/ 7 h 31"/>
                <a:gd name="T16" fmla="*/ 24 w 36"/>
                <a:gd name="T17" fmla="*/ 6 h 31"/>
                <a:gd name="T18" fmla="*/ 25 w 36"/>
                <a:gd name="T19" fmla="*/ 3 h 31"/>
                <a:gd name="T20" fmla="*/ 22 w 36"/>
                <a:gd name="T21" fmla="*/ 2 h 31"/>
                <a:gd name="T22" fmla="*/ 15 w 36"/>
                <a:gd name="T23" fmla="*/ 2 h 31"/>
                <a:gd name="T24" fmla="*/ 5 w 36"/>
                <a:gd name="T25" fmla="*/ 6 h 31"/>
                <a:gd name="T26" fmla="*/ 3 w 36"/>
                <a:gd name="T27" fmla="*/ 7 h 31"/>
                <a:gd name="T28" fmla="*/ 7 w 36"/>
                <a:gd name="T29" fmla="*/ 8 h 31"/>
                <a:gd name="T30" fmla="*/ 6 w 36"/>
                <a:gd name="T31" fmla="*/ 9 h 31"/>
                <a:gd name="T32" fmla="*/ 9 w 36"/>
                <a:gd name="T33" fmla="*/ 5 h 31"/>
                <a:gd name="T34" fmla="*/ 8 w 36"/>
                <a:gd name="T35" fmla="*/ 6 h 31"/>
                <a:gd name="T36" fmla="*/ 4 w 36"/>
                <a:gd name="T37" fmla="*/ 14 h 31"/>
                <a:gd name="T38" fmla="*/ 4 w 36"/>
                <a:gd name="T39" fmla="*/ 14 h 31"/>
                <a:gd name="T40" fmla="*/ 7 w 36"/>
                <a:gd name="T41" fmla="*/ 11 h 31"/>
                <a:gd name="T42" fmla="*/ 12 w 36"/>
                <a:gd name="T43" fmla="*/ 6 h 31"/>
                <a:gd name="T44" fmla="*/ 13 w 36"/>
                <a:gd name="T45" fmla="*/ 7 h 31"/>
                <a:gd name="T46" fmla="*/ 7 w 36"/>
                <a:gd name="T47" fmla="*/ 20 h 31"/>
                <a:gd name="T48" fmla="*/ 10 w 36"/>
                <a:gd name="T49" fmla="*/ 17 h 31"/>
                <a:gd name="T50" fmla="*/ 9 w 36"/>
                <a:gd name="T51" fmla="*/ 28 h 31"/>
                <a:gd name="T52" fmla="*/ 10 w 36"/>
                <a:gd name="T53" fmla="*/ 16 h 31"/>
                <a:gd name="T54" fmla="*/ 6 w 36"/>
                <a:gd name="T55" fmla="*/ 15 h 31"/>
                <a:gd name="T56" fmla="*/ 9 w 36"/>
                <a:gd name="T57" fmla="*/ 31 h 31"/>
                <a:gd name="T58" fmla="*/ 9 w 36"/>
                <a:gd name="T59" fmla="*/ 22 h 31"/>
                <a:gd name="T60" fmla="*/ 12 w 36"/>
                <a:gd name="T61" fmla="*/ 11 h 31"/>
                <a:gd name="T62" fmla="*/ 13 w 36"/>
                <a:gd name="T63" fmla="*/ 10 h 31"/>
                <a:gd name="T64" fmla="*/ 6 w 36"/>
                <a:gd name="T65" fmla="*/ 18 h 31"/>
                <a:gd name="T66" fmla="*/ 5 w 36"/>
                <a:gd name="T67" fmla="*/ 17 h 31"/>
                <a:gd name="T68" fmla="*/ 12 w 36"/>
                <a:gd name="T69" fmla="*/ 7 h 31"/>
                <a:gd name="T70" fmla="*/ 12 w 36"/>
                <a:gd name="T71" fmla="*/ 6 h 31"/>
                <a:gd name="T72" fmla="*/ 11 w 36"/>
                <a:gd name="T73" fmla="*/ 7 h 31"/>
                <a:gd name="T74" fmla="*/ 7 w 36"/>
                <a:gd name="T75" fmla="*/ 10 h 31"/>
                <a:gd name="T76" fmla="*/ 1 w 36"/>
                <a:gd name="T77" fmla="*/ 11 h 31"/>
                <a:gd name="T78" fmla="*/ 3 w 36"/>
                <a:gd name="T79" fmla="*/ 11 h 31"/>
                <a:gd name="T80" fmla="*/ 9 w 36"/>
                <a:gd name="T81" fmla="*/ 6 h 31"/>
                <a:gd name="T82" fmla="*/ 6 w 36"/>
                <a:gd name="T83" fmla="*/ 6 h 31"/>
                <a:gd name="T84" fmla="*/ 5 w 36"/>
                <a:gd name="T85" fmla="*/ 7 h 31"/>
                <a:gd name="T86" fmla="*/ 11 w 36"/>
                <a:gd name="T87" fmla="*/ 2 h 31"/>
                <a:gd name="T88" fmla="*/ 8 w 36"/>
                <a:gd name="T89" fmla="*/ 5 h 31"/>
                <a:gd name="T90" fmla="*/ 10 w 36"/>
                <a:gd name="T91" fmla="*/ 6 h 31"/>
                <a:gd name="T92" fmla="*/ 15 w 36"/>
                <a:gd name="T93" fmla="*/ 7 h 31"/>
                <a:gd name="T94" fmla="*/ 8 w 36"/>
                <a:gd name="T95" fmla="*/ 15 h 31"/>
                <a:gd name="T96" fmla="*/ 11 w 36"/>
                <a:gd name="T97" fmla="*/ 14 h 31"/>
                <a:gd name="T98" fmla="*/ 24 w 36"/>
                <a:gd name="T99" fmla="*/ 9 h 31"/>
                <a:gd name="T100" fmla="*/ 10 w 36"/>
                <a:gd name="T101" fmla="*/ 18 h 31"/>
                <a:gd name="T102" fmla="*/ 11 w 36"/>
                <a:gd name="T103" fmla="*/ 14 h 31"/>
                <a:gd name="T104" fmla="*/ 33 w 36"/>
                <a:gd name="T105" fmla="*/ 8 h 31"/>
                <a:gd name="T106" fmla="*/ 30 w 36"/>
                <a:gd name="T107" fmla="*/ 7 h 31"/>
                <a:gd name="T108" fmla="*/ 12 w 36"/>
                <a:gd name="T109" fmla="*/ 15 h 31"/>
                <a:gd name="T110" fmla="*/ 15 w 36"/>
                <a:gd name="T111"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6" h="31">
                  <a:moveTo>
                    <a:pt x="30" y="7"/>
                  </a:moveTo>
                  <a:cubicBezTo>
                    <a:pt x="27" y="7"/>
                    <a:pt x="25" y="8"/>
                    <a:pt x="22" y="9"/>
                  </a:cubicBezTo>
                  <a:cubicBezTo>
                    <a:pt x="21" y="9"/>
                    <a:pt x="20" y="9"/>
                    <a:pt x="19" y="10"/>
                  </a:cubicBezTo>
                  <a:cubicBezTo>
                    <a:pt x="18" y="11"/>
                    <a:pt x="16" y="11"/>
                    <a:pt x="15" y="11"/>
                  </a:cubicBezTo>
                  <a:cubicBezTo>
                    <a:pt x="15" y="12"/>
                    <a:pt x="15" y="12"/>
                    <a:pt x="15" y="12"/>
                  </a:cubicBezTo>
                  <a:cubicBezTo>
                    <a:pt x="17" y="10"/>
                    <a:pt x="20" y="9"/>
                    <a:pt x="23" y="8"/>
                  </a:cubicBezTo>
                  <a:cubicBezTo>
                    <a:pt x="26" y="8"/>
                    <a:pt x="29" y="7"/>
                    <a:pt x="32" y="8"/>
                  </a:cubicBezTo>
                  <a:cubicBezTo>
                    <a:pt x="32" y="8"/>
                    <a:pt x="32" y="9"/>
                    <a:pt x="32" y="9"/>
                  </a:cubicBezTo>
                  <a:cubicBezTo>
                    <a:pt x="32" y="9"/>
                    <a:pt x="32" y="8"/>
                    <a:pt x="32" y="8"/>
                  </a:cubicBezTo>
                  <a:cubicBezTo>
                    <a:pt x="31" y="9"/>
                    <a:pt x="31" y="9"/>
                    <a:pt x="30" y="9"/>
                  </a:cubicBezTo>
                  <a:cubicBezTo>
                    <a:pt x="29" y="9"/>
                    <a:pt x="28" y="9"/>
                    <a:pt x="27" y="9"/>
                  </a:cubicBezTo>
                  <a:cubicBezTo>
                    <a:pt x="25" y="9"/>
                    <a:pt x="23" y="10"/>
                    <a:pt x="21" y="10"/>
                  </a:cubicBezTo>
                  <a:cubicBezTo>
                    <a:pt x="18" y="11"/>
                    <a:pt x="15" y="13"/>
                    <a:pt x="12" y="15"/>
                  </a:cubicBezTo>
                  <a:cubicBezTo>
                    <a:pt x="12" y="15"/>
                    <a:pt x="12" y="15"/>
                    <a:pt x="12" y="15"/>
                  </a:cubicBezTo>
                  <a:cubicBezTo>
                    <a:pt x="13" y="14"/>
                    <a:pt x="14" y="13"/>
                    <a:pt x="16" y="12"/>
                  </a:cubicBezTo>
                  <a:cubicBezTo>
                    <a:pt x="17" y="12"/>
                    <a:pt x="18" y="11"/>
                    <a:pt x="20" y="11"/>
                  </a:cubicBezTo>
                  <a:cubicBezTo>
                    <a:pt x="22" y="10"/>
                    <a:pt x="23" y="10"/>
                    <a:pt x="25" y="10"/>
                  </a:cubicBezTo>
                  <a:cubicBezTo>
                    <a:pt x="27" y="9"/>
                    <a:pt x="29" y="9"/>
                    <a:pt x="31" y="8"/>
                  </a:cubicBezTo>
                  <a:cubicBezTo>
                    <a:pt x="31" y="8"/>
                    <a:pt x="31" y="8"/>
                    <a:pt x="31" y="8"/>
                  </a:cubicBezTo>
                  <a:cubicBezTo>
                    <a:pt x="31" y="8"/>
                    <a:pt x="31" y="8"/>
                    <a:pt x="31" y="8"/>
                  </a:cubicBezTo>
                  <a:cubicBezTo>
                    <a:pt x="30" y="7"/>
                    <a:pt x="29" y="7"/>
                    <a:pt x="28" y="7"/>
                  </a:cubicBezTo>
                  <a:cubicBezTo>
                    <a:pt x="27" y="7"/>
                    <a:pt x="26" y="7"/>
                    <a:pt x="25" y="8"/>
                  </a:cubicBezTo>
                  <a:cubicBezTo>
                    <a:pt x="24" y="8"/>
                    <a:pt x="22" y="8"/>
                    <a:pt x="21" y="9"/>
                  </a:cubicBezTo>
                  <a:cubicBezTo>
                    <a:pt x="19" y="9"/>
                    <a:pt x="18" y="10"/>
                    <a:pt x="16" y="11"/>
                  </a:cubicBezTo>
                  <a:cubicBezTo>
                    <a:pt x="15" y="12"/>
                    <a:pt x="14" y="12"/>
                    <a:pt x="12" y="13"/>
                  </a:cubicBezTo>
                  <a:cubicBezTo>
                    <a:pt x="12" y="13"/>
                    <a:pt x="12" y="13"/>
                    <a:pt x="12" y="13"/>
                  </a:cubicBezTo>
                  <a:cubicBezTo>
                    <a:pt x="16" y="11"/>
                    <a:pt x="19" y="9"/>
                    <a:pt x="23" y="8"/>
                  </a:cubicBezTo>
                  <a:cubicBezTo>
                    <a:pt x="25" y="8"/>
                    <a:pt x="27" y="8"/>
                    <a:pt x="29" y="8"/>
                  </a:cubicBezTo>
                  <a:cubicBezTo>
                    <a:pt x="30" y="8"/>
                    <a:pt x="31" y="8"/>
                    <a:pt x="32" y="8"/>
                  </a:cubicBezTo>
                  <a:cubicBezTo>
                    <a:pt x="33" y="8"/>
                    <a:pt x="34" y="8"/>
                    <a:pt x="35" y="9"/>
                  </a:cubicBezTo>
                  <a:cubicBezTo>
                    <a:pt x="35" y="9"/>
                    <a:pt x="35" y="9"/>
                    <a:pt x="36" y="9"/>
                  </a:cubicBezTo>
                  <a:cubicBezTo>
                    <a:pt x="36" y="9"/>
                    <a:pt x="36" y="9"/>
                    <a:pt x="36" y="8"/>
                  </a:cubicBezTo>
                  <a:cubicBezTo>
                    <a:pt x="34" y="7"/>
                    <a:pt x="31" y="7"/>
                    <a:pt x="29" y="7"/>
                  </a:cubicBezTo>
                  <a:cubicBezTo>
                    <a:pt x="26" y="7"/>
                    <a:pt x="23" y="7"/>
                    <a:pt x="20" y="9"/>
                  </a:cubicBezTo>
                  <a:cubicBezTo>
                    <a:pt x="16" y="10"/>
                    <a:pt x="13" y="13"/>
                    <a:pt x="10" y="15"/>
                  </a:cubicBezTo>
                  <a:cubicBezTo>
                    <a:pt x="11" y="15"/>
                    <a:pt x="11" y="15"/>
                    <a:pt x="11" y="15"/>
                  </a:cubicBezTo>
                  <a:cubicBezTo>
                    <a:pt x="11" y="14"/>
                    <a:pt x="12" y="13"/>
                    <a:pt x="13" y="12"/>
                  </a:cubicBezTo>
                  <a:cubicBezTo>
                    <a:pt x="14" y="11"/>
                    <a:pt x="15" y="10"/>
                    <a:pt x="16" y="10"/>
                  </a:cubicBezTo>
                  <a:cubicBezTo>
                    <a:pt x="19" y="8"/>
                    <a:pt x="23" y="7"/>
                    <a:pt x="26" y="7"/>
                  </a:cubicBezTo>
                  <a:cubicBezTo>
                    <a:pt x="27" y="7"/>
                    <a:pt x="27" y="7"/>
                    <a:pt x="27" y="7"/>
                  </a:cubicBezTo>
                  <a:cubicBezTo>
                    <a:pt x="27" y="7"/>
                    <a:pt x="27" y="7"/>
                    <a:pt x="27" y="7"/>
                  </a:cubicBezTo>
                  <a:cubicBezTo>
                    <a:pt x="24" y="7"/>
                    <a:pt x="20" y="8"/>
                    <a:pt x="17" y="9"/>
                  </a:cubicBezTo>
                  <a:cubicBezTo>
                    <a:pt x="15" y="10"/>
                    <a:pt x="14" y="11"/>
                    <a:pt x="13" y="13"/>
                  </a:cubicBezTo>
                  <a:cubicBezTo>
                    <a:pt x="12" y="14"/>
                    <a:pt x="11" y="16"/>
                    <a:pt x="10" y="17"/>
                  </a:cubicBezTo>
                  <a:cubicBezTo>
                    <a:pt x="10" y="17"/>
                    <a:pt x="10" y="17"/>
                    <a:pt x="9" y="18"/>
                  </a:cubicBezTo>
                  <a:cubicBezTo>
                    <a:pt x="9" y="18"/>
                    <a:pt x="10" y="18"/>
                    <a:pt x="10" y="18"/>
                  </a:cubicBezTo>
                  <a:cubicBezTo>
                    <a:pt x="10" y="16"/>
                    <a:pt x="10" y="15"/>
                    <a:pt x="11" y="15"/>
                  </a:cubicBezTo>
                  <a:cubicBezTo>
                    <a:pt x="12" y="14"/>
                    <a:pt x="13" y="13"/>
                    <a:pt x="14" y="12"/>
                  </a:cubicBezTo>
                  <a:cubicBezTo>
                    <a:pt x="16" y="11"/>
                    <a:pt x="17" y="10"/>
                    <a:pt x="18" y="10"/>
                  </a:cubicBezTo>
                  <a:cubicBezTo>
                    <a:pt x="19" y="10"/>
                    <a:pt x="20" y="9"/>
                    <a:pt x="21" y="9"/>
                  </a:cubicBezTo>
                  <a:cubicBezTo>
                    <a:pt x="22" y="9"/>
                    <a:pt x="23" y="9"/>
                    <a:pt x="24" y="9"/>
                  </a:cubicBezTo>
                  <a:cubicBezTo>
                    <a:pt x="24" y="9"/>
                    <a:pt x="24" y="9"/>
                    <a:pt x="24" y="9"/>
                  </a:cubicBezTo>
                  <a:cubicBezTo>
                    <a:pt x="24" y="9"/>
                    <a:pt x="24" y="8"/>
                    <a:pt x="24" y="8"/>
                  </a:cubicBezTo>
                  <a:cubicBezTo>
                    <a:pt x="23" y="8"/>
                    <a:pt x="21" y="8"/>
                    <a:pt x="20" y="9"/>
                  </a:cubicBezTo>
                  <a:cubicBezTo>
                    <a:pt x="18" y="9"/>
                    <a:pt x="17" y="10"/>
                    <a:pt x="15" y="11"/>
                  </a:cubicBezTo>
                  <a:cubicBezTo>
                    <a:pt x="14" y="12"/>
                    <a:pt x="13" y="13"/>
                    <a:pt x="12" y="14"/>
                  </a:cubicBezTo>
                  <a:cubicBezTo>
                    <a:pt x="11" y="16"/>
                    <a:pt x="10" y="17"/>
                    <a:pt x="9" y="19"/>
                  </a:cubicBezTo>
                  <a:cubicBezTo>
                    <a:pt x="9" y="19"/>
                    <a:pt x="8" y="20"/>
                    <a:pt x="8" y="20"/>
                  </a:cubicBezTo>
                  <a:cubicBezTo>
                    <a:pt x="8" y="20"/>
                    <a:pt x="8" y="20"/>
                    <a:pt x="8" y="20"/>
                  </a:cubicBezTo>
                  <a:cubicBezTo>
                    <a:pt x="8" y="19"/>
                    <a:pt x="9" y="17"/>
                    <a:pt x="10" y="16"/>
                  </a:cubicBezTo>
                  <a:cubicBezTo>
                    <a:pt x="11" y="15"/>
                    <a:pt x="12" y="14"/>
                    <a:pt x="13" y="12"/>
                  </a:cubicBezTo>
                  <a:cubicBezTo>
                    <a:pt x="14" y="11"/>
                    <a:pt x="16" y="10"/>
                    <a:pt x="17" y="9"/>
                  </a:cubicBezTo>
                  <a:cubicBezTo>
                    <a:pt x="19" y="9"/>
                    <a:pt x="21" y="8"/>
                    <a:pt x="22" y="8"/>
                  </a:cubicBezTo>
                  <a:cubicBezTo>
                    <a:pt x="23" y="8"/>
                    <a:pt x="24" y="8"/>
                    <a:pt x="25" y="7"/>
                  </a:cubicBezTo>
                  <a:cubicBezTo>
                    <a:pt x="25" y="7"/>
                    <a:pt x="25" y="7"/>
                    <a:pt x="25" y="7"/>
                  </a:cubicBezTo>
                  <a:cubicBezTo>
                    <a:pt x="24" y="6"/>
                    <a:pt x="22" y="7"/>
                    <a:pt x="21" y="7"/>
                  </a:cubicBezTo>
                  <a:cubicBezTo>
                    <a:pt x="19" y="7"/>
                    <a:pt x="18" y="8"/>
                    <a:pt x="17" y="9"/>
                  </a:cubicBezTo>
                  <a:cubicBezTo>
                    <a:pt x="14" y="11"/>
                    <a:pt x="11" y="13"/>
                    <a:pt x="8" y="15"/>
                  </a:cubicBezTo>
                  <a:cubicBezTo>
                    <a:pt x="8" y="15"/>
                    <a:pt x="8" y="15"/>
                    <a:pt x="8" y="16"/>
                  </a:cubicBezTo>
                  <a:cubicBezTo>
                    <a:pt x="11" y="13"/>
                    <a:pt x="13" y="11"/>
                    <a:pt x="15" y="9"/>
                  </a:cubicBezTo>
                  <a:cubicBezTo>
                    <a:pt x="18" y="7"/>
                    <a:pt x="21" y="5"/>
                    <a:pt x="24" y="6"/>
                  </a:cubicBezTo>
                  <a:cubicBezTo>
                    <a:pt x="24" y="6"/>
                    <a:pt x="24" y="6"/>
                    <a:pt x="24" y="6"/>
                  </a:cubicBezTo>
                  <a:cubicBezTo>
                    <a:pt x="21" y="6"/>
                    <a:pt x="18" y="7"/>
                    <a:pt x="15" y="8"/>
                  </a:cubicBezTo>
                  <a:cubicBezTo>
                    <a:pt x="12" y="10"/>
                    <a:pt x="9" y="12"/>
                    <a:pt x="7" y="14"/>
                  </a:cubicBezTo>
                  <a:cubicBezTo>
                    <a:pt x="7" y="14"/>
                    <a:pt x="7" y="14"/>
                    <a:pt x="7" y="14"/>
                  </a:cubicBezTo>
                  <a:cubicBezTo>
                    <a:pt x="9" y="11"/>
                    <a:pt x="12" y="9"/>
                    <a:pt x="15" y="7"/>
                  </a:cubicBezTo>
                  <a:cubicBezTo>
                    <a:pt x="17" y="6"/>
                    <a:pt x="18" y="5"/>
                    <a:pt x="20" y="5"/>
                  </a:cubicBezTo>
                  <a:cubicBezTo>
                    <a:pt x="21" y="5"/>
                    <a:pt x="22" y="4"/>
                    <a:pt x="23" y="4"/>
                  </a:cubicBezTo>
                  <a:cubicBezTo>
                    <a:pt x="24" y="4"/>
                    <a:pt x="24" y="4"/>
                    <a:pt x="25" y="3"/>
                  </a:cubicBezTo>
                  <a:cubicBezTo>
                    <a:pt x="25" y="3"/>
                    <a:pt x="25" y="3"/>
                    <a:pt x="25" y="3"/>
                  </a:cubicBezTo>
                  <a:cubicBezTo>
                    <a:pt x="24" y="2"/>
                    <a:pt x="23" y="2"/>
                    <a:pt x="22" y="2"/>
                  </a:cubicBezTo>
                  <a:cubicBezTo>
                    <a:pt x="20" y="2"/>
                    <a:pt x="19" y="3"/>
                    <a:pt x="18" y="3"/>
                  </a:cubicBezTo>
                  <a:cubicBezTo>
                    <a:pt x="15" y="4"/>
                    <a:pt x="12" y="4"/>
                    <a:pt x="10" y="6"/>
                  </a:cubicBezTo>
                  <a:cubicBezTo>
                    <a:pt x="8" y="6"/>
                    <a:pt x="7" y="7"/>
                    <a:pt x="6" y="9"/>
                  </a:cubicBezTo>
                  <a:cubicBezTo>
                    <a:pt x="5" y="9"/>
                    <a:pt x="6" y="9"/>
                    <a:pt x="6" y="9"/>
                  </a:cubicBezTo>
                  <a:cubicBezTo>
                    <a:pt x="9" y="8"/>
                    <a:pt x="11" y="6"/>
                    <a:pt x="14" y="5"/>
                  </a:cubicBezTo>
                  <a:cubicBezTo>
                    <a:pt x="16" y="4"/>
                    <a:pt x="19" y="3"/>
                    <a:pt x="22" y="2"/>
                  </a:cubicBezTo>
                  <a:cubicBezTo>
                    <a:pt x="22" y="2"/>
                    <a:pt x="22" y="2"/>
                    <a:pt x="22" y="2"/>
                  </a:cubicBezTo>
                  <a:cubicBezTo>
                    <a:pt x="22" y="1"/>
                    <a:pt x="21" y="1"/>
                    <a:pt x="20" y="1"/>
                  </a:cubicBezTo>
                  <a:cubicBezTo>
                    <a:pt x="19" y="1"/>
                    <a:pt x="18" y="1"/>
                    <a:pt x="17" y="1"/>
                  </a:cubicBezTo>
                  <a:cubicBezTo>
                    <a:pt x="16" y="1"/>
                    <a:pt x="15" y="2"/>
                    <a:pt x="14" y="2"/>
                  </a:cubicBezTo>
                  <a:cubicBezTo>
                    <a:pt x="13" y="2"/>
                    <a:pt x="12" y="3"/>
                    <a:pt x="10" y="3"/>
                  </a:cubicBezTo>
                  <a:cubicBezTo>
                    <a:pt x="8" y="4"/>
                    <a:pt x="5" y="6"/>
                    <a:pt x="3" y="7"/>
                  </a:cubicBezTo>
                  <a:cubicBezTo>
                    <a:pt x="3" y="7"/>
                    <a:pt x="3" y="8"/>
                    <a:pt x="3" y="8"/>
                  </a:cubicBezTo>
                  <a:cubicBezTo>
                    <a:pt x="6" y="6"/>
                    <a:pt x="8" y="4"/>
                    <a:pt x="11" y="3"/>
                  </a:cubicBezTo>
                  <a:cubicBezTo>
                    <a:pt x="12" y="2"/>
                    <a:pt x="14" y="2"/>
                    <a:pt x="15" y="2"/>
                  </a:cubicBezTo>
                  <a:cubicBezTo>
                    <a:pt x="17" y="2"/>
                    <a:pt x="18" y="2"/>
                    <a:pt x="20" y="1"/>
                  </a:cubicBezTo>
                  <a:cubicBezTo>
                    <a:pt x="20" y="1"/>
                    <a:pt x="20" y="1"/>
                    <a:pt x="20" y="1"/>
                  </a:cubicBezTo>
                  <a:cubicBezTo>
                    <a:pt x="20" y="0"/>
                    <a:pt x="19" y="0"/>
                    <a:pt x="18" y="0"/>
                  </a:cubicBezTo>
                  <a:cubicBezTo>
                    <a:pt x="17" y="0"/>
                    <a:pt x="16" y="0"/>
                    <a:pt x="15" y="1"/>
                  </a:cubicBezTo>
                  <a:cubicBezTo>
                    <a:pt x="12" y="1"/>
                    <a:pt x="10" y="2"/>
                    <a:pt x="8" y="3"/>
                  </a:cubicBezTo>
                  <a:cubicBezTo>
                    <a:pt x="6" y="4"/>
                    <a:pt x="4" y="5"/>
                    <a:pt x="4" y="7"/>
                  </a:cubicBezTo>
                  <a:cubicBezTo>
                    <a:pt x="4" y="7"/>
                    <a:pt x="4" y="7"/>
                    <a:pt x="4" y="7"/>
                  </a:cubicBezTo>
                  <a:cubicBezTo>
                    <a:pt x="4" y="7"/>
                    <a:pt x="5" y="7"/>
                    <a:pt x="5" y="6"/>
                  </a:cubicBezTo>
                  <a:cubicBezTo>
                    <a:pt x="6" y="6"/>
                    <a:pt x="7" y="5"/>
                    <a:pt x="7" y="5"/>
                  </a:cubicBezTo>
                  <a:cubicBezTo>
                    <a:pt x="8" y="4"/>
                    <a:pt x="9" y="2"/>
                    <a:pt x="10" y="1"/>
                  </a:cubicBezTo>
                  <a:cubicBezTo>
                    <a:pt x="10" y="1"/>
                    <a:pt x="10" y="1"/>
                    <a:pt x="10" y="1"/>
                  </a:cubicBezTo>
                  <a:cubicBezTo>
                    <a:pt x="8" y="3"/>
                    <a:pt x="6" y="5"/>
                    <a:pt x="5" y="7"/>
                  </a:cubicBezTo>
                  <a:cubicBezTo>
                    <a:pt x="3" y="8"/>
                    <a:pt x="2" y="10"/>
                    <a:pt x="0" y="12"/>
                  </a:cubicBezTo>
                  <a:cubicBezTo>
                    <a:pt x="0" y="12"/>
                    <a:pt x="0" y="12"/>
                    <a:pt x="0" y="12"/>
                  </a:cubicBezTo>
                  <a:cubicBezTo>
                    <a:pt x="1" y="10"/>
                    <a:pt x="2" y="9"/>
                    <a:pt x="3" y="8"/>
                  </a:cubicBezTo>
                  <a:cubicBezTo>
                    <a:pt x="3" y="7"/>
                    <a:pt x="3" y="7"/>
                    <a:pt x="3" y="7"/>
                  </a:cubicBezTo>
                  <a:cubicBezTo>
                    <a:pt x="2" y="9"/>
                    <a:pt x="1" y="12"/>
                    <a:pt x="0" y="14"/>
                  </a:cubicBezTo>
                  <a:cubicBezTo>
                    <a:pt x="0" y="14"/>
                    <a:pt x="0" y="14"/>
                    <a:pt x="0" y="14"/>
                  </a:cubicBezTo>
                  <a:cubicBezTo>
                    <a:pt x="1" y="13"/>
                    <a:pt x="2" y="11"/>
                    <a:pt x="2" y="10"/>
                  </a:cubicBezTo>
                  <a:cubicBezTo>
                    <a:pt x="3" y="9"/>
                    <a:pt x="4" y="7"/>
                    <a:pt x="6" y="7"/>
                  </a:cubicBezTo>
                  <a:cubicBezTo>
                    <a:pt x="6" y="7"/>
                    <a:pt x="6" y="6"/>
                    <a:pt x="5" y="6"/>
                  </a:cubicBezTo>
                  <a:cubicBezTo>
                    <a:pt x="4" y="9"/>
                    <a:pt x="3" y="11"/>
                    <a:pt x="1" y="13"/>
                  </a:cubicBezTo>
                  <a:cubicBezTo>
                    <a:pt x="1" y="13"/>
                    <a:pt x="1" y="13"/>
                    <a:pt x="2" y="13"/>
                  </a:cubicBezTo>
                  <a:cubicBezTo>
                    <a:pt x="4" y="12"/>
                    <a:pt x="5" y="9"/>
                    <a:pt x="7" y="8"/>
                  </a:cubicBezTo>
                  <a:cubicBezTo>
                    <a:pt x="6" y="7"/>
                    <a:pt x="6" y="7"/>
                    <a:pt x="6" y="7"/>
                  </a:cubicBezTo>
                  <a:cubicBezTo>
                    <a:pt x="5" y="9"/>
                    <a:pt x="3" y="11"/>
                    <a:pt x="2" y="13"/>
                  </a:cubicBezTo>
                  <a:cubicBezTo>
                    <a:pt x="2" y="13"/>
                    <a:pt x="2" y="13"/>
                    <a:pt x="2" y="13"/>
                  </a:cubicBezTo>
                  <a:cubicBezTo>
                    <a:pt x="4" y="11"/>
                    <a:pt x="6" y="8"/>
                    <a:pt x="9" y="6"/>
                  </a:cubicBezTo>
                  <a:cubicBezTo>
                    <a:pt x="9" y="6"/>
                    <a:pt x="9" y="6"/>
                    <a:pt x="8" y="6"/>
                  </a:cubicBezTo>
                  <a:cubicBezTo>
                    <a:pt x="7" y="8"/>
                    <a:pt x="5" y="11"/>
                    <a:pt x="3" y="13"/>
                  </a:cubicBezTo>
                  <a:cubicBezTo>
                    <a:pt x="2" y="13"/>
                    <a:pt x="3" y="13"/>
                    <a:pt x="3" y="13"/>
                  </a:cubicBezTo>
                  <a:cubicBezTo>
                    <a:pt x="4" y="12"/>
                    <a:pt x="5" y="10"/>
                    <a:pt x="6" y="9"/>
                  </a:cubicBezTo>
                  <a:cubicBezTo>
                    <a:pt x="7" y="8"/>
                    <a:pt x="9" y="7"/>
                    <a:pt x="9" y="6"/>
                  </a:cubicBezTo>
                  <a:cubicBezTo>
                    <a:pt x="9" y="6"/>
                    <a:pt x="9" y="5"/>
                    <a:pt x="9" y="6"/>
                  </a:cubicBezTo>
                  <a:cubicBezTo>
                    <a:pt x="7" y="7"/>
                    <a:pt x="4" y="9"/>
                    <a:pt x="3" y="11"/>
                  </a:cubicBezTo>
                  <a:cubicBezTo>
                    <a:pt x="3" y="11"/>
                    <a:pt x="3" y="11"/>
                    <a:pt x="3" y="11"/>
                  </a:cubicBezTo>
                  <a:cubicBezTo>
                    <a:pt x="4" y="11"/>
                    <a:pt x="4" y="11"/>
                    <a:pt x="4" y="10"/>
                  </a:cubicBezTo>
                  <a:cubicBezTo>
                    <a:pt x="5" y="10"/>
                    <a:pt x="5" y="9"/>
                    <a:pt x="6" y="9"/>
                  </a:cubicBezTo>
                  <a:cubicBezTo>
                    <a:pt x="7" y="8"/>
                    <a:pt x="8" y="7"/>
                    <a:pt x="9" y="5"/>
                  </a:cubicBezTo>
                  <a:cubicBezTo>
                    <a:pt x="9" y="5"/>
                    <a:pt x="9" y="5"/>
                    <a:pt x="9" y="5"/>
                  </a:cubicBezTo>
                  <a:cubicBezTo>
                    <a:pt x="8" y="5"/>
                    <a:pt x="7" y="5"/>
                    <a:pt x="6" y="6"/>
                  </a:cubicBezTo>
                  <a:cubicBezTo>
                    <a:pt x="6" y="6"/>
                    <a:pt x="5" y="7"/>
                    <a:pt x="4" y="8"/>
                  </a:cubicBezTo>
                  <a:cubicBezTo>
                    <a:pt x="3" y="9"/>
                    <a:pt x="2" y="10"/>
                    <a:pt x="1" y="12"/>
                  </a:cubicBezTo>
                  <a:cubicBezTo>
                    <a:pt x="1" y="12"/>
                    <a:pt x="1" y="12"/>
                    <a:pt x="1" y="12"/>
                  </a:cubicBezTo>
                  <a:cubicBezTo>
                    <a:pt x="2" y="12"/>
                    <a:pt x="3" y="11"/>
                    <a:pt x="3" y="11"/>
                  </a:cubicBezTo>
                  <a:cubicBezTo>
                    <a:pt x="4" y="11"/>
                    <a:pt x="4" y="10"/>
                    <a:pt x="5" y="10"/>
                  </a:cubicBezTo>
                  <a:cubicBezTo>
                    <a:pt x="6" y="9"/>
                    <a:pt x="7" y="7"/>
                    <a:pt x="9" y="6"/>
                  </a:cubicBezTo>
                  <a:cubicBezTo>
                    <a:pt x="9" y="6"/>
                    <a:pt x="9" y="6"/>
                    <a:pt x="8" y="6"/>
                  </a:cubicBezTo>
                  <a:cubicBezTo>
                    <a:pt x="8" y="7"/>
                    <a:pt x="7" y="8"/>
                    <a:pt x="6" y="9"/>
                  </a:cubicBezTo>
                  <a:cubicBezTo>
                    <a:pt x="5" y="10"/>
                    <a:pt x="4" y="11"/>
                    <a:pt x="4" y="13"/>
                  </a:cubicBezTo>
                  <a:cubicBezTo>
                    <a:pt x="4" y="13"/>
                    <a:pt x="4" y="13"/>
                    <a:pt x="4" y="13"/>
                  </a:cubicBezTo>
                  <a:cubicBezTo>
                    <a:pt x="5" y="12"/>
                    <a:pt x="6" y="12"/>
                    <a:pt x="7" y="11"/>
                  </a:cubicBezTo>
                  <a:cubicBezTo>
                    <a:pt x="8" y="10"/>
                    <a:pt x="9" y="9"/>
                    <a:pt x="10" y="8"/>
                  </a:cubicBezTo>
                  <a:cubicBezTo>
                    <a:pt x="10" y="8"/>
                    <a:pt x="10" y="8"/>
                    <a:pt x="10" y="8"/>
                  </a:cubicBezTo>
                  <a:cubicBezTo>
                    <a:pt x="8" y="10"/>
                    <a:pt x="5" y="11"/>
                    <a:pt x="4" y="14"/>
                  </a:cubicBezTo>
                  <a:cubicBezTo>
                    <a:pt x="4" y="14"/>
                    <a:pt x="4" y="14"/>
                    <a:pt x="4" y="14"/>
                  </a:cubicBezTo>
                  <a:cubicBezTo>
                    <a:pt x="5" y="14"/>
                    <a:pt x="5" y="14"/>
                    <a:pt x="6" y="13"/>
                  </a:cubicBezTo>
                  <a:cubicBezTo>
                    <a:pt x="7" y="13"/>
                    <a:pt x="7" y="12"/>
                    <a:pt x="8" y="11"/>
                  </a:cubicBezTo>
                  <a:cubicBezTo>
                    <a:pt x="9" y="10"/>
                    <a:pt x="10" y="9"/>
                    <a:pt x="11" y="7"/>
                  </a:cubicBezTo>
                  <a:cubicBezTo>
                    <a:pt x="11" y="7"/>
                    <a:pt x="11" y="7"/>
                    <a:pt x="11" y="7"/>
                  </a:cubicBezTo>
                  <a:cubicBezTo>
                    <a:pt x="9" y="7"/>
                    <a:pt x="8" y="9"/>
                    <a:pt x="7" y="10"/>
                  </a:cubicBezTo>
                  <a:cubicBezTo>
                    <a:pt x="6" y="11"/>
                    <a:pt x="5" y="12"/>
                    <a:pt x="5" y="12"/>
                  </a:cubicBezTo>
                  <a:cubicBezTo>
                    <a:pt x="4" y="13"/>
                    <a:pt x="4" y="13"/>
                    <a:pt x="4" y="14"/>
                  </a:cubicBezTo>
                  <a:cubicBezTo>
                    <a:pt x="4" y="14"/>
                    <a:pt x="4" y="14"/>
                    <a:pt x="4" y="14"/>
                  </a:cubicBezTo>
                  <a:cubicBezTo>
                    <a:pt x="6" y="14"/>
                    <a:pt x="7" y="12"/>
                    <a:pt x="8" y="11"/>
                  </a:cubicBezTo>
                  <a:cubicBezTo>
                    <a:pt x="9" y="9"/>
                    <a:pt x="11" y="8"/>
                    <a:pt x="12" y="6"/>
                  </a:cubicBezTo>
                  <a:cubicBezTo>
                    <a:pt x="12" y="6"/>
                    <a:pt x="12" y="6"/>
                    <a:pt x="11" y="6"/>
                  </a:cubicBezTo>
                  <a:cubicBezTo>
                    <a:pt x="9" y="7"/>
                    <a:pt x="8" y="9"/>
                    <a:pt x="6" y="10"/>
                  </a:cubicBezTo>
                  <a:cubicBezTo>
                    <a:pt x="6" y="11"/>
                    <a:pt x="5" y="11"/>
                    <a:pt x="4" y="12"/>
                  </a:cubicBezTo>
                  <a:cubicBezTo>
                    <a:pt x="4" y="13"/>
                    <a:pt x="3" y="13"/>
                    <a:pt x="3" y="14"/>
                  </a:cubicBezTo>
                  <a:cubicBezTo>
                    <a:pt x="2" y="14"/>
                    <a:pt x="3" y="15"/>
                    <a:pt x="3" y="15"/>
                  </a:cubicBezTo>
                  <a:cubicBezTo>
                    <a:pt x="4" y="14"/>
                    <a:pt x="6" y="12"/>
                    <a:pt x="7" y="11"/>
                  </a:cubicBezTo>
                  <a:cubicBezTo>
                    <a:pt x="8" y="10"/>
                    <a:pt x="9" y="10"/>
                    <a:pt x="9" y="9"/>
                  </a:cubicBezTo>
                  <a:cubicBezTo>
                    <a:pt x="10" y="8"/>
                    <a:pt x="11" y="7"/>
                    <a:pt x="12" y="7"/>
                  </a:cubicBezTo>
                  <a:cubicBezTo>
                    <a:pt x="12" y="7"/>
                    <a:pt x="12" y="7"/>
                    <a:pt x="12" y="7"/>
                  </a:cubicBezTo>
                  <a:cubicBezTo>
                    <a:pt x="11" y="9"/>
                    <a:pt x="9" y="10"/>
                    <a:pt x="8" y="12"/>
                  </a:cubicBezTo>
                  <a:cubicBezTo>
                    <a:pt x="6" y="13"/>
                    <a:pt x="5" y="15"/>
                    <a:pt x="4" y="17"/>
                  </a:cubicBezTo>
                  <a:cubicBezTo>
                    <a:pt x="4" y="17"/>
                    <a:pt x="4" y="17"/>
                    <a:pt x="4" y="17"/>
                  </a:cubicBezTo>
                  <a:cubicBezTo>
                    <a:pt x="7" y="14"/>
                    <a:pt x="10" y="10"/>
                    <a:pt x="13" y="7"/>
                  </a:cubicBezTo>
                  <a:cubicBezTo>
                    <a:pt x="13" y="6"/>
                    <a:pt x="13" y="6"/>
                    <a:pt x="12" y="6"/>
                  </a:cubicBezTo>
                  <a:cubicBezTo>
                    <a:pt x="11" y="8"/>
                    <a:pt x="9" y="10"/>
                    <a:pt x="8" y="12"/>
                  </a:cubicBezTo>
                  <a:cubicBezTo>
                    <a:pt x="7" y="13"/>
                    <a:pt x="7" y="14"/>
                    <a:pt x="6" y="14"/>
                  </a:cubicBezTo>
                  <a:cubicBezTo>
                    <a:pt x="5" y="15"/>
                    <a:pt x="5" y="16"/>
                    <a:pt x="5" y="17"/>
                  </a:cubicBezTo>
                  <a:cubicBezTo>
                    <a:pt x="5" y="17"/>
                    <a:pt x="5" y="17"/>
                    <a:pt x="5" y="17"/>
                  </a:cubicBezTo>
                  <a:cubicBezTo>
                    <a:pt x="7" y="16"/>
                    <a:pt x="8" y="14"/>
                    <a:pt x="9" y="12"/>
                  </a:cubicBezTo>
                  <a:cubicBezTo>
                    <a:pt x="10" y="11"/>
                    <a:pt x="10" y="10"/>
                    <a:pt x="11" y="10"/>
                  </a:cubicBezTo>
                  <a:cubicBezTo>
                    <a:pt x="12" y="9"/>
                    <a:pt x="13" y="8"/>
                    <a:pt x="14" y="7"/>
                  </a:cubicBezTo>
                  <a:cubicBezTo>
                    <a:pt x="14" y="7"/>
                    <a:pt x="14" y="7"/>
                    <a:pt x="13" y="7"/>
                  </a:cubicBezTo>
                  <a:cubicBezTo>
                    <a:pt x="13" y="9"/>
                    <a:pt x="11" y="11"/>
                    <a:pt x="10" y="13"/>
                  </a:cubicBezTo>
                  <a:cubicBezTo>
                    <a:pt x="8" y="14"/>
                    <a:pt x="8" y="17"/>
                    <a:pt x="6" y="18"/>
                  </a:cubicBezTo>
                  <a:cubicBezTo>
                    <a:pt x="6" y="18"/>
                    <a:pt x="6" y="18"/>
                    <a:pt x="6" y="18"/>
                  </a:cubicBezTo>
                  <a:cubicBezTo>
                    <a:pt x="6" y="17"/>
                    <a:pt x="7" y="17"/>
                    <a:pt x="7" y="16"/>
                  </a:cubicBezTo>
                  <a:cubicBezTo>
                    <a:pt x="8" y="15"/>
                    <a:pt x="8" y="15"/>
                    <a:pt x="9" y="14"/>
                  </a:cubicBezTo>
                  <a:cubicBezTo>
                    <a:pt x="10" y="12"/>
                    <a:pt x="11" y="11"/>
                    <a:pt x="12" y="9"/>
                  </a:cubicBezTo>
                  <a:cubicBezTo>
                    <a:pt x="12" y="9"/>
                    <a:pt x="12" y="9"/>
                    <a:pt x="12" y="9"/>
                  </a:cubicBezTo>
                  <a:cubicBezTo>
                    <a:pt x="10" y="13"/>
                    <a:pt x="8" y="16"/>
                    <a:pt x="7" y="20"/>
                  </a:cubicBezTo>
                  <a:cubicBezTo>
                    <a:pt x="7" y="20"/>
                    <a:pt x="7" y="21"/>
                    <a:pt x="7" y="20"/>
                  </a:cubicBezTo>
                  <a:cubicBezTo>
                    <a:pt x="10" y="17"/>
                    <a:pt x="10" y="13"/>
                    <a:pt x="13" y="10"/>
                  </a:cubicBezTo>
                  <a:cubicBezTo>
                    <a:pt x="13" y="10"/>
                    <a:pt x="12" y="10"/>
                    <a:pt x="12" y="10"/>
                  </a:cubicBezTo>
                  <a:cubicBezTo>
                    <a:pt x="12" y="12"/>
                    <a:pt x="10" y="15"/>
                    <a:pt x="10" y="18"/>
                  </a:cubicBezTo>
                  <a:cubicBezTo>
                    <a:pt x="9" y="20"/>
                    <a:pt x="10" y="22"/>
                    <a:pt x="8" y="24"/>
                  </a:cubicBezTo>
                  <a:cubicBezTo>
                    <a:pt x="9" y="24"/>
                    <a:pt x="9" y="24"/>
                    <a:pt x="9" y="24"/>
                  </a:cubicBezTo>
                  <a:cubicBezTo>
                    <a:pt x="8" y="23"/>
                    <a:pt x="9" y="22"/>
                    <a:pt x="9" y="21"/>
                  </a:cubicBezTo>
                  <a:cubicBezTo>
                    <a:pt x="9" y="20"/>
                    <a:pt x="10" y="19"/>
                    <a:pt x="10" y="17"/>
                  </a:cubicBezTo>
                  <a:cubicBezTo>
                    <a:pt x="10" y="16"/>
                    <a:pt x="10" y="15"/>
                    <a:pt x="11" y="14"/>
                  </a:cubicBezTo>
                  <a:cubicBezTo>
                    <a:pt x="11" y="13"/>
                    <a:pt x="11" y="12"/>
                    <a:pt x="12" y="11"/>
                  </a:cubicBezTo>
                  <a:cubicBezTo>
                    <a:pt x="12" y="11"/>
                    <a:pt x="12" y="11"/>
                    <a:pt x="12" y="11"/>
                  </a:cubicBezTo>
                  <a:cubicBezTo>
                    <a:pt x="12" y="12"/>
                    <a:pt x="11" y="12"/>
                    <a:pt x="11" y="13"/>
                  </a:cubicBezTo>
                  <a:cubicBezTo>
                    <a:pt x="11" y="14"/>
                    <a:pt x="11" y="14"/>
                    <a:pt x="11" y="15"/>
                  </a:cubicBezTo>
                  <a:cubicBezTo>
                    <a:pt x="10" y="16"/>
                    <a:pt x="10" y="18"/>
                    <a:pt x="10" y="19"/>
                  </a:cubicBezTo>
                  <a:cubicBezTo>
                    <a:pt x="9" y="21"/>
                    <a:pt x="9" y="22"/>
                    <a:pt x="9" y="24"/>
                  </a:cubicBezTo>
                  <a:cubicBezTo>
                    <a:pt x="9" y="25"/>
                    <a:pt x="9" y="27"/>
                    <a:pt x="9" y="28"/>
                  </a:cubicBezTo>
                  <a:cubicBezTo>
                    <a:pt x="9" y="28"/>
                    <a:pt x="9" y="28"/>
                    <a:pt x="9" y="28"/>
                  </a:cubicBezTo>
                  <a:cubicBezTo>
                    <a:pt x="9" y="27"/>
                    <a:pt x="9" y="26"/>
                    <a:pt x="9" y="25"/>
                  </a:cubicBezTo>
                  <a:cubicBezTo>
                    <a:pt x="9" y="24"/>
                    <a:pt x="9" y="23"/>
                    <a:pt x="10" y="22"/>
                  </a:cubicBezTo>
                  <a:cubicBezTo>
                    <a:pt x="10" y="21"/>
                    <a:pt x="10" y="20"/>
                    <a:pt x="10" y="20"/>
                  </a:cubicBezTo>
                  <a:cubicBezTo>
                    <a:pt x="10" y="19"/>
                    <a:pt x="10" y="18"/>
                    <a:pt x="11" y="18"/>
                  </a:cubicBezTo>
                  <a:cubicBezTo>
                    <a:pt x="11" y="16"/>
                    <a:pt x="11" y="15"/>
                    <a:pt x="12" y="13"/>
                  </a:cubicBezTo>
                  <a:cubicBezTo>
                    <a:pt x="12" y="13"/>
                    <a:pt x="11" y="13"/>
                    <a:pt x="11" y="13"/>
                  </a:cubicBezTo>
                  <a:cubicBezTo>
                    <a:pt x="10" y="14"/>
                    <a:pt x="10" y="15"/>
                    <a:pt x="10" y="16"/>
                  </a:cubicBezTo>
                  <a:cubicBezTo>
                    <a:pt x="9" y="17"/>
                    <a:pt x="9" y="19"/>
                    <a:pt x="9" y="20"/>
                  </a:cubicBezTo>
                  <a:cubicBezTo>
                    <a:pt x="9" y="22"/>
                    <a:pt x="8" y="23"/>
                    <a:pt x="8" y="24"/>
                  </a:cubicBezTo>
                  <a:cubicBezTo>
                    <a:pt x="8" y="26"/>
                    <a:pt x="8" y="29"/>
                    <a:pt x="9" y="30"/>
                  </a:cubicBezTo>
                  <a:cubicBezTo>
                    <a:pt x="9" y="31"/>
                    <a:pt x="9" y="31"/>
                    <a:pt x="9" y="31"/>
                  </a:cubicBezTo>
                  <a:cubicBezTo>
                    <a:pt x="9" y="31"/>
                    <a:pt x="9" y="31"/>
                    <a:pt x="9" y="31"/>
                  </a:cubicBezTo>
                  <a:cubicBezTo>
                    <a:pt x="8" y="28"/>
                    <a:pt x="7" y="26"/>
                    <a:pt x="7" y="23"/>
                  </a:cubicBezTo>
                  <a:cubicBezTo>
                    <a:pt x="7" y="20"/>
                    <a:pt x="6" y="18"/>
                    <a:pt x="7" y="15"/>
                  </a:cubicBezTo>
                  <a:cubicBezTo>
                    <a:pt x="7" y="15"/>
                    <a:pt x="6" y="15"/>
                    <a:pt x="6" y="15"/>
                  </a:cubicBezTo>
                  <a:cubicBezTo>
                    <a:pt x="6" y="16"/>
                    <a:pt x="6" y="18"/>
                    <a:pt x="6" y="19"/>
                  </a:cubicBezTo>
                  <a:cubicBezTo>
                    <a:pt x="7" y="20"/>
                    <a:pt x="7" y="21"/>
                    <a:pt x="8" y="22"/>
                  </a:cubicBezTo>
                  <a:cubicBezTo>
                    <a:pt x="8" y="22"/>
                    <a:pt x="8" y="22"/>
                    <a:pt x="8" y="22"/>
                  </a:cubicBezTo>
                  <a:cubicBezTo>
                    <a:pt x="7" y="21"/>
                    <a:pt x="7" y="20"/>
                    <a:pt x="7" y="19"/>
                  </a:cubicBezTo>
                  <a:cubicBezTo>
                    <a:pt x="6" y="17"/>
                    <a:pt x="6" y="16"/>
                    <a:pt x="7" y="15"/>
                  </a:cubicBezTo>
                  <a:cubicBezTo>
                    <a:pt x="6" y="15"/>
                    <a:pt x="6" y="15"/>
                    <a:pt x="6" y="15"/>
                  </a:cubicBezTo>
                  <a:cubicBezTo>
                    <a:pt x="6" y="18"/>
                    <a:pt x="6" y="20"/>
                    <a:pt x="7" y="23"/>
                  </a:cubicBezTo>
                  <a:cubicBezTo>
                    <a:pt x="7" y="26"/>
                    <a:pt x="8" y="28"/>
                    <a:pt x="9" y="31"/>
                  </a:cubicBezTo>
                  <a:cubicBezTo>
                    <a:pt x="9" y="31"/>
                    <a:pt x="9" y="31"/>
                    <a:pt x="9" y="31"/>
                  </a:cubicBezTo>
                  <a:cubicBezTo>
                    <a:pt x="8" y="29"/>
                    <a:pt x="8" y="27"/>
                    <a:pt x="9" y="25"/>
                  </a:cubicBezTo>
                  <a:cubicBezTo>
                    <a:pt x="9" y="23"/>
                    <a:pt x="9" y="22"/>
                    <a:pt x="9" y="20"/>
                  </a:cubicBezTo>
                  <a:cubicBezTo>
                    <a:pt x="9" y="19"/>
                    <a:pt x="10" y="18"/>
                    <a:pt x="10" y="16"/>
                  </a:cubicBezTo>
                  <a:cubicBezTo>
                    <a:pt x="10" y="15"/>
                    <a:pt x="11" y="14"/>
                    <a:pt x="12" y="13"/>
                  </a:cubicBezTo>
                  <a:cubicBezTo>
                    <a:pt x="11" y="13"/>
                    <a:pt x="11" y="13"/>
                    <a:pt x="11" y="13"/>
                  </a:cubicBezTo>
                  <a:cubicBezTo>
                    <a:pt x="11" y="15"/>
                    <a:pt x="11" y="16"/>
                    <a:pt x="10" y="18"/>
                  </a:cubicBezTo>
                  <a:cubicBezTo>
                    <a:pt x="10" y="19"/>
                    <a:pt x="9" y="20"/>
                    <a:pt x="9" y="22"/>
                  </a:cubicBezTo>
                  <a:cubicBezTo>
                    <a:pt x="9" y="23"/>
                    <a:pt x="9" y="24"/>
                    <a:pt x="9" y="25"/>
                  </a:cubicBezTo>
                  <a:cubicBezTo>
                    <a:pt x="9" y="26"/>
                    <a:pt x="9" y="28"/>
                    <a:pt x="9" y="28"/>
                  </a:cubicBezTo>
                  <a:cubicBezTo>
                    <a:pt x="9" y="29"/>
                    <a:pt x="10" y="28"/>
                    <a:pt x="10" y="28"/>
                  </a:cubicBezTo>
                  <a:cubicBezTo>
                    <a:pt x="10" y="27"/>
                    <a:pt x="10" y="25"/>
                    <a:pt x="10" y="24"/>
                  </a:cubicBezTo>
                  <a:cubicBezTo>
                    <a:pt x="10" y="22"/>
                    <a:pt x="10" y="21"/>
                    <a:pt x="10" y="19"/>
                  </a:cubicBezTo>
                  <a:cubicBezTo>
                    <a:pt x="10" y="18"/>
                    <a:pt x="11" y="16"/>
                    <a:pt x="11" y="15"/>
                  </a:cubicBezTo>
                  <a:cubicBezTo>
                    <a:pt x="11" y="14"/>
                    <a:pt x="11" y="14"/>
                    <a:pt x="12" y="13"/>
                  </a:cubicBezTo>
                  <a:cubicBezTo>
                    <a:pt x="12" y="12"/>
                    <a:pt x="12" y="12"/>
                    <a:pt x="12" y="11"/>
                  </a:cubicBezTo>
                  <a:cubicBezTo>
                    <a:pt x="12" y="11"/>
                    <a:pt x="12" y="11"/>
                    <a:pt x="12" y="11"/>
                  </a:cubicBezTo>
                  <a:cubicBezTo>
                    <a:pt x="11" y="12"/>
                    <a:pt x="11" y="13"/>
                    <a:pt x="10" y="14"/>
                  </a:cubicBezTo>
                  <a:cubicBezTo>
                    <a:pt x="10" y="15"/>
                    <a:pt x="10" y="16"/>
                    <a:pt x="10" y="17"/>
                  </a:cubicBezTo>
                  <a:cubicBezTo>
                    <a:pt x="9" y="19"/>
                    <a:pt x="9" y="20"/>
                    <a:pt x="9" y="21"/>
                  </a:cubicBezTo>
                  <a:cubicBezTo>
                    <a:pt x="8" y="22"/>
                    <a:pt x="8" y="23"/>
                    <a:pt x="8" y="24"/>
                  </a:cubicBezTo>
                  <a:cubicBezTo>
                    <a:pt x="8" y="25"/>
                    <a:pt x="9" y="25"/>
                    <a:pt x="9" y="24"/>
                  </a:cubicBezTo>
                  <a:cubicBezTo>
                    <a:pt x="10" y="22"/>
                    <a:pt x="10" y="20"/>
                    <a:pt x="10" y="18"/>
                  </a:cubicBezTo>
                  <a:cubicBezTo>
                    <a:pt x="11" y="15"/>
                    <a:pt x="12" y="13"/>
                    <a:pt x="13" y="10"/>
                  </a:cubicBezTo>
                  <a:cubicBezTo>
                    <a:pt x="13" y="10"/>
                    <a:pt x="13" y="10"/>
                    <a:pt x="12" y="10"/>
                  </a:cubicBezTo>
                  <a:cubicBezTo>
                    <a:pt x="10" y="13"/>
                    <a:pt x="9" y="17"/>
                    <a:pt x="7" y="20"/>
                  </a:cubicBezTo>
                  <a:cubicBezTo>
                    <a:pt x="7" y="20"/>
                    <a:pt x="7" y="20"/>
                    <a:pt x="7" y="20"/>
                  </a:cubicBezTo>
                  <a:cubicBezTo>
                    <a:pt x="8" y="16"/>
                    <a:pt x="10" y="13"/>
                    <a:pt x="12" y="9"/>
                  </a:cubicBezTo>
                  <a:cubicBezTo>
                    <a:pt x="12" y="9"/>
                    <a:pt x="12" y="9"/>
                    <a:pt x="12" y="9"/>
                  </a:cubicBezTo>
                  <a:cubicBezTo>
                    <a:pt x="10" y="10"/>
                    <a:pt x="9" y="12"/>
                    <a:pt x="8" y="14"/>
                  </a:cubicBezTo>
                  <a:cubicBezTo>
                    <a:pt x="8" y="14"/>
                    <a:pt x="7" y="15"/>
                    <a:pt x="7" y="16"/>
                  </a:cubicBezTo>
                  <a:cubicBezTo>
                    <a:pt x="7" y="17"/>
                    <a:pt x="6" y="17"/>
                    <a:pt x="6" y="18"/>
                  </a:cubicBezTo>
                  <a:cubicBezTo>
                    <a:pt x="6" y="18"/>
                    <a:pt x="6" y="18"/>
                    <a:pt x="6" y="18"/>
                  </a:cubicBezTo>
                  <a:cubicBezTo>
                    <a:pt x="8" y="17"/>
                    <a:pt x="9" y="15"/>
                    <a:pt x="10" y="13"/>
                  </a:cubicBezTo>
                  <a:cubicBezTo>
                    <a:pt x="11" y="11"/>
                    <a:pt x="13" y="9"/>
                    <a:pt x="14" y="7"/>
                  </a:cubicBezTo>
                  <a:cubicBezTo>
                    <a:pt x="14" y="7"/>
                    <a:pt x="14" y="6"/>
                    <a:pt x="14" y="7"/>
                  </a:cubicBezTo>
                  <a:cubicBezTo>
                    <a:pt x="13" y="7"/>
                    <a:pt x="12" y="8"/>
                    <a:pt x="11" y="9"/>
                  </a:cubicBezTo>
                  <a:cubicBezTo>
                    <a:pt x="10" y="10"/>
                    <a:pt x="10" y="11"/>
                    <a:pt x="9" y="12"/>
                  </a:cubicBezTo>
                  <a:cubicBezTo>
                    <a:pt x="7" y="14"/>
                    <a:pt x="6" y="16"/>
                    <a:pt x="5" y="17"/>
                  </a:cubicBezTo>
                  <a:cubicBezTo>
                    <a:pt x="5" y="17"/>
                    <a:pt x="5" y="17"/>
                    <a:pt x="5" y="17"/>
                  </a:cubicBezTo>
                  <a:cubicBezTo>
                    <a:pt x="5" y="16"/>
                    <a:pt x="6" y="15"/>
                    <a:pt x="6" y="14"/>
                  </a:cubicBezTo>
                  <a:cubicBezTo>
                    <a:pt x="7" y="14"/>
                    <a:pt x="8" y="13"/>
                    <a:pt x="8" y="12"/>
                  </a:cubicBezTo>
                  <a:cubicBezTo>
                    <a:pt x="10" y="10"/>
                    <a:pt x="12" y="9"/>
                    <a:pt x="13" y="6"/>
                  </a:cubicBezTo>
                  <a:cubicBezTo>
                    <a:pt x="13" y="6"/>
                    <a:pt x="13" y="6"/>
                    <a:pt x="12" y="6"/>
                  </a:cubicBezTo>
                  <a:cubicBezTo>
                    <a:pt x="9" y="10"/>
                    <a:pt x="7" y="13"/>
                    <a:pt x="4" y="17"/>
                  </a:cubicBezTo>
                  <a:cubicBezTo>
                    <a:pt x="4" y="17"/>
                    <a:pt x="4" y="17"/>
                    <a:pt x="4" y="17"/>
                  </a:cubicBezTo>
                  <a:cubicBezTo>
                    <a:pt x="6" y="16"/>
                    <a:pt x="7" y="14"/>
                    <a:pt x="8" y="12"/>
                  </a:cubicBezTo>
                  <a:cubicBezTo>
                    <a:pt x="9" y="10"/>
                    <a:pt x="11" y="9"/>
                    <a:pt x="12" y="7"/>
                  </a:cubicBezTo>
                  <a:cubicBezTo>
                    <a:pt x="12" y="7"/>
                    <a:pt x="12" y="6"/>
                    <a:pt x="12" y="7"/>
                  </a:cubicBezTo>
                  <a:cubicBezTo>
                    <a:pt x="11" y="7"/>
                    <a:pt x="10" y="8"/>
                    <a:pt x="9" y="9"/>
                  </a:cubicBezTo>
                  <a:cubicBezTo>
                    <a:pt x="9" y="9"/>
                    <a:pt x="8" y="10"/>
                    <a:pt x="7" y="11"/>
                  </a:cubicBezTo>
                  <a:cubicBezTo>
                    <a:pt x="6" y="12"/>
                    <a:pt x="4" y="13"/>
                    <a:pt x="3" y="14"/>
                  </a:cubicBezTo>
                  <a:cubicBezTo>
                    <a:pt x="3" y="14"/>
                    <a:pt x="3" y="14"/>
                    <a:pt x="3" y="14"/>
                  </a:cubicBezTo>
                  <a:cubicBezTo>
                    <a:pt x="3" y="14"/>
                    <a:pt x="4" y="13"/>
                    <a:pt x="5" y="12"/>
                  </a:cubicBezTo>
                  <a:cubicBezTo>
                    <a:pt x="5" y="12"/>
                    <a:pt x="6" y="11"/>
                    <a:pt x="7" y="10"/>
                  </a:cubicBezTo>
                  <a:cubicBezTo>
                    <a:pt x="8" y="9"/>
                    <a:pt x="10" y="7"/>
                    <a:pt x="12" y="6"/>
                  </a:cubicBezTo>
                  <a:cubicBezTo>
                    <a:pt x="11" y="6"/>
                    <a:pt x="11" y="6"/>
                    <a:pt x="11" y="6"/>
                  </a:cubicBezTo>
                  <a:cubicBezTo>
                    <a:pt x="11" y="8"/>
                    <a:pt x="9" y="9"/>
                    <a:pt x="8" y="10"/>
                  </a:cubicBezTo>
                  <a:cubicBezTo>
                    <a:pt x="7" y="12"/>
                    <a:pt x="6" y="13"/>
                    <a:pt x="4" y="14"/>
                  </a:cubicBezTo>
                  <a:cubicBezTo>
                    <a:pt x="4" y="14"/>
                    <a:pt x="4" y="14"/>
                    <a:pt x="4" y="14"/>
                  </a:cubicBezTo>
                  <a:cubicBezTo>
                    <a:pt x="4" y="14"/>
                    <a:pt x="5" y="13"/>
                    <a:pt x="5" y="12"/>
                  </a:cubicBezTo>
                  <a:cubicBezTo>
                    <a:pt x="6" y="12"/>
                    <a:pt x="6" y="11"/>
                    <a:pt x="7" y="11"/>
                  </a:cubicBezTo>
                  <a:cubicBezTo>
                    <a:pt x="8" y="9"/>
                    <a:pt x="9" y="8"/>
                    <a:pt x="11" y="7"/>
                  </a:cubicBezTo>
                  <a:cubicBezTo>
                    <a:pt x="11" y="7"/>
                    <a:pt x="11" y="7"/>
                    <a:pt x="11" y="7"/>
                  </a:cubicBezTo>
                  <a:cubicBezTo>
                    <a:pt x="10" y="8"/>
                    <a:pt x="9" y="10"/>
                    <a:pt x="7" y="11"/>
                  </a:cubicBezTo>
                  <a:cubicBezTo>
                    <a:pt x="7" y="12"/>
                    <a:pt x="6" y="12"/>
                    <a:pt x="6" y="13"/>
                  </a:cubicBezTo>
                  <a:cubicBezTo>
                    <a:pt x="5" y="13"/>
                    <a:pt x="5" y="14"/>
                    <a:pt x="4" y="14"/>
                  </a:cubicBezTo>
                  <a:cubicBezTo>
                    <a:pt x="4" y="14"/>
                    <a:pt x="4" y="14"/>
                    <a:pt x="4" y="14"/>
                  </a:cubicBezTo>
                  <a:cubicBezTo>
                    <a:pt x="5" y="13"/>
                    <a:pt x="6" y="12"/>
                    <a:pt x="7" y="11"/>
                  </a:cubicBezTo>
                  <a:cubicBezTo>
                    <a:pt x="8" y="10"/>
                    <a:pt x="9" y="9"/>
                    <a:pt x="10" y="8"/>
                  </a:cubicBezTo>
                  <a:cubicBezTo>
                    <a:pt x="10" y="8"/>
                    <a:pt x="10" y="8"/>
                    <a:pt x="10" y="8"/>
                  </a:cubicBezTo>
                  <a:cubicBezTo>
                    <a:pt x="9" y="9"/>
                    <a:pt x="8" y="10"/>
                    <a:pt x="7" y="10"/>
                  </a:cubicBezTo>
                  <a:cubicBezTo>
                    <a:pt x="6" y="11"/>
                    <a:pt x="5" y="12"/>
                    <a:pt x="4" y="13"/>
                  </a:cubicBezTo>
                  <a:cubicBezTo>
                    <a:pt x="4" y="13"/>
                    <a:pt x="4" y="13"/>
                    <a:pt x="4" y="13"/>
                  </a:cubicBezTo>
                  <a:cubicBezTo>
                    <a:pt x="4" y="11"/>
                    <a:pt x="5" y="10"/>
                    <a:pt x="6" y="9"/>
                  </a:cubicBezTo>
                  <a:cubicBezTo>
                    <a:pt x="7" y="8"/>
                    <a:pt x="8" y="7"/>
                    <a:pt x="9" y="6"/>
                  </a:cubicBezTo>
                  <a:cubicBezTo>
                    <a:pt x="9" y="6"/>
                    <a:pt x="9" y="6"/>
                    <a:pt x="9" y="6"/>
                  </a:cubicBezTo>
                  <a:cubicBezTo>
                    <a:pt x="7" y="7"/>
                    <a:pt x="6" y="8"/>
                    <a:pt x="5" y="9"/>
                  </a:cubicBezTo>
                  <a:cubicBezTo>
                    <a:pt x="4" y="10"/>
                    <a:pt x="4" y="10"/>
                    <a:pt x="3" y="10"/>
                  </a:cubicBezTo>
                  <a:cubicBezTo>
                    <a:pt x="3" y="11"/>
                    <a:pt x="2" y="11"/>
                    <a:pt x="1" y="11"/>
                  </a:cubicBezTo>
                  <a:cubicBezTo>
                    <a:pt x="1" y="11"/>
                    <a:pt x="2" y="12"/>
                    <a:pt x="2" y="12"/>
                  </a:cubicBezTo>
                  <a:cubicBezTo>
                    <a:pt x="2" y="10"/>
                    <a:pt x="4" y="9"/>
                    <a:pt x="5" y="8"/>
                  </a:cubicBezTo>
                  <a:cubicBezTo>
                    <a:pt x="5" y="7"/>
                    <a:pt x="6" y="7"/>
                    <a:pt x="7" y="6"/>
                  </a:cubicBezTo>
                  <a:cubicBezTo>
                    <a:pt x="7" y="6"/>
                    <a:pt x="8" y="5"/>
                    <a:pt x="9" y="5"/>
                  </a:cubicBezTo>
                  <a:cubicBezTo>
                    <a:pt x="9" y="5"/>
                    <a:pt x="9" y="5"/>
                    <a:pt x="8" y="5"/>
                  </a:cubicBezTo>
                  <a:cubicBezTo>
                    <a:pt x="8" y="6"/>
                    <a:pt x="7" y="7"/>
                    <a:pt x="6" y="8"/>
                  </a:cubicBezTo>
                  <a:cubicBezTo>
                    <a:pt x="5" y="9"/>
                    <a:pt x="5" y="9"/>
                    <a:pt x="4" y="10"/>
                  </a:cubicBezTo>
                  <a:cubicBezTo>
                    <a:pt x="4" y="10"/>
                    <a:pt x="4" y="11"/>
                    <a:pt x="3" y="11"/>
                  </a:cubicBezTo>
                  <a:cubicBezTo>
                    <a:pt x="3" y="11"/>
                    <a:pt x="3" y="11"/>
                    <a:pt x="3" y="11"/>
                  </a:cubicBezTo>
                  <a:cubicBezTo>
                    <a:pt x="5" y="9"/>
                    <a:pt x="7" y="7"/>
                    <a:pt x="9" y="6"/>
                  </a:cubicBezTo>
                  <a:cubicBezTo>
                    <a:pt x="9" y="6"/>
                    <a:pt x="9" y="6"/>
                    <a:pt x="9" y="6"/>
                  </a:cubicBezTo>
                  <a:cubicBezTo>
                    <a:pt x="8" y="7"/>
                    <a:pt x="7" y="8"/>
                    <a:pt x="6" y="9"/>
                  </a:cubicBezTo>
                  <a:cubicBezTo>
                    <a:pt x="5" y="10"/>
                    <a:pt x="4" y="12"/>
                    <a:pt x="3" y="13"/>
                  </a:cubicBezTo>
                  <a:cubicBezTo>
                    <a:pt x="3" y="13"/>
                    <a:pt x="3" y="13"/>
                    <a:pt x="3" y="13"/>
                  </a:cubicBezTo>
                  <a:cubicBezTo>
                    <a:pt x="5" y="11"/>
                    <a:pt x="7" y="9"/>
                    <a:pt x="9" y="6"/>
                  </a:cubicBezTo>
                  <a:cubicBezTo>
                    <a:pt x="9" y="6"/>
                    <a:pt x="9" y="6"/>
                    <a:pt x="9" y="6"/>
                  </a:cubicBezTo>
                  <a:cubicBezTo>
                    <a:pt x="6" y="8"/>
                    <a:pt x="4" y="10"/>
                    <a:pt x="2" y="13"/>
                  </a:cubicBezTo>
                  <a:cubicBezTo>
                    <a:pt x="2" y="13"/>
                    <a:pt x="2" y="13"/>
                    <a:pt x="2" y="13"/>
                  </a:cubicBezTo>
                  <a:cubicBezTo>
                    <a:pt x="4" y="11"/>
                    <a:pt x="5" y="9"/>
                    <a:pt x="7" y="7"/>
                  </a:cubicBezTo>
                  <a:cubicBezTo>
                    <a:pt x="7" y="7"/>
                    <a:pt x="6" y="7"/>
                    <a:pt x="6" y="7"/>
                  </a:cubicBezTo>
                  <a:cubicBezTo>
                    <a:pt x="4" y="9"/>
                    <a:pt x="3" y="11"/>
                    <a:pt x="1" y="13"/>
                  </a:cubicBezTo>
                  <a:cubicBezTo>
                    <a:pt x="1" y="13"/>
                    <a:pt x="2" y="13"/>
                    <a:pt x="2" y="13"/>
                  </a:cubicBezTo>
                  <a:cubicBezTo>
                    <a:pt x="3" y="11"/>
                    <a:pt x="5" y="9"/>
                    <a:pt x="6" y="7"/>
                  </a:cubicBezTo>
                  <a:cubicBezTo>
                    <a:pt x="6" y="6"/>
                    <a:pt x="6" y="6"/>
                    <a:pt x="6" y="6"/>
                  </a:cubicBezTo>
                  <a:cubicBezTo>
                    <a:pt x="4" y="7"/>
                    <a:pt x="3" y="8"/>
                    <a:pt x="2" y="10"/>
                  </a:cubicBezTo>
                  <a:cubicBezTo>
                    <a:pt x="1" y="11"/>
                    <a:pt x="0" y="13"/>
                    <a:pt x="0" y="14"/>
                  </a:cubicBezTo>
                  <a:cubicBezTo>
                    <a:pt x="0" y="14"/>
                    <a:pt x="0" y="14"/>
                    <a:pt x="0" y="14"/>
                  </a:cubicBezTo>
                  <a:cubicBezTo>
                    <a:pt x="1" y="12"/>
                    <a:pt x="2" y="10"/>
                    <a:pt x="3" y="8"/>
                  </a:cubicBezTo>
                  <a:cubicBezTo>
                    <a:pt x="3" y="7"/>
                    <a:pt x="3" y="7"/>
                    <a:pt x="3" y="7"/>
                  </a:cubicBezTo>
                  <a:cubicBezTo>
                    <a:pt x="1" y="9"/>
                    <a:pt x="1" y="10"/>
                    <a:pt x="0" y="12"/>
                  </a:cubicBezTo>
                  <a:cubicBezTo>
                    <a:pt x="0" y="12"/>
                    <a:pt x="0" y="12"/>
                    <a:pt x="0" y="12"/>
                  </a:cubicBezTo>
                  <a:cubicBezTo>
                    <a:pt x="2" y="11"/>
                    <a:pt x="3" y="9"/>
                    <a:pt x="5" y="7"/>
                  </a:cubicBezTo>
                  <a:cubicBezTo>
                    <a:pt x="6" y="5"/>
                    <a:pt x="8" y="3"/>
                    <a:pt x="10" y="1"/>
                  </a:cubicBezTo>
                  <a:cubicBezTo>
                    <a:pt x="11" y="1"/>
                    <a:pt x="10" y="1"/>
                    <a:pt x="10" y="1"/>
                  </a:cubicBezTo>
                  <a:cubicBezTo>
                    <a:pt x="9" y="2"/>
                    <a:pt x="8" y="3"/>
                    <a:pt x="7" y="4"/>
                  </a:cubicBezTo>
                  <a:cubicBezTo>
                    <a:pt x="7" y="5"/>
                    <a:pt x="6" y="5"/>
                    <a:pt x="5" y="6"/>
                  </a:cubicBezTo>
                  <a:cubicBezTo>
                    <a:pt x="5" y="6"/>
                    <a:pt x="4" y="6"/>
                    <a:pt x="4" y="6"/>
                  </a:cubicBezTo>
                  <a:cubicBezTo>
                    <a:pt x="4" y="7"/>
                    <a:pt x="4" y="7"/>
                    <a:pt x="4" y="7"/>
                  </a:cubicBezTo>
                  <a:cubicBezTo>
                    <a:pt x="5" y="5"/>
                    <a:pt x="6" y="4"/>
                    <a:pt x="7" y="4"/>
                  </a:cubicBezTo>
                  <a:cubicBezTo>
                    <a:pt x="8" y="3"/>
                    <a:pt x="10" y="2"/>
                    <a:pt x="11" y="2"/>
                  </a:cubicBezTo>
                  <a:cubicBezTo>
                    <a:pt x="13" y="1"/>
                    <a:pt x="15" y="1"/>
                    <a:pt x="17" y="1"/>
                  </a:cubicBezTo>
                  <a:cubicBezTo>
                    <a:pt x="18" y="1"/>
                    <a:pt x="19" y="1"/>
                    <a:pt x="20" y="1"/>
                  </a:cubicBezTo>
                  <a:cubicBezTo>
                    <a:pt x="20" y="1"/>
                    <a:pt x="20" y="1"/>
                    <a:pt x="20" y="1"/>
                  </a:cubicBezTo>
                  <a:cubicBezTo>
                    <a:pt x="18" y="1"/>
                    <a:pt x="17" y="1"/>
                    <a:pt x="15" y="2"/>
                  </a:cubicBezTo>
                  <a:cubicBezTo>
                    <a:pt x="14" y="2"/>
                    <a:pt x="12" y="2"/>
                    <a:pt x="11" y="3"/>
                  </a:cubicBezTo>
                  <a:cubicBezTo>
                    <a:pt x="8" y="4"/>
                    <a:pt x="5" y="6"/>
                    <a:pt x="3" y="7"/>
                  </a:cubicBezTo>
                  <a:cubicBezTo>
                    <a:pt x="3" y="7"/>
                    <a:pt x="3" y="8"/>
                    <a:pt x="3" y="8"/>
                  </a:cubicBezTo>
                  <a:cubicBezTo>
                    <a:pt x="5" y="7"/>
                    <a:pt x="6" y="6"/>
                    <a:pt x="8" y="5"/>
                  </a:cubicBezTo>
                  <a:cubicBezTo>
                    <a:pt x="10" y="4"/>
                    <a:pt x="11" y="3"/>
                    <a:pt x="13" y="3"/>
                  </a:cubicBezTo>
                  <a:cubicBezTo>
                    <a:pt x="15" y="2"/>
                    <a:pt x="17" y="1"/>
                    <a:pt x="19" y="1"/>
                  </a:cubicBezTo>
                  <a:cubicBezTo>
                    <a:pt x="20" y="1"/>
                    <a:pt x="22" y="1"/>
                    <a:pt x="22" y="2"/>
                  </a:cubicBezTo>
                  <a:cubicBezTo>
                    <a:pt x="22" y="2"/>
                    <a:pt x="22" y="2"/>
                    <a:pt x="22" y="2"/>
                  </a:cubicBezTo>
                  <a:cubicBezTo>
                    <a:pt x="19" y="3"/>
                    <a:pt x="16" y="3"/>
                    <a:pt x="13" y="5"/>
                  </a:cubicBezTo>
                  <a:cubicBezTo>
                    <a:pt x="11" y="6"/>
                    <a:pt x="9" y="8"/>
                    <a:pt x="6" y="9"/>
                  </a:cubicBezTo>
                  <a:cubicBezTo>
                    <a:pt x="6" y="9"/>
                    <a:pt x="6" y="9"/>
                    <a:pt x="6" y="9"/>
                  </a:cubicBezTo>
                  <a:cubicBezTo>
                    <a:pt x="7" y="8"/>
                    <a:pt x="8" y="7"/>
                    <a:pt x="10" y="6"/>
                  </a:cubicBezTo>
                  <a:cubicBezTo>
                    <a:pt x="11" y="5"/>
                    <a:pt x="13" y="5"/>
                    <a:pt x="14" y="4"/>
                  </a:cubicBezTo>
                  <a:cubicBezTo>
                    <a:pt x="16" y="4"/>
                    <a:pt x="17" y="3"/>
                    <a:pt x="18" y="3"/>
                  </a:cubicBezTo>
                  <a:cubicBezTo>
                    <a:pt x="19" y="3"/>
                    <a:pt x="21" y="3"/>
                    <a:pt x="22" y="3"/>
                  </a:cubicBezTo>
                  <a:cubicBezTo>
                    <a:pt x="23" y="3"/>
                    <a:pt x="24" y="3"/>
                    <a:pt x="24" y="3"/>
                  </a:cubicBezTo>
                  <a:cubicBezTo>
                    <a:pt x="24" y="3"/>
                    <a:pt x="24" y="3"/>
                    <a:pt x="24" y="3"/>
                  </a:cubicBezTo>
                  <a:cubicBezTo>
                    <a:pt x="24" y="4"/>
                    <a:pt x="23" y="4"/>
                    <a:pt x="22" y="4"/>
                  </a:cubicBezTo>
                  <a:cubicBezTo>
                    <a:pt x="21" y="4"/>
                    <a:pt x="20" y="4"/>
                    <a:pt x="20" y="5"/>
                  </a:cubicBezTo>
                  <a:cubicBezTo>
                    <a:pt x="18" y="5"/>
                    <a:pt x="16" y="6"/>
                    <a:pt x="15" y="7"/>
                  </a:cubicBezTo>
                  <a:cubicBezTo>
                    <a:pt x="12" y="9"/>
                    <a:pt x="9" y="11"/>
                    <a:pt x="7" y="14"/>
                  </a:cubicBezTo>
                  <a:cubicBezTo>
                    <a:pt x="7" y="14"/>
                    <a:pt x="7" y="14"/>
                    <a:pt x="7" y="14"/>
                  </a:cubicBezTo>
                  <a:cubicBezTo>
                    <a:pt x="9" y="12"/>
                    <a:pt x="12" y="10"/>
                    <a:pt x="15" y="9"/>
                  </a:cubicBezTo>
                  <a:cubicBezTo>
                    <a:pt x="18" y="7"/>
                    <a:pt x="21" y="6"/>
                    <a:pt x="24" y="6"/>
                  </a:cubicBezTo>
                  <a:cubicBezTo>
                    <a:pt x="24" y="6"/>
                    <a:pt x="24" y="6"/>
                    <a:pt x="24" y="6"/>
                  </a:cubicBezTo>
                  <a:cubicBezTo>
                    <a:pt x="21" y="5"/>
                    <a:pt x="18" y="6"/>
                    <a:pt x="15" y="8"/>
                  </a:cubicBezTo>
                  <a:cubicBezTo>
                    <a:pt x="13" y="10"/>
                    <a:pt x="11" y="13"/>
                    <a:pt x="9" y="15"/>
                  </a:cubicBezTo>
                  <a:cubicBezTo>
                    <a:pt x="8" y="15"/>
                    <a:pt x="8" y="15"/>
                    <a:pt x="8" y="15"/>
                  </a:cubicBezTo>
                  <a:cubicBezTo>
                    <a:pt x="8" y="16"/>
                    <a:pt x="8" y="16"/>
                    <a:pt x="8" y="16"/>
                  </a:cubicBezTo>
                  <a:cubicBezTo>
                    <a:pt x="11" y="13"/>
                    <a:pt x="14" y="11"/>
                    <a:pt x="17" y="9"/>
                  </a:cubicBezTo>
                  <a:cubicBezTo>
                    <a:pt x="18" y="8"/>
                    <a:pt x="19" y="8"/>
                    <a:pt x="21" y="7"/>
                  </a:cubicBezTo>
                  <a:cubicBezTo>
                    <a:pt x="22" y="7"/>
                    <a:pt x="24" y="7"/>
                    <a:pt x="25" y="7"/>
                  </a:cubicBezTo>
                  <a:cubicBezTo>
                    <a:pt x="25" y="7"/>
                    <a:pt x="25" y="7"/>
                    <a:pt x="25" y="7"/>
                  </a:cubicBezTo>
                  <a:cubicBezTo>
                    <a:pt x="23" y="8"/>
                    <a:pt x="21" y="8"/>
                    <a:pt x="19" y="8"/>
                  </a:cubicBezTo>
                  <a:cubicBezTo>
                    <a:pt x="18" y="9"/>
                    <a:pt x="16" y="10"/>
                    <a:pt x="15" y="11"/>
                  </a:cubicBezTo>
                  <a:cubicBezTo>
                    <a:pt x="13" y="12"/>
                    <a:pt x="12" y="13"/>
                    <a:pt x="11" y="14"/>
                  </a:cubicBezTo>
                  <a:cubicBezTo>
                    <a:pt x="10" y="15"/>
                    <a:pt x="9" y="16"/>
                    <a:pt x="8" y="17"/>
                  </a:cubicBezTo>
                  <a:cubicBezTo>
                    <a:pt x="8" y="18"/>
                    <a:pt x="8" y="19"/>
                    <a:pt x="8" y="20"/>
                  </a:cubicBezTo>
                  <a:cubicBezTo>
                    <a:pt x="8" y="20"/>
                    <a:pt x="8" y="20"/>
                    <a:pt x="8" y="20"/>
                  </a:cubicBezTo>
                  <a:cubicBezTo>
                    <a:pt x="9" y="19"/>
                    <a:pt x="10" y="18"/>
                    <a:pt x="11" y="16"/>
                  </a:cubicBezTo>
                  <a:cubicBezTo>
                    <a:pt x="12" y="15"/>
                    <a:pt x="13" y="14"/>
                    <a:pt x="14" y="13"/>
                  </a:cubicBezTo>
                  <a:cubicBezTo>
                    <a:pt x="15" y="11"/>
                    <a:pt x="17" y="11"/>
                    <a:pt x="18" y="10"/>
                  </a:cubicBezTo>
                  <a:cubicBezTo>
                    <a:pt x="20" y="9"/>
                    <a:pt x="21" y="8"/>
                    <a:pt x="23" y="8"/>
                  </a:cubicBezTo>
                  <a:cubicBezTo>
                    <a:pt x="23" y="8"/>
                    <a:pt x="24" y="9"/>
                    <a:pt x="24" y="9"/>
                  </a:cubicBezTo>
                  <a:cubicBezTo>
                    <a:pt x="24" y="9"/>
                    <a:pt x="24" y="8"/>
                    <a:pt x="24" y="8"/>
                  </a:cubicBezTo>
                  <a:cubicBezTo>
                    <a:pt x="23" y="9"/>
                    <a:pt x="22" y="9"/>
                    <a:pt x="22" y="9"/>
                  </a:cubicBezTo>
                  <a:cubicBezTo>
                    <a:pt x="21" y="9"/>
                    <a:pt x="20" y="9"/>
                    <a:pt x="19" y="9"/>
                  </a:cubicBezTo>
                  <a:cubicBezTo>
                    <a:pt x="17" y="10"/>
                    <a:pt x="16" y="11"/>
                    <a:pt x="15" y="11"/>
                  </a:cubicBezTo>
                  <a:cubicBezTo>
                    <a:pt x="13" y="12"/>
                    <a:pt x="12" y="13"/>
                    <a:pt x="11" y="14"/>
                  </a:cubicBezTo>
                  <a:cubicBezTo>
                    <a:pt x="11" y="15"/>
                    <a:pt x="10" y="16"/>
                    <a:pt x="9" y="17"/>
                  </a:cubicBezTo>
                  <a:cubicBezTo>
                    <a:pt x="9" y="17"/>
                    <a:pt x="9" y="17"/>
                    <a:pt x="9" y="18"/>
                  </a:cubicBezTo>
                  <a:cubicBezTo>
                    <a:pt x="9" y="18"/>
                    <a:pt x="10" y="18"/>
                    <a:pt x="10" y="18"/>
                  </a:cubicBezTo>
                  <a:cubicBezTo>
                    <a:pt x="11" y="16"/>
                    <a:pt x="12" y="15"/>
                    <a:pt x="13" y="13"/>
                  </a:cubicBezTo>
                  <a:cubicBezTo>
                    <a:pt x="14" y="12"/>
                    <a:pt x="15" y="11"/>
                    <a:pt x="17" y="10"/>
                  </a:cubicBezTo>
                  <a:cubicBezTo>
                    <a:pt x="20" y="8"/>
                    <a:pt x="24" y="7"/>
                    <a:pt x="27" y="7"/>
                  </a:cubicBezTo>
                  <a:cubicBezTo>
                    <a:pt x="27" y="7"/>
                    <a:pt x="27" y="7"/>
                    <a:pt x="27" y="7"/>
                  </a:cubicBezTo>
                  <a:cubicBezTo>
                    <a:pt x="28" y="7"/>
                    <a:pt x="28" y="7"/>
                    <a:pt x="27" y="7"/>
                  </a:cubicBezTo>
                  <a:cubicBezTo>
                    <a:pt x="24" y="6"/>
                    <a:pt x="20" y="7"/>
                    <a:pt x="17" y="9"/>
                  </a:cubicBezTo>
                  <a:cubicBezTo>
                    <a:pt x="16" y="9"/>
                    <a:pt x="15" y="10"/>
                    <a:pt x="14" y="11"/>
                  </a:cubicBezTo>
                  <a:cubicBezTo>
                    <a:pt x="13" y="12"/>
                    <a:pt x="12" y="13"/>
                    <a:pt x="11" y="14"/>
                  </a:cubicBezTo>
                  <a:cubicBezTo>
                    <a:pt x="11" y="14"/>
                    <a:pt x="10" y="15"/>
                    <a:pt x="10" y="15"/>
                  </a:cubicBezTo>
                  <a:cubicBezTo>
                    <a:pt x="10" y="15"/>
                    <a:pt x="11" y="16"/>
                    <a:pt x="11" y="15"/>
                  </a:cubicBezTo>
                  <a:cubicBezTo>
                    <a:pt x="13" y="13"/>
                    <a:pt x="16" y="11"/>
                    <a:pt x="20" y="9"/>
                  </a:cubicBezTo>
                  <a:cubicBezTo>
                    <a:pt x="22" y="8"/>
                    <a:pt x="25" y="7"/>
                    <a:pt x="28" y="7"/>
                  </a:cubicBezTo>
                  <a:cubicBezTo>
                    <a:pt x="30" y="7"/>
                    <a:pt x="31" y="7"/>
                    <a:pt x="32" y="7"/>
                  </a:cubicBezTo>
                  <a:cubicBezTo>
                    <a:pt x="33" y="7"/>
                    <a:pt x="35" y="8"/>
                    <a:pt x="36" y="9"/>
                  </a:cubicBezTo>
                  <a:cubicBezTo>
                    <a:pt x="36" y="9"/>
                    <a:pt x="36" y="9"/>
                    <a:pt x="36" y="8"/>
                  </a:cubicBezTo>
                  <a:cubicBezTo>
                    <a:pt x="35" y="8"/>
                    <a:pt x="34" y="8"/>
                    <a:pt x="33" y="8"/>
                  </a:cubicBezTo>
                  <a:cubicBezTo>
                    <a:pt x="32" y="8"/>
                    <a:pt x="31" y="8"/>
                    <a:pt x="30" y="7"/>
                  </a:cubicBezTo>
                  <a:cubicBezTo>
                    <a:pt x="28" y="7"/>
                    <a:pt x="26" y="7"/>
                    <a:pt x="24" y="8"/>
                  </a:cubicBezTo>
                  <a:cubicBezTo>
                    <a:pt x="20" y="8"/>
                    <a:pt x="17" y="10"/>
                    <a:pt x="13" y="12"/>
                  </a:cubicBezTo>
                  <a:cubicBezTo>
                    <a:pt x="13" y="12"/>
                    <a:pt x="13" y="12"/>
                    <a:pt x="12" y="13"/>
                  </a:cubicBezTo>
                  <a:cubicBezTo>
                    <a:pt x="12" y="13"/>
                    <a:pt x="12" y="13"/>
                    <a:pt x="12" y="13"/>
                  </a:cubicBezTo>
                  <a:cubicBezTo>
                    <a:pt x="16" y="12"/>
                    <a:pt x="19" y="9"/>
                    <a:pt x="23" y="8"/>
                  </a:cubicBezTo>
                  <a:cubicBezTo>
                    <a:pt x="24" y="8"/>
                    <a:pt x="25" y="8"/>
                    <a:pt x="26" y="8"/>
                  </a:cubicBezTo>
                  <a:cubicBezTo>
                    <a:pt x="27" y="7"/>
                    <a:pt x="29" y="7"/>
                    <a:pt x="30" y="7"/>
                  </a:cubicBezTo>
                  <a:cubicBezTo>
                    <a:pt x="30" y="8"/>
                    <a:pt x="30" y="8"/>
                    <a:pt x="31" y="8"/>
                  </a:cubicBezTo>
                  <a:cubicBezTo>
                    <a:pt x="31" y="8"/>
                    <a:pt x="31" y="8"/>
                    <a:pt x="31" y="8"/>
                  </a:cubicBezTo>
                  <a:cubicBezTo>
                    <a:pt x="29" y="9"/>
                    <a:pt x="27" y="9"/>
                    <a:pt x="25" y="9"/>
                  </a:cubicBezTo>
                  <a:cubicBezTo>
                    <a:pt x="23" y="10"/>
                    <a:pt x="22" y="10"/>
                    <a:pt x="20" y="10"/>
                  </a:cubicBezTo>
                  <a:cubicBezTo>
                    <a:pt x="18" y="11"/>
                    <a:pt x="17" y="11"/>
                    <a:pt x="16" y="12"/>
                  </a:cubicBezTo>
                  <a:cubicBezTo>
                    <a:pt x="14" y="13"/>
                    <a:pt x="13" y="13"/>
                    <a:pt x="12" y="15"/>
                  </a:cubicBezTo>
                  <a:cubicBezTo>
                    <a:pt x="12" y="15"/>
                    <a:pt x="12" y="15"/>
                    <a:pt x="12" y="15"/>
                  </a:cubicBezTo>
                  <a:cubicBezTo>
                    <a:pt x="12" y="15"/>
                    <a:pt x="12" y="15"/>
                    <a:pt x="12" y="15"/>
                  </a:cubicBezTo>
                  <a:cubicBezTo>
                    <a:pt x="15" y="13"/>
                    <a:pt x="18" y="11"/>
                    <a:pt x="22" y="10"/>
                  </a:cubicBezTo>
                  <a:cubicBezTo>
                    <a:pt x="24" y="10"/>
                    <a:pt x="25" y="9"/>
                    <a:pt x="27" y="9"/>
                  </a:cubicBezTo>
                  <a:cubicBezTo>
                    <a:pt x="29" y="9"/>
                    <a:pt x="31" y="9"/>
                    <a:pt x="32" y="9"/>
                  </a:cubicBezTo>
                  <a:cubicBezTo>
                    <a:pt x="33" y="9"/>
                    <a:pt x="33" y="8"/>
                    <a:pt x="32" y="8"/>
                  </a:cubicBezTo>
                  <a:cubicBezTo>
                    <a:pt x="30" y="7"/>
                    <a:pt x="27" y="7"/>
                    <a:pt x="24" y="8"/>
                  </a:cubicBezTo>
                  <a:cubicBezTo>
                    <a:pt x="21" y="8"/>
                    <a:pt x="18" y="9"/>
                    <a:pt x="16" y="11"/>
                  </a:cubicBezTo>
                  <a:cubicBezTo>
                    <a:pt x="16" y="11"/>
                    <a:pt x="15" y="11"/>
                    <a:pt x="15" y="12"/>
                  </a:cubicBezTo>
                  <a:cubicBezTo>
                    <a:pt x="15" y="12"/>
                    <a:pt x="15" y="12"/>
                    <a:pt x="15" y="12"/>
                  </a:cubicBezTo>
                  <a:cubicBezTo>
                    <a:pt x="16" y="12"/>
                    <a:pt x="18" y="11"/>
                    <a:pt x="19" y="10"/>
                  </a:cubicBezTo>
                  <a:cubicBezTo>
                    <a:pt x="20" y="10"/>
                    <a:pt x="21" y="9"/>
                    <a:pt x="22" y="9"/>
                  </a:cubicBezTo>
                  <a:cubicBezTo>
                    <a:pt x="25" y="8"/>
                    <a:pt x="27" y="8"/>
                    <a:pt x="30" y="7"/>
                  </a:cubicBezTo>
                  <a:cubicBezTo>
                    <a:pt x="30" y="7"/>
                    <a:pt x="30" y="7"/>
                    <a:pt x="3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7" name="Freeform 41"/>
            <p:cNvSpPr/>
            <p:nvPr/>
          </p:nvSpPr>
          <p:spPr bwMode="auto">
            <a:xfrm>
              <a:off x="1365250" y="3124201"/>
              <a:ext cx="457200" cy="822325"/>
            </a:xfrm>
            <a:custGeom>
              <a:avLst/>
              <a:gdLst>
                <a:gd name="T0" fmla="*/ 7 w 20"/>
                <a:gd name="T1" fmla="*/ 17 h 36"/>
                <a:gd name="T2" fmla="*/ 6 w 20"/>
                <a:gd name="T3" fmla="*/ 5 h 36"/>
                <a:gd name="T4" fmla="*/ 9 w 20"/>
                <a:gd name="T5" fmla="*/ 22 h 36"/>
                <a:gd name="T6" fmla="*/ 5 w 20"/>
                <a:gd name="T7" fmla="*/ 14 h 36"/>
                <a:gd name="T8" fmla="*/ 7 w 20"/>
                <a:gd name="T9" fmla="*/ 19 h 36"/>
                <a:gd name="T10" fmla="*/ 5 w 20"/>
                <a:gd name="T11" fmla="*/ 11 h 36"/>
                <a:gd name="T12" fmla="*/ 8 w 20"/>
                <a:gd name="T13" fmla="*/ 21 h 36"/>
                <a:gd name="T14" fmla="*/ 2 w 20"/>
                <a:gd name="T15" fmla="*/ 18 h 36"/>
                <a:gd name="T16" fmla="*/ 3 w 20"/>
                <a:gd name="T17" fmla="*/ 19 h 36"/>
                <a:gd name="T18" fmla="*/ 8 w 20"/>
                <a:gd name="T19" fmla="*/ 31 h 36"/>
                <a:gd name="T20" fmla="*/ 3 w 20"/>
                <a:gd name="T21" fmla="*/ 19 h 36"/>
                <a:gd name="T22" fmla="*/ 9 w 20"/>
                <a:gd name="T23" fmla="*/ 31 h 36"/>
                <a:gd name="T24" fmla="*/ 4 w 20"/>
                <a:gd name="T25" fmla="*/ 7 h 36"/>
                <a:gd name="T26" fmla="*/ 8 w 20"/>
                <a:gd name="T27" fmla="*/ 27 h 36"/>
                <a:gd name="T28" fmla="*/ 3 w 20"/>
                <a:gd name="T29" fmla="*/ 4 h 36"/>
                <a:gd name="T30" fmla="*/ 3 w 20"/>
                <a:gd name="T31" fmla="*/ 14 h 36"/>
                <a:gd name="T32" fmla="*/ 4 w 20"/>
                <a:gd name="T33" fmla="*/ 12 h 36"/>
                <a:gd name="T34" fmla="*/ 9 w 20"/>
                <a:gd name="T35" fmla="*/ 25 h 36"/>
                <a:gd name="T36" fmla="*/ 5 w 20"/>
                <a:gd name="T37" fmla="*/ 12 h 36"/>
                <a:gd name="T38" fmla="*/ 14 w 20"/>
                <a:gd name="T39" fmla="*/ 33 h 36"/>
                <a:gd name="T40" fmla="*/ 9 w 20"/>
                <a:gd name="T41" fmla="*/ 2 h 36"/>
                <a:gd name="T42" fmla="*/ 12 w 20"/>
                <a:gd name="T43" fmla="*/ 28 h 36"/>
                <a:gd name="T44" fmla="*/ 9 w 20"/>
                <a:gd name="T45" fmla="*/ 9 h 36"/>
                <a:gd name="T46" fmla="*/ 12 w 20"/>
                <a:gd name="T47" fmla="*/ 29 h 36"/>
                <a:gd name="T48" fmla="*/ 9 w 20"/>
                <a:gd name="T49" fmla="*/ 5 h 36"/>
                <a:gd name="T50" fmla="*/ 11 w 20"/>
                <a:gd name="T51" fmla="*/ 17 h 36"/>
                <a:gd name="T52" fmla="*/ 12 w 20"/>
                <a:gd name="T53" fmla="*/ 18 h 36"/>
                <a:gd name="T54" fmla="*/ 16 w 20"/>
                <a:gd name="T55" fmla="*/ 27 h 36"/>
                <a:gd name="T56" fmla="*/ 11 w 20"/>
                <a:gd name="T57" fmla="*/ 13 h 36"/>
                <a:gd name="T58" fmla="*/ 12 w 20"/>
                <a:gd name="T59" fmla="*/ 14 h 36"/>
                <a:gd name="T60" fmla="*/ 11 w 20"/>
                <a:gd name="T61" fmla="*/ 13 h 36"/>
                <a:gd name="T62" fmla="*/ 19 w 20"/>
                <a:gd name="T63" fmla="*/ 35 h 36"/>
                <a:gd name="T64" fmla="*/ 8 w 20"/>
                <a:gd name="T65" fmla="*/ 6 h 36"/>
                <a:gd name="T66" fmla="*/ 18 w 20"/>
                <a:gd name="T67" fmla="*/ 35 h 36"/>
                <a:gd name="T68" fmla="*/ 13 w 20"/>
                <a:gd name="T69" fmla="*/ 28 h 36"/>
                <a:gd name="T70" fmla="*/ 8 w 20"/>
                <a:gd name="T71" fmla="*/ 5 h 36"/>
                <a:gd name="T72" fmla="*/ 16 w 20"/>
                <a:gd name="T73" fmla="*/ 32 h 36"/>
                <a:gd name="T74" fmla="*/ 10 w 20"/>
                <a:gd name="T75" fmla="*/ 4 h 36"/>
                <a:gd name="T76" fmla="*/ 12 w 20"/>
                <a:gd name="T77" fmla="*/ 30 h 36"/>
                <a:gd name="T78" fmla="*/ 6 w 20"/>
                <a:gd name="T79" fmla="*/ 16 h 36"/>
                <a:gd name="T80" fmla="*/ 5 w 20"/>
                <a:gd name="T81" fmla="*/ 16 h 36"/>
                <a:gd name="T82" fmla="*/ 11 w 20"/>
                <a:gd name="T83" fmla="*/ 32 h 36"/>
                <a:gd name="T84" fmla="*/ 2 w 20"/>
                <a:gd name="T85" fmla="*/ 10 h 36"/>
                <a:gd name="T86" fmla="*/ 3 w 20"/>
                <a:gd name="T87" fmla="*/ 8 h 36"/>
                <a:gd name="T88" fmla="*/ 2 w 20"/>
                <a:gd name="T89" fmla="*/ 11 h 36"/>
                <a:gd name="T90" fmla="*/ 4 w 20"/>
                <a:gd name="T91" fmla="*/ 13 h 36"/>
                <a:gd name="T92" fmla="*/ 10 w 20"/>
                <a:gd name="T93" fmla="*/ 34 h 36"/>
                <a:gd name="T94" fmla="*/ 2 w 20"/>
                <a:gd name="T95" fmla="*/ 6 h 36"/>
                <a:gd name="T96" fmla="*/ 3 w 20"/>
                <a:gd name="T97" fmla="*/ 21 h 36"/>
                <a:gd name="T98" fmla="*/ 5 w 20"/>
                <a:gd name="T99" fmla="*/ 23 h 36"/>
                <a:gd name="T100" fmla="*/ 2 w 20"/>
                <a:gd name="T101" fmla="*/ 15 h 36"/>
                <a:gd name="T102" fmla="*/ 13 w 20"/>
                <a:gd name="T103" fmla="*/ 32 h 36"/>
                <a:gd name="T104" fmla="*/ 4 w 20"/>
                <a:gd name="T105" fmla="*/ 5 h 36"/>
                <a:gd name="T106" fmla="*/ 15 w 20"/>
                <a:gd name="T107" fmla="*/ 31 h 36"/>
                <a:gd name="T108" fmla="*/ 5 w 20"/>
                <a:gd name="T109" fmla="*/ 3 h 36"/>
                <a:gd name="T110" fmla="*/ 8 w 20"/>
                <a:gd name="T111" fmla="*/ 20 h 36"/>
                <a:gd name="T112" fmla="*/ 6 w 20"/>
                <a:gd name="T113" fmla="*/ 3 h 36"/>
                <a:gd name="T114" fmla="*/ 9 w 20"/>
                <a:gd name="T115"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 h="36">
                  <a:moveTo>
                    <a:pt x="9" y="3"/>
                  </a:moveTo>
                  <a:cubicBezTo>
                    <a:pt x="7" y="6"/>
                    <a:pt x="6" y="8"/>
                    <a:pt x="6" y="11"/>
                  </a:cubicBezTo>
                  <a:cubicBezTo>
                    <a:pt x="6" y="13"/>
                    <a:pt x="7" y="14"/>
                    <a:pt x="7" y="16"/>
                  </a:cubicBezTo>
                  <a:cubicBezTo>
                    <a:pt x="8" y="17"/>
                    <a:pt x="8" y="19"/>
                    <a:pt x="9" y="20"/>
                  </a:cubicBezTo>
                  <a:cubicBezTo>
                    <a:pt x="9" y="20"/>
                    <a:pt x="9" y="20"/>
                    <a:pt x="9" y="20"/>
                  </a:cubicBezTo>
                  <a:cubicBezTo>
                    <a:pt x="8" y="19"/>
                    <a:pt x="7" y="18"/>
                    <a:pt x="7" y="17"/>
                  </a:cubicBezTo>
                  <a:cubicBezTo>
                    <a:pt x="6" y="15"/>
                    <a:pt x="6" y="14"/>
                    <a:pt x="5" y="13"/>
                  </a:cubicBezTo>
                  <a:cubicBezTo>
                    <a:pt x="5" y="11"/>
                    <a:pt x="5" y="10"/>
                    <a:pt x="5" y="8"/>
                  </a:cubicBezTo>
                  <a:cubicBezTo>
                    <a:pt x="5" y="7"/>
                    <a:pt x="5" y="5"/>
                    <a:pt x="6" y="4"/>
                  </a:cubicBezTo>
                  <a:cubicBezTo>
                    <a:pt x="6" y="3"/>
                    <a:pt x="6" y="3"/>
                    <a:pt x="7" y="3"/>
                  </a:cubicBezTo>
                  <a:cubicBezTo>
                    <a:pt x="7" y="3"/>
                    <a:pt x="6" y="3"/>
                    <a:pt x="6" y="3"/>
                  </a:cubicBezTo>
                  <a:cubicBezTo>
                    <a:pt x="7" y="4"/>
                    <a:pt x="6" y="5"/>
                    <a:pt x="6" y="5"/>
                  </a:cubicBezTo>
                  <a:cubicBezTo>
                    <a:pt x="6" y="6"/>
                    <a:pt x="6" y="7"/>
                    <a:pt x="6" y="8"/>
                  </a:cubicBezTo>
                  <a:cubicBezTo>
                    <a:pt x="6" y="10"/>
                    <a:pt x="6" y="12"/>
                    <a:pt x="7" y="14"/>
                  </a:cubicBezTo>
                  <a:cubicBezTo>
                    <a:pt x="7" y="17"/>
                    <a:pt x="7" y="20"/>
                    <a:pt x="9" y="23"/>
                  </a:cubicBezTo>
                  <a:cubicBezTo>
                    <a:pt x="9" y="23"/>
                    <a:pt x="9" y="24"/>
                    <a:pt x="10" y="24"/>
                  </a:cubicBezTo>
                  <a:cubicBezTo>
                    <a:pt x="10" y="24"/>
                    <a:pt x="10" y="24"/>
                    <a:pt x="10" y="24"/>
                  </a:cubicBezTo>
                  <a:cubicBezTo>
                    <a:pt x="10" y="23"/>
                    <a:pt x="9" y="22"/>
                    <a:pt x="9" y="22"/>
                  </a:cubicBezTo>
                  <a:cubicBezTo>
                    <a:pt x="8" y="21"/>
                    <a:pt x="8" y="20"/>
                    <a:pt x="8" y="19"/>
                  </a:cubicBezTo>
                  <a:cubicBezTo>
                    <a:pt x="7" y="17"/>
                    <a:pt x="6" y="15"/>
                    <a:pt x="6" y="14"/>
                  </a:cubicBezTo>
                  <a:cubicBezTo>
                    <a:pt x="5" y="10"/>
                    <a:pt x="5" y="6"/>
                    <a:pt x="6" y="3"/>
                  </a:cubicBezTo>
                  <a:cubicBezTo>
                    <a:pt x="5" y="3"/>
                    <a:pt x="5" y="3"/>
                    <a:pt x="5" y="3"/>
                  </a:cubicBezTo>
                  <a:cubicBezTo>
                    <a:pt x="6" y="4"/>
                    <a:pt x="5" y="6"/>
                    <a:pt x="5" y="8"/>
                  </a:cubicBezTo>
                  <a:cubicBezTo>
                    <a:pt x="5" y="10"/>
                    <a:pt x="5" y="12"/>
                    <a:pt x="5" y="14"/>
                  </a:cubicBezTo>
                  <a:cubicBezTo>
                    <a:pt x="6" y="16"/>
                    <a:pt x="6" y="18"/>
                    <a:pt x="7" y="20"/>
                  </a:cubicBezTo>
                  <a:cubicBezTo>
                    <a:pt x="8" y="22"/>
                    <a:pt x="8" y="23"/>
                    <a:pt x="10" y="25"/>
                  </a:cubicBezTo>
                  <a:cubicBezTo>
                    <a:pt x="11" y="27"/>
                    <a:pt x="13" y="29"/>
                    <a:pt x="15" y="31"/>
                  </a:cubicBezTo>
                  <a:cubicBezTo>
                    <a:pt x="15" y="31"/>
                    <a:pt x="15" y="31"/>
                    <a:pt x="15" y="31"/>
                  </a:cubicBezTo>
                  <a:cubicBezTo>
                    <a:pt x="12" y="29"/>
                    <a:pt x="11" y="26"/>
                    <a:pt x="9" y="23"/>
                  </a:cubicBezTo>
                  <a:cubicBezTo>
                    <a:pt x="8" y="22"/>
                    <a:pt x="8" y="20"/>
                    <a:pt x="7" y="19"/>
                  </a:cubicBezTo>
                  <a:cubicBezTo>
                    <a:pt x="6" y="17"/>
                    <a:pt x="5" y="15"/>
                    <a:pt x="5" y="13"/>
                  </a:cubicBezTo>
                  <a:cubicBezTo>
                    <a:pt x="5" y="12"/>
                    <a:pt x="4" y="10"/>
                    <a:pt x="4" y="9"/>
                  </a:cubicBezTo>
                  <a:cubicBezTo>
                    <a:pt x="4" y="8"/>
                    <a:pt x="4" y="6"/>
                    <a:pt x="4" y="5"/>
                  </a:cubicBezTo>
                  <a:cubicBezTo>
                    <a:pt x="4" y="5"/>
                    <a:pt x="4" y="5"/>
                    <a:pt x="4" y="5"/>
                  </a:cubicBezTo>
                  <a:cubicBezTo>
                    <a:pt x="4" y="6"/>
                    <a:pt x="5" y="7"/>
                    <a:pt x="5" y="8"/>
                  </a:cubicBezTo>
                  <a:cubicBezTo>
                    <a:pt x="5" y="9"/>
                    <a:pt x="5" y="10"/>
                    <a:pt x="5" y="11"/>
                  </a:cubicBezTo>
                  <a:cubicBezTo>
                    <a:pt x="5" y="13"/>
                    <a:pt x="6" y="15"/>
                    <a:pt x="6" y="17"/>
                  </a:cubicBezTo>
                  <a:cubicBezTo>
                    <a:pt x="7" y="18"/>
                    <a:pt x="7" y="20"/>
                    <a:pt x="8" y="22"/>
                  </a:cubicBezTo>
                  <a:cubicBezTo>
                    <a:pt x="8" y="23"/>
                    <a:pt x="9" y="25"/>
                    <a:pt x="10" y="26"/>
                  </a:cubicBezTo>
                  <a:cubicBezTo>
                    <a:pt x="10" y="28"/>
                    <a:pt x="12" y="30"/>
                    <a:pt x="14" y="32"/>
                  </a:cubicBezTo>
                  <a:cubicBezTo>
                    <a:pt x="14" y="32"/>
                    <a:pt x="14" y="32"/>
                    <a:pt x="14" y="32"/>
                  </a:cubicBezTo>
                  <a:cubicBezTo>
                    <a:pt x="12" y="28"/>
                    <a:pt x="10" y="24"/>
                    <a:pt x="8" y="21"/>
                  </a:cubicBezTo>
                  <a:cubicBezTo>
                    <a:pt x="6" y="17"/>
                    <a:pt x="5" y="13"/>
                    <a:pt x="5" y="9"/>
                  </a:cubicBezTo>
                  <a:cubicBezTo>
                    <a:pt x="4" y="7"/>
                    <a:pt x="4" y="4"/>
                    <a:pt x="5" y="2"/>
                  </a:cubicBezTo>
                  <a:cubicBezTo>
                    <a:pt x="5" y="2"/>
                    <a:pt x="4" y="2"/>
                    <a:pt x="4" y="2"/>
                  </a:cubicBezTo>
                  <a:cubicBezTo>
                    <a:pt x="3" y="4"/>
                    <a:pt x="3" y="5"/>
                    <a:pt x="3" y="7"/>
                  </a:cubicBezTo>
                  <a:cubicBezTo>
                    <a:pt x="3" y="9"/>
                    <a:pt x="2" y="11"/>
                    <a:pt x="2" y="13"/>
                  </a:cubicBezTo>
                  <a:cubicBezTo>
                    <a:pt x="2" y="15"/>
                    <a:pt x="2" y="17"/>
                    <a:pt x="2" y="18"/>
                  </a:cubicBezTo>
                  <a:cubicBezTo>
                    <a:pt x="3" y="20"/>
                    <a:pt x="3" y="22"/>
                    <a:pt x="4" y="23"/>
                  </a:cubicBezTo>
                  <a:cubicBezTo>
                    <a:pt x="6" y="26"/>
                    <a:pt x="7" y="28"/>
                    <a:pt x="9" y="30"/>
                  </a:cubicBezTo>
                  <a:cubicBezTo>
                    <a:pt x="10" y="30"/>
                    <a:pt x="10" y="29"/>
                    <a:pt x="10" y="29"/>
                  </a:cubicBezTo>
                  <a:cubicBezTo>
                    <a:pt x="9" y="28"/>
                    <a:pt x="8" y="28"/>
                    <a:pt x="8" y="27"/>
                  </a:cubicBezTo>
                  <a:cubicBezTo>
                    <a:pt x="7" y="26"/>
                    <a:pt x="7" y="26"/>
                    <a:pt x="6" y="25"/>
                  </a:cubicBezTo>
                  <a:cubicBezTo>
                    <a:pt x="5" y="23"/>
                    <a:pt x="4" y="21"/>
                    <a:pt x="3" y="19"/>
                  </a:cubicBezTo>
                  <a:cubicBezTo>
                    <a:pt x="2" y="15"/>
                    <a:pt x="1" y="11"/>
                    <a:pt x="1" y="7"/>
                  </a:cubicBezTo>
                  <a:cubicBezTo>
                    <a:pt x="1" y="6"/>
                    <a:pt x="1" y="6"/>
                    <a:pt x="1" y="5"/>
                  </a:cubicBezTo>
                  <a:cubicBezTo>
                    <a:pt x="1" y="5"/>
                    <a:pt x="1" y="5"/>
                    <a:pt x="1" y="5"/>
                  </a:cubicBezTo>
                  <a:cubicBezTo>
                    <a:pt x="1" y="9"/>
                    <a:pt x="1" y="13"/>
                    <a:pt x="1" y="17"/>
                  </a:cubicBezTo>
                  <a:cubicBezTo>
                    <a:pt x="2" y="21"/>
                    <a:pt x="4" y="24"/>
                    <a:pt x="6" y="28"/>
                  </a:cubicBezTo>
                  <a:cubicBezTo>
                    <a:pt x="7" y="29"/>
                    <a:pt x="8" y="30"/>
                    <a:pt x="8" y="31"/>
                  </a:cubicBezTo>
                  <a:cubicBezTo>
                    <a:pt x="9" y="31"/>
                    <a:pt x="9" y="31"/>
                    <a:pt x="9" y="31"/>
                  </a:cubicBezTo>
                  <a:cubicBezTo>
                    <a:pt x="6" y="28"/>
                    <a:pt x="5" y="25"/>
                    <a:pt x="3" y="22"/>
                  </a:cubicBezTo>
                  <a:cubicBezTo>
                    <a:pt x="2" y="18"/>
                    <a:pt x="1" y="15"/>
                    <a:pt x="1" y="11"/>
                  </a:cubicBezTo>
                  <a:cubicBezTo>
                    <a:pt x="1" y="9"/>
                    <a:pt x="1" y="8"/>
                    <a:pt x="2" y="6"/>
                  </a:cubicBezTo>
                  <a:cubicBezTo>
                    <a:pt x="2" y="6"/>
                    <a:pt x="2" y="6"/>
                    <a:pt x="2" y="6"/>
                  </a:cubicBezTo>
                  <a:cubicBezTo>
                    <a:pt x="2" y="10"/>
                    <a:pt x="2" y="14"/>
                    <a:pt x="3" y="19"/>
                  </a:cubicBezTo>
                  <a:cubicBezTo>
                    <a:pt x="3" y="21"/>
                    <a:pt x="4" y="23"/>
                    <a:pt x="5" y="24"/>
                  </a:cubicBezTo>
                  <a:cubicBezTo>
                    <a:pt x="5" y="25"/>
                    <a:pt x="5" y="26"/>
                    <a:pt x="6" y="27"/>
                  </a:cubicBezTo>
                  <a:cubicBezTo>
                    <a:pt x="6" y="28"/>
                    <a:pt x="7" y="29"/>
                    <a:pt x="7" y="30"/>
                  </a:cubicBezTo>
                  <a:cubicBezTo>
                    <a:pt x="8" y="31"/>
                    <a:pt x="9" y="33"/>
                    <a:pt x="10" y="34"/>
                  </a:cubicBezTo>
                  <a:cubicBezTo>
                    <a:pt x="10" y="34"/>
                    <a:pt x="10" y="34"/>
                    <a:pt x="10" y="34"/>
                  </a:cubicBezTo>
                  <a:cubicBezTo>
                    <a:pt x="10" y="33"/>
                    <a:pt x="10" y="32"/>
                    <a:pt x="9" y="31"/>
                  </a:cubicBezTo>
                  <a:cubicBezTo>
                    <a:pt x="9" y="30"/>
                    <a:pt x="9" y="29"/>
                    <a:pt x="8" y="28"/>
                  </a:cubicBezTo>
                  <a:cubicBezTo>
                    <a:pt x="7" y="26"/>
                    <a:pt x="7" y="24"/>
                    <a:pt x="6" y="22"/>
                  </a:cubicBezTo>
                  <a:cubicBezTo>
                    <a:pt x="5" y="18"/>
                    <a:pt x="4" y="14"/>
                    <a:pt x="4" y="10"/>
                  </a:cubicBezTo>
                  <a:cubicBezTo>
                    <a:pt x="3" y="8"/>
                    <a:pt x="4" y="6"/>
                    <a:pt x="4" y="4"/>
                  </a:cubicBezTo>
                  <a:cubicBezTo>
                    <a:pt x="4" y="4"/>
                    <a:pt x="4" y="4"/>
                    <a:pt x="4" y="4"/>
                  </a:cubicBezTo>
                  <a:cubicBezTo>
                    <a:pt x="4" y="5"/>
                    <a:pt x="4" y="6"/>
                    <a:pt x="4" y="7"/>
                  </a:cubicBezTo>
                  <a:cubicBezTo>
                    <a:pt x="3" y="8"/>
                    <a:pt x="3" y="9"/>
                    <a:pt x="3" y="10"/>
                  </a:cubicBezTo>
                  <a:cubicBezTo>
                    <a:pt x="3" y="12"/>
                    <a:pt x="4" y="14"/>
                    <a:pt x="4" y="16"/>
                  </a:cubicBezTo>
                  <a:cubicBezTo>
                    <a:pt x="4" y="20"/>
                    <a:pt x="5" y="23"/>
                    <a:pt x="7" y="26"/>
                  </a:cubicBezTo>
                  <a:cubicBezTo>
                    <a:pt x="8" y="29"/>
                    <a:pt x="10" y="31"/>
                    <a:pt x="11" y="32"/>
                  </a:cubicBezTo>
                  <a:cubicBezTo>
                    <a:pt x="12" y="33"/>
                    <a:pt x="12" y="32"/>
                    <a:pt x="12" y="32"/>
                  </a:cubicBezTo>
                  <a:cubicBezTo>
                    <a:pt x="11" y="31"/>
                    <a:pt x="9" y="29"/>
                    <a:pt x="8" y="27"/>
                  </a:cubicBezTo>
                  <a:cubicBezTo>
                    <a:pt x="7" y="26"/>
                    <a:pt x="6" y="24"/>
                    <a:pt x="5" y="22"/>
                  </a:cubicBezTo>
                  <a:cubicBezTo>
                    <a:pt x="4" y="18"/>
                    <a:pt x="3" y="14"/>
                    <a:pt x="3" y="10"/>
                  </a:cubicBezTo>
                  <a:cubicBezTo>
                    <a:pt x="3" y="8"/>
                    <a:pt x="3" y="7"/>
                    <a:pt x="3" y="5"/>
                  </a:cubicBezTo>
                  <a:cubicBezTo>
                    <a:pt x="3" y="4"/>
                    <a:pt x="3" y="2"/>
                    <a:pt x="4" y="1"/>
                  </a:cubicBezTo>
                  <a:cubicBezTo>
                    <a:pt x="4" y="1"/>
                    <a:pt x="4" y="1"/>
                    <a:pt x="4" y="1"/>
                  </a:cubicBezTo>
                  <a:cubicBezTo>
                    <a:pt x="4" y="2"/>
                    <a:pt x="4" y="3"/>
                    <a:pt x="3" y="4"/>
                  </a:cubicBezTo>
                  <a:cubicBezTo>
                    <a:pt x="3" y="5"/>
                    <a:pt x="3" y="6"/>
                    <a:pt x="3" y="7"/>
                  </a:cubicBezTo>
                  <a:cubicBezTo>
                    <a:pt x="2" y="9"/>
                    <a:pt x="2" y="11"/>
                    <a:pt x="2" y="13"/>
                  </a:cubicBezTo>
                  <a:cubicBezTo>
                    <a:pt x="2" y="17"/>
                    <a:pt x="4" y="21"/>
                    <a:pt x="6" y="24"/>
                  </a:cubicBezTo>
                  <a:cubicBezTo>
                    <a:pt x="6" y="25"/>
                    <a:pt x="6" y="25"/>
                    <a:pt x="7" y="26"/>
                  </a:cubicBezTo>
                  <a:cubicBezTo>
                    <a:pt x="7" y="26"/>
                    <a:pt x="7" y="26"/>
                    <a:pt x="7" y="25"/>
                  </a:cubicBezTo>
                  <a:cubicBezTo>
                    <a:pt x="5" y="22"/>
                    <a:pt x="3" y="18"/>
                    <a:pt x="3" y="14"/>
                  </a:cubicBezTo>
                  <a:cubicBezTo>
                    <a:pt x="2" y="11"/>
                    <a:pt x="2" y="7"/>
                    <a:pt x="2" y="4"/>
                  </a:cubicBezTo>
                  <a:cubicBezTo>
                    <a:pt x="2" y="2"/>
                    <a:pt x="3" y="1"/>
                    <a:pt x="3" y="0"/>
                  </a:cubicBezTo>
                  <a:cubicBezTo>
                    <a:pt x="3" y="0"/>
                    <a:pt x="3" y="0"/>
                    <a:pt x="3" y="0"/>
                  </a:cubicBezTo>
                  <a:cubicBezTo>
                    <a:pt x="3" y="2"/>
                    <a:pt x="3" y="4"/>
                    <a:pt x="3" y="6"/>
                  </a:cubicBezTo>
                  <a:cubicBezTo>
                    <a:pt x="3" y="7"/>
                    <a:pt x="3" y="8"/>
                    <a:pt x="3" y="9"/>
                  </a:cubicBezTo>
                  <a:cubicBezTo>
                    <a:pt x="4" y="10"/>
                    <a:pt x="4" y="11"/>
                    <a:pt x="4" y="12"/>
                  </a:cubicBezTo>
                  <a:cubicBezTo>
                    <a:pt x="4" y="16"/>
                    <a:pt x="6" y="20"/>
                    <a:pt x="7" y="24"/>
                  </a:cubicBezTo>
                  <a:cubicBezTo>
                    <a:pt x="8" y="27"/>
                    <a:pt x="9" y="29"/>
                    <a:pt x="11" y="31"/>
                  </a:cubicBezTo>
                  <a:cubicBezTo>
                    <a:pt x="11" y="32"/>
                    <a:pt x="12" y="33"/>
                    <a:pt x="12" y="34"/>
                  </a:cubicBezTo>
                  <a:cubicBezTo>
                    <a:pt x="13" y="35"/>
                    <a:pt x="13" y="36"/>
                    <a:pt x="14" y="36"/>
                  </a:cubicBezTo>
                  <a:cubicBezTo>
                    <a:pt x="14" y="36"/>
                    <a:pt x="14" y="36"/>
                    <a:pt x="14" y="36"/>
                  </a:cubicBezTo>
                  <a:cubicBezTo>
                    <a:pt x="13" y="32"/>
                    <a:pt x="11" y="28"/>
                    <a:pt x="9" y="25"/>
                  </a:cubicBezTo>
                  <a:cubicBezTo>
                    <a:pt x="7" y="21"/>
                    <a:pt x="6" y="17"/>
                    <a:pt x="5" y="12"/>
                  </a:cubicBezTo>
                  <a:cubicBezTo>
                    <a:pt x="5" y="12"/>
                    <a:pt x="5" y="11"/>
                    <a:pt x="5" y="10"/>
                  </a:cubicBezTo>
                  <a:cubicBezTo>
                    <a:pt x="5" y="9"/>
                    <a:pt x="5" y="7"/>
                    <a:pt x="5" y="7"/>
                  </a:cubicBezTo>
                  <a:cubicBezTo>
                    <a:pt x="5" y="7"/>
                    <a:pt x="5" y="7"/>
                    <a:pt x="5" y="7"/>
                  </a:cubicBezTo>
                  <a:cubicBezTo>
                    <a:pt x="5" y="7"/>
                    <a:pt x="5" y="8"/>
                    <a:pt x="5" y="9"/>
                  </a:cubicBezTo>
                  <a:cubicBezTo>
                    <a:pt x="5" y="10"/>
                    <a:pt x="5" y="11"/>
                    <a:pt x="5" y="12"/>
                  </a:cubicBezTo>
                  <a:cubicBezTo>
                    <a:pt x="6" y="14"/>
                    <a:pt x="6" y="17"/>
                    <a:pt x="7" y="19"/>
                  </a:cubicBezTo>
                  <a:cubicBezTo>
                    <a:pt x="7" y="20"/>
                    <a:pt x="7" y="22"/>
                    <a:pt x="8" y="24"/>
                  </a:cubicBezTo>
                  <a:cubicBezTo>
                    <a:pt x="8" y="25"/>
                    <a:pt x="9" y="27"/>
                    <a:pt x="10" y="28"/>
                  </a:cubicBezTo>
                  <a:cubicBezTo>
                    <a:pt x="10" y="31"/>
                    <a:pt x="12" y="33"/>
                    <a:pt x="14" y="35"/>
                  </a:cubicBezTo>
                  <a:cubicBezTo>
                    <a:pt x="14" y="35"/>
                    <a:pt x="14" y="35"/>
                    <a:pt x="14" y="35"/>
                  </a:cubicBezTo>
                  <a:cubicBezTo>
                    <a:pt x="14" y="34"/>
                    <a:pt x="14" y="33"/>
                    <a:pt x="14" y="33"/>
                  </a:cubicBezTo>
                  <a:cubicBezTo>
                    <a:pt x="13" y="32"/>
                    <a:pt x="13" y="31"/>
                    <a:pt x="13" y="30"/>
                  </a:cubicBezTo>
                  <a:cubicBezTo>
                    <a:pt x="12" y="28"/>
                    <a:pt x="11" y="26"/>
                    <a:pt x="10" y="24"/>
                  </a:cubicBezTo>
                  <a:cubicBezTo>
                    <a:pt x="9" y="20"/>
                    <a:pt x="8" y="16"/>
                    <a:pt x="8" y="12"/>
                  </a:cubicBezTo>
                  <a:cubicBezTo>
                    <a:pt x="8" y="10"/>
                    <a:pt x="8" y="8"/>
                    <a:pt x="8" y="6"/>
                  </a:cubicBezTo>
                  <a:cubicBezTo>
                    <a:pt x="8" y="5"/>
                    <a:pt x="8" y="3"/>
                    <a:pt x="9" y="2"/>
                  </a:cubicBezTo>
                  <a:cubicBezTo>
                    <a:pt x="9" y="2"/>
                    <a:pt x="9" y="2"/>
                    <a:pt x="9" y="2"/>
                  </a:cubicBezTo>
                  <a:cubicBezTo>
                    <a:pt x="9" y="2"/>
                    <a:pt x="9" y="3"/>
                    <a:pt x="9" y="4"/>
                  </a:cubicBezTo>
                  <a:cubicBezTo>
                    <a:pt x="9" y="4"/>
                    <a:pt x="9" y="5"/>
                    <a:pt x="9" y="6"/>
                  </a:cubicBezTo>
                  <a:cubicBezTo>
                    <a:pt x="9" y="6"/>
                    <a:pt x="9" y="7"/>
                    <a:pt x="9" y="8"/>
                  </a:cubicBezTo>
                  <a:cubicBezTo>
                    <a:pt x="8" y="9"/>
                    <a:pt x="8" y="10"/>
                    <a:pt x="8" y="11"/>
                  </a:cubicBezTo>
                  <a:cubicBezTo>
                    <a:pt x="8" y="15"/>
                    <a:pt x="8" y="19"/>
                    <a:pt x="9" y="22"/>
                  </a:cubicBezTo>
                  <a:cubicBezTo>
                    <a:pt x="10" y="25"/>
                    <a:pt x="10" y="27"/>
                    <a:pt x="12" y="28"/>
                  </a:cubicBezTo>
                  <a:cubicBezTo>
                    <a:pt x="13" y="30"/>
                    <a:pt x="14" y="32"/>
                    <a:pt x="16" y="32"/>
                  </a:cubicBezTo>
                  <a:cubicBezTo>
                    <a:pt x="16" y="33"/>
                    <a:pt x="17" y="32"/>
                    <a:pt x="16" y="32"/>
                  </a:cubicBezTo>
                  <a:cubicBezTo>
                    <a:pt x="16" y="31"/>
                    <a:pt x="15" y="31"/>
                    <a:pt x="15" y="30"/>
                  </a:cubicBezTo>
                  <a:cubicBezTo>
                    <a:pt x="14" y="29"/>
                    <a:pt x="14" y="28"/>
                    <a:pt x="13" y="27"/>
                  </a:cubicBezTo>
                  <a:cubicBezTo>
                    <a:pt x="12" y="25"/>
                    <a:pt x="12" y="24"/>
                    <a:pt x="11" y="22"/>
                  </a:cubicBezTo>
                  <a:cubicBezTo>
                    <a:pt x="10" y="18"/>
                    <a:pt x="9" y="13"/>
                    <a:pt x="9" y="9"/>
                  </a:cubicBezTo>
                  <a:cubicBezTo>
                    <a:pt x="9" y="8"/>
                    <a:pt x="8" y="6"/>
                    <a:pt x="9" y="5"/>
                  </a:cubicBezTo>
                  <a:cubicBezTo>
                    <a:pt x="9" y="5"/>
                    <a:pt x="8" y="5"/>
                    <a:pt x="8" y="5"/>
                  </a:cubicBezTo>
                  <a:cubicBezTo>
                    <a:pt x="9" y="6"/>
                    <a:pt x="9" y="7"/>
                    <a:pt x="9" y="8"/>
                  </a:cubicBezTo>
                  <a:cubicBezTo>
                    <a:pt x="8" y="9"/>
                    <a:pt x="9" y="10"/>
                    <a:pt x="9" y="11"/>
                  </a:cubicBezTo>
                  <a:cubicBezTo>
                    <a:pt x="9" y="13"/>
                    <a:pt x="9" y="16"/>
                    <a:pt x="9" y="18"/>
                  </a:cubicBezTo>
                  <a:cubicBezTo>
                    <a:pt x="10" y="22"/>
                    <a:pt x="11" y="26"/>
                    <a:pt x="12" y="29"/>
                  </a:cubicBezTo>
                  <a:cubicBezTo>
                    <a:pt x="13" y="32"/>
                    <a:pt x="14" y="34"/>
                    <a:pt x="16" y="36"/>
                  </a:cubicBezTo>
                  <a:cubicBezTo>
                    <a:pt x="16" y="36"/>
                    <a:pt x="16" y="36"/>
                    <a:pt x="16" y="36"/>
                  </a:cubicBezTo>
                  <a:cubicBezTo>
                    <a:pt x="15" y="32"/>
                    <a:pt x="14" y="28"/>
                    <a:pt x="12" y="24"/>
                  </a:cubicBezTo>
                  <a:cubicBezTo>
                    <a:pt x="12" y="23"/>
                    <a:pt x="11" y="21"/>
                    <a:pt x="11" y="19"/>
                  </a:cubicBezTo>
                  <a:cubicBezTo>
                    <a:pt x="10" y="17"/>
                    <a:pt x="10" y="15"/>
                    <a:pt x="9" y="13"/>
                  </a:cubicBezTo>
                  <a:cubicBezTo>
                    <a:pt x="9" y="11"/>
                    <a:pt x="9" y="8"/>
                    <a:pt x="9" y="5"/>
                  </a:cubicBezTo>
                  <a:cubicBezTo>
                    <a:pt x="9" y="5"/>
                    <a:pt x="9" y="5"/>
                    <a:pt x="9" y="5"/>
                  </a:cubicBezTo>
                  <a:cubicBezTo>
                    <a:pt x="8" y="13"/>
                    <a:pt x="10" y="21"/>
                    <a:pt x="14" y="28"/>
                  </a:cubicBezTo>
                  <a:cubicBezTo>
                    <a:pt x="15" y="31"/>
                    <a:pt x="17" y="33"/>
                    <a:pt x="18" y="35"/>
                  </a:cubicBezTo>
                  <a:cubicBezTo>
                    <a:pt x="18" y="36"/>
                    <a:pt x="18" y="35"/>
                    <a:pt x="18" y="35"/>
                  </a:cubicBezTo>
                  <a:cubicBezTo>
                    <a:pt x="17" y="31"/>
                    <a:pt x="15" y="27"/>
                    <a:pt x="14" y="23"/>
                  </a:cubicBezTo>
                  <a:cubicBezTo>
                    <a:pt x="13" y="21"/>
                    <a:pt x="12" y="19"/>
                    <a:pt x="11" y="17"/>
                  </a:cubicBezTo>
                  <a:cubicBezTo>
                    <a:pt x="11" y="15"/>
                    <a:pt x="10" y="13"/>
                    <a:pt x="9" y="11"/>
                  </a:cubicBezTo>
                  <a:cubicBezTo>
                    <a:pt x="9" y="9"/>
                    <a:pt x="9" y="8"/>
                    <a:pt x="8" y="7"/>
                  </a:cubicBezTo>
                  <a:cubicBezTo>
                    <a:pt x="8" y="7"/>
                    <a:pt x="8" y="7"/>
                    <a:pt x="8" y="7"/>
                  </a:cubicBezTo>
                  <a:cubicBezTo>
                    <a:pt x="9" y="7"/>
                    <a:pt x="9" y="8"/>
                    <a:pt x="9" y="9"/>
                  </a:cubicBezTo>
                  <a:cubicBezTo>
                    <a:pt x="9" y="10"/>
                    <a:pt x="10" y="11"/>
                    <a:pt x="10" y="12"/>
                  </a:cubicBezTo>
                  <a:cubicBezTo>
                    <a:pt x="10" y="14"/>
                    <a:pt x="11" y="16"/>
                    <a:pt x="12" y="18"/>
                  </a:cubicBezTo>
                  <a:cubicBezTo>
                    <a:pt x="13" y="22"/>
                    <a:pt x="14" y="26"/>
                    <a:pt x="16" y="30"/>
                  </a:cubicBezTo>
                  <a:cubicBezTo>
                    <a:pt x="17" y="32"/>
                    <a:pt x="18" y="34"/>
                    <a:pt x="19" y="35"/>
                  </a:cubicBezTo>
                  <a:cubicBezTo>
                    <a:pt x="19" y="35"/>
                    <a:pt x="20" y="35"/>
                    <a:pt x="20" y="35"/>
                  </a:cubicBezTo>
                  <a:cubicBezTo>
                    <a:pt x="20" y="35"/>
                    <a:pt x="20" y="34"/>
                    <a:pt x="20" y="34"/>
                  </a:cubicBezTo>
                  <a:cubicBezTo>
                    <a:pt x="19" y="33"/>
                    <a:pt x="19" y="33"/>
                    <a:pt x="19" y="32"/>
                  </a:cubicBezTo>
                  <a:cubicBezTo>
                    <a:pt x="18" y="30"/>
                    <a:pt x="17" y="29"/>
                    <a:pt x="16" y="27"/>
                  </a:cubicBezTo>
                  <a:cubicBezTo>
                    <a:pt x="15" y="23"/>
                    <a:pt x="13" y="19"/>
                    <a:pt x="11" y="15"/>
                  </a:cubicBezTo>
                  <a:cubicBezTo>
                    <a:pt x="11" y="14"/>
                    <a:pt x="11" y="13"/>
                    <a:pt x="10" y="11"/>
                  </a:cubicBezTo>
                  <a:cubicBezTo>
                    <a:pt x="10" y="10"/>
                    <a:pt x="10" y="9"/>
                    <a:pt x="10" y="8"/>
                  </a:cubicBezTo>
                  <a:cubicBezTo>
                    <a:pt x="10" y="8"/>
                    <a:pt x="10" y="8"/>
                    <a:pt x="10" y="8"/>
                  </a:cubicBezTo>
                  <a:cubicBezTo>
                    <a:pt x="11" y="9"/>
                    <a:pt x="11" y="10"/>
                    <a:pt x="11" y="11"/>
                  </a:cubicBezTo>
                  <a:cubicBezTo>
                    <a:pt x="11" y="12"/>
                    <a:pt x="11" y="13"/>
                    <a:pt x="11" y="13"/>
                  </a:cubicBezTo>
                  <a:cubicBezTo>
                    <a:pt x="11" y="14"/>
                    <a:pt x="12" y="15"/>
                    <a:pt x="12" y="15"/>
                  </a:cubicBezTo>
                  <a:cubicBezTo>
                    <a:pt x="13" y="19"/>
                    <a:pt x="14" y="23"/>
                    <a:pt x="15" y="27"/>
                  </a:cubicBezTo>
                  <a:cubicBezTo>
                    <a:pt x="16" y="27"/>
                    <a:pt x="16" y="28"/>
                    <a:pt x="16" y="28"/>
                  </a:cubicBezTo>
                  <a:cubicBezTo>
                    <a:pt x="16" y="28"/>
                    <a:pt x="17" y="28"/>
                    <a:pt x="16" y="28"/>
                  </a:cubicBezTo>
                  <a:cubicBezTo>
                    <a:pt x="15" y="24"/>
                    <a:pt x="13" y="20"/>
                    <a:pt x="12" y="17"/>
                  </a:cubicBezTo>
                  <a:cubicBezTo>
                    <a:pt x="12" y="16"/>
                    <a:pt x="12" y="15"/>
                    <a:pt x="12" y="14"/>
                  </a:cubicBezTo>
                  <a:cubicBezTo>
                    <a:pt x="12" y="13"/>
                    <a:pt x="12" y="13"/>
                    <a:pt x="12" y="12"/>
                  </a:cubicBezTo>
                  <a:cubicBezTo>
                    <a:pt x="11" y="11"/>
                    <a:pt x="11" y="9"/>
                    <a:pt x="10" y="8"/>
                  </a:cubicBezTo>
                  <a:cubicBezTo>
                    <a:pt x="10" y="8"/>
                    <a:pt x="10" y="8"/>
                    <a:pt x="10" y="8"/>
                  </a:cubicBezTo>
                  <a:cubicBezTo>
                    <a:pt x="10" y="7"/>
                    <a:pt x="9" y="8"/>
                    <a:pt x="9" y="8"/>
                  </a:cubicBezTo>
                  <a:cubicBezTo>
                    <a:pt x="9" y="9"/>
                    <a:pt x="10" y="10"/>
                    <a:pt x="10" y="10"/>
                  </a:cubicBezTo>
                  <a:cubicBezTo>
                    <a:pt x="10" y="11"/>
                    <a:pt x="10" y="12"/>
                    <a:pt x="11" y="13"/>
                  </a:cubicBezTo>
                  <a:cubicBezTo>
                    <a:pt x="11" y="15"/>
                    <a:pt x="12" y="17"/>
                    <a:pt x="13" y="19"/>
                  </a:cubicBezTo>
                  <a:cubicBezTo>
                    <a:pt x="13" y="21"/>
                    <a:pt x="14" y="23"/>
                    <a:pt x="15" y="25"/>
                  </a:cubicBezTo>
                  <a:cubicBezTo>
                    <a:pt x="16" y="27"/>
                    <a:pt x="17" y="29"/>
                    <a:pt x="18" y="31"/>
                  </a:cubicBezTo>
                  <a:cubicBezTo>
                    <a:pt x="18" y="32"/>
                    <a:pt x="19" y="32"/>
                    <a:pt x="19" y="33"/>
                  </a:cubicBezTo>
                  <a:cubicBezTo>
                    <a:pt x="19" y="34"/>
                    <a:pt x="19" y="34"/>
                    <a:pt x="19" y="34"/>
                  </a:cubicBezTo>
                  <a:cubicBezTo>
                    <a:pt x="19" y="34"/>
                    <a:pt x="20" y="35"/>
                    <a:pt x="19" y="35"/>
                  </a:cubicBezTo>
                  <a:cubicBezTo>
                    <a:pt x="19" y="35"/>
                    <a:pt x="20" y="35"/>
                    <a:pt x="20" y="35"/>
                  </a:cubicBezTo>
                  <a:cubicBezTo>
                    <a:pt x="17" y="32"/>
                    <a:pt x="16" y="28"/>
                    <a:pt x="14" y="24"/>
                  </a:cubicBezTo>
                  <a:cubicBezTo>
                    <a:pt x="13" y="22"/>
                    <a:pt x="13" y="20"/>
                    <a:pt x="12" y="18"/>
                  </a:cubicBezTo>
                  <a:cubicBezTo>
                    <a:pt x="11" y="16"/>
                    <a:pt x="11" y="14"/>
                    <a:pt x="10" y="12"/>
                  </a:cubicBezTo>
                  <a:cubicBezTo>
                    <a:pt x="10" y="11"/>
                    <a:pt x="10" y="10"/>
                    <a:pt x="9" y="9"/>
                  </a:cubicBezTo>
                  <a:cubicBezTo>
                    <a:pt x="9" y="8"/>
                    <a:pt x="9" y="7"/>
                    <a:pt x="8" y="6"/>
                  </a:cubicBezTo>
                  <a:cubicBezTo>
                    <a:pt x="8" y="6"/>
                    <a:pt x="8" y="6"/>
                    <a:pt x="8" y="7"/>
                  </a:cubicBezTo>
                  <a:cubicBezTo>
                    <a:pt x="9" y="11"/>
                    <a:pt x="10" y="15"/>
                    <a:pt x="12" y="19"/>
                  </a:cubicBezTo>
                  <a:cubicBezTo>
                    <a:pt x="12" y="21"/>
                    <a:pt x="13" y="23"/>
                    <a:pt x="14" y="25"/>
                  </a:cubicBezTo>
                  <a:cubicBezTo>
                    <a:pt x="15" y="27"/>
                    <a:pt x="15" y="29"/>
                    <a:pt x="16" y="31"/>
                  </a:cubicBezTo>
                  <a:cubicBezTo>
                    <a:pt x="17" y="32"/>
                    <a:pt x="17" y="34"/>
                    <a:pt x="18" y="35"/>
                  </a:cubicBezTo>
                  <a:cubicBezTo>
                    <a:pt x="18" y="35"/>
                    <a:pt x="18" y="35"/>
                    <a:pt x="18" y="35"/>
                  </a:cubicBezTo>
                  <a:cubicBezTo>
                    <a:pt x="14" y="29"/>
                    <a:pt x="11" y="21"/>
                    <a:pt x="9" y="13"/>
                  </a:cubicBezTo>
                  <a:cubicBezTo>
                    <a:pt x="9" y="10"/>
                    <a:pt x="9" y="8"/>
                    <a:pt x="9" y="5"/>
                  </a:cubicBezTo>
                  <a:cubicBezTo>
                    <a:pt x="9" y="5"/>
                    <a:pt x="9" y="5"/>
                    <a:pt x="9" y="5"/>
                  </a:cubicBezTo>
                  <a:cubicBezTo>
                    <a:pt x="8" y="9"/>
                    <a:pt x="9" y="13"/>
                    <a:pt x="10" y="17"/>
                  </a:cubicBezTo>
                  <a:cubicBezTo>
                    <a:pt x="10" y="18"/>
                    <a:pt x="11" y="20"/>
                    <a:pt x="11" y="22"/>
                  </a:cubicBezTo>
                  <a:cubicBezTo>
                    <a:pt x="12" y="24"/>
                    <a:pt x="13" y="26"/>
                    <a:pt x="13" y="28"/>
                  </a:cubicBezTo>
                  <a:cubicBezTo>
                    <a:pt x="14" y="30"/>
                    <a:pt x="15" y="33"/>
                    <a:pt x="16" y="36"/>
                  </a:cubicBezTo>
                  <a:cubicBezTo>
                    <a:pt x="16" y="36"/>
                    <a:pt x="16" y="36"/>
                    <a:pt x="16" y="36"/>
                  </a:cubicBezTo>
                  <a:cubicBezTo>
                    <a:pt x="11" y="29"/>
                    <a:pt x="10" y="21"/>
                    <a:pt x="9" y="13"/>
                  </a:cubicBezTo>
                  <a:cubicBezTo>
                    <a:pt x="9" y="12"/>
                    <a:pt x="9" y="10"/>
                    <a:pt x="9" y="9"/>
                  </a:cubicBezTo>
                  <a:cubicBezTo>
                    <a:pt x="9" y="7"/>
                    <a:pt x="9" y="6"/>
                    <a:pt x="9" y="5"/>
                  </a:cubicBezTo>
                  <a:cubicBezTo>
                    <a:pt x="9" y="5"/>
                    <a:pt x="8" y="5"/>
                    <a:pt x="8" y="5"/>
                  </a:cubicBezTo>
                  <a:cubicBezTo>
                    <a:pt x="8" y="6"/>
                    <a:pt x="8" y="6"/>
                    <a:pt x="8" y="7"/>
                  </a:cubicBezTo>
                  <a:cubicBezTo>
                    <a:pt x="8" y="8"/>
                    <a:pt x="8" y="9"/>
                    <a:pt x="8" y="10"/>
                  </a:cubicBezTo>
                  <a:cubicBezTo>
                    <a:pt x="9" y="12"/>
                    <a:pt x="9" y="14"/>
                    <a:pt x="9" y="16"/>
                  </a:cubicBezTo>
                  <a:cubicBezTo>
                    <a:pt x="10" y="20"/>
                    <a:pt x="11" y="24"/>
                    <a:pt x="13" y="28"/>
                  </a:cubicBezTo>
                  <a:cubicBezTo>
                    <a:pt x="14" y="29"/>
                    <a:pt x="14" y="29"/>
                    <a:pt x="15" y="30"/>
                  </a:cubicBezTo>
                  <a:cubicBezTo>
                    <a:pt x="15" y="31"/>
                    <a:pt x="16" y="32"/>
                    <a:pt x="16" y="32"/>
                  </a:cubicBezTo>
                  <a:cubicBezTo>
                    <a:pt x="16" y="32"/>
                    <a:pt x="16" y="32"/>
                    <a:pt x="16" y="32"/>
                  </a:cubicBezTo>
                  <a:cubicBezTo>
                    <a:pt x="14" y="31"/>
                    <a:pt x="12" y="28"/>
                    <a:pt x="10" y="25"/>
                  </a:cubicBezTo>
                  <a:cubicBezTo>
                    <a:pt x="9" y="22"/>
                    <a:pt x="8" y="19"/>
                    <a:pt x="8" y="15"/>
                  </a:cubicBezTo>
                  <a:cubicBezTo>
                    <a:pt x="8" y="14"/>
                    <a:pt x="8" y="12"/>
                    <a:pt x="9" y="11"/>
                  </a:cubicBezTo>
                  <a:cubicBezTo>
                    <a:pt x="9" y="9"/>
                    <a:pt x="9" y="8"/>
                    <a:pt x="9" y="7"/>
                  </a:cubicBezTo>
                  <a:cubicBezTo>
                    <a:pt x="9" y="6"/>
                    <a:pt x="10" y="5"/>
                    <a:pt x="10" y="4"/>
                  </a:cubicBezTo>
                  <a:cubicBezTo>
                    <a:pt x="10" y="3"/>
                    <a:pt x="10" y="2"/>
                    <a:pt x="9" y="1"/>
                  </a:cubicBezTo>
                  <a:cubicBezTo>
                    <a:pt x="9" y="1"/>
                    <a:pt x="9" y="1"/>
                    <a:pt x="9" y="1"/>
                  </a:cubicBezTo>
                  <a:cubicBezTo>
                    <a:pt x="8" y="2"/>
                    <a:pt x="8" y="4"/>
                    <a:pt x="8" y="5"/>
                  </a:cubicBezTo>
                  <a:cubicBezTo>
                    <a:pt x="7" y="7"/>
                    <a:pt x="7" y="9"/>
                    <a:pt x="7" y="11"/>
                  </a:cubicBezTo>
                  <a:cubicBezTo>
                    <a:pt x="7" y="15"/>
                    <a:pt x="9" y="19"/>
                    <a:pt x="10" y="23"/>
                  </a:cubicBezTo>
                  <a:cubicBezTo>
                    <a:pt x="11" y="26"/>
                    <a:pt x="11" y="28"/>
                    <a:pt x="12" y="30"/>
                  </a:cubicBezTo>
                  <a:cubicBezTo>
                    <a:pt x="12" y="31"/>
                    <a:pt x="13" y="32"/>
                    <a:pt x="13" y="32"/>
                  </a:cubicBezTo>
                  <a:cubicBezTo>
                    <a:pt x="13" y="33"/>
                    <a:pt x="14" y="34"/>
                    <a:pt x="14" y="35"/>
                  </a:cubicBezTo>
                  <a:cubicBezTo>
                    <a:pt x="14" y="35"/>
                    <a:pt x="14" y="35"/>
                    <a:pt x="14" y="35"/>
                  </a:cubicBezTo>
                  <a:cubicBezTo>
                    <a:pt x="12" y="33"/>
                    <a:pt x="10" y="29"/>
                    <a:pt x="9" y="26"/>
                  </a:cubicBezTo>
                  <a:cubicBezTo>
                    <a:pt x="9" y="25"/>
                    <a:pt x="8" y="23"/>
                    <a:pt x="8" y="22"/>
                  </a:cubicBezTo>
                  <a:cubicBezTo>
                    <a:pt x="7" y="20"/>
                    <a:pt x="7" y="18"/>
                    <a:pt x="6" y="16"/>
                  </a:cubicBezTo>
                  <a:cubicBezTo>
                    <a:pt x="6" y="14"/>
                    <a:pt x="6" y="13"/>
                    <a:pt x="6" y="11"/>
                  </a:cubicBezTo>
                  <a:cubicBezTo>
                    <a:pt x="6" y="10"/>
                    <a:pt x="6" y="9"/>
                    <a:pt x="6" y="9"/>
                  </a:cubicBezTo>
                  <a:cubicBezTo>
                    <a:pt x="6" y="8"/>
                    <a:pt x="6" y="7"/>
                    <a:pt x="5" y="6"/>
                  </a:cubicBezTo>
                  <a:cubicBezTo>
                    <a:pt x="5" y="6"/>
                    <a:pt x="5" y="6"/>
                    <a:pt x="5" y="6"/>
                  </a:cubicBezTo>
                  <a:cubicBezTo>
                    <a:pt x="4" y="8"/>
                    <a:pt x="4" y="9"/>
                    <a:pt x="5" y="11"/>
                  </a:cubicBezTo>
                  <a:cubicBezTo>
                    <a:pt x="5" y="13"/>
                    <a:pt x="5" y="15"/>
                    <a:pt x="5" y="16"/>
                  </a:cubicBezTo>
                  <a:cubicBezTo>
                    <a:pt x="6" y="18"/>
                    <a:pt x="7" y="21"/>
                    <a:pt x="7" y="22"/>
                  </a:cubicBezTo>
                  <a:cubicBezTo>
                    <a:pt x="8" y="24"/>
                    <a:pt x="9" y="26"/>
                    <a:pt x="10" y="28"/>
                  </a:cubicBezTo>
                  <a:cubicBezTo>
                    <a:pt x="12" y="31"/>
                    <a:pt x="13" y="33"/>
                    <a:pt x="14" y="36"/>
                  </a:cubicBezTo>
                  <a:cubicBezTo>
                    <a:pt x="14" y="36"/>
                    <a:pt x="14" y="36"/>
                    <a:pt x="14" y="36"/>
                  </a:cubicBezTo>
                  <a:cubicBezTo>
                    <a:pt x="14" y="35"/>
                    <a:pt x="13" y="35"/>
                    <a:pt x="13" y="34"/>
                  </a:cubicBezTo>
                  <a:cubicBezTo>
                    <a:pt x="12" y="33"/>
                    <a:pt x="12" y="33"/>
                    <a:pt x="11" y="32"/>
                  </a:cubicBezTo>
                  <a:cubicBezTo>
                    <a:pt x="10" y="30"/>
                    <a:pt x="9" y="28"/>
                    <a:pt x="8" y="26"/>
                  </a:cubicBezTo>
                  <a:cubicBezTo>
                    <a:pt x="7" y="22"/>
                    <a:pt x="5" y="18"/>
                    <a:pt x="5" y="14"/>
                  </a:cubicBezTo>
                  <a:cubicBezTo>
                    <a:pt x="4" y="12"/>
                    <a:pt x="4" y="9"/>
                    <a:pt x="4" y="7"/>
                  </a:cubicBezTo>
                  <a:cubicBezTo>
                    <a:pt x="4" y="4"/>
                    <a:pt x="4" y="2"/>
                    <a:pt x="3" y="0"/>
                  </a:cubicBezTo>
                  <a:cubicBezTo>
                    <a:pt x="3" y="0"/>
                    <a:pt x="3" y="0"/>
                    <a:pt x="3" y="0"/>
                  </a:cubicBezTo>
                  <a:cubicBezTo>
                    <a:pt x="2" y="3"/>
                    <a:pt x="1" y="6"/>
                    <a:pt x="2" y="10"/>
                  </a:cubicBezTo>
                  <a:cubicBezTo>
                    <a:pt x="2" y="11"/>
                    <a:pt x="2" y="13"/>
                    <a:pt x="2" y="15"/>
                  </a:cubicBezTo>
                  <a:cubicBezTo>
                    <a:pt x="3" y="17"/>
                    <a:pt x="3" y="19"/>
                    <a:pt x="4" y="21"/>
                  </a:cubicBezTo>
                  <a:cubicBezTo>
                    <a:pt x="5" y="22"/>
                    <a:pt x="6" y="24"/>
                    <a:pt x="7" y="26"/>
                  </a:cubicBezTo>
                  <a:cubicBezTo>
                    <a:pt x="7" y="25"/>
                    <a:pt x="7" y="25"/>
                    <a:pt x="7" y="25"/>
                  </a:cubicBezTo>
                  <a:cubicBezTo>
                    <a:pt x="5" y="22"/>
                    <a:pt x="3" y="18"/>
                    <a:pt x="3" y="14"/>
                  </a:cubicBezTo>
                  <a:cubicBezTo>
                    <a:pt x="2" y="12"/>
                    <a:pt x="3" y="10"/>
                    <a:pt x="3" y="8"/>
                  </a:cubicBezTo>
                  <a:cubicBezTo>
                    <a:pt x="3" y="7"/>
                    <a:pt x="3" y="6"/>
                    <a:pt x="3" y="5"/>
                  </a:cubicBezTo>
                  <a:cubicBezTo>
                    <a:pt x="4" y="4"/>
                    <a:pt x="4" y="3"/>
                    <a:pt x="4" y="2"/>
                  </a:cubicBezTo>
                  <a:cubicBezTo>
                    <a:pt x="4" y="2"/>
                    <a:pt x="4" y="1"/>
                    <a:pt x="4" y="1"/>
                  </a:cubicBezTo>
                  <a:cubicBezTo>
                    <a:pt x="4" y="1"/>
                    <a:pt x="4" y="1"/>
                    <a:pt x="4" y="1"/>
                  </a:cubicBezTo>
                  <a:cubicBezTo>
                    <a:pt x="3" y="2"/>
                    <a:pt x="3" y="4"/>
                    <a:pt x="2" y="5"/>
                  </a:cubicBezTo>
                  <a:cubicBezTo>
                    <a:pt x="2" y="7"/>
                    <a:pt x="2" y="9"/>
                    <a:pt x="2" y="11"/>
                  </a:cubicBezTo>
                  <a:cubicBezTo>
                    <a:pt x="3" y="15"/>
                    <a:pt x="4" y="19"/>
                    <a:pt x="6" y="23"/>
                  </a:cubicBezTo>
                  <a:cubicBezTo>
                    <a:pt x="6" y="25"/>
                    <a:pt x="7" y="26"/>
                    <a:pt x="8" y="28"/>
                  </a:cubicBezTo>
                  <a:cubicBezTo>
                    <a:pt x="9" y="29"/>
                    <a:pt x="11" y="31"/>
                    <a:pt x="11" y="32"/>
                  </a:cubicBezTo>
                  <a:cubicBezTo>
                    <a:pt x="11" y="32"/>
                    <a:pt x="12" y="32"/>
                    <a:pt x="12" y="32"/>
                  </a:cubicBezTo>
                  <a:cubicBezTo>
                    <a:pt x="9" y="30"/>
                    <a:pt x="7" y="27"/>
                    <a:pt x="6" y="24"/>
                  </a:cubicBezTo>
                  <a:cubicBezTo>
                    <a:pt x="5" y="20"/>
                    <a:pt x="4" y="16"/>
                    <a:pt x="4" y="13"/>
                  </a:cubicBezTo>
                  <a:cubicBezTo>
                    <a:pt x="4" y="11"/>
                    <a:pt x="4" y="10"/>
                    <a:pt x="4" y="8"/>
                  </a:cubicBezTo>
                  <a:cubicBezTo>
                    <a:pt x="4" y="7"/>
                    <a:pt x="4" y="5"/>
                    <a:pt x="4" y="4"/>
                  </a:cubicBezTo>
                  <a:cubicBezTo>
                    <a:pt x="4" y="3"/>
                    <a:pt x="4" y="3"/>
                    <a:pt x="4" y="4"/>
                  </a:cubicBezTo>
                  <a:cubicBezTo>
                    <a:pt x="2" y="12"/>
                    <a:pt x="4" y="20"/>
                    <a:pt x="8" y="28"/>
                  </a:cubicBezTo>
                  <a:cubicBezTo>
                    <a:pt x="8" y="29"/>
                    <a:pt x="8" y="30"/>
                    <a:pt x="9" y="31"/>
                  </a:cubicBezTo>
                  <a:cubicBezTo>
                    <a:pt x="9" y="32"/>
                    <a:pt x="10" y="33"/>
                    <a:pt x="10" y="34"/>
                  </a:cubicBezTo>
                  <a:cubicBezTo>
                    <a:pt x="10" y="34"/>
                    <a:pt x="10" y="34"/>
                    <a:pt x="10" y="34"/>
                  </a:cubicBezTo>
                  <a:cubicBezTo>
                    <a:pt x="9" y="32"/>
                    <a:pt x="8" y="31"/>
                    <a:pt x="7" y="29"/>
                  </a:cubicBezTo>
                  <a:cubicBezTo>
                    <a:pt x="6" y="28"/>
                    <a:pt x="6" y="26"/>
                    <a:pt x="5" y="24"/>
                  </a:cubicBezTo>
                  <a:cubicBezTo>
                    <a:pt x="4" y="22"/>
                    <a:pt x="4" y="20"/>
                    <a:pt x="3" y="18"/>
                  </a:cubicBezTo>
                  <a:cubicBezTo>
                    <a:pt x="3" y="16"/>
                    <a:pt x="3" y="14"/>
                    <a:pt x="2" y="11"/>
                  </a:cubicBezTo>
                  <a:cubicBezTo>
                    <a:pt x="2" y="10"/>
                    <a:pt x="2" y="8"/>
                    <a:pt x="2" y="6"/>
                  </a:cubicBezTo>
                  <a:cubicBezTo>
                    <a:pt x="2" y="6"/>
                    <a:pt x="2" y="6"/>
                    <a:pt x="2" y="6"/>
                  </a:cubicBezTo>
                  <a:cubicBezTo>
                    <a:pt x="1" y="9"/>
                    <a:pt x="1" y="13"/>
                    <a:pt x="2" y="16"/>
                  </a:cubicBezTo>
                  <a:cubicBezTo>
                    <a:pt x="2" y="20"/>
                    <a:pt x="3" y="23"/>
                    <a:pt x="5" y="26"/>
                  </a:cubicBezTo>
                  <a:cubicBezTo>
                    <a:pt x="6" y="28"/>
                    <a:pt x="7" y="30"/>
                    <a:pt x="8" y="31"/>
                  </a:cubicBezTo>
                  <a:cubicBezTo>
                    <a:pt x="9" y="31"/>
                    <a:pt x="9" y="31"/>
                    <a:pt x="9" y="31"/>
                  </a:cubicBezTo>
                  <a:cubicBezTo>
                    <a:pt x="7" y="28"/>
                    <a:pt x="4" y="24"/>
                    <a:pt x="3" y="21"/>
                  </a:cubicBezTo>
                  <a:cubicBezTo>
                    <a:pt x="2" y="19"/>
                    <a:pt x="2" y="17"/>
                    <a:pt x="1" y="15"/>
                  </a:cubicBezTo>
                  <a:cubicBezTo>
                    <a:pt x="1" y="13"/>
                    <a:pt x="1" y="11"/>
                    <a:pt x="1" y="9"/>
                  </a:cubicBezTo>
                  <a:cubicBezTo>
                    <a:pt x="1" y="8"/>
                    <a:pt x="1" y="6"/>
                    <a:pt x="1" y="5"/>
                  </a:cubicBezTo>
                  <a:cubicBezTo>
                    <a:pt x="1" y="5"/>
                    <a:pt x="1" y="5"/>
                    <a:pt x="1" y="5"/>
                  </a:cubicBezTo>
                  <a:cubicBezTo>
                    <a:pt x="0" y="9"/>
                    <a:pt x="1" y="13"/>
                    <a:pt x="2" y="17"/>
                  </a:cubicBezTo>
                  <a:cubicBezTo>
                    <a:pt x="3" y="19"/>
                    <a:pt x="4" y="21"/>
                    <a:pt x="5" y="23"/>
                  </a:cubicBezTo>
                  <a:cubicBezTo>
                    <a:pt x="5" y="24"/>
                    <a:pt x="6" y="25"/>
                    <a:pt x="6" y="25"/>
                  </a:cubicBezTo>
                  <a:cubicBezTo>
                    <a:pt x="7" y="26"/>
                    <a:pt x="7" y="27"/>
                    <a:pt x="8" y="28"/>
                  </a:cubicBezTo>
                  <a:cubicBezTo>
                    <a:pt x="8" y="28"/>
                    <a:pt x="9" y="29"/>
                    <a:pt x="9" y="29"/>
                  </a:cubicBezTo>
                  <a:cubicBezTo>
                    <a:pt x="9" y="29"/>
                    <a:pt x="10" y="29"/>
                    <a:pt x="10" y="29"/>
                  </a:cubicBezTo>
                  <a:cubicBezTo>
                    <a:pt x="7" y="27"/>
                    <a:pt x="4" y="24"/>
                    <a:pt x="3" y="20"/>
                  </a:cubicBezTo>
                  <a:cubicBezTo>
                    <a:pt x="2" y="19"/>
                    <a:pt x="2" y="17"/>
                    <a:pt x="2" y="15"/>
                  </a:cubicBezTo>
                  <a:cubicBezTo>
                    <a:pt x="2" y="13"/>
                    <a:pt x="3" y="11"/>
                    <a:pt x="3" y="9"/>
                  </a:cubicBezTo>
                  <a:cubicBezTo>
                    <a:pt x="3" y="7"/>
                    <a:pt x="3" y="4"/>
                    <a:pt x="5" y="2"/>
                  </a:cubicBezTo>
                  <a:cubicBezTo>
                    <a:pt x="4" y="2"/>
                    <a:pt x="4" y="2"/>
                    <a:pt x="4" y="2"/>
                  </a:cubicBezTo>
                  <a:cubicBezTo>
                    <a:pt x="4" y="6"/>
                    <a:pt x="4" y="10"/>
                    <a:pt x="5" y="14"/>
                  </a:cubicBezTo>
                  <a:cubicBezTo>
                    <a:pt x="6" y="18"/>
                    <a:pt x="8" y="22"/>
                    <a:pt x="10" y="26"/>
                  </a:cubicBezTo>
                  <a:cubicBezTo>
                    <a:pt x="11" y="28"/>
                    <a:pt x="12" y="30"/>
                    <a:pt x="13" y="32"/>
                  </a:cubicBezTo>
                  <a:cubicBezTo>
                    <a:pt x="14" y="32"/>
                    <a:pt x="14" y="32"/>
                    <a:pt x="14" y="31"/>
                  </a:cubicBezTo>
                  <a:cubicBezTo>
                    <a:pt x="11" y="30"/>
                    <a:pt x="10" y="26"/>
                    <a:pt x="9" y="24"/>
                  </a:cubicBezTo>
                  <a:cubicBezTo>
                    <a:pt x="8" y="22"/>
                    <a:pt x="8" y="21"/>
                    <a:pt x="7" y="19"/>
                  </a:cubicBezTo>
                  <a:cubicBezTo>
                    <a:pt x="7" y="17"/>
                    <a:pt x="6" y="15"/>
                    <a:pt x="6" y="13"/>
                  </a:cubicBezTo>
                  <a:cubicBezTo>
                    <a:pt x="5" y="12"/>
                    <a:pt x="5" y="10"/>
                    <a:pt x="5" y="9"/>
                  </a:cubicBezTo>
                  <a:cubicBezTo>
                    <a:pt x="5" y="7"/>
                    <a:pt x="5" y="6"/>
                    <a:pt x="4" y="5"/>
                  </a:cubicBezTo>
                  <a:cubicBezTo>
                    <a:pt x="4" y="5"/>
                    <a:pt x="4" y="5"/>
                    <a:pt x="4" y="5"/>
                  </a:cubicBezTo>
                  <a:cubicBezTo>
                    <a:pt x="3" y="6"/>
                    <a:pt x="4" y="8"/>
                    <a:pt x="4" y="9"/>
                  </a:cubicBezTo>
                  <a:cubicBezTo>
                    <a:pt x="4" y="11"/>
                    <a:pt x="4" y="13"/>
                    <a:pt x="5" y="15"/>
                  </a:cubicBezTo>
                  <a:cubicBezTo>
                    <a:pt x="6" y="17"/>
                    <a:pt x="6" y="18"/>
                    <a:pt x="7" y="20"/>
                  </a:cubicBezTo>
                  <a:cubicBezTo>
                    <a:pt x="8" y="22"/>
                    <a:pt x="9" y="23"/>
                    <a:pt x="9" y="25"/>
                  </a:cubicBezTo>
                  <a:cubicBezTo>
                    <a:pt x="11" y="27"/>
                    <a:pt x="12" y="30"/>
                    <a:pt x="15" y="31"/>
                  </a:cubicBezTo>
                  <a:cubicBezTo>
                    <a:pt x="15" y="31"/>
                    <a:pt x="15" y="31"/>
                    <a:pt x="15" y="31"/>
                  </a:cubicBezTo>
                  <a:cubicBezTo>
                    <a:pt x="13" y="28"/>
                    <a:pt x="10" y="25"/>
                    <a:pt x="8" y="22"/>
                  </a:cubicBezTo>
                  <a:cubicBezTo>
                    <a:pt x="6" y="19"/>
                    <a:pt x="5" y="14"/>
                    <a:pt x="5" y="10"/>
                  </a:cubicBezTo>
                  <a:cubicBezTo>
                    <a:pt x="5" y="9"/>
                    <a:pt x="5" y="8"/>
                    <a:pt x="5" y="6"/>
                  </a:cubicBezTo>
                  <a:cubicBezTo>
                    <a:pt x="6" y="5"/>
                    <a:pt x="6" y="4"/>
                    <a:pt x="6" y="3"/>
                  </a:cubicBezTo>
                  <a:cubicBezTo>
                    <a:pt x="5" y="2"/>
                    <a:pt x="5" y="2"/>
                    <a:pt x="5" y="3"/>
                  </a:cubicBezTo>
                  <a:cubicBezTo>
                    <a:pt x="4" y="6"/>
                    <a:pt x="4" y="10"/>
                    <a:pt x="5" y="13"/>
                  </a:cubicBezTo>
                  <a:cubicBezTo>
                    <a:pt x="6" y="15"/>
                    <a:pt x="6" y="17"/>
                    <a:pt x="7" y="19"/>
                  </a:cubicBezTo>
                  <a:cubicBezTo>
                    <a:pt x="8" y="20"/>
                    <a:pt x="8" y="21"/>
                    <a:pt x="8" y="22"/>
                  </a:cubicBezTo>
                  <a:cubicBezTo>
                    <a:pt x="9" y="22"/>
                    <a:pt x="9" y="23"/>
                    <a:pt x="9" y="24"/>
                  </a:cubicBezTo>
                  <a:cubicBezTo>
                    <a:pt x="10" y="24"/>
                    <a:pt x="10" y="24"/>
                    <a:pt x="10" y="24"/>
                  </a:cubicBezTo>
                  <a:cubicBezTo>
                    <a:pt x="9" y="23"/>
                    <a:pt x="8" y="21"/>
                    <a:pt x="8" y="20"/>
                  </a:cubicBezTo>
                  <a:cubicBezTo>
                    <a:pt x="7" y="18"/>
                    <a:pt x="7" y="17"/>
                    <a:pt x="7" y="15"/>
                  </a:cubicBezTo>
                  <a:cubicBezTo>
                    <a:pt x="7" y="13"/>
                    <a:pt x="7" y="12"/>
                    <a:pt x="6" y="10"/>
                  </a:cubicBezTo>
                  <a:cubicBezTo>
                    <a:pt x="6" y="9"/>
                    <a:pt x="6" y="8"/>
                    <a:pt x="7" y="7"/>
                  </a:cubicBezTo>
                  <a:cubicBezTo>
                    <a:pt x="7" y="6"/>
                    <a:pt x="7" y="5"/>
                    <a:pt x="7" y="4"/>
                  </a:cubicBezTo>
                  <a:cubicBezTo>
                    <a:pt x="7" y="4"/>
                    <a:pt x="7" y="3"/>
                    <a:pt x="7" y="3"/>
                  </a:cubicBezTo>
                  <a:cubicBezTo>
                    <a:pt x="7" y="3"/>
                    <a:pt x="6" y="3"/>
                    <a:pt x="6" y="3"/>
                  </a:cubicBezTo>
                  <a:cubicBezTo>
                    <a:pt x="5" y="4"/>
                    <a:pt x="5" y="5"/>
                    <a:pt x="5" y="7"/>
                  </a:cubicBezTo>
                  <a:cubicBezTo>
                    <a:pt x="5" y="8"/>
                    <a:pt x="5" y="10"/>
                    <a:pt x="5" y="11"/>
                  </a:cubicBezTo>
                  <a:cubicBezTo>
                    <a:pt x="5" y="13"/>
                    <a:pt x="5" y="14"/>
                    <a:pt x="6" y="15"/>
                  </a:cubicBezTo>
                  <a:cubicBezTo>
                    <a:pt x="6" y="17"/>
                    <a:pt x="7" y="18"/>
                    <a:pt x="8" y="19"/>
                  </a:cubicBezTo>
                  <a:cubicBezTo>
                    <a:pt x="8" y="20"/>
                    <a:pt x="9" y="20"/>
                    <a:pt x="9" y="21"/>
                  </a:cubicBezTo>
                  <a:cubicBezTo>
                    <a:pt x="9" y="21"/>
                    <a:pt x="9" y="20"/>
                    <a:pt x="9" y="20"/>
                  </a:cubicBezTo>
                  <a:cubicBezTo>
                    <a:pt x="9" y="19"/>
                    <a:pt x="8" y="17"/>
                    <a:pt x="8" y="16"/>
                  </a:cubicBezTo>
                  <a:cubicBezTo>
                    <a:pt x="7" y="14"/>
                    <a:pt x="7" y="13"/>
                    <a:pt x="7" y="11"/>
                  </a:cubicBezTo>
                  <a:cubicBezTo>
                    <a:pt x="7" y="8"/>
                    <a:pt x="8" y="6"/>
                    <a:pt x="9" y="3"/>
                  </a:cubicBezTo>
                  <a:cubicBezTo>
                    <a:pt x="9" y="3"/>
                    <a:pt x="9" y="3"/>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8" name="Freeform 42"/>
            <p:cNvSpPr/>
            <p:nvPr/>
          </p:nvSpPr>
          <p:spPr bwMode="auto">
            <a:xfrm>
              <a:off x="1433513" y="2895601"/>
              <a:ext cx="776288" cy="1417638"/>
            </a:xfrm>
            <a:custGeom>
              <a:avLst/>
              <a:gdLst>
                <a:gd name="T0" fmla="*/ 7 w 34"/>
                <a:gd name="T1" fmla="*/ 32 h 62"/>
                <a:gd name="T2" fmla="*/ 21 w 34"/>
                <a:gd name="T3" fmla="*/ 48 h 62"/>
                <a:gd name="T4" fmla="*/ 30 w 34"/>
                <a:gd name="T5" fmla="*/ 57 h 62"/>
                <a:gd name="T6" fmla="*/ 30 w 34"/>
                <a:gd name="T7" fmla="*/ 58 h 62"/>
                <a:gd name="T8" fmla="*/ 26 w 34"/>
                <a:gd name="T9" fmla="*/ 54 h 62"/>
                <a:gd name="T10" fmla="*/ 25 w 34"/>
                <a:gd name="T11" fmla="*/ 54 h 62"/>
                <a:gd name="T12" fmla="*/ 11 w 34"/>
                <a:gd name="T13" fmla="*/ 42 h 62"/>
                <a:gd name="T14" fmla="*/ 4 w 34"/>
                <a:gd name="T15" fmla="*/ 34 h 62"/>
                <a:gd name="T16" fmla="*/ 2 w 34"/>
                <a:gd name="T17" fmla="*/ 34 h 62"/>
                <a:gd name="T18" fmla="*/ 4 w 34"/>
                <a:gd name="T19" fmla="*/ 40 h 62"/>
                <a:gd name="T20" fmla="*/ 14 w 34"/>
                <a:gd name="T21" fmla="*/ 54 h 62"/>
                <a:gd name="T22" fmla="*/ 23 w 34"/>
                <a:gd name="T23" fmla="*/ 62 h 62"/>
                <a:gd name="T24" fmla="*/ 15 w 34"/>
                <a:gd name="T25" fmla="*/ 51 h 62"/>
                <a:gd name="T26" fmla="*/ 8 w 34"/>
                <a:gd name="T27" fmla="*/ 41 h 62"/>
                <a:gd name="T28" fmla="*/ 10 w 34"/>
                <a:gd name="T29" fmla="*/ 42 h 62"/>
                <a:gd name="T30" fmla="*/ 5 w 34"/>
                <a:gd name="T31" fmla="*/ 28 h 62"/>
                <a:gd name="T32" fmla="*/ 10 w 34"/>
                <a:gd name="T33" fmla="*/ 41 h 62"/>
                <a:gd name="T34" fmla="*/ 3 w 34"/>
                <a:gd name="T35" fmla="*/ 28 h 62"/>
                <a:gd name="T36" fmla="*/ 3 w 34"/>
                <a:gd name="T37" fmla="*/ 26 h 62"/>
                <a:gd name="T38" fmla="*/ 16 w 34"/>
                <a:gd name="T39" fmla="*/ 11 h 62"/>
                <a:gd name="T40" fmla="*/ 17 w 34"/>
                <a:gd name="T41" fmla="*/ 12 h 62"/>
                <a:gd name="T42" fmla="*/ 8 w 34"/>
                <a:gd name="T43" fmla="*/ 26 h 62"/>
                <a:gd name="T44" fmla="*/ 7 w 34"/>
                <a:gd name="T45" fmla="*/ 29 h 62"/>
                <a:gd name="T46" fmla="*/ 1 w 34"/>
                <a:gd name="T47" fmla="*/ 21 h 62"/>
                <a:gd name="T48" fmla="*/ 1 w 34"/>
                <a:gd name="T49" fmla="*/ 29 h 62"/>
                <a:gd name="T50" fmla="*/ 5 w 34"/>
                <a:gd name="T51" fmla="*/ 12 h 62"/>
                <a:gd name="T52" fmla="*/ 6 w 34"/>
                <a:gd name="T53" fmla="*/ 9 h 62"/>
                <a:gd name="T54" fmla="*/ 6 w 34"/>
                <a:gd name="T55" fmla="*/ 7 h 62"/>
                <a:gd name="T56" fmla="*/ 9 w 34"/>
                <a:gd name="T57" fmla="*/ 6 h 62"/>
                <a:gd name="T58" fmla="*/ 7 w 34"/>
                <a:gd name="T59" fmla="*/ 6 h 62"/>
                <a:gd name="T60" fmla="*/ 6 w 34"/>
                <a:gd name="T61" fmla="*/ 7 h 62"/>
                <a:gd name="T62" fmla="*/ 6 w 34"/>
                <a:gd name="T63" fmla="*/ 10 h 62"/>
                <a:gd name="T64" fmla="*/ 4 w 34"/>
                <a:gd name="T65" fmla="*/ 15 h 62"/>
                <a:gd name="T66" fmla="*/ 1 w 34"/>
                <a:gd name="T67" fmla="*/ 21 h 62"/>
                <a:gd name="T68" fmla="*/ 4 w 34"/>
                <a:gd name="T69" fmla="*/ 37 h 62"/>
                <a:gd name="T70" fmla="*/ 8 w 34"/>
                <a:gd name="T71" fmla="*/ 34 h 62"/>
                <a:gd name="T72" fmla="*/ 11 w 34"/>
                <a:gd name="T73" fmla="*/ 20 h 62"/>
                <a:gd name="T74" fmla="*/ 16 w 34"/>
                <a:gd name="T75" fmla="*/ 12 h 62"/>
                <a:gd name="T76" fmla="*/ 6 w 34"/>
                <a:gd name="T77" fmla="*/ 23 h 62"/>
                <a:gd name="T78" fmla="*/ 7 w 34"/>
                <a:gd name="T79" fmla="*/ 12 h 62"/>
                <a:gd name="T80" fmla="*/ 5 w 34"/>
                <a:gd name="T81" fmla="*/ 33 h 62"/>
                <a:gd name="T82" fmla="*/ 9 w 34"/>
                <a:gd name="T83" fmla="*/ 35 h 62"/>
                <a:gd name="T84" fmla="*/ 24 w 34"/>
                <a:gd name="T85" fmla="*/ 58 h 62"/>
                <a:gd name="T86" fmla="*/ 26 w 34"/>
                <a:gd name="T87" fmla="*/ 58 h 62"/>
                <a:gd name="T88" fmla="*/ 20 w 34"/>
                <a:gd name="T89" fmla="*/ 55 h 62"/>
                <a:gd name="T90" fmla="*/ 10 w 34"/>
                <a:gd name="T91" fmla="*/ 46 h 62"/>
                <a:gd name="T92" fmla="*/ 1 w 34"/>
                <a:gd name="T93" fmla="*/ 36 h 62"/>
                <a:gd name="T94" fmla="*/ 14 w 34"/>
                <a:gd name="T95" fmla="*/ 55 h 62"/>
                <a:gd name="T96" fmla="*/ 20 w 34"/>
                <a:gd name="T97" fmla="*/ 59 h 62"/>
                <a:gd name="T98" fmla="*/ 21 w 34"/>
                <a:gd name="T99" fmla="*/ 56 h 62"/>
                <a:gd name="T100" fmla="*/ 21 w 34"/>
                <a:gd name="T101" fmla="*/ 52 h 62"/>
                <a:gd name="T102" fmla="*/ 22 w 34"/>
                <a:gd name="T103" fmla="*/ 52 h 62"/>
                <a:gd name="T104" fmla="*/ 26 w 34"/>
                <a:gd name="T105" fmla="*/ 55 h 62"/>
                <a:gd name="T106" fmla="*/ 29 w 34"/>
                <a:gd name="T107" fmla="*/ 57 h 62"/>
                <a:gd name="T108" fmla="*/ 34 w 34"/>
                <a:gd name="T109" fmla="*/ 61 h 62"/>
                <a:gd name="T110" fmla="*/ 33 w 34"/>
                <a:gd name="T111" fmla="*/ 62 h 62"/>
                <a:gd name="T112" fmla="*/ 20 w 34"/>
                <a:gd name="T113" fmla="*/ 47 h 62"/>
                <a:gd name="T114" fmla="*/ 10 w 34"/>
                <a:gd name="T115" fmla="*/ 3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4" h="62">
                  <a:moveTo>
                    <a:pt x="11" y="32"/>
                  </a:moveTo>
                  <a:cubicBezTo>
                    <a:pt x="13" y="35"/>
                    <a:pt x="14" y="38"/>
                    <a:pt x="16" y="42"/>
                  </a:cubicBezTo>
                  <a:cubicBezTo>
                    <a:pt x="17" y="43"/>
                    <a:pt x="18" y="45"/>
                    <a:pt x="19" y="47"/>
                  </a:cubicBezTo>
                  <a:cubicBezTo>
                    <a:pt x="19" y="48"/>
                    <a:pt x="20" y="48"/>
                    <a:pt x="20" y="49"/>
                  </a:cubicBezTo>
                  <a:cubicBezTo>
                    <a:pt x="21" y="50"/>
                    <a:pt x="21" y="51"/>
                    <a:pt x="21" y="52"/>
                  </a:cubicBezTo>
                  <a:cubicBezTo>
                    <a:pt x="22" y="52"/>
                    <a:pt x="22" y="51"/>
                    <a:pt x="22" y="51"/>
                  </a:cubicBezTo>
                  <a:cubicBezTo>
                    <a:pt x="21" y="51"/>
                    <a:pt x="20" y="50"/>
                    <a:pt x="20" y="50"/>
                  </a:cubicBezTo>
                  <a:cubicBezTo>
                    <a:pt x="19" y="49"/>
                    <a:pt x="19" y="48"/>
                    <a:pt x="19" y="48"/>
                  </a:cubicBezTo>
                  <a:cubicBezTo>
                    <a:pt x="17" y="46"/>
                    <a:pt x="16" y="44"/>
                    <a:pt x="15" y="43"/>
                  </a:cubicBezTo>
                  <a:cubicBezTo>
                    <a:pt x="13" y="41"/>
                    <a:pt x="12" y="39"/>
                    <a:pt x="11" y="37"/>
                  </a:cubicBezTo>
                  <a:cubicBezTo>
                    <a:pt x="10" y="36"/>
                    <a:pt x="9" y="34"/>
                    <a:pt x="7" y="32"/>
                  </a:cubicBezTo>
                  <a:cubicBezTo>
                    <a:pt x="7" y="31"/>
                    <a:pt x="6" y="30"/>
                    <a:pt x="6" y="29"/>
                  </a:cubicBezTo>
                  <a:cubicBezTo>
                    <a:pt x="5" y="28"/>
                    <a:pt x="5" y="27"/>
                    <a:pt x="4" y="26"/>
                  </a:cubicBezTo>
                  <a:cubicBezTo>
                    <a:pt x="4" y="26"/>
                    <a:pt x="4" y="26"/>
                    <a:pt x="4" y="26"/>
                  </a:cubicBezTo>
                  <a:cubicBezTo>
                    <a:pt x="5" y="28"/>
                    <a:pt x="6" y="29"/>
                    <a:pt x="7" y="31"/>
                  </a:cubicBezTo>
                  <a:cubicBezTo>
                    <a:pt x="8" y="33"/>
                    <a:pt x="9" y="34"/>
                    <a:pt x="11" y="36"/>
                  </a:cubicBezTo>
                  <a:cubicBezTo>
                    <a:pt x="13" y="40"/>
                    <a:pt x="16" y="43"/>
                    <a:pt x="18" y="46"/>
                  </a:cubicBezTo>
                  <a:cubicBezTo>
                    <a:pt x="20" y="48"/>
                    <a:pt x="22" y="50"/>
                    <a:pt x="24" y="52"/>
                  </a:cubicBezTo>
                  <a:cubicBezTo>
                    <a:pt x="25" y="53"/>
                    <a:pt x="26" y="54"/>
                    <a:pt x="27" y="55"/>
                  </a:cubicBezTo>
                  <a:cubicBezTo>
                    <a:pt x="27" y="56"/>
                    <a:pt x="28" y="57"/>
                    <a:pt x="29" y="57"/>
                  </a:cubicBezTo>
                  <a:cubicBezTo>
                    <a:pt x="29" y="57"/>
                    <a:pt x="29" y="57"/>
                    <a:pt x="29" y="57"/>
                  </a:cubicBezTo>
                  <a:cubicBezTo>
                    <a:pt x="27" y="54"/>
                    <a:pt x="24" y="51"/>
                    <a:pt x="21" y="48"/>
                  </a:cubicBezTo>
                  <a:cubicBezTo>
                    <a:pt x="18" y="45"/>
                    <a:pt x="15" y="42"/>
                    <a:pt x="12" y="38"/>
                  </a:cubicBezTo>
                  <a:cubicBezTo>
                    <a:pt x="11" y="38"/>
                    <a:pt x="10" y="37"/>
                    <a:pt x="10" y="36"/>
                  </a:cubicBezTo>
                  <a:cubicBezTo>
                    <a:pt x="9" y="35"/>
                    <a:pt x="8" y="34"/>
                    <a:pt x="8" y="33"/>
                  </a:cubicBezTo>
                  <a:cubicBezTo>
                    <a:pt x="8" y="33"/>
                    <a:pt x="8" y="33"/>
                    <a:pt x="8" y="33"/>
                  </a:cubicBezTo>
                  <a:cubicBezTo>
                    <a:pt x="9" y="34"/>
                    <a:pt x="10" y="36"/>
                    <a:pt x="11" y="37"/>
                  </a:cubicBezTo>
                  <a:cubicBezTo>
                    <a:pt x="13" y="38"/>
                    <a:pt x="14" y="40"/>
                    <a:pt x="15" y="41"/>
                  </a:cubicBezTo>
                  <a:cubicBezTo>
                    <a:pt x="17" y="43"/>
                    <a:pt x="18" y="45"/>
                    <a:pt x="20" y="46"/>
                  </a:cubicBezTo>
                  <a:cubicBezTo>
                    <a:pt x="21" y="48"/>
                    <a:pt x="22" y="49"/>
                    <a:pt x="23" y="51"/>
                  </a:cubicBezTo>
                  <a:cubicBezTo>
                    <a:pt x="26" y="54"/>
                    <a:pt x="29" y="58"/>
                    <a:pt x="33" y="62"/>
                  </a:cubicBezTo>
                  <a:cubicBezTo>
                    <a:pt x="33" y="62"/>
                    <a:pt x="33" y="62"/>
                    <a:pt x="33" y="61"/>
                  </a:cubicBezTo>
                  <a:cubicBezTo>
                    <a:pt x="32" y="60"/>
                    <a:pt x="31" y="59"/>
                    <a:pt x="30" y="57"/>
                  </a:cubicBezTo>
                  <a:cubicBezTo>
                    <a:pt x="29" y="56"/>
                    <a:pt x="27" y="54"/>
                    <a:pt x="26" y="53"/>
                  </a:cubicBezTo>
                  <a:cubicBezTo>
                    <a:pt x="23" y="50"/>
                    <a:pt x="19" y="46"/>
                    <a:pt x="16" y="43"/>
                  </a:cubicBezTo>
                  <a:cubicBezTo>
                    <a:pt x="15" y="42"/>
                    <a:pt x="13" y="40"/>
                    <a:pt x="12" y="39"/>
                  </a:cubicBezTo>
                  <a:cubicBezTo>
                    <a:pt x="12" y="39"/>
                    <a:pt x="12" y="39"/>
                    <a:pt x="12" y="39"/>
                  </a:cubicBezTo>
                  <a:cubicBezTo>
                    <a:pt x="13" y="39"/>
                    <a:pt x="13" y="40"/>
                    <a:pt x="14" y="41"/>
                  </a:cubicBezTo>
                  <a:cubicBezTo>
                    <a:pt x="14" y="41"/>
                    <a:pt x="15" y="42"/>
                    <a:pt x="16" y="43"/>
                  </a:cubicBezTo>
                  <a:cubicBezTo>
                    <a:pt x="17" y="44"/>
                    <a:pt x="19" y="46"/>
                    <a:pt x="20" y="47"/>
                  </a:cubicBezTo>
                  <a:cubicBezTo>
                    <a:pt x="23" y="50"/>
                    <a:pt x="26" y="54"/>
                    <a:pt x="29" y="57"/>
                  </a:cubicBezTo>
                  <a:cubicBezTo>
                    <a:pt x="31" y="58"/>
                    <a:pt x="33" y="59"/>
                    <a:pt x="33" y="61"/>
                  </a:cubicBezTo>
                  <a:cubicBezTo>
                    <a:pt x="34" y="61"/>
                    <a:pt x="34" y="61"/>
                    <a:pt x="34" y="61"/>
                  </a:cubicBezTo>
                  <a:cubicBezTo>
                    <a:pt x="32" y="61"/>
                    <a:pt x="31" y="59"/>
                    <a:pt x="30" y="58"/>
                  </a:cubicBezTo>
                  <a:cubicBezTo>
                    <a:pt x="29" y="56"/>
                    <a:pt x="27" y="55"/>
                    <a:pt x="26" y="53"/>
                  </a:cubicBezTo>
                  <a:cubicBezTo>
                    <a:pt x="23" y="50"/>
                    <a:pt x="21" y="47"/>
                    <a:pt x="18" y="44"/>
                  </a:cubicBezTo>
                  <a:cubicBezTo>
                    <a:pt x="14" y="39"/>
                    <a:pt x="11" y="34"/>
                    <a:pt x="8" y="28"/>
                  </a:cubicBezTo>
                  <a:cubicBezTo>
                    <a:pt x="7" y="28"/>
                    <a:pt x="7" y="28"/>
                    <a:pt x="7" y="28"/>
                  </a:cubicBezTo>
                  <a:cubicBezTo>
                    <a:pt x="10" y="32"/>
                    <a:pt x="12" y="35"/>
                    <a:pt x="14" y="39"/>
                  </a:cubicBezTo>
                  <a:cubicBezTo>
                    <a:pt x="15" y="40"/>
                    <a:pt x="16" y="42"/>
                    <a:pt x="17" y="44"/>
                  </a:cubicBezTo>
                  <a:cubicBezTo>
                    <a:pt x="18" y="45"/>
                    <a:pt x="20" y="47"/>
                    <a:pt x="21" y="48"/>
                  </a:cubicBezTo>
                  <a:cubicBezTo>
                    <a:pt x="24" y="51"/>
                    <a:pt x="27" y="54"/>
                    <a:pt x="29" y="58"/>
                  </a:cubicBezTo>
                  <a:cubicBezTo>
                    <a:pt x="29" y="58"/>
                    <a:pt x="29" y="57"/>
                    <a:pt x="29" y="57"/>
                  </a:cubicBezTo>
                  <a:cubicBezTo>
                    <a:pt x="29" y="57"/>
                    <a:pt x="28" y="57"/>
                    <a:pt x="27" y="56"/>
                  </a:cubicBezTo>
                  <a:cubicBezTo>
                    <a:pt x="27" y="55"/>
                    <a:pt x="26" y="55"/>
                    <a:pt x="26" y="54"/>
                  </a:cubicBezTo>
                  <a:cubicBezTo>
                    <a:pt x="24" y="53"/>
                    <a:pt x="23" y="51"/>
                    <a:pt x="21" y="50"/>
                  </a:cubicBezTo>
                  <a:cubicBezTo>
                    <a:pt x="18" y="47"/>
                    <a:pt x="15" y="43"/>
                    <a:pt x="13" y="40"/>
                  </a:cubicBezTo>
                  <a:cubicBezTo>
                    <a:pt x="11" y="38"/>
                    <a:pt x="9" y="36"/>
                    <a:pt x="7" y="34"/>
                  </a:cubicBezTo>
                  <a:cubicBezTo>
                    <a:pt x="7" y="33"/>
                    <a:pt x="7" y="34"/>
                    <a:pt x="7" y="34"/>
                  </a:cubicBezTo>
                  <a:cubicBezTo>
                    <a:pt x="9" y="37"/>
                    <a:pt x="12" y="40"/>
                    <a:pt x="15" y="44"/>
                  </a:cubicBezTo>
                  <a:cubicBezTo>
                    <a:pt x="18" y="47"/>
                    <a:pt x="20" y="50"/>
                    <a:pt x="23" y="53"/>
                  </a:cubicBezTo>
                  <a:cubicBezTo>
                    <a:pt x="24" y="54"/>
                    <a:pt x="25" y="55"/>
                    <a:pt x="26" y="56"/>
                  </a:cubicBezTo>
                  <a:cubicBezTo>
                    <a:pt x="27" y="57"/>
                    <a:pt x="28" y="57"/>
                    <a:pt x="29" y="58"/>
                  </a:cubicBezTo>
                  <a:cubicBezTo>
                    <a:pt x="29" y="58"/>
                    <a:pt x="29" y="58"/>
                    <a:pt x="29" y="58"/>
                  </a:cubicBezTo>
                  <a:cubicBezTo>
                    <a:pt x="29" y="57"/>
                    <a:pt x="28" y="56"/>
                    <a:pt x="27" y="56"/>
                  </a:cubicBezTo>
                  <a:cubicBezTo>
                    <a:pt x="27" y="55"/>
                    <a:pt x="26" y="54"/>
                    <a:pt x="25" y="54"/>
                  </a:cubicBezTo>
                  <a:cubicBezTo>
                    <a:pt x="24" y="52"/>
                    <a:pt x="22" y="51"/>
                    <a:pt x="21" y="50"/>
                  </a:cubicBezTo>
                  <a:cubicBezTo>
                    <a:pt x="18" y="47"/>
                    <a:pt x="15" y="44"/>
                    <a:pt x="12" y="40"/>
                  </a:cubicBezTo>
                  <a:cubicBezTo>
                    <a:pt x="10" y="38"/>
                    <a:pt x="8" y="36"/>
                    <a:pt x="7" y="34"/>
                  </a:cubicBezTo>
                  <a:cubicBezTo>
                    <a:pt x="7" y="34"/>
                    <a:pt x="7" y="34"/>
                    <a:pt x="6" y="34"/>
                  </a:cubicBezTo>
                  <a:cubicBezTo>
                    <a:pt x="9" y="37"/>
                    <a:pt x="12" y="41"/>
                    <a:pt x="14" y="44"/>
                  </a:cubicBezTo>
                  <a:cubicBezTo>
                    <a:pt x="17" y="47"/>
                    <a:pt x="20" y="50"/>
                    <a:pt x="23" y="53"/>
                  </a:cubicBezTo>
                  <a:cubicBezTo>
                    <a:pt x="24" y="54"/>
                    <a:pt x="25" y="55"/>
                    <a:pt x="26" y="56"/>
                  </a:cubicBezTo>
                  <a:cubicBezTo>
                    <a:pt x="27" y="57"/>
                    <a:pt x="28" y="58"/>
                    <a:pt x="29" y="58"/>
                  </a:cubicBezTo>
                  <a:cubicBezTo>
                    <a:pt x="29" y="58"/>
                    <a:pt x="29" y="58"/>
                    <a:pt x="29" y="58"/>
                  </a:cubicBezTo>
                  <a:cubicBezTo>
                    <a:pt x="26" y="55"/>
                    <a:pt x="23" y="53"/>
                    <a:pt x="20" y="50"/>
                  </a:cubicBezTo>
                  <a:cubicBezTo>
                    <a:pt x="17" y="47"/>
                    <a:pt x="14" y="45"/>
                    <a:pt x="11" y="42"/>
                  </a:cubicBezTo>
                  <a:cubicBezTo>
                    <a:pt x="10" y="40"/>
                    <a:pt x="9" y="39"/>
                    <a:pt x="8" y="38"/>
                  </a:cubicBezTo>
                  <a:cubicBezTo>
                    <a:pt x="7" y="37"/>
                    <a:pt x="7" y="36"/>
                    <a:pt x="5" y="36"/>
                  </a:cubicBezTo>
                  <a:cubicBezTo>
                    <a:pt x="5" y="36"/>
                    <a:pt x="5" y="36"/>
                    <a:pt x="5" y="36"/>
                  </a:cubicBezTo>
                  <a:cubicBezTo>
                    <a:pt x="7" y="39"/>
                    <a:pt x="10" y="42"/>
                    <a:pt x="12" y="44"/>
                  </a:cubicBezTo>
                  <a:cubicBezTo>
                    <a:pt x="15" y="47"/>
                    <a:pt x="18" y="50"/>
                    <a:pt x="21" y="52"/>
                  </a:cubicBezTo>
                  <a:cubicBezTo>
                    <a:pt x="23" y="54"/>
                    <a:pt x="25" y="56"/>
                    <a:pt x="27" y="58"/>
                  </a:cubicBezTo>
                  <a:cubicBezTo>
                    <a:pt x="27" y="58"/>
                    <a:pt x="28" y="57"/>
                    <a:pt x="27" y="57"/>
                  </a:cubicBezTo>
                  <a:cubicBezTo>
                    <a:pt x="24" y="55"/>
                    <a:pt x="21" y="52"/>
                    <a:pt x="18" y="49"/>
                  </a:cubicBezTo>
                  <a:cubicBezTo>
                    <a:pt x="15" y="46"/>
                    <a:pt x="12" y="43"/>
                    <a:pt x="9" y="40"/>
                  </a:cubicBezTo>
                  <a:cubicBezTo>
                    <a:pt x="8" y="38"/>
                    <a:pt x="6" y="36"/>
                    <a:pt x="4" y="34"/>
                  </a:cubicBezTo>
                  <a:cubicBezTo>
                    <a:pt x="4" y="34"/>
                    <a:pt x="4" y="34"/>
                    <a:pt x="4" y="34"/>
                  </a:cubicBezTo>
                  <a:cubicBezTo>
                    <a:pt x="5" y="35"/>
                    <a:pt x="6" y="37"/>
                    <a:pt x="7" y="39"/>
                  </a:cubicBezTo>
                  <a:cubicBezTo>
                    <a:pt x="9" y="40"/>
                    <a:pt x="10" y="42"/>
                    <a:pt x="11" y="44"/>
                  </a:cubicBezTo>
                  <a:cubicBezTo>
                    <a:pt x="12" y="45"/>
                    <a:pt x="14" y="47"/>
                    <a:pt x="15" y="49"/>
                  </a:cubicBezTo>
                  <a:cubicBezTo>
                    <a:pt x="16" y="50"/>
                    <a:pt x="17" y="51"/>
                    <a:pt x="18" y="52"/>
                  </a:cubicBezTo>
                  <a:cubicBezTo>
                    <a:pt x="20" y="55"/>
                    <a:pt x="22" y="58"/>
                    <a:pt x="25" y="59"/>
                  </a:cubicBezTo>
                  <a:cubicBezTo>
                    <a:pt x="25" y="59"/>
                    <a:pt x="25" y="59"/>
                    <a:pt x="25" y="59"/>
                  </a:cubicBezTo>
                  <a:cubicBezTo>
                    <a:pt x="25" y="58"/>
                    <a:pt x="23" y="57"/>
                    <a:pt x="22" y="56"/>
                  </a:cubicBezTo>
                  <a:cubicBezTo>
                    <a:pt x="20" y="55"/>
                    <a:pt x="19" y="53"/>
                    <a:pt x="17" y="52"/>
                  </a:cubicBezTo>
                  <a:cubicBezTo>
                    <a:pt x="14" y="49"/>
                    <a:pt x="12" y="46"/>
                    <a:pt x="9" y="43"/>
                  </a:cubicBezTo>
                  <a:cubicBezTo>
                    <a:pt x="8" y="41"/>
                    <a:pt x="6" y="39"/>
                    <a:pt x="5" y="38"/>
                  </a:cubicBezTo>
                  <a:cubicBezTo>
                    <a:pt x="5" y="36"/>
                    <a:pt x="4" y="35"/>
                    <a:pt x="2" y="34"/>
                  </a:cubicBezTo>
                  <a:cubicBezTo>
                    <a:pt x="2" y="34"/>
                    <a:pt x="2" y="34"/>
                    <a:pt x="2" y="34"/>
                  </a:cubicBezTo>
                  <a:cubicBezTo>
                    <a:pt x="2" y="35"/>
                    <a:pt x="3" y="35"/>
                    <a:pt x="3" y="36"/>
                  </a:cubicBezTo>
                  <a:cubicBezTo>
                    <a:pt x="3" y="37"/>
                    <a:pt x="4" y="38"/>
                    <a:pt x="4" y="38"/>
                  </a:cubicBezTo>
                  <a:cubicBezTo>
                    <a:pt x="6" y="40"/>
                    <a:pt x="7" y="42"/>
                    <a:pt x="8" y="44"/>
                  </a:cubicBezTo>
                  <a:cubicBezTo>
                    <a:pt x="11" y="47"/>
                    <a:pt x="13" y="50"/>
                    <a:pt x="16" y="54"/>
                  </a:cubicBezTo>
                  <a:cubicBezTo>
                    <a:pt x="17" y="55"/>
                    <a:pt x="17" y="56"/>
                    <a:pt x="18" y="56"/>
                  </a:cubicBezTo>
                  <a:cubicBezTo>
                    <a:pt x="19" y="57"/>
                    <a:pt x="20" y="58"/>
                    <a:pt x="20" y="59"/>
                  </a:cubicBezTo>
                  <a:cubicBezTo>
                    <a:pt x="20" y="59"/>
                    <a:pt x="20" y="59"/>
                    <a:pt x="20" y="59"/>
                  </a:cubicBezTo>
                  <a:cubicBezTo>
                    <a:pt x="18" y="55"/>
                    <a:pt x="15" y="53"/>
                    <a:pt x="12" y="50"/>
                  </a:cubicBezTo>
                  <a:cubicBezTo>
                    <a:pt x="10" y="48"/>
                    <a:pt x="9" y="46"/>
                    <a:pt x="8" y="45"/>
                  </a:cubicBezTo>
                  <a:cubicBezTo>
                    <a:pt x="7" y="43"/>
                    <a:pt x="6" y="41"/>
                    <a:pt x="4" y="40"/>
                  </a:cubicBezTo>
                  <a:cubicBezTo>
                    <a:pt x="4" y="38"/>
                    <a:pt x="3" y="37"/>
                    <a:pt x="2" y="36"/>
                  </a:cubicBezTo>
                  <a:cubicBezTo>
                    <a:pt x="2" y="36"/>
                    <a:pt x="2" y="36"/>
                    <a:pt x="2" y="36"/>
                  </a:cubicBezTo>
                  <a:cubicBezTo>
                    <a:pt x="5" y="39"/>
                    <a:pt x="6" y="43"/>
                    <a:pt x="9" y="46"/>
                  </a:cubicBezTo>
                  <a:cubicBezTo>
                    <a:pt x="11" y="50"/>
                    <a:pt x="14" y="53"/>
                    <a:pt x="16" y="56"/>
                  </a:cubicBezTo>
                  <a:cubicBezTo>
                    <a:pt x="16" y="56"/>
                    <a:pt x="16" y="56"/>
                    <a:pt x="16" y="56"/>
                  </a:cubicBezTo>
                  <a:cubicBezTo>
                    <a:pt x="13" y="54"/>
                    <a:pt x="11" y="50"/>
                    <a:pt x="9" y="47"/>
                  </a:cubicBezTo>
                  <a:cubicBezTo>
                    <a:pt x="7" y="44"/>
                    <a:pt x="4" y="41"/>
                    <a:pt x="2" y="37"/>
                  </a:cubicBezTo>
                  <a:cubicBezTo>
                    <a:pt x="2" y="37"/>
                    <a:pt x="1" y="36"/>
                    <a:pt x="1" y="36"/>
                  </a:cubicBezTo>
                  <a:cubicBezTo>
                    <a:pt x="1" y="36"/>
                    <a:pt x="1" y="36"/>
                    <a:pt x="1" y="36"/>
                  </a:cubicBezTo>
                  <a:cubicBezTo>
                    <a:pt x="3" y="38"/>
                    <a:pt x="5" y="42"/>
                    <a:pt x="7" y="45"/>
                  </a:cubicBezTo>
                  <a:cubicBezTo>
                    <a:pt x="10" y="48"/>
                    <a:pt x="12" y="51"/>
                    <a:pt x="14" y="54"/>
                  </a:cubicBezTo>
                  <a:cubicBezTo>
                    <a:pt x="14" y="54"/>
                    <a:pt x="14" y="54"/>
                    <a:pt x="14" y="54"/>
                  </a:cubicBezTo>
                  <a:cubicBezTo>
                    <a:pt x="12" y="51"/>
                    <a:pt x="10" y="48"/>
                    <a:pt x="7" y="45"/>
                  </a:cubicBezTo>
                  <a:cubicBezTo>
                    <a:pt x="6" y="43"/>
                    <a:pt x="5" y="41"/>
                    <a:pt x="4" y="39"/>
                  </a:cubicBezTo>
                  <a:cubicBezTo>
                    <a:pt x="3" y="38"/>
                    <a:pt x="3" y="37"/>
                    <a:pt x="2" y="36"/>
                  </a:cubicBezTo>
                  <a:cubicBezTo>
                    <a:pt x="1" y="36"/>
                    <a:pt x="1" y="35"/>
                    <a:pt x="0" y="34"/>
                  </a:cubicBezTo>
                  <a:cubicBezTo>
                    <a:pt x="0" y="34"/>
                    <a:pt x="0" y="34"/>
                    <a:pt x="0" y="34"/>
                  </a:cubicBezTo>
                  <a:cubicBezTo>
                    <a:pt x="0" y="34"/>
                    <a:pt x="0" y="34"/>
                    <a:pt x="0" y="34"/>
                  </a:cubicBezTo>
                  <a:cubicBezTo>
                    <a:pt x="2" y="37"/>
                    <a:pt x="5" y="40"/>
                    <a:pt x="7" y="43"/>
                  </a:cubicBezTo>
                  <a:cubicBezTo>
                    <a:pt x="9" y="47"/>
                    <a:pt x="12" y="50"/>
                    <a:pt x="14" y="53"/>
                  </a:cubicBezTo>
                  <a:cubicBezTo>
                    <a:pt x="17" y="56"/>
                    <a:pt x="20" y="59"/>
                    <a:pt x="23" y="62"/>
                  </a:cubicBezTo>
                  <a:cubicBezTo>
                    <a:pt x="23" y="62"/>
                    <a:pt x="23" y="62"/>
                    <a:pt x="23" y="62"/>
                  </a:cubicBezTo>
                  <a:cubicBezTo>
                    <a:pt x="23" y="61"/>
                    <a:pt x="22" y="60"/>
                    <a:pt x="22" y="60"/>
                  </a:cubicBezTo>
                  <a:cubicBezTo>
                    <a:pt x="21" y="59"/>
                    <a:pt x="21" y="58"/>
                    <a:pt x="20" y="57"/>
                  </a:cubicBezTo>
                  <a:cubicBezTo>
                    <a:pt x="18" y="56"/>
                    <a:pt x="17" y="54"/>
                    <a:pt x="16" y="53"/>
                  </a:cubicBezTo>
                  <a:cubicBezTo>
                    <a:pt x="14" y="51"/>
                    <a:pt x="13" y="49"/>
                    <a:pt x="11" y="48"/>
                  </a:cubicBezTo>
                  <a:cubicBezTo>
                    <a:pt x="11" y="47"/>
                    <a:pt x="10" y="46"/>
                    <a:pt x="9" y="45"/>
                  </a:cubicBezTo>
                  <a:cubicBezTo>
                    <a:pt x="8" y="45"/>
                    <a:pt x="8" y="44"/>
                    <a:pt x="7" y="44"/>
                  </a:cubicBezTo>
                  <a:cubicBezTo>
                    <a:pt x="7" y="43"/>
                    <a:pt x="6" y="43"/>
                    <a:pt x="6" y="42"/>
                  </a:cubicBezTo>
                  <a:cubicBezTo>
                    <a:pt x="6" y="42"/>
                    <a:pt x="6" y="42"/>
                    <a:pt x="6" y="43"/>
                  </a:cubicBezTo>
                  <a:cubicBezTo>
                    <a:pt x="7" y="43"/>
                    <a:pt x="7" y="44"/>
                    <a:pt x="8" y="44"/>
                  </a:cubicBezTo>
                  <a:cubicBezTo>
                    <a:pt x="9" y="45"/>
                    <a:pt x="9" y="46"/>
                    <a:pt x="10" y="46"/>
                  </a:cubicBezTo>
                  <a:cubicBezTo>
                    <a:pt x="12" y="48"/>
                    <a:pt x="13" y="49"/>
                    <a:pt x="15" y="51"/>
                  </a:cubicBezTo>
                  <a:cubicBezTo>
                    <a:pt x="18" y="53"/>
                    <a:pt x="20" y="56"/>
                    <a:pt x="23" y="58"/>
                  </a:cubicBezTo>
                  <a:cubicBezTo>
                    <a:pt x="23" y="58"/>
                    <a:pt x="23" y="59"/>
                    <a:pt x="24" y="59"/>
                  </a:cubicBezTo>
                  <a:cubicBezTo>
                    <a:pt x="24" y="59"/>
                    <a:pt x="24" y="59"/>
                    <a:pt x="24" y="59"/>
                  </a:cubicBezTo>
                  <a:cubicBezTo>
                    <a:pt x="24" y="58"/>
                    <a:pt x="23" y="57"/>
                    <a:pt x="22" y="56"/>
                  </a:cubicBezTo>
                  <a:cubicBezTo>
                    <a:pt x="22" y="56"/>
                    <a:pt x="21" y="55"/>
                    <a:pt x="20" y="54"/>
                  </a:cubicBezTo>
                  <a:cubicBezTo>
                    <a:pt x="19" y="53"/>
                    <a:pt x="18" y="51"/>
                    <a:pt x="16" y="49"/>
                  </a:cubicBezTo>
                  <a:cubicBezTo>
                    <a:pt x="13" y="47"/>
                    <a:pt x="10" y="44"/>
                    <a:pt x="8" y="41"/>
                  </a:cubicBezTo>
                  <a:cubicBezTo>
                    <a:pt x="6" y="40"/>
                    <a:pt x="5" y="38"/>
                    <a:pt x="4" y="36"/>
                  </a:cubicBezTo>
                  <a:cubicBezTo>
                    <a:pt x="4" y="37"/>
                    <a:pt x="4" y="37"/>
                    <a:pt x="4" y="37"/>
                  </a:cubicBezTo>
                  <a:cubicBezTo>
                    <a:pt x="4" y="37"/>
                    <a:pt x="5" y="38"/>
                    <a:pt x="6" y="39"/>
                  </a:cubicBezTo>
                  <a:cubicBezTo>
                    <a:pt x="6" y="39"/>
                    <a:pt x="7" y="40"/>
                    <a:pt x="8" y="41"/>
                  </a:cubicBezTo>
                  <a:cubicBezTo>
                    <a:pt x="9" y="42"/>
                    <a:pt x="11" y="44"/>
                    <a:pt x="12" y="45"/>
                  </a:cubicBezTo>
                  <a:cubicBezTo>
                    <a:pt x="15" y="49"/>
                    <a:pt x="18" y="52"/>
                    <a:pt x="21" y="55"/>
                  </a:cubicBezTo>
                  <a:cubicBezTo>
                    <a:pt x="22" y="56"/>
                    <a:pt x="23" y="57"/>
                    <a:pt x="24" y="58"/>
                  </a:cubicBezTo>
                  <a:cubicBezTo>
                    <a:pt x="25" y="59"/>
                    <a:pt x="26" y="60"/>
                    <a:pt x="27" y="60"/>
                  </a:cubicBezTo>
                  <a:cubicBezTo>
                    <a:pt x="27" y="60"/>
                    <a:pt x="27" y="60"/>
                    <a:pt x="27" y="60"/>
                  </a:cubicBezTo>
                  <a:cubicBezTo>
                    <a:pt x="27" y="59"/>
                    <a:pt x="27" y="59"/>
                    <a:pt x="26" y="58"/>
                  </a:cubicBezTo>
                  <a:cubicBezTo>
                    <a:pt x="26" y="57"/>
                    <a:pt x="25" y="56"/>
                    <a:pt x="24" y="56"/>
                  </a:cubicBezTo>
                  <a:cubicBezTo>
                    <a:pt x="23" y="54"/>
                    <a:pt x="21" y="52"/>
                    <a:pt x="20" y="51"/>
                  </a:cubicBezTo>
                  <a:cubicBezTo>
                    <a:pt x="17" y="48"/>
                    <a:pt x="14" y="45"/>
                    <a:pt x="11" y="42"/>
                  </a:cubicBezTo>
                  <a:cubicBezTo>
                    <a:pt x="11" y="42"/>
                    <a:pt x="11" y="42"/>
                    <a:pt x="11" y="42"/>
                  </a:cubicBezTo>
                  <a:cubicBezTo>
                    <a:pt x="11" y="41"/>
                    <a:pt x="10" y="42"/>
                    <a:pt x="10" y="42"/>
                  </a:cubicBezTo>
                  <a:cubicBezTo>
                    <a:pt x="13" y="45"/>
                    <a:pt x="16" y="48"/>
                    <a:pt x="19" y="51"/>
                  </a:cubicBezTo>
                  <a:cubicBezTo>
                    <a:pt x="21" y="53"/>
                    <a:pt x="22" y="54"/>
                    <a:pt x="23" y="56"/>
                  </a:cubicBezTo>
                  <a:cubicBezTo>
                    <a:pt x="24" y="57"/>
                    <a:pt x="24" y="58"/>
                    <a:pt x="25" y="58"/>
                  </a:cubicBezTo>
                  <a:cubicBezTo>
                    <a:pt x="26" y="59"/>
                    <a:pt x="26" y="60"/>
                    <a:pt x="27" y="60"/>
                  </a:cubicBezTo>
                  <a:cubicBezTo>
                    <a:pt x="27" y="61"/>
                    <a:pt x="27" y="61"/>
                    <a:pt x="28" y="62"/>
                  </a:cubicBezTo>
                  <a:cubicBezTo>
                    <a:pt x="28" y="62"/>
                    <a:pt x="28" y="62"/>
                    <a:pt x="28" y="62"/>
                  </a:cubicBezTo>
                  <a:cubicBezTo>
                    <a:pt x="26" y="61"/>
                    <a:pt x="25" y="60"/>
                    <a:pt x="24" y="59"/>
                  </a:cubicBezTo>
                  <a:cubicBezTo>
                    <a:pt x="23" y="57"/>
                    <a:pt x="22" y="56"/>
                    <a:pt x="21" y="55"/>
                  </a:cubicBezTo>
                  <a:cubicBezTo>
                    <a:pt x="19" y="51"/>
                    <a:pt x="16" y="48"/>
                    <a:pt x="14" y="44"/>
                  </a:cubicBezTo>
                  <a:cubicBezTo>
                    <a:pt x="12" y="40"/>
                    <a:pt x="10" y="37"/>
                    <a:pt x="8" y="33"/>
                  </a:cubicBezTo>
                  <a:cubicBezTo>
                    <a:pt x="7" y="31"/>
                    <a:pt x="6" y="29"/>
                    <a:pt x="5" y="28"/>
                  </a:cubicBezTo>
                  <a:cubicBezTo>
                    <a:pt x="5" y="27"/>
                    <a:pt x="5" y="26"/>
                    <a:pt x="4" y="25"/>
                  </a:cubicBezTo>
                  <a:cubicBezTo>
                    <a:pt x="4" y="25"/>
                    <a:pt x="4" y="24"/>
                    <a:pt x="4" y="23"/>
                  </a:cubicBezTo>
                  <a:cubicBezTo>
                    <a:pt x="4" y="23"/>
                    <a:pt x="4" y="23"/>
                    <a:pt x="4" y="23"/>
                  </a:cubicBezTo>
                  <a:cubicBezTo>
                    <a:pt x="4" y="23"/>
                    <a:pt x="4" y="23"/>
                    <a:pt x="4" y="23"/>
                  </a:cubicBezTo>
                  <a:cubicBezTo>
                    <a:pt x="4" y="24"/>
                    <a:pt x="5" y="25"/>
                    <a:pt x="5" y="26"/>
                  </a:cubicBezTo>
                  <a:cubicBezTo>
                    <a:pt x="5" y="26"/>
                    <a:pt x="6" y="27"/>
                    <a:pt x="6" y="28"/>
                  </a:cubicBezTo>
                  <a:cubicBezTo>
                    <a:pt x="7" y="30"/>
                    <a:pt x="8" y="32"/>
                    <a:pt x="9" y="34"/>
                  </a:cubicBezTo>
                  <a:cubicBezTo>
                    <a:pt x="10" y="38"/>
                    <a:pt x="12" y="42"/>
                    <a:pt x="13" y="46"/>
                  </a:cubicBezTo>
                  <a:cubicBezTo>
                    <a:pt x="13" y="46"/>
                    <a:pt x="13" y="46"/>
                    <a:pt x="13" y="46"/>
                  </a:cubicBezTo>
                  <a:cubicBezTo>
                    <a:pt x="13" y="46"/>
                    <a:pt x="13" y="46"/>
                    <a:pt x="13" y="46"/>
                  </a:cubicBezTo>
                  <a:cubicBezTo>
                    <a:pt x="12" y="45"/>
                    <a:pt x="11" y="43"/>
                    <a:pt x="10" y="41"/>
                  </a:cubicBezTo>
                  <a:cubicBezTo>
                    <a:pt x="9" y="39"/>
                    <a:pt x="8" y="37"/>
                    <a:pt x="8" y="35"/>
                  </a:cubicBezTo>
                  <a:cubicBezTo>
                    <a:pt x="6" y="31"/>
                    <a:pt x="4" y="27"/>
                    <a:pt x="4" y="23"/>
                  </a:cubicBezTo>
                  <a:cubicBezTo>
                    <a:pt x="3" y="21"/>
                    <a:pt x="3" y="19"/>
                    <a:pt x="3" y="17"/>
                  </a:cubicBezTo>
                  <a:cubicBezTo>
                    <a:pt x="3" y="15"/>
                    <a:pt x="3" y="13"/>
                    <a:pt x="4" y="11"/>
                  </a:cubicBezTo>
                  <a:cubicBezTo>
                    <a:pt x="3" y="11"/>
                    <a:pt x="3" y="11"/>
                    <a:pt x="3" y="11"/>
                  </a:cubicBezTo>
                  <a:cubicBezTo>
                    <a:pt x="3" y="15"/>
                    <a:pt x="3" y="18"/>
                    <a:pt x="3" y="22"/>
                  </a:cubicBezTo>
                  <a:cubicBezTo>
                    <a:pt x="3" y="24"/>
                    <a:pt x="3" y="26"/>
                    <a:pt x="4" y="27"/>
                  </a:cubicBezTo>
                  <a:cubicBezTo>
                    <a:pt x="4" y="29"/>
                    <a:pt x="4" y="31"/>
                    <a:pt x="5" y="33"/>
                  </a:cubicBezTo>
                  <a:cubicBezTo>
                    <a:pt x="5" y="33"/>
                    <a:pt x="5" y="33"/>
                    <a:pt x="5" y="33"/>
                  </a:cubicBezTo>
                  <a:cubicBezTo>
                    <a:pt x="4" y="32"/>
                    <a:pt x="4" y="31"/>
                    <a:pt x="4" y="30"/>
                  </a:cubicBezTo>
                  <a:cubicBezTo>
                    <a:pt x="4" y="29"/>
                    <a:pt x="4" y="29"/>
                    <a:pt x="3" y="28"/>
                  </a:cubicBezTo>
                  <a:cubicBezTo>
                    <a:pt x="3" y="26"/>
                    <a:pt x="3" y="24"/>
                    <a:pt x="3" y="22"/>
                  </a:cubicBezTo>
                  <a:cubicBezTo>
                    <a:pt x="3" y="18"/>
                    <a:pt x="3" y="15"/>
                    <a:pt x="4" y="12"/>
                  </a:cubicBezTo>
                  <a:cubicBezTo>
                    <a:pt x="4" y="12"/>
                    <a:pt x="4" y="12"/>
                    <a:pt x="4" y="12"/>
                  </a:cubicBezTo>
                  <a:cubicBezTo>
                    <a:pt x="4" y="18"/>
                    <a:pt x="2" y="24"/>
                    <a:pt x="3" y="30"/>
                  </a:cubicBezTo>
                  <a:cubicBezTo>
                    <a:pt x="3" y="30"/>
                    <a:pt x="3" y="30"/>
                    <a:pt x="3" y="30"/>
                  </a:cubicBezTo>
                  <a:cubicBezTo>
                    <a:pt x="4" y="27"/>
                    <a:pt x="4" y="24"/>
                    <a:pt x="5" y="21"/>
                  </a:cubicBezTo>
                  <a:cubicBezTo>
                    <a:pt x="5" y="18"/>
                    <a:pt x="6" y="15"/>
                    <a:pt x="7" y="12"/>
                  </a:cubicBezTo>
                  <a:cubicBezTo>
                    <a:pt x="7" y="12"/>
                    <a:pt x="7" y="12"/>
                    <a:pt x="7" y="12"/>
                  </a:cubicBezTo>
                  <a:cubicBezTo>
                    <a:pt x="7" y="13"/>
                    <a:pt x="6" y="14"/>
                    <a:pt x="6" y="15"/>
                  </a:cubicBezTo>
                  <a:cubicBezTo>
                    <a:pt x="6" y="16"/>
                    <a:pt x="5" y="17"/>
                    <a:pt x="5" y="18"/>
                  </a:cubicBezTo>
                  <a:cubicBezTo>
                    <a:pt x="4" y="21"/>
                    <a:pt x="3" y="23"/>
                    <a:pt x="3" y="26"/>
                  </a:cubicBezTo>
                  <a:cubicBezTo>
                    <a:pt x="3" y="26"/>
                    <a:pt x="3" y="26"/>
                    <a:pt x="3" y="26"/>
                  </a:cubicBezTo>
                  <a:cubicBezTo>
                    <a:pt x="5" y="23"/>
                    <a:pt x="6" y="20"/>
                    <a:pt x="8" y="17"/>
                  </a:cubicBezTo>
                  <a:cubicBezTo>
                    <a:pt x="9" y="15"/>
                    <a:pt x="10" y="12"/>
                    <a:pt x="13" y="10"/>
                  </a:cubicBezTo>
                  <a:cubicBezTo>
                    <a:pt x="13" y="10"/>
                    <a:pt x="13" y="10"/>
                    <a:pt x="12" y="10"/>
                  </a:cubicBezTo>
                  <a:cubicBezTo>
                    <a:pt x="13" y="11"/>
                    <a:pt x="12" y="12"/>
                    <a:pt x="12" y="13"/>
                  </a:cubicBezTo>
                  <a:cubicBezTo>
                    <a:pt x="11" y="14"/>
                    <a:pt x="11" y="15"/>
                    <a:pt x="10" y="16"/>
                  </a:cubicBezTo>
                  <a:cubicBezTo>
                    <a:pt x="8" y="18"/>
                    <a:pt x="7" y="21"/>
                    <a:pt x="6" y="23"/>
                  </a:cubicBezTo>
                  <a:cubicBezTo>
                    <a:pt x="6" y="23"/>
                    <a:pt x="6" y="23"/>
                    <a:pt x="6" y="23"/>
                  </a:cubicBezTo>
                  <a:cubicBezTo>
                    <a:pt x="7" y="21"/>
                    <a:pt x="9" y="18"/>
                    <a:pt x="11" y="16"/>
                  </a:cubicBezTo>
                  <a:cubicBezTo>
                    <a:pt x="12" y="15"/>
                    <a:pt x="12" y="14"/>
                    <a:pt x="13" y="13"/>
                  </a:cubicBezTo>
                  <a:cubicBezTo>
                    <a:pt x="14" y="12"/>
                    <a:pt x="15" y="11"/>
                    <a:pt x="16" y="11"/>
                  </a:cubicBezTo>
                  <a:cubicBezTo>
                    <a:pt x="16" y="11"/>
                    <a:pt x="16" y="11"/>
                    <a:pt x="16" y="11"/>
                  </a:cubicBezTo>
                  <a:cubicBezTo>
                    <a:pt x="15" y="13"/>
                    <a:pt x="13" y="14"/>
                    <a:pt x="12" y="16"/>
                  </a:cubicBezTo>
                  <a:cubicBezTo>
                    <a:pt x="10" y="18"/>
                    <a:pt x="8" y="19"/>
                    <a:pt x="7" y="21"/>
                  </a:cubicBezTo>
                  <a:cubicBezTo>
                    <a:pt x="7" y="21"/>
                    <a:pt x="7" y="21"/>
                    <a:pt x="7" y="21"/>
                  </a:cubicBezTo>
                  <a:cubicBezTo>
                    <a:pt x="8" y="20"/>
                    <a:pt x="9" y="19"/>
                    <a:pt x="10" y="18"/>
                  </a:cubicBezTo>
                  <a:cubicBezTo>
                    <a:pt x="11" y="17"/>
                    <a:pt x="12" y="16"/>
                    <a:pt x="13" y="15"/>
                  </a:cubicBezTo>
                  <a:cubicBezTo>
                    <a:pt x="14" y="14"/>
                    <a:pt x="15" y="13"/>
                    <a:pt x="16" y="13"/>
                  </a:cubicBezTo>
                  <a:cubicBezTo>
                    <a:pt x="16" y="12"/>
                    <a:pt x="17" y="12"/>
                    <a:pt x="17" y="12"/>
                  </a:cubicBezTo>
                  <a:cubicBezTo>
                    <a:pt x="17" y="11"/>
                    <a:pt x="18" y="11"/>
                    <a:pt x="18" y="11"/>
                  </a:cubicBezTo>
                  <a:cubicBezTo>
                    <a:pt x="18" y="11"/>
                    <a:pt x="18" y="11"/>
                    <a:pt x="18" y="11"/>
                  </a:cubicBezTo>
                  <a:cubicBezTo>
                    <a:pt x="18" y="12"/>
                    <a:pt x="18" y="12"/>
                    <a:pt x="17" y="12"/>
                  </a:cubicBezTo>
                  <a:cubicBezTo>
                    <a:pt x="17" y="13"/>
                    <a:pt x="16" y="13"/>
                    <a:pt x="16" y="14"/>
                  </a:cubicBezTo>
                  <a:cubicBezTo>
                    <a:pt x="15" y="15"/>
                    <a:pt x="13" y="16"/>
                    <a:pt x="12" y="17"/>
                  </a:cubicBezTo>
                  <a:cubicBezTo>
                    <a:pt x="10" y="20"/>
                    <a:pt x="8" y="22"/>
                    <a:pt x="5" y="24"/>
                  </a:cubicBezTo>
                  <a:cubicBezTo>
                    <a:pt x="5" y="24"/>
                    <a:pt x="5" y="24"/>
                    <a:pt x="5" y="24"/>
                  </a:cubicBezTo>
                  <a:cubicBezTo>
                    <a:pt x="7" y="22"/>
                    <a:pt x="9" y="20"/>
                    <a:pt x="10" y="18"/>
                  </a:cubicBezTo>
                  <a:cubicBezTo>
                    <a:pt x="12" y="16"/>
                    <a:pt x="14" y="14"/>
                    <a:pt x="16" y="12"/>
                  </a:cubicBezTo>
                  <a:cubicBezTo>
                    <a:pt x="16" y="12"/>
                    <a:pt x="16" y="12"/>
                    <a:pt x="15" y="12"/>
                  </a:cubicBezTo>
                  <a:cubicBezTo>
                    <a:pt x="14" y="15"/>
                    <a:pt x="12" y="17"/>
                    <a:pt x="11" y="20"/>
                  </a:cubicBezTo>
                  <a:cubicBezTo>
                    <a:pt x="9" y="22"/>
                    <a:pt x="8" y="26"/>
                    <a:pt x="7" y="29"/>
                  </a:cubicBezTo>
                  <a:cubicBezTo>
                    <a:pt x="6" y="29"/>
                    <a:pt x="7" y="29"/>
                    <a:pt x="7" y="29"/>
                  </a:cubicBezTo>
                  <a:cubicBezTo>
                    <a:pt x="8" y="28"/>
                    <a:pt x="8" y="27"/>
                    <a:pt x="8" y="26"/>
                  </a:cubicBezTo>
                  <a:cubicBezTo>
                    <a:pt x="9" y="24"/>
                    <a:pt x="9" y="23"/>
                    <a:pt x="10" y="22"/>
                  </a:cubicBezTo>
                  <a:cubicBezTo>
                    <a:pt x="10" y="21"/>
                    <a:pt x="11" y="20"/>
                    <a:pt x="11" y="19"/>
                  </a:cubicBezTo>
                  <a:cubicBezTo>
                    <a:pt x="11" y="18"/>
                    <a:pt x="12" y="17"/>
                    <a:pt x="11" y="16"/>
                  </a:cubicBezTo>
                  <a:cubicBezTo>
                    <a:pt x="11" y="15"/>
                    <a:pt x="11" y="15"/>
                    <a:pt x="11" y="15"/>
                  </a:cubicBezTo>
                  <a:cubicBezTo>
                    <a:pt x="10" y="16"/>
                    <a:pt x="10" y="18"/>
                    <a:pt x="9" y="19"/>
                  </a:cubicBezTo>
                  <a:cubicBezTo>
                    <a:pt x="9" y="20"/>
                    <a:pt x="9" y="22"/>
                    <a:pt x="9" y="23"/>
                  </a:cubicBezTo>
                  <a:cubicBezTo>
                    <a:pt x="9" y="25"/>
                    <a:pt x="9" y="26"/>
                    <a:pt x="8" y="27"/>
                  </a:cubicBezTo>
                  <a:cubicBezTo>
                    <a:pt x="8" y="29"/>
                    <a:pt x="8" y="31"/>
                    <a:pt x="8" y="32"/>
                  </a:cubicBezTo>
                  <a:cubicBezTo>
                    <a:pt x="8" y="33"/>
                    <a:pt x="8" y="33"/>
                    <a:pt x="7" y="34"/>
                  </a:cubicBezTo>
                  <a:cubicBezTo>
                    <a:pt x="8" y="34"/>
                    <a:pt x="8" y="34"/>
                    <a:pt x="8" y="34"/>
                  </a:cubicBezTo>
                  <a:cubicBezTo>
                    <a:pt x="7" y="32"/>
                    <a:pt x="7" y="30"/>
                    <a:pt x="7" y="29"/>
                  </a:cubicBezTo>
                  <a:cubicBezTo>
                    <a:pt x="7" y="27"/>
                    <a:pt x="6" y="26"/>
                    <a:pt x="6" y="24"/>
                  </a:cubicBezTo>
                  <a:cubicBezTo>
                    <a:pt x="6" y="23"/>
                    <a:pt x="6" y="22"/>
                    <a:pt x="5" y="21"/>
                  </a:cubicBezTo>
                  <a:cubicBezTo>
                    <a:pt x="5" y="20"/>
                    <a:pt x="4" y="19"/>
                    <a:pt x="3" y="19"/>
                  </a:cubicBezTo>
                  <a:cubicBezTo>
                    <a:pt x="3" y="18"/>
                    <a:pt x="3" y="18"/>
                    <a:pt x="3" y="19"/>
                  </a:cubicBezTo>
                  <a:cubicBezTo>
                    <a:pt x="2" y="19"/>
                    <a:pt x="2" y="20"/>
                    <a:pt x="2" y="22"/>
                  </a:cubicBezTo>
                  <a:cubicBezTo>
                    <a:pt x="2" y="23"/>
                    <a:pt x="2" y="24"/>
                    <a:pt x="2" y="25"/>
                  </a:cubicBezTo>
                  <a:cubicBezTo>
                    <a:pt x="3" y="29"/>
                    <a:pt x="3" y="32"/>
                    <a:pt x="4" y="36"/>
                  </a:cubicBezTo>
                  <a:cubicBezTo>
                    <a:pt x="4" y="36"/>
                    <a:pt x="4" y="36"/>
                    <a:pt x="4" y="37"/>
                  </a:cubicBezTo>
                  <a:cubicBezTo>
                    <a:pt x="4" y="37"/>
                    <a:pt x="5" y="37"/>
                    <a:pt x="5" y="37"/>
                  </a:cubicBezTo>
                  <a:cubicBezTo>
                    <a:pt x="5" y="34"/>
                    <a:pt x="4" y="31"/>
                    <a:pt x="3" y="28"/>
                  </a:cubicBezTo>
                  <a:cubicBezTo>
                    <a:pt x="3" y="26"/>
                    <a:pt x="2" y="23"/>
                    <a:pt x="1" y="21"/>
                  </a:cubicBezTo>
                  <a:cubicBezTo>
                    <a:pt x="0" y="21"/>
                    <a:pt x="0" y="21"/>
                    <a:pt x="0" y="21"/>
                  </a:cubicBezTo>
                  <a:cubicBezTo>
                    <a:pt x="0" y="22"/>
                    <a:pt x="0" y="23"/>
                    <a:pt x="0" y="24"/>
                  </a:cubicBezTo>
                  <a:cubicBezTo>
                    <a:pt x="0" y="25"/>
                    <a:pt x="1" y="26"/>
                    <a:pt x="1" y="27"/>
                  </a:cubicBezTo>
                  <a:cubicBezTo>
                    <a:pt x="2" y="28"/>
                    <a:pt x="2" y="30"/>
                    <a:pt x="2" y="31"/>
                  </a:cubicBezTo>
                  <a:cubicBezTo>
                    <a:pt x="3" y="33"/>
                    <a:pt x="3" y="35"/>
                    <a:pt x="4" y="36"/>
                  </a:cubicBezTo>
                  <a:cubicBezTo>
                    <a:pt x="4" y="36"/>
                    <a:pt x="4" y="36"/>
                    <a:pt x="4" y="36"/>
                  </a:cubicBezTo>
                  <a:cubicBezTo>
                    <a:pt x="4" y="34"/>
                    <a:pt x="3" y="32"/>
                    <a:pt x="3" y="29"/>
                  </a:cubicBezTo>
                  <a:cubicBezTo>
                    <a:pt x="2" y="27"/>
                    <a:pt x="2" y="24"/>
                    <a:pt x="1" y="21"/>
                  </a:cubicBezTo>
                  <a:cubicBezTo>
                    <a:pt x="1" y="21"/>
                    <a:pt x="1" y="21"/>
                    <a:pt x="1" y="21"/>
                  </a:cubicBezTo>
                  <a:cubicBezTo>
                    <a:pt x="1" y="22"/>
                    <a:pt x="1" y="24"/>
                    <a:pt x="1" y="25"/>
                  </a:cubicBezTo>
                  <a:cubicBezTo>
                    <a:pt x="1" y="27"/>
                    <a:pt x="1" y="28"/>
                    <a:pt x="1" y="29"/>
                  </a:cubicBezTo>
                  <a:cubicBezTo>
                    <a:pt x="2" y="31"/>
                    <a:pt x="2" y="32"/>
                    <a:pt x="2" y="33"/>
                  </a:cubicBezTo>
                  <a:cubicBezTo>
                    <a:pt x="2" y="34"/>
                    <a:pt x="2" y="35"/>
                    <a:pt x="2" y="36"/>
                  </a:cubicBezTo>
                  <a:cubicBezTo>
                    <a:pt x="2" y="36"/>
                    <a:pt x="2" y="36"/>
                    <a:pt x="2" y="36"/>
                  </a:cubicBezTo>
                  <a:cubicBezTo>
                    <a:pt x="1" y="35"/>
                    <a:pt x="1" y="35"/>
                    <a:pt x="1" y="34"/>
                  </a:cubicBezTo>
                  <a:cubicBezTo>
                    <a:pt x="1" y="33"/>
                    <a:pt x="1" y="32"/>
                    <a:pt x="1" y="31"/>
                  </a:cubicBezTo>
                  <a:cubicBezTo>
                    <a:pt x="1" y="29"/>
                    <a:pt x="1" y="27"/>
                    <a:pt x="1" y="25"/>
                  </a:cubicBezTo>
                  <a:cubicBezTo>
                    <a:pt x="1" y="23"/>
                    <a:pt x="2" y="21"/>
                    <a:pt x="2" y="20"/>
                  </a:cubicBezTo>
                  <a:cubicBezTo>
                    <a:pt x="2" y="18"/>
                    <a:pt x="2" y="17"/>
                    <a:pt x="3" y="15"/>
                  </a:cubicBezTo>
                  <a:cubicBezTo>
                    <a:pt x="3" y="13"/>
                    <a:pt x="4" y="11"/>
                    <a:pt x="6" y="10"/>
                  </a:cubicBezTo>
                  <a:cubicBezTo>
                    <a:pt x="6" y="10"/>
                    <a:pt x="6" y="10"/>
                    <a:pt x="6" y="10"/>
                  </a:cubicBezTo>
                  <a:cubicBezTo>
                    <a:pt x="6" y="11"/>
                    <a:pt x="5" y="12"/>
                    <a:pt x="5" y="12"/>
                  </a:cubicBezTo>
                  <a:cubicBezTo>
                    <a:pt x="4" y="13"/>
                    <a:pt x="4" y="14"/>
                    <a:pt x="4" y="15"/>
                  </a:cubicBezTo>
                  <a:cubicBezTo>
                    <a:pt x="3" y="15"/>
                    <a:pt x="3" y="16"/>
                    <a:pt x="2" y="17"/>
                  </a:cubicBezTo>
                  <a:cubicBezTo>
                    <a:pt x="2" y="17"/>
                    <a:pt x="2" y="18"/>
                    <a:pt x="1" y="18"/>
                  </a:cubicBezTo>
                  <a:cubicBezTo>
                    <a:pt x="1" y="18"/>
                    <a:pt x="1" y="18"/>
                    <a:pt x="1" y="18"/>
                  </a:cubicBezTo>
                  <a:cubicBezTo>
                    <a:pt x="1" y="17"/>
                    <a:pt x="2" y="15"/>
                    <a:pt x="3" y="14"/>
                  </a:cubicBezTo>
                  <a:cubicBezTo>
                    <a:pt x="3" y="13"/>
                    <a:pt x="4" y="12"/>
                    <a:pt x="5" y="11"/>
                  </a:cubicBezTo>
                  <a:cubicBezTo>
                    <a:pt x="8" y="8"/>
                    <a:pt x="11" y="6"/>
                    <a:pt x="14" y="5"/>
                  </a:cubicBezTo>
                  <a:cubicBezTo>
                    <a:pt x="14" y="5"/>
                    <a:pt x="14" y="5"/>
                    <a:pt x="15" y="5"/>
                  </a:cubicBezTo>
                  <a:cubicBezTo>
                    <a:pt x="15" y="5"/>
                    <a:pt x="15" y="4"/>
                    <a:pt x="14" y="4"/>
                  </a:cubicBezTo>
                  <a:cubicBezTo>
                    <a:pt x="12" y="5"/>
                    <a:pt x="10" y="6"/>
                    <a:pt x="8" y="7"/>
                  </a:cubicBezTo>
                  <a:cubicBezTo>
                    <a:pt x="7" y="8"/>
                    <a:pt x="7" y="9"/>
                    <a:pt x="6" y="9"/>
                  </a:cubicBezTo>
                  <a:cubicBezTo>
                    <a:pt x="5" y="10"/>
                    <a:pt x="4" y="10"/>
                    <a:pt x="3" y="11"/>
                  </a:cubicBezTo>
                  <a:cubicBezTo>
                    <a:pt x="3" y="11"/>
                    <a:pt x="3" y="11"/>
                    <a:pt x="3" y="11"/>
                  </a:cubicBezTo>
                  <a:cubicBezTo>
                    <a:pt x="5" y="8"/>
                    <a:pt x="8" y="6"/>
                    <a:pt x="11" y="4"/>
                  </a:cubicBezTo>
                  <a:cubicBezTo>
                    <a:pt x="12" y="4"/>
                    <a:pt x="14" y="3"/>
                    <a:pt x="16" y="3"/>
                  </a:cubicBezTo>
                  <a:cubicBezTo>
                    <a:pt x="17" y="3"/>
                    <a:pt x="18" y="3"/>
                    <a:pt x="19" y="2"/>
                  </a:cubicBezTo>
                  <a:cubicBezTo>
                    <a:pt x="20" y="2"/>
                    <a:pt x="21" y="2"/>
                    <a:pt x="21" y="2"/>
                  </a:cubicBezTo>
                  <a:cubicBezTo>
                    <a:pt x="22" y="2"/>
                    <a:pt x="22" y="2"/>
                    <a:pt x="22" y="2"/>
                  </a:cubicBezTo>
                  <a:cubicBezTo>
                    <a:pt x="21" y="0"/>
                    <a:pt x="19" y="1"/>
                    <a:pt x="18" y="1"/>
                  </a:cubicBezTo>
                  <a:cubicBezTo>
                    <a:pt x="15" y="1"/>
                    <a:pt x="13" y="2"/>
                    <a:pt x="11" y="3"/>
                  </a:cubicBezTo>
                  <a:cubicBezTo>
                    <a:pt x="9" y="4"/>
                    <a:pt x="7" y="5"/>
                    <a:pt x="5" y="6"/>
                  </a:cubicBezTo>
                  <a:cubicBezTo>
                    <a:pt x="5" y="7"/>
                    <a:pt x="5" y="7"/>
                    <a:pt x="6" y="7"/>
                  </a:cubicBezTo>
                  <a:cubicBezTo>
                    <a:pt x="9" y="5"/>
                    <a:pt x="12" y="3"/>
                    <a:pt x="16" y="2"/>
                  </a:cubicBezTo>
                  <a:cubicBezTo>
                    <a:pt x="20" y="0"/>
                    <a:pt x="24" y="1"/>
                    <a:pt x="27" y="2"/>
                  </a:cubicBezTo>
                  <a:cubicBezTo>
                    <a:pt x="28" y="2"/>
                    <a:pt x="28" y="2"/>
                    <a:pt x="28" y="2"/>
                  </a:cubicBezTo>
                  <a:cubicBezTo>
                    <a:pt x="28" y="2"/>
                    <a:pt x="28" y="1"/>
                    <a:pt x="28" y="1"/>
                  </a:cubicBezTo>
                  <a:cubicBezTo>
                    <a:pt x="27" y="1"/>
                    <a:pt x="25" y="1"/>
                    <a:pt x="24" y="0"/>
                  </a:cubicBezTo>
                  <a:cubicBezTo>
                    <a:pt x="22" y="0"/>
                    <a:pt x="21" y="1"/>
                    <a:pt x="19" y="1"/>
                  </a:cubicBezTo>
                  <a:cubicBezTo>
                    <a:pt x="17" y="1"/>
                    <a:pt x="14" y="2"/>
                    <a:pt x="12" y="2"/>
                  </a:cubicBezTo>
                  <a:cubicBezTo>
                    <a:pt x="11" y="3"/>
                    <a:pt x="10" y="3"/>
                    <a:pt x="9" y="4"/>
                  </a:cubicBezTo>
                  <a:cubicBezTo>
                    <a:pt x="8" y="4"/>
                    <a:pt x="7" y="5"/>
                    <a:pt x="7" y="6"/>
                  </a:cubicBezTo>
                  <a:cubicBezTo>
                    <a:pt x="7" y="6"/>
                    <a:pt x="7" y="6"/>
                    <a:pt x="7" y="6"/>
                  </a:cubicBezTo>
                  <a:cubicBezTo>
                    <a:pt x="8" y="7"/>
                    <a:pt x="9" y="7"/>
                    <a:pt x="9" y="6"/>
                  </a:cubicBezTo>
                  <a:cubicBezTo>
                    <a:pt x="11" y="6"/>
                    <a:pt x="12" y="5"/>
                    <a:pt x="13" y="5"/>
                  </a:cubicBezTo>
                  <a:cubicBezTo>
                    <a:pt x="16" y="3"/>
                    <a:pt x="19" y="3"/>
                    <a:pt x="23" y="2"/>
                  </a:cubicBezTo>
                  <a:cubicBezTo>
                    <a:pt x="23" y="2"/>
                    <a:pt x="23" y="2"/>
                    <a:pt x="23" y="2"/>
                  </a:cubicBezTo>
                  <a:cubicBezTo>
                    <a:pt x="19" y="4"/>
                    <a:pt x="16" y="5"/>
                    <a:pt x="13" y="7"/>
                  </a:cubicBezTo>
                  <a:cubicBezTo>
                    <a:pt x="13" y="8"/>
                    <a:pt x="13" y="8"/>
                    <a:pt x="13" y="8"/>
                  </a:cubicBezTo>
                  <a:cubicBezTo>
                    <a:pt x="16" y="6"/>
                    <a:pt x="20" y="4"/>
                    <a:pt x="23" y="2"/>
                  </a:cubicBezTo>
                  <a:cubicBezTo>
                    <a:pt x="23" y="2"/>
                    <a:pt x="23" y="2"/>
                    <a:pt x="23" y="2"/>
                  </a:cubicBezTo>
                  <a:cubicBezTo>
                    <a:pt x="19" y="2"/>
                    <a:pt x="16" y="3"/>
                    <a:pt x="13" y="4"/>
                  </a:cubicBezTo>
                  <a:cubicBezTo>
                    <a:pt x="12" y="5"/>
                    <a:pt x="11" y="5"/>
                    <a:pt x="10" y="6"/>
                  </a:cubicBezTo>
                  <a:cubicBezTo>
                    <a:pt x="9" y="6"/>
                    <a:pt x="9" y="6"/>
                    <a:pt x="8" y="6"/>
                  </a:cubicBezTo>
                  <a:cubicBezTo>
                    <a:pt x="8" y="6"/>
                    <a:pt x="7" y="6"/>
                    <a:pt x="7" y="6"/>
                  </a:cubicBezTo>
                  <a:cubicBezTo>
                    <a:pt x="7" y="6"/>
                    <a:pt x="7" y="6"/>
                    <a:pt x="7" y="6"/>
                  </a:cubicBezTo>
                  <a:cubicBezTo>
                    <a:pt x="7" y="5"/>
                    <a:pt x="8" y="4"/>
                    <a:pt x="9" y="4"/>
                  </a:cubicBezTo>
                  <a:cubicBezTo>
                    <a:pt x="10" y="3"/>
                    <a:pt x="12" y="3"/>
                    <a:pt x="13" y="2"/>
                  </a:cubicBezTo>
                  <a:cubicBezTo>
                    <a:pt x="15" y="2"/>
                    <a:pt x="18" y="1"/>
                    <a:pt x="20" y="1"/>
                  </a:cubicBezTo>
                  <a:cubicBezTo>
                    <a:pt x="22" y="1"/>
                    <a:pt x="23" y="1"/>
                    <a:pt x="24" y="1"/>
                  </a:cubicBezTo>
                  <a:cubicBezTo>
                    <a:pt x="25" y="1"/>
                    <a:pt x="27" y="1"/>
                    <a:pt x="28" y="2"/>
                  </a:cubicBezTo>
                  <a:cubicBezTo>
                    <a:pt x="28" y="2"/>
                    <a:pt x="28" y="1"/>
                    <a:pt x="28" y="1"/>
                  </a:cubicBezTo>
                  <a:cubicBezTo>
                    <a:pt x="24" y="1"/>
                    <a:pt x="20" y="0"/>
                    <a:pt x="17" y="1"/>
                  </a:cubicBezTo>
                  <a:cubicBezTo>
                    <a:pt x="13" y="2"/>
                    <a:pt x="10" y="4"/>
                    <a:pt x="6" y="6"/>
                  </a:cubicBezTo>
                  <a:cubicBezTo>
                    <a:pt x="6" y="6"/>
                    <a:pt x="6" y="6"/>
                    <a:pt x="6" y="6"/>
                  </a:cubicBezTo>
                  <a:cubicBezTo>
                    <a:pt x="6" y="7"/>
                    <a:pt x="6" y="7"/>
                    <a:pt x="6" y="7"/>
                  </a:cubicBezTo>
                  <a:cubicBezTo>
                    <a:pt x="7" y="6"/>
                    <a:pt x="9" y="5"/>
                    <a:pt x="10" y="4"/>
                  </a:cubicBezTo>
                  <a:cubicBezTo>
                    <a:pt x="12" y="3"/>
                    <a:pt x="14" y="2"/>
                    <a:pt x="17" y="1"/>
                  </a:cubicBezTo>
                  <a:cubicBezTo>
                    <a:pt x="18" y="1"/>
                    <a:pt x="19" y="1"/>
                    <a:pt x="20" y="1"/>
                  </a:cubicBezTo>
                  <a:cubicBezTo>
                    <a:pt x="20" y="1"/>
                    <a:pt x="21" y="1"/>
                    <a:pt x="21" y="2"/>
                  </a:cubicBezTo>
                  <a:cubicBezTo>
                    <a:pt x="21" y="2"/>
                    <a:pt x="21" y="2"/>
                    <a:pt x="21" y="2"/>
                  </a:cubicBezTo>
                  <a:cubicBezTo>
                    <a:pt x="21" y="2"/>
                    <a:pt x="20" y="2"/>
                    <a:pt x="19" y="2"/>
                  </a:cubicBezTo>
                  <a:cubicBezTo>
                    <a:pt x="18" y="2"/>
                    <a:pt x="17" y="2"/>
                    <a:pt x="16" y="3"/>
                  </a:cubicBezTo>
                  <a:cubicBezTo>
                    <a:pt x="14" y="3"/>
                    <a:pt x="12" y="3"/>
                    <a:pt x="10" y="4"/>
                  </a:cubicBezTo>
                  <a:cubicBezTo>
                    <a:pt x="8" y="6"/>
                    <a:pt x="5" y="8"/>
                    <a:pt x="3" y="11"/>
                  </a:cubicBezTo>
                  <a:cubicBezTo>
                    <a:pt x="3" y="11"/>
                    <a:pt x="3" y="11"/>
                    <a:pt x="3" y="11"/>
                  </a:cubicBezTo>
                  <a:cubicBezTo>
                    <a:pt x="4" y="11"/>
                    <a:pt x="5" y="10"/>
                    <a:pt x="6" y="10"/>
                  </a:cubicBezTo>
                  <a:cubicBezTo>
                    <a:pt x="6" y="9"/>
                    <a:pt x="7" y="8"/>
                    <a:pt x="8" y="8"/>
                  </a:cubicBezTo>
                  <a:cubicBezTo>
                    <a:pt x="9" y="7"/>
                    <a:pt x="10" y="7"/>
                    <a:pt x="11" y="6"/>
                  </a:cubicBezTo>
                  <a:cubicBezTo>
                    <a:pt x="12" y="5"/>
                    <a:pt x="13" y="5"/>
                    <a:pt x="15" y="5"/>
                  </a:cubicBezTo>
                  <a:cubicBezTo>
                    <a:pt x="15" y="5"/>
                    <a:pt x="14" y="5"/>
                    <a:pt x="14" y="4"/>
                  </a:cubicBezTo>
                  <a:cubicBezTo>
                    <a:pt x="11" y="5"/>
                    <a:pt x="8" y="7"/>
                    <a:pt x="6" y="10"/>
                  </a:cubicBezTo>
                  <a:cubicBezTo>
                    <a:pt x="5" y="11"/>
                    <a:pt x="4" y="12"/>
                    <a:pt x="3" y="13"/>
                  </a:cubicBezTo>
                  <a:cubicBezTo>
                    <a:pt x="2" y="15"/>
                    <a:pt x="1" y="16"/>
                    <a:pt x="1" y="17"/>
                  </a:cubicBezTo>
                  <a:cubicBezTo>
                    <a:pt x="1" y="18"/>
                    <a:pt x="1" y="18"/>
                    <a:pt x="1" y="18"/>
                  </a:cubicBezTo>
                  <a:cubicBezTo>
                    <a:pt x="1" y="18"/>
                    <a:pt x="1" y="18"/>
                    <a:pt x="1" y="18"/>
                  </a:cubicBezTo>
                  <a:cubicBezTo>
                    <a:pt x="2" y="18"/>
                    <a:pt x="2" y="17"/>
                    <a:pt x="2" y="17"/>
                  </a:cubicBezTo>
                  <a:cubicBezTo>
                    <a:pt x="3" y="16"/>
                    <a:pt x="3" y="15"/>
                    <a:pt x="4" y="15"/>
                  </a:cubicBezTo>
                  <a:cubicBezTo>
                    <a:pt x="5" y="13"/>
                    <a:pt x="6" y="12"/>
                    <a:pt x="6" y="10"/>
                  </a:cubicBezTo>
                  <a:cubicBezTo>
                    <a:pt x="6" y="10"/>
                    <a:pt x="6" y="10"/>
                    <a:pt x="6" y="10"/>
                  </a:cubicBezTo>
                  <a:cubicBezTo>
                    <a:pt x="4" y="11"/>
                    <a:pt x="3" y="14"/>
                    <a:pt x="2" y="17"/>
                  </a:cubicBezTo>
                  <a:cubicBezTo>
                    <a:pt x="1" y="20"/>
                    <a:pt x="1" y="24"/>
                    <a:pt x="1" y="27"/>
                  </a:cubicBezTo>
                  <a:cubicBezTo>
                    <a:pt x="1" y="29"/>
                    <a:pt x="1" y="31"/>
                    <a:pt x="1" y="33"/>
                  </a:cubicBezTo>
                  <a:cubicBezTo>
                    <a:pt x="1" y="34"/>
                    <a:pt x="1" y="35"/>
                    <a:pt x="2" y="36"/>
                  </a:cubicBezTo>
                  <a:cubicBezTo>
                    <a:pt x="2" y="36"/>
                    <a:pt x="2" y="36"/>
                    <a:pt x="2" y="36"/>
                  </a:cubicBezTo>
                  <a:cubicBezTo>
                    <a:pt x="2" y="35"/>
                    <a:pt x="2" y="34"/>
                    <a:pt x="2" y="33"/>
                  </a:cubicBezTo>
                  <a:cubicBezTo>
                    <a:pt x="2" y="32"/>
                    <a:pt x="2" y="31"/>
                    <a:pt x="2" y="30"/>
                  </a:cubicBezTo>
                  <a:cubicBezTo>
                    <a:pt x="2" y="28"/>
                    <a:pt x="1" y="27"/>
                    <a:pt x="1" y="26"/>
                  </a:cubicBezTo>
                  <a:cubicBezTo>
                    <a:pt x="1" y="24"/>
                    <a:pt x="1" y="22"/>
                    <a:pt x="1" y="21"/>
                  </a:cubicBezTo>
                  <a:cubicBezTo>
                    <a:pt x="1" y="21"/>
                    <a:pt x="1" y="21"/>
                    <a:pt x="1" y="21"/>
                  </a:cubicBezTo>
                  <a:cubicBezTo>
                    <a:pt x="1" y="24"/>
                    <a:pt x="2" y="27"/>
                    <a:pt x="2" y="29"/>
                  </a:cubicBezTo>
                  <a:cubicBezTo>
                    <a:pt x="3" y="32"/>
                    <a:pt x="4" y="34"/>
                    <a:pt x="4" y="36"/>
                  </a:cubicBezTo>
                  <a:cubicBezTo>
                    <a:pt x="4" y="36"/>
                    <a:pt x="4" y="36"/>
                    <a:pt x="4" y="36"/>
                  </a:cubicBezTo>
                  <a:cubicBezTo>
                    <a:pt x="3" y="35"/>
                    <a:pt x="3" y="33"/>
                    <a:pt x="3" y="31"/>
                  </a:cubicBezTo>
                  <a:cubicBezTo>
                    <a:pt x="2" y="30"/>
                    <a:pt x="2" y="29"/>
                    <a:pt x="2" y="27"/>
                  </a:cubicBezTo>
                  <a:cubicBezTo>
                    <a:pt x="1" y="26"/>
                    <a:pt x="1" y="25"/>
                    <a:pt x="1" y="24"/>
                  </a:cubicBezTo>
                  <a:cubicBezTo>
                    <a:pt x="0" y="23"/>
                    <a:pt x="0" y="22"/>
                    <a:pt x="1" y="22"/>
                  </a:cubicBezTo>
                  <a:cubicBezTo>
                    <a:pt x="0" y="22"/>
                    <a:pt x="0" y="22"/>
                    <a:pt x="0" y="22"/>
                  </a:cubicBezTo>
                  <a:cubicBezTo>
                    <a:pt x="2" y="23"/>
                    <a:pt x="3" y="26"/>
                    <a:pt x="3" y="28"/>
                  </a:cubicBezTo>
                  <a:cubicBezTo>
                    <a:pt x="4" y="31"/>
                    <a:pt x="4" y="34"/>
                    <a:pt x="4" y="37"/>
                  </a:cubicBezTo>
                  <a:cubicBezTo>
                    <a:pt x="4" y="37"/>
                    <a:pt x="4" y="37"/>
                    <a:pt x="5" y="37"/>
                  </a:cubicBezTo>
                  <a:cubicBezTo>
                    <a:pt x="4" y="35"/>
                    <a:pt x="3" y="33"/>
                    <a:pt x="3" y="31"/>
                  </a:cubicBezTo>
                  <a:cubicBezTo>
                    <a:pt x="3" y="29"/>
                    <a:pt x="3" y="28"/>
                    <a:pt x="3" y="26"/>
                  </a:cubicBezTo>
                  <a:cubicBezTo>
                    <a:pt x="2" y="25"/>
                    <a:pt x="2" y="23"/>
                    <a:pt x="2" y="22"/>
                  </a:cubicBezTo>
                  <a:cubicBezTo>
                    <a:pt x="2" y="21"/>
                    <a:pt x="2" y="20"/>
                    <a:pt x="3" y="19"/>
                  </a:cubicBezTo>
                  <a:cubicBezTo>
                    <a:pt x="3" y="19"/>
                    <a:pt x="3" y="19"/>
                    <a:pt x="3" y="19"/>
                  </a:cubicBezTo>
                  <a:cubicBezTo>
                    <a:pt x="4" y="19"/>
                    <a:pt x="5" y="20"/>
                    <a:pt x="5" y="21"/>
                  </a:cubicBezTo>
                  <a:cubicBezTo>
                    <a:pt x="5" y="22"/>
                    <a:pt x="6" y="24"/>
                    <a:pt x="6" y="25"/>
                  </a:cubicBezTo>
                  <a:cubicBezTo>
                    <a:pt x="6" y="26"/>
                    <a:pt x="6" y="28"/>
                    <a:pt x="6" y="29"/>
                  </a:cubicBezTo>
                  <a:cubicBezTo>
                    <a:pt x="7" y="31"/>
                    <a:pt x="7" y="32"/>
                    <a:pt x="7" y="34"/>
                  </a:cubicBezTo>
                  <a:cubicBezTo>
                    <a:pt x="8" y="34"/>
                    <a:pt x="8" y="34"/>
                    <a:pt x="8" y="34"/>
                  </a:cubicBezTo>
                  <a:cubicBezTo>
                    <a:pt x="8" y="33"/>
                    <a:pt x="9" y="31"/>
                    <a:pt x="9" y="30"/>
                  </a:cubicBezTo>
                  <a:cubicBezTo>
                    <a:pt x="9" y="28"/>
                    <a:pt x="9" y="27"/>
                    <a:pt x="9" y="25"/>
                  </a:cubicBezTo>
                  <a:cubicBezTo>
                    <a:pt x="9" y="22"/>
                    <a:pt x="9" y="19"/>
                    <a:pt x="10" y="17"/>
                  </a:cubicBezTo>
                  <a:cubicBezTo>
                    <a:pt x="11" y="16"/>
                    <a:pt x="11" y="16"/>
                    <a:pt x="11" y="16"/>
                  </a:cubicBezTo>
                  <a:cubicBezTo>
                    <a:pt x="11" y="16"/>
                    <a:pt x="11" y="16"/>
                    <a:pt x="11" y="16"/>
                  </a:cubicBezTo>
                  <a:cubicBezTo>
                    <a:pt x="11" y="17"/>
                    <a:pt x="11" y="18"/>
                    <a:pt x="11" y="19"/>
                  </a:cubicBezTo>
                  <a:cubicBezTo>
                    <a:pt x="10" y="20"/>
                    <a:pt x="10" y="21"/>
                    <a:pt x="9" y="22"/>
                  </a:cubicBezTo>
                  <a:cubicBezTo>
                    <a:pt x="9" y="23"/>
                    <a:pt x="9" y="24"/>
                    <a:pt x="8" y="25"/>
                  </a:cubicBezTo>
                  <a:cubicBezTo>
                    <a:pt x="8" y="27"/>
                    <a:pt x="7" y="28"/>
                    <a:pt x="7" y="29"/>
                  </a:cubicBezTo>
                  <a:cubicBezTo>
                    <a:pt x="7" y="29"/>
                    <a:pt x="7" y="29"/>
                    <a:pt x="7" y="29"/>
                  </a:cubicBezTo>
                  <a:cubicBezTo>
                    <a:pt x="8" y="26"/>
                    <a:pt x="9" y="23"/>
                    <a:pt x="11" y="20"/>
                  </a:cubicBezTo>
                  <a:cubicBezTo>
                    <a:pt x="12" y="17"/>
                    <a:pt x="14" y="15"/>
                    <a:pt x="16" y="12"/>
                  </a:cubicBezTo>
                  <a:cubicBezTo>
                    <a:pt x="16" y="12"/>
                    <a:pt x="16" y="12"/>
                    <a:pt x="15" y="12"/>
                  </a:cubicBezTo>
                  <a:cubicBezTo>
                    <a:pt x="13" y="13"/>
                    <a:pt x="12" y="15"/>
                    <a:pt x="10" y="17"/>
                  </a:cubicBezTo>
                  <a:cubicBezTo>
                    <a:pt x="8" y="20"/>
                    <a:pt x="7" y="22"/>
                    <a:pt x="5" y="24"/>
                  </a:cubicBezTo>
                  <a:cubicBezTo>
                    <a:pt x="5" y="24"/>
                    <a:pt x="5" y="24"/>
                    <a:pt x="5" y="24"/>
                  </a:cubicBezTo>
                  <a:cubicBezTo>
                    <a:pt x="8" y="22"/>
                    <a:pt x="10" y="20"/>
                    <a:pt x="12" y="17"/>
                  </a:cubicBezTo>
                  <a:cubicBezTo>
                    <a:pt x="14" y="16"/>
                    <a:pt x="15" y="15"/>
                    <a:pt x="16" y="14"/>
                  </a:cubicBezTo>
                  <a:cubicBezTo>
                    <a:pt x="17" y="13"/>
                    <a:pt x="17" y="13"/>
                    <a:pt x="18" y="12"/>
                  </a:cubicBezTo>
                  <a:cubicBezTo>
                    <a:pt x="18" y="12"/>
                    <a:pt x="18" y="12"/>
                    <a:pt x="18" y="11"/>
                  </a:cubicBezTo>
                  <a:cubicBezTo>
                    <a:pt x="19" y="11"/>
                    <a:pt x="18" y="11"/>
                    <a:pt x="18" y="11"/>
                  </a:cubicBezTo>
                  <a:cubicBezTo>
                    <a:pt x="17" y="11"/>
                    <a:pt x="17" y="12"/>
                    <a:pt x="16" y="12"/>
                  </a:cubicBezTo>
                  <a:cubicBezTo>
                    <a:pt x="15" y="13"/>
                    <a:pt x="14" y="14"/>
                    <a:pt x="13" y="15"/>
                  </a:cubicBezTo>
                  <a:cubicBezTo>
                    <a:pt x="12" y="16"/>
                    <a:pt x="11" y="16"/>
                    <a:pt x="10" y="17"/>
                  </a:cubicBezTo>
                  <a:cubicBezTo>
                    <a:pt x="9" y="19"/>
                    <a:pt x="8" y="20"/>
                    <a:pt x="7" y="21"/>
                  </a:cubicBezTo>
                  <a:cubicBezTo>
                    <a:pt x="6" y="21"/>
                    <a:pt x="7" y="22"/>
                    <a:pt x="7" y="21"/>
                  </a:cubicBezTo>
                  <a:cubicBezTo>
                    <a:pt x="9" y="20"/>
                    <a:pt x="10" y="18"/>
                    <a:pt x="12" y="16"/>
                  </a:cubicBezTo>
                  <a:cubicBezTo>
                    <a:pt x="13" y="14"/>
                    <a:pt x="15" y="13"/>
                    <a:pt x="16" y="11"/>
                  </a:cubicBezTo>
                  <a:cubicBezTo>
                    <a:pt x="16" y="11"/>
                    <a:pt x="16" y="11"/>
                    <a:pt x="16" y="11"/>
                  </a:cubicBezTo>
                  <a:cubicBezTo>
                    <a:pt x="15" y="11"/>
                    <a:pt x="14" y="12"/>
                    <a:pt x="13" y="13"/>
                  </a:cubicBezTo>
                  <a:cubicBezTo>
                    <a:pt x="12" y="14"/>
                    <a:pt x="11" y="15"/>
                    <a:pt x="11" y="16"/>
                  </a:cubicBezTo>
                  <a:cubicBezTo>
                    <a:pt x="9" y="18"/>
                    <a:pt x="7" y="20"/>
                    <a:pt x="6" y="23"/>
                  </a:cubicBezTo>
                  <a:cubicBezTo>
                    <a:pt x="6" y="23"/>
                    <a:pt x="6" y="23"/>
                    <a:pt x="6" y="23"/>
                  </a:cubicBezTo>
                  <a:cubicBezTo>
                    <a:pt x="7" y="22"/>
                    <a:pt x="8" y="20"/>
                    <a:pt x="9" y="19"/>
                  </a:cubicBezTo>
                  <a:cubicBezTo>
                    <a:pt x="9" y="18"/>
                    <a:pt x="10" y="17"/>
                    <a:pt x="10" y="16"/>
                  </a:cubicBezTo>
                  <a:cubicBezTo>
                    <a:pt x="11" y="15"/>
                    <a:pt x="12" y="14"/>
                    <a:pt x="12" y="13"/>
                  </a:cubicBezTo>
                  <a:cubicBezTo>
                    <a:pt x="13" y="12"/>
                    <a:pt x="13" y="11"/>
                    <a:pt x="13" y="10"/>
                  </a:cubicBezTo>
                  <a:cubicBezTo>
                    <a:pt x="13" y="10"/>
                    <a:pt x="13" y="10"/>
                    <a:pt x="12" y="10"/>
                  </a:cubicBezTo>
                  <a:cubicBezTo>
                    <a:pt x="10" y="12"/>
                    <a:pt x="9" y="14"/>
                    <a:pt x="7" y="17"/>
                  </a:cubicBezTo>
                  <a:cubicBezTo>
                    <a:pt x="6" y="20"/>
                    <a:pt x="4" y="23"/>
                    <a:pt x="3" y="26"/>
                  </a:cubicBezTo>
                  <a:cubicBezTo>
                    <a:pt x="3" y="26"/>
                    <a:pt x="3" y="26"/>
                    <a:pt x="3" y="26"/>
                  </a:cubicBezTo>
                  <a:cubicBezTo>
                    <a:pt x="4" y="23"/>
                    <a:pt x="5" y="21"/>
                    <a:pt x="5" y="18"/>
                  </a:cubicBezTo>
                  <a:cubicBezTo>
                    <a:pt x="6" y="17"/>
                    <a:pt x="6" y="16"/>
                    <a:pt x="6" y="15"/>
                  </a:cubicBezTo>
                  <a:cubicBezTo>
                    <a:pt x="7" y="14"/>
                    <a:pt x="7" y="13"/>
                    <a:pt x="7" y="12"/>
                  </a:cubicBezTo>
                  <a:cubicBezTo>
                    <a:pt x="7" y="12"/>
                    <a:pt x="7" y="12"/>
                    <a:pt x="7" y="12"/>
                  </a:cubicBezTo>
                  <a:cubicBezTo>
                    <a:pt x="5" y="15"/>
                    <a:pt x="5" y="18"/>
                    <a:pt x="4" y="21"/>
                  </a:cubicBezTo>
                  <a:cubicBezTo>
                    <a:pt x="4" y="24"/>
                    <a:pt x="4" y="27"/>
                    <a:pt x="3" y="30"/>
                  </a:cubicBezTo>
                  <a:cubicBezTo>
                    <a:pt x="3" y="30"/>
                    <a:pt x="3" y="30"/>
                    <a:pt x="3" y="30"/>
                  </a:cubicBezTo>
                  <a:cubicBezTo>
                    <a:pt x="2" y="24"/>
                    <a:pt x="5" y="18"/>
                    <a:pt x="4" y="12"/>
                  </a:cubicBezTo>
                  <a:cubicBezTo>
                    <a:pt x="4" y="11"/>
                    <a:pt x="4" y="11"/>
                    <a:pt x="4" y="12"/>
                  </a:cubicBezTo>
                  <a:cubicBezTo>
                    <a:pt x="3" y="15"/>
                    <a:pt x="3" y="18"/>
                    <a:pt x="3" y="22"/>
                  </a:cubicBezTo>
                  <a:cubicBezTo>
                    <a:pt x="3" y="24"/>
                    <a:pt x="3" y="26"/>
                    <a:pt x="3" y="28"/>
                  </a:cubicBezTo>
                  <a:cubicBezTo>
                    <a:pt x="3" y="29"/>
                    <a:pt x="4" y="30"/>
                    <a:pt x="4" y="31"/>
                  </a:cubicBezTo>
                  <a:cubicBezTo>
                    <a:pt x="4" y="31"/>
                    <a:pt x="4" y="32"/>
                    <a:pt x="5" y="33"/>
                  </a:cubicBezTo>
                  <a:cubicBezTo>
                    <a:pt x="5" y="33"/>
                    <a:pt x="5" y="33"/>
                    <a:pt x="5" y="33"/>
                  </a:cubicBezTo>
                  <a:cubicBezTo>
                    <a:pt x="5" y="31"/>
                    <a:pt x="4" y="29"/>
                    <a:pt x="4" y="27"/>
                  </a:cubicBezTo>
                  <a:cubicBezTo>
                    <a:pt x="4" y="26"/>
                    <a:pt x="3" y="24"/>
                    <a:pt x="3" y="22"/>
                  </a:cubicBezTo>
                  <a:cubicBezTo>
                    <a:pt x="3" y="19"/>
                    <a:pt x="4" y="15"/>
                    <a:pt x="4" y="11"/>
                  </a:cubicBezTo>
                  <a:cubicBezTo>
                    <a:pt x="4" y="11"/>
                    <a:pt x="3" y="11"/>
                    <a:pt x="3" y="11"/>
                  </a:cubicBezTo>
                  <a:cubicBezTo>
                    <a:pt x="3" y="13"/>
                    <a:pt x="3" y="15"/>
                    <a:pt x="3" y="17"/>
                  </a:cubicBezTo>
                  <a:cubicBezTo>
                    <a:pt x="3" y="19"/>
                    <a:pt x="3" y="21"/>
                    <a:pt x="3" y="23"/>
                  </a:cubicBezTo>
                  <a:cubicBezTo>
                    <a:pt x="4" y="27"/>
                    <a:pt x="6" y="31"/>
                    <a:pt x="7" y="35"/>
                  </a:cubicBezTo>
                  <a:cubicBezTo>
                    <a:pt x="8" y="37"/>
                    <a:pt x="9" y="39"/>
                    <a:pt x="10" y="41"/>
                  </a:cubicBezTo>
                  <a:cubicBezTo>
                    <a:pt x="11" y="43"/>
                    <a:pt x="12" y="45"/>
                    <a:pt x="13" y="46"/>
                  </a:cubicBezTo>
                  <a:cubicBezTo>
                    <a:pt x="13" y="46"/>
                    <a:pt x="14" y="46"/>
                    <a:pt x="14" y="46"/>
                  </a:cubicBezTo>
                  <a:cubicBezTo>
                    <a:pt x="13" y="42"/>
                    <a:pt x="11" y="38"/>
                    <a:pt x="9" y="35"/>
                  </a:cubicBezTo>
                  <a:cubicBezTo>
                    <a:pt x="8" y="33"/>
                    <a:pt x="8" y="31"/>
                    <a:pt x="7" y="29"/>
                  </a:cubicBezTo>
                  <a:cubicBezTo>
                    <a:pt x="6" y="28"/>
                    <a:pt x="6" y="27"/>
                    <a:pt x="5" y="26"/>
                  </a:cubicBezTo>
                  <a:cubicBezTo>
                    <a:pt x="5" y="25"/>
                    <a:pt x="5" y="24"/>
                    <a:pt x="4" y="23"/>
                  </a:cubicBezTo>
                  <a:cubicBezTo>
                    <a:pt x="4" y="23"/>
                    <a:pt x="4" y="23"/>
                    <a:pt x="4" y="23"/>
                  </a:cubicBezTo>
                  <a:cubicBezTo>
                    <a:pt x="4" y="23"/>
                    <a:pt x="4" y="23"/>
                    <a:pt x="4" y="23"/>
                  </a:cubicBezTo>
                  <a:cubicBezTo>
                    <a:pt x="4" y="24"/>
                    <a:pt x="4" y="24"/>
                    <a:pt x="4" y="25"/>
                  </a:cubicBezTo>
                  <a:cubicBezTo>
                    <a:pt x="4" y="26"/>
                    <a:pt x="4" y="26"/>
                    <a:pt x="5" y="27"/>
                  </a:cubicBezTo>
                  <a:cubicBezTo>
                    <a:pt x="5" y="29"/>
                    <a:pt x="6" y="30"/>
                    <a:pt x="7" y="32"/>
                  </a:cubicBezTo>
                  <a:cubicBezTo>
                    <a:pt x="9" y="36"/>
                    <a:pt x="11" y="40"/>
                    <a:pt x="13" y="43"/>
                  </a:cubicBezTo>
                  <a:cubicBezTo>
                    <a:pt x="15" y="47"/>
                    <a:pt x="18" y="50"/>
                    <a:pt x="21" y="54"/>
                  </a:cubicBezTo>
                  <a:cubicBezTo>
                    <a:pt x="22" y="55"/>
                    <a:pt x="23" y="57"/>
                    <a:pt x="24" y="58"/>
                  </a:cubicBezTo>
                  <a:cubicBezTo>
                    <a:pt x="24" y="59"/>
                    <a:pt x="25" y="61"/>
                    <a:pt x="27" y="62"/>
                  </a:cubicBezTo>
                  <a:cubicBezTo>
                    <a:pt x="27" y="62"/>
                    <a:pt x="27" y="62"/>
                    <a:pt x="28" y="62"/>
                  </a:cubicBezTo>
                  <a:cubicBezTo>
                    <a:pt x="28" y="62"/>
                    <a:pt x="28" y="62"/>
                    <a:pt x="28" y="62"/>
                  </a:cubicBezTo>
                  <a:cubicBezTo>
                    <a:pt x="28" y="61"/>
                    <a:pt x="26" y="59"/>
                    <a:pt x="25" y="58"/>
                  </a:cubicBezTo>
                  <a:cubicBezTo>
                    <a:pt x="24" y="57"/>
                    <a:pt x="23" y="55"/>
                    <a:pt x="21" y="53"/>
                  </a:cubicBezTo>
                  <a:cubicBezTo>
                    <a:pt x="19" y="50"/>
                    <a:pt x="16" y="47"/>
                    <a:pt x="13" y="44"/>
                  </a:cubicBezTo>
                  <a:cubicBezTo>
                    <a:pt x="12" y="43"/>
                    <a:pt x="11" y="42"/>
                    <a:pt x="11" y="42"/>
                  </a:cubicBezTo>
                  <a:cubicBezTo>
                    <a:pt x="11" y="42"/>
                    <a:pt x="11" y="42"/>
                    <a:pt x="10" y="42"/>
                  </a:cubicBezTo>
                  <a:cubicBezTo>
                    <a:pt x="13" y="45"/>
                    <a:pt x="17" y="48"/>
                    <a:pt x="19" y="51"/>
                  </a:cubicBezTo>
                  <a:cubicBezTo>
                    <a:pt x="21" y="52"/>
                    <a:pt x="22" y="54"/>
                    <a:pt x="24" y="55"/>
                  </a:cubicBezTo>
                  <a:cubicBezTo>
                    <a:pt x="24" y="56"/>
                    <a:pt x="25" y="57"/>
                    <a:pt x="26" y="58"/>
                  </a:cubicBezTo>
                  <a:cubicBezTo>
                    <a:pt x="26" y="59"/>
                    <a:pt x="27" y="59"/>
                    <a:pt x="27" y="60"/>
                  </a:cubicBezTo>
                  <a:cubicBezTo>
                    <a:pt x="27" y="60"/>
                    <a:pt x="27" y="60"/>
                    <a:pt x="27" y="60"/>
                  </a:cubicBezTo>
                  <a:cubicBezTo>
                    <a:pt x="26" y="60"/>
                    <a:pt x="26" y="59"/>
                    <a:pt x="25" y="59"/>
                  </a:cubicBezTo>
                  <a:cubicBezTo>
                    <a:pt x="25" y="58"/>
                    <a:pt x="24" y="57"/>
                    <a:pt x="23" y="57"/>
                  </a:cubicBezTo>
                  <a:cubicBezTo>
                    <a:pt x="22" y="55"/>
                    <a:pt x="20" y="54"/>
                    <a:pt x="19" y="52"/>
                  </a:cubicBezTo>
                  <a:cubicBezTo>
                    <a:pt x="16" y="49"/>
                    <a:pt x="13" y="46"/>
                    <a:pt x="10" y="43"/>
                  </a:cubicBezTo>
                  <a:cubicBezTo>
                    <a:pt x="9" y="41"/>
                    <a:pt x="8" y="40"/>
                    <a:pt x="7" y="39"/>
                  </a:cubicBezTo>
                  <a:cubicBezTo>
                    <a:pt x="6" y="38"/>
                    <a:pt x="5" y="37"/>
                    <a:pt x="4" y="36"/>
                  </a:cubicBezTo>
                  <a:cubicBezTo>
                    <a:pt x="4" y="36"/>
                    <a:pt x="3" y="37"/>
                    <a:pt x="4" y="37"/>
                  </a:cubicBezTo>
                  <a:cubicBezTo>
                    <a:pt x="6" y="40"/>
                    <a:pt x="9" y="43"/>
                    <a:pt x="12" y="45"/>
                  </a:cubicBezTo>
                  <a:cubicBezTo>
                    <a:pt x="15" y="48"/>
                    <a:pt x="17" y="51"/>
                    <a:pt x="20" y="55"/>
                  </a:cubicBezTo>
                  <a:cubicBezTo>
                    <a:pt x="21" y="55"/>
                    <a:pt x="22" y="56"/>
                    <a:pt x="22" y="57"/>
                  </a:cubicBezTo>
                  <a:cubicBezTo>
                    <a:pt x="23" y="57"/>
                    <a:pt x="23" y="58"/>
                    <a:pt x="24" y="59"/>
                  </a:cubicBezTo>
                  <a:cubicBezTo>
                    <a:pt x="24" y="59"/>
                    <a:pt x="24" y="59"/>
                    <a:pt x="24" y="58"/>
                  </a:cubicBezTo>
                  <a:cubicBezTo>
                    <a:pt x="21" y="57"/>
                    <a:pt x="19" y="54"/>
                    <a:pt x="16" y="51"/>
                  </a:cubicBezTo>
                  <a:cubicBezTo>
                    <a:pt x="15" y="50"/>
                    <a:pt x="13" y="48"/>
                    <a:pt x="12" y="47"/>
                  </a:cubicBezTo>
                  <a:cubicBezTo>
                    <a:pt x="11" y="46"/>
                    <a:pt x="10" y="46"/>
                    <a:pt x="9" y="45"/>
                  </a:cubicBezTo>
                  <a:cubicBezTo>
                    <a:pt x="9" y="44"/>
                    <a:pt x="8" y="44"/>
                    <a:pt x="7" y="43"/>
                  </a:cubicBezTo>
                  <a:cubicBezTo>
                    <a:pt x="7" y="43"/>
                    <a:pt x="7" y="42"/>
                    <a:pt x="6" y="42"/>
                  </a:cubicBezTo>
                  <a:cubicBezTo>
                    <a:pt x="6" y="42"/>
                    <a:pt x="6" y="42"/>
                    <a:pt x="6" y="42"/>
                  </a:cubicBezTo>
                  <a:cubicBezTo>
                    <a:pt x="6" y="43"/>
                    <a:pt x="7" y="44"/>
                    <a:pt x="8" y="44"/>
                  </a:cubicBezTo>
                  <a:cubicBezTo>
                    <a:pt x="8" y="45"/>
                    <a:pt x="9" y="46"/>
                    <a:pt x="10" y="46"/>
                  </a:cubicBezTo>
                  <a:cubicBezTo>
                    <a:pt x="11" y="48"/>
                    <a:pt x="13" y="50"/>
                    <a:pt x="14" y="51"/>
                  </a:cubicBezTo>
                  <a:cubicBezTo>
                    <a:pt x="15" y="53"/>
                    <a:pt x="17" y="55"/>
                    <a:pt x="18" y="56"/>
                  </a:cubicBezTo>
                  <a:cubicBezTo>
                    <a:pt x="20" y="58"/>
                    <a:pt x="21" y="59"/>
                    <a:pt x="22" y="61"/>
                  </a:cubicBezTo>
                  <a:cubicBezTo>
                    <a:pt x="23" y="61"/>
                    <a:pt x="23" y="62"/>
                    <a:pt x="23" y="62"/>
                  </a:cubicBezTo>
                  <a:cubicBezTo>
                    <a:pt x="23" y="62"/>
                    <a:pt x="23" y="62"/>
                    <a:pt x="23" y="62"/>
                  </a:cubicBezTo>
                  <a:cubicBezTo>
                    <a:pt x="20" y="60"/>
                    <a:pt x="18" y="57"/>
                    <a:pt x="16" y="54"/>
                  </a:cubicBezTo>
                  <a:cubicBezTo>
                    <a:pt x="14" y="52"/>
                    <a:pt x="13" y="51"/>
                    <a:pt x="12" y="49"/>
                  </a:cubicBezTo>
                  <a:cubicBezTo>
                    <a:pt x="11" y="48"/>
                    <a:pt x="10" y="46"/>
                    <a:pt x="8" y="45"/>
                  </a:cubicBezTo>
                  <a:cubicBezTo>
                    <a:pt x="6" y="41"/>
                    <a:pt x="3" y="37"/>
                    <a:pt x="0" y="33"/>
                  </a:cubicBezTo>
                  <a:cubicBezTo>
                    <a:pt x="0" y="33"/>
                    <a:pt x="0" y="33"/>
                    <a:pt x="0" y="34"/>
                  </a:cubicBezTo>
                  <a:cubicBezTo>
                    <a:pt x="0" y="34"/>
                    <a:pt x="0" y="35"/>
                    <a:pt x="1" y="36"/>
                  </a:cubicBezTo>
                  <a:cubicBezTo>
                    <a:pt x="1" y="36"/>
                    <a:pt x="2" y="37"/>
                    <a:pt x="3" y="38"/>
                  </a:cubicBezTo>
                  <a:cubicBezTo>
                    <a:pt x="4" y="40"/>
                    <a:pt x="5" y="42"/>
                    <a:pt x="6" y="44"/>
                  </a:cubicBezTo>
                  <a:cubicBezTo>
                    <a:pt x="8" y="47"/>
                    <a:pt x="11" y="50"/>
                    <a:pt x="13" y="53"/>
                  </a:cubicBezTo>
                  <a:cubicBezTo>
                    <a:pt x="13" y="54"/>
                    <a:pt x="14" y="54"/>
                    <a:pt x="14" y="54"/>
                  </a:cubicBezTo>
                  <a:cubicBezTo>
                    <a:pt x="14" y="54"/>
                    <a:pt x="14" y="54"/>
                    <a:pt x="14" y="54"/>
                  </a:cubicBezTo>
                  <a:cubicBezTo>
                    <a:pt x="13" y="51"/>
                    <a:pt x="10" y="48"/>
                    <a:pt x="8" y="45"/>
                  </a:cubicBezTo>
                  <a:cubicBezTo>
                    <a:pt x="6" y="42"/>
                    <a:pt x="4" y="38"/>
                    <a:pt x="1" y="36"/>
                  </a:cubicBezTo>
                  <a:cubicBezTo>
                    <a:pt x="1" y="36"/>
                    <a:pt x="1" y="36"/>
                    <a:pt x="1" y="35"/>
                  </a:cubicBezTo>
                  <a:cubicBezTo>
                    <a:pt x="1" y="35"/>
                    <a:pt x="1" y="35"/>
                    <a:pt x="1" y="36"/>
                  </a:cubicBezTo>
                  <a:cubicBezTo>
                    <a:pt x="3" y="39"/>
                    <a:pt x="5" y="43"/>
                    <a:pt x="8" y="46"/>
                  </a:cubicBezTo>
                  <a:cubicBezTo>
                    <a:pt x="10" y="49"/>
                    <a:pt x="12" y="52"/>
                    <a:pt x="14" y="55"/>
                  </a:cubicBezTo>
                  <a:cubicBezTo>
                    <a:pt x="15" y="56"/>
                    <a:pt x="15" y="56"/>
                    <a:pt x="16" y="56"/>
                  </a:cubicBezTo>
                  <a:cubicBezTo>
                    <a:pt x="16" y="57"/>
                    <a:pt x="16" y="56"/>
                    <a:pt x="16" y="56"/>
                  </a:cubicBezTo>
                  <a:cubicBezTo>
                    <a:pt x="14" y="53"/>
                    <a:pt x="11" y="49"/>
                    <a:pt x="9" y="46"/>
                  </a:cubicBezTo>
                  <a:cubicBezTo>
                    <a:pt x="7" y="43"/>
                    <a:pt x="5" y="39"/>
                    <a:pt x="2" y="36"/>
                  </a:cubicBezTo>
                  <a:cubicBezTo>
                    <a:pt x="2" y="36"/>
                    <a:pt x="2" y="36"/>
                    <a:pt x="2" y="36"/>
                  </a:cubicBezTo>
                  <a:cubicBezTo>
                    <a:pt x="2" y="37"/>
                    <a:pt x="3" y="38"/>
                    <a:pt x="4" y="39"/>
                  </a:cubicBezTo>
                  <a:cubicBezTo>
                    <a:pt x="4" y="40"/>
                    <a:pt x="5" y="40"/>
                    <a:pt x="5" y="41"/>
                  </a:cubicBezTo>
                  <a:cubicBezTo>
                    <a:pt x="6" y="43"/>
                    <a:pt x="7" y="45"/>
                    <a:pt x="9" y="46"/>
                  </a:cubicBezTo>
                  <a:cubicBezTo>
                    <a:pt x="11" y="50"/>
                    <a:pt x="14" y="53"/>
                    <a:pt x="17" y="56"/>
                  </a:cubicBezTo>
                  <a:cubicBezTo>
                    <a:pt x="18" y="57"/>
                    <a:pt x="19" y="58"/>
                    <a:pt x="20" y="59"/>
                  </a:cubicBezTo>
                  <a:cubicBezTo>
                    <a:pt x="20" y="59"/>
                    <a:pt x="21" y="59"/>
                    <a:pt x="20" y="59"/>
                  </a:cubicBezTo>
                  <a:cubicBezTo>
                    <a:pt x="20" y="58"/>
                    <a:pt x="20" y="57"/>
                    <a:pt x="19" y="57"/>
                  </a:cubicBezTo>
                  <a:cubicBezTo>
                    <a:pt x="18" y="56"/>
                    <a:pt x="18" y="55"/>
                    <a:pt x="17" y="55"/>
                  </a:cubicBezTo>
                  <a:cubicBezTo>
                    <a:pt x="16" y="53"/>
                    <a:pt x="14" y="51"/>
                    <a:pt x="13" y="49"/>
                  </a:cubicBezTo>
                  <a:cubicBezTo>
                    <a:pt x="10" y="46"/>
                    <a:pt x="8" y="43"/>
                    <a:pt x="5" y="39"/>
                  </a:cubicBezTo>
                  <a:cubicBezTo>
                    <a:pt x="5" y="38"/>
                    <a:pt x="4" y="37"/>
                    <a:pt x="4" y="37"/>
                  </a:cubicBezTo>
                  <a:cubicBezTo>
                    <a:pt x="3" y="36"/>
                    <a:pt x="2" y="35"/>
                    <a:pt x="2" y="34"/>
                  </a:cubicBezTo>
                  <a:cubicBezTo>
                    <a:pt x="2" y="34"/>
                    <a:pt x="2" y="34"/>
                    <a:pt x="2" y="34"/>
                  </a:cubicBezTo>
                  <a:cubicBezTo>
                    <a:pt x="3" y="35"/>
                    <a:pt x="4" y="36"/>
                    <a:pt x="5" y="38"/>
                  </a:cubicBezTo>
                  <a:cubicBezTo>
                    <a:pt x="6" y="39"/>
                    <a:pt x="7" y="41"/>
                    <a:pt x="8" y="42"/>
                  </a:cubicBezTo>
                  <a:cubicBezTo>
                    <a:pt x="11" y="45"/>
                    <a:pt x="13" y="49"/>
                    <a:pt x="16" y="52"/>
                  </a:cubicBezTo>
                  <a:cubicBezTo>
                    <a:pt x="18" y="53"/>
                    <a:pt x="20" y="54"/>
                    <a:pt x="21" y="56"/>
                  </a:cubicBezTo>
                  <a:cubicBezTo>
                    <a:pt x="22" y="56"/>
                    <a:pt x="23" y="57"/>
                    <a:pt x="23" y="57"/>
                  </a:cubicBezTo>
                  <a:cubicBezTo>
                    <a:pt x="24" y="58"/>
                    <a:pt x="25" y="58"/>
                    <a:pt x="25" y="59"/>
                  </a:cubicBezTo>
                  <a:cubicBezTo>
                    <a:pt x="25" y="59"/>
                    <a:pt x="25" y="59"/>
                    <a:pt x="25" y="59"/>
                  </a:cubicBezTo>
                  <a:cubicBezTo>
                    <a:pt x="22" y="57"/>
                    <a:pt x="20" y="55"/>
                    <a:pt x="18" y="52"/>
                  </a:cubicBezTo>
                  <a:cubicBezTo>
                    <a:pt x="17" y="51"/>
                    <a:pt x="16" y="50"/>
                    <a:pt x="15" y="48"/>
                  </a:cubicBezTo>
                  <a:cubicBezTo>
                    <a:pt x="14" y="47"/>
                    <a:pt x="12" y="45"/>
                    <a:pt x="11" y="43"/>
                  </a:cubicBezTo>
                  <a:cubicBezTo>
                    <a:pt x="10" y="42"/>
                    <a:pt x="9" y="40"/>
                    <a:pt x="8" y="38"/>
                  </a:cubicBezTo>
                  <a:cubicBezTo>
                    <a:pt x="6" y="37"/>
                    <a:pt x="6" y="35"/>
                    <a:pt x="4" y="34"/>
                  </a:cubicBezTo>
                  <a:cubicBezTo>
                    <a:pt x="4" y="33"/>
                    <a:pt x="4" y="34"/>
                    <a:pt x="4" y="34"/>
                  </a:cubicBezTo>
                  <a:cubicBezTo>
                    <a:pt x="6" y="37"/>
                    <a:pt x="9" y="40"/>
                    <a:pt x="12" y="43"/>
                  </a:cubicBezTo>
                  <a:cubicBezTo>
                    <a:pt x="15" y="46"/>
                    <a:pt x="18" y="49"/>
                    <a:pt x="21" y="52"/>
                  </a:cubicBezTo>
                  <a:cubicBezTo>
                    <a:pt x="23" y="54"/>
                    <a:pt x="25" y="56"/>
                    <a:pt x="27" y="58"/>
                  </a:cubicBezTo>
                  <a:cubicBezTo>
                    <a:pt x="27" y="58"/>
                    <a:pt x="27" y="57"/>
                    <a:pt x="27" y="57"/>
                  </a:cubicBezTo>
                  <a:cubicBezTo>
                    <a:pt x="24" y="55"/>
                    <a:pt x="21" y="52"/>
                    <a:pt x="18" y="49"/>
                  </a:cubicBezTo>
                  <a:cubicBezTo>
                    <a:pt x="16" y="48"/>
                    <a:pt x="15" y="47"/>
                    <a:pt x="14" y="45"/>
                  </a:cubicBezTo>
                  <a:cubicBezTo>
                    <a:pt x="12" y="44"/>
                    <a:pt x="11" y="43"/>
                    <a:pt x="10" y="41"/>
                  </a:cubicBezTo>
                  <a:cubicBezTo>
                    <a:pt x="8" y="40"/>
                    <a:pt x="7" y="38"/>
                    <a:pt x="6" y="36"/>
                  </a:cubicBezTo>
                  <a:cubicBezTo>
                    <a:pt x="5" y="36"/>
                    <a:pt x="5" y="36"/>
                    <a:pt x="5" y="36"/>
                  </a:cubicBezTo>
                  <a:cubicBezTo>
                    <a:pt x="7" y="37"/>
                    <a:pt x="8" y="38"/>
                    <a:pt x="9" y="40"/>
                  </a:cubicBezTo>
                  <a:cubicBezTo>
                    <a:pt x="10" y="41"/>
                    <a:pt x="12" y="42"/>
                    <a:pt x="13" y="44"/>
                  </a:cubicBezTo>
                  <a:cubicBezTo>
                    <a:pt x="15" y="45"/>
                    <a:pt x="16" y="47"/>
                    <a:pt x="18" y="48"/>
                  </a:cubicBezTo>
                  <a:cubicBezTo>
                    <a:pt x="19" y="50"/>
                    <a:pt x="21" y="51"/>
                    <a:pt x="22" y="52"/>
                  </a:cubicBezTo>
                  <a:cubicBezTo>
                    <a:pt x="24" y="54"/>
                    <a:pt x="27" y="56"/>
                    <a:pt x="29" y="58"/>
                  </a:cubicBezTo>
                  <a:cubicBezTo>
                    <a:pt x="29" y="58"/>
                    <a:pt x="29" y="58"/>
                    <a:pt x="29" y="58"/>
                  </a:cubicBezTo>
                  <a:cubicBezTo>
                    <a:pt x="27" y="57"/>
                    <a:pt x="26" y="56"/>
                    <a:pt x="25" y="55"/>
                  </a:cubicBezTo>
                  <a:cubicBezTo>
                    <a:pt x="23" y="53"/>
                    <a:pt x="22" y="52"/>
                    <a:pt x="21" y="50"/>
                  </a:cubicBezTo>
                  <a:cubicBezTo>
                    <a:pt x="19" y="48"/>
                    <a:pt x="18" y="47"/>
                    <a:pt x="16" y="45"/>
                  </a:cubicBezTo>
                  <a:cubicBezTo>
                    <a:pt x="15" y="44"/>
                    <a:pt x="14" y="42"/>
                    <a:pt x="12" y="41"/>
                  </a:cubicBezTo>
                  <a:cubicBezTo>
                    <a:pt x="10" y="39"/>
                    <a:pt x="8" y="36"/>
                    <a:pt x="7" y="34"/>
                  </a:cubicBezTo>
                  <a:cubicBezTo>
                    <a:pt x="7" y="34"/>
                    <a:pt x="6" y="34"/>
                    <a:pt x="6" y="34"/>
                  </a:cubicBezTo>
                  <a:cubicBezTo>
                    <a:pt x="9" y="37"/>
                    <a:pt x="11" y="41"/>
                    <a:pt x="14" y="44"/>
                  </a:cubicBezTo>
                  <a:cubicBezTo>
                    <a:pt x="17" y="47"/>
                    <a:pt x="20" y="50"/>
                    <a:pt x="23" y="52"/>
                  </a:cubicBezTo>
                  <a:cubicBezTo>
                    <a:pt x="24" y="53"/>
                    <a:pt x="25" y="54"/>
                    <a:pt x="26" y="55"/>
                  </a:cubicBezTo>
                  <a:cubicBezTo>
                    <a:pt x="27" y="56"/>
                    <a:pt x="28" y="57"/>
                    <a:pt x="29" y="58"/>
                  </a:cubicBezTo>
                  <a:cubicBezTo>
                    <a:pt x="29" y="58"/>
                    <a:pt x="29" y="58"/>
                    <a:pt x="29" y="58"/>
                  </a:cubicBezTo>
                  <a:cubicBezTo>
                    <a:pt x="28" y="57"/>
                    <a:pt x="26" y="56"/>
                    <a:pt x="25" y="54"/>
                  </a:cubicBezTo>
                  <a:cubicBezTo>
                    <a:pt x="24" y="53"/>
                    <a:pt x="22" y="51"/>
                    <a:pt x="21" y="50"/>
                  </a:cubicBezTo>
                  <a:cubicBezTo>
                    <a:pt x="18" y="47"/>
                    <a:pt x="15" y="44"/>
                    <a:pt x="13" y="40"/>
                  </a:cubicBezTo>
                  <a:cubicBezTo>
                    <a:pt x="11" y="38"/>
                    <a:pt x="9" y="36"/>
                    <a:pt x="7" y="34"/>
                  </a:cubicBezTo>
                  <a:cubicBezTo>
                    <a:pt x="7" y="34"/>
                    <a:pt x="7" y="34"/>
                    <a:pt x="7" y="34"/>
                  </a:cubicBezTo>
                  <a:cubicBezTo>
                    <a:pt x="13" y="40"/>
                    <a:pt x="18" y="47"/>
                    <a:pt x="24" y="53"/>
                  </a:cubicBezTo>
                  <a:cubicBezTo>
                    <a:pt x="25" y="54"/>
                    <a:pt x="26" y="55"/>
                    <a:pt x="27" y="56"/>
                  </a:cubicBezTo>
                  <a:cubicBezTo>
                    <a:pt x="28" y="57"/>
                    <a:pt x="28" y="57"/>
                    <a:pt x="29" y="58"/>
                  </a:cubicBezTo>
                  <a:cubicBezTo>
                    <a:pt x="29" y="58"/>
                    <a:pt x="30" y="58"/>
                    <a:pt x="29" y="57"/>
                  </a:cubicBezTo>
                  <a:cubicBezTo>
                    <a:pt x="27" y="54"/>
                    <a:pt x="24" y="51"/>
                    <a:pt x="22" y="49"/>
                  </a:cubicBezTo>
                  <a:cubicBezTo>
                    <a:pt x="20" y="47"/>
                    <a:pt x="19" y="46"/>
                    <a:pt x="18" y="44"/>
                  </a:cubicBezTo>
                  <a:cubicBezTo>
                    <a:pt x="17" y="43"/>
                    <a:pt x="15" y="41"/>
                    <a:pt x="14" y="39"/>
                  </a:cubicBezTo>
                  <a:cubicBezTo>
                    <a:pt x="12" y="36"/>
                    <a:pt x="10" y="32"/>
                    <a:pt x="7" y="28"/>
                  </a:cubicBezTo>
                  <a:cubicBezTo>
                    <a:pt x="7" y="28"/>
                    <a:pt x="7" y="28"/>
                    <a:pt x="7" y="28"/>
                  </a:cubicBezTo>
                  <a:cubicBezTo>
                    <a:pt x="9" y="32"/>
                    <a:pt x="12" y="36"/>
                    <a:pt x="14" y="39"/>
                  </a:cubicBezTo>
                  <a:cubicBezTo>
                    <a:pt x="17" y="42"/>
                    <a:pt x="19" y="46"/>
                    <a:pt x="22" y="49"/>
                  </a:cubicBezTo>
                  <a:cubicBezTo>
                    <a:pt x="24" y="52"/>
                    <a:pt x="26" y="54"/>
                    <a:pt x="28" y="56"/>
                  </a:cubicBezTo>
                  <a:cubicBezTo>
                    <a:pt x="29" y="57"/>
                    <a:pt x="30" y="58"/>
                    <a:pt x="31" y="59"/>
                  </a:cubicBezTo>
                  <a:cubicBezTo>
                    <a:pt x="32" y="60"/>
                    <a:pt x="32" y="61"/>
                    <a:pt x="34" y="61"/>
                  </a:cubicBezTo>
                  <a:cubicBezTo>
                    <a:pt x="34" y="62"/>
                    <a:pt x="34" y="61"/>
                    <a:pt x="34" y="61"/>
                  </a:cubicBezTo>
                  <a:cubicBezTo>
                    <a:pt x="33" y="60"/>
                    <a:pt x="32" y="58"/>
                    <a:pt x="30" y="57"/>
                  </a:cubicBezTo>
                  <a:cubicBezTo>
                    <a:pt x="29" y="56"/>
                    <a:pt x="28" y="54"/>
                    <a:pt x="26" y="53"/>
                  </a:cubicBezTo>
                  <a:cubicBezTo>
                    <a:pt x="23" y="50"/>
                    <a:pt x="20" y="46"/>
                    <a:pt x="17" y="43"/>
                  </a:cubicBezTo>
                  <a:cubicBezTo>
                    <a:pt x="16" y="42"/>
                    <a:pt x="15" y="42"/>
                    <a:pt x="14" y="41"/>
                  </a:cubicBezTo>
                  <a:cubicBezTo>
                    <a:pt x="14" y="40"/>
                    <a:pt x="13" y="39"/>
                    <a:pt x="12" y="39"/>
                  </a:cubicBezTo>
                  <a:cubicBezTo>
                    <a:pt x="12" y="39"/>
                    <a:pt x="12" y="39"/>
                    <a:pt x="12" y="39"/>
                  </a:cubicBezTo>
                  <a:cubicBezTo>
                    <a:pt x="13" y="40"/>
                    <a:pt x="14" y="42"/>
                    <a:pt x="16" y="43"/>
                  </a:cubicBezTo>
                  <a:cubicBezTo>
                    <a:pt x="17" y="45"/>
                    <a:pt x="19" y="46"/>
                    <a:pt x="20" y="48"/>
                  </a:cubicBezTo>
                  <a:cubicBezTo>
                    <a:pt x="23" y="51"/>
                    <a:pt x="26" y="54"/>
                    <a:pt x="29" y="57"/>
                  </a:cubicBezTo>
                  <a:cubicBezTo>
                    <a:pt x="30" y="58"/>
                    <a:pt x="31" y="59"/>
                    <a:pt x="31" y="59"/>
                  </a:cubicBezTo>
                  <a:cubicBezTo>
                    <a:pt x="32" y="60"/>
                    <a:pt x="32" y="61"/>
                    <a:pt x="33" y="62"/>
                  </a:cubicBezTo>
                  <a:cubicBezTo>
                    <a:pt x="33" y="62"/>
                    <a:pt x="33" y="61"/>
                    <a:pt x="33" y="61"/>
                  </a:cubicBezTo>
                  <a:cubicBezTo>
                    <a:pt x="30" y="59"/>
                    <a:pt x="28" y="56"/>
                    <a:pt x="25" y="53"/>
                  </a:cubicBezTo>
                  <a:cubicBezTo>
                    <a:pt x="24" y="51"/>
                    <a:pt x="23" y="50"/>
                    <a:pt x="22" y="48"/>
                  </a:cubicBezTo>
                  <a:cubicBezTo>
                    <a:pt x="20" y="47"/>
                    <a:pt x="19" y="45"/>
                    <a:pt x="18" y="43"/>
                  </a:cubicBezTo>
                  <a:cubicBezTo>
                    <a:pt x="16" y="41"/>
                    <a:pt x="14" y="39"/>
                    <a:pt x="12" y="37"/>
                  </a:cubicBezTo>
                  <a:cubicBezTo>
                    <a:pt x="11" y="36"/>
                    <a:pt x="11" y="36"/>
                    <a:pt x="10" y="35"/>
                  </a:cubicBezTo>
                  <a:cubicBezTo>
                    <a:pt x="9" y="34"/>
                    <a:pt x="9" y="34"/>
                    <a:pt x="8" y="33"/>
                  </a:cubicBezTo>
                  <a:cubicBezTo>
                    <a:pt x="8" y="33"/>
                    <a:pt x="8" y="33"/>
                    <a:pt x="8" y="33"/>
                  </a:cubicBezTo>
                  <a:cubicBezTo>
                    <a:pt x="8" y="35"/>
                    <a:pt x="10" y="36"/>
                    <a:pt x="11" y="37"/>
                  </a:cubicBezTo>
                  <a:cubicBezTo>
                    <a:pt x="12" y="39"/>
                    <a:pt x="14" y="41"/>
                    <a:pt x="15" y="42"/>
                  </a:cubicBezTo>
                  <a:cubicBezTo>
                    <a:pt x="17" y="44"/>
                    <a:pt x="18" y="45"/>
                    <a:pt x="20" y="47"/>
                  </a:cubicBezTo>
                  <a:cubicBezTo>
                    <a:pt x="21" y="48"/>
                    <a:pt x="22" y="50"/>
                    <a:pt x="24" y="51"/>
                  </a:cubicBezTo>
                  <a:cubicBezTo>
                    <a:pt x="26" y="53"/>
                    <a:pt x="27" y="55"/>
                    <a:pt x="29" y="57"/>
                  </a:cubicBezTo>
                  <a:cubicBezTo>
                    <a:pt x="29" y="57"/>
                    <a:pt x="29" y="57"/>
                    <a:pt x="29" y="57"/>
                  </a:cubicBezTo>
                  <a:cubicBezTo>
                    <a:pt x="28" y="56"/>
                    <a:pt x="27" y="54"/>
                    <a:pt x="26" y="53"/>
                  </a:cubicBezTo>
                  <a:cubicBezTo>
                    <a:pt x="24" y="52"/>
                    <a:pt x="23" y="50"/>
                    <a:pt x="21" y="49"/>
                  </a:cubicBezTo>
                  <a:cubicBezTo>
                    <a:pt x="18" y="46"/>
                    <a:pt x="16" y="42"/>
                    <a:pt x="13" y="39"/>
                  </a:cubicBezTo>
                  <a:cubicBezTo>
                    <a:pt x="12" y="37"/>
                    <a:pt x="10" y="35"/>
                    <a:pt x="9" y="32"/>
                  </a:cubicBezTo>
                  <a:cubicBezTo>
                    <a:pt x="7" y="30"/>
                    <a:pt x="6" y="28"/>
                    <a:pt x="4" y="26"/>
                  </a:cubicBezTo>
                  <a:cubicBezTo>
                    <a:pt x="4" y="26"/>
                    <a:pt x="4" y="26"/>
                    <a:pt x="4" y="26"/>
                  </a:cubicBezTo>
                  <a:cubicBezTo>
                    <a:pt x="4" y="28"/>
                    <a:pt x="6" y="29"/>
                    <a:pt x="7" y="31"/>
                  </a:cubicBezTo>
                  <a:cubicBezTo>
                    <a:pt x="8" y="33"/>
                    <a:pt x="9" y="35"/>
                    <a:pt x="10" y="37"/>
                  </a:cubicBezTo>
                  <a:cubicBezTo>
                    <a:pt x="11" y="38"/>
                    <a:pt x="13" y="40"/>
                    <a:pt x="14" y="42"/>
                  </a:cubicBezTo>
                  <a:cubicBezTo>
                    <a:pt x="15" y="44"/>
                    <a:pt x="16" y="45"/>
                    <a:pt x="18" y="47"/>
                  </a:cubicBezTo>
                  <a:cubicBezTo>
                    <a:pt x="18" y="48"/>
                    <a:pt x="19" y="49"/>
                    <a:pt x="20" y="50"/>
                  </a:cubicBezTo>
                  <a:cubicBezTo>
                    <a:pt x="20" y="50"/>
                    <a:pt x="21" y="51"/>
                    <a:pt x="22" y="52"/>
                  </a:cubicBezTo>
                  <a:cubicBezTo>
                    <a:pt x="22" y="52"/>
                    <a:pt x="22" y="52"/>
                    <a:pt x="22" y="51"/>
                  </a:cubicBezTo>
                  <a:cubicBezTo>
                    <a:pt x="21" y="51"/>
                    <a:pt x="21" y="50"/>
                    <a:pt x="21" y="49"/>
                  </a:cubicBezTo>
                  <a:cubicBezTo>
                    <a:pt x="20" y="48"/>
                    <a:pt x="20" y="48"/>
                    <a:pt x="19" y="47"/>
                  </a:cubicBezTo>
                  <a:cubicBezTo>
                    <a:pt x="18" y="45"/>
                    <a:pt x="17" y="43"/>
                    <a:pt x="16" y="42"/>
                  </a:cubicBezTo>
                  <a:cubicBezTo>
                    <a:pt x="15" y="38"/>
                    <a:pt x="13" y="35"/>
                    <a:pt x="11" y="31"/>
                  </a:cubicBezTo>
                  <a:cubicBezTo>
                    <a:pt x="11" y="31"/>
                    <a:pt x="11" y="31"/>
                    <a:pt x="11"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9" name="Freeform 43"/>
            <p:cNvSpPr/>
            <p:nvPr/>
          </p:nvSpPr>
          <p:spPr bwMode="auto">
            <a:xfrm>
              <a:off x="1662113" y="3856038"/>
              <a:ext cx="1508125" cy="846138"/>
            </a:xfrm>
            <a:custGeom>
              <a:avLst/>
              <a:gdLst>
                <a:gd name="T0" fmla="*/ 10 w 66"/>
                <a:gd name="T1" fmla="*/ 7 h 37"/>
                <a:gd name="T2" fmla="*/ 41 w 66"/>
                <a:gd name="T3" fmla="*/ 27 h 37"/>
                <a:gd name="T4" fmla="*/ 27 w 66"/>
                <a:gd name="T5" fmla="*/ 22 h 37"/>
                <a:gd name="T6" fmla="*/ 6 w 66"/>
                <a:gd name="T7" fmla="*/ 7 h 37"/>
                <a:gd name="T8" fmla="*/ 7 w 66"/>
                <a:gd name="T9" fmla="*/ 6 h 37"/>
                <a:gd name="T10" fmla="*/ 1 w 66"/>
                <a:gd name="T11" fmla="*/ 5 h 37"/>
                <a:gd name="T12" fmla="*/ 18 w 66"/>
                <a:gd name="T13" fmla="*/ 23 h 37"/>
                <a:gd name="T14" fmla="*/ 12 w 66"/>
                <a:gd name="T15" fmla="*/ 19 h 37"/>
                <a:gd name="T16" fmla="*/ 36 w 66"/>
                <a:gd name="T17" fmla="*/ 31 h 37"/>
                <a:gd name="T18" fmla="*/ 41 w 66"/>
                <a:gd name="T19" fmla="*/ 30 h 37"/>
                <a:gd name="T20" fmla="*/ 17 w 66"/>
                <a:gd name="T21" fmla="*/ 20 h 37"/>
                <a:gd name="T22" fmla="*/ 41 w 66"/>
                <a:gd name="T23" fmla="*/ 35 h 37"/>
                <a:gd name="T24" fmla="*/ 37 w 66"/>
                <a:gd name="T25" fmla="*/ 34 h 37"/>
                <a:gd name="T26" fmla="*/ 37 w 66"/>
                <a:gd name="T27" fmla="*/ 31 h 37"/>
                <a:gd name="T28" fmla="*/ 30 w 66"/>
                <a:gd name="T29" fmla="*/ 31 h 37"/>
                <a:gd name="T30" fmla="*/ 28 w 66"/>
                <a:gd name="T31" fmla="*/ 29 h 37"/>
                <a:gd name="T32" fmla="*/ 26 w 66"/>
                <a:gd name="T33" fmla="*/ 27 h 37"/>
                <a:gd name="T34" fmla="*/ 24 w 66"/>
                <a:gd name="T35" fmla="*/ 24 h 37"/>
                <a:gd name="T36" fmla="*/ 22 w 66"/>
                <a:gd name="T37" fmla="*/ 23 h 37"/>
                <a:gd name="T38" fmla="*/ 23 w 66"/>
                <a:gd name="T39" fmla="*/ 23 h 37"/>
                <a:gd name="T40" fmla="*/ 22 w 66"/>
                <a:gd name="T41" fmla="*/ 23 h 37"/>
                <a:gd name="T42" fmla="*/ 21 w 66"/>
                <a:gd name="T43" fmla="*/ 21 h 37"/>
                <a:gd name="T44" fmla="*/ 26 w 66"/>
                <a:gd name="T45" fmla="*/ 23 h 37"/>
                <a:gd name="T46" fmla="*/ 37 w 66"/>
                <a:gd name="T47" fmla="*/ 24 h 37"/>
                <a:gd name="T48" fmla="*/ 54 w 66"/>
                <a:gd name="T49" fmla="*/ 27 h 37"/>
                <a:gd name="T50" fmla="*/ 38 w 66"/>
                <a:gd name="T51" fmla="*/ 31 h 37"/>
                <a:gd name="T52" fmla="*/ 52 w 66"/>
                <a:gd name="T53" fmla="*/ 29 h 37"/>
                <a:gd name="T54" fmla="*/ 55 w 66"/>
                <a:gd name="T55" fmla="*/ 26 h 37"/>
                <a:gd name="T56" fmla="*/ 44 w 66"/>
                <a:gd name="T57" fmla="*/ 30 h 37"/>
                <a:gd name="T58" fmla="*/ 65 w 66"/>
                <a:gd name="T59" fmla="*/ 29 h 37"/>
                <a:gd name="T60" fmla="*/ 48 w 66"/>
                <a:gd name="T61" fmla="*/ 34 h 37"/>
                <a:gd name="T62" fmla="*/ 66 w 66"/>
                <a:gd name="T63" fmla="*/ 28 h 37"/>
                <a:gd name="T64" fmla="*/ 49 w 66"/>
                <a:gd name="T65" fmla="*/ 30 h 37"/>
                <a:gd name="T66" fmla="*/ 48 w 66"/>
                <a:gd name="T67" fmla="*/ 30 h 37"/>
                <a:gd name="T68" fmla="*/ 62 w 66"/>
                <a:gd name="T69" fmla="*/ 22 h 37"/>
                <a:gd name="T70" fmla="*/ 49 w 66"/>
                <a:gd name="T71" fmla="*/ 31 h 37"/>
                <a:gd name="T72" fmla="*/ 51 w 66"/>
                <a:gd name="T73" fmla="*/ 27 h 37"/>
                <a:gd name="T74" fmla="*/ 44 w 66"/>
                <a:gd name="T75" fmla="*/ 25 h 37"/>
                <a:gd name="T76" fmla="*/ 26 w 66"/>
                <a:gd name="T77" fmla="*/ 23 h 37"/>
                <a:gd name="T78" fmla="*/ 22 w 66"/>
                <a:gd name="T79" fmla="*/ 21 h 37"/>
                <a:gd name="T80" fmla="*/ 28 w 66"/>
                <a:gd name="T81" fmla="*/ 23 h 37"/>
                <a:gd name="T82" fmla="*/ 28 w 66"/>
                <a:gd name="T83" fmla="*/ 24 h 37"/>
                <a:gd name="T84" fmla="*/ 27 w 66"/>
                <a:gd name="T85" fmla="*/ 23 h 37"/>
                <a:gd name="T86" fmla="*/ 21 w 66"/>
                <a:gd name="T87" fmla="*/ 22 h 37"/>
                <a:gd name="T88" fmla="*/ 24 w 66"/>
                <a:gd name="T89" fmla="*/ 25 h 37"/>
                <a:gd name="T90" fmla="*/ 30 w 66"/>
                <a:gd name="T91" fmla="*/ 28 h 37"/>
                <a:gd name="T92" fmla="*/ 34 w 66"/>
                <a:gd name="T93" fmla="*/ 32 h 37"/>
                <a:gd name="T94" fmla="*/ 14 w 66"/>
                <a:gd name="T95" fmla="*/ 20 h 37"/>
                <a:gd name="T96" fmla="*/ 36 w 66"/>
                <a:gd name="T97" fmla="*/ 34 h 37"/>
                <a:gd name="T98" fmla="*/ 42 w 66"/>
                <a:gd name="T99" fmla="*/ 35 h 37"/>
                <a:gd name="T100" fmla="*/ 17 w 66"/>
                <a:gd name="T101" fmla="*/ 20 h 37"/>
                <a:gd name="T102" fmla="*/ 23 w 66"/>
                <a:gd name="T103" fmla="*/ 25 h 37"/>
                <a:gd name="T104" fmla="*/ 14 w 66"/>
                <a:gd name="T105" fmla="*/ 19 h 37"/>
                <a:gd name="T106" fmla="*/ 14 w 66"/>
                <a:gd name="T107" fmla="*/ 21 h 37"/>
                <a:gd name="T108" fmla="*/ 4 w 66"/>
                <a:gd name="T109" fmla="*/ 12 h 37"/>
                <a:gd name="T110" fmla="*/ 1 w 66"/>
                <a:gd name="T111" fmla="*/ 5 h 37"/>
                <a:gd name="T112" fmla="*/ 10 w 66"/>
                <a:gd name="T113" fmla="*/ 9 h 37"/>
                <a:gd name="T114" fmla="*/ 25 w 66"/>
                <a:gd name="T115" fmla="*/ 23 h 37"/>
                <a:gd name="T116" fmla="*/ 27 w 66"/>
                <a:gd name="T117" fmla="*/ 22 h 37"/>
                <a:gd name="T118" fmla="*/ 22 w 66"/>
                <a:gd name="T119" fmla="*/ 16 h 37"/>
                <a:gd name="T120" fmla="*/ 13 w 66"/>
                <a:gd name="T121"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6" h="37">
                  <a:moveTo>
                    <a:pt x="10" y="9"/>
                  </a:moveTo>
                  <a:cubicBezTo>
                    <a:pt x="13" y="12"/>
                    <a:pt x="16" y="15"/>
                    <a:pt x="19" y="17"/>
                  </a:cubicBezTo>
                  <a:cubicBezTo>
                    <a:pt x="21" y="18"/>
                    <a:pt x="23" y="19"/>
                    <a:pt x="25" y="20"/>
                  </a:cubicBezTo>
                  <a:cubicBezTo>
                    <a:pt x="26" y="21"/>
                    <a:pt x="28" y="22"/>
                    <a:pt x="30" y="23"/>
                  </a:cubicBezTo>
                  <a:cubicBezTo>
                    <a:pt x="31" y="24"/>
                    <a:pt x="32" y="24"/>
                    <a:pt x="33" y="24"/>
                  </a:cubicBezTo>
                  <a:cubicBezTo>
                    <a:pt x="34" y="25"/>
                    <a:pt x="35" y="25"/>
                    <a:pt x="36" y="25"/>
                  </a:cubicBezTo>
                  <a:cubicBezTo>
                    <a:pt x="36" y="25"/>
                    <a:pt x="36" y="25"/>
                    <a:pt x="36" y="25"/>
                  </a:cubicBezTo>
                  <a:cubicBezTo>
                    <a:pt x="35" y="24"/>
                    <a:pt x="33" y="23"/>
                    <a:pt x="32" y="22"/>
                  </a:cubicBezTo>
                  <a:cubicBezTo>
                    <a:pt x="30" y="21"/>
                    <a:pt x="28" y="20"/>
                    <a:pt x="26" y="19"/>
                  </a:cubicBezTo>
                  <a:cubicBezTo>
                    <a:pt x="24" y="18"/>
                    <a:pt x="23" y="17"/>
                    <a:pt x="21" y="16"/>
                  </a:cubicBezTo>
                  <a:cubicBezTo>
                    <a:pt x="19" y="15"/>
                    <a:pt x="17" y="13"/>
                    <a:pt x="16" y="12"/>
                  </a:cubicBezTo>
                  <a:cubicBezTo>
                    <a:pt x="15" y="11"/>
                    <a:pt x="14" y="10"/>
                    <a:pt x="13" y="9"/>
                  </a:cubicBezTo>
                  <a:cubicBezTo>
                    <a:pt x="12" y="9"/>
                    <a:pt x="11" y="8"/>
                    <a:pt x="10" y="6"/>
                  </a:cubicBezTo>
                  <a:cubicBezTo>
                    <a:pt x="10" y="7"/>
                    <a:pt x="10" y="7"/>
                    <a:pt x="10" y="7"/>
                  </a:cubicBezTo>
                  <a:cubicBezTo>
                    <a:pt x="12" y="7"/>
                    <a:pt x="13" y="8"/>
                    <a:pt x="14" y="9"/>
                  </a:cubicBezTo>
                  <a:cubicBezTo>
                    <a:pt x="16" y="11"/>
                    <a:pt x="18" y="12"/>
                    <a:pt x="19" y="13"/>
                  </a:cubicBezTo>
                  <a:cubicBezTo>
                    <a:pt x="22" y="16"/>
                    <a:pt x="26" y="19"/>
                    <a:pt x="29" y="21"/>
                  </a:cubicBezTo>
                  <a:cubicBezTo>
                    <a:pt x="31" y="22"/>
                    <a:pt x="32" y="23"/>
                    <a:pt x="33" y="24"/>
                  </a:cubicBezTo>
                  <a:cubicBezTo>
                    <a:pt x="35" y="24"/>
                    <a:pt x="36" y="25"/>
                    <a:pt x="38" y="26"/>
                  </a:cubicBezTo>
                  <a:cubicBezTo>
                    <a:pt x="38" y="26"/>
                    <a:pt x="38" y="26"/>
                    <a:pt x="38" y="26"/>
                  </a:cubicBezTo>
                  <a:cubicBezTo>
                    <a:pt x="34" y="25"/>
                    <a:pt x="32" y="22"/>
                    <a:pt x="29" y="20"/>
                  </a:cubicBezTo>
                  <a:cubicBezTo>
                    <a:pt x="25" y="18"/>
                    <a:pt x="22" y="16"/>
                    <a:pt x="18" y="13"/>
                  </a:cubicBezTo>
                  <a:cubicBezTo>
                    <a:pt x="17" y="13"/>
                    <a:pt x="16" y="12"/>
                    <a:pt x="15" y="11"/>
                  </a:cubicBezTo>
                  <a:cubicBezTo>
                    <a:pt x="15" y="11"/>
                    <a:pt x="15" y="11"/>
                    <a:pt x="15" y="12"/>
                  </a:cubicBezTo>
                  <a:cubicBezTo>
                    <a:pt x="18" y="14"/>
                    <a:pt x="22" y="16"/>
                    <a:pt x="25" y="18"/>
                  </a:cubicBezTo>
                  <a:cubicBezTo>
                    <a:pt x="27" y="19"/>
                    <a:pt x="28" y="20"/>
                    <a:pt x="30" y="21"/>
                  </a:cubicBezTo>
                  <a:cubicBezTo>
                    <a:pt x="31" y="22"/>
                    <a:pt x="33" y="23"/>
                    <a:pt x="34" y="24"/>
                  </a:cubicBezTo>
                  <a:cubicBezTo>
                    <a:pt x="37" y="25"/>
                    <a:pt x="39" y="26"/>
                    <a:pt x="41" y="27"/>
                  </a:cubicBezTo>
                  <a:cubicBezTo>
                    <a:pt x="42" y="27"/>
                    <a:pt x="42" y="26"/>
                    <a:pt x="42" y="26"/>
                  </a:cubicBezTo>
                  <a:cubicBezTo>
                    <a:pt x="41" y="26"/>
                    <a:pt x="40" y="25"/>
                    <a:pt x="39" y="25"/>
                  </a:cubicBezTo>
                  <a:cubicBezTo>
                    <a:pt x="38" y="25"/>
                    <a:pt x="37" y="24"/>
                    <a:pt x="36" y="24"/>
                  </a:cubicBezTo>
                  <a:cubicBezTo>
                    <a:pt x="34" y="23"/>
                    <a:pt x="32" y="22"/>
                    <a:pt x="30" y="21"/>
                  </a:cubicBezTo>
                  <a:cubicBezTo>
                    <a:pt x="27" y="20"/>
                    <a:pt x="23" y="18"/>
                    <a:pt x="19" y="16"/>
                  </a:cubicBezTo>
                  <a:cubicBezTo>
                    <a:pt x="16" y="14"/>
                    <a:pt x="13" y="13"/>
                    <a:pt x="10" y="10"/>
                  </a:cubicBezTo>
                  <a:cubicBezTo>
                    <a:pt x="10" y="10"/>
                    <a:pt x="10" y="11"/>
                    <a:pt x="10" y="11"/>
                  </a:cubicBezTo>
                  <a:cubicBezTo>
                    <a:pt x="13" y="13"/>
                    <a:pt x="16" y="16"/>
                    <a:pt x="20" y="18"/>
                  </a:cubicBezTo>
                  <a:cubicBezTo>
                    <a:pt x="22" y="19"/>
                    <a:pt x="23" y="20"/>
                    <a:pt x="25" y="21"/>
                  </a:cubicBezTo>
                  <a:cubicBezTo>
                    <a:pt x="26" y="22"/>
                    <a:pt x="27" y="22"/>
                    <a:pt x="28" y="23"/>
                  </a:cubicBezTo>
                  <a:cubicBezTo>
                    <a:pt x="29" y="23"/>
                    <a:pt x="29" y="24"/>
                    <a:pt x="30" y="24"/>
                  </a:cubicBezTo>
                  <a:cubicBezTo>
                    <a:pt x="31" y="24"/>
                    <a:pt x="32" y="25"/>
                    <a:pt x="32" y="25"/>
                  </a:cubicBezTo>
                  <a:cubicBezTo>
                    <a:pt x="32" y="25"/>
                    <a:pt x="32" y="25"/>
                    <a:pt x="32" y="24"/>
                  </a:cubicBezTo>
                  <a:cubicBezTo>
                    <a:pt x="31" y="24"/>
                    <a:pt x="29" y="23"/>
                    <a:pt x="27" y="22"/>
                  </a:cubicBezTo>
                  <a:cubicBezTo>
                    <a:pt x="25" y="21"/>
                    <a:pt x="23" y="20"/>
                    <a:pt x="21" y="19"/>
                  </a:cubicBezTo>
                  <a:cubicBezTo>
                    <a:pt x="18" y="17"/>
                    <a:pt x="14" y="15"/>
                    <a:pt x="11" y="13"/>
                  </a:cubicBezTo>
                  <a:cubicBezTo>
                    <a:pt x="9" y="10"/>
                    <a:pt x="6" y="8"/>
                    <a:pt x="4" y="6"/>
                  </a:cubicBezTo>
                  <a:cubicBezTo>
                    <a:pt x="4" y="6"/>
                    <a:pt x="4" y="6"/>
                    <a:pt x="4" y="6"/>
                  </a:cubicBezTo>
                  <a:cubicBezTo>
                    <a:pt x="7" y="9"/>
                    <a:pt x="10" y="12"/>
                    <a:pt x="14" y="15"/>
                  </a:cubicBezTo>
                  <a:cubicBezTo>
                    <a:pt x="15" y="16"/>
                    <a:pt x="17" y="17"/>
                    <a:pt x="18" y="19"/>
                  </a:cubicBezTo>
                  <a:cubicBezTo>
                    <a:pt x="19" y="20"/>
                    <a:pt x="21" y="21"/>
                    <a:pt x="22" y="22"/>
                  </a:cubicBezTo>
                  <a:cubicBezTo>
                    <a:pt x="24" y="24"/>
                    <a:pt x="25" y="25"/>
                    <a:pt x="27" y="26"/>
                  </a:cubicBezTo>
                  <a:cubicBezTo>
                    <a:pt x="27" y="26"/>
                    <a:pt x="28" y="26"/>
                    <a:pt x="28" y="25"/>
                  </a:cubicBezTo>
                  <a:cubicBezTo>
                    <a:pt x="27" y="25"/>
                    <a:pt x="27" y="24"/>
                    <a:pt x="26" y="24"/>
                  </a:cubicBezTo>
                  <a:cubicBezTo>
                    <a:pt x="25" y="23"/>
                    <a:pt x="25" y="22"/>
                    <a:pt x="24" y="22"/>
                  </a:cubicBezTo>
                  <a:cubicBezTo>
                    <a:pt x="22" y="20"/>
                    <a:pt x="21" y="19"/>
                    <a:pt x="19" y="18"/>
                  </a:cubicBezTo>
                  <a:cubicBezTo>
                    <a:pt x="15" y="15"/>
                    <a:pt x="12" y="13"/>
                    <a:pt x="9" y="10"/>
                  </a:cubicBezTo>
                  <a:cubicBezTo>
                    <a:pt x="8" y="9"/>
                    <a:pt x="7" y="8"/>
                    <a:pt x="6" y="7"/>
                  </a:cubicBezTo>
                  <a:cubicBezTo>
                    <a:pt x="5" y="6"/>
                    <a:pt x="4" y="5"/>
                    <a:pt x="2" y="5"/>
                  </a:cubicBezTo>
                  <a:cubicBezTo>
                    <a:pt x="2" y="5"/>
                    <a:pt x="2" y="5"/>
                    <a:pt x="2" y="5"/>
                  </a:cubicBezTo>
                  <a:cubicBezTo>
                    <a:pt x="3" y="6"/>
                    <a:pt x="3" y="7"/>
                    <a:pt x="4" y="7"/>
                  </a:cubicBezTo>
                  <a:cubicBezTo>
                    <a:pt x="5" y="8"/>
                    <a:pt x="5" y="8"/>
                    <a:pt x="6" y="9"/>
                  </a:cubicBezTo>
                  <a:cubicBezTo>
                    <a:pt x="8" y="11"/>
                    <a:pt x="9" y="12"/>
                    <a:pt x="11" y="14"/>
                  </a:cubicBezTo>
                  <a:cubicBezTo>
                    <a:pt x="12" y="15"/>
                    <a:pt x="14" y="16"/>
                    <a:pt x="16" y="18"/>
                  </a:cubicBezTo>
                  <a:cubicBezTo>
                    <a:pt x="17" y="18"/>
                    <a:pt x="17" y="19"/>
                    <a:pt x="18" y="20"/>
                  </a:cubicBezTo>
                  <a:cubicBezTo>
                    <a:pt x="19" y="20"/>
                    <a:pt x="20" y="21"/>
                    <a:pt x="20" y="21"/>
                  </a:cubicBezTo>
                  <a:cubicBezTo>
                    <a:pt x="21" y="22"/>
                    <a:pt x="22" y="22"/>
                    <a:pt x="23" y="22"/>
                  </a:cubicBezTo>
                  <a:cubicBezTo>
                    <a:pt x="23" y="22"/>
                    <a:pt x="23" y="22"/>
                    <a:pt x="23" y="22"/>
                  </a:cubicBezTo>
                  <a:cubicBezTo>
                    <a:pt x="23" y="21"/>
                    <a:pt x="23" y="21"/>
                    <a:pt x="22" y="20"/>
                  </a:cubicBezTo>
                  <a:cubicBezTo>
                    <a:pt x="22" y="20"/>
                    <a:pt x="21" y="19"/>
                    <a:pt x="21" y="19"/>
                  </a:cubicBezTo>
                  <a:cubicBezTo>
                    <a:pt x="19" y="17"/>
                    <a:pt x="18" y="16"/>
                    <a:pt x="16" y="14"/>
                  </a:cubicBezTo>
                  <a:cubicBezTo>
                    <a:pt x="13" y="11"/>
                    <a:pt x="10" y="9"/>
                    <a:pt x="7" y="6"/>
                  </a:cubicBezTo>
                  <a:cubicBezTo>
                    <a:pt x="6" y="5"/>
                    <a:pt x="5" y="4"/>
                    <a:pt x="4" y="3"/>
                  </a:cubicBezTo>
                  <a:cubicBezTo>
                    <a:pt x="3" y="2"/>
                    <a:pt x="2" y="1"/>
                    <a:pt x="1" y="0"/>
                  </a:cubicBezTo>
                  <a:cubicBezTo>
                    <a:pt x="1" y="0"/>
                    <a:pt x="1" y="0"/>
                    <a:pt x="1" y="1"/>
                  </a:cubicBezTo>
                  <a:cubicBezTo>
                    <a:pt x="2" y="1"/>
                    <a:pt x="2" y="2"/>
                    <a:pt x="3" y="3"/>
                  </a:cubicBezTo>
                  <a:cubicBezTo>
                    <a:pt x="4" y="4"/>
                    <a:pt x="4" y="4"/>
                    <a:pt x="5" y="5"/>
                  </a:cubicBezTo>
                  <a:cubicBezTo>
                    <a:pt x="7" y="7"/>
                    <a:pt x="8" y="8"/>
                    <a:pt x="10" y="10"/>
                  </a:cubicBezTo>
                  <a:cubicBezTo>
                    <a:pt x="13" y="13"/>
                    <a:pt x="16" y="15"/>
                    <a:pt x="19" y="18"/>
                  </a:cubicBezTo>
                  <a:cubicBezTo>
                    <a:pt x="19" y="19"/>
                    <a:pt x="20" y="19"/>
                    <a:pt x="20" y="20"/>
                  </a:cubicBezTo>
                  <a:cubicBezTo>
                    <a:pt x="21" y="20"/>
                    <a:pt x="21" y="20"/>
                    <a:pt x="21" y="20"/>
                  </a:cubicBezTo>
                  <a:cubicBezTo>
                    <a:pt x="20" y="20"/>
                    <a:pt x="19" y="19"/>
                    <a:pt x="18" y="18"/>
                  </a:cubicBezTo>
                  <a:cubicBezTo>
                    <a:pt x="18" y="18"/>
                    <a:pt x="17" y="17"/>
                    <a:pt x="16" y="17"/>
                  </a:cubicBezTo>
                  <a:cubicBezTo>
                    <a:pt x="14" y="15"/>
                    <a:pt x="13" y="14"/>
                    <a:pt x="11" y="13"/>
                  </a:cubicBezTo>
                  <a:cubicBezTo>
                    <a:pt x="8" y="10"/>
                    <a:pt x="5" y="8"/>
                    <a:pt x="1" y="5"/>
                  </a:cubicBezTo>
                  <a:cubicBezTo>
                    <a:pt x="1" y="5"/>
                    <a:pt x="1" y="5"/>
                    <a:pt x="1" y="5"/>
                  </a:cubicBezTo>
                  <a:cubicBezTo>
                    <a:pt x="1" y="5"/>
                    <a:pt x="0" y="5"/>
                    <a:pt x="1" y="5"/>
                  </a:cubicBezTo>
                  <a:cubicBezTo>
                    <a:pt x="1" y="6"/>
                    <a:pt x="2" y="7"/>
                    <a:pt x="2" y="7"/>
                  </a:cubicBezTo>
                  <a:cubicBezTo>
                    <a:pt x="3" y="8"/>
                    <a:pt x="4" y="9"/>
                    <a:pt x="4" y="9"/>
                  </a:cubicBezTo>
                  <a:cubicBezTo>
                    <a:pt x="6" y="11"/>
                    <a:pt x="8" y="12"/>
                    <a:pt x="9" y="14"/>
                  </a:cubicBezTo>
                  <a:cubicBezTo>
                    <a:pt x="12" y="17"/>
                    <a:pt x="16" y="19"/>
                    <a:pt x="19" y="22"/>
                  </a:cubicBezTo>
                  <a:cubicBezTo>
                    <a:pt x="19" y="23"/>
                    <a:pt x="20" y="23"/>
                    <a:pt x="20" y="23"/>
                  </a:cubicBezTo>
                  <a:cubicBezTo>
                    <a:pt x="20" y="23"/>
                    <a:pt x="20" y="23"/>
                    <a:pt x="20" y="23"/>
                  </a:cubicBezTo>
                  <a:cubicBezTo>
                    <a:pt x="18" y="20"/>
                    <a:pt x="15" y="18"/>
                    <a:pt x="12" y="16"/>
                  </a:cubicBezTo>
                  <a:cubicBezTo>
                    <a:pt x="9" y="14"/>
                    <a:pt x="6" y="12"/>
                    <a:pt x="3" y="10"/>
                  </a:cubicBezTo>
                  <a:cubicBezTo>
                    <a:pt x="3" y="10"/>
                    <a:pt x="3" y="10"/>
                    <a:pt x="3" y="10"/>
                  </a:cubicBezTo>
                  <a:cubicBezTo>
                    <a:pt x="4" y="11"/>
                    <a:pt x="5" y="12"/>
                    <a:pt x="6" y="14"/>
                  </a:cubicBezTo>
                  <a:cubicBezTo>
                    <a:pt x="8" y="15"/>
                    <a:pt x="9" y="16"/>
                    <a:pt x="10" y="17"/>
                  </a:cubicBezTo>
                  <a:cubicBezTo>
                    <a:pt x="13" y="19"/>
                    <a:pt x="16" y="21"/>
                    <a:pt x="17" y="24"/>
                  </a:cubicBezTo>
                  <a:cubicBezTo>
                    <a:pt x="17" y="23"/>
                    <a:pt x="17" y="23"/>
                    <a:pt x="18" y="23"/>
                  </a:cubicBezTo>
                  <a:cubicBezTo>
                    <a:pt x="12" y="20"/>
                    <a:pt x="9" y="15"/>
                    <a:pt x="4" y="12"/>
                  </a:cubicBezTo>
                  <a:cubicBezTo>
                    <a:pt x="4" y="12"/>
                    <a:pt x="4" y="12"/>
                    <a:pt x="4" y="12"/>
                  </a:cubicBezTo>
                  <a:cubicBezTo>
                    <a:pt x="7" y="14"/>
                    <a:pt x="10" y="17"/>
                    <a:pt x="13" y="20"/>
                  </a:cubicBezTo>
                  <a:cubicBezTo>
                    <a:pt x="15" y="21"/>
                    <a:pt x="16" y="22"/>
                    <a:pt x="18" y="24"/>
                  </a:cubicBezTo>
                  <a:cubicBezTo>
                    <a:pt x="19" y="24"/>
                    <a:pt x="20" y="25"/>
                    <a:pt x="21" y="25"/>
                  </a:cubicBezTo>
                  <a:cubicBezTo>
                    <a:pt x="22" y="26"/>
                    <a:pt x="22" y="26"/>
                    <a:pt x="23" y="27"/>
                  </a:cubicBezTo>
                  <a:cubicBezTo>
                    <a:pt x="24" y="27"/>
                    <a:pt x="24" y="28"/>
                    <a:pt x="25" y="28"/>
                  </a:cubicBezTo>
                  <a:cubicBezTo>
                    <a:pt x="25" y="28"/>
                    <a:pt x="25" y="27"/>
                    <a:pt x="25" y="27"/>
                  </a:cubicBezTo>
                  <a:cubicBezTo>
                    <a:pt x="24" y="26"/>
                    <a:pt x="22" y="25"/>
                    <a:pt x="21" y="25"/>
                  </a:cubicBezTo>
                  <a:cubicBezTo>
                    <a:pt x="20" y="24"/>
                    <a:pt x="18" y="23"/>
                    <a:pt x="17" y="22"/>
                  </a:cubicBezTo>
                  <a:cubicBezTo>
                    <a:pt x="15" y="21"/>
                    <a:pt x="14" y="21"/>
                    <a:pt x="13" y="20"/>
                  </a:cubicBezTo>
                  <a:cubicBezTo>
                    <a:pt x="12" y="19"/>
                    <a:pt x="11" y="18"/>
                    <a:pt x="10" y="17"/>
                  </a:cubicBezTo>
                  <a:cubicBezTo>
                    <a:pt x="10" y="17"/>
                    <a:pt x="10" y="17"/>
                    <a:pt x="9" y="17"/>
                  </a:cubicBezTo>
                  <a:cubicBezTo>
                    <a:pt x="10" y="18"/>
                    <a:pt x="11" y="18"/>
                    <a:pt x="12" y="19"/>
                  </a:cubicBezTo>
                  <a:cubicBezTo>
                    <a:pt x="12" y="20"/>
                    <a:pt x="13" y="20"/>
                    <a:pt x="14" y="21"/>
                  </a:cubicBezTo>
                  <a:cubicBezTo>
                    <a:pt x="16" y="22"/>
                    <a:pt x="17" y="23"/>
                    <a:pt x="19" y="24"/>
                  </a:cubicBezTo>
                  <a:cubicBezTo>
                    <a:pt x="21" y="25"/>
                    <a:pt x="22" y="26"/>
                    <a:pt x="24" y="27"/>
                  </a:cubicBezTo>
                  <a:cubicBezTo>
                    <a:pt x="26" y="28"/>
                    <a:pt x="28" y="29"/>
                    <a:pt x="29" y="30"/>
                  </a:cubicBezTo>
                  <a:cubicBezTo>
                    <a:pt x="31" y="31"/>
                    <a:pt x="33" y="32"/>
                    <a:pt x="36" y="32"/>
                  </a:cubicBezTo>
                  <a:cubicBezTo>
                    <a:pt x="36" y="32"/>
                    <a:pt x="36" y="32"/>
                    <a:pt x="36" y="32"/>
                  </a:cubicBezTo>
                  <a:cubicBezTo>
                    <a:pt x="29" y="28"/>
                    <a:pt x="22" y="25"/>
                    <a:pt x="16" y="20"/>
                  </a:cubicBezTo>
                  <a:cubicBezTo>
                    <a:pt x="14" y="19"/>
                    <a:pt x="13" y="17"/>
                    <a:pt x="11" y="16"/>
                  </a:cubicBezTo>
                  <a:cubicBezTo>
                    <a:pt x="11" y="16"/>
                    <a:pt x="11" y="16"/>
                    <a:pt x="11" y="16"/>
                  </a:cubicBezTo>
                  <a:cubicBezTo>
                    <a:pt x="12" y="16"/>
                    <a:pt x="13" y="17"/>
                    <a:pt x="14" y="17"/>
                  </a:cubicBezTo>
                  <a:cubicBezTo>
                    <a:pt x="14" y="18"/>
                    <a:pt x="15" y="19"/>
                    <a:pt x="16" y="19"/>
                  </a:cubicBezTo>
                  <a:cubicBezTo>
                    <a:pt x="18" y="20"/>
                    <a:pt x="20" y="21"/>
                    <a:pt x="21" y="23"/>
                  </a:cubicBezTo>
                  <a:cubicBezTo>
                    <a:pt x="25" y="25"/>
                    <a:pt x="28" y="27"/>
                    <a:pt x="32" y="29"/>
                  </a:cubicBezTo>
                  <a:cubicBezTo>
                    <a:pt x="33" y="29"/>
                    <a:pt x="35" y="30"/>
                    <a:pt x="36" y="31"/>
                  </a:cubicBezTo>
                  <a:cubicBezTo>
                    <a:pt x="37" y="30"/>
                    <a:pt x="37" y="30"/>
                    <a:pt x="37" y="30"/>
                  </a:cubicBezTo>
                  <a:cubicBezTo>
                    <a:pt x="33" y="29"/>
                    <a:pt x="29" y="27"/>
                    <a:pt x="25" y="26"/>
                  </a:cubicBezTo>
                  <a:cubicBezTo>
                    <a:pt x="23" y="25"/>
                    <a:pt x="22" y="24"/>
                    <a:pt x="20" y="23"/>
                  </a:cubicBezTo>
                  <a:cubicBezTo>
                    <a:pt x="18" y="22"/>
                    <a:pt x="17" y="21"/>
                    <a:pt x="15" y="20"/>
                  </a:cubicBezTo>
                  <a:cubicBezTo>
                    <a:pt x="15" y="19"/>
                    <a:pt x="14" y="19"/>
                    <a:pt x="14" y="18"/>
                  </a:cubicBezTo>
                  <a:cubicBezTo>
                    <a:pt x="14" y="18"/>
                    <a:pt x="14" y="18"/>
                    <a:pt x="14" y="18"/>
                  </a:cubicBezTo>
                  <a:cubicBezTo>
                    <a:pt x="15" y="18"/>
                    <a:pt x="15" y="19"/>
                    <a:pt x="16" y="19"/>
                  </a:cubicBezTo>
                  <a:cubicBezTo>
                    <a:pt x="17" y="20"/>
                    <a:pt x="18" y="20"/>
                    <a:pt x="19" y="21"/>
                  </a:cubicBezTo>
                  <a:cubicBezTo>
                    <a:pt x="21" y="22"/>
                    <a:pt x="22" y="23"/>
                    <a:pt x="24" y="24"/>
                  </a:cubicBezTo>
                  <a:cubicBezTo>
                    <a:pt x="28" y="26"/>
                    <a:pt x="32" y="28"/>
                    <a:pt x="36" y="29"/>
                  </a:cubicBezTo>
                  <a:cubicBezTo>
                    <a:pt x="37" y="30"/>
                    <a:pt x="38" y="30"/>
                    <a:pt x="40" y="31"/>
                  </a:cubicBezTo>
                  <a:cubicBezTo>
                    <a:pt x="41" y="31"/>
                    <a:pt x="42" y="31"/>
                    <a:pt x="43" y="31"/>
                  </a:cubicBezTo>
                  <a:cubicBezTo>
                    <a:pt x="43" y="31"/>
                    <a:pt x="43" y="31"/>
                    <a:pt x="43" y="31"/>
                  </a:cubicBezTo>
                  <a:cubicBezTo>
                    <a:pt x="43" y="30"/>
                    <a:pt x="42" y="30"/>
                    <a:pt x="41" y="30"/>
                  </a:cubicBezTo>
                  <a:cubicBezTo>
                    <a:pt x="40" y="30"/>
                    <a:pt x="39" y="30"/>
                    <a:pt x="38" y="29"/>
                  </a:cubicBezTo>
                  <a:cubicBezTo>
                    <a:pt x="36" y="29"/>
                    <a:pt x="34" y="29"/>
                    <a:pt x="32" y="28"/>
                  </a:cubicBezTo>
                  <a:cubicBezTo>
                    <a:pt x="31" y="27"/>
                    <a:pt x="29" y="27"/>
                    <a:pt x="27" y="26"/>
                  </a:cubicBezTo>
                  <a:cubicBezTo>
                    <a:pt x="26" y="25"/>
                    <a:pt x="24" y="25"/>
                    <a:pt x="22" y="24"/>
                  </a:cubicBezTo>
                  <a:cubicBezTo>
                    <a:pt x="20" y="22"/>
                    <a:pt x="17" y="21"/>
                    <a:pt x="15" y="18"/>
                  </a:cubicBezTo>
                  <a:cubicBezTo>
                    <a:pt x="15" y="19"/>
                    <a:pt x="15" y="19"/>
                    <a:pt x="15" y="19"/>
                  </a:cubicBezTo>
                  <a:cubicBezTo>
                    <a:pt x="18" y="21"/>
                    <a:pt x="22" y="23"/>
                    <a:pt x="25" y="25"/>
                  </a:cubicBezTo>
                  <a:cubicBezTo>
                    <a:pt x="29" y="27"/>
                    <a:pt x="33" y="28"/>
                    <a:pt x="37" y="30"/>
                  </a:cubicBezTo>
                  <a:cubicBezTo>
                    <a:pt x="38" y="30"/>
                    <a:pt x="39" y="30"/>
                    <a:pt x="40" y="31"/>
                  </a:cubicBezTo>
                  <a:cubicBezTo>
                    <a:pt x="41" y="31"/>
                    <a:pt x="41" y="31"/>
                    <a:pt x="41" y="31"/>
                  </a:cubicBezTo>
                  <a:cubicBezTo>
                    <a:pt x="39" y="32"/>
                    <a:pt x="38" y="31"/>
                    <a:pt x="37" y="31"/>
                  </a:cubicBezTo>
                  <a:cubicBezTo>
                    <a:pt x="35" y="31"/>
                    <a:pt x="34" y="30"/>
                    <a:pt x="33" y="29"/>
                  </a:cubicBezTo>
                  <a:cubicBezTo>
                    <a:pt x="30" y="28"/>
                    <a:pt x="27" y="27"/>
                    <a:pt x="24" y="25"/>
                  </a:cubicBezTo>
                  <a:cubicBezTo>
                    <a:pt x="22" y="23"/>
                    <a:pt x="19" y="22"/>
                    <a:pt x="17" y="20"/>
                  </a:cubicBezTo>
                  <a:cubicBezTo>
                    <a:pt x="17" y="20"/>
                    <a:pt x="17" y="20"/>
                    <a:pt x="17" y="21"/>
                  </a:cubicBezTo>
                  <a:cubicBezTo>
                    <a:pt x="19" y="24"/>
                    <a:pt x="22" y="26"/>
                    <a:pt x="26" y="28"/>
                  </a:cubicBezTo>
                  <a:cubicBezTo>
                    <a:pt x="27" y="29"/>
                    <a:pt x="29" y="30"/>
                    <a:pt x="30" y="31"/>
                  </a:cubicBezTo>
                  <a:cubicBezTo>
                    <a:pt x="32" y="32"/>
                    <a:pt x="34" y="33"/>
                    <a:pt x="36" y="33"/>
                  </a:cubicBezTo>
                  <a:cubicBezTo>
                    <a:pt x="38" y="34"/>
                    <a:pt x="40" y="34"/>
                    <a:pt x="43" y="35"/>
                  </a:cubicBezTo>
                  <a:cubicBezTo>
                    <a:pt x="43" y="35"/>
                    <a:pt x="43" y="34"/>
                    <a:pt x="43" y="34"/>
                  </a:cubicBezTo>
                  <a:cubicBezTo>
                    <a:pt x="36" y="32"/>
                    <a:pt x="29" y="31"/>
                    <a:pt x="23" y="26"/>
                  </a:cubicBezTo>
                  <a:cubicBezTo>
                    <a:pt x="23" y="26"/>
                    <a:pt x="22" y="25"/>
                    <a:pt x="22" y="25"/>
                  </a:cubicBezTo>
                  <a:cubicBezTo>
                    <a:pt x="22" y="25"/>
                    <a:pt x="22" y="25"/>
                    <a:pt x="22" y="25"/>
                  </a:cubicBezTo>
                  <a:cubicBezTo>
                    <a:pt x="23" y="26"/>
                    <a:pt x="24" y="26"/>
                    <a:pt x="24" y="27"/>
                  </a:cubicBezTo>
                  <a:cubicBezTo>
                    <a:pt x="25" y="27"/>
                    <a:pt x="26" y="28"/>
                    <a:pt x="27" y="28"/>
                  </a:cubicBezTo>
                  <a:cubicBezTo>
                    <a:pt x="28" y="29"/>
                    <a:pt x="30" y="31"/>
                    <a:pt x="32" y="32"/>
                  </a:cubicBezTo>
                  <a:cubicBezTo>
                    <a:pt x="34" y="33"/>
                    <a:pt x="36" y="33"/>
                    <a:pt x="38" y="34"/>
                  </a:cubicBezTo>
                  <a:cubicBezTo>
                    <a:pt x="39" y="34"/>
                    <a:pt x="40" y="35"/>
                    <a:pt x="41" y="35"/>
                  </a:cubicBezTo>
                  <a:cubicBezTo>
                    <a:pt x="42" y="35"/>
                    <a:pt x="42" y="35"/>
                    <a:pt x="43" y="35"/>
                  </a:cubicBezTo>
                  <a:cubicBezTo>
                    <a:pt x="44" y="35"/>
                    <a:pt x="44" y="35"/>
                    <a:pt x="45" y="35"/>
                  </a:cubicBezTo>
                  <a:cubicBezTo>
                    <a:pt x="45" y="35"/>
                    <a:pt x="45" y="35"/>
                    <a:pt x="45" y="35"/>
                  </a:cubicBezTo>
                  <a:cubicBezTo>
                    <a:pt x="44" y="35"/>
                    <a:pt x="43" y="35"/>
                    <a:pt x="42" y="35"/>
                  </a:cubicBezTo>
                  <a:cubicBezTo>
                    <a:pt x="41" y="35"/>
                    <a:pt x="41" y="34"/>
                    <a:pt x="40" y="34"/>
                  </a:cubicBezTo>
                  <a:cubicBezTo>
                    <a:pt x="38" y="33"/>
                    <a:pt x="36" y="33"/>
                    <a:pt x="34" y="32"/>
                  </a:cubicBezTo>
                  <a:cubicBezTo>
                    <a:pt x="30" y="30"/>
                    <a:pt x="26" y="28"/>
                    <a:pt x="23" y="25"/>
                  </a:cubicBezTo>
                  <a:cubicBezTo>
                    <a:pt x="21" y="25"/>
                    <a:pt x="20" y="24"/>
                    <a:pt x="19" y="23"/>
                  </a:cubicBezTo>
                  <a:cubicBezTo>
                    <a:pt x="19" y="23"/>
                    <a:pt x="19" y="23"/>
                    <a:pt x="19" y="23"/>
                  </a:cubicBezTo>
                  <a:cubicBezTo>
                    <a:pt x="19" y="24"/>
                    <a:pt x="19" y="24"/>
                    <a:pt x="20" y="25"/>
                  </a:cubicBezTo>
                  <a:cubicBezTo>
                    <a:pt x="21" y="25"/>
                    <a:pt x="21" y="26"/>
                    <a:pt x="22" y="26"/>
                  </a:cubicBezTo>
                  <a:cubicBezTo>
                    <a:pt x="23" y="27"/>
                    <a:pt x="23" y="27"/>
                    <a:pt x="24" y="28"/>
                  </a:cubicBezTo>
                  <a:cubicBezTo>
                    <a:pt x="25" y="28"/>
                    <a:pt x="26" y="29"/>
                    <a:pt x="27" y="29"/>
                  </a:cubicBezTo>
                  <a:cubicBezTo>
                    <a:pt x="30" y="31"/>
                    <a:pt x="34" y="33"/>
                    <a:pt x="37" y="34"/>
                  </a:cubicBezTo>
                  <a:cubicBezTo>
                    <a:pt x="40" y="35"/>
                    <a:pt x="43" y="36"/>
                    <a:pt x="46" y="36"/>
                  </a:cubicBezTo>
                  <a:cubicBezTo>
                    <a:pt x="46" y="36"/>
                    <a:pt x="46" y="35"/>
                    <a:pt x="46" y="35"/>
                  </a:cubicBezTo>
                  <a:cubicBezTo>
                    <a:pt x="42" y="35"/>
                    <a:pt x="38" y="34"/>
                    <a:pt x="35" y="33"/>
                  </a:cubicBezTo>
                  <a:cubicBezTo>
                    <a:pt x="33" y="32"/>
                    <a:pt x="31" y="31"/>
                    <a:pt x="30" y="31"/>
                  </a:cubicBezTo>
                  <a:cubicBezTo>
                    <a:pt x="28" y="30"/>
                    <a:pt x="26" y="29"/>
                    <a:pt x="25" y="28"/>
                  </a:cubicBezTo>
                  <a:cubicBezTo>
                    <a:pt x="22" y="26"/>
                    <a:pt x="19" y="24"/>
                    <a:pt x="17" y="21"/>
                  </a:cubicBezTo>
                  <a:cubicBezTo>
                    <a:pt x="17" y="21"/>
                    <a:pt x="17" y="21"/>
                    <a:pt x="17" y="21"/>
                  </a:cubicBezTo>
                  <a:cubicBezTo>
                    <a:pt x="18" y="22"/>
                    <a:pt x="19" y="22"/>
                    <a:pt x="19" y="23"/>
                  </a:cubicBezTo>
                  <a:cubicBezTo>
                    <a:pt x="20" y="23"/>
                    <a:pt x="21" y="24"/>
                    <a:pt x="22" y="24"/>
                  </a:cubicBezTo>
                  <a:cubicBezTo>
                    <a:pt x="24" y="25"/>
                    <a:pt x="25" y="26"/>
                    <a:pt x="27" y="27"/>
                  </a:cubicBezTo>
                  <a:cubicBezTo>
                    <a:pt x="31" y="29"/>
                    <a:pt x="35" y="31"/>
                    <a:pt x="39" y="32"/>
                  </a:cubicBezTo>
                  <a:cubicBezTo>
                    <a:pt x="40" y="32"/>
                    <a:pt x="41" y="32"/>
                    <a:pt x="42" y="32"/>
                  </a:cubicBezTo>
                  <a:cubicBezTo>
                    <a:pt x="42" y="32"/>
                    <a:pt x="42" y="32"/>
                    <a:pt x="42" y="32"/>
                  </a:cubicBezTo>
                  <a:cubicBezTo>
                    <a:pt x="40" y="31"/>
                    <a:pt x="39" y="31"/>
                    <a:pt x="37" y="31"/>
                  </a:cubicBezTo>
                  <a:cubicBezTo>
                    <a:pt x="35" y="30"/>
                    <a:pt x="33" y="30"/>
                    <a:pt x="31" y="29"/>
                  </a:cubicBezTo>
                  <a:cubicBezTo>
                    <a:pt x="27" y="28"/>
                    <a:pt x="23" y="26"/>
                    <a:pt x="20" y="24"/>
                  </a:cubicBezTo>
                  <a:cubicBezTo>
                    <a:pt x="19" y="23"/>
                    <a:pt x="18" y="23"/>
                    <a:pt x="17" y="22"/>
                  </a:cubicBezTo>
                  <a:cubicBezTo>
                    <a:pt x="16" y="21"/>
                    <a:pt x="15" y="21"/>
                    <a:pt x="14" y="20"/>
                  </a:cubicBezTo>
                  <a:cubicBezTo>
                    <a:pt x="14" y="20"/>
                    <a:pt x="14" y="20"/>
                    <a:pt x="14" y="20"/>
                  </a:cubicBezTo>
                  <a:cubicBezTo>
                    <a:pt x="17" y="22"/>
                    <a:pt x="21" y="24"/>
                    <a:pt x="24" y="26"/>
                  </a:cubicBezTo>
                  <a:cubicBezTo>
                    <a:pt x="28" y="28"/>
                    <a:pt x="31" y="30"/>
                    <a:pt x="35" y="32"/>
                  </a:cubicBezTo>
                  <a:cubicBezTo>
                    <a:pt x="37" y="32"/>
                    <a:pt x="39" y="33"/>
                    <a:pt x="41" y="34"/>
                  </a:cubicBezTo>
                  <a:cubicBezTo>
                    <a:pt x="43" y="34"/>
                    <a:pt x="45" y="35"/>
                    <a:pt x="47" y="35"/>
                  </a:cubicBezTo>
                  <a:cubicBezTo>
                    <a:pt x="47" y="35"/>
                    <a:pt x="47" y="34"/>
                    <a:pt x="47" y="34"/>
                  </a:cubicBezTo>
                  <a:cubicBezTo>
                    <a:pt x="46" y="34"/>
                    <a:pt x="45" y="34"/>
                    <a:pt x="44" y="34"/>
                  </a:cubicBezTo>
                  <a:cubicBezTo>
                    <a:pt x="43" y="34"/>
                    <a:pt x="42" y="34"/>
                    <a:pt x="41" y="34"/>
                  </a:cubicBezTo>
                  <a:cubicBezTo>
                    <a:pt x="39" y="33"/>
                    <a:pt x="37" y="33"/>
                    <a:pt x="35" y="32"/>
                  </a:cubicBezTo>
                  <a:cubicBezTo>
                    <a:pt x="34" y="32"/>
                    <a:pt x="32" y="31"/>
                    <a:pt x="30" y="31"/>
                  </a:cubicBezTo>
                  <a:cubicBezTo>
                    <a:pt x="29" y="30"/>
                    <a:pt x="27" y="29"/>
                    <a:pt x="26" y="29"/>
                  </a:cubicBezTo>
                  <a:cubicBezTo>
                    <a:pt x="24" y="28"/>
                    <a:pt x="23" y="27"/>
                    <a:pt x="22" y="26"/>
                  </a:cubicBezTo>
                  <a:cubicBezTo>
                    <a:pt x="22" y="26"/>
                    <a:pt x="22" y="26"/>
                    <a:pt x="22" y="26"/>
                  </a:cubicBezTo>
                  <a:cubicBezTo>
                    <a:pt x="24" y="27"/>
                    <a:pt x="25" y="28"/>
                    <a:pt x="27" y="29"/>
                  </a:cubicBezTo>
                  <a:cubicBezTo>
                    <a:pt x="29" y="30"/>
                    <a:pt x="30" y="31"/>
                    <a:pt x="32" y="32"/>
                  </a:cubicBezTo>
                  <a:cubicBezTo>
                    <a:pt x="34" y="33"/>
                    <a:pt x="36" y="33"/>
                    <a:pt x="38" y="34"/>
                  </a:cubicBezTo>
                  <a:cubicBezTo>
                    <a:pt x="40" y="34"/>
                    <a:pt x="42" y="35"/>
                    <a:pt x="44" y="35"/>
                  </a:cubicBezTo>
                  <a:cubicBezTo>
                    <a:pt x="45" y="35"/>
                    <a:pt x="46" y="35"/>
                    <a:pt x="47" y="35"/>
                  </a:cubicBezTo>
                  <a:cubicBezTo>
                    <a:pt x="48" y="35"/>
                    <a:pt x="49" y="35"/>
                    <a:pt x="49" y="36"/>
                  </a:cubicBezTo>
                  <a:cubicBezTo>
                    <a:pt x="49" y="36"/>
                    <a:pt x="49" y="36"/>
                    <a:pt x="49" y="36"/>
                  </a:cubicBezTo>
                  <a:cubicBezTo>
                    <a:pt x="48" y="36"/>
                    <a:pt x="46" y="36"/>
                    <a:pt x="45" y="36"/>
                  </a:cubicBezTo>
                  <a:cubicBezTo>
                    <a:pt x="43" y="36"/>
                    <a:pt x="41" y="35"/>
                    <a:pt x="40" y="35"/>
                  </a:cubicBezTo>
                  <a:cubicBezTo>
                    <a:pt x="36" y="33"/>
                    <a:pt x="33" y="32"/>
                    <a:pt x="30" y="30"/>
                  </a:cubicBezTo>
                  <a:cubicBezTo>
                    <a:pt x="29" y="30"/>
                    <a:pt x="28" y="30"/>
                    <a:pt x="28" y="29"/>
                  </a:cubicBezTo>
                  <a:cubicBezTo>
                    <a:pt x="27" y="29"/>
                    <a:pt x="26" y="28"/>
                    <a:pt x="26" y="27"/>
                  </a:cubicBezTo>
                  <a:cubicBezTo>
                    <a:pt x="26" y="27"/>
                    <a:pt x="26" y="28"/>
                    <a:pt x="26" y="28"/>
                  </a:cubicBezTo>
                  <a:cubicBezTo>
                    <a:pt x="28" y="27"/>
                    <a:pt x="30" y="29"/>
                    <a:pt x="31" y="29"/>
                  </a:cubicBezTo>
                  <a:cubicBezTo>
                    <a:pt x="33" y="30"/>
                    <a:pt x="35" y="31"/>
                    <a:pt x="37" y="32"/>
                  </a:cubicBezTo>
                  <a:cubicBezTo>
                    <a:pt x="41" y="33"/>
                    <a:pt x="45" y="34"/>
                    <a:pt x="49" y="35"/>
                  </a:cubicBezTo>
                  <a:cubicBezTo>
                    <a:pt x="50" y="35"/>
                    <a:pt x="51" y="35"/>
                    <a:pt x="51" y="35"/>
                  </a:cubicBezTo>
                  <a:cubicBezTo>
                    <a:pt x="52" y="35"/>
                    <a:pt x="53" y="35"/>
                    <a:pt x="53" y="35"/>
                  </a:cubicBezTo>
                  <a:cubicBezTo>
                    <a:pt x="53" y="35"/>
                    <a:pt x="53" y="34"/>
                    <a:pt x="53" y="34"/>
                  </a:cubicBezTo>
                  <a:cubicBezTo>
                    <a:pt x="53" y="33"/>
                    <a:pt x="51" y="33"/>
                    <a:pt x="50" y="33"/>
                  </a:cubicBezTo>
                  <a:cubicBezTo>
                    <a:pt x="50" y="33"/>
                    <a:pt x="49" y="33"/>
                    <a:pt x="49" y="33"/>
                  </a:cubicBezTo>
                  <a:cubicBezTo>
                    <a:pt x="48" y="33"/>
                    <a:pt x="46" y="33"/>
                    <a:pt x="45" y="33"/>
                  </a:cubicBezTo>
                  <a:cubicBezTo>
                    <a:pt x="41" y="33"/>
                    <a:pt x="37" y="32"/>
                    <a:pt x="33" y="30"/>
                  </a:cubicBezTo>
                  <a:cubicBezTo>
                    <a:pt x="31" y="30"/>
                    <a:pt x="30" y="29"/>
                    <a:pt x="28" y="28"/>
                  </a:cubicBezTo>
                  <a:cubicBezTo>
                    <a:pt x="27" y="28"/>
                    <a:pt x="26" y="27"/>
                    <a:pt x="26" y="27"/>
                  </a:cubicBezTo>
                  <a:cubicBezTo>
                    <a:pt x="25" y="27"/>
                    <a:pt x="24" y="26"/>
                    <a:pt x="24" y="25"/>
                  </a:cubicBezTo>
                  <a:cubicBezTo>
                    <a:pt x="24" y="26"/>
                    <a:pt x="24" y="26"/>
                    <a:pt x="24" y="26"/>
                  </a:cubicBezTo>
                  <a:cubicBezTo>
                    <a:pt x="25" y="25"/>
                    <a:pt x="25" y="26"/>
                    <a:pt x="26" y="26"/>
                  </a:cubicBezTo>
                  <a:cubicBezTo>
                    <a:pt x="27" y="27"/>
                    <a:pt x="28" y="27"/>
                    <a:pt x="29" y="27"/>
                  </a:cubicBezTo>
                  <a:cubicBezTo>
                    <a:pt x="31" y="28"/>
                    <a:pt x="32" y="29"/>
                    <a:pt x="34" y="29"/>
                  </a:cubicBezTo>
                  <a:cubicBezTo>
                    <a:pt x="36" y="30"/>
                    <a:pt x="38" y="30"/>
                    <a:pt x="40" y="31"/>
                  </a:cubicBezTo>
                  <a:cubicBezTo>
                    <a:pt x="42" y="31"/>
                    <a:pt x="44" y="32"/>
                    <a:pt x="47" y="32"/>
                  </a:cubicBezTo>
                  <a:cubicBezTo>
                    <a:pt x="48" y="32"/>
                    <a:pt x="49" y="32"/>
                    <a:pt x="50" y="32"/>
                  </a:cubicBezTo>
                  <a:cubicBezTo>
                    <a:pt x="50" y="32"/>
                    <a:pt x="50" y="31"/>
                    <a:pt x="50" y="31"/>
                  </a:cubicBezTo>
                  <a:cubicBezTo>
                    <a:pt x="49" y="31"/>
                    <a:pt x="49" y="31"/>
                    <a:pt x="48" y="31"/>
                  </a:cubicBezTo>
                  <a:cubicBezTo>
                    <a:pt x="47" y="31"/>
                    <a:pt x="46" y="31"/>
                    <a:pt x="45" y="31"/>
                  </a:cubicBezTo>
                  <a:cubicBezTo>
                    <a:pt x="43" y="31"/>
                    <a:pt x="41" y="30"/>
                    <a:pt x="39" y="30"/>
                  </a:cubicBezTo>
                  <a:cubicBezTo>
                    <a:pt x="35" y="29"/>
                    <a:pt x="31" y="28"/>
                    <a:pt x="27" y="26"/>
                  </a:cubicBezTo>
                  <a:cubicBezTo>
                    <a:pt x="26" y="26"/>
                    <a:pt x="25" y="25"/>
                    <a:pt x="24" y="24"/>
                  </a:cubicBezTo>
                  <a:cubicBezTo>
                    <a:pt x="23" y="24"/>
                    <a:pt x="23" y="24"/>
                    <a:pt x="22" y="23"/>
                  </a:cubicBezTo>
                  <a:cubicBezTo>
                    <a:pt x="22" y="23"/>
                    <a:pt x="21" y="23"/>
                    <a:pt x="21" y="22"/>
                  </a:cubicBezTo>
                  <a:cubicBezTo>
                    <a:pt x="21" y="22"/>
                    <a:pt x="21" y="22"/>
                    <a:pt x="21" y="22"/>
                  </a:cubicBezTo>
                  <a:cubicBezTo>
                    <a:pt x="22" y="22"/>
                    <a:pt x="23" y="23"/>
                    <a:pt x="24" y="23"/>
                  </a:cubicBezTo>
                  <a:cubicBezTo>
                    <a:pt x="25" y="24"/>
                    <a:pt x="26" y="24"/>
                    <a:pt x="26" y="24"/>
                  </a:cubicBezTo>
                  <a:cubicBezTo>
                    <a:pt x="28" y="25"/>
                    <a:pt x="30" y="26"/>
                    <a:pt x="32" y="27"/>
                  </a:cubicBezTo>
                  <a:cubicBezTo>
                    <a:pt x="36" y="28"/>
                    <a:pt x="40" y="29"/>
                    <a:pt x="45" y="29"/>
                  </a:cubicBezTo>
                  <a:cubicBezTo>
                    <a:pt x="47" y="30"/>
                    <a:pt x="49" y="30"/>
                    <a:pt x="52" y="30"/>
                  </a:cubicBezTo>
                  <a:cubicBezTo>
                    <a:pt x="52" y="30"/>
                    <a:pt x="52" y="30"/>
                    <a:pt x="52" y="30"/>
                  </a:cubicBezTo>
                  <a:cubicBezTo>
                    <a:pt x="48" y="31"/>
                    <a:pt x="44" y="31"/>
                    <a:pt x="40" y="30"/>
                  </a:cubicBezTo>
                  <a:cubicBezTo>
                    <a:pt x="36" y="29"/>
                    <a:pt x="33" y="27"/>
                    <a:pt x="29" y="26"/>
                  </a:cubicBezTo>
                  <a:cubicBezTo>
                    <a:pt x="28" y="25"/>
                    <a:pt x="26" y="25"/>
                    <a:pt x="25" y="24"/>
                  </a:cubicBezTo>
                  <a:cubicBezTo>
                    <a:pt x="24" y="24"/>
                    <a:pt x="23" y="23"/>
                    <a:pt x="22" y="22"/>
                  </a:cubicBezTo>
                  <a:cubicBezTo>
                    <a:pt x="22" y="22"/>
                    <a:pt x="22" y="22"/>
                    <a:pt x="22" y="23"/>
                  </a:cubicBezTo>
                  <a:cubicBezTo>
                    <a:pt x="24" y="22"/>
                    <a:pt x="25" y="23"/>
                    <a:pt x="27" y="24"/>
                  </a:cubicBezTo>
                  <a:cubicBezTo>
                    <a:pt x="29" y="24"/>
                    <a:pt x="31" y="25"/>
                    <a:pt x="34" y="26"/>
                  </a:cubicBezTo>
                  <a:cubicBezTo>
                    <a:pt x="36" y="26"/>
                    <a:pt x="38" y="27"/>
                    <a:pt x="40" y="27"/>
                  </a:cubicBezTo>
                  <a:cubicBezTo>
                    <a:pt x="42" y="28"/>
                    <a:pt x="44" y="28"/>
                    <a:pt x="46" y="28"/>
                  </a:cubicBezTo>
                  <a:cubicBezTo>
                    <a:pt x="47" y="29"/>
                    <a:pt x="48" y="29"/>
                    <a:pt x="49" y="29"/>
                  </a:cubicBezTo>
                  <a:cubicBezTo>
                    <a:pt x="49" y="29"/>
                    <a:pt x="49" y="29"/>
                    <a:pt x="49" y="29"/>
                  </a:cubicBezTo>
                  <a:cubicBezTo>
                    <a:pt x="49" y="29"/>
                    <a:pt x="48" y="29"/>
                    <a:pt x="47" y="29"/>
                  </a:cubicBezTo>
                  <a:cubicBezTo>
                    <a:pt x="46" y="29"/>
                    <a:pt x="46" y="29"/>
                    <a:pt x="45" y="29"/>
                  </a:cubicBezTo>
                  <a:cubicBezTo>
                    <a:pt x="43" y="29"/>
                    <a:pt x="41" y="29"/>
                    <a:pt x="39" y="28"/>
                  </a:cubicBezTo>
                  <a:cubicBezTo>
                    <a:pt x="37" y="28"/>
                    <a:pt x="35" y="28"/>
                    <a:pt x="33" y="27"/>
                  </a:cubicBezTo>
                  <a:cubicBezTo>
                    <a:pt x="31" y="27"/>
                    <a:pt x="29" y="26"/>
                    <a:pt x="27" y="25"/>
                  </a:cubicBezTo>
                  <a:cubicBezTo>
                    <a:pt x="27" y="25"/>
                    <a:pt x="26" y="24"/>
                    <a:pt x="25" y="24"/>
                  </a:cubicBezTo>
                  <a:cubicBezTo>
                    <a:pt x="25" y="24"/>
                    <a:pt x="24" y="23"/>
                    <a:pt x="24" y="23"/>
                  </a:cubicBezTo>
                  <a:cubicBezTo>
                    <a:pt x="23" y="23"/>
                    <a:pt x="23" y="23"/>
                    <a:pt x="23" y="23"/>
                  </a:cubicBezTo>
                  <a:cubicBezTo>
                    <a:pt x="24" y="23"/>
                    <a:pt x="25" y="23"/>
                    <a:pt x="26" y="24"/>
                  </a:cubicBezTo>
                  <a:cubicBezTo>
                    <a:pt x="27" y="24"/>
                    <a:pt x="28" y="25"/>
                    <a:pt x="29" y="25"/>
                  </a:cubicBezTo>
                  <a:cubicBezTo>
                    <a:pt x="31" y="26"/>
                    <a:pt x="33" y="26"/>
                    <a:pt x="35" y="27"/>
                  </a:cubicBezTo>
                  <a:cubicBezTo>
                    <a:pt x="39" y="28"/>
                    <a:pt x="43" y="29"/>
                    <a:pt x="47" y="29"/>
                  </a:cubicBezTo>
                  <a:cubicBezTo>
                    <a:pt x="48" y="29"/>
                    <a:pt x="48" y="29"/>
                    <a:pt x="49" y="29"/>
                  </a:cubicBezTo>
                  <a:cubicBezTo>
                    <a:pt x="49" y="29"/>
                    <a:pt x="49" y="29"/>
                    <a:pt x="49" y="29"/>
                  </a:cubicBezTo>
                  <a:cubicBezTo>
                    <a:pt x="48" y="29"/>
                    <a:pt x="47" y="29"/>
                    <a:pt x="46" y="28"/>
                  </a:cubicBezTo>
                  <a:cubicBezTo>
                    <a:pt x="45" y="28"/>
                    <a:pt x="44" y="28"/>
                    <a:pt x="43" y="28"/>
                  </a:cubicBezTo>
                  <a:cubicBezTo>
                    <a:pt x="41" y="28"/>
                    <a:pt x="39" y="28"/>
                    <a:pt x="37" y="27"/>
                  </a:cubicBezTo>
                  <a:cubicBezTo>
                    <a:pt x="35" y="27"/>
                    <a:pt x="33" y="26"/>
                    <a:pt x="31" y="26"/>
                  </a:cubicBezTo>
                  <a:cubicBezTo>
                    <a:pt x="29" y="25"/>
                    <a:pt x="27" y="25"/>
                    <a:pt x="25" y="24"/>
                  </a:cubicBezTo>
                  <a:cubicBezTo>
                    <a:pt x="24" y="24"/>
                    <a:pt x="24" y="24"/>
                    <a:pt x="23" y="24"/>
                  </a:cubicBezTo>
                  <a:cubicBezTo>
                    <a:pt x="23" y="23"/>
                    <a:pt x="22" y="23"/>
                    <a:pt x="22" y="23"/>
                  </a:cubicBezTo>
                  <a:cubicBezTo>
                    <a:pt x="22" y="23"/>
                    <a:pt x="22" y="23"/>
                    <a:pt x="22" y="23"/>
                  </a:cubicBezTo>
                  <a:cubicBezTo>
                    <a:pt x="23" y="22"/>
                    <a:pt x="24" y="23"/>
                    <a:pt x="25" y="23"/>
                  </a:cubicBezTo>
                  <a:cubicBezTo>
                    <a:pt x="26" y="23"/>
                    <a:pt x="27" y="23"/>
                    <a:pt x="27" y="24"/>
                  </a:cubicBezTo>
                  <a:cubicBezTo>
                    <a:pt x="29" y="24"/>
                    <a:pt x="32" y="25"/>
                    <a:pt x="34" y="25"/>
                  </a:cubicBezTo>
                  <a:cubicBezTo>
                    <a:pt x="36" y="26"/>
                    <a:pt x="38" y="26"/>
                    <a:pt x="40" y="27"/>
                  </a:cubicBezTo>
                  <a:cubicBezTo>
                    <a:pt x="42" y="27"/>
                    <a:pt x="44" y="28"/>
                    <a:pt x="46" y="28"/>
                  </a:cubicBezTo>
                  <a:cubicBezTo>
                    <a:pt x="47" y="28"/>
                    <a:pt x="48" y="28"/>
                    <a:pt x="49" y="28"/>
                  </a:cubicBezTo>
                  <a:cubicBezTo>
                    <a:pt x="50" y="28"/>
                    <a:pt x="51" y="28"/>
                    <a:pt x="52" y="28"/>
                  </a:cubicBezTo>
                  <a:cubicBezTo>
                    <a:pt x="52" y="28"/>
                    <a:pt x="52" y="27"/>
                    <a:pt x="52" y="27"/>
                  </a:cubicBezTo>
                  <a:cubicBezTo>
                    <a:pt x="51" y="26"/>
                    <a:pt x="50" y="27"/>
                    <a:pt x="48" y="27"/>
                  </a:cubicBezTo>
                  <a:cubicBezTo>
                    <a:pt x="46" y="27"/>
                    <a:pt x="44" y="27"/>
                    <a:pt x="42" y="26"/>
                  </a:cubicBezTo>
                  <a:cubicBezTo>
                    <a:pt x="38" y="26"/>
                    <a:pt x="34" y="26"/>
                    <a:pt x="30" y="25"/>
                  </a:cubicBezTo>
                  <a:cubicBezTo>
                    <a:pt x="28" y="25"/>
                    <a:pt x="26" y="24"/>
                    <a:pt x="25" y="23"/>
                  </a:cubicBezTo>
                  <a:cubicBezTo>
                    <a:pt x="23" y="23"/>
                    <a:pt x="22" y="22"/>
                    <a:pt x="21" y="21"/>
                  </a:cubicBezTo>
                  <a:cubicBezTo>
                    <a:pt x="21" y="21"/>
                    <a:pt x="21" y="21"/>
                    <a:pt x="21" y="21"/>
                  </a:cubicBezTo>
                  <a:cubicBezTo>
                    <a:pt x="21" y="21"/>
                    <a:pt x="22" y="21"/>
                    <a:pt x="22" y="21"/>
                  </a:cubicBezTo>
                  <a:cubicBezTo>
                    <a:pt x="23" y="21"/>
                    <a:pt x="24" y="21"/>
                    <a:pt x="25" y="22"/>
                  </a:cubicBezTo>
                  <a:cubicBezTo>
                    <a:pt x="27" y="22"/>
                    <a:pt x="29" y="23"/>
                    <a:pt x="31" y="24"/>
                  </a:cubicBezTo>
                  <a:cubicBezTo>
                    <a:pt x="33" y="24"/>
                    <a:pt x="34" y="25"/>
                    <a:pt x="36" y="25"/>
                  </a:cubicBezTo>
                  <a:cubicBezTo>
                    <a:pt x="38" y="26"/>
                    <a:pt x="39" y="26"/>
                    <a:pt x="41" y="27"/>
                  </a:cubicBezTo>
                  <a:cubicBezTo>
                    <a:pt x="43" y="27"/>
                    <a:pt x="45" y="27"/>
                    <a:pt x="47" y="28"/>
                  </a:cubicBezTo>
                  <a:cubicBezTo>
                    <a:pt x="49" y="28"/>
                    <a:pt x="51" y="29"/>
                    <a:pt x="52" y="28"/>
                  </a:cubicBezTo>
                  <a:cubicBezTo>
                    <a:pt x="52" y="28"/>
                    <a:pt x="52" y="27"/>
                    <a:pt x="52" y="27"/>
                  </a:cubicBezTo>
                  <a:cubicBezTo>
                    <a:pt x="52" y="27"/>
                    <a:pt x="51" y="27"/>
                    <a:pt x="50" y="27"/>
                  </a:cubicBezTo>
                  <a:cubicBezTo>
                    <a:pt x="49" y="27"/>
                    <a:pt x="48" y="27"/>
                    <a:pt x="48" y="27"/>
                  </a:cubicBezTo>
                  <a:cubicBezTo>
                    <a:pt x="45" y="27"/>
                    <a:pt x="43" y="26"/>
                    <a:pt x="41" y="26"/>
                  </a:cubicBezTo>
                  <a:cubicBezTo>
                    <a:pt x="37" y="26"/>
                    <a:pt x="33" y="25"/>
                    <a:pt x="29" y="24"/>
                  </a:cubicBezTo>
                  <a:cubicBezTo>
                    <a:pt x="28" y="24"/>
                    <a:pt x="27" y="24"/>
                    <a:pt x="26" y="23"/>
                  </a:cubicBezTo>
                  <a:cubicBezTo>
                    <a:pt x="26" y="23"/>
                    <a:pt x="26" y="23"/>
                    <a:pt x="26" y="23"/>
                  </a:cubicBezTo>
                  <a:cubicBezTo>
                    <a:pt x="27" y="23"/>
                    <a:pt x="28" y="23"/>
                    <a:pt x="28" y="23"/>
                  </a:cubicBezTo>
                  <a:cubicBezTo>
                    <a:pt x="29" y="23"/>
                    <a:pt x="30" y="24"/>
                    <a:pt x="31" y="24"/>
                  </a:cubicBezTo>
                  <a:cubicBezTo>
                    <a:pt x="33" y="24"/>
                    <a:pt x="35" y="25"/>
                    <a:pt x="37" y="25"/>
                  </a:cubicBezTo>
                  <a:cubicBezTo>
                    <a:pt x="41" y="26"/>
                    <a:pt x="46" y="26"/>
                    <a:pt x="50" y="27"/>
                  </a:cubicBezTo>
                  <a:cubicBezTo>
                    <a:pt x="51" y="27"/>
                    <a:pt x="53" y="27"/>
                    <a:pt x="54" y="26"/>
                  </a:cubicBezTo>
                  <a:cubicBezTo>
                    <a:pt x="54" y="26"/>
                    <a:pt x="54" y="26"/>
                    <a:pt x="54" y="26"/>
                  </a:cubicBezTo>
                  <a:cubicBezTo>
                    <a:pt x="53" y="27"/>
                    <a:pt x="51" y="27"/>
                    <a:pt x="50" y="27"/>
                  </a:cubicBezTo>
                  <a:cubicBezTo>
                    <a:pt x="48" y="28"/>
                    <a:pt x="46" y="28"/>
                    <a:pt x="44" y="27"/>
                  </a:cubicBezTo>
                  <a:cubicBezTo>
                    <a:pt x="42" y="27"/>
                    <a:pt x="41" y="27"/>
                    <a:pt x="39" y="27"/>
                  </a:cubicBezTo>
                  <a:cubicBezTo>
                    <a:pt x="38" y="26"/>
                    <a:pt x="37" y="26"/>
                    <a:pt x="36" y="26"/>
                  </a:cubicBezTo>
                  <a:cubicBezTo>
                    <a:pt x="35" y="26"/>
                    <a:pt x="34" y="25"/>
                    <a:pt x="34" y="25"/>
                  </a:cubicBezTo>
                  <a:cubicBezTo>
                    <a:pt x="33" y="25"/>
                    <a:pt x="32" y="25"/>
                    <a:pt x="32" y="24"/>
                  </a:cubicBezTo>
                  <a:cubicBezTo>
                    <a:pt x="32" y="24"/>
                    <a:pt x="32" y="24"/>
                    <a:pt x="32" y="24"/>
                  </a:cubicBezTo>
                  <a:cubicBezTo>
                    <a:pt x="33" y="24"/>
                    <a:pt x="35" y="24"/>
                    <a:pt x="37" y="24"/>
                  </a:cubicBezTo>
                  <a:cubicBezTo>
                    <a:pt x="38" y="24"/>
                    <a:pt x="40" y="25"/>
                    <a:pt x="41" y="25"/>
                  </a:cubicBezTo>
                  <a:cubicBezTo>
                    <a:pt x="42" y="25"/>
                    <a:pt x="43" y="25"/>
                    <a:pt x="44" y="25"/>
                  </a:cubicBezTo>
                  <a:cubicBezTo>
                    <a:pt x="45" y="25"/>
                    <a:pt x="46" y="25"/>
                    <a:pt x="47" y="25"/>
                  </a:cubicBezTo>
                  <a:cubicBezTo>
                    <a:pt x="48" y="25"/>
                    <a:pt x="49" y="26"/>
                    <a:pt x="50" y="26"/>
                  </a:cubicBezTo>
                  <a:cubicBezTo>
                    <a:pt x="51" y="26"/>
                    <a:pt x="52" y="25"/>
                    <a:pt x="53" y="26"/>
                  </a:cubicBezTo>
                  <a:cubicBezTo>
                    <a:pt x="53" y="26"/>
                    <a:pt x="53" y="25"/>
                    <a:pt x="53" y="25"/>
                  </a:cubicBezTo>
                  <a:cubicBezTo>
                    <a:pt x="46" y="26"/>
                    <a:pt x="39" y="27"/>
                    <a:pt x="32" y="25"/>
                  </a:cubicBezTo>
                  <a:cubicBezTo>
                    <a:pt x="30" y="24"/>
                    <a:pt x="27" y="23"/>
                    <a:pt x="25" y="22"/>
                  </a:cubicBezTo>
                  <a:cubicBezTo>
                    <a:pt x="25" y="22"/>
                    <a:pt x="25" y="22"/>
                    <a:pt x="25" y="22"/>
                  </a:cubicBezTo>
                  <a:cubicBezTo>
                    <a:pt x="26" y="22"/>
                    <a:pt x="27" y="23"/>
                    <a:pt x="28" y="23"/>
                  </a:cubicBezTo>
                  <a:cubicBezTo>
                    <a:pt x="29" y="23"/>
                    <a:pt x="30" y="24"/>
                    <a:pt x="31" y="24"/>
                  </a:cubicBezTo>
                  <a:cubicBezTo>
                    <a:pt x="33" y="24"/>
                    <a:pt x="35" y="25"/>
                    <a:pt x="37" y="26"/>
                  </a:cubicBezTo>
                  <a:cubicBezTo>
                    <a:pt x="40" y="26"/>
                    <a:pt x="43" y="27"/>
                    <a:pt x="47" y="28"/>
                  </a:cubicBezTo>
                  <a:cubicBezTo>
                    <a:pt x="49" y="28"/>
                    <a:pt x="52" y="28"/>
                    <a:pt x="54" y="27"/>
                  </a:cubicBezTo>
                  <a:cubicBezTo>
                    <a:pt x="54" y="27"/>
                    <a:pt x="54" y="26"/>
                    <a:pt x="54" y="26"/>
                  </a:cubicBezTo>
                  <a:cubicBezTo>
                    <a:pt x="53" y="26"/>
                    <a:pt x="52" y="26"/>
                    <a:pt x="52" y="27"/>
                  </a:cubicBezTo>
                  <a:cubicBezTo>
                    <a:pt x="51" y="27"/>
                    <a:pt x="50" y="27"/>
                    <a:pt x="49" y="27"/>
                  </a:cubicBezTo>
                  <a:cubicBezTo>
                    <a:pt x="47" y="28"/>
                    <a:pt x="45" y="28"/>
                    <a:pt x="44" y="28"/>
                  </a:cubicBezTo>
                  <a:cubicBezTo>
                    <a:pt x="41" y="28"/>
                    <a:pt x="37" y="29"/>
                    <a:pt x="34" y="29"/>
                  </a:cubicBezTo>
                  <a:cubicBezTo>
                    <a:pt x="34" y="29"/>
                    <a:pt x="34" y="29"/>
                    <a:pt x="34" y="29"/>
                  </a:cubicBezTo>
                  <a:cubicBezTo>
                    <a:pt x="36" y="29"/>
                    <a:pt x="37" y="29"/>
                    <a:pt x="39" y="29"/>
                  </a:cubicBezTo>
                  <a:cubicBezTo>
                    <a:pt x="41" y="29"/>
                    <a:pt x="42" y="29"/>
                    <a:pt x="44" y="29"/>
                  </a:cubicBezTo>
                  <a:cubicBezTo>
                    <a:pt x="46" y="29"/>
                    <a:pt x="49" y="29"/>
                    <a:pt x="51" y="30"/>
                  </a:cubicBezTo>
                  <a:cubicBezTo>
                    <a:pt x="51" y="30"/>
                    <a:pt x="51" y="30"/>
                    <a:pt x="51" y="30"/>
                  </a:cubicBezTo>
                  <a:cubicBezTo>
                    <a:pt x="50" y="30"/>
                    <a:pt x="49" y="31"/>
                    <a:pt x="48" y="31"/>
                  </a:cubicBezTo>
                  <a:cubicBezTo>
                    <a:pt x="47" y="31"/>
                    <a:pt x="46" y="31"/>
                    <a:pt x="45" y="31"/>
                  </a:cubicBezTo>
                  <a:cubicBezTo>
                    <a:pt x="44" y="31"/>
                    <a:pt x="43" y="31"/>
                    <a:pt x="42" y="31"/>
                  </a:cubicBezTo>
                  <a:cubicBezTo>
                    <a:pt x="41" y="31"/>
                    <a:pt x="40" y="31"/>
                    <a:pt x="38" y="31"/>
                  </a:cubicBezTo>
                  <a:cubicBezTo>
                    <a:pt x="38" y="31"/>
                    <a:pt x="38" y="31"/>
                    <a:pt x="38" y="31"/>
                  </a:cubicBezTo>
                  <a:cubicBezTo>
                    <a:pt x="42" y="32"/>
                    <a:pt x="45" y="32"/>
                    <a:pt x="48" y="31"/>
                  </a:cubicBezTo>
                  <a:cubicBezTo>
                    <a:pt x="50" y="31"/>
                    <a:pt x="52" y="31"/>
                    <a:pt x="54" y="31"/>
                  </a:cubicBezTo>
                  <a:cubicBezTo>
                    <a:pt x="55" y="30"/>
                    <a:pt x="56" y="30"/>
                    <a:pt x="57" y="30"/>
                  </a:cubicBezTo>
                  <a:cubicBezTo>
                    <a:pt x="57" y="29"/>
                    <a:pt x="58" y="29"/>
                    <a:pt x="59" y="29"/>
                  </a:cubicBezTo>
                  <a:cubicBezTo>
                    <a:pt x="59" y="29"/>
                    <a:pt x="59" y="29"/>
                    <a:pt x="59" y="28"/>
                  </a:cubicBezTo>
                  <a:cubicBezTo>
                    <a:pt x="56" y="31"/>
                    <a:pt x="52" y="31"/>
                    <a:pt x="49" y="32"/>
                  </a:cubicBezTo>
                  <a:cubicBezTo>
                    <a:pt x="47" y="32"/>
                    <a:pt x="46" y="32"/>
                    <a:pt x="45" y="32"/>
                  </a:cubicBezTo>
                  <a:cubicBezTo>
                    <a:pt x="43" y="32"/>
                    <a:pt x="42" y="32"/>
                    <a:pt x="41" y="31"/>
                  </a:cubicBezTo>
                  <a:cubicBezTo>
                    <a:pt x="41" y="31"/>
                    <a:pt x="41" y="31"/>
                    <a:pt x="40" y="31"/>
                  </a:cubicBezTo>
                  <a:cubicBezTo>
                    <a:pt x="40" y="31"/>
                    <a:pt x="40" y="31"/>
                    <a:pt x="40" y="31"/>
                  </a:cubicBezTo>
                  <a:cubicBezTo>
                    <a:pt x="41" y="31"/>
                    <a:pt x="42" y="30"/>
                    <a:pt x="43" y="30"/>
                  </a:cubicBezTo>
                  <a:cubicBezTo>
                    <a:pt x="44" y="30"/>
                    <a:pt x="45" y="30"/>
                    <a:pt x="46" y="30"/>
                  </a:cubicBezTo>
                  <a:cubicBezTo>
                    <a:pt x="48" y="29"/>
                    <a:pt x="50" y="29"/>
                    <a:pt x="52" y="29"/>
                  </a:cubicBezTo>
                  <a:cubicBezTo>
                    <a:pt x="55" y="28"/>
                    <a:pt x="58" y="26"/>
                    <a:pt x="61" y="24"/>
                  </a:cubicBezTo>
                  <a:cubicBezTo>
                    <a:pt x="61" y="23"/>
                    <a:pt x="62" y="23"/>
                    <a:pt x="62" y="22"/>
                  </a:cubicBezTo>
                  <a:cubicBezTo>
                    <a:pt x="62" y="22"/>
                    <a:pt x="62" y="22"/>
                    <a:pt x="62" y="22"/>
                  </a:cubicBezTo>
                  <a:cubicBezTo>
                    <a:pt x="60" y="24"/>
                    <a:pt x="57" y="26"/>
                    <a:pt x="54" y="28"/>
                  </a:cubicBezTo>
                  <a:cubicBezTo>
                    <a:pt x="51" y="29"/>
                    <a:pt x="48" y="30"/>
                    <a:pt x="45" y="29"/>
                  </a:cubicBezTo>
                  <a:cubicBezTo>
                    <a:pt x="44" y="29"/>
                    <a:pt x="43" y="29"/>
                    <a:pt x="42" y="29"/>
                  </a:cubicBezTo>
                  <a:cubicBezTo>
                    <a:pt x="42" y="29"/>
                    <a:pt x="42" y="29"/>
                    <a:pt x="42" y="29"/>
                  </a:cubicBezTo>
                  <a:cubicBezTo>
                    <a:pt x="42" y="29"/>
                    <a:pt x="43" y="29"/>
                    <a:pt x="44" y="29"/>
                  </a:cubicBezTo>
                  <a:cubicBezTo>
                    <a:pt x="45" y="28"/>
                    <a:pt x="46" y="28"/>
                    <a:pt x="47" y="28"/>
                  </a:cubicBezTo>
                  <a:cubicBezTo>
                    <a:pt x="49" y="28"/>
                    <a:pt x="51" y="27"/>
                    <a:pt x="53" y="26"/>
                  </a:cubicBezTo>
                  <a:cubicBezTo>
                    <a:pt x="56" y="25"/>
                    <a:pt x="59" y="23"/>
                    <a:pt x="62" y="21"/>
                  </a:cubicBezTo>
                  <a:cubicBezTo>
                    <a:pt x="62" y="21"/>
                    <a:pt x="62" y="21"/>
                    <a:pt x="61" y="20"/>
                  </a:cubicBezTo>
                  <a:cubicBezTo>
                    <a:pt x="61" y="22"/>
                    <a:pt x="60" y="23"/>
                    <a:pt x="59" y="24"/>
                  </a:cubicBezTo>
                  <a:cubicBezTo>
                    <a:pt x="58" y="25"/>
                    <a:pt x="57" y="26"/>
                    <a:pt x="55" y="26"/>
                  </a:cubicBezTo>
                  <a:cubicBezTo>
                    <a:pt x="53" y="28"/>
                    <a:pt x="51" y="29"/>
                    <a:pt x="48" y="29"/>
                  </a:cubicBezTo>
                  <a:cubicBezTo>
                    <a:pt x="47" y="30"/>
                    <a:pt x="46" y="30"/>
                    <a:pt x="45" y="29"/>
                  </a:cubicBezTo>
                  <a:cubicBezTo>
                    <a:pt x="45" y="29"/>
                    <a:pt x="45" y="29"/>
                    <a:pt x="45" y="30"/>
                  </a:cubicBezTo>
                  <a:cubicBezTo>
                    <a:pt x="45" y="29"/>
                    <a:pt x="46" y="29"/>
                    <a:pt x="47" y="29"/>
                  </a:cubicBezTo>
                  <a:cubicBezTo>
                    <a:pt x="48" y="29"/>
                    <a:pt x="49" y="29"/>
                    <a:pt x="50" y="28"/>
                  </a:cubicBezTo>
                  <a:cubicBezTo>
                    <a:pt x="51" y="28"/>
                    <a:pt x="53" y="27"/>
                    <a:pt x="54" y="26"/>
                  </a:cubicBezTo>
                  <a:cubicBezTo>
                    <a:pt x="56" y="26"/>
                    <a:pt x="57" y="25"/>
                    <a:pt x="58" y="23"/>
                  </a:cubicBezTo>
                  <a:cubicBezTo>
                    <a:pt x="59" y="23"/>
                    <a:pt x="59" y="22"/>
                    <a:pt x="60" y="21"/>
                  </a:cubicBezTo>
                  <a:cubicBezTo>
                    <a:pt x="60" y="21"/>
                    <a:pt x="61" y="20"/>
                    <a:pt x="61" y="20"/>
                  </a:cubicBezTo>
                  <a:cubicBezTo>
                    <a:pt x="61" y="20"/>
                    <a:pt x="61" y="20"/>
                    <a:pt x="61" y="19"/>
                  </a:cubicBezTo>
                  <a:cubicBezTo>
                    <a:pt x="61" y="21"/>
                    <a:pt x="60" y="22"/>
                    <a:pt x="60" y="22"/>
                  </a:cubicBezTo>
                  <a:cubicBezTo>
                    <a:pt x="59" y="23"/>
                    <a:pt x="58" y="24"/>
                    <a:pt x="56" y="25"/>
                  </a:cubicBezTo>
                  <a:cubicBezTo>
                    <a:pt x="54" y="27"/>
                    <a:pt x="51" y="28"/>
                    <a:pt x="48" y="30"/>
                  </a:cubicBezTo>
                  <a:cubicBezTo>
                    <a:pt x="47" y="30"/>
                    <a:pt x="45" y="30"/>
                    <a:pt x="44" y="30"/>
                  </a:cubicBezTo>
                  <a:cubicBezTo>
                    <a:pt x="44" y="30"/>
                    <a:pt x="44" y="31"/>
                    <a:pt x="44" y="31"/>
                  </a:cubicBezTo>
                  <a:cubicBezTo>
                    <a:pt x="45" y="30"/>
                    <a:pt x="46" y="30"/>
                    <a:pt x="47" y="30"/>
                  </a:cubicBezTo>
                  <a:cubicBezTo>
                    <a:pt x="48" y="30"/>
                    <a:pt x="48" y="30"/>
                    <a:pt x="49" y="30"/>
                  </a:cubicBezTo>
                  <a:cubicBezTo>
                    <a:pt x="51" y="30"/>
                    <a:pt x="53" y="29"/>
                    <a:pt x="55" y="29"/>
                  </a:cubicBezTo>
                  <a:cubicBezTo>
                    <a:pt x="58" y="28"/>
                    <a:pt x="61" y="26"/>
                    <a:pt x="64" y="24"/>
                  </a:cubicBezTo>
                  <a:cubicBezTo>
                    <a:pt x="64" y="24"/>
                    <a:pt x="64" y="24"/>
                    <a:pt x="64" y="24"/>
                  </a:cubicBezTo>
                  <a:cubicBezTo>
                    <a:pt x="63" y="27"/>
                    <a:pt x="60" y="29"/>
                    <a:pt x="57" y="30"/>
                  </a:cubicBezTo>
                  <a:cubicBezTo>
                    <a:pt x="54" y="32"/>
                    <a:pt x="51" y="32"/>
                    <a:pt x="48" y="32"/>
                  </a:cubicBezTo>
                  <a:cubicBezTo>
                    <a:pt x="46" y="33"/>
                    <a:pt x="44" y="33"/>
                    <a:pt x="42" y="32"/>
                  </a:cubicBezTo>
                  <a:cubicBezTo>
                    <a:pt x="42" y="32"/>
                    <a:pt x="42" y="32"/>
                    <a:pt x="42" y="32"/>
                  </a:cubicBezTo>
                  <a:cubicBezTo>
                    <a:pt x="43" y="31"/>
                    <a:pt x="44" y="32"/>
                    <a:pt x="45" y="32"/>
                  </a:cubicBezTo>
                  <a:cubicBezTo>
                    <a:pt x="46" y="32"/>
                    <a:pt x="47" y="32"/>
                    <a:pt x="48" y="32"/>
                  </a:cubicBezTo>
                  <a:cubicBezTo>
                    <a:pt x="50" y="32"/>
                    <a:pt x="52" y="32"/>
                    <a:pt x="54" y="32"/>
                  </a:cubicBezTo>
                  <a:cubicBezTo>
                    <a:pt x="58" y="32"/>
                    <a:pt x="61" y="31"/>
                    <a:pt x="65" y="29"/>
                  </a:cubicBezTo>
                  <a:cubicBezTo>
                    <a:pt x="65" y="29"/>
                    <a:pt x="66" y="29"/>
                    <a:pt x="66" y="28"/>
                  </a:cubicBezTo>
                  <a:cubicBezTo>
                    <a:pt x="66" y="28"/>
                    <a:pt x="66" y="28"/>
                    <a:pt x="66" y="28"/>
                  </a:cubicBezTo>
                  <a:cubicBezTo>
                    <a:pt x="65" y="27"/>
                    <a:pt x="63" y="29"/>
                    <a:pt x="62" y="29"/>
                  </a:cubicBezTo>
                  <a:cubicBezTo>
                    <a:pt x="62" y="30"/>
                    <a:pt x="61" y="30"/>
                    <a:pt x="60" y="31"/>
                  </a:cubicBezTo>
                  <a:cubicBezTo>
                    <a:pt x="59" y="31"/>
                    <a:pt x="59" y="32"/>
                    <a:pt x="58" y="32"/>
                  </a:cubicBezTo>
                  <a:cubicBezTo>
                    <a:pt x="55" y="34"/>
                    <a:pt x="51" y="35"/>
                    <a:pt x="48" y="35"/>
                  </a:cubicBezTo>
                  <a:cubicBezTo>
                    <a:pt x="46" y="35"/>
                    <a:pt x="44" y="34"/>
                    <a:pt x="43" y="33"/>
                  </a:cubicBezTo>
                  <a:cubicBezTo>
                    <a:pt x="43" y="33"/>
                    <a:pt x="43" y="33"/>
                    <a:pt x="43" y="33"/>
                  </a:cubicBezTo>
                  <a:cubicBezTo>
                    <a:pt x="46" y="35"/>
                    <a:pt x="49" y="35"/>
                    <a:pt x="53" y="35"/>
                  </a:cubicBezTo>
                  <a:cubicBezTo>
                    <a:pt x="56" y="34"/>
                    <a:pt x="59" y="33"/>
                    <a:pt x="62" y="31"/>
                  </a:cubicBezTo>
                  <a:cubicBezTo>
                    <a:pt x="64" y="30"/>
                    <a:pt x="65" y="29"/>
                    <a:pt x="66" y="28"/>
                  </a:cubicBezTo>
                  <a:cubicBezTo>
                    <a:pt x="66" y="28"/>
                    <a:pt x="66" y="27"/>
                    <a:pt x="66" y="28"/>
                  </a:cubicBezTo>
                  <a:cubicBezTo>
                    <a:pt x="63" y="30"/>
                    <a:pt x="61" y="31"/>
                    <a:pt x="58" y="33"/>
                  </a:cubicBezTo>
                  <a:cubicBezTo>
                    <a:pt x="55" y="34"/>
                    <a:pt x="51" y="35"/>
                    <a:pt x="48" y="34"/>
                  </a:cubicBezTo>
                  <a:cubicBezTo>
                    <a:pt x="47" y="34"/>
                    <a:pt x="46" y="34"/>
                    <a:pt x="45" y="34"/>
                  </a:cubicBezTo>
                  <a:cubicBezTo>
                    <a:pt x="45" y="34"/>
                    <a:pt x="45" y="34"/>
                    <a:pt x="45" y="34"/>
                  </a:cubicBezTo>
                  <a:cubicBezTo>
                    <a:pt x="48" y="35"/>
                    <a:pt x="51" y="35"/>
                    <a:pt x="54" y="34"/>
                  </a:cubicBezTo>
                  <a:cubicBezTo>
                    <a:pt x="57" y="33"/>
                    <a:pt x="60" y="32"/>
                    <a:pt x="63" y="30"/>
                  </a:cubicBezTo>
                  <a:cubicBezTo>
                    <a:pt x="64" y="29"/>
                    <a:pt x="65" y="29"/>
                    <a:pt x="66" y="28"/>
                  </a:cubicBezTo>
                  <a:cubicBezTo>
                    <a:pt x="66" y="28"/>
                    <a:pt x="66" y="28"/>
                    <a:pt x="66" y="28"/>
                  </a:cubicBezTo>
                  <a:cubicBezTo>
                    <a:pt x="61" y="33"/>
                    <a:pt x="53" y="35"/>
                    <a:pt x="46" y="34"/>
                  </a:cubicBezTo>
                  <a:cubicBezTo>
                    <a:pt x="45" y="34"/>
                    <a:pt x="44" y="34"/>
                    <a:pt x="43" y="33"/>
                  </a:cubicBezTo>
                  <a:cubicBezTo>
                    <a:pt x="43" y="33"/>
                    <a:pt x="42" y="33"/>
                    <a:pt x="43" y="33"/>
                  </a:cubicBezTo>
                  <a:cubicBezTo>
                    <a:pt x="45" y="35"/>
                    <a:pt x="48" y="35"/>
                    <a:pt x="51" y="35"/>
                  </a:cubicBezTo>
                  <a:cubicBezTo>
                    <a:pt x="54" y="34"/>
                    <a:pt x="58" y="33"/>
                    <a:pt x="61" y="31"/>
                  </a:cubicBezTo>
                  <a:cubicBezTo>
                    <a:pt x="62" y="30"/>
                    <a:pt x="62" y="30"/>
                    <a:pt x="63" y="29"/>
                  </a:cubicBezTo>
                  <a:cubicBezTo>
                    <a:pt x="64" y="29"/>
                    <a:pt x="65" y="28"/>
                    <a:pt x="66" y="28"/>
                  </a:cubicBezTo>
                  <a:cubicBezTo>
                    <a:pt x="66" y="28"/>
                    <a:pt x="66" y="28"/>
                    <a:pt x="66" y="28"/>
                  </a:cubicBezTo>
                  <a:cubicBezTo>
                    <a:pt x="65" y="29"/>
                    <a:pt x="65" y="29"/>
                    <a:pt x="64" y="29"/>
                  </a:cubicBezTo>
                  <a:cubicBezTo>
                    <a:pt x="64" y="30"/>
                    <a:pt x="63" y="30"/>
                    <a:pt x="62" y="30"/>
                  </a:cubicBezTo>
                  <a:cubicBezTo>
                    <a:pt x="60" y="31"/>
                    <a:pt x="58" y="32"/>
                    <a:pt x="56" y="32"/>
                  </a:cubicBezTo>
                  <a:cubicBezTo>
                    <a:pt x="54" y="32"/>
                    <a:pt x="52" y="32"/>
                    <a:pt x="50" y="32"/>
                  </a:cubicBezTo>
                  <a:cubicBezTo>
                    <a:pt x="48" y="32"/>
                    <a:pt x="46" y="31"/>
                    <a:pt x="44" y="31"/>
                  </a:cubicBezTo>
                  <a:cubicBezTo>
                    <a:pt x="43" y="31"/>
                    <a:pt x="42" y="31"/>
                    <a:pt x="42" y="32"/>
                  </a:cubicBezTo>
                  <a:cubicBezTo>
                    <a:pt x="41" y="32"/>
                    <a:pt x="42" y="32"/>
                    <a:pt x="42" y="32"/>
                  </a:cubicBezTo>
                  <a:cubicBezTo>
                    <a:pt x="43" y="32"/>
                    <a:pt x="44" y="33"/>
                    <a:pt x="46" y="33"/>
                  </a:cubicBezTo>
                  <a:cubicBezTo>
                    <a:pt x="47" y="33"/>
                    <a:pt x="49" y="33"/>
                    <a:pt x="51" y="33"/>
                  </a:cubicBezTo>
                  <a:cubicBezTo>
                    <a:pt x="54" y="32"/>
                    <a:pt x="56" y="31"/>
                    <a:pt x="59" y="29"/>
                  </a:cubicBezTo>
                  <a:cubicBezTo>
                    <a:pt x="61" y="28"/>
                    <a:pt x="63" y="26"/>
                    <a:pt x="64" y="24"/>
                  </a:cubicBezTo>
                  <a:cubicBezTo>
                    <a:pt x="64" y="24"/>
                    <a:pt x="64" y="24"/>
                    <a:pt x="64" y="24"/>
                  </a:cubicBezTo>
                  <a:cubicBezTo>
                    <a:pt x="61" y="26"/>
                    <a:pt x="58" y="28"/>
                    <a:pt x="55" y="29"/>
                  </a:cubicBezTo>
                  <a:cubicBezTo>
                    <a:pt x="53" y="29"/>
                    <a:pt x="51" y="29"/>
                    <a:pt x="49" y="30"/>
                  </a:cubicBezTo>
                  <a:cubicBezTo>
                    <a:pt x="47" y="30"/>
                    <a:pt x="46" y="30"/>
                    <a:pt x="44" y="30"/>
                  </a:cubicBezTo>
                  <a:cubicBezTo>
                    <a:pt x="44" y="30"/>
                    <a:pt x="44" y="31"/>
                    <a:pt x="44" y="31"/>
                  </a:cubicBezTo>
                  <a:cubicBezTo>
                    <a:pt x="48" y="31"/>
                    <a:pt x="51" y="29"/>
                    <a:pt x="54" y="27"/>
                  </a:cubicBezTo>
                  <a:cubicBezTo>
                    <a:pt x="57" y="25"/>
                    <a:pt x="59" y="24"/>
                    <a:pt x="60" y="22"/>
                  </a:cubicBezTo>
                  <a:cubicBezTo>
                    <a:pt x="61" y="21"/>
                    <a:pt x="62" y="20"/>
                    <a:pt x="61" y="19"/>
                  </a:cubicBezTo>
                  <a:cubicBezTo>
                    <a:pt x="61" y="19"/>
                    <a:pt x="61" y="19"/>
                    <a:pt x="61" y="19"/>
                  </a:cubicBezTo>
                  <a:cubicBezTo>
                    <a:pt x="61" y="20"/>
                    <a:pt x="60" y="20"/>
                    <a:pt x="60" y="21"/>
                  </a:cubicBezTo>
                  <a:cubicBezTo>
                    <a:pt x="59" y="22"/>
                    <a:pt x="59" y="22"/>
                    <a:pt x="58" y="23"/>
                  </a:cubicBezTo>
                  <a:cubicBezTo>
                    <a:pt x="57" y="24"/>
                    <a:pt x="56" y="25"/>
                    <a:pt x="54" y="26"/>
                  </a:cubicBezTo>
                  <a:cubicBezTo>
                    <a:pt x="53" y="27"/>
                    <a:pt x="51" y="28"/>
                    <a:pt x="49" y="28"/>
                  </a:cubicBezTo>
                  <a:cubicBezTo>
                    <a:pt x="48" y="28"/>
                    <a:pt x="48" y="28"/>
                    <a:pt x="47" y="29"/>
                  </a:cubicBezTo>
                  <a:cubicBezTo>
                    <a:pt x="46" y="29"/>
                    <a:pt x="45" y="29"/>
                    <a:pt x="44" y="29"/>
                  </a:cubicBezTo>
                  <a:cubicBezTo>
                    <a:pt x="44" y="29"/>
                    <a:pt x="44" y="30"/>
                    <a:pt x="45" y="30"/>
                  </a:cubicBezTo>
                  <a:cubicBezTo>
                    <a:pt x="46" y="30"/>
                    <a:pt x="47" y="30"/>
                    <a:pt x="48" y="30"/>
                  </a:cubicBezTo>
                  <a:cubicBezTo>
                    <a:pt x="50" y="29"/>
                    <a:pt x="51" y="29"/>
                    <a:pt x="52" y="28"/>
                  </a:cubicBezTo>
                  <a:cubicBezTo>
                    <a:pt x="54" y="28"/>
                    <a:pt x="55" y="27"/>
                    <a:pt x="56" y="27"/>
                  </a:cubicBezTo>
                  <a:cubicBezTo>
                    <a:pt x="57" y="26"/>
                    <a:pt x="58" y="25"/>
                    <a:pt x="59" y="24"/>
                  </a:cubicBezTo>
                  <a:cubicBezTo>
                    <a:pt x="60" y="23"/>
                    <a:pt x="61" y="22"/>
                    <a:pt x="62" y="21"/>
                  </a:cubicBezTo>
                  <a:cubicBezTo>
                    <a:pt x="62" y="20"/>
                    <a:pt x="62" y="20"/>
                    <a:pt x="62" y="20"/>
                  </a:cubicBezTo>
                  <a:cubicBezTo>
                    <a:pt x="59" y="23"/>
                    <a:pt x="56" y="25"/>
                    <a:pt x="52" y="26"/>
                  </a:cubicBezTo>
                  <a:cubicBezTo>
                    <a:pt x="51" y="27"/>
                    <a:pt x="48" y="27"/>
                    <a:pt x="46" y="28"/>
                  </a:cubicBezTo>
                  <a:cubicBezTo>
                    <a:pt x="46" y="28"/>
                    <a:pt x="45" y="28"/>
                    <a:pt x="44" y="28"/>
                  </a:cubicBezTo>
                  <a:cubicBezTo>
                    <a:pt x="43" y="28"/>
                    <a:pt x="42" y="28"/>
                    <a:pt x="42" y="29"/>
                  </a:cubicBezTo>
                  <a:cubicBezTo>
                    <a:pt x="41" y="29"/>
                    <a:pt x="41" y="29"/>
                    <a:pt x="42" y="29"/>
                  </a:cubicBezTo>
                  <a:cubicBezTo>
                    <a:pt x="45" y="30"/>
                    <a:pt x="48" y="30"/>
                    <a:pt x="51" y="29"/>
                  </a:cubicBezTo>
                  <a:cubicBezTo>
                    <a:pt x="54" y="28"/>
                    <a:pt x="57" y="27"/>
                    <a:pt x="59" y="25"/>
                  </a:cubicBezTo>
                  <a:cubicBezTo>
                    <a:pt x="60" y="24"/>
                    <a:pt x="61" y="23"/>
                    <a:pt x="62" y="22"/>
                  </a:cubicBezTo>
                  <a:cubicBezTo>
                    <a:pt x="62" y="22"/>
                    <a:pt x="62" y="22"/>
                    <a:pt x="62" y="22"/>
                  </a:cubicBezTo>
                  <a:cubicBezTo>
                    <a:pt x="60" y="25"/>
                    <a:pt x="57" y="27"/>
                    <a:pt x="54" y="28"/>
                  </a:cubicBezTo>
                  <a:cubicBezTo>
                    <a:pt x="52" y="28"/>
                    <a:pt x="50" y="29"/>
                    <a:pt x="48" y="29"/>
                  </a:cubicBezTo>
                  <a:cubicBezTo>
                    <a:pt x="47" y="29"/>
                    <a:pt x="46" y="29"/>
                    <a:pt x="45" y="30"/>
                  </a:cubicBezTo>
                  <a:cubicBezTo>
                    <a:pt x="44" y="30"/>
                    <a:pt x="43" y="30"/>
                    <a:pt x="42" y="30"/>
                  </a:cubicBezTo>
                  <a:cubicBezTo>
                    <a:pt x="41" y="30"/>
                    <a:pt x="41" y="31"/>
                    <a:pt x="40" y="31"/>
                  </a:cubicBezTo>
                  <a:cubicBezTo>
                    <a:pt x="40" y="31"/>
                    <a:pt x="40" y="31"/>
                    <a:pt x="40" y="31"/>
                  </a:cubicBezTo>
                  <a:cubicBezTo>
                    <a:pt x="41" y="32"/>
                    <a:pt x="42" y="32"/>
                    <a:pt x="44" y="32"/>
                  </a:cubicBezTo>
                  <a:cubicBezTo>
                    <a:pt x="45" y="32"/>
                    <a:pt x="46" y="32"/>
                    <a:pt x="48" y="32"/>
                  </a:cubicBezTo>
                  <a:cubicBezTo>
                    <a:pt x="51" y="32"/>
                    <a:pt x="54" y="31"/>
                    <a:pt x="57" y="30"/>
                  </a:cubicBezTo>
                  <a:cubicBezTo>
                    <a:pt x="58" y="29"/>
                    <a:pt x="59" y="29"/>
                    <a:pt x="59" y="29"/>
                  </a:cubicBezTo>
                  <a:cubicBezTo>
                    <a:pt x="59" y="29"/>
                    <a:pt x="59" y="28"/>
                    <a:pt x="59" y="28"/>
                  </a:cubicBezTo>
                  <a:cubicBezTo>
                    <a:pt x="58" y="29"/>
                    <a:pt x="57" y="29"/>
                    <a:pt x="57" y="29"/>
                  </a:cubicBezTo>
                  <a:cubicBezTo>
                    <a:pt x="56" y="30"/>
                    <a:pt x="55" y="30"/>
                    <a:pt x="54" y="30"/>
                  </a:cubicBezTo>
                  <a:cubicBezTo>
                    <a:pt x="52" y="31"/>
                    <a:pt x="50" y="31"/>
                    <a:pt x="49" y="31"/>
                  </a:cubicBezTo>
                  <a:cubicBezTo>
                    <a:pt x="45" y="31"/>
                    <a:pt x="42" y="32"/>
                    <a:pt x="38" y="31"/>
                  </a:cubicBezTo>
                  <a:cubicBezTo>
                    <a:pt x="38" y="31"/>
                    <a:pt x="38" y="31"/>
                    <a:pt x="38" y="31"/>
                  </a:cubicBezTo>
                  <a:cubicBezTo>
                    <a:pt x="40" y="31"/>
                    <a:pt x="41" y="31"/>
                    <a:pt x="42" y="31"/>
                  </a:cubicBezTo>
                  <a:cubicBezTo>
                    <a:pt x="43" y="31"/>
                    <a:pt x="44" y="31"/>
                    <a:pt x="46" y="31"/>
                  </a:cubicBezTo>
                  <a:cubicBezTo>
                    <a:pt x="47" y="31"/>
                    <a:pt x="48" y="31"/>
                    <a:pt x="49" y="31"/>
                  </a:cubicBezTo>
                  <a:cubicBezTo>
                    <a:pt x="50" y="31"/>
                    <a:pt x="51" y="31"/>
                    <a:pt x="51" y="30"/>
                  </a:cubicBezTo>
                  <a:cubicBezTo>
                    <a:pt x="51" y="30"/>
                    <a:pt x="51" y="30"/>
                    <a:pt x="51" y="30"/>
                  </a:cubicBezTo>
                  <a:cubicBezTo>
                    <a:pt x="49" y="29"/>
                    <a:pt x="46" y="29"/>
                    <a:pt x="44" y="29"/>
                  </a:cubicBezTo>
                  <a:cubicBezTo>
                    <a:pt x="42" y="29"/>
                    <a:pt x="41" y="29"/>
                    <a:pt x="39" y="29"/>
                  </a:cubicBezTo>
                  <a:cubicBezTo>
                    <a:pt x="38" y="29"/>
                    <a:pt x="36" y="29"/>
                    <a:pt x="34" y="29"/>
                  </a:cubicBezTo>
                  <a:cubicBezTo>
                    <a:pt x="34" y="29"/>
                    <a:pt x="34" y="29"/>
                    <a:pt x="34" y="29"/>
                  </a:cubicBezTo>
                  <a:cubicBezTo>
                    <a:pt x="37" y="29"/>
                    <a:pt x="40" y="29"/>
                    <a:pt x="43" y="28"/>
                  </a:cubicBezTo>
                  <a:cubicBezTo>
                    <a:pt x="45" y="28"/>
                    <a:pt x="47" y="28"/>
                    <a:pt x="49" y="28"/>
                  </a:cubicBezTo>
                  <a:cubicBezTo>
                    <a:pt x="50" y="27"/>
                    <a:pt x="50" y="27"/>
                    <a:pt x="51" y="27"/>
                  </a:cubicBezTo>
                  <a:cubicBezTo>
                    <a:pt x="52" y="27"/>
                    <a:pt x="53" y="27"/>
                    <a:pt x="54" y="27"/>
                  </a:cubicBezTo>
                  <a:cubicBezTo>
                    <a:pt x="54" y="27"/>
                    <a:pt x="54" y="27"/>
                    <a:pt x="54" y="26"/>
                  </a:cubicBezTo>
                  <a:cubicBezTo>
                    <a:pt x="52" y="27"/>
                    <a:pt x="51" y="27"/>
                    <a:pt x="50" y="27"/>
                  </a:cubicBezTo>
                  <a:cubicBezTo>
                    <a:pt x="48" y="27"/>
                    <a:pt x="46" y="27"/>
                    <a:pt x="45" y="27"/>
                  </a:cubicBezTo>
                  <a:cubicBezTo>
                    <a:pt x="41" y="26"/>
                    <a:pt x="37" y="25"/>
                    <a:pt x="34" y="24"/>
                  </a:cubicBezTo>
                  <a:cubicBezTo>
                    <a:pt x="32" y="24"/>
                    <a:pt x="31" y="24"/>
                    <a:pt x="29" y="23"/>
                  </a:cubicBezTo>
                  <a:cubicBezTo>
                    <a:pt x="28" y="23"/>
                    <a:pt x="26" y="22"/>
                    <a:pt x="25" y="22"/>
                  </a:cubicBezTo>
                  <a:cubicBezTo>
                    <a:pt x="25" y="22"/>
                    <a:pt x="25" y="22"/>
                    <a:pt x="25" y="22"/>
                  </a:cubicBezTo>
                  <a:cubicBezTo>
                    <a:pt x="31" y="26"/>
                    <a:pt x="38" y="27"/>
                    <a:pt x="45" y="27"/>
                  </a:cubicBezTo>
                  <a:cubicBezTo>
                    <a:pt x="48" y="26"/>
                    <a:pt x="50" y="26"/>
                    <a:pt x="53" y="26"/>
                  </a:cubicBezTo>
                  <a:cubicBezTo>
                    <a:pt x="53" y="26"/>
                    <a:pt x="53" y="25"/>
                    <a:pt x="53" y="25"/>
                  </a:cubicBezTo>
                  <a:cubicBezTo>
                    <a:pt x="52" y="25"/>
                    <a:pt x="51" y="25"/>
                    <a:pt x="51" y="25"/>
                  </a:cubicBezTo>
                  <a:cubicBezTo>
                    <a:pt x="49" y="25"/>
                    <a:pt x="48" y="25"/>
                    <a:pt x="47" y="25"/>
                  </a:cubicBezTo>
                  <a:cubicBezTo>
                    <a:pt x="46" y="25"/>
                    <a:pt x="45" y="25"/>
                    <a:pt x="44" y="25"/>
                  </a:cubicBezTo>
                  <a:cubicBezTo>
                    <a:pt x="43" y="25"/>
                    <a:pt x="42" y="25"/>
                    <a:pt x="41" y="25"/>
                  </a:cubicBezTo>
                  <a:cubicBezTo>
                    <a:pt x="40" y="24"/>
                    <a:pt x="38" y="24"/>
                    <a:pt x="36" y="24"/>
                  </a:cubicBezTo>
                  <a:cubicBezTo>
                    <a:pt x="35" y="24"/>
                    <a:pt x="33" y="24"/>
                    <a:pt x="32" y="24"/>
                  </a:cubicBezTo>
                  <a:cubicBezTo>
                    <a:pt x="32" y="24"/>
                    <a:pt x="32" y="24"/>
                    <a:pt x="32" y="24"/>
                  </a:cubicBezTo>
                  <a:cubicBezTo>
                    <a:pt x="33" y="26"/>
                    <a:pt x="34" y="26"/>
                    <a:pt x="36" y="26"/>
                  </a:cubicBezTo>
                  <a:cubicBezTo>
                    <a:pt x="38" y="27"/>
                    <a:pt x="40" y="27"/>
                    <a:pt x="42" y="27"/>
                  </a:cubicBezTo>
                  <a:cubicBezTo>
                    <a:pt x="43" y="28"/>
                    <a:pt x="45" y="28"/>
                    <a:pt x="47" y="28"/>
                  </a:cubicBezTo>
                  <a:cubicBezTo>
                    <a:pt x="48" y="28"/>
                    <a:pt x="50" y="28"/>
                    <a:pt x="52" y="27"/>
                  </a:cubicBezTo>
                  <a:cubicBezTo>
                    <a:pt x="53" y="27"/>
                    <a:pt x="54" y="27"/>
                    <a:pt x="55" y="26"/>
                  </a:cubicBezTo>
                  <a:cubicBezTo>
                    <a:pt x="55" y="26"/>
                    <a:pt x="55" y="26"/>
                    <a:pt x="54" y="26"/>
                  </a:cubicBezTo>
                  <a:cubicBezTo>
                    <a:pt x="50" y="27"/>
                    <a:pt x="46" y="26"/>
                    <a:pt x="42" y="25"/>
                  </a:cubicBezTo>
                  <a:cubicBezTo>
                    <a:pt x="39" y="25"/>
                    <a:pt x="37" y="25"/>
                    <a:pt x="35" y="24"/>
                  </a:cubicBezTo>
                  <a:cubicBezTo>
                    <a:pt x="33" y="24"/>
                    <a:pt x="31" y="24"/>
                    <a:pt x="29" y="23"/>
                  </a:cubicBezTo>
                  <a:cubicBezTo>
                    <a:pt x="28" y="23"/>
                    <a:pt x="27" y="23"/>
                    <a:pt x="26" y="23"/>
                  </a:cubicBezTo>
                  <a:cubicBezTo>
                    <a:pt x="26" y="23"/>
                    <a:pt x="26" y="23"/>
                    <a:pt x="26" y="23"/>
                  </a:cubicBezTo>
                  <a:cubicBezTo>
                    <a:pt x="27" y="24"/>
                    <a:pt x="29" y="25"/>
                    <a:pt x="31" y="25"/>
                  </a:cubicBezTo>
                  <a:cubicBezTo>
                    <a:pt x="33" y="26"/>
                    <a:pt x="35" y="26"/>
                    <a:pt x="37" y="26"/>
                  </a:cubicBezTo>
                  <a:cubicBezTo>
                    <a:pt x="39" y="26"/>
                    <a:pt x="41" y="27"/>
                    <a:pt x="44" y="27"/>
                  </a:cubicBezTo>
                  <a:cubicBezTo>
                    <a:pt x="46" y="27"/>
                    <a:pt x="48" y="27"/>
                    <a:pt x="50" y="27"/>
                  </a:cubicBezTo>
                  <a:cubicBezTo>
                    <a:pt x="50" y="27"/>
                    <a:pt x="51" y="27"/>
                    <a:pt x="52" y="28"/>
                  </a:cubicBezTo>
                  <a:cubicBezTo>
                    <a:pt x="52" y="28"/>
                    <a:pt x="52" y="27"/>
                    <a:pt x="52" y="27"/>
                  </a:cubicBezTo>
                  <a:cubicBezTo>
                    <a:pt x="51" y="28"/>
                    <a:pt x="49" y="28"/>
                    <a:pt x="47" y="27"/>
                  </a:cubicBezTo>
                  <a:cubicBezTo>
                    <a:pt x="45" y="27"/>
                    <a:pt x="43" y="27"/>
                    <a:pt x="41" y="26"/>
                  </a:cubicBezTo>
                  <a:cubicBezTo>
                    <a:pt x="39" y="26"/>
                    <a:pt x="38" y="25"/>
                    <a:pt x="36" y="25"/>
                  </a:cubicBezTo>
                  <a:cubicBezTo>
                    <a:pt x="35" y="25"/>
                    <a:pt x="35" y="25"/>
                    <a:pt x="34" y="24"/>
                  </a:cubicBezTo>
                  <a:cubicBezTo>
                    <a:pt x="32" y="24"/>
                    <a:pt x="30" y="23"/>
                    <a:pt x="28" y="22"/>
                  </a:cubicBezTo>
                  <a:cubicBezTo>
                    <a:pt x="27" y="22"/>
                    <a:pt x="26" y="21"/>
                    <a:pt x="25" y="21"/>
                  </a:cubicBezTo>
                  <a:cubicBezTo>
                    <a:pt x="24" y="21"/>
                    <a:pt x="23" y="21"/>
                    <a:pt x="22" y="21"/>
                  </a:cubicBezTo>
                  <a:cubicBezTo>
                    <a:pt x="22" y="21"/>
                    <a:pt x="21" y="21"/>
                    <a:pt x="20" y="21"/>
                  </a:cubicBezTo>
                  <a:cubicBezTo>
                    <a:pt x="20" y="21"/>
                    <a:pt x="20" y="21"/>
                    <a:pt x="20" y="21"/>
                  </a:cubicBezTo>
                  <a:cubicBezTo>
                    <a:pt x="21" y="23"/>
                    <a:pt x="23" y="23"/>
                    <a:pt x="24" y="24"/>
                  </a:cubicBezTo>
                  <a:cubicBezTo>
                    <a:pt x="26" y="24"/>
                    <a:pt x="28" y="25"/>
                    <a:pt x="30" y="25"/>
                  </a:cubicBezTo>
                  <a:cubicBezTo>
                    <a:pt x="34" y="26"/>
                    <a:pt x="38" y="27"/>
                    <a:pt x="42" y="27"/>
                  </a:cubicBezTo>
                  <a:cubicBezTo>
                    <a:pt x="44" y="27"/>
                    <a:pt x="46" y="27"/>
                    <a:pt x="48" y="27"/>
                  </a:cubicBezTo>
                  <a:cubicBezTo>
                    <a:pt x="49" y="27"/>
                    <a:pt x="49" y="27"/>
                    <a:pt x="50" y="27"/>
                  </a:cubicBezTo>
                  <a:cubicBezTo>
                    <a:pt x="51" y="27"/>
                    <a:pt x="52" y="27"/>
                    <a:pt x="52" y="28"/>
                  </a:cubicBezTo>
                  <a:cubicBezTo>
                    <a:pt x="52" y="27"/>
                    <a:pt x="52" y="27"/>
                    <a:pt x="52" y="27"/>
                  </a:cubicBezTo>
                  <a:cubicBezTo>
                    <a:pt x="51" y="28"/>
                    <a:pt x="50" y="28"/>
                    <a:pt x="50" y="28"/>
                  </a:cubicBezTo>
                  <a:cubicBezTo>
                    <a:pt x="49" y="28"/>
                    <a:pt x="48" y="28"/>
                    <a:pt x="47" y="28"/>
                  </a:cubicBezTo>
                  <a:cubicBezTo>
                    <a:pt x="45" y="28"/>
                    <a:pt x="43" y="27"/>
                    <a:pt x="41" y="27"/>
                  </a:cubicBezTo>
                  <a:cubicBezTo>
                    <a:pt x="38" y="26"/>
                    <a:pt x="36" y="26"/>
                    <a:pt x="34" y="25"/>
                  </a:cubicBezTo>
                  <a:cubicBezTo>
                    <a:pt x="32" y="25"/>
                    <a:pt x="30" y="24"/>
                    <a:pt x="28" y="23"/>
                  </a:cubicBezTo>
                  <a:cubicBezTo>
                    <a:pt x="27" y="23"/>
                    <a:pt x="26" y="23"/>
                    <a:pt x="25" y="23"/>
                  </a:cubicBezTo>
                  <a:cubicBezTo>
                    <a:pt x="24" y="22"/>
                    <a:pt x="23" y="22"/>
                    <a:pt x="22" y="22"/>
                  </a:cubicBezTo>
                  <a:cubicBezTo>
                    <a:pt x="22" y="22"/>
                    <a:pt x="22" y="22"/>
                    <a:pt x="22" y="22"/>
                  </a:cubicBezTo>
                  <a:cubicBezTo>
                    <a:pt x="22" y="24"/>
                    <a:pt x="24" y="24"/>
                    <a:pt x="24" y="24"/>
                  </a:cubicBezTo>
                  <a:cubicBezTo>
                    <a:pt x="25" y="25"/>
                    <a:pt x="26" y="25"/>
                    <a:pt x="27" y="25"/>
                  </a:cubicBezTo>
                  <a:cubicBezTo>
                    <a:pt x="28" y="25"/>
                    <a:pt x="29" y="26"/>
                    <a:pt x="30" y="26"/>
                  </a:cubicBezTo>
                  <a:cubicBezTo>
                    <a:pt x="32" y="26"/>
                    <a:pt x="34" y="27"/>
                    <a:pt x="36" y="27"/>
                  </a:cubicBezTo>
                  <a:cubicBezTo>
                    <a:pt x="38" y="28"/>
                    <a:pt x="40" y="28"/>
                    <a:pt x="42" y="28"/>
                  </a:cubicBezTo>
                  <a:cubicBezTo>
                    <a:pt x="43" y="28"/>
                    <a:pt x="45" y="29"/>
                    <a:pt x="46" y="29"/>
                  </a:cubicBezTo>
                  <a:cubicBezTo>
                    <a:pt x="47" y="29"/>
                    <a:pt x="48" y="29"/>
                    <a:pt x="49" y="29"/>
                  </a:cubicBezTo>
                  <a:cubicBezTo>
                    <a:pt x="49" y="29"/>
                    <a:pt x="49" y="29"/>
                    <a:pt x="49" y="29"/>
                  </a:cubicBezTo>
                  <a:cubicBezTo>
                    <a:pt x="45" y="29"/>
                    <a:pt x="41" y="28"/>
                    <a:pt x="37" y="27"/>
                  </a:cubicBezTo>
                  <a:cubicBezTo>
                    <a:pt x="35" y="26"/>
                    <a:pt x="33" y="26"/>
                    <a:pt x="31" y="25"/>
                  </a:cubicBezTo>
                  <a:cubicBezTo>
                    <a:pt x="30" y="25"/>
                    <a:pt x="29" y="24"/>
                    <a:pt x="28" y="24"/>
                  </a:cubicBezTo>
                  <a:cubicBezTo>
                    <a:pt x="27" y="24"/>
                    <a:pt x="26" y="23"/>
                    <a:pt x="25" y="23"/>
                  </a:cubicBezTo>
                  <a:cubicBezTo>
                    <a:pt x="24" y="23"/>
                    <a:pt x="24" y="23"/>
                    <a:pt x="23" y="22"/>
                  </a:cubicBezTo>
                  <a:cubicBezTo>
                    <a:pt x="23" y="22"/>
                    <a:pt x="23" y="23"/>
                    <a:pt x="23" y="23"/>
                  </a:cubicBezTo>
                  <a:cubicBezTo>
                    <a:pt x="23" y="23"/>
                    <a:pt x="24" y="24"/>
                    <a:pt x="25" y="24"/>
                  </a:cubicBezTo>
                  <a:cubicBezTo>
                    <a:pt x="25" y="24"/>
                    <a:pt x="26" y="25"/>
                    <a:pt x="27" y="25"/>
                  </a:cubicBezTo>
                  <a:cubicBezTo>
                    <a:pt x="29" y="26"/>
                    <a:pt x="31" y="27"/>
                    <a:pt x="33" y="27"/>
                  </a:cubicBezTo>
                  <a:cubicBezTo>
                    <a:pt x="35" y="28"/>
                    <a:pt x="37" y="28"/>
                    <a:pt x="39" y="29"/>
                  </a:cubicBezTo>
                  <a:cubicBezTo>
                    <a:pt x="41" y="29"/>
                    <a:pt x="43" y="29"/>
                    <a:pt x="44" y="29"/>
                  </a:cubicBezTo>
                  <a:cubicBezTo>
                    <a:pt x="45" y="30"/>
                    <a:pt x="46" y="30"/>
                    <a:pt x="47" y="30"/>
                  </a:cubicBezTo>
                  <a:cubicBezTo>
                    <a:pt x="48" y="30"/>
                    <a:pt x="49" y="30"/>
                    <a:pt x="49" y="29"/>
                  </a:cubicBezTo>
                  <a:cubicBezTo>
                    <a:pt x="49" y="29"/>
                    <a:pt x="49" y="29"/>
                    <a:pt x="49" y="29"/>
                  </a:cubicBezTo>
                  <a:cubicBezTo>
                    <a:pt x="45" y="28"/>
                    <a:pt x="41" y="27"/>
                    <a:pt x="37" y="26"/>
                  </a:cubicBezTo>
                  <a:cubicBezTo>
                    <a:pt x="35" y="26"/>
                    <a:pt x="33" y="25"/>
                    <a:pt x="30" y="24"/>
                  </a:cubicBezTo>
                  <a:cubicBezTo>
                    <a:pt x="29" y="24"/>
                    <a:pt x="28" y="24"/>
                    <a:pt x="27" y="23"/>
                  </a:cubicBezTo>
                  <a:cubicBezTo>
                    <a:pt x="26" y="23"/>
                    <a:pt x="25" y="23"/>
                    <a:pt x="25" y="23"/>
                  </a:cubicBezTo>
                  <a:cubicBezTo>
                    <a:pt x="24" y="22"/>
                    <a:pt x="23" y="22"/>
                    <a:pt x="22" y="22"/>
                  </a:cubicBezTo>
                  <a:cubicBezTo>
                    <a:pt x="21" y="22"/>
                    <a:pt x="21" y="22"/>
                    <a:pt x="22" y="23"/>
                  </a:cubicBezTo>
                  <a:cubicBezTo>
                    <a:pt x="23" y="24"/>
                    <a:pt x="24" y="24"/>
                    <a:pt x="26" y="25"/>
                  </a:cubicBezTo>
                  <a:cubicBezTo>
                    <a:pt x="27" y="26"/>
                    <a:pt x="29" y="26"/>
                    <a:pt x="31" y="27"/>
                  </a:cubicBezTo>
                  <a:cubicBezTo>
                    <a:pt x="35" y="28"/>
                    <a:pt x="38" y="30"/>
                    <a:pt x="42" y="30"/>
                  </a:cubicBezTo>
                  <a:cubicBezTo>
                    <a:pt x="45" y="31"/>
                    <a:pt x="49" y="31"/>
                    <a:pt x="52" y="30"/>
                  </a:cubicBezTo>
                  <a:cubicBezTo>
                    <a:pt x="52" y="30"/>
                    <a:pt x="52" y="30"/>
                    <a:pt x="52" y="30"/>
                  </a:cubicBezTo>
                  <a:cubicBezTo>
                    <a:pt x="48" y="30"/>
                    <a:pt x="43" y="29"/>
                    <a:pt x="39" y="28"/>
                  </a:cubicBezTo>
                  <a:cubicBezTo>
                    <a:pt x="37" y="28"/>
                    <a:pt x="35" y="27"/>
                    <a:pt x="33" y="27"/>
                  </a:cubicBezTo>
                  <a:cubicBezTo>
                    <a:pt x="31" y="26"/>
                    <a:pt x="29" y="25"/>
                    <a:pt x="27" y="24"/>
                  </a:cubicBezTo>
                  <a:cubicBezTo>
                    <a:pt x="26" y="24"/>
                    <a:pt x="25" y="23"/>
                    <a:pt x="24" y="23"/>
                  </a:cubicBezTo>
                  <a:cubicBezTo>
                    <a:pt x="23" y="22"/>
                    <a:pt x="22" y="22"/>
                    <a:pt x="21" y="22"/>
                  </a:cubicBezTo>
                  <a:cubicBezTo>
                    <a:pt x="21" y="22"/>
                    <a:pt x="21" y="22"/>
                    <a:pt x="21" y="22"/>
                  </a:cubicBezTo>
                  <a:cubicBezTo>
                    <a:pt x="21" y="23"/>
                    <a:pt x="22" y="23"/>
                    <a:pt x="22" y="24"/>
                  </a:cubicBezTo>
                  <a:cubicBezTo>
                    <a:pt x="23" y="24"/>
                    <a:pt x="23" y="25"/>
                    <a:pt x="24" y="25"/>
                  </a:cubicBezTo>
                  <a:cubicBezTo>
                    <a:pt x="25" y="25"/>
                    <a:pt x="26" y="26"/>
                    <a:pt x="26" y="26"/>
                  </a:cubicBezTo>
                  <a:cubicBezTo>
                    <a:pt x="27" y="27"/>
                    <a:pt x="28" y="27"/>
                    <a:pt x="29" y="27"/>
                  </a:cubicBezTo>
                  <a:cubicBezTo>
                    <a:pt x="33" y="29"/>
                    <a:pt x="37" y="30"/>
                    <a:pt x="41" y="31"/>
                  </a:cubicBezTo>
                  <a:cubicBezTo>
                    <a:pt x="42" y="31"/>
                    <a:pt x="44" y="31"/>
                    <a:pt x="46" y="31"/>
                  </a:cubicBezTo>
                  <a:cubicBezTo>
                    <a:pt x="47" y="31"/>
                    <a:pt x="49" y="31"/>
                    <a:pt x="50" y="32"/>
                  </a:cubicBezTo>
                  <a:cubicBezTo>
                    <a:pt x="50" y="32"/>
                    <a:pt x="50" y="31"/>
                    <a:pt x="50" y="31"/>
                  </a:cubicBezTo>
                  <a:cubicBezTo>
                    <a:pt x="49" y="32"/>
                    <a:pt x="48" y="32"/>
                    <a:pt x="47" y="31"/>
                  </a:cubicBezTo>
                  <a:cubicBezTo>
                    <a:pt x="46" y="31"/>
                    <a:pt x="45" y="31"/>
                    <a:pt x="44" y="31"/>
                  </a:cubicBezTo>
                  <a:cubicBezTo>
                    <a:pt x="42" y="31"/>
                    <a:pt x="40" y="30"/>
                    <a:pt x="38" y="30"/>
                  </a:cubicBezTo>
                  <a:cubicBezTo>
                    <a:pt x="36" y="30"/>
                    <a:pt x="34" y="29"/>
                    <a:pt x="32" y="28"/>
                  </a:cubicBezTo>
                  <a:cubicBezTo>
                    <a:pt x="30" y="28"/>
                    <a:pt x="28" y="27"/>
                    <a:pt x="27" y="26"/>
                  </a:cubicBezTo>
                  <a:cubicBezTo>
                    <a:pt x="26" y="26"/>
                    <a:pt x="25" y="25"/>
                    <a:pt x="24" y="25"/>
                  </a:cubicBezTo>
                  <a:cubicBezTo>
                    <a:pt x="24" y="25"/>
                    <a:pt x="24" y="25"/>
                    <a:pt x="24" y="26"/>
                  </a:cubicBezTo>
                  <a:cubicBezTo>
                    <a:pt x="24" y="27"/>
                    <a:pt x="26" y="27"/>
                    <a:pt x="27" y="28"/>
                  </a:cubicBezTo>
                  <a:cubicBezTo>
                    <a:pt x="28" y="28"/>
                    <a:pt x="29" y="29"/>
                    <a:pt x="30" y="29"/>
                  </a:cubicBezTo>
                  <a:cubicBezTo>
                    <a:pt x="31" y="30"/>
                    <a:pt x="32" y="30"/>
                    <a:pt x="33" y="30"/>
                  </a:cubicBezTo>
                  <a:cubicBezTo>
                    <a:pt x="36" y="32"/>
                    <a:pt x="40" y="33"/>
                    <a:pt x="45" y="33"/>
                  </a:cubicBezTo>
                  <a:cubicBezTo>
                    <a:pt x="46" y="33"/>
                    <a:pt x="48" y="34"/>
                    <a:pt x="50" y="34"/>
                  </a:cubicBezTo>
                  <a:cubicBezTo>
                    <a:pt x="50" y="34"/>
                    <a:pt x="51" y="34"/>
                    <a:pt x="52" y="34"/>
                  </a:cubicBezTo>
                  <a:cubicBezTo>
                    <a:pt x="52" y="34"/>
                    <a:pt x="53" y="34"/>
                    <a:pt x="53" y="35"/>
                  </a:cubicBezTo>
                  <a:cubicBezTo>
                    <a:pt x="53" y="35"/>
                    <a:pt x="53" y="34"/>
                    <a:pt x="53" y="34"/>
                  </a:cubicBezTo>
                  <a:cubicBezTo>
                    <a:pt x="52" y="35"/>
                    <a:pt x="51" y="35"/>
                    <a:pt x="50" y="35"/>
                  </a:cubicBezTo>
                  <a:cubicBezTo>
                    <a:pt x="49" y="34"/>
                    <a:pt x="48" y="34"/>
                    <a:pt x="47" y="34"/>
                  </a:cubicBezTo>
                  <a:cubicBezTo>
                    <a:pt x="45" y="34"/>
                    <a:pt x="43" y="33"/>
                    <a:pt x="41" y="33"/>
                  </a:cubicBezTo>
                  <a:cubicBezTo>
                    <a:pt x="39" y="32"/>
                    <a:pt x="37" y="31"/>
                    <a:pt x="35" y="31"/>
                  </a:cubicBezTo>
                  <a:cubicBezTo>
                    <a:pt x="33" y="30"/>
                    <a:pt x="31" y="29"/>
                    <a:pt x="30" y="28"/>
                  </a:cubicBezTo>
                  <a:cubicBezTo>
                    <a:pt x="29" y="28"/>
                    <a:pt x="27" y="27"/>
                    <a:pt x="26" y="27"/>
                  </a:cubicBezTo>
                  <a:cubicBezTo>
                    <a:pt x="26" y="27"/>
                    <a:pt x="26" y="27"/>
                    <a:pt x="26" y="28"/>
                  </a:cubicBezTo>
                  <a:cubicBezTo>
                    <a:pt x="26" y="28"/>
                    <a:pt x="27" y="29"/>
                    <a:pt x="27" y="29"/>
                  </a:cubicBezTo>
                  <a:cubicBezTo>
                    <a:pt x="28" y="30"/>
                    <a:pt x="29" y="30"/>
                    <a:pt x="30" y="31"/>
                  </a:cubicBezTo>
                  <a:cubicBezTo>
                    <a:pt x="31" y="32"/>
                    <a:pt x="33" y="32"/>
                    <a:pt x="35" y="33"/>
                  </a:cubicBezTo>
                  <a:cubicBezTo>
                    <a:pt x="36" y="34"/>
                    <a:pt x="38" y="34"/>
                    <a:pt x="39" y="35"/>
                  </a:cubicBezTo>
                  <a:cubicBezTo>
                    <a:pt x="41" y="35"/>
                    <a:pt x="42" y="36"/>
                    <a:pt x="44" y="36"/>
                  </a:cubicBezTo>
                  <a:cubicBezTo>
                    <a:pt x="46" y="36"/>
                    <a:pt x="48" y="37"/>
                    <a:pt x="49" y="36"/>
                  </a:cubicBezTo>
                  <a:cubicBezTo>
                    <a:pt x="49" y="36"/>
                    <a:pt x="49" y="36"/>
                    <a:pt x="49" y="36"/>
                  </a:cubicBezTo>
                  <a:cubicBezTo>
                    <a:pt x="49" y="35"/>
                    <a:pt x="48" y="35"/>
                    <a:pt x="48" y="35"/>
                  </a:cubicBezTo>
                  <a:cubicBezTo>
                    <a:pt x="47" y="35"/>
                    <a:pt x="46" y="35"/>
                    <a:pt x="45" y="35"/>
                  </a:cubicBezTo>
                  <a:cubicBezTo>
                    <a:pt x="44" y="35"/>
                    <a:pt x="44" y="35"/>
                    <a:pt x="43" y="35"/>
                  </a:cubicBezTo>
                  <a:cubicBezTo>
                    <a:pt x="42" y="34"/>
                    <a:pt x="41" y="34"/>
                    <a:pt x="40" y="34"/>
                  </a:cubicBezTo>
                  <a:cubicBezTo>
                    <a:pt x="38" y="34"/>
                    <a:pt x="36" y="33"/>
                    <a:pt x="34" y="32"/>
                  </a:cubicBezTo>
                  <a:cubicBezTo>
                    <a:pt x="32" y="31"/>
                    <a:pt x="30" y="30"/>
                    <a:pt x="28" y="29"/>
                  </a:cubicBezTo>
                  <a:cubicBezTo>
                    <a:pt x="27" y="29"/>
                    <a:pt x="26" y="28"/>
                    <a:pt x="25" y="27"/>
                  </a:cubicBezTo>
                  <a:cubicBezTo>
                    <a:pt x="24" y="27"/>
                    <a:pt x="23" y="26"/>
                    <a:pt x="22" y="26"/>
                  </a:cubicBezTo>
                  <a:cubicBezTo>
                    <a:pt x="22" y="26"/>
                    <a:pt x="22" y="26"/>
                    <a:pt x="22" y="26"/>
                  </a:cubicBezTo>
                  <a:cubicBezTo>
                    <a:pt x="24" y="29"/>
                    <a:pt x="27" y="30"/>
                    <a:pt x="30" y="31"/>
                  </a:cubicBezTo>
                  <a:cubicBezTo>
                    <a:pt x="32" y="32"/>
                    <a:pt x="33" y="32"/>
                    <a:pt x="35" y="33"/>
                  </a:cubicBezTo>
                  <a:cubicBezTo>
                    <a:pt x="37" y="33"/>
                    <a:pt x="39" y="34"/>
                    <a:pt x="41" y="34"/>
                  </a:cubicBezTo>
                  <a:cubicBezTo>
                    <a:pt x="42" y="34"/>
                    <a:pt x="43" y="34"/>
                    <a:pt x="44" y="34"/>
                  </a:cubicBezTo>
                  <a:cubicBezTo>
                    <a:pt x="45" y="34"/>
                    <a:pt x="46" y="34"/>
                    <a:pt x="47" y="35"/>
                  </a:cubicBezTo>
                  <a:cubicBezTo>
                    <a:pt x="47" y="34"/>
                    <a:pt x="47" y="34"/>
                    <a:pt x="47" y="34"/>
                  </a:cubicBezTo>
                  <a:cubicBezTo>
                    <a:pt x="43" y="35"/>
                    <a:pt x="40" y="33"/>
                    <a:pt x="36" y="32"/>
                  </a:cubicBezTo>
                  <a:cubicBezTo>
                    <a:pt x="33" y="30"/>
                    <a:pt x="29" y="29"/>
                    <a:pt x="26" y="27"/>
                  </a:cubicBezTo>
                  <a:cubicBezTo>
                    <a:pt x="22" y="24"/>
                    <a:pt x="18" y="22"/>
                    <a:pt x="14" y="20"/>
                  </a:cubicBezTo>
                  <a:cubicBezTo>
                    <a:pt x="14" y="20"/>
                    <a:pt x="14" y="20"/>
                    <a:pt x="14" y="20"/>
                  </a:cubicBezTo>
                  <a:cubicBezTo>
                    <a:pt x="15" y="21"/>
                    <a:pt x="16" y="22"/>
                    <a:pt x="18" y="23"/>
                  </a:cubicBezTo>
                  <a:cubicBezTo>
                    <a:pt x="19" y="24"/>
                    <a:pt x="21" y="25"/>
                    <a:pt x="23" y="26"/>
                  </a:cubicBezTo>
                  <a:cubicBezTo>
                    <a:pt x="27" y="28"/>
                    <a:pt x="31" y="29"/>
                    <a:pt x="35" y="30"/>
                  </a:cubicBezTo>
                  <a:cubicBezTo>
                    <a:pt x="36" y="31"/>
                    <a:pt x="37" y="31"/>
                    <a:pt x="38" y="31"/>
                  </a:cubicBezTo>
                  <a:cubicBezTo>
                    <a:pt x="39" y="31"/>
                    <a:pt x="41" y="32"/>
                    <a:pt x="42" y="32"/>
                  </a:cubicBezTo>
                  <a:cubicBezTo>
                    <a:pt x="42" y="32"/>
                    <a:pt x="42" y="32"/>
                    <a:pt x="42" y="32"/>
                  </a:cubicBezTo>
                  <a:cubicBezTo>
                    <a:pt x="38" y="31"/>
                    <a:pt x="34" y="30"/>
                    <a:pt x="30" y="28"/>
                  </a:cubicBezTo>
                  <a:cubicBezTo>
                    <a:pt x="28" y="27"/>
                    <a:pt x="26" y="26"/>
                    <a:pt x="24" y="25"/>
                  </a:cubicBezTo>
                  <a:cubicBezTo>
                    <a:pt x="23" y="24"/>
                    <a:pt x="21" y="23"/>
                    <a:pt x="19" y="22"/>
                  </a:cubicBezTo>
                  <a:cubicBezTo>
                    <a:pt x="18" y="22"/>
                    <a:pt x="18" y="21"/>
                    <a:pt x="17" y="21"/>
                  </a:cubicBezTo>
                  <a:cubicBezTo>
                    <a:pt x="17" y="21"/>
                    <a:pt x="17" y="21"/>
                    <a:pt x="17" y="21"/>
                  </a:cubicBezTo>
                  <a:cubicBezTo>
                    <a:pt x="19" y="24"/>
                    <a:pt x="22" y="27"/>
                    <a:pt x="25" y="29"/>
                  </a:cubicBezTo>
                  <a:cubicBezTo>
                    <a:pt x="27" y="30"/>
                    <a:pt x="29" y="30"/>
                    <a:pt x="30" y="31"/>
                  </a:cubicBezTo>
                  <a:cubicBezTo>
                    <a:pt x="32" y="32"/>
                    <a:pt x="34" y="33"/>
                    <a:pt x="36" y="34"/>
                  </a:cubicBezTo>
                  <a:cubicBezTo>
                    <a:pt x="39" y="35"/>
                    <a:pt x="43" y="35"/>
                    <a:pt x="46" y="36"/>
                  </a:cubicBezTo>
                  <a:cubicBezTo>
                    <a:pt x="46" y="36"/>
                    <a:pt x="46" y="35"/>
                    <a:pt x="46" y="35"/>
                  </a:cubicBezTo>
                  <a:cubicBezTo>
                    <a:pt x="42" y="36"/>
                    <a:pt x="38" y="34"/>
                    <a:pt x="35" y="33"/>
                  </a:cubicBezTo>
                  <a:cubicBezTo>
                    <a:pt x="33" y="32"/>
                    <a:pt x="31" y="31"/>
                    <a:pt x="29" y="30"/>
                  </a:cubicBezTo>
                  <a:cubicBezTo>
                    <a:pt x="28" y="29"/>
                    <a:pt x="26" y="28"/>
                    <a:pt x="24" y="27"/>
                  </a:cubicBezTo>
                  <a:cubicBezTo>
                    <a:pt x="23" y="27"/>
                    <a:pt x="22" y="26"/>
                    <a:pt x="21" y="25"/>
                  </a:cubicBezTo>
                  <a:cubicBezTo>
                    <a:pt x="20" y="25"/>
                    <a:pt x="19" y="24"/>
                    <a:pt x="19" y="23"/>
                  </a:cubicBezTo>
                  <a:cubicBezTo>
                    <a:pt x="19" y="23"/>
                    <a:pt x="19" y="23"/>
                    <a:pt x="19" y="24"/>
                  </a:cubicBezTo>
                  <a:cubicBezTo>
                    <a:pt x="22" y="26"/>
                    <a:pt x="26" y="28"/>
                    <a:pt x="30" y="30"/>
                  </a:cubicBezTo>
                  <a:cubicBezTo>
                    <a:pt x="32" y="31"/>
                    <a:pt x="34" y="32"/>
                    <a:pt x="36" y="33"/>
                  </a:cubicBezTo>
                  <a:cubicBezTo>
                    <a:pt x="38" y="34"/>
                    <a:pt x="39" y="34"/>
                    <a:pt x="41" y="35"/>
                  </a:cubicBezTo>
                  <a:cubicBezTo>
                    <a:pt x="42" y="35"/>
                    <a:pt x="44" y="36"/>
                    <a:pt x="45" y="35"/>
                  </a:cubicBezTo>
                  <a:cubicBezTo>
                    <a:pt x="45" y="35"/>
                    <a:pt x="45" y="35"/>
                    <a:pt x="45" y="35"/>
                  </a:cubicBezTo>
                  <a:cubicBezTo>
                    <a:pt x="44" y="35"/>
                    <a:pt x="43" y="35"/>
                    <a:pt x="42" y="35"/>
                  </a:cubicBezTo>
                  <a:cubicBezTo>
                    <a:pt x="41" y="35"/>
                    <a:pt x="40" y="34"/>
                    <a:pt x="39" y="34"/>
                  </a:cubicBezTo>
                  <a:cubicBezTo>
                    <a:pt x="37" y="34"/>
                    <a:pt x="35" y="33"/>
                    <a:pt x="33" y="32"/>
                  </a:cubicBezTo>
                  <a:cubicBezTo>
                    <a:pt x="31" y="31"/>
                    <a:pt x="30" y="30"/>
                    <a:pt x="28" y="29"/>
                  </a:cubicBezTo>
                  <a:cubicBezTo>
                    <a:pt x="27" y="28"/>
                    <a:pt x="26" y="28"/>
                    <a:pt x="25" y="27"/>
                  </a:cubicBezTo>
                  <a:cubicBezTo>
                    <a:pt x="25" y="26"/>
                    <a:pt x="24" y="26"/>
                    <a:pt x="23" y="25"/>
                  </a:cubicBezTo>
                  <a:cubicBezTo>
                    <a:pt x="23" y="25"/>
                    <a:pt x="22" y="25"/>
                    <a:pt x="22" y="25"/>
                  </a:cubicBezTo>
                  <a:cubicBezTo>
                    <a:pt x="22" y="25"/>
                    <a:pt x="22" y="25"/>
                    <a:pt x="22" y="25"/>
                  </a:cubicBezTo>
                  <a:cubicBezTo>
                    <a:pt x="27" y="30"/>
                    <a:pt x="34" y="32"/>
                    <a:pt x="41" y="34"/>
                  </a:cubicBezTo>
                  <a:cubicBezTo>
                    <a:pt x="41" y="34"/>
                    <a:pt x="42" y="34"/>
                    <a:pt x="42" y="35"/>
                  </a:cubicBezTo>
                  <a:cubicBezTo>
                    <a:pt x="43" y="35"/>
                    <a:pt x="43" y="34"/>
                    <a:pt x="43" y="34"/>
                  </a:cubicBezTo>
                  <a:cubicBezTo>
                    <a:pt x="39" y="34"/>
                    <a:pt x="35" y="33"/>
                    <a:pt x="31" y="31"/>
                  </a:cubicBezTo>
                  <a:cubicBezTo>
                    <a:pt x="30" y="30"/>
                    <a:pt x="28" y="29"/>
                    <a:pt x="26" y="28"/>
                  </a:cubicBezTo>
                  <a:cubicBezTo>
                    <a:pt x="25" y="27"/>
                    <a:pt x="23" y="26"/>
                    <a:pt x="22" y="25"/>
                  </a:cubicBezTo>
                  <a:cubicBezTo>
                    <a:pt x="20" y="23"/>
                    <a:pt x="18" y="22"/>
                    <a:pt x="17" y="20"/>
                  </a:cubicBezTo>
                  <a:cubicBezTo>
                    <a:pt x="17" y="20"/>
                    <a:pt x="17" y="21"/>
                    <a:pt x="17" y="21"/>
                  </a:cubicBezTo>
                  <a:cubicBezTo>
                    <a:pt x="20" y="22"/>
                    <a:pt x="24" y="25"/>
                    <a:pt x="27" y="27"/>
                  </a:cubicBezTo>
                  <a:cubicBezTo>
                    <a:pt x="28" y="28"/>
                    <a:pt x="30" y="28"/>
                    <a:pt x="31" y="29"/>
                  </a:cubicBezTo>
                  <a:cubicBezTo>
                    <a:pt x="32" y="30"/>
                    <a:pt x="34" y="30"/>
                    <a:pt x="35" y="31"/>
                  </a:cubicBezTo>
                  <a:cubicBezTo>
                    <a:pt x="36" y="31"/>
                    <a:pt x="37" y="31"/>
                    <a:pt x="38" y="32"/>
                  </a:cubicBezTo>
                  <a:cubicBezTo>
                    <a:pt x="39" y="32"/>
                    <a:pt x="40" y="32"/>
                    <a:pt x="41" y="31"/>
                  </a:cubicBezTo>
                  <a:cubicBezTo>
                    <a:pt x="41" y="31"/>
                    <a:pt x="41" y="31"/>
                    <a:pt x="41" y="31"/>
                  </a:cubicBezTo>
                  <a:cubicBezTo>
                    <a:pt x="40" y="31"/>
                    <a:pt x="39" y="30"/>
                    <a:pt x="39" y="30"/>
                  </a:cubicBezTo>
                  <a:cubicBezTo>
                    <a:pt x="38" y="30"/>
                    <a:pt x="37" y="30"/>
                    <a:pt x="36" y="29"/>
                  </a:cubicBezTo>
                  <a:cubicBezTo>
                    <a:pt x="34" y="29"/>
                    <a:pt x="32" y="28"/>
                    <a:pt x="30" y="27"/>
                  </a:cubicBezTo>
                  <a:cubicBezTo>
                    <a:pt x="27" y="26"/>
                    <a:pt x="23" y="24"/>
                    <a:pt x="19" y="21"/>
                  </a:cubicBezTo>
                  <a:cubicBezTo>
                    <a:pt x="18" y="20"/>
                    <a:pt x="16" y="19"/>
                    <a:pt x="15" y="18"/>
                  </a:cubicBezTo>
                  <a:cubicBezTo>
                    <a:pt x="15" y="18"/>
                    <a:pt x="14" y="18"/>
                    <a:pt x="15" y="19"/>
                  </a:cubicBezTo>
                  <a:cubicBezTo>
                    <a:pt x="17" y="21"/>
                    <a:pt x="20" y="23"/>
                    <a:pt x="23" y="25"/>
                  </a:cubicBezTo>
                  <a:cubicBezTo>
                    <a:pt x="25" y="25"/>
                    <a:pt x="26" y="26"/>
                    <a:pt x="28" y="27"/>
                  </a:cubicBezTo>
                  <a:cubicBezTo>
                    <a:pt x="30" y="27"/>
                    <a:pt x="31" y="28"/>
                    <a:pt x="33" y="28"/>
                  </a:cubicBezTo>
                  <a:cubicBezTo>
                    <a:pt x="35" y="29"/>
                    <a:pt x="37" y="29"/>
                    <a:pt x="38" y="30"/>
                  </a:cubicBezTo>
                  <a:cubicBezTo>
                    <a:pt x="39" y="30"/>
                    <a:pt x="40" y="30"/>
                    <a:pt x="41" y="30"/>
                  </a:cubicBezTo>
                  <a:cubicBezTo>
                    <a:pt x="42" y="30"/>
                    <a:pt x="42" y="31"/>
                    <a:pt x="43" y="31"/>
                  </a:cubicBezTo>
                  <a:cubicBezTo>
                    <a:pt x="43" y="31"/>
                    <a:pt x="43" y="31"/>
                    <a:pt x="43" y="31"/>
                  </a:cubicBezTo>
                  <a:cubicBezTo>
                    <a:pt x="42" y="31"/>
                    <a:pt x="42" y="31"/>
                    <a:pt x="41" y="31"/>
                  </a:cubicBezTo>
                  <a:cubicBezTo>
                    <a:pt x="40" y="30"/>
                    <a:pt x="39" y="30"/>
                    <a:pt x="39" y="30"/>
                  </a:cubicBezTo>
                  <a:cubicBezTo>
                    <a:pt x="37" y="29"/>
                    <a:pt x="35" y="29"/>
                    <a:pt x="33" y="28"/>
                  </a:cubicBezTo>
                  <a:cubicBezTo>
                    <a:pt x="29" y="26"/>
                    <a:pt x="25" y="24"/>
                    <a:pt x="22" y="22"/>
                  </a:cubicBezTo>
                  <a:cubicBezTo>
                    <a:pt x="20" y="21"/>
                    <a:pt x="19" y="20"/>
                    <a:pt x="17" y="20"/>
                  </a:cubicBezTo>
                  <a:cubicBezTo>
                    <a:pt x="16" y="19"/>
                    <a:pt x="15" y="18"/>
                    <a:pt x="14" y="18"/>
                  </a:cubicBezTo>
                  <a:cubicBezTo>
                    <a:pt x="14" y="18"/>
                    <a:pt x="13" y="18"/>
                    <a:pt x="13" y="18"/>
                  </a:cubicBezTo>
                  <a:cubicBezTo>
                    <a:pt x="14" y="19"/>
                    <a:pt x="14" y="19"/>
                    <a:pt x="14" y="19"/>
                  </a:cubicBezTo>
                  <a:cubicBezTo>
                    <a:pt x="15" y="20"/>
                    <a:pt x="16" y="20"/>
                    <a:pt x="16" y="21"/>
                  </a:cubicBezTo>
                  <a:cubicBezTo>
                    <a:pt x="18" y="22"/>
                    <a:pt x="19" y="23"/>
                    <a:pt x="21" y="24"/>
                  </a:cubicBezTo>
                  <a:cubicBezTo>
                    <a:pt x="25" y="26"/>
                    <a:pt x="28" y="28"/>
                    <a:pt x="32" y="29"/>
                  </a:cubicBezTo>
                  <a:cubicBezTo>
                    <a:pt x="34" y="30"/>
                    <a:pt x="35" y="30"/>
                    <a:pt x="36" y="31"/>
                  </a:cubicBezTo>
                  <a:cubicBezTo>
                    <a:pt x="37" y="31"/>
                    <a:pt x="37" y="30"/>
                    <a:pt x="37" y="30"/>
                  </a:cubicBezTo>
                  <a:cubicBezTo>
                    <a:pt x="33" y="29"/>
                    <a:pt x="29" y="27"/>
                    <a:pt x="26" y="25"/>
                  </a:cubicBezTo>
                  <a:cubicBezTo>
                    <a:pt x="22" y="23"/>
                    <a:pt x="19" y="20"/>
                    <a:pt x="15" y="18"/>
                  </a:cubicBezTo>
                  <a:cubicBezTo>
                    <a:pt x="14" y="17"/>
                    <a:pt x="13" y="16"/>
                    <a:pt x="11" y="16"/>
                  </a:cubicBezTo>
                  <a:cubicBezTo>
                    <a:pt x="11" y="16"/>
                    <a:pt x="11" y="16"/>
                    <a:pt x="11" y="16"/>
                  </a:cubicBezTo>
                  <a:cubicBezTo>
                    <a:pt x="17" y="22"/>
                    <a:pt x="23" y="25"/>
                    <a:pt x="30" y="29"/>
                  </a:cubicBezTo>
                  <a:cubicBezTo>
                    <a:pt x="32" y="30"/>
                    <a:pt x="34" y="31"/>
                    <a:pt x="36" y="32"/>
                  </a:cubicBezTo>
                  <a:cubicBezTo>
                    <a:pt x="36" y="32"/>
                    <a:pt x="36" y="32"/>
                    <a:pt x="36" y="32"/>
                  </a:cubicBezTo>
                  <a:cubicBezTo>
                    <a:pt x="32" y="31"/>
                    <a:pt x="28" y="29"/>
                    <a:pt x="25" y="27"/>
                  </a:cubicBezTo>
                  <a:cubicBezTo>
                    <a:pt x="21" y="25"/>
                    <a:pt x="18" y="23"/>
                    <a:pt x="14" y="21"/>
                  </a:cubicBezTo>
                  <a:cubicBezTo>
                    <a:pt x="14" y="20"/>
                    <a:pt x="13" y="19"/>
                    <a:pt x="12" y="19"/>
                  </a:cubicBezTo>
                  <a:cubicBezTo>
                    <a:pt x="11" y="18"/>
                    <a:pt x="10" y="17"/>
                    <a:pt x="10" y="17"/>
                  </a:cubicBezTo>
                  <a:cubicBezTo>
                    <a:pt x="9" y="17"/>
                    <a:pt x="9" y="17"/>
                    <a:pt x="9" y="17"/>
                  </a:cubicBezTo>
                  <a:cubicBezTo>
                    <a:pt x="10" y="18"/>
                    <a:pt x="11" y="19"/>
                    <a:pt x="13" y="20"/>
                  </a:cubicBezTo>
                  <a:cubicBezTo>
                    <a:pt x="14" y="21"/>
                    <a:pt x="15" y="22"/>
                    <a:pt x="16" y="22"/>
                  </a:cubicBezTo>
                  <a:cubicBezTo>
                    <a:pt x="18" y="23"/>
                    <a:pt x="19" y="24"/>
                    <a:pt x="21" y="25"/>
                  </a:cubicBezTo>
                  <a:cubicBezTo>
                    <a:pt x="22" y="26"/>
                    <a:pt x="24" y="27"/>
                    <a:pt x="25" y="28"/>
                  </a:cubicBezTo>
                  <a:cubicBezTo>
                    <a:pt x="25" y="28"/>
                    <a:pt x="25" y="27"/>
                    <a:pt x="25" y="27"/>
                  </a:cubicBezTo>
                  <a:cubicBezTo>
                    <a:pt x="24" y="27"/>
                    <a:pt x="23" y="27"/>
                    <a:pt x="23" y="26"/>
                  </a:cubicBezTo>
                  <a:cubicBezTo>
                    <a:pt x="22" y="26"/>
                    <a:pt x="21" y="25"/>
                    <a:pt x="20" y="25"/>
                  </a:cubicBezTo>
                  <a:cubicBezTo>
                    <a:pt x="18" y="23"/>
                    <a:pt x="17" y="22"/>
                    <a:pt x="15" y="21"/>
                  </a:cubicBezTo>
                  <a:cubicBezTo>
                    <a:pt x="12" y="19"/>
                    <a:pt x="9" y="16"/>
                    <a:pt x="6" y="13"/>
                  </a:cubicBezTo>
                  <a:cubicBezTo>
                    <a:pt x="5" y="12"/>
                    <a:pt x="5" y="12"/>
                    <a:pt x="4" y="12"/>
                  </a:cubicBezTo>
                  <a:cubicBezTo>
                    <a:pt x="4" y="11"/>
                    <a:pt x="4" y="12"/>
                    <a:pt x="4" y="12"/>
                  </a:cubicBezTo>
                  <a:cubicBezTo>
                    <a:pt x="9" y="15"/>
                    <a:pt x="12" y="21"/>
                    <a:pt x="17" y="24"/>
                  </a:cubicBezTo>
                  <a:cubicBezTo>
                    <a:pt x="18" y="24"/>
                    <a:pt x="18" y="23"/>
                    <a:pt x="18" y="23"/>
                  </a:cubicBezTo>
                  <a:cubicBezTo>
                    <a:pt x="16" y="21"/>
                    <a:pt x="13" y="19"/>
                    <a:pt x="11" y="17"/>
                  </a:cubicBezTo>
                  <a:cubicBezTo>
                    <a:pt x="9" y="16"/>
                    <a:pt x="8" y="15"/>
                    <a:pt x="7" y="14"/>
                  </a:cubicBezTo>
                  <a:cubicBezTo>
                    <a:pt x="6" y="12"/>
                    <a:pt x="4" y="11"/>
                    <a:pt x="3" y="10"/>
                  </a:cubicBezTo>
                  <a:cubicBezTo>
                    <a:pt x="3" y="10"/>
                    <a:pt x="3" y="10"/>
                    <a:pt x="3" y="10"/>
                  </a:cubicBezTo>
                  <a:cubicBezTo>
                    <a:pt x="6" y="12"/>
                    <a:pt x="9" y="14"/>
                    <a:pt x="12" y="16"/>
                  </a:cubicBezTo>
                  <a:cubicBezTo>
                    <a:pt x="14" y="18"/>
                    <a:pt x="17" y="20"/>
                    <a:pt x="20" y="23"/>
                  </a:cubicBezTo>
                  <a:cubicBezTo>
                    <a:pt x="20" y="23"/>
                    <a:pt x="20" y="23"/>
                    <a:pt x="20" y="23"/>
                  </a:cubicBezTo>
                  <a:cubicBezTo>
                    <a:pt x="17" y="20"/>
                    <a:pt x="13" y="17"/>
                    <a:pt x="10" y="14"/>
                  </a:cubicBezTo>
                  <a:cubicBezTo>
                    <a:pt x="9" y="13"/>
                    <a:pt x="7" y="11"/>
                    <a:pt x="5" y="10"/>
                  </a:cubicBezTo>
                  <a:cubicBezTo>
                    <a:pt x="5" y="9"/>
                    <a:pt x="4" y="8"/>
                    <a:pt x="3" y="8"/>
                  </a:cubicBezTo>
                  <a:cubicBezTo>
                    <a:pt x="2" y="7"/>
                    <a:pt x="2" y="6"/>
                    <a:pt x="1" y="6"/>
                  </a:cubicBezTo>
                  <a:cubicBezTo>
                    <a:pt x="1" y="5"/>
                    <a:pt x="1" y="5"/>
                    <a:pt x="1" y="5"/>
                  </a:cubicBezTo>
                  <a:cubicBezTo>
                    <a:pt x="1" y="5"/>
                    <a:pt x="1" y="5"/>
                    <a:pt x="1" y="5"/>
                  </a:cubicBezTo>
                  <a:cubicBezTo>
                    <a:pt x="4" y="7"/>
                    <a:pt x="7" y="10"/>
                    <a:pt x="10" y="13"/>
                  </a:cubicBezTo>
                  <a:cubicBezTo>
                    <a:pt x="12" y="14"/>
                    <a:pt x="13" y="15"/>
                    <a:pt x="15" y="16"/>
                  </a:cubicBezTo>
                  <a:cubicBezTo>
                    <a:pt x="16" y="17"/>
                    <a:pt x="17" y="18"/>
                    <a:pt x="18" y="18"/>
                  </a:cubicBezTo>
                  <a:cubicBezTo>
                    <a:pt x="18" y="19"/>
                    <a:pt x="19" y="19"/>
                    <a:pt x="20" y="20"/>
                  </a:cubicBezTo>
                  <a:cubicBezTo>
                    <a:pt x="20" y="20"/>
                    <a:pt x="20" y="20"/>
                    <a:pt x="21" y="20"/>
                  </a:cubicBezTo>
                  <a:cubicBezTo>
                    <a:pt x="21" y="20"/>
                    <a:pt x="21" y="20"/>
                    <a:pt x="21" y="20"/>
                  </a:cubicBezTo>
                  <a:cubicBezTo>
                    <a:pt x="18" y="17"/>
                    <a:pt x="15" y="14"/>
                    <a:pt x="12" y="12"/>
                  </a:cubicBezTo>
                  <a:cubicBezTo>
                    <a:pt x="10" y="10"/>
                    <a:pt x="9" y="9"/>
                    <a:pt x="7" y="7"/>
                  </a:cubicBezTo>
                  <a:cubicBezTo>
                    <a:pt x="6" y="5"/>
                    <a:pt x="4" y="4"/>
                    <a:pt x="3" y="2"/>
                  </a:cubicBezTo>
                  <a:cubicBezTo>
                    <a:pt x="2" y="2"/>
                    <a:pt x="2" y="1"/>
                    <a:pt x="1" y="0"/>
                  </a:cubicBezTo>
                  <a:cubicBezTo>
                    <a:pt x="1" y="1"/>
                    <a:pt x="1" y="1"/>
                    <a:pt x="1" y="1"/>
                  </a:cubicBezTo>
                  <a:cubicBezTo>
                    <a:pt x="3" y="2"/>
                    <a:pt x="4" y="3"/>
                    <a:pt x="5" y="5"/>
                  </a:cubicBezTo>
                  <a:cubicBezTo>
                    <a:pt x="7" y="6"/>
                    <a:pt x="8" y="8"/>
                    <a:pt x="10" y="9"/>
                  </a:cubicBezTo>
                  <a:cubicBezTo>
                    <a:pt x="13" y="12"/>
                    <a:pt x="16" y="15"/>
                    <a:pt x="19" y="18"/>
                  </a:cubicBezTo>
                  <a:cubicBezTo>
                    <a:pt x="20" y="19"/>
                    <a:pt x="21" y="19"/>
                    <a:pt x="22" y="20"/>
                  </a:cubicBezTo>
                  <a:cubicBezTo>
                    <a:pt x="22" y="21"/>
                    <a:pt x="23" y="21"/>
                    <a:pt x="23" y="22"/>
                  </a:cubicBezTo>
                  <a:cubicBezTo>
                    <a:pt x="23" y="22"/>
                    <a:pt x="23" y="22"/>
                    <a:pt x="23" y="22"/>
                  </a:cubicBezTo>
                  <a:cubicBezTo>
                    <a:pt x="21" y="21"/>
                    <a:pt x="20" y="20"/>
                    <a:pt x="18" y="19"/>
                  </a:cubicBezTo>
                  <a:cubicBezTo>
                    <a:pt x="17" y="18"/>
                    <a:pt x="15" y="17"/>
                    <a:pt x="13" y="15"/>
                  </a:cubicBezTo>
                  <a:cubicBezTo>
                    <a:pt x="12" y="14"/>
                    <a:pt x="10" y="12"/>
                    <a:pt x="8" y="11"/>
                  </a:cubicBezTo>
                  <a:cubicBezTo>
                    <a:pt x="7" y="10"/>
                    <a:pt x="5" y="8"/>
                    <a:pt x="4" y="7"/>
                  </a:cubicBezTo>
                  <a:cubicBezTo>
                    <a:pt x="3" y="6"/>
                    <a:pt x="3" y="6"/>
                    <a:pt x="3" y="5"/>
                  </a:cubicBezTo>
                  <a:cubicBezTo>
                    <a:pt x="2" y="5"/>
                    <a:pt x="2" y="5"/>
                    <a:pt x="2" y="5"/>
                  </a:cubicBezTo>
                  <a:cubicBezTo>
                    <a:pt x="4" y="6"/>
                    <a:pt x="5" y="7"/>
                    <a:pt x="7" y="9"/>
                  </a:cubicBezTo>
                  <a:cubicBezTo>
                    <a:pt x="8" y="10"/>
                    <a:pt x="10" y="11"/>
                    <a:pt x="11" y="13"/>
                  </a:cubicBezTo>
                  <a:cubicBezTo>
                    <a:pt x="15" y="15"/>
                    <a:pt x="18" y="18"/>
                    <a:pt x="21" y="20"/>
                  </a:cubicBezTo>
                  <a:cubicBezTo>
                    <a:pt x="23" y="21"/>
                    <a:pt x="24" y="22"/>
                    <a:pt x="25" y="23"/>
                  </a:cubicBezTo>
                  <a:cubicBezTo>
                    <a:pt x="25" y="23"/>
                    <a:pt x="26" y="24"/>
                    <a:pt x="26" y="24"/>
                  </a:cubicBezTo>
                  <a:cubicBezTo>
                    <a:pt x="27" y="24"/>
                    <a:pt x="27" y="25"/>
                    <a:pt x="27" y="25"/>
                  </a:cubicBezTo>
                  <a:cubicBezTo>
                    <a:pt x="27" y="25"/>
                    <a:pt x="27" y="25"/>
                    <a:pt x="27" y="25"/>
                  </a:cubicBezTo>
                  <a:cubicBezTo>
                    <a:pt x="24" y="24"/>
                    <a:pt x="21" y="21"/>
                    <a:pt x="19" y="19"/>
                  </a:cubicBezTo>
                  <a:cubicBezTo>
                    <a:pt x="16" y="16"/>
                    <a:pt x="12" y="13"/>
                    <a:pt x="9" y="11"/>
                  </a:cubicBezTo>
                  <a:cubicBezTo>
                    <a:pt x="7" y="9"/>
                    <a:pt x="6" y="8"/>
                    <a:pt x="4" y="6"/>
                  </a:cubicBezTo>
                  <a:cubicBezTo>
                    <a:pt x="4" y="6"/>
                    <a:pt x="3" y="6"/>
                    <a:pt x="4" y="6"/>
                  </a:cubicBezTo>
                  <a:cubicBezTo>
                    <a:pt x="7" y="9"/>
                    <a:pt x="10" y="12"/>
                    <a:pt x="13" y="14"/>
                  </a:cubicBezTo>
                  <a:cubicBezTo>
                    <a:pt x="16" y="17"/>
                    <a:pt x="19" y="19"/>
                    <a:pt x="23" y="21"/>
                  </a:cubicBezTo>
                  <a:cubicBezTo>
                    <a:pt x="25" y="22"/>
                    <a:pt x="26" y="22"/>
                    <a:pt x="28" y="23"/>
                  </a:cubicBezTo>
                  <a:cubicBezTo>
                    <a:pt x="29" y="23"/>
                    <a:pt x="31" y="24"/>
                    <a:pt x="32" y="25"/>
                  </a:cubicBezTo>
                  <a:cubicBezTo>
                    <a:pt x="32" y="25"/>
                    <a:pt x="32" y="25"/>
                    <a:pt x="32" y="24"/>
                  </a:cubicBezTo>
                  <a:cubicBezTo>
                    <a:pt x="31" y="24"/>
                    <a:pt x="30" y="24"/>
                    <a:pt x="30" y="23"/>
                  </a:cubicBezTo>
                  <a:cubicBezTo>
                    <a:pt x="29" y="23"/>
                    <a:pt x="28" y="22"/>
                    <a:pt x="27" y="22"/>
                  </a:cubicBezTo>
                  <a:cubicBezTo>
                    <a:pt x="25" y="21"/>
                    <a:pt x="23" y="20"/>
                    <a:pt x="22" y="19"/>
                  </a:cubicBezTo>
                  <a:cubicBezTo>
                    <a:pt x="20" y="18"/>
                    <a:pt x="18" y="16"/>
                    <a:pt x="16" y="15"/>
                  </a:cubicBezTo>
                  <a:cubicBezTo>
                    <a:pt x="15" y="14"/>
                    <a:pt x="13" y="13"/>
                    <a:pt x="12" y="11"/>
                  </a:cubicBezTo>
                  <a:cubicBezTo>
                    <a:pt x="11" y="11"/>
                    <a:pt x="10" y="11"/>
                    <a:pt x="10" y="10"/>
                  </a:cubicBezTo>
                  <a:cubicBezTo>
                    <a:pt x="10" y="10"/>
                    <a:pt x="10" y="10"/>
                    <a:pt x="10" y="11"/>
                  </a:cubicBezTo>
                  <a:cubicBezTo>
                    <a:pt x="13" y="13"/>
                    <a:pt x="16" y="15"/>
                    <a:pt x="20" y="17"/>
                  </a:cubicBezTo>
                  <a:cubicBezTo>
                    <a:pt x="23" y="19"/>
                    <a:pt x="27" y="20"/>
                    <a:pt x="31" y="22"/>
                  </a:cubicBezTo>
                  <a:cubicBezTo>
                    <a:pt x="33" y="23"/>
                    <a:pt x="34" y="24"/>
                    <a:pt x="36" y="24"/>
                  </a:cubicBezTo>
                  <a:cubicBezTo>
                    <a:pt x="37" y="25"/>
                    <a:pt x="38" y="25"/>
                    <a:pt x="39" y="25"/>
                  </a:cubicBezTo>
                  <a:cubicBezTo>
                    <a:pt x="40" y="26"/>
                    <a:pt x="41" y="26"/>
                    <a:pt x="41" y="27"/>
                  </a:cubicBezTo>
                  <a:cubicBezTo>
                    <a:pt x="41" y="26"/>
                    <a:pt x="41" y="26"/>
                    <a:pt x="42" y="26"/>
                  </a:cubicBezTo>
                  <a:cubicBezTo>
                    <a:pt x="40" y="26"/>
                    <a:pt x="38" y="25"/>
                    <a:pt x="37" y="25"/>
                  </a:cubicBezTo>
                  <a:cubicBezTo>
                    <a:pt x="35" y="24"/>
                    <a:pt x="33" y="23"/>
                    <a:pt x="32" y="22"/>
                  </a:cubicBezTo>
                  <a:cubicBezTo>
                    <a:pt x="28" y="20"/>
                    <a:pt x="25" y="18"/>
                    <a:pt x="22" y="16"/>
                  </a:cubicBezTo>
                  <a:cubicBezTo>
                    <a:pt x="20" y="15"/>
                    <a:pt x="17" y="13"/>
                    <a:pt x="15" y="11"/>
                  </a:cubicBezTo>
                  <a:cubicBezTo>
                    <a:pt x="15" y="11"/>
                    <a:pt x="15" y="11"/>
                    <a:pt x="15" y="12"/>
                  </a:cubicBezTo>
                  <a:cubicBezTo>
                    <a:pt x="18" y="14"/>
                    <a:pt x="22" y="16"/>
                    <a:pt x="26" y="18"/>
                  </a:cubicBezTo>
                  <a:cubicBezTo>
                    <a:pt x="27" y="19"/>
                    <a:pt x="29" y="20"/>
                    <a:pt x="30" y="21"/>
                  </a:cubicBezTo>
                  <a:cubicBezTo>
                    <a:pt x="32" y="23"/>
                    <a:pt x="33" y="24"/>
                    <a:pt x="35" y="25"/>
                  </a:cubicBezTo>
                  <a:cubicBezTo>
                    <a:pt x="36" y="25"/>
                    <a:pt x="37" y="26"/>
                    <a:pt x="38" y="26"/>
                  </a:cubicBezTo>
                  <a:cubicBezTo>
                    <a:pt x="38" y="26"/>
                    <a:pt x="38" y="26"/>
                    <a:pt x="38" y="26"/>
                  </a:cubicBezTo>
                  <a:cubicBezTo>
                    <a:pt x="36" y="25"/>
                    <a:pt x="35" y="24"/>
                    <a:pt x="33" y="23"/>
                  </a:cubicBezTo>
                  <a:cubicBezTo>
                    <a:pt x="31" y="22"/>
                    <a:pt x="29" y="21"/>
                    <a:pt x="28" y="20"/>
                  </a:cubicBezTo>
                  <a:cubicBezTo>
                    <a:pt x="24" y="17"/>
                    <a:pt x="21" y="14"/>
                    <a:pt x="18" y="12"/>
                  </a:cubicBezTo>
                  <a:cubicBezTo>
                    <a:pt x="16" y="11"/>
                    <a:pt x="15" y="10"/>
                    <a:pt x="14" y="9"/>
                  </a:cubicBezTo>
                  <a:cubicBezTo>
                    <a:pt x="13" y="8"/>
                    <a:pt x="11" y="7"/>
                    <a:pt x="10" y="6"/>
                  </a:cubicBezTo>
                  <a:cubicBezTo>
                    <a:pt x="10" y="6"/>
                    <a:pt x="10" y="6"/>
                    <a:pt x="10" y="7"/>
                  </a:cubicBezTo>
                  <a:cubicBezTo>
                    <a:pt x="10" y="8"/>
                    <a:pt x="12" y="9"/>
                    <a:pt x="13" y="10"/>
                  </a:cubicBezTo>
                  <a:cubicBezTo>
                    <a:pt x="15" y="11"/>
                    <a:pt x="16" y="13"/>
                    <a:pt x="18" y="14"/>
                  </a:cubicBezTo>
                  <a:cubicBezTo>
                    <a:pt x="21" y="17"/>
                    <a:pt x="25" y="19"/>
                    <a:pt x="29" y="21"/>
                  </a:cubicBezTo>
                  <a:cubicBezTo>
                    <a:pt x="30" y="22"/>
                    <a:pt x="31" y="22"/>
                    <a:pt x="32" y="23"/>
                  </a:cubicBezTo>
                  <a:cubicBezTo>
                    <a:pt x="33" y="24"/>
                    <a:pt x="35" y="24"/>
                    <a:pt x="35" y="25"/>
                  </a:cubicBezTo>
                  <a:cubicBezTo>
                    <a:pt x="35" y="25"/>
                    <a:pt x="36" y="25"/>
                    <a:pt x="36" y="25"/>
                  </a:cubicBezTo>
                  <a:cubicBezTo>
                    <a:pt x="35" y="25"/>
                    <a:pt x="34" y="25"/>
                    <a:pt x="33" y="24"/>
                  </a:cubicBezTo>
                  <a:cubicBezTo>
                    <a:pt x="32" y="24"/>
                    <a:pt x="31" y="23"/>
                    <a:pt x="31" y="23"/>
                  </a:cubicBezTo>
                  <a:cubicBezTo>
                    <a:pt x="29" y="22"/>
                    <a:pt x="27" y="21"/>
                    <a:pt x="25" y="20"/>
                  </a:cubicBezTo>
                  <a:cubicBezTo>
                    <a:pt x="23" y="19"/>
                    <a:pt x="22" y="18"/>
                    <a:pt x="20" y="17"/>
                  </a:cubicBezTo>
                  <a:cubicBezTo>
                    <a:pt x="18" y="16"/>
                    <a:pt x="16" y="14"/>
                    <a:pt x="15" y="13"/>
                  </a:cubicBezTo>
                  <a:cubicBezTo>
                    <a:pt x="13" y="12"/>
                    <a:pt x="11" y="10"/>
                    <a:pt x="10" y="9"/>
                  </a:cubicBezTo>
                  <a:cubicBezTo>
                    <a:pt x="10" y="9"/>
                    <a:pt x="9" y="9"/>
                    <a:pt x="1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0" name="Freeform 44"/>
            <p:cNvSpPr/>
            <p:nvPr/>
          </p:nvSpPr>
          <p:spPr bwMode="auto">
            <a:xfrm>
              <a:off x="2735263" y="4198938"/>
              <a:ext cx="525463" cy="434975"/>
            </a:xfrm>
            <a:custGeom>
              <a:avLst/>
              <a:gdLst>
                <a:gd name="T0" fmla="*/ 18 w 23"/>
                <a:gd name="T1" fmla="*/ 9 h 19"/>
                <a:gd name="T2" fmla="*/ 5 w 23"/>
                <a:gd name="T3" fmla="*/ 19 h 19"/>
                <a:gd name="T4" fmla="*/ 12 w 23"/>
                <a:gd name="T5" fmla="*/ 14 h 19"/>
                <a:gd name="T6" fmla="*/ 17 w 23"/>
                <a:gd name="T7" fmla="*/ 9 h 19"/>
                <a:gd name="T8" fmla="*/ 5 w 23"/>
                <a:gd name="T9" fmla="*/ 16 h 19"/>
                <a:gd name="T10" fmla="*/ 17 w 23"/>
                <a:gd name="T11" fmla="*/ 0 h 19"/>
                <a:gd name="T12" fmla="*/ 0 w 23"/>
                <a:gd name="T13" fmla="*/ 17 h 19"/>
                <a:gd name="T14" fmla="*/ 16 w 23"/>
                <a:gd name="T15" fmla="*/ 4 h 19"/>
                <a:gd name="T16" fmla="*/ 12 w 23"/>
                <a:gd name="T17" fmla="*/ 9 h 19"/>
                <a:gd name="T18" fmla="*/ 4 w 23"/>
                <a:gd name="T19" fmla="*/ 12 h 19"/>
                <a:gd name="T20" fmla="*/ 14 w 23"/>
                <a:gd name="T21" fmla="*/ 5 h 19"/>
                <a:gd name="T22" fmla="*/ 10 w 23"/>
                <a:gd name="T23" fmla="*/ 7 h 19"/>
                <a:gd name="T24" fmla="*/ 12 w 23"/>
                <a:gd name="T25" fmla="*/ 5 h 19"/>
                <a:gd name="T26" fmla="*/ 2 w 23"/>
                <a:gd name="T27" fmla="*/ 13 h 19"/>
                <a:gd name="T28" fmla="*/ 17 w 23"/>
                <a:gd name="T29" fmla="*/ 2 h 19"/>
                <a:gd name="T30" fmla="*/ 7 w 23"/>
                <a:gd name="T31" fmla="*/ 16 h 19"/>
                <a:gd name="T32" fmla="*/ 14 w 23"/>
                <a:gd name="T33" fmla="*/ 10 h 19"/>
                <a:gd name="T34" fmla="*/ 18 w 23"/>
                <a:gd name="T35" fmla="*/ 10 h 19"/>
                <a:gd name="T36" fmla="*/ 16 w 23"/>
                <a:gd name="T37" fmla="*/ 14 h 19"/>
                <a:gd name="T38" fmla="*/ 12 w 23"/>
                <a:gd name="T39" fmla="*/ 18 h 19"/>
                <a:gd name="T40" fmla="*/ 21 w 23"/>
                <a:gd name="T41" fmla="*/ 11 h 19"/>
                <a:gd name="T42" fmla="*/ 17 w 23"/>
                <a:gd name="T43" fmla="*/ 14 h 19"/>
                <a:gd name="T44" fmla="*/ 22 w 23"/>
                <a:gd name="T45" fmla="*/ 1 h 19"/>
                <a:gd name="T46" fmla="*/ 15 w 23"/>
                <a:gd name="T47" fmla="*/ 17 h 19"/>
                <a:gd name="T48" fmla="*/ 20 w 23"/>
                <a:gd name="T49" fmla="*/ 6 h 19"/>
                <a:gd name="T50" fmla="*/ 16 w 23"/>
                <a:gd name="T51" fmla="*/ 10 h 19"/>
                <a:gd name="T52" fmla="*/ 13 w 23"/>
                <a:gd name="T53" fmla="*/ 13 h 19"/>
                <a:gd name="T54" fmla="*/ 14 w 23"/>
                <a:gd name="T55" fmla="*/ 9 h 19"/>
                <a:gd name="T56" fmla="*/ 10 w 23"/>
                <a:gd name="T57" fmla="*/ 13 h 19"/>
                <a:gd name="T58" fmla="*/ 14 w 23"/>
                <a:gd name="T59" fmla="*/ 4 h 19"/>
                <a:gd name="T60" fmla="*/ 11 w 23"/>
                <a:gd name="T61" fmla="*/ 15 h 19"/>
                <a:gd name="T62" fmla="*/ 17 w 23"/>
                <a:gd name="T63" fmla="*/ 0 h 19"/>
                <a:gd name="T64" fmla="*/ 11 w 23"/>
                <a:gd name="T65" fmla="*/ 17 h 19"/>
                <a:gd name="T66" fmla="*/ 20 w 23"/>
                <a:gd name="T67" fmla="*/ 1 h 19"/>
                <a:gd name="T68" fmla="*/ 15 w 23"/>
                <a:gd name="T69" fmla="*/ 17 h 19"/>
                <a:gd name="T70" fmla="*/ 22 w 23"/>
                <a:gd name="T71" fmla="*/ 6 h 19"/>
                <a:gd name="T72" fmla="*/ 21 w 23"/>
                <a:gd name="T73" fmla="*/ 5 h 19"/>
                <a:gd name="T74" fmla="*/ 16 w 23"/>
                <a:gd name="T75" fmla="*/ 17 h 19"/>
                <a:gd name="T76" fmla="*/ 18 w 23"/>
                <a:gd name="T77" fmla="*/ 14 h 19"/>
                <a:gd name="T78" fmla="*/ 22 w 23"/>
                <a:gd name="T79" fmla="*/ 8 h 19"/>
                <a:gd name="T80" fmla="*/ 14 w 23"/>
                <a:gd name="T81" fmla="*/ 17 h 19"/>
                <a:gd name="T82" fmla="*/ 19 w 23"/>
                <a:gd name="T83" fmla="*/ 3 h 19"/>
                <a:gd name="T84" fmla="*/ 7 w 23"/>
                <a:gd name="T85" fmla="*/ 17 h 19"/>
                <a:gd name="T86" fmla="*/ 17 w 23"/>
                <a:gd name="T87" fmla="*/ 2 h 19"/>
                <a:gd name="T88" fmla="*/ 1 w 23"/>
                <a:gd name="T89" fmla="*/ 13 h 19"/>
                <a:gd name="T90" fmla="*/ 14 w 23"/>
                <a:gd name="T91" fmla="*/ 3 h 19"/>
                <a:gd name="T92" fmla="*/ 1 w 23"/>
                <a:gd name="T93" fmla="*/ 12 h 19"/>
                <a:gd name="T94" fmla="*/ 16 w 23"/>
                <a:gd name="T95" fmla="*/ 1 h 19"/>
                <a:gd name="T96" fmla="*/ 0 w 23"/>
                <a:gd name="T97" fmla="*/ 13 h 19"/>
                <a:gd name="T98" fmla="*/ 18 w 23"/>
                <a:gd name="T99" fmla="*/ 1 h 19"/>
                <a:gd name="T100" fmla="*/ 6 w 23"/>
                <a:gd name="T101" fmla="*/ 14 h 19"/>
                <a:gd name="T102" fmla="*/ 10 w 23"/>
                <a:gd name="T103" fmla="*/ 13 h 19"/>
                <a:gd name="T104" fmla="*/ 14 w 23"/>
                <a:gd name="T105" fmla="*/ 9 h 19"/>
                <a:gd name="T106" fmla="*/ 3 w 23"/>
                <a:gd name="T107" fmla="*/ 18 h 19"/>
                <a:gd name="T108" fmla="*/ 18 w 23"/>
                <a:gd name="T109" fmla="*/ 5 h 19"/>
                <a:gd name="T110" fmla="*/ 5 w 23"/>
                <a:gd name="T111" fmla="*/ 17 h 19"/>
                <a:gd name="T112" fmla="*/ 13 w 23"/>
                <a:gd name="T113" fmla="*/ 16 h 19"/>
                <a:gd name="T114" fmla="*/ 13 w 23"/>
                <a:gd name="T115"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 h="19">
                  <a:moveTo>
                    <a:pt x="6" y="17"/>
                  </a:moveTo>
                  <a:cubicBezTo>
                    <a:pt x="9" y="16"/>
                    <a:pt x="11" y="16"/>
                    <a:pt x="13" y="14"/>
                  </a:cubicBezTo>
                  <a:cubicBezTo>
                    <a:pt x="14" y="14"/>
                    <a:pt x="15" y="13"/>
                    <a:pt x="16" y="12"/>
                  </a:cubicBezTo>
                  <a:cubicBezTo>
                    <a:pt x="17" y="11"/>
                    <a:pt x="17" y="10"/>
                    <a:pt x="18" y="9"/>
                  </a:cubicBezTo>
                  <a:cubicBezTo>
                    <a:pt x="18" y="9"/>
                    <a:pt x="18" y="9"/>
                    <a:pt x="18" y="9"/>
                  </a:cubicBezTo>
                  <a:cubicBezTo>
                    <a:pt x="18" y="10"/>
                    <a:pt x="18" y="11"/>
                    <a:pt x="17" y="12"/>
                  </a:cubicBezTo>
                  <a:cubicBezTo>
                    <a:pt x="17" y="13"/>
                    <a:pt x="16" y="14"/>
                    <a:pt x="15" y="15"/>
                  </a:cubicBezTo>
                  <a:cubicBezTo>
                    <a:pt x="14" y="15"/>
                    <a:pt x="13" y="16"/>
                    <a:pt x="12" y="17"/>
                  </a:cubicBezTo>
                  <a:cubicBezTo>
                    <a:pt x="11" y="17"/>
                    <a:pt x="10" y="17"/>
                    <a:pt x="10" y="18"/>
                  </a:cubicBezTo>
                  <a:cubicBezTo>
                    <a:pt x="8" y="18"/>
                    <a:pt x="7" y="18"/>
                    <a:pt x="5" y="19"/>
                  </a:cubicBezTo>
                  <a:cubicBezTo>
                    <a:pt x="4" y="19"/>
                    <a:pt x="3" y="19"/>
                    <a:pt x="2" y="17"/>
                  </a:cubicBezTo>
                  <a:cubicBezTo>
                    <a:pt x="2" y="18"/>
                    <a:pt x="2" y="18"/>
                    <a:pt x="2" y="18"/>
                  </a:cubicBezTo>
                  <a:cubicBezTo>
                    <a:pt x="3" y="17"/>
                    <a:pt x="4" y="17"/>
                    <a:pt x="5" y="17"/>
                  </a:cubicBezTo>
                  <a:cubicBezTo>
                    <a:pt x="6" y="17"/>
                    <a:pt x="7" y="17"/>
                    <a:pt x="7" y="16"/>
                  </a:cubicBezTo>
                  <a:cubicBezTo>
                    <a:pt x="9" y="16"/>
                    <a:pt x="11" y="15"/>
                    <a:pt x="12" y="14"/>
                  </a:cubicBezTo>
                  <a:cubicBezTo>
                    <a:pt x="14" y="12"/>
                    <a:pt x="15" y="11"/>
                    <a:pt x="16" y="9"/>
                  </a:cubicBezTo>
                  <a:cubicBezTo>
                    <a:pt x="16" y="9"/>
                    <a:pt x="17" y="8"/>
                    <a:pt x="17" y="7"/>
                  </a:cubicBezTo>
                  <a:cubicBezTo>
                    <a:pt x="17" y="6"/>
                    <a:pt x="17" y="6"/>
                    <a:pt x="18" y="5"/>
                  </a:cubicBezTo>
                  <a:cubicBezTo>
                    <a:pt x="18" y="5"/>
                    <a:pt x="18" y="5"/>
                    <a:pt x="18" y="5"/>
                  </a:cubicBezTo>
                  <a:cubicBezTo>
                    <a:pt x="18" y="6"/>
                    <a:pt x="18" y="8"/>
                    <a:pt x="17" y="9"/>
                  </a:cubicBezTo>
                  <a:cubicBezTo>
                    <a:pt x="16" y="11"/>
                    <a:pt x="15" y="12"/>
                    <a:pt x="15" y="13"/>
                  </a:cubicBezTo>
                  <a:cubicBezTo>
                    <a:pt x="13" y="16"/>
                    <a:pt x="10" y="18"/>
                    <a:pt x="7" y="18"/>
                  </a:cubicBezTo>
                  <a:cubicBezTo>
                    <a:pt x="6" y="18"/>
                    <a:pt x="4" y="18"/>
                    <a:pt x="3" y="17"/>
                  </a:cubicBezTo>
                  <a:cubicBezTo>
                    <a:pt x="3" y="17"/>
                    <a:pt x="4" y="17"/>
                    <a:pt x="4" y="18"/>
                  </a:cubicBezTo>
                  <a:cubicBezTo>
                    <a:pt x="4" y="17"/>
                    <a:pt x="5" y="17"/>
                    <a:pt x="5" y="16"/>
                  </a:cubicBezTo>
                  <a:cubicBezTo>
                    <a:pt x="6" y="16"/>
                    <a:pt x="7" y="15"/>
                    <a:pt x="7" y="15"/>
                  </a:cubicBezTo>
                  <a:cubicBezTo>
                    <a:pt x="9" y="14"/>
                    <a:pt x="11" y="13"/>
                    <a:pt x="12" y="11"/>
                  </a:cubicBezTo>
                  <a:cubicBezTo>
                    <a:pt x="15" y="9"/>
                    <a:pt x="16" y="6"/>
                    <a:pt x="17" y="3"/>
                  </a:cubicBezTo>
                  <a:cubicBezTo>
                    <a:pt x="17" y="2"/>
                    <a:pt x="17" y="1"/>
                    <a:pt x="18" y="0"/>
                  </a:cubicBezTo>
                  <a:cubicBezTo>
                    <a:pt x="18" y="0"/>
                    <a:pt x="18" y="0"/>
                    <a:pt x="17" y="0"/>
                  </a:cubicBezTo>
                  <a:cubicBezTo>
                    <a:pt x="18" y="1"/>
                    <a:pt x="17" y="3"/>
                    <a:pt x="17" y="4"/>
                  </a:cubicBezTo>
                  <a:cubicBezTo>
                    <a:pt x="16" y="5"/>
                    <a:pt x="15" y="6"/>
                    <a:pt x="14" y="8"/>
                  </a:cubicBezTo>
                  <a:cubicBezTo>
                    <a:pt x="12" y="10"/>
                    <a:pt x="10" y="12"/>
                    <a:pt x="8" y="14"/>
                  </a:cubicBezTo>
                  <a:cubicBezTo>
                    <a:pt x="5" y="15"/>
                    <a:pt x="3" y="16"/>
                    <a:pt x="0" y="17"/>
                  </a:cubicBezTo>
                  <a:cubicBezTo>
                    <a:pt x="0" y="17"/>
                    <a:pt x="0" y="17"/>
                    <a:pt x="0" y="17"/>
                  </a:cubicBezTo>
                  <a:cubicBezTo>
                    <a:pt x="1" y="17"/>
                    <a:pt x="2" y="16"/>
                    <a:pt x="3" y="16"/>
                  </a:cubicBezTo>
                  <a:cubicBezTo>
                    <a:pt x="4" y="15"/>
                    <a:pt x="5" y="15"/>
                    <a:pt x="6" y="14"/>
                  </a:cubicBezTo>
                  <a:cubicBezTo>
                    <a:pt x="7" y="13"/>
                    <a:pt x="9" y="12"/>
                    <a:pt x="10" y="11"/>
                  </a:cubicBezTo>
                  <a:cubicBezTo>
                    <a:pt x="12" y="9"/>
                    <a:pt x="13" y="8"/>
                    <a:pt x="14" y="6"/>
                  </a:cubicBezTo>
                  <a:cubicBezTo>
                    <a:pt x="15" y="5"/>
                    <a:pt x="15" y="5"/>
                    <a:pt x="16" y="4"/>
                  </a:cubicBezTo>
                  <a:cubicBezTo>
                    <a:pt x="16" y="3"/>
                    <a:pt x="17" y="2"/>
                    <a:pt x="17" y="1"/>
                  </a:cubicBezTo>
                  <a:cubicBezTo>
                    <a:pt x="17" y="1"/>
                    <a:pt x="18" y="1"/>
                    <a:pt x="18" y="1"/>
                  </a:cubicBezTo>
                  <a:cubicBezTo>
                    <a:pt x="18" y="1"/>
                    <a:pt x="18" y="1"/>
                    <a:pt x="17" y="1"/>
                  </a:cubicBezTo>
                  <a:cubicBezTo>
                    <a:pt x="17" y="2"/>
                    <a:pt x="16" y="4"/>
                    <a:pt x="15" y="5"/>
                  </a:cubicBezTo>
                  <a:cubicBezTo>
                    <a:pt x="14" y="6"/>
                    <a:pt x="13" y="8"/>
                    <a:pt x="12" y="9"/>
                  </a:cubicBezTo>
                  <a:cubicBezTo>
                    <a:pt x="10" y="11"/>
                    <a:pt x="7" y="12"/>
                    <a:pt x="5" y="13"/>
                  </a:cubicBezTo>
                  <a:cubicBezTo>
                    <a:pt x="3" y="14"/>
                    <a:pt x="1" y="14"/>
                    <a:pt x="0" y="13"/>
                  </a:cubicBezTo>
                  <a:cubicBezTo>
                    <a:pt x="0" y="13"/>
                    <a:pt x="0" y="13"/>
                    <a:pt x="0" y="13"/>
                  </a:cubicBezTo>
                  <a:cubicBezTo>
                    <a:pt x="1" y="13"/>
                    <a:pt x="1" y="13"/>
                    <a:pt x="2" y="12"/>
                  </a:cubicBezTo>
                  <a:cubicBezTo>
                    <a:pt x="3" y="12"/>
                    <a:pt x="3" y="12"/>
                    <a:pt x="4" y="12"/>
                  </a:cubicBezTo>
                  <a:cubicBezTo>
                    <a:pt x="6" y="11"/>
                    <a:pt x="7" y="10"/>
                    <a:pt x="9" y="9"/>
                  </a:cubicBezTo>
                  <a:cubicBezTo>
                    <a:pt x="10" y="8"/>
                    <a:pt x="12" y="7"/>
                    <a:pt x="13" y="6"/>
                  </a:cubicBezTo>
                  <a:cubicBezTo>
                    <a:pt x="14" y="4"/>
                    <a:pt x="15" y="2"/>
                    <a:pt x="16" y="1"/>
                  </a:cubicBezTo>
                  <a:cubicBezTo>
                    <a:pt x="15" y="1"/>
                    <a:pt x="15" y="1"/>
                    <a:pt x="15" y="1"/>
                  </a:cubicBezTo>
                  <a:cubicBezTo>
                    <a:pt x="15" y="2"/>
                    <a:pt x="14" y="4"/>
                    <a:pt x="14" y="5"/>
                  </a:cubicBezTo>
                  <a:cubicBezTo>
                    <a:pt x="13" y="6"/>
                    <a:pt x="11" y="7"/>
                    <a:pt x="10" y="8"/>
                  </a:cubicBezTo>
                  <a:cubicBezTo>
                    <a:pt x="9" y="9"/>
                    <a:pt x="8" y="10"/>
                    <a:pt x="6" y="10"/>
                  </a:cubicBezTo>
                  <a:cubicBezTo>
                    <a:pt x="5" y="11"/>
                    <a:pt x="3" y="12"/>
                    <a:pt x="1" y="12"/>
                  </a:cubicBezTo>
                  <a:cubicBezTo>
                    <a:pt x="1" y="12"/>
                    <a:pt x="1" y="12"/>
                    <a:pt x="1" y="12"/>
                  </a:cubicBezTo>
                  <a:cubicBezTo>
                    <a:pt x="4" y="10"/>
                    <a:pt x="7" y="9"/>
                    <a:pt x="10" y="7"/>
                  </a:cubicBezTo>
                  <a:cubicBezTo>
                    <a:pt x="11" y="6"/>
                    <a:pt x="12" y="5"/>
                    <a:pt x="12" y="4"/>
                  </a:cubicBezTo>
                  <a:cubicBezTo>
                    <a:pt x="13" y="2"/>
                    <a:pt x="14" y="1"/>
                    <a:pt x="15" y="1"/>
                  </a:cubicBezTo>
                  <a:cubicBezTo>
                    <a:pt x="15" y="0"/>
                    <a:pt x="15" y="0"/>
                    <a:pt x="15" y="0"/>
                  </a:cubicBezTo>
                  <a:cubicBezTo>
                    <a:pt x="15" y="1"/>
                    <a:pt x="15" y="2"/>
                    <a:pt x="14" y="3"/>
                  </a:cubicBezTo>
                  <a:cubicBezTo>
                    <a:pt x="14" y="4"/>
                    <a:pt x="13" y="4"/>
                    <a:pt x="12" y="5"/>
                  </a:cubicBezTo>
                  <a:cubicBezTo>
                    <a:pt x="11" y="7"/>
                    <a:pt x="10" y="8"/>
                    <a:pt x="9" y="9"/>
                  </a:cubicBezTo>
                  <a:cubicBezTo>
                    <a:pt x="8" y="10"/>
                    <a:pt x="7" y="11"/>
                    <a:pt x="6" y="11"/>
                  </a:cubicBezTo>
                  <a:cubicBezTo>
                    <a:pt x="5" y="12"/>
                    <a:pt x="4" y="13"/>
                    <a:pt x="2" y="13"/>
                  </a:cubicBezTo>
                  <a:cubicBezTo>
                    <a:pt x="2" y="13"/>
                    <a:pt x="2" y="13"/>
                    <a:pt x="1" y="13"/>
                  </a:cubicBezTo>
                  <a:cubicBezTo>
                    <a:pt x="1" y="13"/>
                    <a:pt x="2" y="13"/>
                    <a:pt x="2" y="13"/>
                  </a:cubicBezTo>
                  <a:cubicBezTo>
                    <a:pt x="2" y="13"/>
                    <a:pt x="2" y="12"/>
                    <a:pt x="3" y="12"/>
                  </a:cubicBezTo>
                  <a:cubicBezTo>
                    <a:pt x="4" y="12"/>
                    <a:pt x="4" y="12"/>
                    <a:pt x="5" y="12"/>
                  </a:cubicBezTo>
                  <a:cubicBezTo>
                    <a:pt x="7" y="11"/>
                    <a:pt x="8" y="10"/>
                    <a:pt x="10" y="9"/>
                  </a:cubicBezTo>
                  <a:cubicBezTo>
                    <a:pt x="12" y="9"/>
                    <a:pt x="13" y="8"/>
                    <a:pt x="14" y="6"/>
                  </a:cubicBezTo>
                  <a:cubicBezTo>
                    <a:pt x="15" y="5"/>
                    <a:pt x="16" y="4"/>
                    <a:pt x="17" y="2"/>
                  </a:cubicBezTo>
                  <a:cubicBezTo>
                    <a:pt x="17" y="2"/>
                    <a:pt x="17" y="2"/>
                    <a:pt x="17" y="2"/>
                  </a:cubicBezTo>
                  <a:cubicBezTo>
                    <a:pt x="17" y="4"/>
                    <a:pt x="16" y="6"/>
                    <a:pt x="15" y="7"/>
                  </a:cubicBezTo>
                  <a:cubicBezTo>
                    <a:pt x="15" y="9"/>
                    <a:pt x="14" y="10"/>
                    <a:pt x="13" y="12"/>
                  </a:cubicBezTo>
                  <a:cubicBezTo>
                    <a:pt x="12" y="13"/>
                    <a:pt x="11" y="14"/>
                    <a:pt x="11" y="15"/>
                  </a:cubicBezTo>
                  <a:cubicBezTo>
                    <a:pt x="10" y="16"/>
                    <a:pt x="9" y="17"/>
                    <a:pt x="7" y="16"/>
                  </a:cubicBezTo>
                  <a:cubicBezTo>
                    <a:pt x="7" y="16"/>
                    <a:pt x="7" y="16"/>
                    <a:pt x="8" y="17"/>
                  </a:cubicBezTo>
                  <a:cubicBezTo>
                    <a:pt x="7" y="16"/>
                    <a:pt x="8" y="16"/>
                    <a:pt x="8" y="16"/>
                  </a:cubicBezTo>
                  <a:cubicBezTo>
                    <a:pt x="8" y="15"/>
                    <a:pt x="9" y="15"/>
                    <a:pt x="9" y="15"/>
                  </a:cubicBezTo>
                  <a:cubicBezTo>
                    <a:pt x="10" y="14"/>
                    <a:pt x="11" y="13"/>
                    <a:pt x="12" y="12"/>
                  </a:cubicBezTo>
                  <a:cubicBezTo>
                    <a:pt x="13" y="12"/>
                    <a:pt x="14" y="11"/>
                    <a:pt x="14" y="10"/>
                  </a:cubicBezTo>
                  <a:cubicBezTo>
                    <a:pt x="16" y="9"/>
                    <a:pt x="17" y="7"/>
                    <a:pt x="18" y="6"/>
                  </a:cubicBezTo>
                  <a:cubicBezTo>
                    <a:pt x="19" y="5"/>
                    <a:pt x="19" y="4"/>
                    <a:pt x="20" y="4"/>
                  </a:cubicBezTo>
                  <a:cubicBezTo>
                    <a:pt x="20" y="4"/>
                    <a:pt x="20" y="4"/>
                    <a:pt x="19" y="4"/>
                  </a:cubicBezTo>
                  <a:cubicBezTo>
                    <a:pt x="20" y="4"/>
                    <a:pt x="20" y="5"/>
                    <a:pt x="20" y="6"/>
                  </a:cubicBezTo>
                  <a:cubicBezTo>
                    <a:pt x="19" y="7"/>
                    <a:pt x="19" y="9"/>
                    <a:pt x="18" y="10"/>
                  </a:cubicBezTo>
                  <a:cubicBezTo>
                    <a:pt x="17" y="12"/>
                    <a:pt x="16" y="14"/>
                    <a:pt x="15" y="15"/>
                  </a:cubicBezTo>
                  <a:cubicBezTo>
                    <a:pt x="14" y="16"/>
                    <a:pt x="13" y="17"/>
                    <a:pt x="12" y="17"/>
                  </a:cubicBezTo>
                  <a:cubicBezTo>
                    <a:pt x="12" y="18"/>
                    <a:pt x="11" y="18"/>
                    <a:pt x="10" y="18"/>
                  </a:cubicBezTo>
                  <a:cubicBezTo>
                    <a:pt x="10" y="18"/>
                    <a:pt x="10" y="18"/>
                    <a:pt x="10" y="18"/>
                  </a:cubicBezTo>
                  <a:cubicBezTo>
                    <a:pt x="12" y="17"/>
                    <a:pt x="14" y="16"/>
                    <a:pt x="16" y="14"/>
                  </a:cubicBezTo>
                  <a:cubicBezTo>
                    <a:pt x="18" y="12"/>
                    <a:pt x="20" y="10"/>
                    <a:pt x="22" y="8"/>
                  </a:cubicBezTo>
                  <a:cubicBezTo>
                    <a:pt x="21" y="8"/>
                    <a:pt x="21" y="8"/>
                    <a:pt x="21" y="8"/>
                  </a:cubicBezTo>
                  <a:cubicBezTo>
                    <a:pt x="21" y="9"/>
                    <a:pt x="21" y="10"/>
                    <a:pt x="20" y="11"/>
                  </a:cubicBezTo>
                  <a:cubicBezTo>
                    <a:pt x="20" y="12"/>
                    <a:pt x="19" y="12"/>
                    <a:pt x="19" y="13"/>
                  </a:cubicBezTo>
                  <a:cubicBezTo>
                    <a:pt x="17" y="15"/>
                    <a:pt x="15" y="17"/>
                    <a:pt x="12" y="18"/>
                  </a:cubicBezTo>
                  <a:cubicBezTo>
                    <a:pt x="12" y="18"/>
                    <a:pt x="12" y="18"/>
                    <a:pt x="12" y="18"/>
                  </a:cubicBezTo>
                  <a:cubicBezTo>
                    <a:pt x="14" y="16"/>
                    <a:pt x="16" y="16"/>
                    <a:pt x="18" y="14"/>
                  </a:cubicBezTo>
                  <a:cubicBezTo>
                    <a:pt x="19" y="13"/>
                    <a:pt x="21" y="11"/>
                    <a:pt x="22" y="9"/>
                  </a:cubicBezTo>
                  <a:cubicBezTo>
                    <a:pt x="22" y="9"/>
                    <a:pt x="22" y="9"/>
                    <a:pt x="22" y="9"/>
                  </a:cubicBezTo>
                  <a:cubicBezTo>
                    <a:pt x="22" y="10"/>
                    <a:pt x="21" y="11"/>
                    <a:pt x="21" y="11"/>
                  </a:cubicBezTo>
                  <a:cubicBezTo>
                    <a:pt x="20" y="12"/>
                    <a:pt x="19" y="13"/>
                    <a:pt x="19" y="14"/>
                  </a:cubicBezTo>
                  <a:cubicBezTo>
                    <a:pt x="18" y="15"/>
                    <a:pt x="17" y="15"/>
                    <a:pt x="16" y="16"/>
                  </a:cubicBezTo>
                  <a:cubicBezTo>
                    <a:pt x="15" y="17"/>
                    <a:pt x="15" y="17"/>
                    <a:pt x="14" y="17"/>
                  </a:cubicBezTo>
                  <a:cubicBezTo>
                    <a:pt x="14" y="17"/>
                    <a:pt x="14" y="17"/>
                    <a:pt x="14" y="17"/>
                  </a:cubicBezTo>
                  <a:cubicBezTo>
                    <a:pt x="15" y="16"/>
                    <a:pt x="16" y="15"/>
                    <a:pt x="17" y="14"/>
                  </a:cubicBezTo>
                  <a:cubicBezTo>
                    <a:pt x="18" y="13"/>
                    <a:pt x="19" y="12"/>
                    <a:pt x="20" y="10"/>
                  </a:cubicBezTo>
                  <a:cubicBezTo>
                    <a:pt x="20" y="9"/>
                    <a:pt x="21" y="7"/>
                    <a:pt x="21" y="6"/>
                  </a:cubicBezTo>
                  <a:cubicBezTo>
                    <a:pt x="22" y="5"/>
                    <a:pt x="22" y="4"/>
                    <a:pt x="22" y="3"/>
                  </a:cubicBezTo>
                  <a:cubicBezTo>
                    <a:pt x="22" y="3"/>
                    <a:pt x="22" y="2"/>
                    <a:pt x="23" y="1"/>
                  </a:cubicBezTo>
                  <a:cubicBezTo>
                    <a:pt x="22" y="1"/>
                    <a:pt x="22" y="1"/>
                    <a:pt x="22" y="1"/>
                  </a:cubicBezTo>
                  <a:cubicBezTo>
                    <a:pt x="22" y="2"/>
                    <a:pt x="22" y="3"/>
                    <a:pt x="22" y="4"/>
                  </a:cubicBezTo>
                  <a:cubicBezTo>
                    <a:pt x="22" y="4"/>
                    <a:pt x="22" y="5"/>
                    <a:pt x="21" y="6"/>
                  </a:cubicBezTo>
                  <a:cubicBezTo>
                    <a:pt x="21" y="8"/>
                    <a:pt x="20" y="9"/>
                    <a:pt x="20" y="11"/>
                  </a:cubicBezTo>
                  <a:cubicBezTo>
                    <a:pt x="19" y="12"/>
                    <a:pt x="19" y="13"/>
                    <a:pt x="18" y="14"/>
                  </a:cubicBezTo>
                  <a:cubicBezTo>
                    <a:pt x="17" y="15"/>
                    <a:pt x="16" y="16"/>
                    <a:pt x="15" y="17"/>
                  </a:cubicBezTo>
                  <a:cubicBezTo>
                    <a:pt x="15" y="17"/>
                    <a:pt x="15" y="17"/>
                    <a:pt x="15" y="17"/>
                  </a:cubicBezTo>
                  <a:cubicBezTo>
                    <a:pt x="15" y="16"/>
                    <a:pt x="15" y="16"/>
                    <a:pt x="15" y="15"/>
                  </a:cubicBezTo>
                  <a:cubicBezTo>
                    <a:pt x="15" y="15"/>
                    <a:pt x="15" y="14"/>
                    <a:pt x="16" y="14"/>
                  </a:cubicBezTo>
                  <a:cubicBezTo>
                    <a:pt x="16" y="13"/>
                    <a:pt x="17" y="11"/>
                    <a:pt x="18" y="10"/>
                  </a:cubicBezTo>
                  <a:cubicBezTo>
                    <a:pt x="19" y="9"/>
                    <a:pt x="19" y="8"/>
                    <a:pt x="20" y="6"/>
                  </a:cubicBezTo>
                  <a:cubicBezTo>
                    <a:pt x="20" y="4"/>
                    <a:pt x="20" y="2"/>
                    <a:pt x="20" y="1"/>
                  </a:cubicBezTo>
                  <a:cubicBezTo>
                    <a:pt x="20" y="1"/>
                    <a:pt x="20" y="0"/>
                    <a:pt x="20" y="1"/>
                  </a:cubicBezTo>
                  <a:cubicBezTo>
                    <a:pt x="19" y="1"/>
                    <a:pt x="19" y="2"/>
                    <a:pt x="19" y="2"/>
                  </a:cubicBezTo>
                  <a:cubicBezTo>
                    <a:pt x="18" y="3"/>
                    <a:pt x="18" y="4"/>
                    <a:pt x="18" y="5"/>
                  </a:cubicBezTo>
                  <a:cubicBezTo>
                    <a:pt x="17" y="6"/>
                    <a:pt x="16" y="8"/>
                    <a:pt x="16" y="10"/>
                  </a:cubicBezTo>
                  <a:cubicBezTo>
                    <a:pt x="15" y="11"/>
                    <a:pt x="15" y="12"/>
                    <a:pt x="14" y="13"/>
                  </a:cubicBezTo>
                  <a:cubicBezTo>
                    <a:pt x="13" y="14"/>
                    <a:pt x="12" y="16"/>
                    <a:pt x="11" y="16"/>
                  </a:cubicBezTo>
                  <a:cubicBezTo>
                    <a:pt x="11" y="16"/>
                    <a:pt x="11" y="16"/>
                    <a:pt x="12" y="16"/>
                  </a:cubicBezTo>
                  <a:cubicBezTo>
                    <a:pt x="11" y="16"/>
                    <a:pt x="12" y="15"/>
                    <a:pt x="12" y="15"/>
                  </a:cubicBezTo>
                  <a:cubicBezTo>
                    <a:pt x="12" y="14"/>
                    <a:pt x="13" y="13"/>
                    <a:pt x="13" y="13"/>
                  </a:cubicBezTo>
                  <a:cubicBezTo>
                    <a:pt x="14" y="11"/>
                    <a:pt x="15" y="10"/>
                    <a:pt x="15" y="9"/>
                  </a:cubicBezTo>
                  <a:cubicBezTo>
                    <a:pt x="16" y="6"/>
                    <a:pt x="17" y="3"/>
                    <a:pt x="18" y="0"/>
                  </a:cubicBezTo>
                  <a:cubicBezTo>
                    <a:pt x="17" y="0"/>
                    <a:pt x="17" y="0"/>
                    <a:pt x="17" y="0"/>
                  </a:cubicBezTo>
                  <a:cubicBezTo>
                    <a:pt x="17" y="2"/>
                    <a:pt x="17" y="4"/>
                    <a:pt x="16" y="5"/>
                  </a:cubicBezTo>
                  <a:cubicBezTo>
                    <a:pt x="16" y="6"/>
                    <a:pt x="15" y="8"/>
                    <a:pt x="14" y="9"/>
                  </a:cubicBezTo>
                  <a:cubicBezTo>
                    <a:pt x="14" y="10"/>
                    <a:pt x="13" y="11"/>
                    <a:pt x="13" y="12"/>
                  </a:cubicBezTo>
                  <a:cubicBezTo>
                    <a:pt x="12" y="13"/>
                    <a:pt x="12" y="14"/>
                    <a:pt x="11" y="15"/>
                  </a:cubicBezTo>
                  <a:cubicBezTo>
                    <a:pt x="10" y="15"/>
                    <a:pt x="9" y="16"/>
                    <a:pt x="9" y="15"/>
                  </a:cubicBezTo>
                  <a:cubicBezTo>
                    <a:pt x="9" y="15"/>
                    <a:pt x="9" y="15"/>
                    <a:pt x="9" y="14"/>
                  </a:cubicBezTo>
                  <a:cubicBezTo>
                    <a:pt x="9" y="14"/>
                    <a:pt x="10" y="13"/>
                    <a:pt x="10" y="13"/>
                  </a:cubicBezTo>
                  <a:cubicBezTo>
                    <a:pt x="11" y="11"/>
                    <a:pt x="11" y="10"/>
                    <a:pt x="12" y="9"/>
                  </a:cubicBezTo>
                  <a:cubicBezTo>
                    <a:pt x="13" y="7"/>
                    <a:pt x="14" y="6"/>
                    <a:pt x="14" y="5"/>
                  </a:cubicBezTo>
                  <a:cubicBezTo>
                    <a:pt x="15" y="4"/>
                    <a:pt x="15" y="2"/>
                    <a:pt x="14" y="1"/>
                  </a:cubicBezTo>
                  <a:cubicBezTo>
                    <a:pt x="14" y="1"/>
                    <a:pt x="14" y="2"/>
                    <a:pt x="14" y="2"/>
                  </a:cubicBezTo>
                  <a:cubicBezTo>
                    <a:pt x="15" y="2"/>
                    <a:pt x="14" y="3"/>
                    <a:pt x="14" y="4"/>
                  </a:cubicBezTo>
                  <a:cubicBezTo>
                    <a:pt x="14" y="5"/>
                    <a:pt x="13" y="6"/>
                    <a:pt x="13" y="7"/>
                  </a:cubicBezTo>
                  <a:cubicBezTo>
                    <a:pt x="12" y="8"/>
                    <a:pt x="11" y="9"/>
                    <a:pt x="11" y="11"/>
                  </a:cubicBezTo>
                  <a:cubicBezTo>
                    <a:pt x="10" y="12"/>
                    <a:pt x="10" y="13"/>
                    <a:pt x="9" y="14"/>
                  </a:cubicBezTo>
                  <a:cubicBezTo>
                    <a:pt x="9" y="14"/>
                    <a:pt x="8" y="15"/>
                    <a:pt x="9" y="16"/>
                  </a:cubicBezTo>
                  <a:cubicBezTo>
                    <a:pt x="9" y="16"/>
                    <a:pt x="10" y="16"/>
                    <a:pt x="11" y="15"/>
                  </a:cubicBezTo>
                  <a:cubicBezTo>
                    <a:pt x="12" y="15"/>
                    <a:pt x="12" y="13"/>
                    <a:pt x="13" y="12"/>
                  </a:cubicBezTo>
                  <a:cubicBezTo>
                    <a:pt x="14" y="11"/>
                    <a:pt x="15" y="9"/>
                    <a:pt x="15" y="8"/>
                  </a:cubicBezTo>
                  <a:cubicBezTo>
                    <a:pt x="16" y="7"/>
                    <a:pt x="17" y="5"/>
                    <a:pt x="17" y="4"/>
                  </a:cubicBezTo>
                  <a:cubicBezTo>
                    <a:pt x="17" y="3"/>
                    <a:pt x="18" y="1"/>
                    <a:pt x="18" y="0"/>
                  </a:cubicBezTo>
                  <a:cubicBezTo>
                    <a:pt x="18" y="0"/>
                    <a:pt x="17" y="0"/>
                    <a:pt x="17" y="0"/>
                  </a:cubicBezTo>
                  <a:cubicBezTo>
                    <a:pt x="16" y="3"/>
                    <a:pt x="16" y="6"/>
                    <a:pt x="15" y="9"/>
                  </a:cubicBezTo>
                  <a:cubicBezTo>
                    <a:pt x="14" y="10"/>
                    <a:pt x="13" y="12"/>
                    <a:pt x="13" y="13"/>
                  </a:cubicBezTo>
                  <a:cubicBezTo>
                    <a:pt x="12" y="14"/>
                    <a:pt x="12" y="14"/>
                    <a:pt x="12" y="15"/>
                  </a:cubicBezTo>
                  <a:cubicBezTo>
                    <a:pt x="11" y="15"/>
                    <a:pt x="11" y="16"/>
                    <a:pt x="11" y="17"/>
                  </a:cubicBezTo>
                  <a:cubicBezTo>
                    <a:pt x="11" y="17"/>
                    <a:pt x="11" y="17"/>
                    <a:pt x="11" y="17"/>
                  </a:cubicBezTo>
                  <a:cubicBezTo>
                    <a:pt x="13" y="16"/>
                    <a:pt x="13" y="15"/>
                    <a:pt x="14" y="14"/>
                  </a:cubicBezTo>
                  <a:cubicBezTo>
                    <a:pt x="15" y="12"/>
                    <a:pt x="15" y="11"/>
                    <a:pt x="16" y="10"/>
                  </a:cubicBezTo>
                  <a:cubicBezTo>
                    <a:pt x="17" y="8"/>
                    <a:pt x="17" y="7"/>
                    <a:pt x="18" y="5"/>
                  </a:cubicBezTo>
                  <a:cubicBezTo>
                    <a:pt x="18" y="4"/>
                    <a:pt x="19" y="4"/>
                    <a:pt x="19" y="3"/>
                  </a:cubicBezTo>
                  <a:cubicBezTo>
                    <a:pt x="19" y="2"/>
                    <a:pt x="19" y="1"/>
                    <a:pt x="20" y="1"/>
                  </a:cubicBezTo>
                  <a:cubicBezTo>
                    <a:pt x="20" y="1"/>
                    <a:pt x="20" y="1"/>
                    <a:pt x="19" y="1"/>
                  </a:cubicBezTo>
                  <a:cubicBezTo>
                    <a:pt x="20" y="3"/>
                    <a:pt x="20" y="5"/>
                    <a:pt x="19" y="7"/>
                  </a:cubicBezTo>
                  <a:cubicBezTo>
                    <a:pt x="19" y="8"/>
                    <a:pt x="18" y="9"/>
                    <a:pt x="17" y="10"/>
                  </a:cubicBezTo>
                  <a:cubicBezTo>
                    <a:pt x="17" y="12"/>
                    <a:pt x="16" y="13"/>
                    <a:pt x="15" y="14"/>
                  </a:cubicBezTo>
                  <a:cubicBezTo>
                    <a:pt x="15" y="15"/>
                    <a:pt x="14" y="16"/>
                    <a:pt x="15" y="17"/>
                  </a:cubicBezTo>
                  <a:cubicBezTo>
                    <a:pt x="15" y="17"/>
                    <a:pt x="15" y="17"/>
                    <a:pt x="15" y="17"/>
                  </a:cubicBezTo>
                  <a:cubicBezTo>
                    <a:pt x="15" y="17"/>
                    <a:pt x="15" y="17"/>
                    <a:pt x="15" y="17"/>
                  </a:cubicBezTo>
                  <a:cubicBezTo>
                    <a:pt x="16" y="17"/>
                    <a:pt x="17" y="16"/>
                    <a:pt x="18" y="15"/>
                  </a:cubicBezTo>
                  <a:cubicBezTo>
                    <a:pt x="19" y="14"/>
                    <a:pt x="19" y="12"/>
                    <a:pt x="20" y="11"/>
                  </a:cubicBezTo>
                  <a:cubicBezTo>
                    <a:pt x="21" y="10"/>
                    <a:pt x="21" y="8"/>
                    <a:pt x="22" y="6"/>
                  </a:cubicBezTo>
                  <a:cubicBezTo>
                    <a:pt x="22" y="5"/>
                    <a:pt x="22" y="4"/>
                    <a:pt x="22" y="4"/>
                  </a:cubicBezTo>
                  <a:cubicBezTo>
                    <a:pt x="23" y="3"/>
                    <a:pt x="23" y="2"/>
                    <a:pt x="23" y="1"/>
                  </a:cubicBezTo>
                  <a:cubicBezTo>
                    <a:pt x="23" y="1"/>
                    <a:pt x="22" y="1"/>
                    <a:pt x="22" y="1"/>
                  </a:cubicBezTo>
                  <a:cubicBezTo>
                    <a:pt x="22" y="2"/>
                    <a:pt x="22" y="2"/>
                    <a:pt x="22" y="3"/>
                  </a:cubicBezTo>
                  <a:cubicBezTo>
                    <a:pt x="21" y="4"/>
                    <a:pt x="21" y="4"/>
                    <a:pt x="21" y="5"/>
                  </a:cubicBezTo>
                  <a:cubicBezTo>
                    <a:pt x="21" y="7"/>
                    <a:pt x="20" y="8"/>
                    <a:pt x="20" y="10"/>
                  </a:cubicBezTo>
                  <a:cubicBezTo>
                    <a:pt x="19" y="11"/>
                    <a:pt x="18" y="13"/>
                    <a:pt x="17" y="14"/>
                  </a:cubicBezTo>
                  <a:cubicBezTo>
                    <a:pt x="16" y="15"/>
                    <a:pt x="15" y="16"/>
                    <a:pt x="14" y="17"/>
                  </a:cubicBezTo>
                  <a:cubicBezTo>
                    <a:pt x="14" y="17"/>
                    <a:pt x="14" y="17"/>
                    <a:pt x="14" y="17"/>
                  </a:cubicBezTo>
                  <a:cubicBezTo>
                    <a:pt x="15" y="17"/>
                    <a:pt x="15" y="17"/>
                    <a:pt x="16" y="17"/>
                  </a:cubicBezTo>
                  <a:cubicBezTo>
                    <a:pt x="17" y="16"/>
                    <a:pt x="18" y="15"/>
                    <a:pt x="19" y="14"/>
                  </a:cubicBezTo>
                  <a:cubicBezTo>
                    <a:pt x="20" y="13"/>
                    <a:pt x="20" y="13"/>
                    <a:pt x="21" y="12"/>
                  </a:cubicBezTo>
                  <a:cubicBezTo>
                    <a:pt x="21" y="11"/>
                    <a:pt x="22" y="10"/>
                    <a:pt x="22" y="9"/>
                  </a:cubicBezTo>
                  <a:cubicBezTo>
                    <a:pt x="22" y="9"/>
                    <a:pt x="22" y="9"/>
                    <a:pt x="22" y="9"/>
                  </a:cubicBezTo>
                  <a:cubicBezTo>
                    <a:pt x="20" y="11"/>
                    <a:pt x="19" y="12"/>
                    <a:pt x="18" y="14"/>
                  </a:cubicBezTo>
                  <a:cubicBezTo>
                    <a:pt x="16" y="15"/>
                    <a:pt x="14" y="16"/>
                    <a:pt x="12" y="18"/>
                  </a:cubicBezTo>
                  <a:cubicBezTo>
                    <a:pt x="12" y="18"/>
                    <a:pt x="12" y="18"/>
                    <a:pt x="12" y="18"/>
                  </a:cubicBezTo>
                  <a:cubicBezTo>
                    <a:pt x="15" y="17"/>
                    <a:pt x="17" y="15"/>
                    <a:pt x="19" y="13"/>
                  </a:cubicBezTo>
                  <a:cubicBezTo>
                    <a:pt x="20" y="13"/>
                    <a:pt x="20" y="12"/>
                    <a:pt x="21" y="11"/>
                  </a:cubicBezTo>
                  <a:cubicBezTo>
                    <a:pt x="21" y="10"/>
                    <a:pt x="22" y="9"/>
                    <a:pt x="22" y="8"/>
                  </a:cubicBezTo>
                  <a:cubicBezTo>
                    <a:pt x="22" y="8"/>
                    <a:pt x="21" y="8"/>
                    <a:pt x="21" y="8"/>
                  </a:cubicBezTo>
                  <a:cubicBezTo>
                    <a:pt x="19" y="10"/>
                    <a:pt x="18" y="12"/>
                    <a:pt x="16" y="14"/>
                  </a:cubicBezTo>
                  <a:cubicBezTo>
                    <a:pt x="14" y="15"/>
                    <a:pt x="12" y="16"/>
                    <a:pt x="10" y="18"/>
                  </a:cubicBezTo>
                  <a:cubicBezTo>
                    <a:pt x="10" y="18"/>
                    <a:pt x="10" y="18"/>
                    <a:pt x="10" y="18"/>
                  </a:cubicBezTo>
                  <a:cubicBezTo>
                    <a:pt x="11" y="18"/>
                    <a:pt x="13" y="17"/>
                    <a:pt x="14" y="17"/>
                  </a:cubicBezTo>
                  <a:cubicBezTo>
                    <a:pt x="15" y="16"/>
                    <a:pt x="16" y="15"/>
                    <a:pt x="16" y="13"/>
                  </a:cubicBezTo>
                  <a:cubicBezTo>
                    <a:pt x="18" y="12"/>
                    <a:pt x="19" y="10"/>
                    <a:pt x="20" y="8"/>
                  </a:cubicBezTo>
                  <a:cubicBezTo>
                    <a:pt x="20" y="7"/>
                    <a:pt x="20" y="6"/>
                    <a:pt x="20" y="5"/>
                  </a:cubicBezTo>
                  <a:cubicBezTo>
                    <a:pt x="20" y="5"/>
                    <a:pt x="20" y="4"/>
                    <a:pt x="20" y="3"/>
                  </a:cubicBezTo>
                  <a:cubicBezTo>
                    <a:pt x="20" y="3"/>
                    <a:pt x="20" y="3"/>
                    <a:pt x="19" y="3"/>
                  </a:cubicBezTo>
                  <a:cubicBezTo>
                    <a:pt x="18" y="5"/>
                    <a:pt x="17" y="7"/>
                    <a:pt x="16" y="8"/>
                  </a:cubicBezTo>
                  <a:cubicBezTo>
                    <a:pt x="15" y="9"/>
                    <a:pt x="14" y="10"/>
                    <a:pt x="13" y="11"/>
                  </a:cubicBezTo>
                  <a:cubicBezTo>
                    <a:pt x="12" y="12"/>
                    <a:pt x="11" y="13"/>
                    <a:pt x="10" y="13"/>
                  </a:cubicBezTo>
                  <a:cubicBezTo>
                    <a:pt x="9" y="14"/>
                    <a:pt x="8" y="15"/>
                    <a:pt x="8" y="16"/>
                  </a:cubicBezTo>
                  <a:cubicBezTo>
                    <a:pt x="7" y="16"/>
                    <a:pt x="7" y="16"/>
                    <a:pt x="7" y="17"/>
                  </a:cubicBezTo>
                  <a:cubicBezTo>
                    <a:pt x="7" y="17"/>
                    <a:pt x="7" y="17"/>
                    <a:pt x="7" y="17"/>
                  </a:cubicBezTo>
                  <a:cubicBezTo>
                    <a:pt x="9" y="17"/>
                    <a:pt x="10" y="16"/>
                    <a:pt x="10" y="15"/>
                  </a:cubicBezTo>
                  <a:cubicBezTo>
                    <a:pt x="11" y="14"/>
                    <a:pt x="12" y="13"/>
                    <a:pt x="13" y="12"/>
                  </a:cubicBezTo>
                  <a:cubicBezTo>
                    <a:pt x="14" y="11"/>
                    <a:pt x="15" y="9"/>
                    <a:pt x="16" y="8"/>
                  </a:cubicBezTo>
                  <a:cubicBezTo>
                    <a:pt x="16" y="6"/>
                    <a:pt x="17" y="4"/>
                    <a:pt x="17" y="2"/>
                  </a:cubicBezTo>
                  <a:cubicBezTo>
                    <a:pt x="17" y="2"/>
                    <a:pt x="17" y="2"/>
                    <a:pt x="17" y="2"/>
                  </a:cubicBezTo>
                  <a:cubicBezTo>
                    <a:pt x="16" y="4"/>
                    <a:pt x="15" y="5"/>
                    <a:pt x="14" y="6"/>
                  </a:cubicBezTo>
                  <a:cubicBezTo>
                    <a:pt x="13" y="7"/>
                    <a:pt x="11" y="8"/>
                    <a:pt x="9" y="9"/>
                  </a:cubicBezTo>
                  <a:cubicBezTo>
                    <a:pt x="8" y="10"/>
                    <a:pt x="6" y="11"/>
                    <a:pt x="4" y="11"/>
                  </a:cubicBezTo>
                  <a:cubicBezTo>
                    <a:pt x="3" y="12"/>
                    <a:pt x="2" y="12"/>
                    <a:pt x="1" y="13"/>
                  </a:cubicBezTo>
                  <a:cubicBezTo>
                    <a:pt x="1" y="13"/>
                    <a:pt x="1" y="13"/>
                    <a:pt x="1" y="13"/>
                  </a:cubicBezTo>
                  <a:cubicBezTo>
                    <a:pt x="2" y="14"/>
                    <a:pt x="3" y="13"/>
                    <a:pt x="4" y="13"/>
                  </a:cubicBezTo>
                  <a:cubicBezTo>
                    <a:pt x="6" y="12"/>
                    <a:pt x="7" y="11"/>
                    <a:pt x="8" y="10"/>
                  </a:cubicBezTo>
                  <a:cubicBezTo>
                    <a:pt x="9" y="10"/>
                    <a:pt x="10" y="9"/>
                    <a:pt x="11" y="8"/>
                  </a:cubicBezTo>
                  <a:cubicBezTo>
                    <a:pt x="12" y="6"/>
                    <a:pt x="13" y="5"/>
                    <a:pt x="14" y="3"/>
                  </a:cubicBezTo>
                  <a:cubicBezTo>
                    <a:pt x="15" y="2"/>
                    <a:pt x="15" y="1"/>
                    <a:pt x="15" y="0"/>
                  </a:cubicBezTo>
                  <a:cubicBezTo>
                    <a:pt x="15" y="0"/>
                    <a:pt x="15" y="0"/>
                    <a:pt x="15" y="0"/>
                  </a:cubicBezTo>
                  <a:cubicBezTo>
                    <a:pt x="14" y="1"/>
                    <a:pt x="13" y="2"/>
                    <a:pt x="12" y="3"/>
                  </a:cubicBezTo>
                  <a:cubicBezTo>
                    <a:pt x="12" y="4"/>
                    <a:pt x="11" y="5"/>
                    <a:pt x="10" y="6"/>
                  </a:cubicBezTo>
                  <a:cubicBezTo>
                    <a:pt x="7" y="9"/>
                    <a:pt x="4" y="10"/>
                    <a:pt x="1" y="12"/>
                  </a:cubicBezTo>
                  <a:cubicBezTo>
                    <a:pt x="1" y="12"/>
                    <a:pt x="1" y="12"/>
                    <a:pt x="1" y="12"/>
                  </a:cubicBezTo>
                  <a:cubicBezTo>
                    <a:pt x="4" y="12"/>
                    <a:pt x="8" y="10"/>
                    <a:pt x="10" y="8"/>
                  </a:cubicBezTo>
                  <a:cubicBezTo>
                    <a:pt x="12" y="7"/>
                    <a:pt x="13" y="6"/>
                    <a:pt x="14" y="5"/>
                  </a:cubicBezTo>
                  <a:cubicBezTo>
                    <a:pt x="15" y="4"/>
                    <a:pt x="15" y="3"/>
                    <a:pt x="16" y="1"/>
                  </a:cubicBezTo>
                  <a:cubicBezTo>
                    <a:pt x="16" y="1"/>
                    <a:pt x="16" y="1"/>
                    <a:pt x="16" y="1"/>
                  </a:cubicBezTo>
                  <a:cubicBezTo>
                    <a:pt x="16" y="1"/>
                    <a:pt x="15" y="1"/>
                    <a:pt x="15" y="1"/>
                  </a:cubicBezTo>
                  <a:cubicBezTo>
                    <a:pt x="14" y="2"/>
                    <a:pt x="14" y="4"/>
                    <a:pt x="13" y="5"/>
                  </a:cubicBezTo>
                  <a:cubicBezTo>
                    <a:pt x="11" y="7"/>
                    <a:pt x="10" y="8"/>
                    <a:pt x="9" y="9"/>
                  </a:cubicBezTo>
                  <a:cubicBezTo>
                    <a:pt x="7" y="10"/>
                    <a:pt x="5" y="11"/>
                    <a:pt x="4" y="11"/>
                  </a:cubicBezTo>
                  <a:cubicBezTo>
                    <a:pt x="2" y="12"/>
                    <a:pt x="1" y="12"/>
                    <a:pt x="0" y="13"/>
                  </a:cubicBezTo>
                  <a:cubicBezTo>
                    <a:pt x="0" y="13"/>
                    <a:pt x="0" y="13"/>
                    <a:pt x="0" y="13"/>
                  </a:cubicBezTo>
                  <a:cubicBezTo>
                    <a:pt x="1" y="14"/>
                    <a:pt x="2" y="14"/>
                    <a:pt x="4" y="14"/>
                  </a:cubicBezTo>
                  <a:cubicBezTo>
                    <a:pt x="5" y="13"/>
                    <a:pt x="7" y="13"/>
                    <a:pt x="8" y="12"/>
                  </a:cubicBezTo>
                  <a:cubicBezTo>
                    <a:pt x="10" y="11"/>
                    <a:pt x="12" y="9"/>
                    <a:pt x="14" y="7"/>
                  </a:cubicBezTo>
                  <a:cubicBezTo>
                    <a:pt x="16" y="5"/>
                    <a:pt x="17" y="3"/>
                    <a:pt x="18" y="1"/>
                  </a:cubicBezTo>
                  <a:cubicBezTo>
                    <a:pt x="18" y="1"/>
                    <a:pt x="18" y="0"/>
                    <a:pt x="18" y="1"/>
                  </a:cubicBezTo>
                  <a:cubicBezTo>
                    <a:pt x="17" y="1"/>
                    <a:pt x="17" y="2"/>
                    <a:pt x="16" y="3"/>
                  </a:cubicBezTo>
                  <a:cubicBezTo>
                    <a:pt x="16" y="3"/>
                    <a:pt x="15" y="4"/>
                    <a:pt x="15" y="5"/>
                  </a:cubicBezTo>
                  <a:cubicBezTo>
                    <a:pt x="13" y="7"/>
                    <a:pt x="12" y="8"/>
                    <a:pt x="11" y="10"/>
                  </a:cubicBezTo>
                  <a:cubicBezTo>
                    <a:pt x="9" y="11"/>
                    <a:pt x="8" y="12"/>
                    <a:pt x="6" y="14"/>
                  </a:cubicBezTo>
                  <a:cubicBezTo>
                    <a:pt x="5" y="14"/>
                    <a:pt x="4" y="15"/>
                    <a:pt x="4" y="15"/>
                  </a:cubicBezTo>
                  <a:cubicBezTo>
                    <a:pt x="3" y="16"/>
                    <a:pt x="2" y="16"/>
                    <a:pt x="1" y="16"/>
                  </a:cubicBezTo>
                  <a:cubicBezTo>
                    <a:pt x="1" y="16"/>
                    <a:pt x="0" y="17"/>
                    <a:pt x="0" y="17"/>
                  </a:cubicBezTo>
                  <a:cubicBezTo>
                    <a:pt x="0" y="17"/>
                    <a:pt x="0" y="17"/>
                    <a:pt x="0" y="17"/>
                  </a:cubicBezTo>
                  <a:cubicBezTo>
                    <a:pt x="4" y="16"/>
                    <a:pt x="7" y="15"/>
                    <a:pt x="10" y="13"/>
                  </a:cubicBezTo>
                  <a:cubicBezTo>
                    <a:pt x="11" y="12"/>
                    <a:pt x="12" y="11"/>
                    <a:pt x="13" y="10"/>
                  </a:cubicBezTo>
                  <a:cubicBezTo>
                    <a:pt x="14" y="9"/>
                    <a:pt x="15" y="7"/>
                    <a:pt x="16" y="6"/>
                  </a:cubicBezTo>
                  <a:cubicBezTo>
                    <a:pt x="17" y="4"/>
                    <a:pt x="18" y="2"/>
                    <a:pt x="18" y="0"/>
                  </a:cubicBezTo>
                  <a:cubicBezTo>
                    <a:pt x="18" y="0"/>
                    <a:pt x="17" y="0"/>
                    <a:pt x="17" y="0"/>
                  </a:cubicBezTo>
                  <a:cubicBezTo>
                    <a:pt x="17" y="3"/>
                    <a:pt x="16" y="6"/>
                    <a:pt x="14" y="9"/>
                  </a:cubicBezTo>
                  <a:cubicBezTo>
                    <a:pt x="12" y="11"/>
                    <a:pt x="11" y="12"/>
                    <a:pt x="10" y="13"/>
                  </a:cubicBezTo>
                  <a:cubicBezTo>
                    <a:pt x="9" y="14"/>
                    <a:pt x="8" y="14"/>
                    <a:pt x="7" y="15"/>
                  </a:cubicBezTo>
                  <a:cubicBezTo>
                    <a:pt x="6" y="15"/>
                    <a:pt x="6" y="16"/>
                    <a:pt x="5" y="16"/>
                  </a:cubicBezTo>
                  <a:cubicBezTo>
                    <a:pt x="4" y="16"/>
                    <a:pt x="4" y="17"/>
                    <a:pt x="3" y="17"/>
                  </a:cubicBezTo>
                  <a:cubicBezTo>
                    <a:pt x="3" y="17"/>
                    <a:pt x="3" y="18"/>
                    <a:pt x="3" y="18"/>
                  </a:cubicBezTo>
                  <a:cubicBezTo>
                    <a:pt x="6" y="19"/>
                    <a:pt x="10" y="18"/>
                    <a:pt x="12" y="16"/>
                  </a:cubicBezTo>
                  <a:cubicBezTo>
                    <a:pt x="13" y="15"/>
                    <a:pt x="14" y="14"/>
                    <a:pt x="15" y="13"/>
                  </a:cubicBezTo>
                  <a:cubicBezTo>
                    <a:pt x="16" y="12"/>
                    <a:pt x="17" y="11"/>
                    <a:pt x="17" y="9"/>
                  </a:cubicBezTo>
                  <a:cubicBezTo>
                    <a:pt x="18" y="8"/>
                    <a:pt x="18" y="6"/>
                    <a:pt x="18" y="5"/>
                  </a:cubicBezTo>
                  <a:cubicBezTo>
                    <a:pt x="18" y="5"/>
                    <a:pt x="18" y="5"/>
                    <a:pt x="18" y="5"/>
                  </a:cubicBezTo>
                  <a:cubicBezTo>
                    <a:pt x="17" y="5"/>
                    <a:pt x="17" y="6"/>
                    <a:pt x="17" y="7"/>
                  </a:cubicBezTo>
                  <a:cubicBezTo>
                    <a:pt x="17" y="8"/>
                    <a:pt x="16" y="8"/>
                    <a:pt x="16" y="9"/>
                  </a:cubicBezTo>
                  <a:cubicBezTo>
                    <a:pt x="15" y="11"/>
                    <a:pt x="14" y="12"/>
                    <a:pt x="12" y="13"/>
                  </a:cubicBezTo>
                  <a:cubicBezTo>
                    <a:pt x="11" y="14"/>
                    <a:pt x="9" y="15"/>
                    <a:pt x="7" y="16"/>
                  </a:cubicBezTo>
                  <a:cubicBezTo>
                    <a:pt x="6" y="16"/>
                    <a:pt x="6" y="16"/>
                    <a:pt x="5" y="17"/>
                  </a:cubicBezTo>
                  <a:cubicBezTo>
                    <a:pt x="4" y="17"/>
                    <a:pt x="3" y="17"/>
                    <a:pt x="2" y="17"/>
                  </a:cubicBezTo>
                  <a:cubicBezTo>
                    <a:pt x="2" y="17"/>
                    <a:pt x="2" y="17"/>
                    <a:pt x="2" y="18"/>
                  </a:cubicBezTo>
                  <a:cubicBezTo>
                    <a:pt x="2" y="18"/>
                    <a:pt x="3" y="19"/>
                    <a:pt x="4" y="19"/>
                  </a:cubicBezTo>
                  <a:cubicBezTo>
                    <a:pt x="5" y="19"/>
                    <a:pt x="6" y="19"/>
                    <a:pt x="8" y="19"/>
                  </a:cubicBezTo>
                  <a:cubicBezTo>
                    <a:pt x="9" y="18"/>
                    <a:pt x="11" y="18"/>
                    <a:pt x="13" y="16"/>
                  </a:cubicBezTo>
                  <a:cubicBezTo>
                    <a:pt x="14" y="15"/>
                    <a:pt x="16" y="14"/>
                    <a:pt x="17" y="13"/>
                  </a:cubicBezTo>
                  <a:cubicBezTo>
                    <a:pt x="18" y="12"/>
                    <a:pt x="19" y="10"/>
                    <a:pt x="18" y="8"/>
                  </a:cubicBezTo>
                  <a:cubicBezTo>
                    <a:pt x="18" y="8"/>
                    <a:pt x="18" y="8"/>
                    <a:pt x="18" y="8"/>
                  </a:cubicBezTo>
                  <a:cubicBezTo>
                    <a:pt x="17" y="9"/>
                    <a:pt x="17" y="10"/>
                    <a:pt x="16" y="11"/>
                  </a:cubicBezTo>
                  <a:cubicBezTo>
                    <a:pt x="15" y="12"/>
                    <a:pt x="14" y="13"/>
                    <a:pt x="13" y="14"/>
                  </a:cubicBezTo>
                  <a:cubicBezTo>
                    <a:pt x="11" y="15"/>
                    <a:pt x="9" y="16"/>
                    <a:pt x="6" y="16"/>
                  </a:cubicBezTo>
                  <a:cubicBezTo>
                    <a:pt x="6" y="16"/>
                    <a:pt x="6" y="17"/>
                    <a:pt x="6"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1" name="Freeform 45"/>
            <p:cNvSpPr/>
            <p:nvPr/>
          </p:nvSpPr>
          <p:spPr bwMode="auto">
            <a:xfrm>
              <a:off x="2781300" y="3832226"/>
              <a:ext cx="479425" cy="709613"/>
            </a:xfrm>
            <a:custGeom>
              <a:avLst/>
              <a:gdLst>
                <a:gd name="T0" fmla="*/ 13 w 21"/>
                <a:gd name="T1" fmla="*/ 5 h 31"/>
                <a:gd name="T2" fmla="*/ 10 w 21"/>
                <a:gd name="T3" fmla="*/ 24 h 31"/>
                <a:gd name="T4" fmla="*/ 13 w 21"/>
                <a:gd name="T5" fmla="*/ 2 h 31"/>
                <a:gd name="T6" fmla="*/ 13 w 21"/>
                <a:gd name="T7" fmla="*/ 21 h 31"/>
                <a:gd name="T8" fmla="*/ 15 w 21"/>
                <a:gd name="T9" fmla="*/ 14 h 31"/>
                <a:gd name="T10" fmla="*/ 15 w 21"/>
                <a:gd name="T11" fmla="*/ 4 h 31"/>
                <a:gd name="T12" fmla="*/ 13 w 21"/>
                <a:gd name="T13" fmla="*/ 25 h 31"/>
                <a:gd name="T14" fmla="*/ 15 w 21"/>
                <a:gd name="T15" fmla="*/ 7 h 31"/>
                <a:gd name="T16" fmla="*/ 16 w 21"/>
                <a:gd name="T17" fmla="*/ 7 h 31"/>
                <a:gd name="T18" fmla="*/ 14 w 21"/>
                <a:gd name="T19" fmla="*/ 27 h 31"/>
                <a:gd name="T20" fmla="*/ 15 w 21"/>
                <a:gd name="T21" fmla="*/ 7 h 31"/>
                <a:gd name="T22" fmla="*/ 17 w 21"/>
                <a:gd name="T23" fmla="*/ 16 h 31"/>
                <a:gd name="T24" fmla="*/ 17 w 21"/>
                <a:gd name="T25" fmla="*/ 10 h 31"/>
                <a:gd name="T26" fmla="*/ 17 w 21"/>
                <a:gd name="T27" fmla="*/ 7 h 31"/>
                <a:gd name="T28" fmla="*/ 14 w 21"/>
                <a:gd name="T29" fmla="*/ 27 h 31"/>
                <a:gd name="T30" fmla="*/ 16 w 21"/>
                <a:gd name="T31" fmla="*/ 2 h 31"/>
                <a:gd name="T32" fmla="*/ 18 w 21"/>
                <a:gd name="T33" fmla="*/ 24 h 31"/>
                <a:gd name="T34" fmla="*/ 17 w 21"/>
                <a:gd name="T35" fmla="*/ 3 h 31"/>
                <a:gd name="T36" fmla="*/ 20 w 21"/>
                <a:gd name="T37" fmla="*/ 19 h 31"/>
                <a:gd name="T38" fmla="*/ 19 w 21"/>
                <a:gd name="T39" fmla="*/ 20 h 31"/>
                <a:gd name="T40" fmla="*/ 20 w 21"/>
                <a:gd name="T41" fmla="*/ 13 h 31"/>
                <a:gd name="T42" fmla="*/ 19 w 21"/>
                <a:gd name="T43" fmla="*/ 24 h 31"/>
                <a:gd name="T44" fmla="*/ 20 w 21"/>
                <a:gd name="T45" fmla="*/ 7 h 31"/>
                <a:gd name="T46" fmla="*/ 21 w 21"/>
                <a:gd name="T47" fmla="*/ 19 h 31"/>
                <a:gd name="T48" fmla="*/ 20 w 21"/>
                <a:gd name="T49" fmla="*/ 23 h 31"/>
                <a:gd name="T50" fmla="*/ 19 w 21"/>
                <a:gd name="T51" fmla="*/ 4 h 31"/>
                <a:gd name="T52" fmla="*/ 12 w 21"/>
                <a:gd name="T53" fmla="*/ 28 h 31"/>
                <a:gd name="T54" fmla="*/ 14 w 21"/>
                <a:gd name="T55" fmla="*/ 20 h 31"/>
                <a:gd name="T56" fmla="*/ 17 w 21"/>
                <a:gd name="T57" fmla="*/ 10 h 31"/>
                <a:gd name="T58" fmla="*/ 10 w 21"/>
                <a:gd name="T59" fmla="*/ 26 h 31"/>
                <a:gd name="T60" fmla="*/ 17 w 21"/>
                <a:gd name="T61" fmla="*/ 5 h 31"/>
                <a:gd name="T62" fmla="*/ 9 w 21"/>
                <a:gd name="T63" fmla="*/ 31 h 31"/>
                <a:gd name="T64" fmla="*/ 18 w 21"/>
                <a:gd name="T65" fmla="*/ 19 h 31"/>
                <a:gd name="T66" fmla="*/ 19 w 21"/>
                <a:gd name="T67" fmla="*/ 9 h 31"/>
                <a:gd name="T68" fmla="*/ 18 w 21"/>
                <a:gd name="T69" fmla="*/ 28 h 31"/>
                <a:gd name="T70" fmla="*/ 19 w 21"/>
                <a:gd name="T71" fmla="*/ 4 h 31"/>
                <a:gd name="T72" fmla="*/ 18 w 21"/>
                <a:gd name="T73" fmla="*/ 25 h 31"/>
                <a:gd name="T74" fmla="*/ 21 w 21"/>
                <a:gd name="T75" fmla="*/ 17 h 31"/>
                <a:gd name="T76" fmla="*/ 19 w 21"/>
                <a:gd name="T77" fmla="*/ 14 h 31"/>
                <a:gd name="T78" fmla="*/ 21 w 21"/>
                <a:gd name="T79" fmla="*/ 17 h 31"/>
                <a:gd name="T80" fmla="*/ 18 w 21"/>
                <a:gd name="T81" fmla="*/ 5 h 31"/>
                <a:gd name="T82" fmla="*/ 17 w 21"/>
                <a:gd name="T83" fmla="*/ 25 h 31"/>
                <a:gd name="T84" fmla="*/ 16 w 21"/>
                <a:gd name="T85" fmla="*/ 2 h 31"/>
                <a:gd name="T86" fmla="*/ 15 w 21"/>
                <a:gd name="T87" fmla="*/ 27 h 31"/>
                <a:gd name="T88" fmla="*/ 17 w 21"/>
                <a:gd name="T89" fmla="*/ 7 h 31"/>
                <a:gd name="T90" fmla="*/ 16 w 21"/>
                <a:gd name="T91" fmla="*/ 14 h 31"/>
                <a:gd name="T92" fmla="*/ 17 w 21"/>
                <a:gd name="T93" fmla="*/ 18 h 31"/>
                <a:gd name="T94" fmla="*/ 15 w 21"/>
                <a:gd name="T95" fmla="*/ 7 h 31"/>
                <a:gd name="T96" fmla="*/ 14 w 21"/>
                <a:gd name="T97" fmla="*/ 27 h 31"/>
                <a:gd name="T98" fmla="*/ 17 w 21"/>
                <a:gd name="T99" fmla="*/ 12 h 31"/>
                <a:gd name="T100" fmla="*/ 15 w 21"/>
                <a:gd name="T101" fmla="*/ 9 h 31"/>
                <a:gd name="T102" fmla="*/ 14 w 21"/>
                <a:gd name="T103" fmla="*/ 24 h 31"/>
                <a:gd name="T104" fmla="*/ 15 w 21"/>
                <a:gd name="T105" fmla="*/ 2 h 31"/>
                <a:gd name="T106" fmla="*/ 14 w 21"/>
                <a:gd name="T107" fmla="*/ 17 h 31"/>
                <a:gd name="T108" fmla="*/ 14 w 21"/>
                <a:gd name="T109" fmla="*/ 17 h 31"/>
                <a:gd name="T110" fmla="*/ 13 w 21"/>
                <a:gd name="T111" fmla="*/ 2 h 31"/>
                <a:gd name="T112" fmla="*/ 10 w 21"/>
                <a:gd name="T113" fmla="*/ 24 h 31"/>
                <a:gd name="T114" fmla="*/ 14 w 21"/>
                <a:gd name="T115" fmla="*/ 6 h 31"/>
                <a:gd name="T116" fmla="*/ 12 w 21"/>
                <a:gd name="T117" fmla="*/ 2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 h="31">
                  <a:moveTo>
                    <a:pt x="12" y="21"/>
                  </a:moveTo>
                  <a:cubicBezTo>
                    <a:pt x="13" y="18"/>
                    <a:pt x="13" y="15"/>
                    <a:pt x="13" y="12"/>
                  </a:cubicBezTo>
                  <a:cubicBezTo>
                    <a:pt x="13" y="11"/>
                    <a:pt x="13" y="9"/>
                    <a:pt x="13" y="8"/>
                  </a:cubicBezTo>
                  <a:cubicBezTo>
                    <a:pt x="13" y="7"/>
                    <a:pt x="13" y="6"/>
                    <a:pt x="14" y="5"/>
                  </a:cubicBezTo>
                  <a:cubicBezTo>
                    <a:pt x="14" y="5"/>
                    <a:pt x="14" y="5"/>
                    <a:pt x="13" y="5"/>
                  </a:cubicBezTo>
                  <a:cubicBezTo>
                    <a:pt x="14" y="5"/>
                    <a:pt x="14" y="7"/>
                    <a:pt x="14" y="8"/>
                  </a:cubicBezTo>
                  <a:cubicBezTo>
                    <a:pt x="14" y="9"/>
                    <a:pt x="14" y="10"/>
                    <a:pt x="13" y="12"/>
                  </a:cubicBezTo>
                  <a:cubicBezTo>
                    <a:pt x="13" y="13"/>
                    <a:pt x="13" y="14"/>
                    <a:pt x="13" y="15"/>
                  </a:cubicBezTo>
                  <a:cubicBezTo>
                    <a:pt x="12" y="17"/>
                    <a:pt x="12" y="19"/>
                    <a:pt x="11" y="21"/>
                  </a:cubicBezTo>
                  <a:cubicBezTo>
                    <a:pt x="11" y="22"/>
                    <a:pt x="11" y="23"/>
                    <a:pt x="10" y="24"/>
                  </a:cubicBezTo>
                  <a:cubicBezTo>
                    <a:pt x="10" y="24"/>
                    <a:pt x="10" y="24"/>
                    <a:pt x="11" y="24"/>
                  </a:cubicBezTo>
                  <a:cubicBezTo>
                    <a:pt x="12" y="20"/>
                    <a:pt x="13" y="17"/>
                    <a:pt x="13" y="13"/>
                  </a:cubicBezTo>
                  <a:cubicBezTo>
                    <a:pt x="13" y="10"/>
                    <a:pt x="13" y="8"/>
                    <a:pt x="13" y="6"/>
                  </a:cubicBezTo>
                  <a:cubicBezTo>
                    <a:pt x="13" y="5"/>
                    <a:pt x="13" y="5"/>
                    <a:pt x="13" y="4"/>
                  </a:cubicBezTo>
                  <a:cubicBezTo>
                    <a:pt x="13" y="3"/>
                    <a:pt x="13" y="3"/>
                    <a:pt x="13" y="2"/>
                  </a:cubicBezTo>
                  <a:cubicBezTo>
                    <a:pt x="13" y="1"/>
                    <a:pt x="13" y="1"/>
                    <a:pt x="13" y="1"/>
                  </a:cubicBezTo>
                  <a:cubicBezTo>
                    <a:pt x="13" y="1"/>
                    <a:pt x="13" y="1"/>
                    <a:pt x="13" y="1"/>
                  </a:cubicBezTo>
                  <a:cubicBezTo>
                    <a:pt x="14" y="2"/>
                    <a:pt x="14" y="4"/>
                    <a:pt x="14" y="6"/>
                  </a:cubicBezTo>
                  <a:cubicBezTo>
                    <a:pt x="14" y="8"/>
                    <a:pt x="14" y="10"/>
                    <a:pt x="14" y="11"/>
                  </a:cubicBezTo>
                  <a:cubicBezTo>
                    <a:pt x="14" y="14"/>
                    <a:pt x="14" y="18"/>
                    <a:pt x="13" y="21"/>
                  </a:cubicBezTo>
                  <a:cubicBezTo>
                    <a:pt x="13" y="22"/>
                    <a:pt x="12" y="23"/>
                    <a:pt x="11" y="25"/>
                  </a:cubicBezTo>
                  <a:cubicBezTo>
                    <a:pt x="11" y="25"/>
                    <a:pt x="12" y="25"/>
                    <a:pt x="12" y="25"/>
                  </a:cubicBezTo>
                  <a:cubicBezTo>
                    <a:pt x="12" y="24"/>
                    <a:pt x="12" y="23"/>
                    <a:pt x="12" y="22"/>
                  </a:cubicBezTo>
                  <a:cubicBezTo>
                    <a:pt x="13" y="22"/>
                    <a:pt x="13" y="21"/>
                    <a:pt x="13" y="20"/>
                  </a:cubicBezTo>
                  <a:cubicBezTo>
                    <a:pt x="14" y="18"/>
                    <a:pt x="15" y="16"/>
                    <a:pt x="15" y="14"/>
                  </a:cubicBezTo>
                  <a:cubicBezTo>
                    <a:pt x="15" y="13"/>
                    <a:pt x="15" y="11"/>
                    <a:pt x="16" y="9"/>
                  </a:cubicBezTo>
                  <a:cubicBezTo>
                    <a:pt x="16" y="8"/>
                    <a:pt x="16" y="6"/>
                    <a:pt x="16" y="4"/>
                  </a:cubicBezTo>
                  <a:cubicBezTo>
                    <a:pt x="15" y="3"/>
                    <a:pt x="15" y="2"/>
                    <a:pt x="15" y="1"/>
                  </a:cubicBezTo>
                  <a:cubicBezTo>
                    <a:pt x="15" y="1"/>
                    <a:pt x="14" y="1"/>
                    <a:pt x="14" y="1"/>
                  </a:cubicBezTo>
                  <a:cubicBezTo>
                    <a:pt x="14" y="2"/>
                    <a:pt x="14" y="3"/>
                    <a:pt x="15" y="4"/>
                  </a:cubicBezTo>
                  <a:cubicBezTo>
                    <a:pt x="15" y="5"/>
                    <a:pt x="15" y="6"/>
                    <a:pt x="15" y="7"/>
                  </a:cubicBezTo>
                  <a:cubicBezTo>
                    <a:pt x="15" y="9"/>
                    <a:pt x="15" y="11"/>
                    <a:pt x="15" y="14"/>
                  </a:cubicBezTo>
                  <a:cubicBezTo>
                    <a:pt x="15" y="16"/>
                    <a:pt x="15" y="18"/>
                    <a:pt x="15" y="20"/>
                  </a:cubicBezTo>
                  <a:cubicBezTo>
                    <a:pt x="15" y="21"/>
                    <a:pt x="14" y="22"/>
                    <a:pt x="14" y="23"/>
                  </a:cubicBezTo>
                  <a:cubicBezTo>
                    <a:pt x="14" y="24"/>
                    <a:pt x="13" y="25"/>
                    <a:pt x="13" y="25"/>
                  </a:cubicBezTo>
                  <a:cubicBezTo>
                    <a:pt x="13" y="26"/>
                    <a:pt x="13" y="26"/>
                    <a:pt x="13" y="26"/>
                  </a:cubicBezTo>
                  <a:cubicBezTo>
                    <a:pt x="13" y="26"/>
                    <a:pt x="14" y="26"/>
                    <a:pt x="14" y="26"/>
                  </a:cubicBezTo>
                  <a:cubicBezTo>
                    <a:pt x="15" y="23"/>
                    <a:pt x="16" y="19"/>
                    <a:pt x="16" y="16"/>
                  </a:cubicBezTo>
                  <a:cubicBezTo>
                    <a:pt x="16" y="14"/>
                    <a:pt x="16" y="12"/>
                    <a:pt x="15" y="10"/>
                  </a:cubicBezTo>
                  <a:cubicBezTo>
                    <a:pt x="15" y="9"/>
                    <a:pt x="15" y="8"/>
                    <a:pt x="15" y="7"/>
                  </a:cubicBezTo>
                  <a:cubicBezTo>
                    <a:pt x="15" y="6"/>
                    <a:pt x="15" y="5"/>
                    <a:pt x="15" y="4"/>
                  </a:cubicBezTo>
                  <a:cubicBezTo>
                    <a:pt x="15" y="4"/>
                    <a:pt x="15" y="3"/>
                    <a:pt x="15" y="3"/>
                  </a:cubicBezTo>
                  <a:cubicBezTo>
                    <a:pt x="15" y="3"/>
                    <a:pt x="15" y="3"/>
                    <a:pt x="15" y="3"/>
                  </a:cubicBezTo>
                  <a:cubicBezTo>
                    <a:pt x="15" y="4"/>
                    <a:pt x="15" y="4"/>
                    <a:pt x="16" y="5"/>
                  </a:cubicBezTo>
                  <a:cubicBezTo>
                    <a:pt x="16" y="6"/>
                    <a:pt x="16" y="6"/>
                    <a:pt x="16" y="7"/>
                  </a:cubicBezTo>
                  <a:cubicBezTo>
                    <a:pt x="17" y="9"/>
                    <a:pt x="17" y="12"/>
                    <a:pt x="17" y="14"/>
                  </a:cubicBezTo>
                  <a:cubicBezTo>
                    <a:pt x="16" y="16"/>
                    <a:pt x="16" y="18"/>
                    <a:pt x="16" y="20"/>
                  </a:cubicBezTo>
                  <a:cubicBezTo>
                    <a:pt x="16" y="22"/>
                    <a:pt x="15" y="23"/>
                    <a:pt x="15" y="25"/>
                  </a:cubicBezTo>
                  <a:cubicBezTo>
                    <a:pt x="15" y="26"/>
                    <a:pt x="14" y="27"/>
                    <a:pt x="14" y="27"/>
                  </a:cubicBezTo>
                  <a:cubicBezTo>
                    <a:pt x="14" y="27"/>
                    <a:pt x="14" y="27"/>
                    <a:pt x="14" y="27"/>
                  </a:cubicBezTo>
                  <a:cubicBezTo>
                    <a:pt x="14" y="27"/>
                    <a:pt x="14" y="26"/>
                    <a:pt x="14" y="25"/>
                  </a:cubicBezTo>
                  <a:cubicBezTo>
                    <a:pt x="14" y="24"/>
                    <a:pt x="15" y="23"/>
                    <a:pt x="15" y="22"/>
                  </a:cubicBezTo>
                  <a:cubicBezTo>
                    <a:pt x="15" y="20"/>
                    <a:pt x="15" y="18"/>
                    <a:pt x="16" y="16"/>
                  </a:cubicBezTo>
                  <a:cubicBezTo>
                    <a:pt x="16" y="14"/>
                    <a:pt x="16" y="12"/>
                    <a:pt x="15" y="10"/>
                  </a:cubicBezTo>
                  <a:cubicBezTo>
                    <a:pt x="15" y="9"/>
                    <a:pt x="15" y="8"/>
                    <a:pt x="15" y="7"/>
                  </a:cubicBezTo>
                  <a:cubicBezTo>
                    <a:pt x="15" y="6"/>
                    <a:pt x="15" y="5"/>
                    <a:pt x="15" y="4"/>
                  </a:cubicBezTo>
                  <a:cubicBezTo>
                    <a:pt x="14" y="3"/>
                    <a:pt x="14" y="2"/>
                    <a:pt x="14" y="2"/>
                  </a:cubicBezTo>
                  <a:cubicBezTo>
                    <a:pt x="14" y="2"/>
                    <a:pt x="14" y="2"/>
                    <a:pt x="14" y="2"/>
                  </a:cubicBezTo>
                  <a:cubicBezTo>
                    <a:pt x="16" y="4"/>
                    <a:pt x="17" y="8"/>
                    <a:pt x="17" y="11"/>
                  </a:cubicBezTo>
                  <a:cubicBezTo>
                    <a:pt x="17" y="13"/>
                    <a:pt x="17" y="15"/>
                    <a:pt x="17" y="16"/>
                  </a:cubicBezTo>
                  <a:cubicBezTo>
                    <a:pt x="17" y="18"/>
                    <a:pt x="16" y="20"/>
                    <a:pt x="16" y="22"/>
                  </a:cubicBezTo>
                  <a:cubicBezTo>
                    <a:pt x="16" y="24"/>
                    <a:pt x="15" y="26"/>
                    <a:pt x="14" y="28"/>
                  </a:cubicBezTo>
                  <a:cubicBezTo>
                    <a:pt x="14" y="28"/>
                    <a:pt x="15" y="28"/>
                    <a:pt x="15" y="28"/>
                  </a:cubicBezTo>
                  <a:cubicBezTo>
                    <a:pt x="15" y="24"/>
                    <a:pt x="16" y="20"/>
                    <a:pt x="17" y="16"/>
                  </a:cubicBezTo>
                  <a:cubicBezTo>
                    <a:pt x="17" y="14"/>
                    <a:pt x="17" y="12"/>
                    <a:pt x="17" y="10"/>
                  </a:cubicBezTo>
                  <a:cubicBezTo>
                    <a:pt x="17" y="9"/>
                    <a:pt x="17" y="8"/>
                    <a:pt x="16" y="7"/>
                  </a:cubicBezTo>
                  <a:cubicBezTo>
                    <a:pt x="16" y="6"/>
                    <a:pt x="16" y="5"/>
                    <a:pt x="16" y="4"/>
                  </a:cubicBezTo>
                  <a:cubicBezTo>
                    <a:pt x="16" y="3"/>
                    <a:pt x="16" y="3"/>
                    <a:pt x="16" y="2"/>
                  </a:cubicBezTo>
                  <a:cubicBezTo>
                    <a:pt x="16" y="2"/>
                    <a:pt x="16" y="2"/>
                    <a:pt x="16" y="2"/>
                  </a:cubicBezTo>
                  <a:cubicBezTo>
                    <a:pt x="17" y="3"/>
                    <a:pt x="17" y="5"/>
                    <a:pt x="17" y="7"/>
                  </a:cubicBezTo>
                  <a:cubicBezTo>
                    <a:pt x="17" y="9"/>
                    <a:pt x="18" y="11"/>
                    <a:pt x="18" y="13"/>
                  </a:cubicBezTo>
                  <a:cubicBezTo>
                    <a:pt x="18" y="15"/>
                    <a:pt x="18" y="16"/>
                    <a:pt x="18" y="18"/>
                  </a:cubicBezTo>
                  <a:cubicBezTo>
                    <a:pt x="18" y="19"/>
                    <a:pt x="17" y="20"/>
                    <a:pt x="17" y="21"/>
                  </a:cubicBezTo>
                  <a:cubicBezTo>
                    <a:pt x="17" y="23"/>
                    <a:pt x="17" y="24"/>
                    <a:pt x="16" y="25"/>
                  </a:cubicBezTo>
                  <a:cubicBezTo>
                    <a:pt x="16" y="26"/>
                    <a:pt x="15" y="27"/>
                    <a:pt x="14" y="27"/>
                  </a:cubicBezTo>
                  <a:cubicBezTo>
                    <a:pt x="14" y="27"/>
                    <a:pt x="15" y="27"/>
                    <a:pt x="15" y="27"/>
                  </a:cubicBezTo>
                  <a:cubicBezTo>
                    <a:pt x="15" y="23"/>
                    <a:pt x="17" y="20"/>
                    <a:pt x="17" y="16"/>
                  </a:cubicBezTo>
                  <a:cubicBezTo>
                    <a:pt x="18" y="12"/>
                    <a:pt x="17" y="7"/>
                    <a:pt x="16" y="3"/>
                  </a:cubicBezTo>
                  <a:cubicBezTo>
                    <a:pt x="16" y="3"/>
                    <a:pt x="16" y="3"/>
                    <a:pt x="16" y="2"/>
                  </a:cubicBezTo>
                  <a:cubicBezTo>
                    <a:pt x="16" y="2"/>
                    <a:pt x="16" y="2"/>
                    <a:pt x="16" y="2"/>
                  </a:cubicBezTo>
                  <a:cubicBezTo>
                    <a:pt x="18" y="5"/>
                    <a:pt x="19" y="9"/>
                    <a:pt x="19" y="12"/>
                  </a:cubicBezTo>
                  <a:cubicBezTo>
                    <a:pt x="19" y="16"/>
                    <a:pt x="20" y="19"/>
                    <a:pt x="19" y="22"/>
                  </a:cubicBezTo>
                  <a:cubicBezTo>
                    <a:pt x="19" y="23"/>
                    <a:pt x="18" y="25"/>
                    <a:pt x="18" y="26"/>
                  </a:cubicBezTo>
                  <a:cubicBezTo>
                    <a:pt x="18" y="26"/>
                    <a:pt x="18" y="26"/>
                    <a:pt x="18" y="26"/>
                  </a:cubicBezTo>
                  <a:cubicBezTo>
                    <a:pt x="18" y="25"/>
                    <a:pt x="18" y="24"/>
                    <a:pt x="18" y="24"/>
                  </a:cubicBezTo>
                  <a:cubicBezTo>
                    <a:pt x="19" y="23"/>
                    <a:pt x="19" y="22"/>
                    <a:pt x="19" y="21"/>
                  </a:cubicBezTo>
                  <a:cubicBezTo>
                    <a:pt x="19" y="19"/>
                    <a:pt x="20" y="17"/>
                    <a:pt x="20" y="15"/>
                  </a:cubicBezTo>
                  <a:cubicBezTo>
                    <a:pt x="20" y="13"/>
                    <a:pt x="19" y="11"/>
                    <a:pt x="19" y="9"/>
                  </a:cubicBezTo>
                  <a:cubicBezTo>
                    <a:pt x="19" y="8"/>
                    <a:pt x="18" y="7"/>
                    <a:pt x="18" y="6"/>
                  </a:cubicBezTo>
                  <a:cubicBezTo>
                    <a:pt x="18" y="5"/>
                    <a:pt x="18" y="4"/>
                    <a:pt x="17" y="3"/>
                  </a:cubicBezTo>
                  <a:cubicBezTo>
                    <a:pt x="17" y="3"/>
                    <a:pt x="17" y="2"/>
                    <a:pt x="17" y="2"/>
                  </a:cubicBezTo>
                  <a:cubicBezTo>
                    <a:pt x="17" y="2"/>
                    <a:pt x="17" y="2"/>
                    <a:pt x="17" y="2"/>
                  </a:cubicBezTo>
                  <a:cubicBezTo>
                    <a:pt x="18" y="4"/>
                    <a:pt x="18" y="6"/>
                    <a:pt x="19" y="7"/>
                  </a:cubicBezTo>
                  <a:cubicBezTo>
                    <a:pt x="19" y="9"/>
                    <a:pt x="20" y="12"/>
                    <a:pt x="20" y="14"/>
                  </a:cubicBezTo>
                  <a:cubicBezTo>
                    <a:pt x="20" y="16"/>
                    <a:pt x="20" y="17"/>
                    <a:pt x="20" y="19"/>
                  </a:cubicBezTo>
                  <a:cubicBezTo>
                    <a:pt x="20" y="21"/>
                    <a:pt x="20" y="22"/>
                    <a:pt x="19" y="24"/>
                  </a:cubicBezTo>
                  <a:cubicBezTo>
                    <a:pt x="19" y="24"/>
                    <a:pt x="18" y="25"/>
                    <a:pt x="18" y="26"/>
                  </a:cubicBezTo>
                  <a:cubicBezTo>
                    <a:pt x="18" y="26"/>
                    <a:pt x="18" y="26"/>
                    <a:pt x="18" y="26"/>
                  </a:cubicBezTo>
                  <a:cubicBezTo>
                    <a:pt x="18" y="25"/>
                    <a:pt x="18" y="24"/>
                    <a:pt x="19" y="23"/>
                  </a:cubicBezTo>
                  <a:cubicBezTo>
                    <a:pt x="19" y="22"/>
                    <a:pt x="19" y="21"/>
                    <a:pt x="19" y="20"/>
                  </a:cubicBezTo>
                  <a:cubicBezTo>
                    <a:pt x="19" y="18"/>
                    <a:pt x="20" y="16"/>
                    <a:pt x="20" y="14"/>
                  </a:cubicBezTo>
                  <a:cubicBezTo>
                    <a:pt x="20" y="10"/>
                    <a:pt x="19" y="6"/>
                    <a:pt x="18" y="2"/>
                  </a:cubicBezTo>
                  <a:cubicBezTo>
                    <a:pt x="18" y="2"/>
                    <a:pt x="18" y="3"/>
                    <a:pt x="18" y="3"/>
                  </a:cubicBezTo>
                  <a:cubicBezTo>
                    <a:pt x="19" y="4"/>
                    <a:pt x="19" y="6"/>
                    <a:pt x="20" y="8"/>
                  </a:cubicBezTo>
                  <a:cubicBezTo>
                    <a:pt x="20" y="9"/>
                    <a:pt x="20" y="11"/>
                    <a:pt x="20" y="13"/>
                  </a:cubicBezTo>
                  <a:cubicBezTo>
                    <a:pt x="20" y="15"/>
                    <a:pt x="21" y="17"/>
                    <a:pt x="21" y="19"/>
                  </a:cubicBezTo>
                  <a:cubicBezTo>
                    <a:pt x="21" y="20"/>
                    <a:pt x="20" y="22"/>
                    <a:pt x="20" y="23"/>
                  </a:cubicBezTo>
                  <a:cubicBezTo>
                    <a:pt x="20" y="24"/>
                    <a:pt x="20" y="25"/>
                    <a:pt x="19" y="25"/>
                  </a:cubicBezTo>
                  <a:cubicBezTo>
                    <a:pt x="19" y="25"/>
                    <a:pt x="19" y="26"/>
                    <a:pt x="19" y="25"/>
                  </a:cubicBezTo>
                  <a:cubicBezTo>
                    <a:pt x="19" y="25"/>
                    <a:pt x="19" y="25"/>
                    <a:pt x="19" y="24"/>
                  </a:cubicBezTo>
                  <a:cubicBezTo>
                    <a:pt x="19" y="24"/>
                    <a:pt x="19" y="23"/>
                    <a:pt x="19" y="23"/>
                  </a:cubicBezTo>
                  <a:cubicBezTo>
                    <a:pt x="19" y="22"/>
                    <a:pt x="19" y="21"/>
                    <a:pt x="19" y="20"/>
                  </a:cubicBezTo>
                  <a:cubicBezTo>
                    <a:pt x="20" y="19"/>
                    <a:pt x="20" y="18"/>
                    <a:pt x="20" y="17"/>
                  </a:cubicBezTo>
                  <a:cubicBezTo>
                    <a:pt x="20" y="15"/>
                    <a:pt x="20" y="13"/>
                    <a:pt x="20" y="11"/>
                  </a:cubicBezTo>
                  <a:cubicBezTo>
                    <a:pt x="20" y="10"/>
                    <a:pt x="20" y="9"/>
                    <a:pt x="20" y="7"/>
                  </a:cubicBezTo>
                  <a:cubicBezTo>
                    <a:pt x="19" y="6"/>
                    <a:pt x="19" y="5"/>
                    <a:pt x="19" y="4"/>
                  </a:cubicBezTo>
                  <a:cubicBezTo>
                    <a:pt x="19" y="4"/>
                    <a:pt x="19" y="4"/>
                    <a:pt x="19" y="4"/>
                  </a:cubicBezTo>
                  <a:cubicBezTo>
                    <a:pt x="20" y="6"/>
                    <a:pt x="20" y="7"/>
                    <a:pt x="20" y="9"/>
                  </a:cubicBezTo>
                  <a:cubicBezTo>
                    <a:pt x="21" y="11"/>
                    <a:pt x="21" y="12"/>
                    <a:pt x="21" y="14"/>
                  </a:cubicBezTo>
                  <a:cubicBezTo>
                    <a:pt x="21" y="16"/>
                    <a:pt x="21" y="17"/>
                    <a:pt x="21" y="19"/>
                  </a:cubicBezTo>
                  <a:cubicBezTo>
                    <a:pt x="21" y="20"/>
                    <a:pt x="21" y="22"/>
                    <a:pt x="20" y="24"/>
                  </a:cubicBezTo>
                  <a:cubicBezTo>
                    <a:pt x="20" y="25"/>
                    <a:pt x="19" y="27"/>
                    <a:pt x="18" y="28"/>
                  </a:cubicBezTo>
                  <a:cubicBezTo>
                    <a:pt x="18" y="28"/>
                    <a:pt x="19" y="28"/>
                    <a:pt x="19" y="28"/>
                  </a:cubicBezTo>
                  <a:cubicBezTo>
                    <a:pt x="18" y="27"/>
                    <a:pt x="19" y="26"/>
                    <a:pt x="19" y="26"/>
                  </a:cubicBezTo>
                  <a:cubicBezTo>
                    <a:pt x="19" y="25"/>
                    <a:pt x="19" y="24"/>
                    <a:pt x="20" y="23"/>
                  </a:cubicBezTo>
                  <a:cubicBezTo>
                    <a:pt x="20" y="21"/>
                    <a:pt x="20" y="19"/>
                    <a:pt x="20" y="17"/>
                  </a:cubicBezTo>
                  <a:cubicBezTo>
                    <a:pt x="20" y="15"/>
                    <a:pt x="20" y="13"/>
                    <a:pt x="20" y="11"/>
                  </a:cubicBezTo>
                  <a:cubicBezTo>
                    <a:pt x="20" y="9"/>
                    <a:pt x="19" y="8"/>
                    <a:pt x="19" y="7"/>
                  </a:cubicBezTo>
                  <a:cubicBezTo>
                    <a:pt x="19" y="6"/>
                    <a:pt x="19" y="6"/>
                    <a:pt x="19" y="5"/>
                  </a:cubicBezTo>
                  <a:cubicBezTo>
                    <a:pt x="19" y="4"/>
                    <a:pt x="19" y="4"/>
                    <a:pt x="19" y="4"/>
                  </a:cubicBezTo>
                  <a:cubicBezTo>
                    <a:pt x="18" y="4"/>
                    <a:pt x="18" y="4"/>
                    <a:pt x="18" y="4"/>
                  </a:cubicBezTo>
                  <a:cubicBezTo>
                    <a:pt x="19" y="8"/>
                    <a:pt x="19" y="12"/>
                    <a:pt x="18" y="16"/>
                  </a:cubicBezTo>
                  <a:cubicBezTo>
                    <a:pt x="18" y="18"/>
                    <a:pt x="18" y="20"/>
                    <a:pt x="17" y="21"/>
                  </a:cubicBezTo>
                  <a:cubicBezTo>
                    <a:pt x="16" y="23"/>
                    <a:pt x="15" y="24"/>
                    <a:pt x="14" y="25"/>
                  </a:cubicBezTo>
                  <a:cubicBezTo>
                    <a:pt x="14" y="26"/>
                    <a:pt x="13" y="27"/>
                    <a:pt x="12" y="28"/>
                  </a:cubicBezTo>
                  <a:cubicBezTo>
                    <a:pt x="11" y="29"/>
                    <a:pt x="10" y="30"/>
                    <a:pt x="9" y="31"/>
                  </a:cubicBezTo>
                  <a:cubicBezTo>
                    <a:pt x="9" y="31"/>
                    <a:pt x="9" y="31"/>
                    <a:pt x="9" y="31"/>
                  </a:cubicBezTo>
                  <a:cubicBezTo>
                    <a:pt x="9" y="30"/>
                    <a:pt x="10" y="29"/>
                    <a:pt x="10" y="28"/>
                  </a:cubicBezTo>
                  <a:cubicBezTo>
                    <a:pt x="11" y="28"/>
                    <a:pt x="11" y="27"/>
                    <a:pt x="11" y="26"/>
                  </a:cubicBezTo>
                  <a:cubicBezTo>
                    <a:pt x="12" y="24"/>
                    <a:pt x="13" y="22"/>
                    <a:pt x="14" y="20"/>
                  </a:cubicBezTo>
                  <a:cubicBezTo>
                    <a:pt x="14" y="18"/>
                    <a:pt x="15" y="16"/>
                    <a:pt x="15" y="14"/>
                  </a:cubicBezTo>
                  <a:cubicBezTo>
                    <a:pt x="16" y="12"/>
                    <a:pt x="16" y="10"/>
                    <a:pt x="16" y="8"/>
                  </a:cubicBezTo>
                  <a:cubicBezTo>
                    <a:pt x="16" y="7"/>
                    <a:pt x="16" y="6"/>
                    <a:pt x="17" y="5"/>
                  </a:cubicBezTo>
                  <a:cubicBezTo>
                    <a:pt x="17" y="5"/>
                    <a:pt x="17" y="5"/>
                    <a:pt x="17" y="5"/>
                  </a:cubicBezTo>
                  <a:cubicBezTo>
                    <a:pt x="17" y="6"/>
                    <a:pt x="17" y="8"/>
                    <a:pt x="17" y="10"/>
                  </a:cubicBezTo>
                  <a:cubicBezTo>
                    <a:pt x="16" y="12"/>
                    <a:pt x="16" y="14"/>
                    <a:pt x="16" y="16"/>
                  </a:cubicBezTo>
                  <a:cubicBezTo>
                    <a:pt x="15" y="19"/>
                    <a:pt x="13" y="23"/>
                    <a:pt x="10" y="25"/>
                  </a:cubicBezTo>
                  <a:cubicBezTo>
                    <a:pt x="8" y="28"/>
                    <a:pt x="4" y="29"/>
                    <a:pt x="1" y="30"/>
                  </a:cubicBezTo>
                  <a:cubicBezTo>
                    <a:pt x="0" y="30"/>
                    <a:pt x="0" y="30"/>
                    <a:pt x="1" y="30"/>
                  </a:cubicBezTo>
                  <a:cubicBezTo>
                    <a:pt x="4" y="30"/>
                    <a:pt x="7" y="28"/>
                    <a:pt x="10" y="26"/>
                  </a:cubicBezTo>
                  <a:cubicBezTo>
                    <a:pt x="12" y="24"/>
                    <a:pt x="14" y="21"/>
                    <a:pt x="15" y="18"/>
                  </a:cubicBezTo>
                  <a:cubicBezTo>
                    <a:pt x="16" y="15"/>
                    <a:pt x="17" y="13"/>
                    <a:pt x="17" y="11"/>
                  </a:cubicBezTo>
                  <a:cubicBezTo>
                    <a:pt x="17" y="10"/>
                    <a:pt x="17" y="9"/>
                    <a:pt x="17" y="8"/>
                  </a:cubicBezTo>
                  <a:cubicBezTo>
                    <a:pt x="17" y="7"/>
                    <a:pt x="17" y="5"/>
                    <a:pt x="17" y="5"/>
                  </a:cubicBezTo>
                  <a:cubicBezTo>
                    <a:pt x="17" y="4"/>
                    <a:pt x="17" y="4"/>
                    <a:pt x="17" y="5"/>
                  </a:cubicBezTo>
                  <a:cubicBezTo>
                    <a:pt x="16" y="6"/>
                    <a:pt x="16" y="8"/>
                    <a:pt x="16" y="10"/>
                  </a:cubicBezTo>
                  <a:cubicBezTo>
                    <a:pt x="15" y="12"/>
                    <a:pt x="15" y="14"/>
                    <a:pt x="15" y="16"/>
                  </a:cubicBezTo>
                  <a:cubicBezTo>
                    <a:pt x="14" y="18"/>
                    <a:pt x="13" y="20"/>
                    <a:pt x="13" y="22"/>
                  </a:cubicBezTo>
                  <a:cubicBezTo>
                    <a:pt x="12" y="24"/>
                    <a:pt x="11" y="26"/>
                    <a:pt x="10" y="28"/>
                  </a:cubicBezTo>
                  <a:cubicBezTo>
                    <a:pt x="10" y="29"/>
                    <a:pt x="9" y="30"/>
                    <a:pt x="9" y="31"/>
                  </a:cubicBezTo>
                  <a:cubicBezTo>
                    <a:pt x="9" y="31"/>
                    <a:pt x="9" y="31"/>
                    <a:pt x="9" y="31"/>
                  </a:cubicBezTo>
                  <a:cubicBezTo>
                    <a:pt x="10" y="31"/>
                    <a:pt x="10" y="30"/>
                    <a:pt x="11" y="29"/>
                  </a:cubicBezTo>
                  <a:cubicBezTo>
                    <a:pt x="12" y="29"/>
                    <a:pt x="12" y="28"/>
                    <a:pt x="13" y="28"/>
                  </a:cubicBezTo>
                  <a:cubicBezTo>
                    <a:pt x="14" y="26"/>
                    <a:pt x="15" y="25"/>
                    <a:pt x="16" y="24"/>
                  </a:cubicBezTo>
                  <a:cubicBezTo>
                    <a:pt x="17" y="22"/>
                    <a:pt x="18" y="21"/>
                    <a:pt x="18" y="19"/>
                  </a:cubicBezTo>
                  <a:cubicBezTo>
                    <a:pt x="18" y="17"/>
                    <a:pt x="19" y="15"/>
                    <a:pt x="19" y="13"/>
                  </a:cubicBezTo>
                  <a:cubicBezTo>
                    <a:pt x="19" y="10"/>
                    <a:pt x="19" y="7"/>
                    <a:pt x="19" y="4"/>
                  </a:cubicBezTo>
                  <a:cubicBezTo>
                    <a:pt x="19" y="3"/>
                    <a:pt x="18" y="3"/>
                    <a:pt x="18" y="4"/>
                  </a:cubicBezTo>
                  <a:cubicBezTo>
                    <a:pt x="18" y="4"/>
                    <a:pt x="18" y="5"/>
                    <a:pt x="19" y="6"/>
                  </a:cubicBezTo>
                  <a:cubicBezTo>
                    <a:pt x="19" y="7"/>
                    <a:pt x="19" y="8"/>
                    <a:pt x="19" y="9"/>
                  </a:cubicBezTo>
                  <a:cubicBezTo>
                    <a:pt x="19" y="11"/>
                    <a:pt x="20" y="13"/>
                    <a:pt x="20" y="15"/>
                  </a:cubicBezTo>
                  <a:cubicBezTo>
                    <a:pt x="20" y="18"/>
                    <a:pt x="20" y="20"/>
                    <a:pt x="19" y="22"/>
                  </a:cubicBezTo>
                  <a:cubicBezTo>
                    <a:pt x="19" y="23"/>
                    <a:pt x="19" y="24"/>
                    <a:pt x="19" y="25"/>
                  </a:cubicBezTo>
                  <a:cubicBezTo>
                    <a:pt x="19" y="26"/>
                    <a:pt x="18" y="26"/>
                    <a:pt x="18" y="27"/>
                  </a:cubicBezTo>
                  <a:cubicBezTo>
                    <a:pt x="18" y="27"/>
                    <a:pt x="18" y="28"/>
                    <a:pt x="18" y="28"/>
                  </a:cubicBezTo>
                  <a:cubicBezTo>
                    <a:pt x="18" y="28"/>
                    <a:pt x="19" y="28"/>
                    <a:pt x="19" y="28"/>
                  </a:cubicBezTo>
                  <a:cubicBezTo>
                    <a:pt x="21" y="26"/>
                    <a:pt x="21" y="22"/>
                    <a:pt x="21" y="19"/>
                  </a:cubicBezTo>
                  <a:cubicBezTo>
                    <a:pt x="21" y="16"/>
                    <a:pt x="21" y="12"/>
                    <a:pt x="21" y="9"/>
                  </a:cubicBezTo>
                  <a:cubicBezTo>
                    <a:pt x="21" y="7"/>
                    <a:pt x="20" y="6"/>
                    <a:pt x="19" y="4"/>
                  </a:cubicBezTo>
                  <a:cubicBezTo>
                    <a:pt x="19" y="4"/>
                    <a:pt x="19" y="4"/>
                    <a:pt x="19" y="4"/>
                  </a:cubicBezTo>
                  <a:cubicBezTo>
                    <a:pt x="19" y="5"/>
                    <a:pt x="19" y="6"/>
                    <a:pt x="19" y="7"/>
                  </a:cubicBezTo>
                  <a:cubicBezTo>
                    <a:pt x="19" y="8"/>
                    <a:pt x="19" y="9"/>
                    <a:pt x="20" y="10"/>
                  </a:cubicBezTo>
                  <a:cubicBezTo>
                    <a:pt x="20" y="12"/>
                    <a:pt x="20" y="14"/>
                    <a:pt x="20" y="16"/>
                  </a:cubicBezTo>
                  <a:cubicBezTo>
                    <a:pt x="19" y="18"/>
                    <a:pt x="19" y="20"/>
                    <a:pt x="19" y="22"/>
                  </a:cubicBezTo>
                  <a:cubicBezTo>
                    <a:pt x="18" y="23"/>
                    <a:pt x="18" y="24"/>
                    <a:pt x="18" y="25"/>
                  </a:cubicBezTo>
                  <a:cubicBezTo>
                    <a:pt x="19" y="25"/>
                    <a:pt x="19" y="26"/>
                    <a:pt x="19" y="26"/>
                  </a:cubicBezTo>
                  <a:cubicBezTo>
                    <a:pt x="19" y="26"/>
                    <a:pt x="19" y="26"/>
                    <a:pt x="20" y="25"/>
                  </a:cubicBezTo>
                  <a:cubicBezTo>
                    <a:pt x="20" y="25"/>
                    <a:pt x="20" y="24"/>
                    <a:pt x="20" y="24"/>
                  </a:cubicBezTo>
                  <a:cubicBezTo>
                    <a:pt x="20" y="23"/>
                    <a:pt x="20" y="23"/>
                    <a:pt x="21" y="22"/>
                  </a:cubicBezTo>
                  <a:cubicBezTo>
                    <a:pt x="21" y="20"/>
                    <a:pt x="21" y="18"/>
                    <a:pt x="21" y="17"/>
                  </a:cubicBezTo>
                  <a:cubicBezTo>
                    <a:pt x="21" y="15"/>
                    <a:pt x="21" y="14"/>
                    <a:pt x="21" y="13"/>
                  </a:cubicBezTo>
                  <a:cubicBezTo>
                    <a:pt x="20" y="12"/>
                    <a:pt x="20" y="10"/>
                    <a:pt x="20" y="9"/>
                  </a:cubicBezTo>
                  <a:cubicBezTo>
                    <a:pt x="20" y="7"/>
                    <a:pt x="20" y="4"/>
                    <a:pt x="18" y="2"/>
                  </a:cubicBezTo>
                  <a:cubicBezTo>
                    <a:pt x="18" y="2"/>
                    <a:pt x="18" y="2"/>
                    <a:pt x="18" y="2"/>
                  </a:cubicBezTo>
                  <a:cubicBezTo>
                    <a:pt x="19" y="6"/>
                    <a:pt x="20" y="10"/>
                    <a:pt x="19" y="14"/>
                  </a:cubicBezTo>
                  <a:cubicBezTo>
                    <a:pt x="19" y="16"/>
                    <a:pt x="19" y="18"/>
                    <a:pt x="19" y="20"/>
                  </a:cubicBezTo>
                  <a:cubicBezTo>
                    <a:pt x="19" y="21"/>
                    <a:pt x="18" y="22"/>
                    <a:pt x="18" y="23"/>
                  </a:cubicBezTo>
                  <a:cubicBezTo>
                    <a:pt x="18" y="24"/>
                    <a:pt x="18" y="25"/>
                    <a:pt x="18" y="26"/>
                  </a:cubicBezTo>
                  <a:cubicBezTo>
                    <a:pt x="18" y="26"/>
                    <a:pt x="18" y="26"/>
                    <a:pt x="18" y="26"/>
                  </a:cubicBezTo>
                  <a:cubicBezTo>
                    <a:pt x="20" y="23"/>
                    <a:pt x="20" y="20"/>
                    <a:pt x="21" y="17"/>
                  </a:cubicBezTo>
                  <a:cubicBezTo>
                    <a:pt x="21" y="15"/>
                    <a:pt x="20" y="13"/>
                    <a:pt x="20" y="11"/>
                  </a:cubicBezTo>
                  <a:cubicBezTo>
                    <a:pt x="20" y="9"/>
                    <a:pt x="19" y="7"/>
                    <a:pt x="19" y="5"/>
                  </a:cubicBezTo>
                  <a:cubicBezTo>
                    <a:pt x="18" y="4"/>
                    <a:pt x="18" y="3"/>
                    <a:pt x="17" y="2"/>
                  </a:cubicBezTo>
                  <a:cubicBezTo>
                    <a:pt x="17" y="2"/>
                    <a:pt x="17" y="2"/>
                    <a:pt x="17" y="2"/>
                  </a:cubicBezTo>
                  <a:cubicBezTo>
                    <a:pt x="17" y="3"/>
                    <a:pt x="17" y="4"/>
                    <a:pt x="18" y="5"/>
                  </a:cubicBezTo>
                  <a:cubicBezTo>
                    <a:pt x="18" y="6"/>
                    <a:pt x="18" y="7"/>
                    <a:pt x="18" y="8"/>
                  </a:cubicBezTo>
                  <a:cubicBezTo>
                    <a:pt x="19" y="10"/>
                    <a:pt x="19" y="12"/>
                    <a:pt x="19" y="14"/>
                  </a:cubicBezTo>
                  <a:cubicBezTo>
                    <a:pt x="19" y="17"/>
                    <a:pt x="19" y="19"/>
                    <a:pt x="19" y="21"/>
                  </a:cubicBezTo>
                  <a:cubicBezTo>
                    <a:pt x="19" y="22"/>
                    <a:pt x="18" y="22"/>
                    <a:pt x="18" y="23"/>
                  </a:cubicBezTo>
                  <a:cubicBezTo>
                    <a:pt x="18" y="24"/>
                    <a:pt x="17" y="25"/>
                    <a:pt x="17" y="25"/>
                  </a:cubicBezTo>
                  <a:cubicBezTo>
                    <a:pt x="17" y="26"/>
                    <a:pt x="17" y="26"/>
                    <a:pt x="17" y="26"/>
                  </a:cubicBezTo>
                  <a:cubicBezTo>
                    <a:pt x="18" y="26"/>
                    <a:pt x="18" y="26"/>
                    <a:pt x="18" y="26"/>
                  </a:cubicBezTo>
                  <a:cubicBezTo>
                    <a:pt x="20" y="23"/>
                    <a:pt x="20" y="20"/>
                    <a:pt x="20" y="17"/>
                  </a:cubicBezTo>
                  <a:cubicBezTo>
                    <a:pt x="20" y="13"/>
                    <a:pt x="19" y="10"/>
                    <a:pt x="18" y="7"/>
                  </a:cubicBezTo>
                  <a:cubicBezTo>
                    <a:pt x="18" y="5"/>
                    <a:pt x="17" y="4"/>
                    <a:pt x="16" y="2"/>
                  </a:cubicBezTo>
                  <a:cubicBezTo>
                    <a:pt x="16" y="2"/>
                    <a:pt x="16" y="2"/>
                    <a:pt x="16" y="2"/>
                  </a:cubicBezTo>
                  <a:cubicBezTo>
                    <a:pt x="16" y="6"/>
                    <a:pt x="18" y="11"/>
                    <a:pt x="17" y="15"/>
                  </a:cubicBezTo>
                  <a:cubicBezTo>
                    <a:pt x="17" y="19"/>
                    <a:pt x="15" y="23"/>
                    <a:pt x="14" y="27"/>
                  </a:cubicBezTo>
                  <a:cubicBezTo>
                    <a:pt x="14" y="27"/>
                    <a:pt x="14" y="27"/>
                    <a:pt x="14" y="27"/>
                  </a:cubicBezTo>
                  <a:cubicBezTo>
                    <a:pt x="14" y="27"/>
                    <a:pt x="14" y="28"/>
                    <a:pt x="15" y="27"/>
                  </a:cubicBezTo>
                  <a:cubicBezTo>
                    <a:pt x="15" y="27"/>
                    <a:pt x="16" y="26"/>
                    <a:pt x="17" y="25"/>
                  </a:cubicBezTo>
                  <a:cubicBezTo>
                    <a:pt x="17" y="24"/>
                    <a:pt x="17" y="23"/>
                    <a:pt x="18" y="21"/>
                  </a:cubicBezTo>
                  <a:cubicBezTo>
                    <a:pt x="18" y="20"/>
                    <a:pt x="18" y="19"/>
                    <a:pt x="18" y="18"/>
                  </a:cubicBezTo>
                  <a:cubicBezTo>
                    <a:pt x="18" y="16"/>
                    <a:pt x="18" y="15"/>
                    <a:pt x="18" y="13"/>
                  </a:cubicBezTo>
                  <a:cubicBezTo>
                    <a:pt x="18" y="11"/>
                    <a:pt x="18" y="9"/>
                    <a:pt x="17" y="7"/>
                  </a:cubicBezTo>
                  <a:cubicBezTo>
                    <a:pt x="17" y="5"/>
                    <a:pt x="17" y="3"/>
                    <a:pt x="16" y="2"/>
                  </a:cubicBezTo>
                  <a:cubicBezTo>
                    <a:pt x="16" y="2"/>
                    <a:pt x="16" y="2"/>
                    <a:pt x="16" y="2"/>
                  </a:cubicBezTo>
                  <a:cubicBezTo>
                    <a:pt x="15" y="3"/>
                    <a:pt x="16" y="4"/>
                    <a:pt x="16" y="4"/>
                  </a:cubicBezTo>
                  <a:cubicBezTo>
                    <a:pt x="16" y="5"/>
                    <a:pt x="16" y="6"/>
                    <a:pt x="16" y="7"/>
                  </a:cubicBezTo>
                  <a:cubicBezTo>
                    <a:pt x="16" y="9"/>
                    <a:pt x="16" y="12"/>
                    <a:pt x="16" y="14"/>
                  </a:cubicBezTo>
                  <a:cubicBezTo>
                    <a:pt x="16" y="16"/>
                    <a:pt x="16" y="18"/>
                    <a:pt x="16" y="20"/>
                  </a:cubicBezTo>
                  <a:cubicBezTo>
                    <a:pt x="15" y="22"/>
                    <a:pt x="15" y="24"/>
                    <a:pt x="14" y="26"/>
                  </a:cubicBezTo>
                  <a:cubicBezTo>
                    <a:pt x="14" y="27"/>
                    <a:pt x="14" y="27"/>
                    <a:pt x="14" y="28"/>
                  </a:cubicBezTo>
                  <a:cubicBezTo>
                    <a:pt x="14" y="28"/>
                    <a:pt x="15" y="28"/>
                    <a:pt x="15" y="28"/>
                  </a:cubicBezTo>
                  <a:cubicBezTo>
                    <a:pt x="16" y="25"/>
                    <a:pt x="17" y="21"/>
                    <a:pt x="17" y="18"/>
                  </a:cubicBezTo>
                  <a:cubicBezTo>
                    <a:pt x="17" y="14"/>
                    <a:pt x="17" y="11"/>
                    <a:pt x="17" y="8"/>
                  </a:cubicBezTo>
                  <a:cubicBezTo>
                    <a:pt x="16" y="6"/>
                    <a:pt x="16" y="3"/>
                    <a:pt x="14" y="2"/>
                  </a:cubicBezTo>
                  <a:cubicBezTo>
                    <a:pt x="14" y="2"/>
                    <a:pt x="14" y="2"/>
                    <a:pt x="14" y="2"/>
                  </a:cubicBezTo>
                  <a:cubicBezTo>
                    <a:pt x="14" y="3"/>
                    <a:pt x="14" y="3"/>
                    <a:pt x="14" y="4"/>
                  </a:cubicBezTo>
                  <a:cubicBezTo>
                    <a:pt x="14" y="5"/>
                    <a:pt x="15" y="6"/>
                    <a:pt x="15" y="7"/>
                  </a:cubicBezTo>
                  <a:cubicBezTo>
                    <a:pt x="15" y="9"/>
                    <a:pt x="15" y="11"/>
                    <a:pt x="15" y="14"/>
                  </a:cubicBezTo>
                  <a:cubicBezTo>
                    <a:pt x="15" y="16"/>
                    <a:pt x="15" y="18"/>
                    <a:pt x="15" y="20"/>
                  </a:cubicBezTo>
                  <a:cubicBezTo>
                    <a:pt x="15" y="21"/>
                    <a:pt x="14" y="22"/>
                    <a:pt x="14" y="23"/>
                  </a:cubicBezTo>
                  <a:cubicBezTo>
                    <a:pt x="14" y="24"/>
                    <a:pt x="14" y="25"/>
                    <a:pt x="14" y="26"/>
                  </a:cubicBezTo>
                  <a:cubicBezTo>
                    <a:pt x="14" y="26"/>
                    <a:pt x="13" y="27"/>
                    <a:pt x="14" y="27"/>
                  </a:cubicBezTo>
                  <a:cubicBezTo>
                    <a:pt x="14" y="28"/>
                    <a:pt x="14" y="28"/>
                    <a:pt x="14" y="28"/>
                  </a:cubicBezTo>
                  <a:cubicBezTo>
                    <a:pt x="15" y="27"/>
                    <a:pt x="15" y="25"/>
                    <a:pt x="16" y="24"/>
                  </a:cubicBezTo>
                  <a:cubicBezTo>
                    <a:pt x="16" y="23"/>
                    <a:pt x="16" y="22"/>
                    <a:pt x="16" y="21"/>
                  </a:cubicBezTo>
                  <a:cubicBezTo>
                    <a:pt x="16" y="20"/>
                    <a:pt x="16" y="19"/>
                    <a:pt x="17" y="18"/>
                  </a:cubicBezTo>
                  <a:cubicBezTo>
                    <a:pt x="17" y="16"/>
                    <a:pt x="17" y="14"/>
                    <a:pt x="17" y="12"/>
                  </a:cubicBezTo>
                  <a:cubicBezTo>
                    <a:pt x="17" y="10"/>
                    <a:pt x="17" y="8"/>
                    <a:pt x="16" y="6"/>
                  </a:cubicBezTo>
                  <a:cubicBezTo>
                    <a:pt x="16" y="5"/>
                    <a:pt x="16" y="3"/>
                    <a:pt x="15" y="3"/>
                  </a:cubicBezTo>
                  <a:cubicBezTo>
                    <a:pt x="15" y="3"/>
                    <a:pt x="15" y="3"/>
                    <a:pt x="14" y="3"/>
                  </a:cubicBezTo>
                  <a:cubicBezTo>
                    <a:pt x="14" y="4"/>
                    <a:pt x="14" y="5"/>
                    <a:pt x="15" y="6"/>
                  </a:cubicBezTo>
                  <a:cubicBezTo>
                    <a:pt x="15" y="7"/>
                    <a:pt x="15" y="8"/>
                    <a:pt x="15" y="9"/>
                  </a:cubicBezTo>
                  <a:cubicBezTo>
                    <a:pt x="15" y="11"/>
                    <a:pt x="15" y="13"/>
                    <a:pt x="15" y="15"/>
                  </a:cubicBezTo>
                  <a:cubicBezTo>
                    <a:pt x="15" y="18"/>
                    <a:pt x="15" y="22"/>
                    <a:pt x="14" y="25"/>
                  </a:cubicBezTo>
                  <a:cubicBezTo>
                    <a:pt x="13" y="26"/>
                    <a:pt x="13" y="26"/>
                    <a:pt x="13" y="26"/>
                  </a:cubicBezTo>
                  <a:cubicBezTo>
                    <a:pt x="13" y="26"/>
                    <a:pt x="13" y="26"/>
                    <a:pt x="14" y="26"/>
                  </a:cubicBezTo>
                  <a:cubicBezTo>
                    <a:pt x="14" y="25"/>
                    <a:pt x="14" y="24"/>
                    <a:pt x="14" y="24"/>
                  </a:cubicBezTo>
                  <a:cubicBezTo>
                    <a:pt x="14" y="23"/>
                    <a:pt x="15" y="22"/>
                    <a:pt x="15" y="21"/>
                  </a:cubicBezTo>
                  <a:cubicBezTo>
                    <a:pt x="15" y="19"/>
                    <a:pt x="15" y="17"/>
                    <a:pt x="16" y="15"/>
                  </a:cubicBezTo>
                  <a:cubicBezTo>
                    <a:pt x="16" y="12"/>
                    <a:pt x="16" y="10"/>
                    <a:pt x="15" y="8"/>
                  </a:cubicBezTo>
                  <a:cubicBezTo>
                    <a:pt x="15" y="7"/>
                    <a:pt x="15" y="6"/>
                    <a:pt x="15" y="5"/>
                  </a:cubicBezTo>
                  <a:cubicBezTo>
                    <a:pt x="15" y="4"/>
                    <a:pt x="15" y="3"/>
                    <a:pt x="15" y="2"/>
                  </a:cubicBezTo>
                  <a:cubicBezTo>
                    <a:pt x="15" y="2"/>
                    <a:pt x="15" y="1"/>
                    <a:pt x="15" y="1"/>
                  </a:cubicBezTo>
                  <a:cubicBezTo>
                    <a:pt x="15" y="1"/>
                    <a:pt x="14" y="1"/>
                    <a:pt x="14" y="1"/>
                  </a:cubicBezTo>
                  <a:cubicBezTo>
                    <a:pt x="15" y="3"/>
                    <a:pt x="15" y="4"/>
                    <a:pt x="15" y="6"/>
                  </a:cubicBezTo>
                  <a:cubicBezTo>
                    <a:pt x="15" y="8"/>
                    <a:pt x="15" y="10"/>
                    <a:pt x="15" y="11"/>
                  </a:cubicBezTo>
                  <a:cubicBezTo>
                    <a:pt x="15" y="13"/>
                    <a:pt x="15" y="15"/>
                    <a:pt x="14" y="17"/>
                  </a:cubicBezTo>
                  <a:cubicBezTo>
                    <a:pt x="14" y="19"/>
                    <a:pt x="13" y="20"/>
                    <a:pt x="12" y="22"/>
                  </a:cubicBezTo>
                  <a:cubicBezTo>
                    <a:pt x="12" y="23"/>
                    <a:pt x="11" y="24"/>
                    <a:pt x="11" y="25"/>
                  </a:cubicBezTo>
                  <a:cubicBezTo>
                    <a:pt x="11" y="25"/>
                    <a:pt x="11" y="25"/>
                    <a:pt x="12" y="25"/>
                  </a:cubicBezTo>
                  <a:cubicBezTo>
                    <a:pt x="13" y="24"/>
                    <a:pt x="13" y="23"/>
                    <a:pt x="13" y="21"/>
                  </a:cubicBezTo>
                  <a:cubicBezTo>
                    <a:pt x="14" y="20"/>
                    <a:pt x="14" y="18"/>
                    <a:pt x="14" y="17"/>
                  </a:cubicBezTo>
                  <a:cubicBezTo>
                    <a:pt x="14" y="15"/>
                    <a:pt x="14" y="14"/>
                    <a:pt x="14" y="12"/>
                  </a:cubicBezTo>
                  <a:cubicBezTo>
                    <a:pt x="15" y="10"/>
                    <a:pt x="15" y="9"/>
                    <a:pt x="15" y="7"/>
                  </a:cubicBezTo>
                  <a:cubicBezTo>
                    <a:pt x="14" y="5"/>
                    <a:pt x="14" y="3"/>
                    <a:pt x="13" y="1"/>
                  </a:cubicBezTo>
                  <a:cubicBezTo>
                    <a:pt x="13" y="0"/>
                    <a:pt x="13" y="0"/>
                    <a:pt x="13" y="0"/>
                  </a:cubicBezTo>
                  <a:cubicBezTo>
                    <a:pt x="13" y="1"/>
                    <a:pt x="13" y="1"/>
                    <a:pt x="13" y="2"/>
                  </a:cubicBezTo>
                  <a:cubicBezTo>
                    <a:pt x="13" y="2"/>
                    <a:pt x="13" y="3"/>
                    <a:pt x="13" y="4"/>
                  </a:cubicBezTo>
                  <a:cubicBezTo>
                    <a:pt x="13" y="5"/>
                    <a:pt x="13" y="7"/>
                    <a:pt x="13" y="9"/>
                  </a:cubicBezTo>
                  <a:cubicBezTo>
                    <a:pt x="13" y="11"/>
                    <a:pt x="13" y="13"/>
                    <a:pt x="13" y="15"/>
                  </a:cubicBezTo>
                  <a:cubicBezTo>
                    <a:pt x="12" y="17"/>
                    <a:pt x="12" y="19"/>
                    <a:pt x="11" y="21"/>
                  </a:cubicBezTo>
                  <a:cubicBezTo>
                    <a:pt x="11" y="22"/>
                    <a:pt x="11" y="23"/>
                    <a:pt x="10" y="24"/>
                  </a:cubicBezTo>
                  <a:cubicBezTo>
                    <a:pt x="10" y="24"/>
                    <a:pt x="10" y="24"/>
                    <a:pt x="11" y="24"/>
                  </a:cubicBezTo>
                  <a:cubicBezTo>
                    <a:pt x="11" y="22"/>
                    <a:pt x="12" y="20"/>
                    <a:pt x="12" y="18"/>
                  </a:cubicBezTo>
                  <a:cubicBezTo>
                    <a:pt x="13" y="17"/>
                    <a:pt x="13" y="15"/>
                    <a:pt x="13" y="13"/>
                  </a:cubicBezTo>
                  <a:cubicBezTo>
                    <a:pt x="14" y="12"/>
                    <a:pt x="14" y="11"/>
                    <a:pt x="14" y="10"/>
                  </a:cubicBezTo>
                  <a:cubicBezTo>
                    <a:pt x="14" y="9"/>
                    <a:pt x="15" y="7"/>
                    <a:pt x="14" y="6"/>
                  </a:cubicBezTo>
                  <a:cubicBezTo>
                    <a:pt x="14" y="6"/>
                    <a:pt x="14" y="5"/>
                    <a:pt x="14" y="5"/>
                  </a:cubicBezTo>
                  <a:cubicBezTo>
                    <a:pt x="14" y="5"/>
                    <a:pt x="13" y="5"/>
                    <a:pt x="13" y="5"/>
                  </a:cubicBezTo>
                  <a:cubicBezTo>
                    <a:pt x="13" y="6"/>
                    <a:pt x="13" y="7"/>
                    <a:pt x="13" y="8"/>
                  </a:cubicBezTo>
                  <a:cubicBezTo>
                    <a:pt x="13" y="9"/>
                    <a:pt x="13" y="10"/>
                    <a:pt x="13" y="11"/>
                  </a:cubicBezTo>
                  <a:cubicBezTo>
                    <a:pt x="13" y="15"/>
                    <a:pt x="12" y="18"/>
                    <a:pt x="12" y="21"/>
                  </a:cubicBezTo>
                  <a:cubicBezTo>
                    <a:pt x="12" y="21"/>
                    <a:pt x="12" y="21"/>
                    <a:pt x="12"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2" name="Freeform 46"/>
            <p:cNvSpPr/>
            <p:nvPr/>
          </p:nvSpPr>
          <p:spPr bwMode="auto">
            <a:xfrm>
              <a:off x="2416175" y="3513138"/>
              <a:ext cx="798513" cy="1096963"/>
            </a:xfrm>
            <a:custGeom>
              <a:avLst/>
              <a:gdLst>
                <a:gd name="T0" fmla="*/ 24 w 35"/>
                <a:gd name="T1" fmla="*/ 40 h 48"/>
                <a:gd name="T2" fmla="*/ 11 w 35"/>
                <a:gd name="T3" fmla="*/ 43 h 48"/>
                <a:gd name="T4" fmla="*/ 25 w 35"/>
                <a:gd name="T5" fmla="*/ 34 h 48"/>
                <a:gd name="T6" fmla="*/ 33 w 35"/>
                <a:gd name="T7" fmla="*/ 24 h 48"/>
                <a:gd name="T8" fmla="*/ 33 w 35"/>
                <a:gd name="T9" fmla="*/ 28 h 48"/>
                <a:gd name="T10" fmla="*/ 15 w 35"/>
                <a:gd name="T11" fmla="*/ 44 h 48"/>
                <a:gd name="T12" fmla="*/ 4 w 35"/>
                <a:gd name="T13" fmla="*/ 44 h 48"/>
                <a:gd name="T14" fmla="*/ 28 w 35"/>
                <a:gd name="T15" fmla="*/ 39 h 48"/>
                <a:gd name="T16" fmla="*/ 30 w 35"/>
                <a:gd name="T17" fmla="*/ 38 h 48"/>
                <a:gd name="T18" fmla="*/ 11 w 35"/>
                <a:gd name="T19" fmla="*/ 47 h 48"/>
                <a:gd name="T20" fmla="*/ 4 w 35"/>
                <a:gd name="T21" fmla="*/ 45 h 48"/>
                <a:gd name="T22" fmla="*/ 25 w 35"/>
                <a:gd name="T23" fmla="*/ 45 h 48"/>
                <a:gd name="T24" fmla="*/ 28 w 35"/>
                <a:gd name="T25" fmla="*/ 43 h 48"/>
                <a:gd name="T26" fmla="*/ 21 w 35"/>
                <a:gd name="T27" fmla="*/ 46 h 48"/>
                <a:gd name="T28" fmla="*/ 0 w 35"/>
                <a:gd name="T29" fmla="*/ 44 h 48"/>
                <a:gd name="T30" fmla="*/ 6 w 35"/>
                <a:gd name="T31" fmla="*/ 44 h 48"/>
                <a:gd name="T32" fmla="*/ 26 w 35"/>
                <a:gd name="T33" fmla="*/ 38 h 48"/>
                <a:gd name="T34" fmla="*/ 21 w 35"/>
                <a:gd name="T35" fmla="*/ 40 h 48"/>
                <a:gd name="T36" fmla="*/ 1 w 35"/>
                <a:gd name="T37" fmla="*/ 39 h 48"/>
                <a:gd name="T38" fmla="*/ 9 w 35"/>
                <a:gd name="T39" fmla="*/ 43 h 48"/>
                <a:gd name="T40" fmla="*/ 33 w 35"/>
                <a:gd name="T41" fmla="*/ 30 h 48"/>
                <a:gd name="T42" fmla="*/ 26 w 35"/>
                <a:gd name="T43" fmla="*/ 3 h 48"/>
                <a:gd name="T44" fmla="*/ 34 w 35"/>
                <a:gd name="T45" fmla="*/ 24 h 48"/>
                <a:gd name="T46" fmla="*/ 23 w 35"/>
                <a:gd name="T47" fmla="*/ 0 h 48"/>
                <a:gd name="T48" fmla="*/ 34 w 35"/>
                <a:gd name="T49" fmla="*/ 22 h 48"/>
                <a:gd name="T50" fmla="*/ 31 w 35"/>
                <a:gd name="T51" fmla="*/ 14 h 48"/>
                <a:gd name="T52" fmla="*/ 33 w 35"/>
                <a:gd name="T53" fmla="*/ 24 h 48"/>
                <a:gd name="T54" fmla="*/ 21 w 35"/>
                <a:gd name="T55" fmla="*/ 42 h 48"/>
                <a:gd name="T56" fmla="*/ 4 w 35"/>
                <a:gd name="T57" fmla="*/ 41 h 48"/>
                <a:gd name="T58" fmla="*/ 11 w 35"/>
                <a:gd name="T59" fmla="*/ 41 h 48"/>
                <a:gd name="T60" fmla="*/ 26 w 35"/>
                <a:gd name="T61" fmla="*/ 38 h 48"/>
                <a:gd name="T62" fmla="*/ 8 w 35"/>
                <a:gd name="T63" fmla="*/ 44 h 48"/>
                <a:gd name="T64" fmla="*/ 0 w 35"/>
                <a:gd name="T65" fmla="*/ 44 h 48"/>
                <a:gd name="T66" fmla="*/ 11 w 35"/>
                <a:gd name="T67" fmla="*/ 47 h 48"/>
                <a:gd name="T68" fmla="*/ 27 w 35"/>
                <a:gd name="T69" fmla="*/ 44 h 48"/>
                <a:gd name="T70" fmla="*/ 20 w 35"/>
                <a:gd name="T71" fmla="*/ 46 h 48"/>
                <a:gd name="T72" fmla="*/ 4 w 35"/>
                <a:gd name="T73" fmla="*/ 45 h 48"/>
                <a:gd name="T74" fmla="*/ 16 w 35"/>
                <a:gd name="T75" fmla="*/ 47 h 48"/>
                <a:gd name="T76" fmla="*/ 32 w 35"/>
                <a:gd name="T77" fmla="*/ 34 h 48"/>
                <a:gd name="T78" fmla="*/ 18 w 35"/>
                <a:gd name="T79" fmla="*/ 44 h 48"/>
                <a:gd name="T80" fmla="*/ 4 w 35"/>
                <a:gd name="T81" fmla="*/ 44 h 48"/>
                <a:gd name="T82" fmla="*/ 31 w 35"/>
                <a:gd name="T83" fmla="*/ 33 h 48"/>
                <a:gd name="T84" fmla="*/ 33 w 35"/>
                <a:gd name="T85" fmla="*/ 24 h 48"/>
                <a:gd name="T86" fmla="*/ 27 w 35"/>
                <a:gd name="T87" fmla="*/ 33 h 48"/>
                <a:gd name="T88" fmla="*/ 11 w 35"/>
                <a:gd name="T89" fmla="*/ 43 h 48"/>
                <a:gd name="T90" fmla="*/ 21 w 35"/>
                <a:gd name="T91" fmla="*/ 42 h 48"/>
                <a:gd name="T92" fmla="*/ 31 w 35"/>
                <a:gd name="T93"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48">
                  <a:moveTo>
                    <a:pt x="31" y="28"/>
                  </a:moveTo>
                  <a:cubicBezTo>
                    <a:pt x="30" y="31"/>
                    <a:pt x="29" y="34"/>
                    <a:pt x="27" y="37"/>
                  </a:cubicBezTo>
                  <a:cubicBezTo>
                    <a:pt x="27" y="38"/>
                    <a:pt x="25" y="39"/>
                    <a:pt x="24" y="40"/>
                  </a:cubicBezTo>
                  <a:cubicBezTo>
                    <a:pt x="23" y="41"/>
                    <a:pt x="21" y="41"/>
                    <a:pt x="20" y="42"/>
                  </a:cubicBezTo>
                  <a:cubicBezTo>
                    <a:pt x="18" y="42"/>
                    <a:pt x="17" y="43"/>
                    <a:pt x="15" y="43"/>
                  </a:cubicBezTo>
                  <a:cubicBezTo>
                    <a:pt x="14" y="43"/>
                    <a:pt x="12" y="43"/>
                    <a:pt x="11" y="43"/>
                  </a:cubicBezTo>
                  <a:cubicBezTo>
                    <a:pt x="11" y="43"/>
                    <a:pt x="11" y="43"/>
                    <a:pt x="11" y="43"/>
                  </a:cubicBezTo>
                  <a:cubicBezTo>
                    <a:pt x="14" y="43"/>
                    <a:pt x="18" y="40"/>
                    <a:pt x="21" y="38"/>
                  </a:cubicBezTo>
                  <a:cubicBezTo>
                    <a:pt x="23" y="37"/>
                    <a:pt x="24" y="36"/>
                    <a:pt x="25" y="34"/>
                  </a:cubicBezTo>
                  <a:cubicBezTo>
                    <a:pt x="27" y="33"/>
                    <a:pt x="28" y="32"/>
                    <a:pt x="29" y="30"/>
                  </a:cubicBezTo>
                  <a:cubicBezTo>
                    <a:pt x="30" y="29"/>
                    <a:pt x="31" y="28"/>
                    <a:pt x="31" y="27"/>
                  </a:cubicBezTo>
                  <a:cubicBezTo>
                    <a:pt x="32" y="26"/>
                    <a:pt x="32" y="25"/>
                    <a:pt x="33" y="24"/>
                  </a:cubicBezTo>
                  <a:cubicBezTo>
                    <a:pt x="33" y="24"/>
                    <a:pt x="33" y="24"/>
                    <a:pt x="33" y="24"/>
                  </a:cubicBezTo>
                  <a:cubicBezTo>
                    <a:pt x="33" y="25"/>
                    <a:pt x="33" y="25"/>
                    <a:pt x="33" y="26"/>
                  </a:cubicBezTo>
                  <a:cubicBezTo>
                    <a:pt x="33" y="26"/>
                    <a:pt x="33" y="27"/>
                    <a:pt x="33" y="28"/>
                  </a:cubicBezTo>
                  <a:cubicBezTo>
                    <a:pt x="32" y="29"/>
                    <a:pt x="32" y="30"/>
                    <a:pt x="31" y="31"/>
                  </a:cubicBezTo>
                  <a:cubicBezTo>
                    <a:pt x="29" y="35"/>
                    <a:pt x="27" y="38"/>
                    <a:pt x="24" y="40"/>
                  </a:cubicBezTo>
                  <a:cubicBezTo>
                    <a:pt x="21" y="42"/>
                    <a:pt x="18" y="43"/>
                    <a:pt x="15" y="44"/>
                  </a:cubicBezTo>
                  <a:cubicBezTo>
                    <a:pt x="11" y="44"/>
                    <a:pt x="8" y="44"/>
                    <a:pt x="4" y="44"/>
                  </a:cubicBezTo>
                  <a:cubicBezTo>
                    <a:pt x="4" y="44"/>
                    <a:pt x="4" y="44"/>
                    <a:pt x="4" y="44"/>
                  </a:cubicBezTo>
                  <a:cubicBezTo>
                    <a:pt x="4" y="44"/>
                    <a:pt x="4" y="44"/>
                    <a:pt x="4" y="44"/>
                  </a:cubicBezTo>
                  <a:cubicBezTo>
                    <a:pt x="7" y="46"/>
                    <a:pt x="10" y="46"/>
                    <a:pt x="13" y="45"/>
                  </a:cubicBezTo>
                  <a:cubicBezTo>
                    <a:pt x="16" y="44"/>
                    <a:pt x="20" y="43"/>
                    <a:pt x="22" y="42"/>
                  </a:cubicBezTo>
                  <a:cubicBezTo>
                    <a:pt x="24" y="41"/>
                    <a:pt x="26" y="40"/>
                    <a:pt x="28" y="39"/>
                  </a:cubicBezTo>
                  <a:cubicBezTo>
                    <a:pt x="30" y="38"/>
                    <a:pt x="32" y="36"/>
                    <a:pt x="32" y="34"/>
                  </a:cubicBezTo>
                  <a:cubicBezTo>
                    <a:pt x="32" y="34"/>
                    <a:pt x="32" y="33"/>
                    <a:pt x="32" y="34"/>
                  </a:cubicBezTo>
                  <a:cubicBezTo>
                    <a:pt x="31" y="35"/>
                    <a:pt x="30" y="36"/>
                    <a:pt x="30" y="38"/>
                  </a:cubicBezTo>
                  <a:cubicBezTo>
                    <a:pt x="29" y="39"/>
                    <a:pt x="28" y="41"/>
                    <a:pt x="27" y="42"/>
                  </a:cubicBezTo>
                  <a:cubicBezTo>
                    <a:pt x="24" y="44"/>
                    <a:pt x="21" y="46"/>
                    <a:pt x="17" y="47"/>
                  </a:cubicBezTo>
                  <a:cubicBezTo>
                    <a:pt x="15" y="47"/>
                    <a:pt x="13" y="47"/>
                    <a:pt x="11" y="47"/>
                  </a:cubicBezTo>
                  <a:cubicBezTo>
                    <a:pt x="9" y="46"/>
                    <a:pt x="8" y="46"/>
                    <a:pt x="7" y="46"/>
                  </a:cubicBezTo>
                  <a:cubicBezTo>
                    <a:pt x="6" y="45"/>
                    <a:pt x="5" y="45"/>
                    <a:pt x="4" y="45"/>
                  </a:cubicBezTo>
                  <a:cubicBezTo>
                    <a:pt x="4" y="45"/>
                    <a:pt x="4" y="45"/>
                    <a:pt x="4" y="45"/>
                  </a:cubicBezTo>
                  <a:cubicBezTo>
                    <a:pt x="8" y="47"/>
                    <a:pt x="11" y="47"/>
                    <a:pt x="15" y="47"/>
                  </a:cubicBezTo>
                  <a:cubicBezTo>
                    <a:pt x="17" y="47"/>
                    <a:pt x="19" y="47"/>
                    <a:pt x="20" y="46"/>
                  </a:cubicBezTo>
                  <a:cubicBezTo>
                    <a:pt x="22" y="46"/>
                    <a:pt x="24" y="46"/>
                    <a:pt x="25" y="45"/>
                  </a:cubicBezTo>
                  <a:cubicBezTo>
                    <a:pt x="27" y="45"/>
                    <a:pt x="29" y="44"/>
                    <a:pt x="30" y="43"/>
                  </a:cubicBezTo>
                  <a:cubicBezTo>
                    <a:pt x="30" y="42"/>
                    <a:pt x="30" y="42"/>
                    <a:pt x="30" y="42"/>
                  </a:cubicBezTo>
                  <a:cubicBezTo>
                    <a:pt x="29" y="42"/>
                    <a:pt x="28" y="42"/>
                    <a:pt x="28" y="43"/>
                  </a:cubicBezTo>
                  <a:cubicBezTo>
                    <a:pt x="27" y="43"/>
                    <a:pt x="27" y="44"/>
                    <a:pt x="26" y="44"/>
                  </a:cubicBezTo>
                  <a:cubicBezTo>
                    <a:pt x="25" y="45"/>
                    <a:pt x="24" y="45"/>
                    <a:pt x="23" y="45"/>
                  </a:cubicBezTo>
                  <a:cubicBezTo>
                    <a:pt x="23" y="46"/>
                    <a:pt x="22" y="46"/>
                    <a:pt x="21" y="46"/>
                  </a:cubicBezTo>
                  <a:cubicBezTo>
                    <a:pt x="16" y="48"/>
                    <a:pt x="12" y="47"/>
                    <a:pt x="8" y="46"/>
                  </a:cubicBezTo>
                  <a:cubicBezTo>
                    <a:pt x="7" y="46"/>
                    <a:pt x="5" y="46"/>
                    <a:pt x="4" y="45"/>
                  </a:cubicBezTo>
                  <a:cubicBezTo>
                    <a:pt x="3" y="45"/>
                    <a:pt x="1" y="45"/>
                    <a:pt x="0" y="44"/>
                  </a:cubicBezTo>
                  <a:cubicBezTo>
                    <a:pt x="0" y="44"/>
                    <a:pt x="0" y="44"/>
                    <a:pt x="0" y="44"/>
                  </a:cubicBezTo>
                  <a:cubicBezTo>
                    <a:pt x="1" y="44"/>
                    <a:pt x="2" y="44"/>
                    <a:pt x="3" y="44"/>
                  </a:cubicBezTo>
                  <a:cubicBezTo>
                    <a:pt x="4" y="44"/>
                    <a:pt x="5" y="44"/>
                    <a:pt x="6" y="44"/>
                  </a:cubicBezTo>
                  <a:cubicBezTo>
                    <a:pt x="8" y="44"/>
                    <a:pt x="10" y="44"/>
                    <a:pt x="12" y="43"/>
                  </a:cubicBezTo>
                  <a:cubicBezTo>
                    <a:pt x="16" y="42"/>
                    <a:pt x="20" y="41"/>
                    <a:pt x="24" y="39"/>
                  </a:cubicBezTo>
                  <a:cubicBezTo>
                    <a:pt x="25" y="39"/>
                    <a:pt x="26" y="38"/>
                    <a:pt x="26" y="38"/>
                  </a:cubicBezTo>
                  <a:cubicBezTo>
                    <a:pt x="26" y="38"/>
                    <a:pt x="26" y="38"/>
                    <a:pt x="26" y="38"/>
                  </a:cubicBezTo>
                  <a:cubicBezTo>
                    <a:pt x="26" y="38"/>
                    <a:pt x="25" y="39"/>
                    <a:pt x="24" y="39"/>
                  </a:cubicBezTo>
                  <a:cubicBezTo>
                    <a:pt x="23" y="39"/>
                    <a:pt x="22" y="40"/>
                    <a:pt x="21" y="40"/>
                  </a:cubicBezTo>
                  <a:cubicBezTo>
                    <a:pt x="19" y="40"/>
                    <a:pt x="17" y="41"/>
                    <a:pt x="15" y="41"/>
                  </a:cubicBezTo>
                  <a:cubicBezTo>
                    <a:pt x="11" y="41"/>
                    <a:pt x="7" y="41"/>
                    <a:pt x="4" y="40"/>
                  </a:cubicBezTo>
                  <a:cubicBezTo>
                    <a:pt x="3" y="39"/>
                    <a:pt x="2" y="39"/>
                    <a:pt x="1" y="39"/>
                  </a:cubicBezTo>
                  <a:cubicBezTo>
                    <a:pt x="1" y="38"/>
                    <a:pt x="1" y="39"/>
                    <a:pt x="1" y="39"/>
                  </a:cubicBezTo>
                  <a:cubicBezTo>
                    <a:pt x="2" y="40"/>
                    <a:pt x="3" y="41"/>
                    <a:pt x="5" y="41"/>
                  </a:cubicBezTo>
                  <a:cubicBezTo>
                    <a:pt x="6" y="42"/>
                    <a:pt x="8" y="42"/>
                    <a:pt x="9" y="43"/>
                  </a:cubicBezTo>
                  <a:cubicBezTo>
                    <a:pt x="13" y="43"/>
                    <a:pt x="17" y="44"/>
                    <a:pt x="21" y="43"/>
                  </a:cubicBezTo>
                  <a:cubicBezTo>
                    <a:pt x="24" y="42"/>
                    <a:pt x="27" y="41"/>
                    <a:pt x="29" y="39"/>
                  </a:cubicBezTo>
                  <a:cubicBezTo>
                    <a:pt x="32" y="37"/>
                    <a:pt x="33" y="34"/>
                    <a:pt x="33" y="30"/>
                  </a:cubicBezTo>
                  <a:cubicBezTo>
                    <a:pt x="35" y="23"/>
                    <a:pt x="32" y="16"/>
                    <a:pt x="30" y="9"/>
                  </a:cubicBezTo>
                  <a:cubicBezTo>
                    <a:pt x="29" y="7"/>
                    <a:pt x="28" y="5"/>
                    <a:pt x="27" y="3"/>
                  </a:cubicBezTo>
                  <a:cubicBezTo>
                    <a:pt x="27" y="3"/>
                    <a:pt x="26" y="3"/>
                    <a:pt x="26" y="3"/>
                  </a:cubicBezTo>
                  <a:cubicBezTo>
                    <a:pt x="28" y="7"/>
                    <a:pt x="30" y="10"/>
                    <a:pt x="31" y="14"/>
                  </a:cubicBezTo>
                  <a:cubicBezTo>
                    <a:pt x="32" y="17"/>
                    <a:pt x="32" y="21"/>
                    <a:pt x="34" y="24"/>
                  </a:cubicBezTo>
                  <a:cubicBezTo>
                    <a:pt x="34" y="24"/>
                    <a:pt x="35" y="24"/>
                    <a:pt x="34" y="24"/>
                  </a:cubicBezTo>
                  <a:cubicBezTo>
                    <a:pt x="34" y="20"/>
                    <a:pt x="32" y="16"/>
                    <a:pt x="30" y="12"/>
                  </a:cubicBezTo>
                  <a:cubicBezTo>
                    <a:pt x="28" y="9"/>
                    <a:pt x="27" y="5"/>
                    <a:pt x="24" y="2"/>
                  </a:cubicBezTo>
                  <a:cubicBezTo>
                    <a:pt x="24" y="1"/>
                    <a:pt x="23" y="1"/>
                    <a:pt x="23" y="0"/>
                  </a:cubicBezTo>
                  <a:cubicBezTo>
                    <a:pt x="23" y="0"/>
                    <a:pt x="23" y="0"/>
                    <a:pt x="23" y="1"/>
                  </a:cubicBezTo>
                  <a:cubicBezTo>
                    <a:pt x="25" y="4"/>
                    <a:pt x="27" y="7"/>
                    <a:pt x="29" y="11"/>
                  </a:cubicBezTo>
                  <a:cubicBezTo>
                    <a:pt x="31" y="15"/>
                    <a:pt x="33" y="18"/>
                    <a:pt x="34" y="22"/>
                  </a:cubicBezTo>
                  <a:cubicBezTo>
                    <a:pt x="34" y="23"/>
                    <a:pt x="34" y="23"/>
                    <a:pt x="34" y="24"/>
                  </a:cubicBezTo>
                  <a:cubicBezTo>
                    <a:pt x="34" y="24"/>
                    <a:pt x="34" y="24"/>
                    <a:pt x="34" y="24"/>
                  </a:cubicBezTo>
                  <a:cubicBezTo>
                    <a:pt x="33" y="21"/>
                    <a:pt x="32" y="17"/>
                    <a:pt x="31" y="14"/>
                  </a:cubicBezTo>
                  <a:cubicBezTo>
                    <a:pt x="30" y="10"/>
                    <a:pt x="28" y="7"/>
                    <a:pt x="27" y="3"/>
                  </a:cubicBezTo>
                  <a:cubicBezTo>
                    <a:pt x="27" y="3"/>
                    <a:pt x="27" y="3"/>
                    <a:pt x="26" y="3"/>
                  </a:cubicBezTo>
                  <a:cubicBezTo>
                    <a:pt x="30" y="10"/>
                    <a:pt x="33" y="16"/>
                    <a:pt x="33" y="24"/>
                  </a:cubicBezTo>
                  <a:cubicBezTo>
                    <a:pt x="34" y="27"/>
                    <a:pt x="33" y="31"/>
                    <a:pt x="32" y="35"/>
                  </a:cubicBezTo>
                  <a:cubicBezTo>
                    <a:pt x="31" y="38"/>
                    <a:pt x="28" y="40"/>
                    <a:pt x="25" y="41"/>
                  </a:cubicBezTo>
                  <a:cubicBezTo>
                    <a:pt x="24" y="42"/>
                    <a:pt x="22" y="42"/>
                    <a:pt x="21" y="42"/>
                  </a:cubicBezTo>
                  <a:cubicBezTo>
                    <a:pt x="19" y="43"/>
                    <a:pt x="17" y="43"/>
                    <a:pt x="15" y="43"/>
                  </a:cubicBezTo>
                  <a:cubicBezTo>
                    <a:pt x="13" y="43"/>
                    <a:pt x="11" y="43"/>
                    <a:pt x="9" y="42"/>
                  </a:cubicBezTo>
                  <a:cubicBezTo>
                    <a:pt x="8" y="42"/>
                    <a:pt x="6" y="41"/>
                    <a:pt x="4" y="41"/>
                  </a:cubicBezTo>
                  <a:cubicBezTo>
                    <a:pt x="3" y="40"/>
                    <a:pt x="2" y="40"/>
                    <a:pt x="1" y="39"/>
                  </a:cubicBezTo>
                  <a:cubicBezTo>
                    <a:pt x="1" y="39"/>
                    <a:pt x="1" y="39"/>
                    <a:pt x="1" y="39"/>
                  </a:cubicBezTo>
                  <a:cubicBezTo>
                    <a:pt x="4" y="41"/>
                    <a:pt x="8" y="41"/>
                    <a:pt x="11" y="41"/>
                  </a:cubicBezTo>
                  <a:cubicBezTo>
                    <a:pt x="13" y="41"/>
                    <a:pt x="15" y="41"/>
                    <a:pt x="17" y="41"/>
                  </a:cubicBezTo>
                  <a:cubicBezTo>
                    <a:pt x="20" y="41"/>
                    <a:pt x="22" y="40"/>
                    <a:pt x="24" y="39"/>
                  </a:cubicBezTo>
                  <a:cubicBezTo>
                    <a:pt x="25" y="39"/>
                    <a:pt x="26" y="39"/>
                    <a:pt x="26" y="38"/>
                  </a:cubicBezTo>
                  <a:cubicBezTo>
                    <a:pt x="27" y="38"/>
                    <a:pt x="26" y="38"/>
                    <a:pt x="26" y="38"/>
                  </a:cubicBezTo>
                  <a:cubicBezTo>
                    <a:pt x="22" y="40"/>
                    <a:pt x="18" y="41"/>
                    <a:pt x="14" y="42"/>
                  </a:cubicBezTo>
                  <a:cubicBezTo>
                    <a:pt x="12" y="43"/>
                    <a:pt x="10" y="43"/>
                    <a:pt x="8" y="44"/>
                  </a:cubicBezTo>
                  <a:cubicBezTo>
                    <a:pt x="7" y="44"/>
                    <a:pt x="6" y="44"/>
                    <a:pt x="5" y="44"/>
                  </a:cubicBezTo>
                  <a:cubicBezTo>
                    <a:pt x="4" y="44"/>
                    <a:pt x="3" y="44"/>
                    <a:pt x="2" y="44"/>
                  </a:cubicBezTo>
                  <a:cubicBezTo>
                    <a:pt x="1" y="44"/>
                    <a:pt x="1" y="44"/>
                    <a:pt x="0" y="44"/>
                  </a:cubicBezTo>
                  <a:cubicBezTo>
                    <a:pt x="0" y="44"/>
                    <a:pt x="0" y="44"/>
                    <a:pt x="0" y="44"/>
                  </a:cubicBezTo>
                  <a:cubicBezTo>
                    <a:pt x="2" y="45"/>
                    <a:pt x="3" y="46"/>
                    <a:pt x="5" y="46"/>
                  </a:cubicBezTo>
                  <a:cubicBezTo>
                    <a:pt x="7" y="46"/>
                    <a:pt x="9" y="47"/>
                    <a:pt x="11" y="47"/>
                  </a:cubicBezTo>
                  <a:cubicBezTo>
                    <a:pt x="13" y="47"/>
                    <a:pt x="15" y="48"/>
                    <a:pt x="17" y="47"/>
                  </a:cubicBezTo>
                  <a:cubicBezTo>
                    <a:pt x="19" y="47"/>
                    <a:pt x="21" y="47"/>
                    <a:pt x="23" y="46"/>
                  </a:cubicBezTo>
                  <a:cubicBezTo>
                    <a:pt x="24" y="45"/>
                    <a:pt x="25" y="45"/>
                    <a:pt x="27" y="44"/>
                  </a:cubicBezTo>
                  <a:cubicBezTo>
                    <a:pt x="27" y="43"/>
                    <a:pt x="29" y="42"/>
                    <a:pt x="30" y="43"/>
                  </a:cubicBezTo>
                  <a:cubicBezTo>
                    <a:pt x="30" y="43"/>
                    <a:pt x="30" y="42"/>
                    <a:pt x="30" y="42"/>
                  </a:cubicBezTo>
                  <a:cubicBezTo>
                    <a:pt x="27" y="45"/>
                    <a:pt x="24" y="46"/>
                    <a:pt x="20" y="46"/>
                  </a:cubicBezTo>
                  <a:cubicBezTo>
                    <a:pt x="17" y="47"/>
                    <a:pt x="13" y="47"/>
                    <a:pt x="10" y="46"/>
                  </a:cubicBezTo>
                  <a:cubicBezTo>
                    <a:pt x="8" y="46"/>
                    <a:pt x="6" y="46"/>
                    <a:pt x="4" y="45"/>
                  </a:cubicBezTo>
                  <a:cubicBezTo>
                    <a:pt x="4" y="45"/>
                    <a:pt x="4" y="45"/>
                    <a:pt x="4" y="45"/>
                  </a:cubicBezTo>
                  <a:cubicBezTo>
                    <a:pt x="5" y="45"/>
                    <a:pt x="6" y="46"/>
                    <a:pt x="7" y="46"/>
                  </a:cubicBezTo>
                  <a:cubicBezTo>
                    <a:pt x="8" y="46"/>
                    <a:pt x="9" y="47"/>
                    <a:pt x="10" y="47"/>
                  </a:cubicBezTo>
                  <a:cubicBezTo>
                    <a:pt x="12" y="47"/>
                    <a:pt x="14" y="47"/>
                    <a:pt x="16" y="47"/>
                  </a:cubicBezTo>
                  <a:cubicBezTo>
                    <a:pt x="20" y="47"/>
                    <a:pt x="23" y="45"/>
                    <a:pt x="26" y="43"/>
                  </a:cubicBezTo>
                  <a:cubicBezTo>
                    <a:pt x="27" y="42"/>
                    <a:pt x="29" y="40"/>
                    <a:pt x="29" y="39"/>
                  </a:cubicBezTo>
                  <a:cubicBezTo>
                    <a:pt x="30" y="37"/>
                    <a:pt x="31" y="35"/>
                    <a:pt x="32" y="34"/>
                  </a:cubicBezTo>
                  <a:cubicBezTo>
                    <a:pt x="32" y="34"/>
                    <a:pt x="32" y="34"/>
                    <a:pt x="32" y="34"/>
                  </a:cubicBezTo>
                  <a:cubicBezTo>
                    <a:pt x="31" y="37"/>
                    <a:pt x="28" y="39"/>
                    <a:pt x="26" y="40"/>
                  </a:cubicBezTo>
                  <a:cubicBezTo>
                    <a:pt x="23" y="42"/>
                    <a:pt x="20" y="43"/>
                    <a:pt x="18" y="44"/>
                  </a:cubicBezTo>
                  <a:cubicBezTo>
                    <a:pt x="15" y="44"/>
                    <a:pt x="13" y="45"/>
                    <a:pt x="11" y="45"/>
                  </a:cubicBezTo>
                  <a:cubicBezTo>
                    <a:pt x="8" y="45"/>
                    <a:pt x="6" y="45"/>
                    <a:pt x="4" y="44"/>
                  </a:cubicBezTo>
                  <a:cubicBezTo>
                    <a:pt x="4" y="44"/>
                    <a:pt x="4" y="44"/>
                    <a:pt x="4" y="44"/>
                  </a:cubicBezTo>
                  <a:cubicBezTo>
                    <a:pt x="7" y="45"/>
                    <a:pt x="11" y="45"/>
                    <a:pt x="14" y="44"/>
                  </a:cubicBezTo>
                  <a:cubicBezTo>
                    <a:pt x="17" y="44"/>
                    <a:pt x="21" y="43"/>
                    <a:pt x="23" y="41"/>
                  </a:cubicBezTo>
                  <a:cubicBezTo>
                    <a:pt x="26" y="39"/>
                    <a:pt x="29" y="36"/>
                    <a:pt x="31" y="33"/>
                  </a:cubicBezTo>
                  <a:cubicBezTo>
                    <a:pt x="31" y="31"/>
                    <a:pt x="32" y="30"/>
                    <a:pt x="32" y="29"/>
                  </a:cubicBezTo>
                  <a:cubicBezTo>
                    <a:pt x="33" y="28"/>
                    <a:pt x="34" y="26"/>
                    <a:pt x="34" y="25"/>
                  </a:cubicBezTo>
                  <a:cubicBezTo>
                    <a:pt x="34" y="25"/>
                    <a:pt x="33" y="24"/>
                    <a:pt x="33" y="24"/>
                  </a:cubicBezTo>
                  <a:cubicBezTo>
                    <a:pt x="33" y="24"/>
                    <a:pt x="33" y="24"/>
                    <a:pt x="33" y="24"/>
                  </a:cubicBezTo>
                  <a:cubicBezTo>
                    <a:pt x="32" y="25"/>
                    <a:pt x="31" y="27"/>
                    <a:pt x="30" y="28"/>
                  </a:cubicBezTo>
                  <a:cubicBezTo>
                    <a:pt x="29" y="30"/>
                    <a:pt x="28" y="31"/>
                    <a:pt x="27" y="33"/>
                  </a:cubicBezTo>
                  <a:cubicBezTo>
                    <a:pt x="25" y="34"/>
                    <a:pt x="24" y="35"/>
                    <a:pt x="22" y="37"/>
                  </a:cubicBezTo>
                  <a:cubicBezTo>
                    <a:pt x="21" y="38"/>
                    <a:pt x="19" y="39"/>
                    <a:pt x="18" y="40"/>
                  </a:cubicBezTo>
                  <a:cubicBezTo>
                    <a:pt x="15" y="41"/>
                    <a:pt x="13" y="43"/>
                    <a:pt x="11" y="43"/>
                  </a:cubicBezTo>
                  <a:cubicBezTo>
                    <a:pt x="10" y="43"/>
                    <a:pt x="10" y="43"/>
                    <a:pt x="11" y="43"/>
                  </a:cubicBezTo>
                  <a:cubicBezTo>
                    <a:pt x="12" y="44"/>
                    <a:pt x="14" y="43"/>
                    <a:pt x="16" y="43"/>
                  </a:cubicBezTo>
                  <a:cubicBezTo>
                    <a:pt x="17" y="43"/>
                    <a:pt x="19" y="42"/>
                    <a:pt x="21" y="42"/>
                  </a:cubicBezTo>
                  <a:cubicBezTo>
                    <a:pt x="24" y="41"/>
                    <a:pt x="26" y="39"/>
                    <a:pt x="28" y="36"/>
                  </a:cubicBezTo>
                  <a:cubicBezTo>
                    <a:pt x="30" y="34"/>
                    <a:pt x="31" y="31"/>
                    <a:pt x="31" y="28"/>
                  </a:cubicBezTo>
                  <a:cubicBezTo>
                    <a:pt x="31" y="28"/>
                    <a:pt x="31" y="28"/>
                    <a:pt x="31"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3" name="Freeform 47"/>
            <p:cNvSpPr/>
            <p:nvPr/>
          </p:nvSpPr>
          <p:spPr bwMode="auto">
            <a:xfrm>
              <a:off x="2759075" y="3328988"/>
              <a:ext cx="455613" cy="755650"/>
            </a:xfrm>
            <a:custGeom>
              <a:avLst/>
              <a:gdLst>
                <a:gd name="T0" fmla="*/ 7 w 20"/>
                <a:gd name="T1" fmla="*/ 9 h 33"/>
                <a:gd name="T2" fmla="*/ 15 w 20"/>
                <a:gd name="T3" fmla="*/ 30 h 33"/>
                <a:gd name="T4" fmla="*/ 6 w 20"/>
                <a:gd name="T5" fmla="*/ 10 h 33"/>
                <a:gd name="T6" fmla="*/ 7 w 20"/>
                <a:gd name="T7" fmla="*/ 11 h 33"/>
                <a:gd name="T8" fmla="*/ 18 w 20"/>
                <a:gd name="T9" fmla="*/ 30 h 33"/>
                <a:gd name="T10" fmla="*/ 13 w 20"/>
                <a:gd name="T11" fmla="*/ 19 h 33"/>
                <a:gd name="T12" fmla="*/ 13 w 20"/>
                <a:gd name="T13" fmla="*/ 19 h 33"/>
                <a:gd name="T14" fmla="*/ 11 w 20"/>
                <a:gd name="T15" fmla="*/ 13 h 33"/>
                <a:gd name="T16" fmla="*/ 7 w 20"/>
                <a:gd name="T17" fmla="*/ 5 h 33"/>
                <a:gd name="T18" fmla="*/ 20 w 20"/>
                <a:gd name="T19" fmla="*/ 26 h 33"/>
                <a:gd name="T20" fmla="*/ 10 w 20"/>
                <a:gd name="T21" fmla="*/ 8 h 33"/>
                <a:gd name="T22" fmla="*/ 19 w 20"/>
                <a:gd name="T23" fmla="*/ 24 h 33"/>
                <a:gd name="T24" fmla="*/ 9 w 20"/>
                <a:gd name="T25" fmla="*/ 3 h 33"/>
                <a:gd name="T26" fmla="*/ 13 w 20"/>
                <a:gd name="T27" fmla="*/ 12 h 33"/>
                <a:gd name="T28" fmla="*/ 18 w 20"/>
                <a:gd name="T29" fmla="*/ 21 h 33"/>
                <a:gd name="T30" fmla="*/ 11 w 20"/>
                <a:gd name="T31" fmla="*/ 9 h 33"/>
                <a:gd name="T32" fmla="*/ 10 w 20"/>
                <a:gd name="T33" fmla="*/ 7 h 33"/>
                <a:gd name="T34" fmla="*/ 9 w 20"/>
                <a:gd name="T35" fmla="*/ 7 h 33"/>
                <a:gd name="T36" fmla="*/ 8 w 20"/>
                <a:gd name="T37" fmla="*/ 8 h 33"/>
                <a:gd name="T38" fmla="*/ 7 w 20"/>
                <a:gd name="T39" fmla="*/ 8 h 33"/>
                <a:gd name="T40" fmla="*/ 2 w 20"/>
                <a:gd name="T41" fmla="*/ 2 h 33"/>
                <a:gd name="T42" fmla="*/ 2 w 20"/>
                <a:gd name="T43" fmla="*/ 4 h 33"/>
                <a:gd name="T44" fmla="*/ 0 w 20"/>
                <a:gd name="T45" fmla="*/ 3 h 33"/>
                <a:gd name="T46" fmla="*/ 13 w 20"/>
                <a:gd name="T47" fmla="*/ 28 h 33"/>
                <a:gd name="T48" fmla="*/ 7 w 20"/>
                <a:gd name="T49" fmla="*/ 13 h 33"/>
                <a:gd name="T50" fmla="*/ 4 w 20"/>
                <a:gd name="T51" fmla="*/ 6 h 33"/>
                <a:gd name="T52" fmla="*/ 11 w 20"/>
                <a:gd name="T53" fmla="*/ 18 h 33"/>
                <a:gd name="T54" fmla="*/ 10 w 20"/>
                <a:gd name="T55" fmla="*/ 14 h 33"/>
                <a:gd name="T56" fmla="*/ 4 w 20"/>
                <a:gd name="T57" fmla="*/ 6 h 33"/>
                <a:gd name="T58" fmla="*/ 10 w 20"/>
                <a:gd name="T59" fmla="*/ 21 h 33"/>
                <a:gd name="T60" fmla="*/ 10 w 20"/>
                <a:gd name="T61" fmla="*/ 17 h 33"/>
                <a:gd name="T62" fmla="*/ 6 w 20"/>
                <a:gd name="T63" fmla="*/ 10 h 33"/>
                <a:gd name="T64" fmla="*/ 7 w 20"/>
                <a:gd name="T65" fmla="*/ 9 h 33"/>
                <a:gd name="T66" fmla="*/ 2 w 20"/>
                <a:gd name="T67" fmla="*/ 3 h 33"/>
                <a:gd name="T68" fmla="*/ 3 w 20"/>
                <a:gd name="T69" fmla="*/ 2 h 33"/>
                <a:gd name="T70" fmla="*/ 4 w 20"/>
                <a:gd name="T71" fmla="*/ 2 h 33"/>
                <a:gd name="T72" fmla="*/ 9 w 20"/>
                <a:gd name="T73" fmla="*/ 7 h 33"/>
                <a:gd name="T74" fmla="*/ 10 w 20"/>
                <a:gd name="T75" fmla="*/ 7 h 33"/>
                <a:gd name="T76" fmla="*/ 11 w 20"/>
                <a:gd name="T77" fmla="*/ 9 h 33"/>
                <a:gd name="T78" fmla="*/ 18 w 20"/>
                <a:gd name="T79" fmla="*/ 21 h 33"/>
                <a:gd name="T80" fmla="*/ 9 w 20"/>
                <a:gd name="T81" fmla="*/ 5 h 33"/>
                <a:gd name="T82" fmla="*/ 17 w 20"/>
                <a:gd name="T83" fmla="*/ 19 h 33"/>
                <a:gd name="T84" fmla="*/ 17 w 20"/>
                <a:gd name="T85" fmla="*/ 20 h 33"/>
                <a:gd name="T86" fmla="*/ 15 w 20"/>
                <a:gd name="T87" fmla="*/ 16 h 33"/>
                <a:gd name="T88" fmla="*/ 11 w 20"/>
                <a:gd name="T89" fmla="*/ 9 h 33"/>
                <a:gd name="T90" fmla="*/ 7 w 20"/>
                <a:gd name="T91" fmla="*/ 5 h 33"/>
                <a:gd name="T92" fmla="*/ 18 w 20"/>
                <a:gd name="T93" fmla="*/ 30 h 33"/>
                <a:gd name="T94" fmla="*/ 7 w 20"/>
                <a:gd name="T95" fmla="*/ 8 h 33"/>
                <a:gd name="T96" fmla="*/ 18 w 20"/>
                <a:gd name="T97" fmla="*/ 29 h 33"/>
                <a:gd name="T98" fmla="*/ 9 w 20"/>
                <a:gd name="T99" fmla="*/ 13 h 33"/>
                <a:gd name="T100" fmla="*/ 10 w 20"/>
                <a:gd name="T101" fmla="*/ 17 h 33"/>
                <a:gd name="T102" fmla="*/ 16 w 20"/>
                <a:gd name="T103" fmla="*/ 32 h 33"/>
                <a:gd name="T104" fmla="*/ 9 w 20"/>
                <a:gd name="T105" fmla="*/ 1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 h="33">
                  <a:moveTo>
                    <a:pt x="14" y="26"/>
                  </a:moveTo>
                  <a:cubicBezTo>
                    <a:pt x="14" y="23"/>
                    <a:pt x="13" y="20"/>
                    <a:pt x="11" y="17"/>
                  </a:cubicBezTo>
                  <a:cubicBezTo>
                    <a:pt x="11" y="16"/>
                    <a:pt x="10" y="14"/>
                    <a:pt x="9" y="13"/>
                  </a:cubicBezTo>
                  <a:cubicBezTo>
                    <a:pt x="9" y="12"/>
                    <a:pt x="8" y="10"/>
                    <a:pt x="7" y="9"/>
                  </a:cubicBezTo>
                  <a:cubicBezTo>
                    <a:pt x="7" y="9"/>
                    <a:pt x="7" y="9"/>
                    <a:pt x="7" y="9"/>
                  </a:cubicBezTo>
                  <a:cubicBezTo>
                    <a:pt x="11" y="17"/>
                    <a:pt x="14" y="24"/>
                    <a:pt x="16" y="32"/>
                  </a:cubicBezTo>
                  <a:cubicBezTo>
                    <a:pt x="16" y="32"/>
                    <a:pt x="16" y="32"/>
                    <a:pt x="16" y="32"/>
                  </a:cubicBezTo>
                  <a:cubicBezTo>
                    <a:pt x="16" y="31"/>
                    <a:pt x="15" y="31"/>
                    <a:pt x="15" y="30"/>
                  </a:cubicBezTo>
                  <a:cubicBezTo>
                    <a:pt x="15" y="29"/>
                    <a:pt x="15" y="28"/>
                    <a:pt x="14" y="27"/>
                  </a:cubicBezTo>
                  <a:cubicBezTo>
                    <a:pt x="13" y="25"/>
                    <a:pt x="13" y="23"/>
                    <a:pt x="12" y="21"/>
                  </a:cubicBezTo>
                  <a:cubicBezTo>
                    <a:pt x="11" y="19"/>
                    <a:pt x="10" y="17"/>
                    <a:pt x="9" y="15"/>
                  </a:cubicBezTo>
                  <a:cubicBezTo>
                    <a:pt x="8" y="13"/>
                    <a:pt x="7" y="11"/>
                    <a:pt x="6" y="10"/>
                  </a:cubicBezTo>
                  <a:cubicBezTo>
                    <a:pt x="5" y="8"/>
                    <a:pt x="4" y="7"/>
                    <a:pt x="4" y="6"/>
                  </a:cubicBezTo>
                  <a:cubicBezTo>
                    <a:pt x="4" y="6"/>
                    <a:pt x="4" y="6"/>
                    <a:pt x="4" y="6"/>
                  </a:cubicBezTo>
                  <a:cubicBezTo>
                    <a:pt x="4" y="7"/>
                    <a:pt x="5" y="8"/>
                    <a:pt x="5" y="8"/>
                  </a:cubicBezTo>
                  <a:cubicBezTo>
                    <a:pt x="6" y="9"/>
                    <a:pt x="7" y="10"/>
                    <a:pt x="7" y="11"/>
                  </a:cubicBezTo>
                  <a:cubicBezTo>
                    <a:pt x="8" y="12"/>
                    <a:pt x="10" y="14"/>
                    <a:pt x="11" y="16"/>
                  </a:cubicBezTo>
                  <a:cubicBezTo>
                    <a:pt x="12" y="18"/>
                    <a:pt x="13" y="20"/>
                    <a:pt x="14" y="22"/>
                  </a:cubicBezTo>
                  <a:cubicBezTo>
                    <a:pt x="15" y="24"/>
                    <a:pt x="16" y="26"/>
                    <a:pt x="17" y="28"/>
                  </a:cubicBezTo>
                  <a:cubicBezTo>
                    <a:pt x="17" y="28"/>
                    <a:pt x="18" y="29"/>
                    <a:pt x="18" y="30"/>
                  </a:cubicBezTo>
                  <a:cubicBezTo>
                    <a:pt x="18" y="30"/>
                    <a:pt x="18" y="30"/>
                    <a:pt x="18" y="30"/>
                  </a:cubicBezTo>
                  <a:cubicBezTo>
                    <a:pt x="18" y="29"/>
                    <a:pt x="18" y="28"/>
                    <a:pt x="17" y="27"/>
                  </a:cubicBezTo>
                  <a:cubicBezTo>
                    <a:pt x="17" y="26"/>
                    <a:pt x="16" y="25"/>
                    <a:pt x="16" y="24"/>
                  </a:cubicBezTo>
                  <a:cubicBezTo>
                    <a:pt x="15" y="22"/>
                    <a:pt x="14" y="20"/>
                    <a:pt x="13" y="19"/>
                  </a:cubicBezTo>
                  <a:cubicBezTo>
                    <a:pt x="11" y="15"/>
                    <a:pt x="10" y="11"/>
                    <a:pt x="7" y="8"/>
                  </a:cubicBezTo>
                  <a:cubicBezTo>
                    <a:pt x="7" y="8"/>
                    <a:pt x="7" y="8"/>
                    <a:pt x="7" y="8"/>
                  </a:cubicBezTo>
                  <a:cubicBezTo>
                    <a:pt x="7" y="8"/>
                    <a:pt x="7" y="8"/>
                    <a:pt x="7" y="8"/>
                  </a:cubicBezTo>
                  <a:cubicBezTo>
                    <a:pt x="9" y="12"/>
                    <a:pt x="11" y="16"/>
                    <a:pt x="13" y="19"/>
                  </a:cubicBezTo>
                  <a:cubicBezTo>
                    <a:pt x="15" y="23"/>
                    <a:pt x="16" y="26"/>
                    <a:pt x="18" y="30"/>
                  </a:cubicBezTo>
                  <a:cubicBezTo>
                    <a:pt x="18" y="30"/>
                    <a:pt x="19" y="30"/>
                    <a:pt x="19" y="30"/>
                  </a:cubicBezTo>
                  <a:cubicBezTo>
                    <a:pt x="18" y="26"/>
                    <a:pt x="16" y="22"/>
                    <a:pt x="14" y="18"/>
                  </a:cubicBezTo>
                  <a:cubicBezTo>
                    <a:pt x="13" y="17"/>
                    <a:pt x="12" y="15"/>
                    <a:pt x="11" y="13"/>
                  </a:cubicBezTo>
                  <a:cubicBezTo>
                    <a:pt x="11" y="12"/>
                    <a:pt x="10" y="11"/>
                    <a:pt x="10" y="10"/>
                  </a:cubicBezTo>
                  <a:cubicBezTo>
                    <a:pt x="9" y="9"/>
                    <a:pt x="9" y="8"/>
                    <a:pt x="8" y="7"/>
                  </a:cubicBezTo>
                  <a:cubicBezTo>
                    <a:pt x="8" y="6"/>
                    <a:pt x="8" y="6"/>
                    <a:pt x="7" y="5"/>
                  </a:cubicBezTo>
                  <a:cubicBezTo>
                    <a:pt x="7" y="5"/>
                    <a:pt x="7" y="5"/>
                    <a:pt x="7" y="5"/>
                  </a:cubicBezTo>
                  <a:cubicBezTo>
                    <a:pt x="8" y="6"/>
                    <a:pt x="8" y="6"/>
                    <a:pt x="9" y="7"/>
                  </a:cubicBezTo>
                  <a:cubicBezTo>
                    <a:pt x="9" y="8"/>
                    <a:pt x="10" y="9"/>
                    <a:pt x="10" y="9"/>
                  </a:cubicBezTo>
                  <a:cubicBezTo>
                    <a:pt x="11" y="11"/>
                    <a:pt x="12" y="13"/>
                    <a:pt x="14" y="15"/>
                  </a:cubicBezTo>
                  <a:cubicBezTo>
                    <a:pt x="16" y="19"/>
                    <a:pt x="18" y="23"/>
                    <a:pt x="20" y="26"/>
                  </a:cubicBezTo>
                  <a:cubicBezTo>
                    <a:pt x="20" y="27"/>
                    <a:pt x="20" y="27"/>
                    <a:pt x="20" y="26"/>
                  </a:cubicBezTo>
                  <a:cubicBezTo>
                    <a:pt x="19" y="23"/>
                    <a:pt x="17" y="20"/>
                    <a:pt x="15" y="16"/>
                  </a:cubicBezTo>
                  <a:cubicBezTo>
                    <a:pt x="14" y="13"/>
                    <a:pt x="12" y="10"/>
                    <a:pt x="10" y="7"/>
                  </a:cubicBezTo>
                  <a:cubicBezTo>
                    <a:pt x="10" y="7"/>
                    <a:pt x="10" y="7"/>
                    <a:pt x="10" y="8"/>
                  </a:cubicBezTo>
                  <a:cubicBezTo>
                    <a:pt x="11" y="11"/>
                    <a:pt x="13" y="13"/>
                    <a:pt x="15" y="16"/>
                  </a:cubicBezTo>
                  <a:cubicBezTo>
                    <a:pt x="15" y="18"/>
                    <a:pt x="16" y="19"/>
                    <a:pt x="17" y="21"/>
                  </a:cubicBezTo>
                  <a:cubicBezTo>
                    <a:pt x="18" y="21"/>
                    <a:pt x="18" y="22"/>
                    <a:pt x="18" y="23"/>
                  </a:cubicBezTo>
                  <a:cubicBezTo>
                    <a:pt x="19" y="23"/>
                    <a:pt x="19" y="24"/>
                    <a:pt x="19" y="24"/>
                  </a:cubicBezTo>
                  <a:cubicBezTo>
                    <a:pt x="19" y="24"/>
                    <a:pt x="20" y="24"/>
                    <a:pt x="20" y="24"/>
                  </a:cubicBezTo>
                  <a:cubicBezTo>
                    <a:pt x="19" y="21"/>
                    <a:pt x="17" y="17"/>
                    <a:pt x="15" y="14"/>
                  </a:cubicBezTo>
                  <a:cubicBezTo>
                    <a:pt x="13" y="10"/>
                    <a:pt x="11" y="7"/>
                    <a:pt x="9" y="4"/>
                  </a:cubicBezTo>
                  <a:cubicBezTo>
                    <a:pt x="9" y="4"/>
                    <a:pt x="9" y="4"/>
                    <a:pt x="9" y="3"/>
                  </a:cubicBezTo>
                  <a:cubicBezTo>
                    <a:pt x="9" y="3"/>
                    <a:pt x="8" y="3"/>
                    <a:pt x="8" y="4"/>
                  </a:cubicBezTo>
                  <a:cubicBezTo>
                    <a:pt x="8" y="5"/>
                    <a:pt x="9" y="6"/>
                    <a:pt x="10" y="7"/>
                  </a:cubicBezTo>
                  <a:cubicBezTo>
                    <a:pt x="10" y="8"/>
                    <a:pt x="11" y="9"/>
                    <a:pt x="12" y="10"/>
                  </a:cubicBezTo>
                  <a:cubicBezTo>
                    <a:pt x="12" y="11"/>
                    <a:pt x="13" y="12"/>
                    <a:pt x="13" y="12"/>
                  </a:cubicBezTo>
                  <a:cubicBezTo>
                    <a:pt x="14" y="13"/>
                    <a:pt x="14" y="14"/>
                    <a:pt x="15" y="15"/>
                  </a:cubicBezTo>
                  <a:cubicBezTo>
                    <a:pt x="16" y="17"/>
                    <a:pt x="17" y="19"/>
                    <a:pt x="18" y="21"/>
                  </a:cubicBezTo>
                  <a:cubicBezTo>
                    <a:pt x="18" y="21"/>
                    <a:pt x="18" y="21"/>
                    <a:pt x="18" y="21"/>
                  </a:cubicBezTo>
                  <a:cubicBezTo>
                    <a:pt x="18" y="21"/>
                    <a:pt x="19" y="21"/>
                    <a:pt x="18" y="21"/>
                  </a:cubicBezTo>
                  <a:cubicBezTo>
                    <a:pt x="15" y="15"/>
                    <a:pt x="11" y="9"/>
                    <a:pt x="7" y="3"/>
                  </a:cubicBezTo>
                  <a:cubicBezTo>
                    <a:pt x="7" y="3"/>
                    <a:pt x="7" y="3"/>
                    <a:pt x="7" y="3"/>
                  </a:cubicBezTo>
                  <a:cubicBezTo>
                    <a:pt x="8" y="6"/>
                    <a:pt x="10" y="7"/>
                    <a:pt x="11" y="9"/>
                  </a:cubicBezTo>
                  <a:cubicBezTo>
                    <a:pt x="11" y="9"/>
                    <a:pt x="11" y="9"/>
                    <a:pt x="11" y="9"/>
                  </a:cubicBezTo>
                  <a:cubicBezTo>
                    <a:pt x="9" y="6"/>
                    <a:pt x="7" y="3"/>
                    <a:pt x="4" y="0"/>
                  </a:cubicBezTo>
                  <a:cubicBezTo>
                    <a:pt x="4" y="0"/>
                    <a:pt x="4" y="1"/>
                    <a:pt x="4" y="1"/>
                  </a:cubicBezTo>
                  <a:cubicBezTo>
                    <a:pt x="6" y="3"/>
                    <a:pt x="8" y="5"/>
                    <a:pt x="10" y="7"/>
                  </a:cubicBezTo>
                  <a:cubicBezTo>
                    <a:pt x="10" y="7"/>
                    <a:pt x="10" y="7"/>
                    <a:pt x="10" y="7"/>
                  </a:cubicBezTo>
                  <a:cubicBezTo>
                    <a:pt x="8" y="5"/>
                    <a:pt x="6" y="2"/>
                    <a:pt x="4" y="0"/>
                  </a:cubicBezTo>
                  <a:cubicBezTo>
                    <a:pt x="4" y="0"/>
                    <a:pt x="4" y="0"/>
                    <a:pt x="4" y="1"/>
                  </a:cubicBezTo>
                  <a:cubicBezTo>
                    <a:pt x="5" y="3"/>
                    <a:pt x="7" y="5"/>
                    <a:pt x="9" y="7"/>
                  </a:cubicBezTo>
                  <a:cubicBezTo>
                    <a:pt x="9" y="7"/>
                    <a:pt x="9" y="7"/>
                    <a:pt x="9" y="7"/>
                  </a:cubicBezTo>
                  <a:cubicBezTo>
                    <a:pt x="8" y="6"/>
                    <a:pt x="8" y="5"/>
                    <a:pt x="7" y="4"/>
                  </a:cubicBezTo>
                  <a:cubicBezTo>
                    <a:pt x="6" y="3"/>
                    <a:pt x="5" y="2"/>
                    <a:pt x="4" y="1"/>
                  </a:cubicBezTo>
                  <a:cubicBezTo>
                    <a:pt x="4" y="1"/>
                    <a:pt x="4" y="2"/>
                    <a:pt x="4" y="2"/>
                  </a:cubicBezTo>
                  <a:cubicBezTo>
                    <a:pt x="5" y="4"/>
                    <a:pt x="7" y="6"/>
                    <a:pt x="8" y="8"/>
                  </a:cubicBezTo>
                  <a:cubicBezTo>
                    <a:pt x="8" y="8"/>
                    <a:pt x="8" y="8"/>
                    <a:pt x="8" y="8"/>
                  </a:cubicBezTo>
                  <a:cubicBezTo>
                    <a:pt x="7" y="6"/>
                    <a:pt x="5" y="3"/>
                    <a:pt x="3" y="2"/>
                  </a:cubicBezTo>
                  <a:cubicBezTo>
                    <a:pt x="3" y="2"/>
                    <a:pt x="3" y="2"/>
                    <a:pt x="3" y="2"/>
                  </a:cubicBezTo>
                  <a:cubicBezTo>
                    <a:pt x="4" y="4"/>
                    <a:pt x="6" y="6"/>
                    <a:pt x="7" y="8"/>
                  </a:cubicBezTo>
                  <a:cubicBezTo>
                    <a:pt x="8" y="8"/>
                    <a:pt x="8" y="8"/>
                    <a:pt x="8" y="8"/>
                  </a:cubicBezTo>
                  <a:cubicBezTo>
                    <a:pt x="7" y="7"/>
                    <a:pt x="6" y="6"/>
                    <a:pt x="5" y="5"/>
                  </a:cubicBezTo>
                  <a:cubicBezTo>
                    <a:pt x="4" y="4"/>
                    <a:pt x="3" y="3"/>
                    <a:pt x="2" y="2"/>
                  </a:cubicBezTo>
                  <a:cubicBezTo>
                    <a:pt x="2" y="2"/>
                    <a:pt x="2" y="2"/>
                    <a:pt x="2" y="2"/>
                  </a:cubicBezTo>
                  <a:cubicBezTo>
                    <a:pt x="2" y="4"/>
                    <a:pt x="3" y="5"/>
                    <a:pt x="4" y="6"/>
                  </a:cubicBezTo>
                  <a:cubicBezTo>
                    <a:pt x="5" y="7"/>
                    <a:pt x="6" y="8"/>
                    <a:pt x="7" y="9"/>
                  </a:cubicBezTo>
                  <a:cubicBezTo>
                    <a:pt x="7" y="9"/>
                    <a:pt x="7" y="9"/>
                    <a:pt x="7" y="9"/>
                  </a:cubicBezTo>
                  <a:cubicBezTo>
                    <a:pt x="5" y="7"/>
                    <a:pt x="4" y="5"/>
                    <a:pt x="2" y="4"/>
                  </a:cubicBezTo>
                  <a:cubicBezTo>
                    <a:pt x="2" y="4"/>
                    <a:pt x="2" y="4"/>
                    <a:pt x="2" y="4"/>
                  </a:cubicBezTo>
                  <a:cubicBezTo>
                    <a:pt x="3" y="6"/>
                    <a:pt x="4" y="8"/>
                    <a:pt x="6" y="10"/>
                  </a:cubicBezTo>
                  <a:cubicBezTo>
                    <a:pt x="6" y="10"/>
                    <a:pt x="6" y="9"/>
                    <a:pt x="6" y="9"/>
                  </a:cubicBezTo>
                  <a:cubicBezTo>
                    <a:pt x="4" y="7"/>
                    <a:pt x="2" y="5"/>
                    <a:pt x="0" y="3"/>
                  </a:cubicBezTo>
                  <a:cubicBezTo>
                    <a:pt x="0" y="3"/>
                    <a:pt x="0" y="3"/>
                    <a:pt x="0" y="3"/>
                  </a:cubicBezTo>
                  <a:cubicBezTo>
                    <a:pt x="3" y="6"/>
                    <a:pt x="5" y="9"/>
                    <a:pt x="7" y="13"/>
                  </a:cubicBezTo>
                  <a:cubicBezTo>
                    <a:pt x="9" y="16"/>
                    <a:pt x="11" y="20"/>
                    <a:pt x="12" y="24"/>
                  </a:cubicBezTo>
                  <a:cubicBezTo>
                    <a:pt x="13" y="25"/>
                    <a:pt x="13" y="26"/>
                    <a:pt x="13" y="28"/>
                  </a:cubicBezTo>
                  <a:cubicBezTo>
                    <a:pt x="14" y="28"/>
                    <a:pt x="14" y="28"/>
                    <a:pt x="14" y="28"/>
                  </a:cubicBezTo>
                  <a:cubicBezTo>
                    <a:pt x="13" y="27"/>
                    <a:pt x="12" y="25"/>
                    <a:pt x="11" y="23"/>
                  </a:cubicBezTo>
                  <a:cubicBezTo>
                    <a:pt x="11" y="22"/>
                    <a:pt x="10" y="20"/>
                    <a:pt x="9" y="19"/>
                  </a:cubicBezTo>
                  <a:cubicBezTo>
                    <a:pt x="9" y="17"/>
                    <a:pt x="8" y="15"/>
                    <a:pt x="7" y="13"/>
                  </a:cubicBezTo>
                  <a:cubicBezTo>
                    <a:pt x="7" y="12"/>
                    <a:pt x="6" y="11"/>
                    <a:pt x="6" y="10"/>
                  </a:cubicBezTo>
                  <a:cubicBezTo>
                    <a:pt x="5" y="9"/>
                    <a:pt x="5" y="9"/>
                    <a:pt x="5" y="8"/>
                  </a:cubicBezTo>
                  <a:cubicBezTo>
                    <a:pt x="4" y="7"/>
                    <a:pt x="4" y="6"/>
                    <a:pt x="4" y="6"/>
                  </a:cubicBezTo>
                  <a:cubicBezTo>
                    <a:pt x="4" y="6"/>
                    <a:pt x="4" y="6"/>
                    <a:pt x="4" y="6"/>
                  </a:cubicBezTo>
                  <a:cubicBezTo>
                    <a:pt x="5" y="6"/>
                    <a:pt x="6" y="8"/>
                    <a:pt x="6" y="9"/>
                  </a:cubicBezTo>
                  <a:cubicBezTo>
                    <a:pt x="7" y="10"/>
                    <a:pt x="8" y="11"/>
                    <a:pt x="8" y="13"/>
                  </a:cubicBezTo>
                  <a:cubicBezTo>
                    <a:pt x="9" y="13"/>
                    <a:pt x="9" y="14"/>
                    <a:pt x="10" y="15"/>
                  </a:cubicBezTo>
                  <a:cubicBezTo>
                    <a:pt x="10" y="16"/>
                    <a:pt x="11" y="17"/>
                    <a:pt x="11" y="18"/>
                  </a:cubicBezTo>
                  <a:cubicBezTo>
                    <a:pt x="12" y="20"/>
                    <a:pt x="13" y="22"/>
                    <a:pt x="14" y="24"/>
                  </a:cubicBezTo>
                  <a:cubicBezTo>
                    <a:pt x="15" y="24"/>
                    <a:pt x="15" y="25"/>
                    <a:pt x="15" y="25"/>
                  </a:cubicBezTo>
                  <a:cubicBezTo>
                    <a:pt x="16" y="26"/>
                    <a:pt x="16" y="26"/>
                    <a:pt x="16" y="25"/>
                  </a:cubicBezTo>
                  <a:cubicBezTo>
                    <a:pt x="14" y="22"/>
                    <a:pt x="12" y="18"/>
                    <a:pt x="10" y="14"/>
                  </a:cubicBezTo>
                  <a:cubicBezTo>
                    <a:pt x="9" y="13"/>
                    <a:pt x="9" y="13"/>
                    <a:pt x="8" y="12"/>
                  </a:cubicBezTo>
                  <a:cubicBezTo>
                    <a:pt x="8" y="11"/>
                    <a:pt x="8" y="11"/>
                    <a:pt x="8" y="10"/>
                  </a:cubicBezTo>
                  <a:cubicBezTo>
                    <a:pt x="7" y="9"/>
                    <a:pt x="6" y="8"/>
                    <a:pt x="5" y="7"/>
                  </a:cubicBezTo>
                  <a:cubicBezTo>
                    <a:pt x="5" y="6"/>
                    <a:pt x="4" y="6"/>
                    <a:pt x="4" y="6"/>
                  </a:cubicBezTo>
                  <a:cubicBezTo>
                    <a:pt x="4" y="6"/>
                    <a:pt x="4" y="6"/>
                    <a:pt x="4" y="6"/>
                  </a:cubicBezTo>
                  <a:cubicBezTo>
                    <a:pt x="4" y="7"/>
                    <a:pt x="5" y="9"/>
                    <a:pt x="6" y="10"/>
                  </a:cubicBezTo>
                  <a:cubicBezTo>
                    <a:pt x="7" y="12"/>
                    <a:pt x="7" y="14"/>
                    <a:pt x="8" y="16"/>
                  </a:cubicBezTo>
                  <a:cubicBezTo>
                    <a:pt x="9" y="18"/>
                    <a:pt x="9" y="19"/>
                    <a:pt x="10" y="21"/>
                  </a:cubicBezTo>
                  <a:cubicBezTo>
                    <a:pt x="11" y="23"/>
                    <a:pt x="11" y="24"/>
                    <a:pt x="12" y="26"/>
                  </a:cubicBezTo>
                  <a:cubicBezTo>
                    <a:pt x="12" y="27"/>
                    <a:pt x="13" y="27"/>
                    <a:pt x="13" y="28"/>
                  </a:cubicBezTo>
                  <a:cubicBezTo>
                    <a:pt x="14" y="28"/>
                    <a:pt x="14" y="28"/>
                    <a:pt x="14" y="28"/>
                  </a:cubicBezTo>
                  <a:cubicBezTo>
                    <a:pt x="13" y="24"/>
                    <a:pt x="11" y="20"/>
                    <a:pt x="10" y="17"/>
                  </a:cubicBezTo>
                  <a:cubicBezTo>
                    <a:pt x="8" y="13"/>
                    <a:pt x="6" y="10"/>
                    <a:pt x="3" y="7"/>
                  </a:cubicBezTo>
                  <a:cubicBezTo>
                    <a:pt x="2" y="5"/>
                    <a:pt x="1" y="4"/>
                    <a:pt x="0" y="3"/>
                  </a:cubicBezTo>
                  <a:cubicBezTo>
                    <a:pt x="0" y="3"/>
                    <a:pt x="0" y="3"/>
                    <a:pt x="0" y="3"/>
                  </a:cubicBezTo>
                  <a:cubicBezTo>
                    <a:pt x="2" y="5"/>
                    <a:pt x="4" y="8"/>
                    <a:pt x="6" y="10"/>
                  </a:cubicBezTo>
                  <a:cubicBezTo>
                    <a:pt x="6" y="10"/>
                    <a:pt x="6" y="10"/>
                    <a:pt x="6" y="9"/>
                  </a:cubicBezTo>
                  <a:cubicBezTo>
                    <a:pt x="5" y="8"/>
                    <a:pt x="3" y="6"/>
                    <a:pt x="2" y="4"/>
                  </a:cubicBezTo>
                  <a:cubicBezTo>
                    <a:pt x="2" y="4"/>
                    <a:pt x="2" y="4"/>
                    <a:pt x="2" y="4"/>
                  </a:cubicBezTo>
                  <a:cubicBezTo>
                    <a:pt x="4" y="6"/>
                    <a:pt x="5" y="8"/>
                    <a:pt x="7" y="9"/>
                  </a:cubicBezTo>
                  <a:cubicBezTo>
                    <a:pt x="7" y="9"/>
                    <a:pt x="7" y="9"/>
                    <a:pt x="7" y="9"/>
                  </a:cubicBezTo>
                  <a:cubicBezTo>
                    <a:pt x="6" y="8"/>
                    <a:pt x="5" y="7"/>
                    <a:pt x="4" y="6"/>
                  </a:cubicBezTo>
                  <a:cubicBezTo>
                    <a:pt x="3" y="5"/>
                    <a:pt x="2" y="4"/>
                    <a:pt x="2" y="2"/>
                  </a:cubicBezTo>
                  <a:cubicBezTo>
                    <a:pt x="2" y="2"/>
                    <a:pt x="2" y="2"/>
                    <a:pt x="2" y="3"/>
                  </a:cubicBezTo>
                  <a:cubicBezTo>
                    <a:pt x="3" y="3"/>
                    <a:pt x="4" y="4"/>
                    <a:pt x="5" y="5"/>
                  </a:cubicBezTo>
                  <a:cubicBezTo>
                    <a:pt x="6" y="6"/>
                    <a:pt x="7" y="7"/>
                    <a:pt x="7" y="8"/>
                  </a:cubicBezTo>
                  <a:cubicBezTo>
                    <a:pt x="8" y="8"/>
                    <a:pt x="8" y="8"/>
                    <a:pt x="8" y="8"/>
                  </a:cubicBezTo>
                  <a:cubicBezTo>
                    <a:pt x="6" y="6"/>
                    <a:pt x="4" y="4"/>
                    <a:pt x="3" y="2"/>
                  </a:cubicBezTo>
                  <a:cubicBezTo>
                    <a:pt x="3" y="2"/>
                    <a:pt x="3" y="2"/>
                    <a:pt x="3" y="2"/>
                  </a:cubicBezTo>
                  <a:cubicBezTo>
                    <a:pt x="5" y="4"/>
                    <a:pt x="6" y="6"/>
                    <a:pt x="8" y="8"/>
                  </a:cubicBezTo>
                  <a:cubicBezTo>
                    <a:pt x="8" y="8"/>
                    <a:pt x="9" y="8"/>
                    <a:pt x="8" y="8"/>
                  </a:cubicBezTo>
                  <a:cubicBezTo>
                    <a:pt x="7" y="6"/>
                    <a:pt x="5" y="4"/>
                    <a:pt x="4" y="2"/>
                  </a:cubicBezTo>
                  <a:cubicBezTo>
                    <a:pt x="4" y="2"/>
                    <a:pt x="4" y="2"/>
                    <a:pt x="4" y="2"/>
                  </a:cubicBezTo>
                  <a:cubicBezTo>
                    <a:pt x="5" y="2"/>
                    <a:pt x="6" y="3"/>
                    <a:pt x="7" y="4"/>
                  </a:cubicBezTo>
                  <a:cubicBezTo>
                    <a:pt x="7" y="5"/>
                    <a:pt x="8" y="6"/>
                    <a:pt x="9" y="7"/>
                  </a:cubicBezTo>
                  <a:cubicBezTo>
                    <a:pt x="9" y="7"/>
                    <a:pt x="9" y="7"/>
                    <a:pt x="9" y="7"/>
                  </a:cubicBezTo>
                  <a:cubicBezTo>
                    <a:pt x="8" y="5"/>
                    <a:pt x="5" y="3"/>
                    <a:pt x="4" y="0"/>
                  </a:cubicBezTo>
                  <a:cubicBezTo>
                    <a:pt x="4" y="1"/>
                    <a:pt x="4" y="1"/>
                    <a:pt x="4" y="1"/>
                  </a:cubicBezTo>
                  <a:cubicBezTo>
                    <a:pt x="6" y="2"/>
                    <a:pt x="8" y="5"/>
                    <a:pt x="10" y="7"/>
                  </a:cubicBezTo>
                  <a:cubicBezTo>
                    <a:pt x="10" y="7"/>
                    <a:pt x="10" y="7"/>
                    <a:pt x="10" y="7"/>
                  </a:cubicBezTo>
                  <a:cubicBezTo>
                    <a:pt x="8" y="5"/>
                    <a:pt x="6" y="3"/>
                    <a:pt x="4" y="0"/>
                  </a:cubicBezTo>
                  <a:cubicBezTo>
                    <a:pt x="4" y="0"/>
                    <a:pt x="4" y="0"/>
                    <a:pt x="4" y="1"/>
                  </a:cubicBezTo>
                  <a:cubicBezTo>
                    <a:pt x="6" y="3"/>
                    <a:pt x="9" y="6"/>
                    <a:pt x="11" y="9"/>
                  </a:cubicBezTo>
                  <a:cubicBezTo>
                    <a:pt x="11" y="9"/>
                    <a:pt x="11" y="9"/>
                    <a:pt x="11" y="9"/>
                  </a:cubicBezTo>
                  <a:cubicBezTo>
                    <a:pt x="10" y="7"/>
                    <a:pt x="8" y="5"/>
                    <a:pt x="7" y="3"/>
                  </a:cubicBezTo>
                  <a:cubicBezTo>
                    <a:pt x="7" y="3"/>
                    <a:pt x="7" y="3"/>
                    <a:pt x="7" y="3"/>
                  </a:cubicBezTo>
                  <a:cubicBezTo>
                    <a:pt x="11" y="9"/>
                    <a:pt x="15" y="15"/>
                    <a:pt x="18" y="21"/>
                  </a:cubicBezTo>
                  <a:cubicBezTo>
                    <a:pt x="18" y="21"/>
                    <a:pt x="18" y="21"/>
                    <a:pt x="18" y="21"/>
                  </a:cubicBezTo>
                  <a:cubicBezTo>
                    <a:pt x="17" y="19"/>
                    <a:pt x="16" y="17"/>
                    <a:pt x="15" y="15"/>
                  </a:cubicBezTo>
                  <a:cubicBezTo>
                    <a:pt x="14" y="14"/>
                    <a:pt x="13" y="12"/>
                    <a:pt x="12" y="10"/>
                  </a:cubicBezTo>
                  <a:cubicBezTo>
                    <a:pt x="12" y="9"/>
                    <a:pt x="11" y="8"/>
                    <a:pt x="10" y="7"/>
                  </a:cubicBezTo>
                  <a:cubicBezTo>
                    <a:pt x="10" y="6"/>
                    <a:pt x="9" y="6"/>
                    <a:pt x="9" y="5"/>
                  </a:cubicBezTo>
                  <a:cubicBezTo>
                    <a:pt x="9" y="5"/>
                    <a:pt x="9" y="4"/>
                    <a:pt x="9" y="4"/>
                  </a:cubicBezTo>
                  <a:cubicBezTo>
                    <a:pt x="9" y="4"/>
                    <a:pt x="8" y="4"/>
                    <a:pt x="8" y="4"/>
                  </a:cubicBezTo>
                  <a:cubicBezTo>
                    <a:pt x="11" y="7"/>
                    <a:pt x="13" y="10"/>
                    <a:pt x="15" y="14"/>
                  </a:cubicBezTo>
                  <a:cubicBezTo>
                    <a:pt x="16" y="16"/>
                    <a:pt x="17" y="17"/>
                    <a:pt x="17" y="19"/>
                  </a:cubicBezTo>
                  <a:cubicBezTo>
                    <a:pt x="18" y="21"/>
                    <a:pt x="19" y="22"/>
                    <a:pt x="19" y="24"/>
                  </a:cubicBezTo>
                  <a:cubicBezTo>
                    <a:pt x="19" y="24"/>
                    <a:pt x="19" y="24"/>
                    <a:pt x="20" y="24"/>
                  </a:cubicBezTo>
                  <a:cubicBezTo>
                    <a:pt x="19" y="24"/>
                    <a:pt x="19" y="23"/>
                    <a:pt x="18" y="22"/>
                  </a:cubicBezTo>
                  <a:cubicBezTo>
                    <a:pt x="18" y="22"/>
                    <a:pt x="18" y="21"/>
                    <a:pt x="17" y="20"/>
                  </a:cubicBezTo>
                  <a:cubicBezTo>
                    <a:pt x="16" y="19"/>
                    <a:pt x="16" y="17"/>
                    <a:pt x="15" y="16"/>
                  </a:cubicBezTo>
                  <a:cubicBezTo>
                    <a:pt x="13" y="13"/>
                    <a:pt x="11" y="10"/>
                    <a:pt x="10" y="7"/>
                  </a:cubicBezTo>
                  <a:cubicBezTo>
                    <a:pt x="10" y="7"/>
                    <a:pt x="10" y="8"/>
                    <a:pt x="10" y="8"/>
                  </a:cubicBezTo>
                  <a:cubicBezTo>
                    <a:pt x="12" y="10"/>
                    <a:pt x="13" y="13"/>
                    <a:pt x="15" y="16"/>
                  </a:cubicBezTo>
                  <a:cubicBezTo>
                    <a:pt x="17" y="20"/>
                    <a:pt x="18" y="23"/>
                    <a:pt x="20" y="26"/>
                  </a:cubicBezTo>
                  <a:cubicBezTo>
                    <a:pt x="20" y="26"/>
                    <a:pt x="20" y="26"/>
                    <a:pt x="20" y="26"/>
                  </a:cubicBezTo>
                  <a:cubicBezTo>
                    <a:pt x="18" y="22"/>
                    <a:pt x="16" y="19"/>
                    <a:pt x="14" y="15"/>
                  </a:cubicBezTo>
                  <a:cubicBezTo>
                    <a:pt x="13" y="13"/>
                    <a:pt x="12" y="11"/>
                    <a:pt x="11" y="9"/>
                  </a:cubicBezTo>
                  <a:cubicBezTo>
                    <a:pt x="10" y="9"/>
                    <a:pt x="9" y="8"/>
                    <a:pt x="9" y="7"/>
                  </a:cubicBezTo>
                  <a:cubicBezTo>
                    <a:pt x="9" y="6"/>
                    <a:pt x="8" y="6"/>
                    <a:pt x="8" y="5"/>
                  </a:cubicBezTo>
                  <a:cubicBezTo>
                    <a:pt x="7" y="5"/>
                    <a:pt x="7" y="5"/>
                    <a:pt x="7" y="5"/>
                  </a:cubicBezTo>
                  <a:cubicBezTo>
                    <a:pt x="7" y="5"/>
                    <a:pt x="7" y="5"/>
                    <a:pt x="7" y="5"/>
                  </a:cubicBezTo>
                  <a:cubicBezTo>
                    <a:pt x="8" y="7"/>
                    <a:pt x="9" y="9"/>
                    <a:pt x="10" y="11"/>
                  </a:cubicBezTo>
                  <a:cubicBezTo>
                    <a:pt x="11" y="13"/>
                    <a:pt x="12" y="15"/>
                    <a:pt x="13" y="16"/>
                  </a:cubicBezTo>
                  <a:cubicBezTo>
                    <a:pt x="15" y="20"/>
                    <a:pt x="17" y="24"/>
                    <a:pt x="18" y="28"/>
                  </a:cubicBezTo>
                  <a:cubicBezTo>
                    <a:pt x="18" y="28"/>
                    <a:pt x="18" y="29"/>
                    <a:pt x="18" y="30"/>
                  </a:cubicBezTo>
                  <a:cubicBezTo>
                    <a:pt x="18" y="30"/>
                    <a:pt x="18" y="30"/>
                    <a:pt x="19" y="30"/>
                  </a:cubicBezTo>
                  <a:cubicBezTo>
                    <a:pt x="16" y="26"/>
                    <a:pt x="15" y="23"/>
                    <a:pt x="14" y="19"/>
                  </a:cubicBezTo>
                  <a:cubicBezTo>
                    <a:pt x="12" y="15"/>
                    <a:pt x="9" y="12"/>
                    <a:pt x="7" y="8"/>
                  </a:cubicBezTo>
                  <a:cubicBezTo>
                    <a:pt x="7" y="8"/>
                    <a:pt x="7" y="8"/>
                    <a:pt x="7" y="8"/>
                  </a:cubicBezTo>
                  <a:cubicBezTo>
                    <a:pt x="9" y="11"/>
                    <a:pt x="11" y="15"/>
                    <a:pt x="13" y="19"/>
                  </a:cubicBezTo>
                  <a:cubicBezTo>
                    <a:pt x="14" y="20"/>
                    <a:pt x="15" y="22"/>
                    <a:pt x="16" y="24"/>
                  </a:cubicBezTo>
                  <a:cubicBezTo>
                    <a:pt x="16" y="25"/>
                    <a:pt x="16" y="26"/>
                    <a:pt x="17" y="27"/>
                  </a:cubicBezTo>
                  <a:cubicBezTo>
                    <a:pt x="17" y="28"/>
                    <a:pt x="17" y="28"/>
                    <a:pt x="18" y="29"/>
                  </a:cubicBezTo>
                  <a:cubicBezTo>
                    <a:pt x="18" y="29"/>
                    <a:pt x="18" y="30"/>
                    <a:pt x="18" y="30"/>
                  </a:cubicBezTo>
                  <a:cubicBezTo>
                    <a:pt x="18" y="30"/>
                    <a:pt x="18" y="30"/>
                    <a:pt x="18" y="30"/>
                  </a:cubicBezTo>
                  <a:cubicBezTo>
                    <a:pt x="16" y="26"/>
                    <a:pt x="14" y="22"/>
                    <a:pt x="12" y="19"/>
                  </a:cubicBezTo>
                  <a:cubicBezTo>
                    <a:pt x="12" y="17"/>
                    <a:pt x="10" y="15"/>
                    <a:pt x="9" y="13"/>
                  </a:cubicBezTo>
                  <a:cubicBezTo>
                    <a:pt x="8" y="12"/>
                    <a:pt x="7" y="10"/>
                    <a:pt x="6" y="8"/>
                  </a:cubicBezTo>
                  <a:cubicBezTo>
                    <a:pt x="5" y="7"/>
                    <a:pt x="5" y="7"/>
                    <a:pt x="4" y="6"/>
                  </a:cubicBezTo>
                  <a:cubicBezTo>
                    <a:pt x="4" y="6"/>
                    <a:pt x="3" y="6"/>
                    <a:pt x="4" y="6"/>
                  </a:cubicBezTo>
                  <a:cubicBezTo>
                    <a:pt x="5" y="10"/>
                    <a:pt x="8" y="13"/>
                    <a:pt x="10" y="17"/>
                  </a:cubicBezTo>
                  <a:cubicBezTo>
                    <a:pt x="11" y="19"/>
                    <a:pt x="11" y="21"/>
                    <a:pt x="12" y="23"/>
                  </a:cubicBezTo>
                  <a:cubicBezTo>
                    <a:pt x="13" y="25"/>
                    <a:pt x="14" y="27"/>
                    <a:pt x="15" y="29"/>
                  </a:cubicBezTo>
                  <a:cubicBezTo>
                    <a:pt x="15" y="30"/>
                    <a:pt x="15" y="31"/>
                    <a:pt x="16" y="33"/>
                  </a:cubicBezTo>
                  <a:cubicBezTo>
                    <a:pt x="16" y="33"/>
                    <a:pt x="16" y="33"/>
                    <a:pt x="16" y="32"/>
                  </a:cubicBezTo>
                  <a:cubicBezTo>
                    <a:pt x="15" y="24"/>
                    <a:pt x="11" y="17"/>
                    <a:pt x="7" y="10"/>
                  </a:cubicBezTo>
                  <a:cubicBezTo>
                    <a:pt x="7" y="10"/>
                    <a:pt x="7" y="9"/>
                    <a:pt x="7" y="9"/>
                  </a:cubicBezTo>
                  <a:cubicBezTo>
                    <a:pt x="7" y="9"/>
                    <a:pt x="7" y="9"/>
                    <a:pt x="7" y="10"/>
                  </a:cubicBezTo>
                  <a:cubicBezTo>
                    <a:pt x="8" y="11"/>
                    <a:pt x="8" y="12"/>
                    <a:pt x="9" y="13"/>
                  </a:cubicBezTo>
                  <a:cubicBezTo>
                    <a:pt x="10" y="14"/>
                    <a:pt x="10" y="16"/>
                    <a:pt x="11" y="17"/>
                  </a:cubicBezTo>
                  <a:cubicBezTo>
                    <a:pt x="12" y="20"/>
                    <a:pt x="13" y="23"/>
                    <a:pt x="14" y="26"/>
                  </a:cubicBezTo>
                  <a:cubicBezTo>
                    <a:pt x="14" y="26"/>
                    <a:pt x="14" y="26"/>
                    <a:pt x="1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4" name="Freeform 48"/>
            <p:cNvSpPr/>
            <p:nvPr/>
          </p:nvSpPr>
          <p:spPr bwMode="auto">
            <a:xfrm>
              <a:off x="2781300" y="3352801"/>
              <a:ext cx="433388" cy="593725"/>
            </a:xfrm>
            <a:custGeom>
              <a:avLst/>
              <a:gdLst>
                <a:gd name="T0" fmla="*/ 12 w 19"/>
                <a:gd name="T1" fmla="*/ 19 h 26"/>
                <a:gd name="T2" fmla="*/ 9 w 19"/>
                <a:gd name="T3" fmla="*/ 13 h 26"/>
                <a:gd name="T4" fmla="*/ 4 w 19"/>
                <a:gd name="T5" fmla="*/ 6 h 26"/>
                <a:gd name="T6" fmla="*/ 10 w 19"/>
                <a:gd name="T7" fmla="*/ 14 h 26"/>
                <a:gd name="T8" fmla="*/ 15 w 19"/>
                <a:gd name="T9" fmla="*/ 26 h 26"/>
                <a:gd name="T10" fmla="*/ 13 w 19"/>
                <a:gd name="T11" fmla="*/ 21 h 26"/>
                <a:gd name="T12" fmla="*/ 4 w 19"/>
                <a:gd name="T13" fmla="*/ 5 h 26"/>
                <a:gd name="T14" fmla="*/ 16 w 19"/>
                <a:gd name="T15" fmla="*/ 24 h 26"/>
                <a:gd name="T16" fmla="*/ 10 w 19"/>
                <a:gd name="T17" fmla="*/ 9 h 26"/>
                <a:gd name="T18" fmla="*/ 18 w 19"/>
                <a:gd name="T19" fmla="*/ 25 h 26"/>
                <a:gd name="T20" fmla="*/ 10 w 19"/>
                <a:gd name="T21" fmla="*/ 9 h 26"/>
                <a:gd name="T22" fmla="*/ 16 w 19"/>
                <a:gd name="T23" fmla="*/ 20 h 26"/>
                <a:gd name="T24" fmla="*/ 9 w 19"/>
                <a:gd name="T25" fmla="*/ 6 h 26"/>
                <a:gd name="T26" fmla="*/ 6 w 19"/>
                <a:gd name="T27" fmla="*/ 3 h 26"/>
                <a:gd name="T28" fmla="*/ 10 w 19"/>
                <a:gd name="T29" fmla="*/ 8 h 26"/>
                <a:gd name="T30" fmla="*/ 7 w 19"/>
                <a:gd name="T31" fmla="*/ 6 h 26"/>
                <a:gd name="T32" fmla="*/ 3 w 19"/>
                <a:gd name="T33" fmla="*/ 1 h 26"/>
                <a:gd name="T34" fmla="*/ 2 w 19"/>
                <a:gd name="T35" fmla="*/ 1 h 26"/>
                <a:gd name="T36" fmla="*/ 6 w 19"/>
                <a:gd name="T37" fmla="*/ 7 h 26"/>
                <a:gd name="T38" fmla="*/ 4 w 19"/>
                <a:gd name="T39" fmla="*/ 6 h 26"/>
                <a:gd name="T40" fmla="*/ 0 w 19"/>
                <a:gd name="T41" fmla="*/ 2 h 26"/>
                <a:gd name="T42" fmla="*/ 1 w 19"/>
                <a:gd name="T43" fmla="*/ 1 h 26"/>
                <a:gd name="T44" fmla="*/ 5 w 19"/>
                <a:gd name="T45" fmla="*/ 6 h 26"/>
                <a:gd name="T46" fmla="*/ 2 w 19"/>
                <a:gd name="T47" fmla="*/ 0 h 26"/>
                <a:gd name="T48" fmla="*/ 2 w 19"/>
                <a:gd name="T49" fmla="*/ 0 h 26"/>
                <a:gd name="T50" fmla="*/ 5 w 19"/>
                <a:gd name="T51" fmla="*/ 6 h 26"/>
                <a:gd name="T52" fmla="*/ 0 w 19"/>
                <a:gd name="T53" fmla="*/ 2 h 26"/>
                <a:gd name="T54" fmla="*/ 0 w 19"/>
                <a:gd name="T55" fmla="*/ 2 h 26"/>
                <a:gd name="T56" fmla="*/ 5 w 19"/>
                <a:gd name="T57" fmla="*/ 6 h 26"/>
                <a:gd name="T58" fmla="*/ 6 w 19"/>
                <a:gd name="T59" fmla="*/ 7 h 26"/>
                <a:gd name="T60" fmla="*/ 2 w 19"/>
                <a:gd name="T61" fmla="*/ 2 h 26"/>
                <a:gd name="T62" fmla="*/ 3 w 19"/>
                <a:gd name="T63" fmla="*/ 0 h 26"/>
                <a:gd name="T64" fmla="*/ 7 w 19"/>
                <a:gd name="T65" fmla="*/ 5 h 26"/>
                <a:gd name="T66" fmla="*/ 10 w 19"/>
                <a:gd name="T67" fmla="*/ 8 h 26"/>
                <a:gd name="T68" fmla="*/ 7 w 19"/>
                <a:gd name="T69" fmla="*/ 3 h 26"/>
                <a:gd name="T70" fmla="*/ 12 w 19"/>
                <a:gd name="T71" fmla="*/ 13 h 26"/>
                <a:gd name="T72" fmla="*/ 17 w 19"/>
                <a:gd name="T73" fmla="*/ 25 h 26"/>
                <a:gd name="T74" fmla="*/ 10 w 19"/>
                <a:gd name="T75" fmla="*/ 9 h 26"/>
                <a:gd name="T76" fmla="*/ 18 w 19"/>
                <a:gd name="T77" fmla="*/ 25 h 26"/>
                <a:gd name="T78" fmla="*/ 17 w 19"/>
                <a:gd name="T79" fmla="*/ 26 h 26"/>
                <a:gd name="T80" fmla="*/ 15 w 19"/>
                <a:gd name="T81" fmla="*/ 21 h 26"/>
                <a:gd name="T82" fmla="*/ 5 w 19"/>
                <a:gd name="T83" fmla="*/ 5 h 26"/>
                <a:gd name="T84" fmla="*/ 13 w 19"/>
                <a:gd name="T85" fmla="*/ 21 h 26"/>
                <a:gd name="T86" fmla="*/ 16 w 19"/>
                <a:gd name="T87" fmla="*/ 26 h 26"/>
                <a:gd name="T88" fmla="*/ 8 w 19"/>
                <a:gd name="T89" fmla="*/ 10 h 26"/>
                <a:gd name="T90" fmla="*/ 4 w 19"/>
                <a:gd name="T91" fmla="*/ 5 h 26"/>
                <a:gd name="T92" fmla="*/ 14 w 19"/>
                <a:gd name="T93" fmla="*/ 23 h 26"/>
                <a:gd name="T94" fmla="*/ 10 w 19"/>
                <a:gd name="T95" fmla="*/ 1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 h="26">
                  <a:moveTo>
                    <a:pt x="5" y="9"/>
                  </a:moveTo>
                  <a:cubicBezTo>
                    <a:pt x="7" y="11"/>
                    <a:pt x="9" y="13"/>
                    <a:pt x="10" y="15"/>
                  </a:cubicBezTo>
                  <a:cubicBezTo>
                    <a:pt x="11" y="17"/>
                    <a:pt x="11" y="18"/>
                    <a:pt x="12" y="19"/>
                  </a:cubicBezTo>
                  <a:cubicBezTo>
                    <a:pt x="13" y="20"/>
                    <a:pt x="14" y="22"/>
                    <a:pt x="14" y="23"/>
                  </a:cubicBezTo>
                  <a:cubicBezTo>
                    <a:pt x="14" y="23"/>
                    <a:pt x="14" y="23"/>
                    <a:pt x="14" y="23"/>
                  </a:cubicBezTo>
                  <a:cubicBezTo>
                    <a:pt x="13" y="20"/>
                    <a:pt x="11" y="17"/>
                    <a:pt x="9" y="13"/>
                  </a:cubicBezTo>
                  <a:cubicBezTo>
                    <a:pt x="8" y="12"/>
                    <a:pt x="7" y="11"/>
                    <a:pt x="6" y="10"/>
                  </a:cubicBezTo>
                  <a:cubicBezTo>
                    <a:pt x="5" y="8"/>
                    <a:pt x="4" y="7"/>
                    <a:pt x="4" y="5"/>
                  </a:cubicBezTo>
                  <a:cubicBezTo>
                    <a:pt x="4" y="5"/>
                    <a:pt x="4" y="6"/>
                    <a:pt x="4" y="6"/>
                  </a:cubicBezTo>
                  <a:cubicBezTo>
                    <a:pt x="4" y="6"/>
                    <a:pt x="5" y="6"/>
                    <a:pt x="5" y="7"/>
                  </a:cubicBezTo>
                  <a:cubicBezTo>
                    <a:pt x="6" y="8"/>
                    <a:pt x="6" y="8"/>
                    <a:pt x="7" y="9"/>
                  </a:cubicBezTo>
                  <a:cubicBezTo>
                    <a:pt x="8" y="10"/>
                    <a:pt x="9" y="12"/>
                    <a:pt x="10" y="14"/>
                  </a:cubicBezTo>
                  <a:cubicBezTo>
                    <a:pt x="11" y="16"/>
                    <a:pt x="12" y="17"/>
                    <a:pt x="13" y="19"/>
                  </a:cubicBezTo>
                  <a:cubicBezTo>
                    <a:pt x="14" y="21"/>
                    <a:pt x="15" y="23"/>
                    <a:pt x="15" y="25"/>
                  </a:cubicBezTo>
                  <a:cubicBezTo>
                    <a:pt x="15" y="25"/>
                    <a:pt x="15" y="26"/>
                    <a:pt x="15" y="26"/>
                  </a:cubicBezTo>
                  <a:cubicBezTo>
                    <a:pt x="16" y="26"/>
                    <a:pt x="16" y="26"/>
                    <a:pt x="16" y="26"/>
                  </a:cubicBezTo>
                  <a:cubicBezTo>
                    <a:pt x="15" y="25"/>
                    <a:pt x="15" y="24"/>
                    <a:pt x="14" y="24"/>
                  </a:cubicBezTo>
                  <a:cubicBezTo>
                    <a:pt x="14" y="23"/>
                    <a:pt x="14" y="22"/>
                    <a:pt x="13" y="21"/>
                  </a:cubicBezTo>
                  <a:cubicBezTo>
                    <a:pt x="12" y="19"/>
                    <a:pt x="12" y="17"/>
                    <a:pt x="11" y="15"/>
                  </a:cubicBezTo>
                  <a:cubicBezTo>
                    <a:pt x="9" y="12"/>
                    <a:pt x="7" y="8"/>
                    <a:pt x="5" y="5"/>
                  </a:cubicBezTo>
                  <a:cubicBezTo>
                    <a:pt x="5" y="5"/>
                    <a:pt x="4" y="5"/>
                    <a:pt x="4" y="5"/>
                  </a:cubicBezTo>
                  <a:cubicBezTo>
                    <a:pt x="7" y="8"/>
                    <a:pt x="9" y="12"/>
                    <a:pt x="11" y="15"/>
                  </a:cubicBezTo>
                  <a:cubicBezTo>
                    <a:pt x="13" y="17"/>
                    <a:pt x="14" y="19"/>
                    <a:pt x="15" y="21"/>
                  </a:cubicBezTo>
                  <a:cubicBezTo>
                    <a:pt x="15" y="22"/>
                    <a:pt x="15" y="23"/>
                    <a:pt x="16" y="24"/>
                  </a:cubicBezTo>
                  <a:cubicBezTo>
                    <a:pt x="16" y="24"/>
                    <a:pt x="17" y="25"/>
                    <a:pt x="17" y="26"/>
                  </a:cubicBezTo>
                  <a:cubicBezTo>
                    <a:pt x="17" y="26"/>
                    <a:pt x="17" y="26"/>
                    <a:pt x="17" y="26"/>
                  </a:cubicBezTo>
                  <a:cubicBezTo>
                    <a:pt x="14" y="21"/>
                    <a:pt x="13" y="15"/>
                    <a:pt x="10" y="9"/>
                  </a:cubicBezTo>
                  <a:cubicBezTo>
                    <a:pt x="10" y="9"/>
                    <a:pt x="10" y="9"/>
                    <a:pt x="9" y="9"/>
                  </a:cubicBezTo>
                  <a:cubicBezTo>
                    <a:pt x="13" y="14"/>
                    <a:pt x="15" y="21"/>
                    <a:pt x="18" y="26"/>
                  </a:cubicBezTo>
                  <a:cubicBezTo>
                    <a:pt x="18" y="26"/>
                    <a:pt x="19" y="26"/>
                    <a:pt x="18" y="25"/>
                  </a:cubicBezTo>
                  <a:cubicBezTo>
                    <a:pt x="18" y="23"/>
                    <a:pt x="16" y="20"/>
                    <a:pt x="15" y="18"/>
                  </a:cubicBezTo>
                  <a:cubicBezTo>
                    <a:pt x="13" y="15"/>
                    <a:pt x="12" y="12"/>
                    <a:pt x="10" y="9"/>
                  </a:cubicBezTo>
                  <a:cubicBezTo>
                    <a:pt x="10" y="9"/>
                    <a:pt x="10" y="9"/>
                    <a:pt x="10" y="9"/>
                  </a:cubicBezTo>
                  <a:cubicBezTo>
                    <a:pt x="13" y="14"/>
                    <a:pt x="14" y="20"/>
                    <a:pt x="17" y="25"/>
                  </a:cubicBezTo>
                  <a:cubicBezTo>
                    <a:pt x="17" y="26"/>
                    <a:pt x="18" y="26"/>
                    <a:pt x="18" y="25"/>
                  </a:cubicBezTo>
                  <a:cubicBezTo>
                    <a:pt x="17" y="23"/>
                    <a:pt x="16" y="21"/>
                    <a:pt x="16" y="20"/>
                  </a:cubicBezTo>
                  <a:cubicBezTo>
                    <a:pt x="15" y="18"/>
                    <a:pt x="14" y="16"/>
                    <a:pt x="13" y="14"/>
                  </a:cubicBezTo>
                  <a:cubicBezTo>
                    <a:pt x="12" y="12"/>
                    <a:pt x="11" y="10"/>
                    <a:pt x="10" y="8"/>
                  </a:cubicBezTo>
                  <a:cubicBezTo>
                    <a:pt x="10" y="8"/>
                    <a:pt x="9" y="7"/>
                    <a:pt x="9" y="6"/>
                  </a:cubicBezTo>
                  <a:cubicBezTo>
                    <a:pt x="8" y="5"/>
                    <a:pt x="8" y="5"/>
                    <a:pt x="7" y="4"/>
                  </a:cubicBezTo>
                  <a:cubicBezTo>
                    <a:pt x="7" y="4"/>
                    <a:pt x="7" y="3"/>
                    <a:pt x="7" y="3"/>
                  </a:cubicBezTo>
                  <a:cubicBezTo>
                    <a:pt x="7" y="3"/>
                    <a:pt x="6" y="3"/>
                    <a:pt x="6" y="3"/>
                  </a:cubicBezTo>
                  <a:cubicBezTo>
                    <a:pt x="7" y="4"/>
                    <a:pt x="7" y="5"/>
                    <a:pt x="8" y="6"/>
                  </a:cubicBezTo>
                  <a:cubicBezTo>
                    <a:pt x="8" y="7"/>
                    <a:pt x="9" y="8"/>
                    <a:pt x="10" y="8"/>
                  </a:cubicBezTo>
                  <a:cubicBezTo>
                    <a:pt x="10" y="9"/>
                    <a:pt x="10" y="8"/>
                    <a:pt x="10" y="8"/>
                  </a:cubicBezTo>
                  <a:cubicBezTo>
                    <a:pt x="8" y="6"/>
                    <a:pt x="7" y="4"/>
                    <a:pt x="5" y="1"/>
                  </a:cubicBezTo>
                  <a:cubicBezTo>
                    <a:pt x="5" y="1"/>
                    <a:pt x="4" y="1"/>
                    <a:pt x="4" y="2"/>
                  </a:cubicBezTo>
                  <a:cubicBezTo>
                    <a:pt x="5" y="3"/>
                    <a:pt x="6" y="4"/>
                    <a:pt x="7" y="6"/>
                  </a:cubicBezTo>
                  <a:cubicBezTo>
                    <a:pt x="7" y="5"/>
                    <a:pt x="7" y="5"/>
                    <a:pt x="7" y="5"/>
                  </a:cubicBezTo>
                  <a:cubicBezTo>
                    <a:pt x="6" y="4"/>
                    <a:pt x="4" y="2"/>
                    <a:pt x="3" y="0"/>
                  </a:cubicBezTo>
                  <a:cubicBezTo>
                    <a:pt x="3" y="0"/>
                    <a:pt x="2" y="1"/>
                    <a:pt x="3" y="1"/>
                  </a:cubicBezTo>
                  <a:cubicBezTo>
                    <a:pt x="4" y="3"/>
                    <a:pt x="5" y="5"/>
                    <a:pt x="7" y="7"/>
                  </a:cubicBezTo>
                  <a:cubicBezTo>
                    <a:pt x="7" y="7"/>
                    <a:pt x="7" y="7"/>
                    <a:pt x="7" y="6"/>
                  </a:cubicBezTo>
                  <a:cubicBezTo>
                    <a:pt x="6" y="5"/>
                    <a:pt x="4" y="3"/>
                    <a:pt x="2" y="1"/>
                  </a:cubicBezTo>
                  <a:cubicBezTo>
                    <a:pt x="2" y="1"/>
                    <a:pt x="2" y="1"/>
                    <a:pt x="2" y="1"/>
                  </a:cubicBezTo>
                  <a:cubicBezTo>
                    <a:pt x="3" y="4"/>
                    <a:pt x="5" y="5"/>
                    <a:pt x="6" y="7"/>
                  </a:cubicBezTo>
                  <a:cubicBezTo>
                    <a:pt x="6" y="7"/>
                    <a:pt x="6" y="7"/>
                    <a:pt x="6" y="7"/>
                  </a:cubicBezTo>
                  <a:cubicBezTo>
                    <a:pt x="5" y="5"/>
                    <a:pt x="4" y="4"/>
                    <a:pt x="2" y="2"/>
                  </a:cubicBezTo>
                  <a:cubicBezTo>
                    <a:pt x="2" y="2"/>
                    <a:pt x="2" y="2"/>
                    <a:pt x="2" y="2"/>
                  </a:cubicBezTo>
                  <a:cubicBezTo>
                    <a:pt x="2" y="4"/>
                    <a:pt x="3" y="5"/>
                    <a:pt x="4" y="6"/>
                  </a:cubicBezTo>
                  <a:cubicBezTo>
                    <a:pt x="4" y="6"/>
                    <a:pt x="5" y="6"/>
                    <a:pt x="5" y="6"/>
                  </a:cubicBezTo>
                  <a:cubicBezTo>
                    <a:pt x="3" y="5"/>
                    <a:pt x="2" y="3"/>
                    <a:pt x="0" y="1"/>
                  </a:cubicBezTo>
                  <a:cubicBezTo>
                    <a:pt x="0" y="1"/>
                    <a:pt x="0" y="1"/>
                    <a:pt x="0" y="2"/>
                  </a:cubicBezTo>
                  <a:cubicBezTo>
                    <a:pt x="1" y="3"/>
                    <a:pt x="3" y="5"/>
                    <a:pt x="4" y="6"/>
                  </a:cubicBezTo>
                  <a:cubicBezTo>
                    <a:pt x="4" y="6"/>
                    <a:pt x="4" y="6"/>
                    <a:pt x="4" y="6"/>
                  </a:cubicBezTo>
                  <a:cubicBezTo>
                    <a:pt x="3" y="5"/>
                    <a:pt x="2" y="3"/>
                    <a:pt x="1" y="1"/>
                  </a:cubicBezTo>
                  <a:cubicBezTo>
                    <a:pt x="0" y="1"/>
                    <a:pt x="0" y="1"/>
                    <a:pt x="0" y="2"/>
                  </a:cubicBezTo>
                  <a:cubicBezTo>
                    <a:pt x="2" y="3"/>
                    <a:pt x="3" y="5"/>
                    <a:pt x="5" y="6"/>
                  </a:cubicBezTo>
                  <a:cubicBezTo>
                    <a:pt x="5" y="6"/>
                    <a:pt x="5" y="6"/>
                    <a:pt x="5" y="6"/>
                  </a:cubicBezTo>
                  <a:cubicBezTo>
                    <a:pt x="5" y="5"/>
                    <a:pt x="4" y="4"/>
                    <a:pt x="4" y="3"/>
                  </a:cubicBezTo>
                  <a:cubicBezTo>
                    <a:pt x="3" y="2"/>
                    <a:pt x="2" y="1"/>
                    <a:pt x="2" y="0"/>
                  </a:cubicBezTo>
                  <a:cubicBezTo>
                    <a:pt x="2" y="0"/>
                    <a:pt x="2" y="0"/>
                    <a:pt x="2" y="0"/>
                  </a:cubicBezTo>
                  <a:cubicBezTo>
                    <a:pt x="2" y="1"/>
                    <a:pt x="3" y="2"/>
                    <a:pt x="4" y="4"/>
                  </a:cubicBezTo>
                  <a:cubicBezTo>
                    <a:pt x="4" y="4"/>
                    <a:pt x="4" y="4"/>
                    <a:pt x="4" y="3"/>
                  </a:cubicBezTo>
                  <a:cubicBezTo>
                    <a:pt x="3" y="2"/>
                    <a:pt x="3" y="1"/>
                    <a:pt x="2" y="0"/>
                  </a:cubicBezTo>
                  <a:cubicBezTo>
                    <a:pt x="2" y="0"/>
                    <a:pt x="1" y="0"/>
                    <a:pt x="2" y="0"/>
                  </a:cubicBezTo>
                  <a:cubicBezTo>
                    <a:pt x="2" y="1"/>
                    <a:pt x="3" y="2"/>
                    <a:pt x="3" y="3"/>
                  </a:cubicBezTo>
                  <a:cubicBezTo>
                    <a:pt x="4" y="4"/>
                    <a:pt x="5" y="5"/>
                    <a:pt x="5" y="6"/>
                  </a:cubicBezTo>
                  <a:cubicBezTo>
                    <a:pt x="5" y="6"/>
                    <a:pt x="5" y="6"/>
                    <a:pt x="5" y="6"/>
                  </a:cubicBezTo>
                  <a:cubicBezTo>
                    <a:pt x="3" y="5"/>
                    <a:pt x="2" y="3"/>
                    <a:pt x="1" y="1"/>
                  </a:cubicBezTo>
                  <a:cubicBezTo>
                    <a:pt x="0" y="1"/>
                    <a:pt x="0" y="1"/>
                    <a:pt x="0" y="2"/>
                  </a:cubicBezTo>
                  <a:cubicBezTo>
                    <a:pt x="1" y="3"/>
                    <a:pt x="3" y="5"/>
                    <a:pt x="4" y="6"/>
                  </a:cubicBezTo>
                  <a:cubicBezTo>
                    <a:pt x="4" y="7"/>
                    <a:pt x="4" y="6"/>
                    <a:pt x="4" y="6"/>
                  </a:cubicBezTo>
                  <a:cubicBezTo>
                    <a:pt x="3" y="5"/>
                    <a:pt x="1" y="3"/>
                    <a:pt x="0" y="2"/>
                  </a:cubicBezTo>
                  <a:cubicBezTo>
                    <a:pt x="0" y="2"/>
                    <a:pt x="0" y="2"/>
                    <a:pt x="0" y="2"/>
                  </a:cubicBezTo>
                  <a:cubicBezTo>
                    <a:pt x="2" y="3"/>
                    <a:pt x="3" y="5"/>
                    <a:pt x="4" y="6"/>
                  </a:cubicBezTo>
                  <a:cubicBezTo>
                    <a:pt x="5" y="6"/>
                    <a:pt x="5" y="6"/>
                    <a:pt x="5" y="6"/>
                  </a:cubicBezTo>
                  <a:cubicBezTo>
                    <a:pt x="4" y="5"/>
                    <a:pt x="3" y="4"/>
                    <a:pt x="2" y="2"/>
                  </a:cubicBezTo>
                  <a:cubicBezTo>
                    <a:pt x="2" y="2"/>
                    <a:pt x="2" y="2"/>
                    <a:pt x="2" y="3"/>
                  </a:cubicBezTo>
                  <a:cubicBezTo>
                    <a:pt x="3" y="4"/>
                    <a:pt x="5" y="6"/>
                    <a:pt x="6" y="7"/>
                  </a:cubicBezTo>
                  <a:cubicBezTo>
                    <a:pt x="6" y="7"/>
                    <a:pt x="6" y="7"/>
                    <a:pt x="6" y="7"/>
                  </a:cubicBezTo>
                  <a:cubicBezTo>
                    <a:pt x="5" y="5"/>
                    <a:pt x="3" y="4"/>
                    <a:pt x="2" y="1"/>
                  </a:cubicBezTo>
                  <a:cubicBezTo>
                    <a:pt x="2" y="1"/>
                    <a:pt x="2" y="1"/>
                    <a:pt x="2" y="2"/>
                  </a:cubicBezTo>
                  <a:cubicBezTo>
                    <a:pt x="4" y="3"/>
                    <a:pt x="5" y="5"/>
                    <a:pt x="7" y="7"/>
                  </a:cubicBezTo>
                  <a:cubicBezTo>
                    <a:pt x="7" y="7"/>
                    <a:pt x="7" y="7"/>
                    <a:pt x="7" y="6"/>
                  </a:cubicBezTo>
                  <a:cubicBezTo>
                    <a:pt x="6" y="4"/>
                    <a:pt x="4" y="2"/>
                    <a:pt x="3" y="0"/>
                  </a:cubicBezTo>
                  <a:cubicBezTo>
                    <a:pt x="3" y="1"/>
                    <a:pt x="3" y="1"/>
                    <a:pt x="3" y="1"/>
                  </a:cubicBezTo>
                  <a:cubicBezTo>
                    <a:pt x="4" y="2"/>
                    <a:pt x="5" y="4"/>
                    <a:pt x="7" y="6"/>
                  </a:cubicBezTo>
                  <a:cubicBezTo>
                    <a:pt x="7" y="6"/>
                    <a:pt x="7" y="5"/>
                    <a:pt x="7" y="5"/>
                  </a:cubicBezTo>
                  <a:cubicBezTo>
                    <a:pt x="6" y="4"/>
                    <a:pt x="5" y="3"/>
                    <a:pt x="5" y="2"/>
                  </a:cubicBezTo>
                  <a:cubicBezTo>
                    <a:pt x="5" y="2"/>
                    <a:pt x="5" y="2"/>
                    <a:pt x="4" y="2"/>
                  </a:cubicBezTo>
                  <a:cubicBezTo>
                    <a:pt x="6" y="4"/>
                    <a:pt x="8" y="6"/>
                    <a:pt x="10" y="8"/>
                  </a:cubicBezTo>
                  <a:cubicBezTo>
                    <a:pt x="10" y="8"/>
                    <a:pt x="10" y="8"/>
                    <a:pt x="10" y="8"/>
                  </a:cubicBezTo>
                  <a:cubicBezTo>
                    <a:pt x="9" y="8"/>
                    <a:pt x="9" y="7"/>
                    <a:pt x="8" y="6"/>
                  </a:cubicBezTo>
                  <a:cubicBezTo>
                    <a:pt x="8" y="5"/>
                    <a:pt x="7" y="4"/>
                    <a:pt x="7" y="3"/>
                  </a:cubicBezTo>
                  <a:cubicBezTo>
                    <a:pt x="7" y="3"/>
                    <a:pt x="7" y="3"/>
                    <a:pt x="6" y="4"/>
                  </a:cubicBezTo>
                  <a:cubicBezTo>
                    <a:pt x="8" y="5"/>
                    <a:pt x="8" y="6"/>
                    <a:pt x="9" y="8"/>
                  </a:cubicBezTo>
                  <a:cubicBezTo>
                    <a:pt x="10" y="9"/>
                    <a:pt x="11" y="11"/>
                    <a:pt x="12" y="13"/>
                  </a:cubicBezTo>
                  <a:cubicBezTo>
                    <a:pt x="13" y="15"/>
                    <a:pt x="14" y="17"/>
                    <a:pt x="15" y="19"/>
                  </a:cubicBezTo>
                  <a:cubicBezTo>
                    <a:pt x="16" y="21"/>
                    <a:pt x="17" y="23"/>
                    <a:pt x="17" y="25"/>
                  </a:cubicBezTo>
                  <a:cubicBezTo>
                    <a:pt x="17" y="25"/>
                    <a:pt x="17" y="25"/>
                    <a:pt x="17" y="25"/>
                  </a:cubicBezTo>
                  <a:cubicBezTo>
                    <a:pt x="17" y="25"/>
                    <a:pt x="18" y="25"/>
                    <a:pt x="18" y="25"/>
                  </a:cubicBezTo>
                  <a:cubicBezTo>
                    <a:pt x="15" y="20"/>
                    <a:pt x="14" y="14"/>
                    <a:pt x="10" y="9"/>
                  </a:cubicBezTo>
                  <a:cubicBezTo>
                    <a:pt x="10" y="9"/>
                    <a:pt x="10" y="9"/>
                    <a:pt x="10" y="9"/>
                  </a:cubicBezTo>
                  <a:cubicBezTo>
                    <a:pt x="11" y="12"/>
                    <a:pt x="13" y="15"/>
                    <a:pt x="14" y="18"/>
                  </a:cubicBezTo>
                  <a:cubicBezTo>
                    <a:pt x="16" y="20"/>
                    <a:pt x="17" y="23"/>
                    <a:pt x="18" y="25"/>
                  </a:cubicBezTo>
                  <a:cubicBezTo>
                    <a:pt x="18" y="25"/>
                    <a:pt x="18" y="25"/>
                    <a:pt x="18" y="25"/>
                  </a:cubicBezTo>
                  <a:cubicBezTo>
                    <a:pt x="15" y="20"/>
                    <a:pt x="13" y="14"/>
                    <a:pt x="10" y="9"/>
                  </a:cubicBezTo>
                  <a:cubicBezTo>
                    <a:pt x="10" y="9"/>
                    <a:pt x="9" y="9"/>
                    <a:pt x="9" y="9"/>
                  </a:cubicBezTo>
                  <a:cubicBezTo>
                    <a:pt x="13" y="15"/>
                    <a:pt x="14" y="21"/>
                    <a:pt x="17" y="26"/>
                  </a:cubicBezTo>
                  <a:cubicBezTo>
                    <a:pt x="17" y="26"/>
                    <a:pt x="17" y="26"/>
                    <a:pt x="17" y="26"/>
                  </a:cubicBezTo>
                  <a:cubicBezTo>
                    <a:pt x="17" y="25"/>
                    <a:pt x="17" y="24"/>
                    <a:pt x="16" y="24"/>
                  </a:cubicBezTo>
                  <a:cubicBezTo>
                    <a:pt x="16" y="23"/>
                    <a:pt x="15" y="22"/>
                    <a:pt x="15" y="21"/>
                  </a:cubicBezTo>
                  <a:cubicBezTo>
                    <a:pt x="14" y="19"/>
                    <a:pt x="13" y="17"/>
                    <a:pt x="12" y="15"/>
                  </a:cubicBezTo>
                  <a:cubicBezTo>
                    <a:pt x="10" y="12"/>
                    <a:pt x="7" y="8"/>
                    <a:pt x="5" y="5"/>
                  </a:cubicBezTo>
                  <a:cubicBezTo>
                    <a:pt x="5" y="5"/>
                    <a:pt x="5" y="5"/>
                    <a:pt x="5" y="5"/>
                  </a:cubicBezTo>
                  <a:cubicBezTo>
                    <a:pt x="5" y="5"/>
                    <a:pt x="4" y="5"/>
                    <a:pt x="4" y="5"/>
                  </a:cubicBezTo>
                  <a:cubicBezTo>
                    <a:pt x="7" y="8"/>
                    <a:pt x="9" y="12"/>
                    <a:pt x="10" y="15"/>
                  </a:cubicBezTo>
                  <a:cubicBezTo>
                    <a:pt x="11" y="17"/>
                    <a:pt x="12" y="19"/>
                    <a:pt x="13" y="21"/>
                  </a:cubicBezTo>
                  <a:cubicBezTo>
                    <a:pt x="13" y="22"/>
                    <a:pt x="14" y="23"/>
                    <a:pt x="14" y="24"/>
                  </a:cubicBezTo>
                  <a:cubicBezTo>
                    <a:pt x="14" y="25"/>
                    <a:pt x="15" y="25"/>
                    <a:pt x="15" y="26"/>
                  </a:cubicBezTo>
                  <a:cubicBezTo>
                    <a:pt x="16" y="26"/>
                    <a:pt x="16" y="26"/>
                    <a:pt x="16" y="26"/>
                  </a:cubicBezTo>
                  <a:cubicBezTo>
                    <a:pt x="15" y="24"/>
                    <a:pt x="15" y="22"/>
                    <a:pt x="14" y="20"/>
                  </a:cubicBezTo>
                  <a:cubicBezTo>
                    <a:pt x="13" y="18"/>
                    <a:pt x="12" y="16"/>
                    <a:pt x="11" y="15"/>
                  </a:cubicBezTo>
                  <a:cubicBezTo>
                    <a:pt x="10" y="13"/>
                    <a:pt x="9" y="11"/>
                    <a:pt x="8" y="10"/>
                  </a:cubicBezTo>
                  <a:cubicBezTo>
                    <a:pt x="7" y="9"/>
                    <a:pt x="7" y="8"/>
                    <a:pt x="6" y="7"/>
                  </a:cubicBezTo>
                  <a:cubicBezTo>
                    <a:pt x="6" y="7"/>
                    <a:pt x="5" y="6"/>
                    <a:pt x="5" y="6"/>
                  </a:cubicBezTo>
                  <a:cubicBezTo>
                    <a:pt x="4" y="6"/>
                    <a:pt x="4" y="5"/>
                    <a:pt x="4" y="5"/>
                  </a:cubicBezTo>
                  <a:cubicBezTo>
                    <a:pt x="4" y="5"/>
                    <a:pt x="4" y="5"/>
                    <a:pt x="4" y="5"/>
                  </a:cubicBezTo>
                  <a:cubicBezTo>
                    <a:pt x="5" y="9"/>
                    <a:pt x="7" y="11"/>
                    <a:pt x="9" y="13"/>
                  </a:cubicBezTo>
                  <a:cubicBezTo>
                    <a:pt x="11" y="17"/>
                    <a:pt x="12" y="20"/>
                    <a:pt x="14" y="23"/>
                  </a:cubicBezTo>
                  <a:cubicBezTo>
                    <a:pt x="14" y="23"/>
                    <a:pt x="14" y="23"/>
                    <a:pt x="14" y="23"/>
                  </a:cubicBezTo>
                  <a:cubicBezTo>
                    <a:pt x="14" y="22"/>
                    <a:pt x="13" y="20"/>
                    <a:pt x="12" y="19"/>
                  </a:cubicBezTo>
                  <a:cubicBezTo>
                    <a:pt x="12" y="18"/>
                    <a:pt x="11" y="16"/>
                    <a:pt x="10" y="15"/>
                  </a:cubicBezTo>
                  <a:cubicBezTo>
                    <a:pt x="9" y="13"/>
                    <a:pt x="7" y="11"/>
                    <a:pt x="5" y="9"/>
                  </a:cubicBezTo>
                  <a:cubicBezTo>
                    <a:pt x="5" y="8"/>
                    <a:pt x="5"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5" name="Freeform 49"/>
            <p:cNvSpPr/>
            <p:nvPr/>
          </p:nvSpPr>
          <p:spPr bwMode="auto">
            <a:xfrm>
              <a:off x="2141538" y="3328988"/>
              <a:ext cx="411163" cy="206375"/>
            </a:xfrm>
            <a:custGeom>
              <a:avLst/>
              <a:gdLst>
                <a:gd name="T0" fmla="*/ 4 w 18"/>
                <a:gd name="T1" fmla="*/ 1 h 9"/>
                <a:gd name="T2" fmla="*/ 15 w 18"/>
                <a:gd name="T3" fmla="*/ 4 h 9"/>
                <a:gd name="T4" fmla="*/ 10 w 18"/>
                <a:gd name="T5" fmla="*/ 2 h 9"/>
                <a:gd name="T6" fmla="*/ 16 w 18"/>
                <a:gd name="T7" fmla="*/ 4 h 9"/>
                <a:gd name="T8" fmla="*/ 2 w 18"/>
                <a:gd name="T9" fmla="*/ 0 h 9"/>
                <a:gd name="T10" fmla="*/ 15 w 18"/>
                <a:gd name="T11" fmla="*/ 5 h 9"/>
                <a:gd name="T12" fmla="*/ 1 w 18"/>
                <a:gd name="T13" fmla="*/ 1 h 9"/>
                <a:gd name="T14" fmla="*/ 8 w 18"/>
                <a:gd name="T15" fmla="*/ 1 h 9"/>
                <a:gd name="T16" fmla="*/ 17 w 18"/>
                <a:gd name="T17" fmla="*/ 5 h 9"/>
                <a:gd name="T18" fmla="*/ 4 w 18"/>
                <a:gd name="T19" fmla="*/ 1 h 9"/>
                <a:gd name="T20" fmla="*/ 15 w 18"/>
                <a:gd name="T21" fmla="*/ 5 h 9"/>
                <a:gd name="T22" fmla="*/ 14 w 18"/>
                <a:gd name="T23" fmla="*/ 7 h 9"/>
                <a:gd name="T24" fmla="*/ 1 w 18"/>
                <a:gd name="T25" fmla="*/ 2 h 9"/>
                <a:gd name="T26" fmla="*/ 10 w 18"/>
                <a:gd name="T27" fmla="*/ 5 h 9"/>
                <a:gd name="T28" fmla="*/ 7 w 18"/>
                <a:gd name="T29" fmla="*/ 5 h 9"/>
                <a:gd name="T30" fmla="*/ 13 w 18"/>
                <a:gd name="T31" fmla="*/ 8 h 9"/>
                <a:gd name="T32" fmla="*/ 3 w 18"/>
                <a:gd name="T33" fmla="*/ 4 h 9"/>
                <a:gd name="T34" fmla="*/ 10 w 18"/>
                <a:gd name="T35" fmla="*/ 6 h 9"/>
                <a:gd name="T36" fmla="*/ 14 w 18"/>
                <a:gd name="T37" fmla="*/ 9 h 9"/>
                <a:gd name="T38" fmla="*/ 11 w 18"/>
                <a:gd name="T39" fmla="*/ 6 h 9"/>
                <a:gd name="T40" fmla="*/ 13 w 18"/>
                <a:gd name="T41" fmla="*/ 5 h 9"/>
                <a:gd name="T42" fmla="*/ 17 w 18"/>
                <a:gd name="T43" fmla="*/ 8 h 9"/>
                <a:gd name="T44" fmla="*/ 14 w 18"/>
                <a:gd name="T45" fmla="*/ 5 h 9"/>
                <a:gd name="T46" fmla="*/ 14 w 18"/>
                <a:gd name="T47" fmla="*/ 5 h 9"/>
                <a:gd name="T48" fmla="*/ 15 w 18"/>
                <a:gd name="T49" fmla="*/ 4 h 9"/>
                <a:gd name="T50" fmla="*/ 17 w 18"/>
                <a:gd name="T51" fmla="*/ 6 h 9"/>
                <a:gd name="T52" fmla="*/ 17 w 18"/>
                <a:gd name="T53" fmla="*/ 6 h 9"/>
                <a:gd name="T54" fmla="*/ 15 w 18"/>
                <a:gd name="T55" fmla="*/ 4 h 9"/>
                <a:gd name="T56" fmla="*/ 15 w 18"/>
                <a:gd name="T57" fmla="*/ 5 h 9"/>
                <a:gd name="T58" fmla="*/ 16 w 18"/>
                <a:gd name="T59" fmla="*/ 6 h 9"/>
                <a:gd name="T60" fmla="*/ 16 w 18"/>
                <a:gd name="T61" fmla="*/ 7 h 9"/>
                <a:gd name="T62" fmla="*/ 15 w 18"/>
                <a:gd name="T63" fmla="*/ 5 h 9"/>
                <a:gd name="T64" fmla="*/ 15 w 18"/>
                <a:gd name="T65" fmla="*/ 4 h 9"/>
                <a:gd name="T66" fmla="*/ 17 w 18"/>
                <a:gd name="T67" fmla="*/ 5 h 9"/>
                <a:gd name="T68" fmla="*/ 17 w 18"/>
                <a:gd name="T69" fmla="*/ 6 h 9"/>
                <a:gd name="T70" fmla="*/ 14 w 18"/>
                <a:gd name="T71" fmla="*/ 4 h 9"/>
                <a:gd name="T72" fmla="*/ 14 w 18"/>
                <a:gd name="T73" fmla="*/ 4 h 9"/>
                <a:gd name="T74" fmla="*/ 15 w 18"/>
                <a:gd name="T75" fmla="*/ 5 h 9"/>
                <a:gd name="T76" fmla="*/ 16 w 18"/>
                <a:gd name="T77" fmla="*/ 8 h 9"/>
                <a:gd name="T78" fmla="*/ 13 w 18"/>
                <a:gd name="T79" fmla="*/ 6 h 9"/>
                <a:gd name="T80" fmla="*/ 11 w 18"/>
                <a:gd name="T81" fmla="*/ 5 h 9"/>
                <a:gd name="T82" fmla="*/ 14 w 18"/>
                <a:gd name="T83" fmla="*/ 8 h 9"/>
                <a:gd name="T84" fmla="*/ 10 w 18"/>
                <a:gd name="T85" fmla="*/ 6 h 9"/>
                <a:gd name="T86" fmla="*/ 3 w 18"/>
                <a:gd name="T87" fmla="*/ 4 h 9"/>
                <a:gd name="T88" fmla="*/ 13 w 18"/>
                <a:gd name="T89" fmla="*/ 8 h 9"/>
                <a:gd name="T90" fmla="*/ 7 w 18"/>
                <a:gd name="T91" fmla="*/ 5 h 9"/>
                <a:gd name="T92" fmla="*/ 11 w 18"/>
                <a:gd name="T93" fmla="*/ 5 h 9"/>
                <a:gd name="T94" fmla="*/ 1 w 18"/>
                <a:gd name="T95" fmla="*/ 2 h 9"/>
                <a:gd name="T96" fmla="*/ 15 w 18"/>
                <a:gd name="T97" fmla="*/ 6 h 9"/>
                <a:gd name="T98" fmla="*/ 15 w 18"/>
                <a:gd name="T99" fmla="*/ 6 h 9"/>
                <a:gd name="T100" fmla="*/ 7 w 18"/>
                <a:gd name="T101" fmla="*/ 2 h 9"/>
                <a:gd name="T102" fmla="*/ 17 w 18"/>
                <a:gd name="T103" fmla="*/ 5 h 9"/>
                <a:gd name="T104" fmla="*/ 8 w 18"/>
                <a:gd name="T105" fmla="*/ 1 h 9"/>
                <a:gd name="T106" fmla="*/ 15 w 18"/>
                <a:gd name="T107" fmla="*/ 4 h 9"/>
                <a:gd name="T108" fmla="*/ 9 w 18"/>
                <a:gd name="T109" fmla="*/ 2 h 9"/>
                <a:gd name="T110" fmla="*/ 9 w 18"/>
                <a:gd name="T111" fmla="*/ 1 h 9"/>
                <a:gd name="T112" fmla="*/ 9 w 18"/>
                <a:gd name="T113" fmla="*/ 1 h 9"/>
                <a:gd name="T114" fmla="*/ 13 w 18"/>
                <a:gd name="T115" fmla="*/ 2 h 9"/>
                <a:gd name="T116" fmla="*/ 4 w 18"/>
                <a:gd name="T117" fmla="*/ 1 h 9"/>
                <a:gd name="T118" fmla="*/ 4 w 18"/>
                <a:gd name="T119" fmla="*/ 1 h 9"/>
                <a:gd name="T120" fmla="*/ 14 w 18"/>
                <a:gd name="T121" fmla="*/ 2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 h="9">
                  <a:moveTo>
                    <a:pt x="14" y="2"/>
                  </a:moveTo>
                  <a:cubicBezTo>
                    <a:pt x="12" y="2"/>
                    <a:pt x="11" y="1"/>
                    <a:pt x="9" y="1"/>
                  </a:cubicBezTo>
                  <a:cubicBezTo>
                    <a:pt x="7" y="1"/>
                    <a:pt x="6" y="1"/>
                    <a:pt x="4" y="1"/>
                  </a:cubicBezTo>
                  <a:cubicBezTo>
                    <a:pt x="4" y="1"/>
                    <a:pt x="4" y="1"/>
                    <a:pt x="4" y="1"/>
                  </a:cubicBezTo>
                  <a:cubicBezTo>
                    <a:pt x="8" y="1"/>
                    <a:pt x="12" y="3"/>
                    <a:pt x="15" y="4"/>
                  </a:cubicBezTo>
                  <a:cubicBezTo>
                    <a:pt x="15" y="4"/>
                    <a:pt x="16" y="4"/>
                    <a:pt x="15" y="4"/>
                  </a:cubicBezTo>
                  <a:cubicBezTo>
                    <a:pt x="12" y="1"/>
                    <a:pt x="8" y="0"/>
                    <a:pt x="4" y="0"/>
                  </a:cubicBezTo>
                  <a:cubicBezTo>
                    <a:pt x="4" y="0"/>
                    <a:pt x="4" y="0"/>
                    <a:pt x="4" y="1"/>
                  </a:cubicBezTo>
                  <a:cubicBezTo>
                    <a:pt x="6" y="1"/>
                    <a:pt x="8" y="1"/>
                    <a:pt x="10" y="2"/>
                  </a:cubicBezTo>
                  <a:cubicBezTo>
                    <a:pt x="11" y="2"/>
                    <a:pt x="12" y="2"/>
                    <a:pt x="13" y="3"/>
                  </a:cubicBezTo>
                  <a:cubicBezTo>
                    <a:pt x="14" y="3"/>
                    <a:pt x="15" y="4"/>
                    <a:pt x="16" y="4"/>
                  </a:cubicBezTo>
                  <a:cubicBezTo>
                    <a:pt x="16" y="4"/>
                    <a:pt x="16" y="4"/>
                    <a:pt x="16" y="4"/>
                  </a:cubicBezTo>
                  <a:cubicBezTo>
                    <a:pt x="14" y="2"/>
                    <a:pt x="12" y="1"/>
                    <a:pt x="10" y="1"/>
                  </a:cubicBezTo>
                  <a:cubicBezTo>
                    <a:pt x="7" y="0"/>
                    <a:pt x="5" y="0"/>
                    <a:pt x="2" y="0"/>
                  </a:cubicBezTo>
                  <a:cubicBezTo>
                    <a:pt x="2" y="0"/>
                    <a:pt x="2" y="0"/>
                    <a:pt x="2" y="0"/>
                  </a:cubicBezTo>
                  <a:cubicBezTo>
                    <a:pt x="4" y="0"/>
                    <a:pt x="7" y="1"/>
                    <a:pt x="9" y="2"/>
                  </a:cubicBezTo>
                  <a:cubicBezTo>
                    <a:pt x="11" y="2"/>
                    <a:pt x="13" y="3"/>
                    <a:pt x="15" y="5"/>
                  </a:cubicBezTo>
                  <a:cubicBezTo>
                    <a:pt x="15" y="5"/>
                    <a:pt x="15" y="5"/>
                    <a:pt x="15" y="5"/>
                  </a:cubicBezTo>
                  <a:cubicBezTo>
                    <a:pt x="13" y="4"/>
                    <a:pt x="11" y="3"/>
                    <a:pt x="9" y="2"/>
                  </a:cubicBezTo>
                  <a:cubicBezTo>
                    <a:pt x="6" y="1"/>
                    <a:pt x="3" y="1"/>
                    <a:pt x="1" y="1"/>
                  </a:cubicBezTo>
                  <a:cubicBezTo>
                    <a:pt x="1" y="1"/>
                    <a:pt x="0" y="1"/>
                    <a:pt x="1" y="1"/>
                  </a:cubicBezTo>
                  <a:cubicBezTo>
                    <a:pt x="5" y="2"/>
                    <a:pt x="11" y="2"/>
                    <a:pt x="15" y="4"/>
                  </a:cubicBezTo>
                  <a:cubicBezTo>
                    <a:pt x="15" y="4"/>
                    <a:pt x="15" y="4"/>
                    <a:pt x="15" y="4"/>
                  </a:cubicBezTo>
                  <a:cubicBezTo>
                    <a:pt x="13" y="3"/>
                    <a:pt x="10" y="2"/>
                    <a:pt x="8" y="1"/>
                  </a:cubicBezTo>
                  <a:cubicBezTo>
                    <a:pt x="8" y="1"/>
                    <a:pt x="8" y="1"/>
                    <a:pt x="8" y="1"/>
                  </a:cubicBezTo>
                  <a:cubicBezTo>
                    <a:pt x="10" y="2"/>
                    <a:pt x="11" y="2"/>
                    <a:pt x="13" y="3"/>
                  </a:cubicBezTo>
                  <a:cubicBezTo>
                    <a:pt x="14" y="3"/>
                    <a:pt x="16" y="4"/>
                    <a:pt x="17" y="5"/>
                  </a:cubicBezTo>
                  <a:cubicBezTo>
                    <a:pt x="17" y="5"/>
                    <a:pt x="17" y="5"/>
                    <a:pt x="17" y="5"/>
                  </a:cubicBezTo>
                  <a:cubicBezTo>
                    <a:pt x="13" y="3"/>
                    <a:pt x="9" y="1"/>
                    <a:pt x="4" y="1"/>
                  </a:cubicBezTo>
                  <a:cubicBezTo>
                    <a:pt x="4" y="1"/>
                    <a:pt x="4" y="1"/>
                    <a:pt x="4" y="1"/>
                  </a:cubicBezTo>
                  <a:cubicBezTo>
                    <a:pt x="5" y="2"/>
                    <a:pt x="7" y="2"/>
                    <a:pt x="9" y="3"/>
                  </a:cubicBezTo>
                  <a:cubicBezTo>
                    <a:pt x="11" y="4"/>
                    <a:pt x="13" y="4"/>
                    <a:pt x="15" y="6"/>
                  </a:cubicBezTo>
                  <a:cubicBezTo>
                    <a:pt x="15" y="5"/>
                    <a:pt x="15" y="5"/>
                    <a:pt x="15" y="5"/>
                  </a:cubicBezTo>
                  <a:cubicBezTo>
                    <a:pt x="11" y="4"/>
                    <a:pt x="6" y="2"/>
                    <a:pt x="2" y="2"/>
                  </a:cubicBezTo>
                  <a:cubicBezTo>
                    <a:pt x="2" y="2"/>
                    <a:pt x="2" y="2"/>
                    <a:pt x="2" y="2"/>
                  </a:cubicBezTo>
                  <a:cubicBezTo>
                    <a:pt x="6" y="3"/>
                    <a:pt x="11" y="3"/>
                    <a:pt x="14" y="7"/>
                  </a:cubicBezTo>
                  <a:cubicBezTo>
                    <a:pt x="15" y="6"/>
                    <a:pt x="15" y="6"/>
                    <a:pt x="15" y="6"/>
                  </a:cubicBezTo>
                  <a:cubicBezTo>
                    <a:pt x="10" y="5"/>
                    <a:pt x="6" y="2"/>
                    <a:pt x="1" y="2"/>
                  </a:cubicBezTo>
                  <a:cubicBezTo>
                    <a:pt x="1" y="2"/>
                    <a:pt x="1" y="2"/>
                    <a:pt x="1" y="2"/>
                  </a:cubicBezTo>
                  <a:cubicBezTo>
                    <a:pt x="2" y="3"/>
                    <a:pt x="3" y="3"/>
                    <a:pt x="4" y="3"/>
                  </a:cubicBezTo>
                  <a:cubicBezTo>
                    <a:pt x="5" y="4"/>
                    <a:pt x="6" y="4"/>
                    <a:pt x="7" y="4"/>
                  </a:cubicBezTo>
                  <a:cubicBezTo>
                    <a:pt x="8" y="4"/>
                    <a:pt x="9" y="5"/>
                    <a:pt x="10" y="5"/>
                  </a:cubicBezTo>
                  <a:cubicBezTo>
                    <a:pt x="12" y="6"/>
                    <a:pt x="13" y="7"/>
                    <a:pt x="14" y="7"/>
                  </a:cubicBezTo>
                  <a:cubicBezTo>
                    <a:pt x="14" y="7"/>
                    <a:pt x="14" y="7"/>
                    <a:pt x="14" y="7"/>
                  </a:cubicBezTo>
                  <a:cubicBezTo>
                    <a:pt x="12" y="6"/>
                    <a:pt x="10" y="5"/>
                    <a:pt x="7" y="5"/>
                  </a:cubicBezTo>
                  <a:cubicBezTo>
                    <a:pt x="5" y="4"/>
                    <a:pt x="3" y="3"/>
                    <a:pt x="1" y="3"/>
                  </a:cubicBezTo>
                  <a:cubicBezTo>
                    <a:pt x="1" y="3"/>
                    <a:pt x="1" y="4"/>
                    <a:pt x="1" y="4"/>
                  </a:cubicBezTo>
                  <a:cubicBezTo>
                    <a:pt x="5" y="6"/>
                    <a:pt x="10" y="5"/>
                    <a:pt x="13" y="8"/>
                  </a:cubicBezTo>
                  <a:cubicBezTo>
                    <a:pt x="13" y="8"/>
                    <a:pt x="13" y="8"/>
                    <a:pt x="13" y="8"/>
                  </a:cubicBezTo>
                  <a:cubicBezTo>
                    <a:pt x="10" y="7"/>
                    <a:pt x="7" y="5"/>
                    <a:pt x="3" y="4"/>
                  </a:cubicBezTo>
                  <a:cubicBezTo>
                    <a:pt x="3" y="4"/>
                    <a:pt x="3" y="4"/>
                    <a:pt x="3" y="4"/>
                  </a:cubicBezTo>
                  <a:cubicBezTo>
                    <a:pt x="7" y="5"/>
                    <a:pt x="10" y="7"/>
                    <a:pt x="14" y="9"/>
                  </a:cubicBezTo>
                  <a:cubicBezTo>
                    <a:pt x="14" y="9"/>
                    <a:pt x="14" y="9"/>
                    <a:pt x="14" y="9"/>
                  </a:cubicBezTo>
                  <a:cubicBezTo>
                    <a:pt x="12" y="8"/>
                    <a:pt x="11" y="7"/>
                    <a:pt x="10" y="6"/>
                  </a:cubicBezTo>
                  <a:cubicBezTo>
                    <a:pt x="10" y="6"/>
                    <a:pt x="10" y="6"/>
                    <a:pt x="10" y="6"/>
                  </a:cubicBezTo>
                  <a:cubicBezTo>
                    <a:pt x="11" y="6"/>
                    <a:pt x="12" y="7"/>
                    <a:pt x="12" y="7"/>
                  </a:cubicBezTo>
                  <a:cubicBezTo>
                    <a:pt x="13" y="8"/>
                    <a:pt x="14" y="8"/>
                    <a:pt x="14" y="9"/>
                  </a:cubicBezTo>
                  <a:cubicBezTo>
                    <a:pt x="14" y="9"/>
                    <a:pt x="15" y="8"/>
                    <a:pt x="14" y="8"/>
                  </a:cubicBezTo>
                  <a:cubicBezTo>
                    <a:pt x="13" y="7"/>
                    <a:pt x="12" y="7"/>
                    <a:pt x="11" y="5"/>
                  </a:cubicBezTo>
                  <a:cubicBezTo>
                    <a:pt x="11" y="6"/>
                    <a:pt x="11" y="6"/>
                    <a:pt x="11" y="6"/>
                  </a:cubicBezTo>
                  <a:cubicBezTo>
                    <a:pt x="13" y="6"/>
                    <a:pt x="14" y="8"/>
                    <a:pt x="15" y="9"/>
                  </a:cubicBezTo>
                  <a:cubicBezTo>
                    <a:pt x="16" y="9"/>
                    <a:pt x="16" y="8"/>
                    <a:pt x="16" y="8"/>
                  </a:cubicBezTo>
                  <a:cubicBezTo>
                    <a:pt x="15" y="7"/>
                    <a:pt x="14" y="6"/>
                    <a:pt x="13" y="5"/>
                  </a:cubicBezTo>
                  <a:cubicBezTo>
                    <a:pt x="13" y="6"/>
                    <a:pt x="13" y="6"/>
                    <a:pt x="13" y="6"/>
                  </a:cubicBezTo>
                  <a:cubicBezTo>
                    <a:pt x="14" y="6"/>
                    <a:pt x="15" y="7"/>
                    <a:pt x="16" y="8"/>
                  </a:cubicBezTo>
                  <a:cubicBezTo>
                    <a:pt x="16" y="8"/>
                    <a:pt x="17" y="8"/>
                    <a:pt x="17" y="8"/>
                  </a:cubicBezTo>
                  <a:cubicBezTo>
                    <a:pt x="16" y="7"/>
                    <a:pt x="15" y="6"/>
                    <a:pt x="14" y="5"/>
                  </a:cubicBezTo>
                  <a:cubicBezTo>
                    <a:pt x="14" y="5"/>
                    <a:pt x="14" y="5"/>
                    <a:pt x="14" y="5"/>
                  </a:cubicBezTo>
                  <a:cubicBezTo>
                    <a:pt x="14" y="5"/>
                    <a:pt x="14" y="5"/>
                    <a:pt x="14" y="5"/>
                  </a:cubicBezTo>
                  <a:cubicBezTo>
                    <a:pt x="15" y="6"/>
                    <a:pt x="15" y="5"/>
                    <a:pt x="15" y="5"/>
                  </a:cubicBezTo>
                  <a:cubicBezTo>
                    <a:pt x="15" y="5"/>
                    <a:pt x="15" y="5"/>
                    <a:pt x="14" y="4"/>
                  </a:cubicBezTo>
                  <a:cubicBezTo>
                    <a:pt x="14" y="5"/>
                    <a:pt x="14" y="5"/>
                    <a:pt x="14" y="5"/>
                  </a:cubicBezTo>
                  <a:cubicBezTo>
                    <a:pt x="15" y="5"/>
                    <a:pt x="15" y="5"/>
                    <a:pt x="15" y="5"/>
                  </a:cubicBezTo>
                  <a:cubicBezTo>
                    <a:pt x="15" y="5"/>
                    <a:pt x="16" y="5"/>
                    <a:pt x="15" y="5"/>
                  </a:cubicBezTo>
                  <a:cubicBezTo>
                    <a:pt x="15" y="4"/>
                    <a:pt x="15" y="4"/>
                    <a:pt x="15" y="4"/>
                  </a:cubicBezTo>
                  <a:cubicBezTo>
                    <a:pt x="14" y="4"/>
                    <a:pt x="14" y="4"/>
                    <a:pt x="14" y="4"/>
                  </a:cubicBezTo>
                  <a:cubicBezTo>
                    <a:pt x="15" y="5"/>
                    <a:pt x="16" y="5"/>
                    <a:pt x="17" y="6"/>
                  </a:cubicBezTo>
                  <a:cubicBezTo>
                    <a:pt x="17" y="6"/>
                    <a:pt x="17" y="6"/>
                    <a:pt x="17" y="6"/>
                  </a:cubicBezTo>
                  <a:cubicBezTo>
                    <a:pt x="16" y="5"/>
                    <a:pt x="16" y="4"/>
                    <a:pt x="15" y="4"/>
                  </a:cubicBezTo>
                  <a:cubicBezTo>
                    <a:pt x="15" y="4"/>
                    <a:pt x="15" y="4"/>
                    <a:pt x="15" y="4"/>
                  </a:cubicBezTo>
                  <a:cubicBezTo>
                    <a:pt x="16" y="4"/>
                    <a:pt x="16" y="5"/>
                    <a:pt x="17" y="6"/>
                  </a:cubicBezTo>
                  <a:cubicBezTo>
                    <a:pt x="17" y="6"/>
                    <a:pt x="17" y="5"/>
                    <a:pt x="17" y="5"/>
                  </a:cubicBezTo>
                  <a:cubicBezTo>
                    <a:pt x="17" y="5"/>
                    <a:pt x="16" y="4"/>
                    <a:pt x="15" y="4"/>
                  </a:cubicBezTo>
                  <a:cubicBezTo>
                    <a:pt x="15" y="4"/>
                    <a:pt x="15" y="4"/>
                    <a:pt x="15" y="4"/>
                  </a:cubicBezTo>
                  <a:cubicBezTo>
                    <a:pt x="15" y="5"/>
                    <a:pt x="16" y="6"/>
                    <a:pt x="16" y="7"/>
                  </a:cubicBezTo>
                  <a:cubicBezTo>
                    <a:pt x="16" y="7"/>
                    <a:pt x="16" y="6"/>
                    <a:pt x="17" y="6"/>
                  </a:cubicBezTo>
                  <a:cubicBezTo>
                    <a:pt x="16" y="6"/>
                    <a:pt x="16" y="5"/>
                    <a:pt x="15" y="5"/>
                  </a:cubicBezTo>
                  <a:cubicBezTo>
                    <a:pt x="15" y="5"/>
                    <a:pt x="15" y="5"/>
                    <a:pt x="15" y="5"/>
                  </a:cubicBezTo>
                  <a:cubicBezTo>
                    <a:pt x="15" y="6"/>
                    <a:pt x="16" y="6"/>
                    <a:pt x="16" y="7"/>
                  </a:cubicBezTo>
                  <a:cubicBezTo>
                    <a:pt x="16" y="7"/>
                    <a:pt x="16" y="6"/>
                    <a:pt x="16" y="6"/>
                  </a:cubicBezTo>
                  <a:cubicBezTo>
                    <a:pt x="15" y="6"/>
                    <a:pt x="14" y="5"/>
                    <a:pt x="14" y="5"/>
                  </a:cubicBezTo>
                  <a:cubicBezTo>
                    <a:pt x="13" y="5"/>
                    <a:pt x="13" y="5"/>
                    <a:pt x="13" y="5"/>
                  </a:cubicBezTo>
                  <a:cubicBezTo>
                    <a:pt x="14" y="6"/>
                    <a:pt x="15" y="7"/>
                    <a:pt x="16" y="7"/>
                  </a:cubicBezTo>
                  <a:cubicBezTo>
                    <a:pt x="16" y="7"/>
                    <a:pt x="16" y="7"/>
                    <a:pt x="16" y="6"/>
                  </a:cubicBezTo>
                  <a:cubicBezTo>
                    <a:pt x="16" y="6"/>
                    <a:pt x="15" y="6"/>
                    <a:pt x="15" y="5"/>
                  </a:cubicBezTo>
                  <a:cubicBezTo>
                    <a:pt x="15" y="5"/>
                    <a:pt x="15" y="5"/>
                    <a:pt x="15" y="5"/>
                  </a:cubicBezTo>
                  <a:cubicBezTo>
                    <a:pt x="15" y="6"/>
                    <a:pt x="16" y="6"/>
                    <a:pt x="16" y="7"/>
                  </a:cubicBezTo>
                  <a:cubicBezTo>
                    <a:pt x="17" y="7"/>
                    <a:pt x="17" y="7"/>
                    <a:pt x="17" y="6"/>
                  </a:cubicBezTo>
                  <a:cubicBezTo>
                    <a:pt x="16" y="6"/>
                    <a:pt x="16" y="5"/>
                    <a:pt x="15" y="4"/>
                  </a:cubicBezTo>
                  <a:cubicBezTo>
                    <a:pt x="15" y="4"/>
                    <a:pt x="15" y="4"/>
                    <a:pt x="15" y="4"/>
                  </a:cubicBezTo>
                  <a:cubicBezTo>
                    <a:pt x="16" y="5"/>
                    <a:pt x="16" y="5"/>
                    <a:pt x="17" y="6"/>
                  </a:cubicBezTo>
                  <a:cubicBezTo>
                    <a:pt x="17" y="6"/>
                    <a:pt x="17" y="5"/>
                    <a:pt x="17" y="5"/>
                  </a:cubicBezTo>
                  <a:cubicBezTo>
                    <a:pt x="17" y="5"/>
                    <a:pt x="16" y="4"/>
                    <a:pt x="15" y="4"/>
                  </a:cubicBezTo>
                  <a:cubicBezTo>
                    <a:pt x="15" y="4"/>
                    <a:pt x="15" y="4"/>
                    <a:pt x="15" y="4"/>
                  </a:cubicBezTo>
                  <a:cubicBezTo>
                    <a:pt x="15" y="5"/>
                    <a:pt x="16" y="5"/>
                    <a:pt x="17" y="6"/>
                  </a:cubicBezTo>
                  <a:cubicBezTo>
                    <a:pt x="17" y="6"/>
                    <a:pt x="17" y="6"/>
                    <a:pt x="17" y="6"/>
                  </a:cubicBezTo>
                  <a:cubicBezTo>
                    <a:pt x="16" y="5"/>
                    <a:pt x="15" y="4"/>
                    <a:pt x="15" y="4"/>
                  </a:cubicBezTo>
                  <a:cubicBezTo>
                    <a:pt x="14" y="4"/>
                    <a:pt x="14" y="4"/>
                    <a:pt x="14" y="4"/>
                  </a:cubicBezTo>
                  <a:cubicBezTo>
                    <a:pt x="15" y="4"/>
                    <a:pt x="15" y="5"/>
                    <a:pt x="15" y="5"/>
                  </a:cubicBezTo>
                  <a:cubicBezTo>
                    <a:pt x="15" y="5"/>
                    <a:pt x="15" y="5"/>
                    <a:pt x="15" y="5"/>
                  </a:cubicBezTo>
                  <a:cubicBezTo>
                    <a:pt x="15" y="4"/>
                    <a:pt x="15" y="4"/>
                    <a:pt x="14" y="4"/>
                  </a:cubicBezTo>
                  <a:cubicBezTo>
                    <a:pt x="14" y="4"/>
                    <a:pt x="14" y="4"/>
                    <a:pt x="14" y="5"/>
                  </a:cubicBezTo>
                  <a:cubicBezTo>
                    <a:pt x="14" y="5"/>
                    <a:pt x="14" y="5"/>
                    <a:pt x="14" y="5"/>
                  </a:cubicBezTo>
                  <a:cubicBezTo>
                    <a:pt x="14" y="5"/>
                    <a:pt x="14" y="5"/>
                    <a:pt x="15" y="5"/>
                  </a:cubicBezTo>
                  <a:cubicBezTo>
                    <a:pt x="14" y="5"/>
                    <a:pt x="14" y="5"/>
                    <a:pt x="14" y="5"/>
                  </a:cubicBezTo>
                  <a:cubicBezTo>
                    <a:pt x="13" y="5"/>
                    <a:pt x="13" y="5"/>
                    <a:pt x="13" y="5"/>
                  </a:cubicBezTo>
                  <a:cubicBezTo>
                    <a:pt x="14" y="6"/>
                    <a:pt x="16" y="7"/>
                    <a:pt x="16" y="8"/>
                  </a:cubicBezTo>
                  <a:cubicBezTo>
                    <a:pt x="16" y="8"/>
                    <a:pt x="16" y="8"/>
                    <a:pt x="16" y="8"/>
                  </a:cubicBezTo>
                  <a:cubicBezTo>
                    <a:pt x="15" y="7"/>
                    <a:pt x="14" y="6"/>
                    <a:pt x="13" y="5"/>
                  </a:cubicBezTo>
                  <a:cubicBezTo>
                    <a:pt x="13" y="5"/>
                    <a:pt x="12" y="6"/>
                    <a:pt x="13" y="6"/>
                  </a:cubicBezTo>
                  <a:cubicBezTo>
                    <a:pt x="14" y="7"/>
                    <a:pt x="15" y="7"/>
                    <a:pt x="15" y="8"/>
                  </a:cubicBezTo>
                  <a:cubicBezTo>
                    <a:pt x="15" y="8"/>
                    <a:pt x="16" y="8"/>
                    <a:pt x="16" y="8"/>
                  </a:cubicBezTo>
                  <a:cubicBezTo>
                    <a:pt x="14" y="8"/>
                    <a:pt x="13" y="6"/>
                    <a:pt x="11" y="5"/>
                  </a:cubicBezTo>
                  <a:cubicBezTo>
                    <a:pt x="11" y="5"/>
                    <a:pt x="11" y="5"/>
                    <a:pt x="11" y="6"/>
                  </a:cubicBezTo>
                  <a:cubicBezTo>
                    <a:pt x="12" y="7"/>
                    <a:pt x="13" y="8"/>
                    <a:pt x="14" y="9"/>
                  </a:cubicBezTo>
                  <a:cubicBezTo>
                    <a:pt x="14" y="8"/>
                    <a:pt x="14" y="8"/>
                    <a:pt x="14" y="8"/>
                  </a:cubicBezTo>
                  <a:cubicBezTo>
                    <a:pt x="14" y="8"/>
                    <a:pt x="13" y="7"/>
                    <a:pt x="12" y="7"/>
                  </a:cubicBezTo>
                  <a:cubicBezTo>
                    <a:pt x="12" y="6"/>
                    <a:pt x="11" y="6"/>
                    <a:pt x="10" y="6"/>
                  </a:cubicBezTo>
                  <a:cubicBezTo>
                    <a:pt x="10" y="6"/>
                    <a:pt x="10" y="6"/>
                    <a:pt x="10" y="6"/>
                  </a:cubicBezTo>
                  <a:cubicBezTo>
                    <a:pt x="11" y="7"/>
                    <a:pt x="12" y="8"/>
                    <a:pt x="14" y="9"/>
                  </a:cubicBezTo>
                  <a:cubicBezTo>
                    <a:pt x="14" y="9"/>
                    <a:pt x="14" y="9"/>
                    <a:pt x="14" y="9"/>
                  </a:cubicBezTo>
                  <a:cubicBezTo>
                    <a:pt x="11" y="6"/>
                    <a:pt x="7" y="5"/>
                    <a:pt x="3" y="4"/>
                  </a:cubicBezTo>
                  <a:cubicBezTo>
                    <a:pt x="3" y="4"/>
                    <a:pt x="3" y="4"/>
                    <a:pt x="3" y="4"/>
                  </a:cubicBezTo>
                  <a:cubicBezTo>
                    <a:pt x="7" y="5"/>
                    <a:pt x="10" y="7"/>
                    <a:pt x="13" y="8"/>
                  </a:cubicBezTo>
                  <a:cubicBezTo>
                    <a:pt x="13" y="8"/>
                    <a:pt x="14" y="8"/>
                    <a:pt x="13" y="8"/>
                  </a:cubicBezTo>
                  <a:cubicBezTo>
                    <a:pt x="10" y="4"/>
                    <a:pt x="5" y="5"/>
                    <a:pt x="1" y="3"/>
                  </a:cubicBezTo>
                  <a:cubicBezTo>
                    <a:pt x="1" y="3"/>
                    <a:pt x="1" y="4"/>
                    <a:pt x="1" y="4"/>
                  </a:cubicBezTo>
                  <a:cubicBezTo>
                    <a:pt x="3" y="3"/>
                    <a:pt x="5" y="4"/>
                    <a:pt x="7" y="5"/>
                  </a:cubicBezTo>
                  <a:cubicBezTo>
                    <a:pt x="10" y="6"/>
                    <a:pt x="12" y="6"/>
                    <a:pt x="14" y="7"/>
                  </a:cubicBezTo>
                  <a:cubicBezTo>
                    <a:pt x="14" y="7"/>
                    <a:pt x="14" y="7"/>
                    <a:pt x="14" y="7"/>
                  </a:cubicBezTo>
                  <a:cubicBezTo>
                    <a:pt x="13" y="6"/>
                    <a:pt x="12" y="6"/>
                    <a:pt x="11" y="5"/>
                  </a:cubicBezTo>
                  <a:cubicBezTo>
                    <a:pt x="10" y="5"/>
                    <a:pt x="8" y="4"/>
                    <a:pt x="7" y="4"/>
                  </a:cubicBezTo>
                  <a:cubicBezTo>
                    <a:pt x="6" y="4"/>
                    <a:pt x="5" y="3"/>
                    <a:pt x="4" y="3"/>
                  </a:cubicBezTo>
                  <a:cubicBezTo>
                    <a:pt x="3" y="3"/>
                    <a:pt x="2" y="3"/>
                    <a:pt x="1" y="2"/>
                  </a:cubicBezTo>
                  <a:cubicBezTo>
                    <a:pt x="1" y="2"/>
                    <a:pt x="1" y="2"/>
                    <a:pt x="1" y="2"/>
                  </a:cubicBezTo>
                  <a:cubicBezTo>
                    <a:pt x="6" y="2"/>
                    <a:pt x="10" y="5"/>
                    <a:pt x="15" y="7"/>
                  </a:cubicBezTo>
                  <a:cubicBezTo>
                    <a:pt x="15" y="7"/>
                    <a:pt x="15" y="6"/>
                    <a:pt x="15" y="6"/>
                  </a:cubicBezTo>
                  <a:cubicBezTo>
                    <a:pt x="11" y="3"/>
                    <a:pt x="6" y="3"/>
                    <a:pt x="2" y="2"/>
                  </a:cubicBezTo>
                  <a:cubicBezTo>
                    <a:pt x="2" y="2"/>
                    <a:pt x="2" y="2"/>
                    <a:pt x="2" y="2"/>
                  </a:cubicBezTo>
                  <a:cubicBezTo>
                    <a:pt x="6" y="2"/>
                    <a:pt x="11" y="4"/>
                    <a:pt x="15" y="6"/>
                  </a:cubicBezTo>
                  <a:cubicBezTo>
                    <a:pt x="15" y="6"/>
                    <a:pt x="15" y="5"/>
                    <a:pt x="15" y="5"/>
                  </a:cubicBezTo>
                  <a:cubicBezTo>
                    <a:pt x="13" y="4"/>
                    <a:pt x="11" y="3"/>
                    <a:pt x="9" y="3"/>
                  </a:cubicBezTo>
                  <a:cubicBezTo>
                    <a:pt x="8" y="2"/>
                    <a:pt x="8" y="2"/>
                    <a:pt x="7" y="2"/>
                  </a:cubicBezTo>
                  <a:cubicBezTo>
                    <a:pt x="6" y="2"/>
                    <a:pt x="5" y="1"/>
                    <a:pt x="4" y="1"/>
                  </a:cubicBezTo>
                  <a:cubicBezTo>
                    <a:pt x="4" y="1"/>
                    <a:pt x="4" y="1"/>
                    <a:pt x="4" y="1"/>
                  </a:cubicBezTo>
                  <a:cubicBezTo>
                    <a:pt x="9" y="1"/>
                    <a:pt x="13" y="4"/>
                    <a:pt x="17" y="5"/>
                  </a:cubicBezTo>
                  <a:cubicBezTo>
                    <a:pt x="17" y="5"/>
                    <a:pt x="18" y="5"/>
                    <a:pt x="17" y="5"/>
                  </a:cubicBezTo>
                  <a:cubicBezTo>
                    <a:pt x="16" y="4"/>
                    <a:pt x="15" y="3"/>
                    <a:pt x="13" y="3"/>
                  </a:cubicBezTo>
                  <a:cubicBezTo>
                    <a:pt x="12" y="2"/>
                    <a:pt x="10" y="2"/>
                    <a:pt x="8" y="1"/>
                  </a:cubicBezTo>
                  <a:cubicBezTo>
                    <a:pt x="8" y="1"/>
                    <a:pt x="8" y="1"/>
                    <a:pt x="8" y="1"/>
                  </a:cubicBezTo>
                  <a:cubicBezTo>
                    <a:pt x="10" y="2"/>
                    <a:pt x="13" y="3"/>
                    <a:pt x="15" y="4"/>
                  </a:cubicBezTo>
                  <a:cubicBezTo>
                    <a:pt x="15" y="4"/>
                    <a:pt x="15" y="4"/>
                    <a:pt x="15" y="4"/>
                  </a:cubicBezTo>
                  <a:cubicBezTo>
                    <a:pt x="11" y="1"/>
                    <a:pt x="6" y="2"/>
                    <a:pt x="1" y="1"/>
                  </a:cubicBezTo>
                  <a:cubicBezTo>
                    <a:pt x="1" y="1"/>
                    <a:pt x="1" y="1"/>
                    <a:pt x="1" y="1"/>
                  </a:cubicBezTo>
                  <a:cubicBezTo>
                    <a:pt x="3" y="1"/>
                    <a:pt x="6" y="2"/>
                    <a:pt x="9" y="2"/>
                  </a:cubicBezTo>
                  <a:cubicBezTo>
                    <a:pt x="11" y="3"/>
                    <a:pt x="13" y="4"/>
                    <a:pt x="15" y="5"/>
                  </a:cubicBezTo>
                  <a:cubicBezTo>
                    <a:pt x="15" y="5"/>
                    <a:pt x="15" y="5"/>
                    <a:pt x="15" y="5"/>
                  </a:cubicBezTo>
                  <a:cubicBezTo>
                    <a:pt x="14" y="3"/>
                    <a:pt x="11" y="2"/>
                    <a:pt x="9" y="1"/>
                  </a:cubicBezTo>
                  <a:cubicBezTo>
                    <a:pt x="7" y="0"/>
                    <a:pt x="5" y="0"/>
                    <a:pt x="2" y="0"/>
                  </a:cubicBezTo>
                  <a:cubicBezTo>
                    <a:pt x="2" y="0"/>
                    <a:pt x="2" y="0"/>
                    <a:pt x="2" y="0"/>
                  </a:cubicBezTo>
                  <a:cubicBezTo>
                    <a:pt x="5" y="0"/>
                    <a:pt x="7" y="0"/>
                    <a:pt x="9" y="1"/>
                  </a:cubicBezTo>
                  <a:cubicBezTo>
                    <a:pt x="12" y="2"/>
                    <a:pt x="14" y="3"/>
                    <a:pt x="16" y="4"/>
                  </a:cubicBezTo>
                  <a:cubicBezTo>
                    <a:pt x="16" y="4"/>
                    <a:pt x="16" y="4"/>
                    <a:pt x="16" y="4"/>
                  </a:cubicBezTo>
                  <a:cubicBezTo>
                    <a:pt x="15" y="3"/>
                    <a:pt x="14" y="3"/>
                    <a:pt x="13" y="2"/>
                  </a:cubicBezTo>
                  <a:cubicBezTo>
                    <a:pt x="12" y="2"/>
                    <a:pt x="11" y="2"/>
                    <a:pt x="10" y="1"/>
                  </a:cubicBezTo>
                  <a:cubicBezTo>
                    <a:pt x="8" y="1"/>
                    <a:pt x="6" y="1"/>
                    <a:pt x="4" y="0"/>
                  </a:cubicBezTo>
                  <a:cubicBezTo>
                    <a:pt x="4" y="0"/>
                    <a:pt x="4" y="0"/>
                    <a:pt x="4" y="1"/>
                  </a:cubicBezTo>
                  <a:cubicBezTo>
                    <a:pt x="8" y="1"/>
                    <a:pt x="12" y="1"/>
                    <a:pt x="15" y="4"/>
                  </a:cubicBezTo>
                  <a:cubicBezTo>
                    <a:pt x="15" y="4"/>
                    <a:pt x="15" y="4"/>
                    <a:pt x="15" y="4"/>
                  </a:cubicBezTo>
                  <a:cubicBezTo>
                    <a:pt x="12" y="3"/>
                    <a:pt x="8" y="1"/>
                    <a:pt x="4" y="1"/>
                  </a:cubicBezTo>
                  <a:cubicBezTo>
                    <a:pt x="4" y="1"/>
                    <a:pt x="4" y="1"/>
                    <a:pt x="4" y="1"/>
                  </a:cubicBezTo>
                  <a:cubicBezTo>
                    <a:pt x="7" y="2"/>
                    <a:pt x="11" y="1"/>
                    <a:pt x="14" y="3"/>
                  </a:cubicBezTo>
                  <a:cubicBezTo>
                    <a:pt x="14" y="3"/>
                    <a:pt x="14" y="2"/>
                    <a:pt x="1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6" name="Freeform 50"/>
            <p:cNvSpPr/>
            <p:nvPr/>
          </p:nvSpPr>
          <p:spPr bwMode="auto">
            <a:xfrm>
              <a:off x="2484438" y="3443288"/>
              <a:ext cx="68263" cy="69850"/>
            </a:xfrm>
            <a:custGeom>
              <a:avLst/>
              <a:gdLst>
                <a:gd name="T0" fmla="*/ 0 w 3"/>
                <a:gd name="T1" fmla="*/ 1 h 3"/>
                <a:gd name="T2" fmla="*/ 0 w 3"/>
                <a:gd name="T3" fmla="*/ 2 h 3"/>
                <a:gd name="T4" fmla="*/ 0 w 3"/>
                <a:gd name="T5" fmla="*/ 2 h 3"/>
                <a:gd name="T6" fmla="*/ 2 w 3"/>
                <a:gd name="T7" fmla="*/ 0 h 3"/>
                <a:gd name="T8" fmla="*/ 2 w 3"/>
                <a:gd name="T9" fmla="*/ 0 h 3"/>
                <a:gd name="T10" fmla="*/ 1 w 3"/>
                <a:gd name="T11" fmla="*/ 2 h 3"/>
                <a:gd name="T12" fmla="*/ 0 w 3"/>
                <a:gd name="T13" fmla="*/ 3 h 3"/>
                <a:gd name="T14" fmla="*/ 0 w 3"/>
                <a:gd name="T15" fmla="*/ 3 h 3"/>
                <a:gd name="T16" fmla="*/ 2 w 3"/>
                <a:gd name="T17" fmla="*/ 1 h 3"/>
                <a:gd name="T18" fmla="*/ 2 w 3"/>
                <a:gd name="T19" fmla="*/ 1 h 3"/>
                <a:gd name="T20" fmla="*/ 1 w 3"/>
                <a:gd name="T21" fmla="*/ 2 h 3"/>
                <a:gd name="T22" fmla="*/ 0 w 3"/>
                <a:gd name="T23" fmla="*/ 3 h 3"/>
                <a:gd name="T24" fmla="*/ 0 w 3"/>
                <a:gd name="T25" fmla="*/ 3 h 3"/>
                <a:gd name="T26" fmla="*/ 0 w 3"/>
                <a:gd name="T27" fmla="*/ 2 h 3"/>
                <a:gd name="T28" fmla="*/ 0 w 3"/>
                <a:gd name="T29" fmla="*/ 2 h 3"/>
                <a:gd name="T30" fmla="*/ 0 w 3"/>
                <a:gd name="T31" fmla="*/ 3 h 3"/>
                <a:gd name="T32" fmla="*/ 0 w 3"/>
                <a:gd name="T33" fmla="*/ 3 h 3"/>
                <a:gd name="T34" fmla="*/ 2 w 3"/>
                <a:gd name="T35" fmla="*/ 2 h 3"/>
                <a:gd name="T36" fmla="*/ 2 w 3"/>
                <a:gd name="T37" fmla="*/ 1 h 3"/>
                <a:gd name="T38" fmla="*/ 2 w 3"/>
                <a:gd name="T39" fmla="*/ 1 h 3"/>
                <a:gd name="T40" fmla="*/ 0 w 3"/>
                <a:gd name="T41" fmla="*/ 3 h 3"/>
                <a:gd name="T42" fmla="*/ 0 w 3"/>
                <a:gd name="T43" fmla="*/ 3 h 3"/>
                <a:gd name="T44" fmla="*/ 2 w 3"/>
                <a:gd name="T45" fmla="*/ 0 h 3"/>
                <a:gd name="T46" fmla="*/ 2 w 3"/>
                <a:gd name="T47" fmla="*/ 0 h 3"/>
                <a:gd name="T48" fmla="*/ 0 w 3"/>
                <a:gd name="T49" fmla="*/ 2 h 3"/>
                <a:gd name="T50" fmla="*/ 0 w 3"/>
                <a:gd name="T51" fmla="*/ 2 h 3"/>
                <a:gd name="T52" fmla="*/ 1 w 3"/>
                <a:gd name="T53" fmla="*/ 1 h 3"/>
                <a:gd name="T54" fmla="*/ 0 w 3"/>
                <a:gd name="T55"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 h="3">
                  <a:moveTo>
                    <a:pt x="0" y="1"/>
                  </a:moveTo>
                  <a:cubicBezTo>
                    <a:pt x="0" y="1"/>
                    <a:pt x="0" y="2"/>
                    <a:pt x="0" y="2"/>
                  </a:cubicBezTo>
                  <a:cubicBezTo>
                    <a:pt x="0" y="2"/>
                    <a:pt x="0" y="2"/>
                    <a:pt x="0" y="2"/>
                  </a:cubicBezTo>
                  <a:cubicBezTo>
                    <a:pt x="1" y="2"/>
                    <a:pt x="1" y="1"/>
                    <a:pt x="2" y="0"/>
                  </a:cubicBezTo>
                  <a:cubicBezTo>
                    <a:pt x="2" y="0"/>
                    <a:pt x="2" y="0"/>
                    <a:pt x="2" y="0"/>
                  </a:cubicBezTo>
                  <a:cubicBezTo>
                    <a:pt x="2" y="1"/>
                    <a:pt x="1" y="1"/>
                    <a:pt x="1" y="2"/>
                  </a:cubicBezTo>
                  <a:cubicBezTo>
                    <a:pt x="1" y="2"/>
                    <a:pt x="0" y="3"/>
                    <a:pt x="0" y="3"/>
                  </a:cubicBezTo>
                  <a:cubicBezTo>
                    <a:pt x="0" y="3"/>
                    <a:pt x="0" y="3"/>
                    <a:pt x="0" y="3"/>
                  </a:cubicBezTo>
                  <a:cubicBezTo>
                    <a:pt x="1" y="2"/>
                    <a:pt x="2" y="2"/>
                    <a:pt x="2" y="1"/>
                  </a:cubicBezTo>
                  <a:cubicBezTo>
                    <a:pt x="2" y="1"/>
                    <a:pt x="2" y="1"/>
                    <a:pt x="2" y="1"/>
                  </a:cubicBezTo>
                  <a:cubicBezTo>
                    <a:pt x="2" y="1"/>
                    <a:pt x="2" y="1"/>
                    <a:pt x="1" y="2"/>
                  </a:cubicBezTo>
                  <a:cubicBezTo>
                    <a:pt x="1" y="2"/>
                    <a:pt x="1" y="3"/>
                    <a:pt x="0" y="3"/>
                  </a:cubicBezTo>
                  <a:cubicBezTo>
                    <a:pt x="0" y="3"/>
                    <a:pt x="0" y="3"/>
                    <a:pt x="0" y="3"/>
                  </a:cubicBezTo>
                  <a:cubicBezTo>
                    <a:pt x="0" y="3"/>
                    <a:pt x="0" y="2"/>
                    <a:pt x="0" y="2"/>
                  </a:cubicBezTo>
                  <a:cubicBezTo>
                    <a:pt x="0" y="2"/>
                    <a:pt x="0" y="2"/>
                    <a:pt x="0" y="2"/>
                  </a:cubicBezTo>
                  <a:cubicBezTo>
                    <a:pt x="0" y="2"/>
                    <a:pt x="0" y="3"/>
                    <a:pt x="0" y="3"/>
                  </a:cubicBezTo>
                  <a:cubicBezTo>
                    <a:pt x="0" y="3"/>
                    <a:pt x="0" y="3"/>
                    <a:pt x="0" y="3"/>
                  </a:cubicBezTo>
                  <a:cubicBezTo>
                    <a:pt x="1" y="3"/>
                    <a:pt x="1" y="3"/>
                    <a:pt x="2" y="2"/>
                  </a:cubicBezTo>
                  <a:cubicBezTo>
                    <a:pt x="2" y="2"/>
                    <a:pt x="2" y="1"/>
                    <a:pt x="2" y="1"/>
                  </a:cubicBezTo>
                  <a:cubicBezTo>
                    <a:pt x="3" y="1"/>
                    <a:pt x="2" y="0"/>
                    <a:pt x="2" y="1"/>
                  </a:cubicBezTo>
                  <a:cubicBezTo>
                    <a:pt x="1" y="1"/>
                    <a:pt x="1" y="2"/>
                    <a:pt x="0" y="3"/>
                  </a:cubicBezTo>
                  <a:cubicBezTo>
                    <a:pt x="0" y="3"/>
                    <a:pt x="0" y="3"/>
                    <a:pt x="0" y="3"/>
                  </a:cubicBezTo>
                  <a:cubicBezTo>
                    <a:pt x="1" y="2"/>
                    <a:pt x="2" y="2"/>
                    <a:pt x="2" y="0"/>
                  </a:cubicBezTo>
                  <a:cubicBezTo>
                    <a:pt x="2" y="0"/>
                    <a:pt x="2" y="0"/>
                    <a:pt x="2" y="0"/>
                  </a:cubicBezTo>
                  <a:cubicBezTo>
                    <a:pt x="1" y="1"/>
                    <a:pt x="1" y="2"/>
                    <a:pt x="0" y="2"/>
                  </a:cubicBezTo>
                  <a:cubicBezTo>
                    <a:pt x="0" y="2"/>
                    <a:pt x="0" y="2"/>
                    <a:pt x="0" y="2"/>
                  </a:cubicBezTo>
                  <a:cubicBezTo>
                    <a:pt x="0" y="2"/>
                    <a:pt x="0" y="1"/>
                    <a:pt x="1" y="1"/>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7" name="Freeform 51"/>
            <p:cNvSpPr/>
            <p:nvPr/>
          </p:nvSpPr>
          <p:spPr bwMode="auto">
            <a:xfrm>
              <a:off x="1981200" y="3328988"/>
              <a:ext cx="366713" cy="366713"/>
            </a:xfrm>
            <a:custGeom>
              <a:avLst/>
              <a:gdLst>
                <a:gd name="T0" fmla="*/ 15 w 16"/>
                <a:gd name="T1" fmla="*/ 6 h 16"/>
                <a:gd name="T2" fmla="*/ 13 w 16"/>
                <a:gd name="T3" fmla="*/ 5 h 16"/>
                <a:gd name="T4" fmla="*/ 6 w 16"/>
                <a:gd name="T5" fmla="*/ 7 h 16"/>
                <a:gd name="T6" fmla="*/ 6 w 16"/>
                <a:gd name="T7" fmla="*/ 6 h 16"/>
                <a:gd name="T8" fmla="*/ 11 w 16"/>
                <a:gd name="T9" fmla="*/ 3 h 16"/>
                <a:gd name="T10" fmla="*/ 8 w 16"/>
                <a:gd name="T11" fmla="*/ 4 h 16"/>
                <a:gd name="T12" fmla="*/ 4 w 16"/>
                <a:gd name="T13" fmla="*/ 5 h 16"/>
                <a:gd name="T14" fmla="*/ 8 w 16"/>
                <a:gd name="T15" fmla="*/ 2 h 16"/>
                <a:gd name="T16" fmla="*/ 5 w 16"/>
                <a:gd name="T17" fmla="*/ 4 h 16"/>
                <a:gd name="T18" fmla="*/ 2 w 16"/>
                <a:gd name="T19" fmla="*/ 4 h 16"/>
                <a:gd name="T20" fmla="*/ 4 w 16"/>
                <a:gd name="T21" fmla="*/ 1 h 16"/>
                <a:gd name="T22" fmla="*/ 9 w 16"/>
                <a:gd name="T23" fmla="*/ 2 h 16"/>
                <a:gd name="T24" fmla="*/ 4 w 16"/>
                <a:gd name="T25" fmla="*/ 2 h 16"/>
                <a:gd name="T26" fmla="*/ 9 w 16"/>
                <a:gd name="T27" fmla="*/ 1 h 16"/>
                <a:gd name="T28" fmla="*/ 8 w 16"/>
                <a:gd name="T29" fmla="*/ 6 h 16"/>
                <a:gd name="T30" fmla="*/ 7 w 16"/>
                <a:gd name="T31" fmla="*/ 2 h 16"/>
                <a:gd name="T32" fmla="*/ 12 w 16"/>
                <a:gd name="T33" fmla="*/ 5 h 16"/>
                <a:gd name="T34" fmla="*/ 6 w 16"/>
                <a:gd name="T35" fmla="*/ 6 h 16"/>
                <a:gd name="T36" fmla="*/ 5 w 16"/>
                <a:gd name="T37" fmla="*/ 4 h 16"/>
                <a:gd name="T38" fmla="*/ 10 w 16"/>
                <a:gd name="T39" fmla="*/ 7 h 16"/>
                <a:gd name="T40" fmla="*/ 4 w 16"/>
                <a:gd name="T41" fmla="*/ 8 h 16"/>
                <a:gd name="T42" fmla="*/ 2 w 16"/>
                <a:gd name="T43" fmla="*/ 7 h 16"/>
                <a:gd name="T44" fmla="*/ 4 w 16"/>
                <a:gd name="T45" fmla="*/ 7 h 16"/>
                <a:gd name="T46" fmla="*/ 3 w 16"/>
                <a:gd name="T47" fmla="*/ 9 h 16"/>
                <a:gd name="T48" fmla="*/ 0 w 16"/>
                <a:gd name="T49" fmla="*/ 7 h 16"/>
                <a:gd name="T50" fmla="*/ 8 w 16"/>
                <a:gd name="T51" fmla="*/ 7 h 16"/>
                <a:gd name="T52" fmla="*/ 9 w 16"/>
                <a:gd name="T53" fmla="*/ 6 h 16"/>
                <a:gd name="T54" fmla="*/ 6 w 16"/>
                <a:gd name="T55" fmla="*/ 7 h 16"/>
                <a:gd name="T56" fmla="*/ 5 w 16"/>
                <a:gd name="T57" fmla="*/ 7 h 16"/>
                <a:gd name="T58" fmla="*/ 5 w 16"/>
                <a:gd name="T59" fmla="*/ 15 h 16"/>
                <a:gd name="T60" fmla="*/ 6 w 16"/>
                <a:gd name="T61" fmla="*/ 15 h 16"/>
                <a:gd name="T62" fmla="*/ 5 w 16"/>
                <a:gd name="T63" fmla="*/ 15 h 16"/>
                <a:gd name="T64" fmla="*/ 6 w 16"/>
                <a:gd name="T65" fmla="*/ 12 h 16"/>
                <a:gd name="T66" fmla="*/ 6 w 16"/>
                <a:gd name="T67" fmla="*/ 11 h 16"/>
                <a:gd name="T68" fmla="*/ 5 w 16"/>
                <a:gd name="T69" fmla="*/ 11 h 16"/>
                <a:gd name="T70" fmla="*/ 6 w 16"/>
                <a:gd name="T71" fmla="*/ 5 h 16"/>
                <a:gd name="T72" fmla="*/ 5 w 16"/>
                <a:gd name="T73" fmla="*/ 7 h 16"/>
                <a:gd name="T74" fmla="*/ 1 w 16"/>
                <a:gd name="T75" fmla="*/ 7 h 16"/>
                <a:gd name="T76" fmla="*/ 7 w 16"/>
                <a:gd name="T77" fmla="*/ 8 h 16"/>
                <a:gd name="T78" fmla="*/ 6 w 16"/>
                <a:gd name="T79" fmla="*/ 7 h 16"/>
                <a:gd name="T80" fmla="*/ 3 w 16"/>
                <a:gd name="T81" fmla="*/ 5 h 16"/>
                <a:gd name="T82" fmla="*/ 6 w 16"/>
                <a:gd name="T83" fmla="*/ 7 h 16"/>
                <a:gd name="T84" fmla="*/ 11 w 16"/>
                <a:gd name="T85" fmla="*/ 5 h 16"/>
                <a:gd name="T86" fmla="*/ 10 w 16"/>
                <a:gd name="T87" fmla="*/ 4 h 16"/>
                <a:gd name="T88" fmla="*/ 6 w 16"/>
                <a:gd name="T89" fmla="*/ 4 h 16"/>
                <a:gd name="T90" fmla="*/ 12 w 16"/>
                <a:gd name="T91" fmla="*/ 4 h 16"/>
                <a:gd name="T92" fmla="*/ 3 w 16"/>
                <a:gd name="T93" fmla="*/ 2 h 16"/>
                <a:gd name="T94" fmla="*/ 4 w 16"/>
                <a:gd name="T95" fmla="*/ 4 h 16"/>
                <a:gd name="T96" fmla="*/ 9 w 16"/>
                <a:gd name="T97" fmla="*/ 2 h 16"/>
                <a:gd name="T98" fmla="*/ 2 w 16"/>
                <a:gd name="T99" fmla="*/ 4 h 16"/>
                <a:gd name="T100" fmla="*/ 4 w 16"/>
                <a:gd name="T101" fmla="*/ 5 h 16"/>
                <a:gd name="T102" fmla="*/ 5 w 16"/>
                <a:gd name="T103" fmla="*/ 2 h 16"/>
                <a:gd name="T104" fmla="*/ 2 w 16"/>
                <a:gd name="T105" fmla="*/ 6 h 16"/>
                <a:gd name="T106" fmla="*/ 7 w 16"/>
                <a:gd name="T107" fmla="*/ 3 h 16"/>
                <a:gd name="T108" fmla="*/ 6 w 16"/>
                <a:gd name="T109" fmla="*/ 3 h 16"/>
                <a:gd name="T110" fmla="*/ 5 w 16"/>
                <a:gd name="T111" fmla="*/ 6 h 16"/>
                <a:gd name="T112" fmla="*/ 13 w 16"/>
                <a:gd name="T113" fmla="*/ 3 h 16"/>
                <a:gd name="T114" fmla="*/ 14 w 16"/>
                <a:gd name="T115" fmla="*/ 4 h 16"/>
                <a:gd name="T116" fmla="*/ 10 w 16"/>
                <a:gd name="T117" fmla="*/ 5 h 16"/>
                <a:gd name="T118" fmla="*/ 6 w 16"/>
                <a:gd name="T119" fmla="*/ 8 h 16"/>
                <a:gd name="T120" fmla="*/ 8 w 16"/>
                <a:gd name="T121" fmla="*/ 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 h="16">
                  <a:moveTo>
                    <a:pt x="16" y="6"/>
                  </a:moveTo>
                  <a:cubicBezTo>
                    <a:pt x="13" y="5"/>
                    <a:pt x="10" y="6"/>
                    <a:pt x="8" y="6"/>
                  </a:cubicBezTo>
                  <a:cubicBezTo>
                    <a:pt x="8" y="7"/>
                    <a:pt x="8" y="7"/>
                    <a:pt x="8" y="7"/>
                  </a:cubicBezTo>
                  <a:cubicBezTo>
                    <a:pt x="9" y="6"/>
                    <a:pt x="10" y="6"/>
                    <a:pt x="11" y="6"/>
                  </a:cubicBezTo>
                  <a:cubicBezTo>
                    <a:pt x="12" y="6"/>
                    <a:pt x="13" y="6"/>
                    <a:pt x="15" y="6"/>
                  </a:cubicBezTo>
                  <a:cubicBezTo>
                    <a:pt x="15" y="6"/>
                    <a:pt x="15" y="5"/>
                    <a:pt x="15" y="5"/>
                  </a:cubicBezTo>
                  <a:cubicBezTo>
                    <a:pt x="12" y="5"/>
                    <a:pt x="8" y="6"/>
                    <a:pt x="6" y="8"/>
                  </a:cubicBezTo>
                  <a:cubicBezTo>
                    <a:pt x="6" y="8"/>
                    <a:pt x="6" y="8"/>
                    <a:pt x="6" y="8"/>
                  </a:cubicBezTo>
                  <a:cubicBezTo>
                    <a:pt x="8" y="8"/>
                    <a:pt x="9" y="6"/>
                    <a:pt x="10" y="6"/>
                  </a:cubicBezTo>
                  <a:cubicBezTo>
                    <a:pt x="11" y="5"/>
                    <a:pt x="12" y="5"/>
                    <a:pt x="13" y="5"/>
                  </a:cubicBezTo>
                  <a:cubicBezTo>
                    <a:pt x="14" y="5"/>
                    <a:pt x="15" y="5"/>
                    <a:pt x="16" y="5"/>
                  </a:cubicBezTo>
                  <a:cubicBezTo>
                    <a:pt x="16" y="5"/>
                    <a:pt x="16" y="5"/>
                    <a:pt x="16" y="5"/>
                  </a:cubicBezTo>
                  <a:cubicBezTo>
                    <a:pt x="14" y="4"/>
                    <a:pt x="12" y="4"/>
                    <a:pt x="10" y="4"/>
                  </a:cubicBezTo>
                  <a:cubicBezTo>
                    <a:pt x="8" y="5"/>
                    <a:pt x="6" y="5"/>
                    <a:pt x="5" y="7"/>
                  </a:cubicBezTo>
                  <a:cubicBezTo>
                    <a:pt x="5" y="7"/>
                    <a:pt x="5" y="7"/>
                    <a:pt x="6" y="7"/>
                  </a:cubicBezTo>
                  <a:cubicBezTo>
                    <a:pt x="7" y="7"/>
                    <a:pt x="8" y="6"/>
                    <a:pt x="9" y="5"/>
                  </a:cubicBezTo>
                  <a:cubicBezTo>
                    <a:pt x="11" y="4"/>
                    <a:pt x="12" y="4"/>
                    <a:pt x="14" y="4"/>
                  </a:cubicBezTo>
                  <a:cubicBezTo>
                    <a:pt x="14" y="4"/>
                    <a:pt x="14" y="4"/>
                    <a:pt x="14" y="4"/>
                  </a:cubicBezTo>
                  <a:cubicBezTo>
                    <a:pt x="13" y="3"/>
                    <a:pt x="11" y="3"/>
                    <a:pt x="9" y="4"/>
                  </a:cubicBezTo>
                  <a:cubicBezTo>
                    <a:pt x="8" y="4"/>
                    <a:pt x="6" y="4"/>
                    <a:pt x="6" y="6"/>
                  </a:cubicBezTo>
                  <a:cubicBezTo>
                    <a:pt x="5" y="6"/>
                    <a:pt x="6" y="6"/>
                    <a:pt x="6" y="6"/>
                  </a:cubicBezTo>
                  <a:cubicBezTo>
                    <a:pt x="7" y="6"/>
                    <a:pt x="8" y="5"/>
                    <a:pt x="9" y="5"/>
                  </a:cubicBezTo>
                  <a:cubicBezTo>
                    <a:pt x="10" y="4"/>
                    <a:pt x="12" y="4"/>
                    <a:pt x="13" y="3"/>
                  </a:cubicBezTo>
                  <a:cubicBezTo>
                    <a:pt x="14" y="3"/>
                    <a:pt x="13" y="3"/>
                    <a:pt x="13" y="3"/>
                  </a:cubicBezTo>
                  <a:cubicBezTo>
                    <a:pt x="13" y="3"/>
                    <a:pt x="12" y="3"/>
                    <a:pt x="11" y="3"/>
                  </a:cubicBezTo>
                  <a:cubicBezTo>
                    <a:pt x="10" y="3"/>
                    <a:pt x="9" y="3"/>
                    <a:pt x="8" y="3"/>
                  </a:cubicBezTo>
                  <a:cubicBezTo>
                    <a:pt x="7" y="4"/>
                    <a:pt x="6" y="4"/>
                    <a:pt x="5" y="4"/>
                  </a:cubicBezTo>
                  <a:cubicBezTo>
                    <a:pt x="5" y="5"/>
                    <a:pt x="4" y="5"/>
                    <a:pt x="4" y="6"/>
                  </a:cubicBezTo>
                  <a:cubicBezTo>
                    <a:pt x="4" y="6"/>
                    <a:pt x="4" y="6"/>
                    <a:pt x="4" y="6"/>
                  </a:cubicBezTo>
                  <a:cubicBezTo>
                    <a:pt x="6" y="6"/>
                    <a:pt x="7" y="5"/>
                    <a:pt x="8" y="4"/>
                  </a:cubicBezTo>
                  <a:cubicBezTo>
                    <a:pt x="9" y="4"/>
                    <a:pt x="10" y="2"/>
                    <a:pt x="9" y="2"/>
                  </a:cubicBezTo>
                  <a:cubicBezTo>
                    <a:pt x="8" y="2"/>
                    <a:pt x="8" y="2"/>
                    <a:pt x="7" y="2"/>
                  </a:cubicBezTo>
                  <a:cubicBezTo>
                    <a:pt x="7" y="2"/>
                    <a:pt x="6" y="2"/>
                    <a:pt x="6" y="3"/>
                  </a:cubicBezTo>
                  <a:cubicBezTo>
                    <a:pt x="5" y="3"/>
                    <a:pt x="5" y="3"/>
                    <a:pt x="5" y="3"/>
                  </a:cubicBezTo>
                  <a:cubicBezTo>
                    <a:pt x="4" y="4"/>
                    <a:pt x="4" y="4"/>
                    <a:pt x="4" y="5"/>
                  </a:cubicBezTo>
                  <a:cubicBezTo>
                    <a:pt x="3" y="5"/>
                    <a:pt x="4" y="5"/>
                    <a:pt x="4" y="5"/>
                  </a:cubicBezTo>
                  <a:cubicBezTo>
                    <a:pt x="5" y="6"/>
                    <a:pt x="5" y="5"/>
                    <a:pt x="6" y="5"/>
                  </a:cubicBezTo>
                  <a:cubicBezTo>
                    <a:pt x="6" y="5"/>
                    <a:pt x="7" y="4"/>
                    <a:pt x="8" y="3"/>
                  </a:cubicBezTo>
                  <a:cubicBezTo>
                    <a:pt x="8" y="3"/>
                    <a:pt x="8" y="3"/>
                    <a:pt x="8" y="2"/>
                  </a:cubicBezTo>
                  <a:cubicBezTo>
                    <a:pt x="9" y="2"/>
                    <a:pt x="9" y="2"/>
                    <a:pt x="8" y="2"/>
                  </a:cubicBezTo>
                  <a:cubicBezTo>
                    <a:pt x="7" y="1"/>
                    <a:pt x="6" y="2"/>
                    <a:pt x="5" y="3"/>
                  </a:cubicBezTo>
                  <a:cubicBezTo>
                    <a:pt x="4" y="3"/>
                    <a:pt x="3" y="4"/>
                    <a:pt x="3" y="4"/>
                  </a:cubicBezTo>
                  <a:cubicBezTo>
                    <a:pt x="2" y="5"/>
                    <a:pt x="2" y="5"/>
                    <a:pt x="2" y="6"/>
                  </a:cubicBezTo>
                  <a:cubicBezTo>
                    <a:pt x="1" y="6"/>
                    <a:pt x="2" y="6"/>
                    <a:pt x="2" y="6"/>
                  </a:cubicBezTo>
                  <a:cubicBezTo>
                    <a:pt x="3" y="6"/>
                    <a:pt x="4" y="5"/>
                    <a:pt x="5" y="4"/>
                  </a:cubicBezTo>
                  <a:cubicBezTo>
                    <a:pt x="6" y="4"/>
                    <a:pt x="6" y="3"/>
                    <a:pt x="7" y="2"/>
                  </a:cubicBezTo>
                  <a:cubicBezTo>
                    <a:pt x="7" y="2"/>
                    <a:pt x="7" y="1"/>
                    <a:pt x="7" y="1"/>
                  </a:cubicBezTo>
                  <a:cubicBezTo>
                    <a:pt x="7" y="1"/>
                    <a:pt x="6" y="1"/>
                    <a:pt x="6" y="1"/>
                  </a:cubicBezTo>
                  <a:cubicBezTo>
                    <a:pt x="6" y="1"/>
                    <a:pt x="5" y="2"/>
                    <a:pt x="5" y="2"/>
                  </a:cubicBezTo>
                  <a:cubicBezTo>
                    <a:pt x="4" y="2"/>
                    <a:pt x="3" y="3"/>
                    <a:pt x="2" y="4"/>
                  </a:cubicBezTo>
                  <a:cubicBezTo>
                    <a:pt x="1" y="4"/>
                    <a:pt x="1" y="5"/>
                    <a:pt x="2" y="6"/>
                  </a:cubicBezTo>
                  <a:cubicBezTo>
                    <a:pt x="2" y="6"/>
                    <a:pt x="3" y="5"/>
                    <a:pt x="4" y="5"/>
                  </a:cubicBezTo>
                  <a:cubicBezTo>
                    <a:pt x="5" y="5"/>
                    <a:pt x="5" y="4"/>
                    <a:pt x="6" y="3"/>
                  </a:cubicBezTo>
                  <a:cubicBezTo>
                    <a:pt x="6" y="3"/>
                    <a:pt x="7" y="2"/>
                    <a:pt x="6" y="1"/>
                  </a:cubicBezTo>
                  <a:cubicBezTo>
                    <a:pt x="5" y="1"/>
                    <a:pt x="4" y="1"/>
                    <a:pt x="4" y="1"/>
                  </a:cubicBezTo>
                  <a:cubicBezTo>
                    <a:pt x="3" y="2"/>
                    <a:pt x="2" y="2"/>
                    <a:pt x="1" y="3"/>
                  </a:cubicBezTo>
                  <a:cubicBezTo>
                    <a:pt x="1" y="3"/>
                    <a:pt x="1" y="4"/>
                    <a:pt x="2" y="4"/>
                  </a:cubicBezTo>
                  <a:cubicBezTo>
                    <a:pt x="2" y="5"/>
                    <a:pt x="3" y="5"/>
                    <a:pt x="4" y="4"/>
                  </a:cubicBezTo>
                  <a:cubicBezTo>
                    <a:pt x="5" y="4"/>
                    <a:pt x="6" y="4"/>
                    <a:pt x="7" y="3"/>
                  </a:cubicBezTo>
                  <a:cubicBezTo>
                    <a:pt x="8" y="3"/>
                    <a:pt x="9" y="2"/>
                    <a:pt x="9" y="2"/>
                  </a:cubicBezTo>
                  <a:cubicBezTo>
                    <a:pt x="9" y="2"/>
                    <a:pt x="9" y="2"/>
                    <a:pt x="9" y="2"/>
                  </a:cubicBezTo>
                  <a:cubicBezTo>
                    <a:pt x="10" y="1"/>
                    <a:pt x="10" y="1"/>
                    <a:pt x="9" y="1"/>
                  </a:cubicBezTo>
                  <a:cubicBezTo>
                    <a:pt x="9" y="1"/>
                    <a:pt x="9" y="1"/>
                    <a:pt x="8" y="1"/>
                  </a:cubicBezTo>
                  <a:cubicBezTo>
                    <a:pt x="8" y="1"/>
                    <a:pt x="7" y="1"/>
                    <a:pt x="7" y="1"/>
                  </a:cubicBezTo>
                  <a:cubicBezTo>
                    <a:pt x="6" y="1"/>
                    <a:pt x="5" y="2"/>
                    <a:pt x="4" y="2"/>
                  </a:cubicBezTo>
                  <a:cubicBezTo>
                    <a:pt x="3" y="3"/>
                    <a:pt x="3" y="3"/>
                    <a:pt x="3" y="4"/>
                  </a:cubicBezTo>
                  <a:cubicBezTo>
                    <a:pt x="4" y="5"/>
                    <a:pt x="5" y="5"/>
                    <a:pt x="5" y="5"/>
                  </a:cubicBezTo>
                  <a:cubicBezTo>
                    <a:pt x="6" y="4"/>
                    <a:pt x="7" y="4"/>
                    <a:pt x="8" y="3"/>
                  </a:cubicBezTo>
                  <a:cubicBezTo>
                    <a:pt x="9" y="3"/>
                    <a:pt x="10" y="3"/>
                    <a:pt x="10" y="2"/>
                  </a:cubicBezTo>
                  <a:cubicBezTo>
                    <a:pt x="10" y="1"/>
                    <a:pt x="10" y="1"/>
                    <a:pt x="9" y="1"/>
                  </a:cubicBezTo>
                  <a:cubicBezTo>
                    <a:pt x="8" y="0"/>
                    <a:pt x="7" y="1"/>
                    <a:pt x="6" y="1"/>
                  </a:cubicBezTo>
                  <a:cubicBezTo>
                    <a:pt x="5" y="1"/>
                    <a:pt x="4" y="1"/>
                    <a:pt x="4" y="2"/>
                  </a:cubicBezTo>
                  <a:cubicBezTo>
                    <a:pt x="3" y="2"/>
                    <a:pt x="2" y="3"/>
                    <a:pt x="3" y="4"/>
                  </a:cubicBezTo>
                  <a:cubicBezTo>
                    <a:pt x="3" y="4"/>
                    <a:pt x="4" y="5"/>
                    <a:pt x="4" y="5"/>
                  </a:cubicBezTo>
                  <a:cubicBezTo>
                    <a:pt x="5" y="6"/>
                    <a:pt x="7" y="6"/>
                    <a:pt x="8" y="6"/>
                  </a:cubicBezTo>
                  <a:cubicBezTo>
                    <a:pt x="9" y="6"/>
                    <a:pt x="10" y="6"/>
                    <a:pt x="11" y="5"/>
                  </a:cubicBezTo>
                  <a:cubicBezTo>
                    <a:pt x="11" y="5"/>
                    <a:pt x="12" y="5"/>
                    <a:pt x="12" y="4"/>
                  </a:cubicBezTo>
                  <a:cubicBezTo>
                    <a:pt x="12" y="4"/>
                    <a:pt x="12" y="4"/>
                    <a:pt x="12" y="4"/>
                  </a:cubicBezTo>
                  <a:cubicBezTo>
                    <a:pt x="12" y="4"/>
                    <a:pt x="11" y="3"/>
                    <a:pt x="10" y="3"/>
                  </a:cubicBezTo>
                  <a:cubicBezTo>
                    <a:pt x="9" y="3"/>
                    <a:pt x="8" y="2"/>
                    <a:pt x="7" y="2"/>
                  </a:cubicBezTo>
                  <a:cubicBezTo>
                    <a:pt x="6" y="2"/>
                    <a:pt x="5" y="2"/>
                    <a:pt x="5" y="3"/>
                  </a:cubicBezTo>
                  <a:cubicBezTo>
                    <a:pt x="4" y="3"/>
                    <a:pt x="5" y="4"/>
                    <a:pt x="5" y="5"/>
                  </a:cubicBezTo>
                  <a:cubicBezTo>
                    <a:pt x="6" y="5"/>
                    <a:pt x="7" y="5"/>
                    <a:pt x="8" y="6"/>
                  </a:cubicBezTo>
                  <a:cubicBezTo>
                    <a:pt x="9" y="6"/>
                    <a:pt x="11" y="6"/>
                    <a:pt x="12" y="5"/>
                  </a:cubicBezTo>
                  <a:cubicBezTo>
                    <a:pt x="12" y="5"/>
                    <a:pt x="12" y="5"/>
                    <a:pt x="12" y="5"/>
                  </a:cubicBezTo>
                  <a:cubicBezTo>
                    <a:pt x="12" y="4"/>
                    <a:pt x="12" y="4"/>
                    <a:pt x="12" y="4"/>
                  </a:cubicBezTo>
                  <a:cubicBezTo>
                    <a:pt x="11" y="4"/>
                    <a:pt x="11" y="4"/>
                    <a:pt x="10" y="4"/>
                  </a:cubicBezTo>
                  <a:cubicBezTo>
                    <a:pt x="9" y="3"/>
                    <a:pt x="8" y="3"/>
                    <a:pt x="7" y="3"/>
                  </a:cubicBezTo>
                  <a:cubicBezTo>
                    <a:pt x="6" y="3"/>
                    <a:pt x="5" y="3"/>
                    <a:pt x="5" y="4"/>
                  </a:cubicBezTo>
                  <a:cubicBezTo>
                    <a:pt x="4" y="5"/>
                    <a:pt x="5" y="5"/>
                    <a:pt x="6" y="6"/>
                  </a:cubicBezTo>
                  <a:cubicBezTo>
                    <a:pt x="7" y="6"/>
                    <a:pt x="8" y="6"/>
                    <a:pt x="9" y="6"/>
                  </a:cubicBezTo>
                  <a:cubicBezTo>
                    <a:pt x="9" y="7"/>
                    <a:pt x="10" y="7"/>
                    <a:pt x="11" y="6"/>
                  </a:cubicBezTo>
                  <a:cubicBezTo>
                    <a:pt x="12" y="6"/>
                    <a:pt x="11" y="5"/>
                    <a:pt x="11" y="5"/>
                  </a:cubicBezTo>
                  <a:cubicBezTo>
                    <a:pt x="10" y="5"/>
                    <a:pt x="9" y="4"/>
                    <a:pt x="8" y="4"/>
                  </a:cubicBezTo>
                  <a:cubicBezTo>
                    <a:pt x="7" y="4"/>
                    <a:pt x="6" y="4"/>
                    <a:pt x="5" y="4"/>
                  </a:cubicBezTo>
                  <a:cubicBezTo>
                    <a:pt x="4" y="4"/>
                    <a:pt x="3" y="4"/>
                    <a:pt x="2" y="4"/>
                  </a:cubicBezTo>
                  <a:cubicBezTo>
                    <a:pt x="2" y="5"/>
                    <a:pt x="2" y="5"/>
                    <a:pt x="2" y="6"/>
                  </a:cubicBezTo>
                  <a:cubicBezTo>
                    <a:pt x="3" y="6"/>
                    <a:pt x="4" y="7"/>
                    <a:pt x="5" y="7"/>
                  </a:cubicBezTo>
                  <a:cubicBezTo>
                    <a:pt x="6" y="7"/>
                    <a:pt x="7" y="7"/>
                    <a:pt x="8" y="7"/>
                  </a:cubicBezTo>
                  <a:cubicBezTo>
                    <a:pt x="9" y="7"/>
                    <a:pt x="9" y="7"/>
                    <a:pt x="10" y="7"/>
                  </a:cubicBezTo>
                  <a:cubicBezTo>
                    <a:pt x="10" y="6"/>
                    <a:pt x="9" y="5"/>
                    <a:pt x="9" y="5"/>
                  </a:cubicBezTo>
                  <a:cubicBezTo>
                    <a:pt x="8" y="5"/>
                    <a:pt x="7" y="5"/>
                    <a:pt x="6" y="5"/>
                  </a:cubicBezTo>
                  <a:cubicBezTo>
                    <a:pt x="5" y="5"/>
                    <a:pt x="4" y="5"/>
                    <a:pt x="3" y="5"/>
                  </a:cubicBezTo>
                  <a:cubicBezTo>
                    <a:pt x="2" y="5"/>
                    <a:pt x="2" y="5"/>
                    <a:pt x="2" y="6"/>
                  </a:cubicBezTo>
                  <a:cubicBezTo>
                    <a:pt x="2" y="7"/>
                    <a:pt x="3" y="8"/>
                    <a:pt x="4" y="8"/>
                  </a:cubicBezTo>
                  <a:cubicBezTo>
                    <a:pt x="4" y="9"/>
                    <a:pt x="6" y="9"/>
                    <a:pt x="6" y="9"/>
                  </a:cubicBezTo>
                  <a:cubicBezTo>
                    <a:pt x="7" y="8"/>
                    <a:pt x="7" y="8"/>
                    <a:pt x="7" y="8"/>
                  </a:cubicBezTo>
                  <a:cubicBezTo>
                    <a:pt x="7" y="7"/>
                    <a:pt x="7" y="7"/>
                    <a:pt x="6" y="7"/>
                  </a:cubicBezTo>
                  <a:cubicBezTo>
                    <a:pt x="6" y="6"/>
                    <a:pt x="5" y="6"/>
                    <a:pt x="4" y="6"/>
                  </a:cubicBezTo>
                  <a:cubicBezTo>
                    <a:pt x="3" y="6"/>
                    <a:pt x="2" y="6"/>
                    <a:pt x="2" y="7"/>
                  </a:cubicBezTo>
                  <a:cubicBezTo>
                    <a:pt x="1" y="8"/>
                    <a:pt x="2" y="8"/>
                    <a:pt x="3" y="8"/>
                  </a:cubicBezTo>
                  <a:cubicBezTo>
                    <a:pt x="4" y="9"/>
                    <a:pt x="4" y="9"/>
                    <a:pt x="5" y="9"/>
                  </a:cubicBezTo>
                  <a:cubicBezTo>
                    <a:pt x="6" y="9"/>
                    <a:pt x="7" y="9"/>
                    <a:pt x="7" y="8"/>
                  </a:cubicBezTo>
                  <a:cubicBezTo>
                    <a:pt x="7" y="8"/>
                    <a:pt x="7" y="8"/>
                    <a:pt x="7" y="8"/>
                  </a:cubicBezTo>
                  <a:cubicBezTo>
                    <a:pt x="7" y="7"/>
                    <a:pt x="5" y="7"/>
                    <a:pt x="4" y="7"/>
                  </a:cubicBezTo>
                  <a:cubicBezTo>
                    <a:pt x="4" y="6"/>
                    <a:pt x="3" y="6"/>
                    <a:pt x="2" y="6"/>
                  </a:cubicBezTo>
                  <a:cubicBezTo>
                    <a:pt x="2" y="7"/>
                    <a:pt x="1" y="7"/>
                    <a:pt x="1" y="7"/>
                  </a:cubicBezTo>
                  <a:cubicBezTo>
                    <a:pt x="1" y="7"/>
                    <a:pt x="1" y="7"/>
                    <a:pt x="1" y="7"/>
                  </a:cubicBezTo>
                  <a:cubicBezTo>
                    <a:pt x="1" y="8"/>
                    <a:pt x="1" y="8"/>
                    <a:pt x="2" y="8"/>
                  </a:cubicBezTo>
                  <a:cubicBezTo>
                    <a:pt x="2" y="8"/>
                    <a:pt x="2" y="9"/>
                    <a:pt x="3" y="9"/>
                  </a:cubicBezTo>
                  <a:cubicBezTo>
                    <a:pt x="4" y="9"/>
                    <a:pt x="5" y="10"/>
                    <a:pt x="6" y="10"/>
                  </a:cubicBezTo>
                  <a:cubicBezTo>
                    <a:pt x="6" y="9"/>
                    <a:pt x="6" y="8"/>
                    <a:pt x="6" y="8"/>
                  </a:cubicBezTo>
                  <a:cubicBezTo>
                    <a:pt x="5" y="7"/>
                    <a:pt x="4" y="7"/>
                    <a:pt x="3" y="7"/>
                  </a:cubicBezTo>
                  <a:cubicBezTo>
                    <a:pt x="2" y="6"/>
                    <a:pt x="1" y="6"/>
                    <a:pt x="0" y="7"/>
                  </a:cubicBezTo>
                  <a:cubicBezTo>
                    <a:pt x="0" y="7"/>
                    <a:pt x="0" y="7"/>
                    <a:pt x="0" y="7"/>
                  </a:cubicBezTo>
                  <a:cubicBezTo>
                    <a:pt x="2" y="7"/>
                    <a:pt x="4" y="6"/>
                    <a:pt x="6" y="6"/>
                  </a:cubicBezTo>
                  <a:cubicBezTo>
                    <a:pt x="8" y="5"/>
                    <a:pt x="10" y="4"/>
                    <a:pt x="11" y="5"/>
                  </a:cubicBezTo>
                  <a:cubicBezTo>
                    <a:pt x="11" y="5"/>
                    <a:pt x="11" y="5"/>
                    <a:pt x="11" y="5"/>
                  </a:cubicBezTo>
                  <a:cubicBezTo>
                    <a:pt x="11" y="6"/>
                    <a:pt x="10" y="6"/>
                    <a:pt x="10" y="6"/>
                  </a:cubicBezTo>
                  <a:cubicBezTo>
                    <a:pt x="9" y="7"/>
                    <a:pt x="8" y="7"/>
                    <a:pt x="8" y="7"/>
                  </a:cubicBezTo>
                  <a:cubicBezTo>
                    <a:pt x="7" y="8"/>
                    <a:pt x="7" y="8"/>
                    <a:pt x="6" y="9"/>
                  </a:cubicBezTo>
                  <a:cubicBezTo>
                    <a:pt x="6" y="9"/>
                    <a:pt x="5" y="10"/>
                    <a:pt x="5" y="11"/>
                  </a:cubicBezTo>
                  <a:cubicBezTo>
                    <a:pt x="5" y="11"/>
                    <a:pt x="5" y="11"/>
                    <a:pt x="5" y="11"/>
                  </a:cubicBezTo>
                  <a:cubicBezTo>
                    <a:pt x="7" y="9"/>
                    <a:pt x="8" y="7"/>
                    <a:pt x="9" y="6"/>
                  </a:cubicBezTo>
                  <a:cubicBezTo>
                    <a:pt x="9" y="6"/>
                    <a:pt x="9" y="6"/>
                    <a:pt x="9" y="6"/>
                  </a:cubicBezTo>
                  <a:cubicBezTo>
                    <a:pt x="9" y="7"/>
                    <a:pt x="8" y="7"/>
                    <a:pt x="8" y="8"/>
                  </a:cubicBezTo>
                  <a:cubicBezTo>
                    <a:pt x="7" y="9"/>
                    <a:pt x="7" y="9"/>
                    <a:pt x="7" y="10"/>
                  </a:cubicBezTo>
                  <a:cubicBezTo>
                    <a:pt x="6" y="10"/>
                    <a:pt x="6" y="10"/>
                    <a:pt x="5" y="11"/>
                  </a:cubicBezTo>
                  <a:cubicBezTo>
                    <a:pt x="6" y="11"/>
                    <a:pt x="6" y="11"/>
                    <a:pt x="6" y="11"/>
                  </a:cubicBezTo>
                  <a:cubicBezTo>
                    <a:pt x="5" y="10"/>
                    <a:pt x="6" y="8"/>
                    <a:pt x="6" y="7"/>
                  </a:cubicBezTo>
                  <a:cubicBezTo>
                    <a:pt x="6" y="7"/>
                    <a:pt x="6" y="7"/>
                    <a:pt x="6" y="7"/>
                  </a:cubicBezTo>
                  <a:cubicBezTo>
                    <a:pt x="4" y="9"/>
                    <a:pt x="5" y="10"/>
                    <a:pt x="6" y="12"/>
                  </a:cubicBezTo>
                  <a:cubicBezTo>
                    <a:pt x="6" y="12"/>
                    <a:pt x="6" y="12"/>
                    <a:pt x="6" y="12"/>
                  </a:cubicBezTo>
                  <a:cubicBezTo>
                    <a:pt x="5" y="11"/>
                    <a:pt x="5" y="10"/>
                    <a:pt x="5" y="10"/>
                  </a:cubicBezTo>
                  <a:cubicBezTo>
                    <a:pt x="5" y="9"/>
                    <a:pt x="5" y="8"/>
                    <a:pt x="5" y="7"/>
                  </a:cubicBezTo>
                  <a:cubicBezTo>
                    <a:pt x="5" y="7"/>
                    <a:pt x="5" y="7"/>
                    <a:pt x="5" y="7"/>
                  </a:cubicBezTo>
                  <a:cubicBezTo>
                    <a:pt x="4" y="7"/>
                    <a:pt x="4" y="8"/>
                    <a:pt x="4" y="8"/>
                  </a:cubicBezTo>
                  <a:cubicBezTo>
                    <a:pt x="4" y="9"/>
                    <a:pt x="4" y="10"/>
                    <a:pt x="4" y="11"/>
                  </a:cubicBezTo>
                  <a:cubicBezTo>
                    <a:pt x="4" y="12"/>
                    <a:pt x="4" y="14"/>
                    <a:pt x="4" y="15"/>
                  </a:cubicBezTo>
                  <a:cubicBezTo>
                    <a:pt x="4" y="15"/>
                    <a:pt x="5" y="15"/>
                    <a:pt x="5" y="15"/>
                  </a:cubicBezTo>
                  <a:cubicBezTo>
                    <a:pt x="4" y="13"/>
                    <a:pt x="5" y="10"/>
                    <a:pt x="4" y="7"/>
                  </a:cubicBezTo>
                  <a:cubicBezTo>
                    <a:pt x="4" y="7"/>
                    <a:pt x="4" y="7"/>
                    <a:pt x="4" y="7"/>
                  </a:cubicBezTo>
                  <a:cubicBezTo>
                    <a:pt x="3" y="9"/>
                    <a:pt x="3" y="10"/>
                    <a:pt x="4" y="12"/>
                  </a:cubicBezTo>
                  <a:cubicBezTo>
                    <a:pt x="4" y="13"/>
                    <a:pt x="5" y="14"/>
                    <a:pt x="5" y="15"/>
                  </a:cubicBezTo>
                  <a:cubicBezTo>
                    <a:pt x="5" y="16"/>
                    <a:pt x="6" y="16"/>
                    <a:pt x="6" y="15"/>
                  </a:cubicBezTo>
                  <a:cubicBezTo>
                    <a:pt x="5" y="14"/>
                    <a:pt x="4" y="13"/>
                    <a:pt x="4" y="12"/>
                  </a:cubicBezTo>
                  <a:cubicBezTo>
                    <a:pt x="4" y="10"/>
                    <a:pt x="3" y="9"/>
                    <a:pt x="4" y="8"/>
                  </a:cubicBezTo>
                  <a:cubicBezTo>
                    <a:pt x="4" y="8"/>
                    <a:pt x="4" y="8"/>
                    <a:pt x="4" y="8"/>
                  </a:cubicBezTo>
                  <a:cubicBezTo>
                    <a:pt x="5" y="10"/>
                    <a:pt x="3" y="13"/>
                    <a:pt x="4" y="15"/>
                  </a:cubicBezTo>
                  <a:cubicBezTo>
                    <a:pt x="4" y="16"/>
                    <a:pt x="5" y="16"/>
                    <a:pt x="5" y="15"/>
                  </a:cubicBezTo>
                  <a:cubicBezTo>
                    <a:pt x="5" y="14"/>
                    <a:pt x="4" y="13"/>
                    <a:pt x="4" y="11"/>
                  </a:cubicBezTo>
                  <a:cubicBezTo>
                    <a:pt x="4" y="10"/>
                    <a:pt x="4" y="9"/>
                    <a:pt x="4" y="9"/>
                  </a:cubicBezTo>
                  <a:cubicBezTo>
                    <a:pt x="4" y="8"/>
                    <a:pt x="4" y="7"/>
                    <a:pt x="5" y="7"/>
                  </a:cubicBezTo>
                  <a:cubicBezTo>
                    <a:pt x="5" y="7"/>
                    <a:pt x="5" y="7"/>
                    <a:pt x="5" y="7"/>
                  </a:cubicBezTo>
                  <a:cubicBezTo>
                    <a:pt x="5" y="9"/>
                    <a:pt x="4" y="11"/>
                    <a:pt x="6" y="12"/>
                  </a:cubicBezTo>
                  <a:cubicBezTo>
                    <a:pt x="6" y="12"/>
                    <a:pt x="6" y="12"/>
                    <a:pt x="6" y="12"/>
                  </a:cubicBezTo>
                  <a:cubicBezTo>
                    <a:pt x="6" y="11"/>
                    <a:pt x="5" y="9"/>
                    <a:pt x="6" y="7"/>
                  </a:cubicBezTo>
                  <a:cubicBezTo>
                    <a:pt x="6" y="7"/>
                    <a:pt x="6" y="7"/>
                    <a:pt x="6" y="7"/>
                  </a:cubicBezTo>
                  <a:cubicBezTo>
                    <a:pt x="6" y="8"/>
                    <a:pt x="5" y="10"/>
                    <a:pt x="5" y="11"/>
                  </a:cubicBezTo>
                  <a:cubicBezTo>
                    <a:pt x="5" y="11"/>
                    <a:pt x="5" y="11"/>
                    <a:pt x="6" y="11"/>
                  </a:cubicBezTo>
                  <a:cubicBezTo>
                    <a:pt x="6" y="11"/>
                    <a:pt x="7" y="10"/>
                    <a:pt x="8" y="9"/>
                  </a:cubicBezTo>
                  <a:cubicBezTo>
                    <a:pt x="8" y="8"/>
                    <a:pt x="9" y="7"/>
                    <a:pt x="9" y="6"/>
                  </a:cubicBezTo>
                  <a:cubicBezTo>
                    <a:pt x="9" y="6"/>
                    <a:pt x="9" y="5"/>
                    <a:pt x="9" y="6"/>
                  </a:cubicBezTo>
                  <a:cubicBezTo>
                    <a:pt x="7" y="7"/>
                    <a:pt x="6" y="9"/>
                    <a:pt x="5" y="11"/>
                  </a:cubicBezTo>
                  <a:cubicBezTo>
                    <a:pt x="5" y="11"/>
                    <a:pt x="5" y="11"/>
                    <a:pt x="5" y="11"/>
                  </a:cubicBezTo>
                  <a:cubicBezTo>
                    <a:pt x="5" y="10"/>
                    <a:pt x="6" y="9"/>
                    <a:pt x="7" y="9"/>
                  </a:cubicBezTo>
                  <a:cubicBezTo>
                    <a:pt x="7" y="8"/>
                    <a:pt x="8" y="8"/>
                    <a:pt x="8" y="7"/>
                  </a:cubicBezTo>
                  <a:cubicBezTo>
                    <a:pt x="9" y="7"/>
                    <a:pt x="11" y="6"/>
                    <a:pt x="11" y="5"/>
                  </a:cubicBezTo>
                  <a:cubicBezTo>
                    <a:pt x="12" y="5"/>
                    <a:pt x="11" y="5"/>
                    <a:pt x="11" y="5"/>
                  </a:cubicBezTo>
                  <a:cubicBezTo>
                    <a:pt x="10" y="4"/>
                    <a:pt x="8" y="5"/>
                    <a:pt x="6" y="5"/>
                  </a:cubicBezTo>
                  <a:cubicBezTo>
                    <a:pt x="4" y="6"/>
                    <a:pt x="2" y="7"/>
                    <a:pt x="1" y="7"/>
                  </a:cubicBezTo>
                  <a:cubicBezTo>
                    <a:pt x="1" y="7"/>
                    <a:pt x="1" y="7"/>
                    <a:pt x="1" y="7"/>
                  </a:cubicBezTo>
                  <a:cubicBezTo>
                    <a:pt x="1" y="7"/>
                    <a:pt x="1" y="7"/>
                    <a:pt x="2" y="7"/>
                  </a:cubicBezTo>
                  <a:cubicBezTo>
                    <a:pt x="2" y="7"/>
                    <a:pt x="3" y="7"/>
                    <a:pt x="3" y="7"/>
                  </a:cubicBezTo>
                  <a:cubicBezTo>
                    <a:pt x="4" y="7"/>
                    <a:pt x="4" y="7"/>
                    <a:pt x="5" y="7"/>
                  </a:cubicBezTo>
                  <a:cubicBezTo>
                    <a:pt x="5" y="8"/>
                    <a:pt x="6" y="8"/>
                    <a:pt x="6" y="8"/>
                  </a:cubicBezTo>
                  <a:cubicBezTo>
                    <a:pt x="6" y="9"/>
                    <a:pt x="6" y="9"/>
                    <a:pt x="5" y="9"/>
                  </a:cubicBezTo>
                  <a:cubicBezTo>
                    <a:pt x="5" y="9"/>
                    <a:pt x="5" y="9"/>
                    <a:pt x="4" y="9"/>
                  </a:cubicBezTo>
                  <a:cubicBezTo>
                    <a:pt x="3" y="9"/>
                    <a:pt x="2" y="8"/>
                    <a:pt x="1" y="7"/>
                  </a:cubicBezTo>
                  <a:cubicBezTo>
                    <a:pt x="1" y="7"/>
                    <a:pt x="1" y="7"/>
                    <a:pt x="1" y="7"/>
                  </a:cubicBezTo>
                  <a:cubicBezTo>
                    <a:pt x="1" y="7"/>
                    <a:pt x="1" y="7"/>
                    <a:pt x="1" y="7"/>
                  </a:cubicBezTo>
                  <a:cubicBezTo>
                    <a:pt x="1" y="7"/>
                    <a:pt x="2" y="7"/>
                    <a:pt x="2" y="7"/>
                  </a:cubicBezTo>
                  <a:cubicBezTo>
                    <a:pt x="3" y="7"/>
                    <a:pt x="4" y="7"/>
                    <a:pt x="4" y="7"/>
                  </a:cubicBezTo>
                  <a:cubicBezTo>
                    <a:pt x="5" y="7"/>
                    <a:pt x="7" y="7"/>
                    <a:pt x="7" y="8"/>
                  </a:cubicBezTo>
                  <a:cubicBezTo>
                    <a:pt x="7" y="8"/>
                    <a:pt x="7" y="8"/>
                    <a:pt x="7" y="8"/>
                  </a:cubicBezTo>
                  <a:cubicBezTo>
                    <a:pt x="7" y="8"/>
                    <a:pt x="6" y="8"/>
                    <a:pt x="6" y="9"/>
                  </a:cubicBezTo>
                  <a:cubicBezTo>
                    <a:pt x="5" y="9"/>
                    <a:pt x="4" y="9"/>
                    <a:pt x="4" y="8"/>
                  </a:cubicBezTo>
                  <a:cubicBezTo>
                    <a:pt x="3" y="8"/>
                    <a:pt x="2" y="8"/>
                    <a:pt x="2" y="7"/>
                  </a:cubicBezTo>
                  <a:cubicBezTo>
                    <a:pt x="2" y="6"/>
                    <a:pt x="4" y="6"/>
                    <a:pt x="4" y="7"/>
                  </a:cubicBezTo>
                  <a:cubicBezTo>
                    <a:pt x="5" y="7"/>
                    <a:pt x="5" y="7"/>
                    <a:pt x="6" y="7"/>
                  </a:cubicBezTo>
                  <a:cubicBezTo>
                    <a:pt x="6" y="7"/>
                    <a:pt x="6" y="7"/>
                    <a:pt x="6" y="8"/>
                  </a:cubicBezTo>
                  <a:cubicBezTo>
                    <a:pt x="7" y="8"/>
                    <a:pt x="6" y="8"/>
                    <a:pt x="6" y="8"/>
                  </a:cubicBezTo>
                  <a:cubicBezTo>
                    <a:pt x="6" y="9"/>
                    <a:pt x="5" y="8"/>
                    <a:pt x="5" y="8"/>
                  </a:cubicBezTo>
                  <a:cubicBezTo>
                    <a:pt x="4" y="8"/>
                    <a:pt x="3" y="8"/>
                    <a:pt x="2" y="7"/>
                  </a:cubicBezTo>
                  <a:cubicBezTo>
                    <a:pt x="2" y="6"/>
                    <a:pt x="3" y="5"/>
                    <a:pt x="3" y="5"/>
                  </a:cubicBezTo>
                  <a:cubicBezTo>
                    <a:pt x="4" y="5"/>
                    <a:pt x="5" y="5"/>
                    <a:pt x="6" y="5"/>
                  </a:cubicBezTo>
                  <a:cubicBezTo>
                    <a:pt x="7" y="5"/>
                    <a:pt x="8" y="5"/>
                    <a:pt x="9" y="6"/>
                  </a:cubicBezTo>
                  <a:cubicBezTo>
                    <a:pt x="9" y="6"/>
                    <a:pt x="10" y="6"/>
                    <a:pt x="9" y="6"/>
                  </a:cubicBezTo>
                  <a:cubicBezTo>
                    <a:pt x="9" y="7"/>
                    <a:pt x="9" y="7"/>
                    <a:pt x="9" y="7"/>
                  </a:cubicBezTo>
                  <a:cubicBezTo>
                    <a:pt x="8" y="7"/>
                    <a:pt x="7" y="7"/>
                    <a:pt x="6" y="7"/>
                  </a:cubicBezTo>
                  <a:cubicBezTo>
                    <a:pt x="5" y="7"/>
                    <a:pt x="4" y="7"/>
                    <a:pt x="3" y="6"/>
                  </a:cubicBezTo>
                  <a:cubicBezTo>
                    <a:pt x="2" y="6"/>
                    <a:pt x="2" y="5"/>
                    <a:pt x="3" y="5"/>
                  </a:cubicBezTo>
                  <a:cubicBezTo>
                    <a:pt x="3" y="4"/>
                    <a:pt x="4" y="4"/>
                    <a:pt x="5" y="4"/>
                  </a:cubicBezTo>
                  <a:cubicBezTo>
                    <a:pt x="6" y="4"/>
                    <a:pt x="7" y="4"/>
                    <a:pt x="9" y="5"/>
                  </a:cubicBezTo>
                  <a:cubicBezTo>
                    <a:pt x="9" y="5"/>
                    <a:pt x="10" y="5"/>
                    <a:pt x="11" y="5"/>
                  </a:cubicBezTo>
                  <a:cubicBezTo>
                    <a:pt x="11" y="6"/>
                    <a:pt x="10" y="6"/>
                    <a:pt x="10" y="6"/>
                  </a:cubicBezTo>
                  <a:cubicBezTo>
                    <a:pt x="9" y="6"/>
                    <a:pt x="8" y="6"/>
                    <a:pt x="7" y="6"/>
                  </a:cubicBezTo>
                  <a:cubicBezTo>
                    <a:pt x="6" y="5"/>
                    <a:pt x="5" y="5"/>
                    <a:pt x="5" y="4"/>
                  </a:cubicBezTo>
                  <a:cubicBezTo>
                    <a:pt x="5" y="3"/>
                    <a:pt x="6" y="3"/>
                    <a:pt x="7" y="3"/>
                  </a:cubicBezTo>
                  <a:cubicBezTo>
                    <a:pt x="8" y="3"/>
                    <a:pt x="9" y="4"/>
                    <a:pt x="10" y="4"/>
                  </a:cubicBezTo>
                  <a:cubicBezTo>
                    <a:pt x="10" y="4"/>
                    <a:pt x="11" y="4"/>
                    <a:pt x="11" y="4"/>
                  </a:cubicBezTo>
                  <a:cubicBezTo>
                    <a:pt x="12" y="4"/>
                    <a:pt x="12" y="5"/>
                    <a:pt x="12" y="5"/>
                  </a:cubicBezTo>
                  <a:cubicBezTo>
                    <a:pt x="12" y="5"/>
                    <a:pt x="12" y="5"/>
                    <a:pt x="12" y="5"/>
                  </a:cubicBezTo>
                  <a:cubicBezTo>
                    <a:pt x="11" y="6"/>
                    <a:pt x="9" y="5"/>
                    <a:pt x="8" y="5"/>
                  </a:cubicBezTo>
                  <a:cubicBezTo>
                    <a:pt x="7" y="5"/>
                    <a:pt x="6" y="5"/>
                    <a:pt x="6" y="4"/>
                  </a:cubicBezTo>
                  <a:cubicBezTo>
                    <a:pt x="5" y="4"/>
                    <a:pt x="5" y="4"/>
                    <a:pt x="5" y="3"/>
                  </a:cubicBezTo>
                  <a:cubicBezTo>
                    <a:pt x="5" y="3"/>
                    <a:pt x="6" y="3"/>
                    <a:pt x="7" y="3"/>
                  </a:cubicBezTo>
                  <a:cubicBezTo>
                    <a:pt x="8" y="3"/>
                    <a:pt x="9" y="3"/>
                    <a:pt x="10" y="3"/>
                  </a:cubicBezTo>
                  <a:cubicBezTo>
                    <a:pt x="10" y="3"/>
                    <a:pt x="11" y="4"/>
                    <a:pt x="11" y="4"/>
                  </a:cubicBezTo>
                  <a:cubicBezTo>
                    <a:pt x="12" y="4"/>
                    <a:pt x="12" y="4"/>
                    <a:pt x="12" y="4"/>
                  </a:cubicBezTo>
                  <a:cubicBezTo>
                    <a:pt x="12" y="4"/>
                    <a:pt x="12" y="4"/>
                    <a:pt x="12" y="4"/>
                  </a:cubicBezTo>
                  <a:cubicBezTo>
                    <a:pt x="12" y="5"/>
                    <a:pt x="11" y="5"/>
                    <a:pt x="10" y="5"/>
                  </a:cubicBezTo>
                  <a:cubicBezTo>
                    <a:pt x="9" y="5"/>
                    <a:pt x="7" y="5"/>
                    <a:pt x="6" y="5"/>
                  </a:cubicBezTo>
                  <a:cubicBezTo>
                    <a:pt x="5" y="5"/>
                    <a:pt x="4" y="5"/>
                    <a:pt x="3" y="4"/>
                  </a:cubicBezTo>
                  <a:cubicBezTo>
                    <a:pt x="3" y="4"/>
                    <a:pt x="3" y="3"/>
                    <a:pt x="3" y="2"/>
                  </a:cubicBezTo>
                  <a:cubicBezTo>
                    <a:pt x="4" y="2"/>
                    <a:pt x="5" y="1"/>
                    <a:pt x="6" y="1"/>
                  </a:cubicBezTo>
                  <a:cubicBezTo>
                    <a:pt x="7" y="1"/>
                    <a:pt x="8" y="1"/>
                    <a:pt x="9" y="1"/>
                  </a:cubicBezTo>
                  <a:cubicBezTo>
                    <a:pt x="9" y="1"/>
                    <a:pt x="10" y="1"/>
                    <a:pt x="10" y="2"/>
                  </a:cubicBezTo>
                  <a:cubicBezTo>
                    <a:pt x="9" y="3"/>
                    <a:pt x="8" y="3"/>
                    <a:pt x="7" y="4"/>
                  </a:cubicBezTo>
                  <a:cubicBezTo>
                    <a:pt x="6" y="4"/>
                    <a:pt x="5" y="4"/>
                    <a:pt x="4" y="4"/>
                  </a:cubicBezTo>
                  <a:cubicBezTo>
                    <a:pt x="4" y="4"/>
                    <a:pt x="3" y="4"/>
                    <a:pt x="4" y="3"/>
                  </a:cubicBezTo>
                  <a:cubicBezTo>
                    <a:pt x="4" y="3"/>
                    <a:pt x="4" y="2"/>
                    <a:pt x="5" y="2"/>
                  </a:cubicBezTo>
                  <a:cubicBezTo>
                    <a:pt x="5" y="2"/>
                    <a:pt x="6" y="2"/>
                    <a:pt x="6" y="2"/>
                  </a:cubicBezTo>
                  <a:cubicBezTo>
                    <a:pt x="7" y="2"/>
                    <a:pt x="8" y="1"/>
                    <a:pt x="9" y="2"/>
                  </a:cubicBezTo>
                  <a:cubicBezTo>
                    <a:pt x="9" y="2"/>
                    <a:pt x="9" y="2"/>
                    <a:pt x="9" y="2"/>
                  </a:cubicBezTo>
                  <a:cubicBezTo>
                    <a:pt x="9" y="2"/>
                    <a:pt x="9" y="1"/>
                    <a:pt x="9" y="1"/>
                  </a:cubicBezTo>
                  <a:cubicBezTo>
                    <a:pt x="9" y="2"/>
                    <a:pt x="9" y="2"/>
                    <a:pt x="9" y="2"/>
                  </a:cubicBezTo>
                  <a:cubicBezTo>
                    <a:pt x="8" y="2"/>
                    <a:pt x="8" y="2"/>
                    <a:pt x="7" y="3"/>
                  </a:cubicBezTo>
                  <a:cubicBezTo>
                    <a:pt x="6" y="3"/>
                    <a:pt x="5" y="4"/>
                    <a:pt x="4" y="4"/>
                  </a:cubicBezTo>
                  <a:cubicBezTo>
                    <a:pt x="3" y="4"/>
                    <a:pt x="2" y="5"/>
                    <a:pt x="2" y="4"/>
                  </a:cubicBezTo>
                  <a:cubicBezTo>
                    <a:pt x="1" y="4"/>
                    <a:pt x="2" y="3"/>
                    <a:pt x="2" y="3"/>
                  </a:cubicBezTo>
                  <a:cubicBezTo>
                    <a:pt x="3" y="2"/>
                    <a:pt x="4" y="2"/>
                    <a:pt x="5" y="1"/>
                  </a:cubicBezTo>
                  <a:cubicBezTo>
                    <a:pt x="5" y="1"/>
                    <a:pt x="6" y="1"/>
                    <a:pt x="6" y="2"/>
                  </a:cubicBezTo>
                  <a:cubicBezTo>
                    <a:pt x="6" y="2"/>
                    <a:pt x="6" y="2"/>
                    <a:pt x="6" y="3"/>
                  </a:cubicBezTo>
                  <a:cubicBezTo>
                    <a:pt x="6" y="3"/>
                    <a:pt x="5" y="4"/>
                    <a:pt x="4" y="5"/>
                  </a:cubicBezTo>
                  <a:cubicBezTo>
                    <a:pt x="3" y="5"/>
                    <a:pt x="3" y="5"/>
                    <a:pt x="3" y="5"/>
                  </a:cubicBezTo>
                  <a:cubicBezTo>
                    <a:pt x="2" y="5"/>
                    <a:pt x="2" y="5"/>
                    <a:pt x="2" y="5"/>
                  </a:cubicBezTo>
                  <a:cubicBezTo>
                    <a:pt x="1" y="5"/>
                    <a:pt x="2" y="4"/>
                    <a:pt x="2" y="4"/>
                  </a:cubicBezTo>
                  <a:cubicBezTo>
                    <a:pt x="2" y="4"/>
                    <a:pt x="3" y="3"/>
                    <a:pt x="4" y="3"/>
                  </a:cubicBezTo>
                  <a:cubicBezTo>
                    <a:pt x="4" y="2"/>
                    <a:pt x="5" y="2"/>
                    <a:pt x="5" y="2"/>
                  </a:cubicBezTo>
                  <a:cubicBezTo>
                    <a:pt x="6" y="2"/>
                    <a:pt x="7" y="1"/>
                    <a:pt x="7" y="2"/>
                  </a:cubicBezTo>
                  <a:cubicBezTo>
                    <a:pt x="7" y="2"/>
                    <a:pt x="7" y="2"/>
                    <a:pt x="7" y="1"/>
                  </a:cubicBezTo>
                  <a:cubicBezTo>
                    <a:pt x="6" y="2"/>
                    <a:pt x="6" y="3"/>
                    <a:pt x="5" y="4"/>
                  </a:cubicBezTo>
                  <a:cubicBezTo>
                    <a:pt x="4" y="5"/>
                    <a:pt x="3" y="6"/>
                    <a:pt x="2" y="5"/>
                  </a:cubicBezTo>
                  <a:cubicBezTo>
                    <a:pt x="2" y="6"/>
                    <a:pt x="2" y="6"/>
                    <a:pt x="2" y="6"/>
                  </a:cubicBezTo>
                  <a:cubicBezTo>
                    <a:pt x="2" y="5"/>
                    <a:pt x="3" y="5"/>
                    <a:pt x="3" y="4"/>
                  </a:cubicBezTo>
                  <a:cubicBezTo>
                    <a:pt x="3" y="4"/>
                    <a:pt x="4" y="3"/>
                    <a:pt x="5" y="3"/>
                  </a:cubicBezTo>
                  <a:cubicBezTo>
                    <a:pt x="6" y="3"/>
                    <a:pt x="7" y="2"/>
                    <a:pt x="8" y="2"/>
                  </a:cubicBezTo>
                  <a:cubicBezTo>
                    <a:pt x="8" y="2"/>
                    <a:pt x="8" y="2"/>
                    <a:pt x="8" y="2"/>
                  </a:cubicBezTo>
                  <a:cubicBezTo>
                    <a:pt x="8" y="2"/>
                    <a:pt x="8" y="3"/>
                    <a:pt x="7" y="3"/>
                  </a:cubicBezTo>
                  <a:cubicBezTo>
                    <a:pt x="7" y="4"/>
                    <a:pt x="7" y="4"/>
                    <a:pt x="6" y="4"/>
                  </a:cubicBezTo>
                  <a:cubicBezTo>
                    <a:pt x="6" y="5"/>
                    <a:pt x="5" y="5"/>
                    <a:pt x="5" y="5"/>
                  </a:cubicBezTo>
                  <a:cubicBezTo>
                    <a:pt x="4" y="5"/>
                    <a:pt x="4" y="5"/>
                    <a:pt x="4" y="5"/>
                  </a:cubicBezTo>
                  <a:cubicBezTo>
                    <a:pt x="4" y="4"/>
                    <a:pt x="5" y="4"/>
                    <a:pt x="5" y="4"/>
                  </a:cubicBezTo>
                  <a:cubicBezTo>
                    <a:pt x="5" y="3"/>
                    <a:pt x="6" y="3"/>
                    <a:pt x="6" y="3"/>
                  </a:cubicBezTo>
                  <a:cubicBezTo>
                    <a:pt x="7" y="3"/>
                    <a:pt x="9" y="2"/>
                    <a:pt x="9" y="2"/>
                  </a:cubicBezTo>
                  <a:cubicBezTo>
                    <a:pt x="9" y="3"/>
                    <a:pt x="9" y="3"/>
                    <a:pt x="8" y="3"/>
                  </a:cubicBezTo>
                  <a:cubicBezTo>
                    <a:pt x="8" y="4"/>
                    <a:pt x="8" y="4"/>
                    <a:pt x="7" y="5"/>
                  </a:cubicBezTo>
                  <a:cubicBezTo>
                    <a:pt x="6" y="5"/>
                    <a:pt x="5" y="6"/>
                    <a:pt x="4" y="6"/>
                  </a:cubicBezTo>
                  <a:cubicBezTo>
                    <a:pt x="4" y="6"/>
                    <a:pt x="5" y="6"/>
                    <a:pt x="5" y="6"/>
                  </a:cubicBezTo>
                  <a:cubicBezTo>
                    <a:pt x="4" y="5"/>
                    <a:pt x="5" y="5"/>
                    <a:pt x="6" y="4"/>
                  </a:cubicBezTo>
                  <a:cubicBezTo>
                    <a:pt x="6" y="4"/>
                    <a:pt x="7" y="4"/>
                    <a:pt x="8" y="4"/>
                  </a:cubicBezTo>
                  <a:cubicBezTo>
                    <a:pt x="9" y="3"/>
                    <a:pt x="10" y="3"/>
                    <a:pt x="11" y="3"/>
                  </a:cubicBezTo>
                  <a:cubicBezTo>
                    <a:pt x="12" y="3"/>
                    <a:pt x="13" y="3"/>
                    <a:pt x="13" y="3"/>
                  </a:cubicBezTo>
                  <a:cubicBezTo>
                    <a:pt x="13" y="3"/>
                    <a:pt x="13" y="3"/>
                    <a:pt x="13" y="3"/>
                  </a:cubicBezTo>
                  <a:cubicBezTo>
                    <a:pt x="12" y="3"/>
                    <a:pt x="10" y="4"/>
                    <a:pt x="9" y="4"/>
                  </a:cubicBezTo>
                  <a:cubicBezTo>
                    <a:pt x="8" y="5"/>
                    <a:pt x="7" y="6"/>
                    <a:pt x="6" y="6"/>
                  </a:cubicBezTo>
                  <a:cubicBezTo>
                    <a:pt x="6" y="6"/>
                    <a:pt x="6" y="6"/>
                    <a:pt x="6" y="6"/>
                  </a:cubicBezTo>
                  <a:cubicBezTo>
                    <a:pt x="6" y="5"/>
                    <a:pt x="8" y="4"/>
                    <a:pt x="10" y="4"/>
                  </a:cubicBezTo>
                  <a:cubicBezTo>
                    <a:pt x="11" y="4"/>
                    <a:pt x="13" y="4"/>
                    <a:pt x="14" y="4"/>
                  </a:cubicBezTo>
                  <a:cubicBezTo>
                    <a:pt x="14" y="4"/>
                    <a:pt x="14" y="4"/>
                    <a:pt x="14" y="4"/>
                  </a:cubicBezTo>
                  <a:cubicBezTo>
                    <a:pt x="12" y="4"/>
                    <a:pt x="11" y="4"/>
                    <a:pt x="9" y="5"/>
                  </a:cubicBezTo>
                  <a:cubicBezTo>
                    <a:pt x="8" y="5"/>
                    <a:pt x="7" y="6"/>
                    <a:pt x="5" y="7"/>
                  </a:cubicBezTo>
                  <a:cubicBezTo>
                    <a:pt x="6" y="7"/>
                    <a:pt x="6" y="7"/>
                    <a:pt x="6" y="7"/>
                  </a:cubicBezTo>
                  <a:cubicBezTo>
                    <a:pt x="7" y="5"/>
                    <a:pt x="9" y="5"/>
                    <a:pt x="10" y="5"/>
                  </a:cubicBezTo>
                  <a:cubicBezTo>
                    <a:pt x="12" y="4"/>
                    <a:pt x="14" y="4"/>
                    <a:pt x="16" y="5"/>
                  </a:cubicBezTo>
                  <a:cubicBezTo>
                    <a:pt x="16" y="5"/>
                    <a:pt x="16" y="5"/>
                    <a:pt x="16" y="5"/>
                  </a:cubicBezTo>
                  <a:cubicBezTo>
                    <a:pt x="15" y="5"/>
                    <a:pt x="14" y="5"/>
                    <a:pt x="13" y="5"/>
                  </a:cubicBezTo>
                  <a:cubicBezTo>
                    <a:pt x="12" y="5"/>
                    <a:pt x="11" y="5"/>
                    <a:pt x="10" y="5"/>
                  </a:cubicBezTo>
                  <a:cubicBezTo>
                    <a:pt x="9" y="6"/>
                    <a:pt x="8" y="7"/>
                    <a:pt x="6" y="8"/>
                  </a:cubicBezTo>
                  <a:cubicBezTo>
                    <a:pt x="6" y="8"/>
                    <a:pt x="6" y="8"/>
                    <a:pt x="6" y="8"/>
                  </a:cubicBezTo>
                  <a:cubicBezTo>
                    <a:pt x="9" y="6"/>
                    <a:pt x="12" y="5"/>
                    <a:pt x="15" y="6"/>
                  </a:cubicBezTo>
                  <a:cubicBezTo>
                    <a:pt x="15" y="6"/>
                    <a:pt x="15" y="6"/>
                    <a:pt x="15" y="5"/>
                  </a:cubicBezTo>
                  <a:cubicBezTo>
                    <a:pt x="13" y="5"/>
                    <a:pt x="12" y="5"/>
                    <a:pt x="11" y="5"/>
                  </a:cubicBezTo>
                  <a:cubicBezTo>
                    <a:pt x="10" y="5"/>
                    <a:pt x="9" y="6"/>
                    <a:pt x="8" y="6"/>
                  </a:cubicBezTo>
                  <a:cubicBezTo>
                    <a:pt x="8" y="7"/>
                    <a:pt x="8" y="7"/>
                    <a:pt x="8" y="7"/>
                  </a:cubicBezTo>
                  <a:cubicBezTo>
                    <a:pt x="10" y="6"/>
                    <a:pt x="13" y="6"/>
                    <a:pt x="15" y="6"/>
                  </a:cubicBezTo>
                  <a:cubicBezTo>
                    <a:pt x="16" y="6"/>
                    <a:pt x="16" y="6"/>
                    <a:pt x="1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8" name="Freeform 52"/>
            <p:cNvSpPr/>
            <p:nvPr/>
          </p:nvSpPr>
          <p:spPr bwMode="auto">
            <a:xfrm>
              <a:off x="2005013" y="3467101"/>
              <a:ext cx="708025" cy="663575"/>
            </a:xfrm>
            <a:custGeom>
              <a:avLst/>
              <a:gdLst>
                <a:gd name="T0" fmla="*/ 2 w 31"/>
                <a:gd name="T1" fmla="*/ 0 h 29"/>
                <a:gd name="T2" fmla="*/ 3 w 31"/>
                <a:gd name="T3" fmla="*/ 2 h 29"/>
                <a:gd name="T4" fmla="*/ 6 w 31"/>
                <a:gd name="T5" fmla="*/ 12 h 29"/>
                <a:gd name="T6" fmla="*/ 1 w 31"/>
                <a:gd name="T7" fmla="*/ 9 h 29"/>
                <a:gd name="T8" fmla="*/ 1 w 31"/>
                <a:gd name="T9" fmla="*/ 9 h 29"/>
                <a:gd name="T10" fmla="*/ 1 w 31"/>
                <a:gd name="T11" fmla="*/ 7 h 29"/>
                <a:gd name="T12" fmla="*/ 0 w 31"/>
                <a:gd name="T13" fmla="*/ 7 h 29"/>
                <a:gd name="T14" fmla="*/ 1 w 31"/>
                <a:gd name="T15" fmla="*/ 10 h 29"/>
                <a:gd name="T16" fmla="*/ 7 w 31"/>
                <a:gd name="T17" fmla="*/ 15 h 29"/>
                <a:gd name="T18" fmla="*/ 10 w 31"/>
                <a:gd name="T19" fmla="*/ 17 h 29"/>
                <a:gd name="T20" fmla="*/ 11 w 31"/>
                <a:gd name="T21" fmla="*/ 20 h 29"/>
                <a:gd name="T22" fmla="*/ 8 w 31"/>
                <a:gd name="T23" fmla="*/ 14 h 29"/>
                <a:gd name="T24" fmla="*/ 2 w 31"/>
                <a:gd name="T25" fmla="*/ 9 h 29"/>
                <a:gd name="T26" fmla="*/ 11 w 31"/>
                <a:gd name="T27" fmla="*/ 18 h 29"/>
                <a:gd name="T28" fmla="*/ 18 w 31"/>
                <a:gd name="T29" fmla="*/ 25 h 29"/>
                <a:gd name="T30" fmla="*/ 19 w 31"/>
                <a:gd name="T31" fmla="*/ 26 h 29"/>
                <a:gd name="T32" fmla="*/ 12 w 31"/>
                <a:gd name="T33" fmla="*/ 21 h 29"/>
                <a:gd name="T34" fmla="*/ 23 w 31"/>
                <a:gd name="T35" fmla="*/ 23 h 29"/>
                <a:gd name="T36" fmla="*/ 19 w 31"/>
                <a:gd name="T37" fmla="*/ 20 h 29"/>
                <a:gd name="T38" fmla="*/ 18 w 31"/>
                <a:gd name="T39" fmla="*/ 20 h 29"/>
                <a:gd name="T40" fmla="*/ 15 w 31"/>
                <a:gd name="T41" fmla="*/ 21 h 29"/>
                <a:gd name="T42" fmla="*/ 17 w 31"/>
                <a:gd name="T43" fmla="*/ 24 h 29"/>
                <a:gd name="T44" fmla="*/ 25 w 31"/>
                <a:gd name="T45" fmla="*/ 27 h 29"/>
                <a:gd name="T46" fmla="*/ 24 w 31"/>
                <a:gd name="T47" fmla="*/ 28 h 29"/>
                <a:gd name="T48" fmla="*/ 27 w 31"/>
                <a:gd name="T49" fmla="*/ 27 h 29"/>
                <a:gd name="T50" fmla="*/ 28 w 31"/>
                <a:gd name="T51" fmla="*/ 26 h 29"/>
                <a:gd name="T52" fmla="*/ 30 w 31"/>
                <a:gd name="T53" fmla="*/ 24 h 29"/>
                <a:gd name="T54" fmla="*/ 22 w 31"/>
                <a:gd name="T55" fmla="*/ 25 h 29"/>
                <a:gd name="T56" fmla="*/ 24 w 31"/>
                <a:gd name="T57" fmla="*/ 22 h 29"/>
                <a:gd name="T58" fmla="*/ 22 w 31"/>
                <a:gd name="T59" fmla="*/ 25 h 29"/>
                <a:gd name="T60" fmla="*/ 24 w 31"/>
                <a:gd name="T61" fmla="*/ 26 h 29"/>
                <a:gd name="T62" fmla="*/ 31 w 31"/>
                <a:gd name="T63" fmla="*/ 25 h 29"/>
                <a:gd name="T64" fmla="*/ 30 w 31"/>
                <a:gd name="T65" fmla="*/ 26 h 29"/>
                <a:gd name="T66" fmla="*/ 27 w 31"/>
                <a:gd name="T67" fmla="*/ 28 h 29"/>
                <a:gd name="T68" fmla="*/ 19 w 31"/>
                <a:gd name="T69" fmla="*/ 25 h 29"/>
                <a:gd name="T70" fmla="*/ 20 w 31"/>
                <a:gd name="T71" fmla="*/ 24 h 29"/>
                <a:gd name="T72" fmla="*/ 20 w 31"/>
                <a:gd name="T73" fmla="*/ 23 h 29"/>
                <a:gd name="T74" fmla="*/ 18 w 31"/>
                <a:gd name="T75" fmla="*/ 21 h 29"/>
                <a:gd name="T76" fmla="*/ 14 w 31"/>
                <a:gd name="T77" fmla="*/ 21 h 29"/>
                <a:gd name="T78" fmla="*/ 19 w 31"/>
                <a:gd name="T79" fmla="*/ 22 h 29"/>
                <a:gd name="T80" fmla="*/ 20 w 31"/>
                <a:gd name="T81" fmla="*/ 25 h 29"/>
                <a:gd name="T82" fmla="*/ 17 w 31"/>
                <a:gd name="T83" fmla="*/ 25 h 29"/>
                <a:gd name="T84" fmla="*/ 7 w 31"/>
                <a:gd name="T85" fmla="*/ 20 h 29"/>
                <a:gd name="T86" fmla="*/ 18 w 31"/>
                <a:gd name="T87" fmla="*/ 22 h 29"/>
                <a:gd name="T88" fmla="*/ 10 w 31"/>
                <a:gd name="T89" fmla="*/ 16 h 29"/>
                <a:gd name="T90" fmla="*/ 12 w 31"/>
                <a:gd name="T91" fmla="*/ 19 h 29"/>
                <a:gd name="T92" fmla="*/ 4 w 31"/>
                <a:gd name="T93" fmla="*/ 12 h 29"/>
                <a:gd name="T94" fmla="*/ 8 w 31"/>
                <a:gd name="T95" fmla="*/ 17 h 29"/>
                <a:gd name="T96" fmla="*/ 10 w 31"/>
                <a:gd name="T97" fmla="*/ 20 h 29"/>
                <a:gd name="T98" fmla="*/ 4 w 31"/>
                <a:gd name="T99" fmla="*/ 11 h 29"/>
                <a:gd name="T100" fmla="*/ 1 w 31"/>
                <a:gd name="T101" fmla="*/ 3 h 29"/>
                <a:gd name="T102" fmla="*/ 1 w 31"/>
                <a:gd name="T103" fmla="*/ 2 h 29"/>
                <a:gd name="T104" fmla="*/ 0 w 31"/>
                <a:gd name="T105" fmla="*/ 4 h 29"/>
                <a:gd name="T106" fmla="*/ 2 w 31"/>
                <a:gd name="T107" fmla="*/ 9 h 29"/>
                <a:gd name="T108" fmla="*/ 5 w 31"/>
                <a:gd name="T109" fmla="*/ 12 h 29"/>
                <a:gd name="T110" fmla="*/ 5 w 31"/>
                <a:gd name="T111" fmla="*/ 1 h 29"/>
                <a:gd name="T112" fmla="*/ 3 w 31"/>
                <a:gd name="T113" fmla="*/ 6 h 29"/>
                <a:gd name="T114" fmla="*/ 3 w 31"/>
                <a:gd name="T115"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1" h="29">
                  <a:moveTo>
                    <a:pt x="2" y="2"/>
                  </a:moveTo>
                  <a:cubicBezTo>
                    <a:pt x="2" y="3"/>
                    <a:pt x="1" y="5"/>
                    <a:pt x="1" y="6"/>
                  </a:cubicBezTo>
                  <a:cubicBezTo>
                    <a:pt x="1" y="8"/>
                    <a:pt x="1" y="9"/>
                    <a:pt x="2" y="10"/>
                  </a:cubicBezTo>
                  <a:cubicBezTo>
                    <a:pt x="2" y="10"/>
                    <a:pt x="3" y="10"/>
                    <a:pt x="3" y="10"/>
                  </a:cubicBezTo>
                  <a:cubicBezTo>
                    <a:pt x="3" y="10"/>
                    <a:pt x="3" y="9"/>
                    <a:pt x="3" y="8"/>
                  </a:cubicBezTo>
                  <a:cubicBezTo>
                    <a:pt x="3" y="7"/>
                    <a:pt x="3" y="6"/>
                    <a:pt x="3" y="5"/>
                  </a:cubicBezTo>
                  <a:cubicBezTo>
                    <a:pt x="3" y="4"/>
                    <a:pt x="3" y="3"/>
                    <a:pt x="3" y="2"/>
                  </a:cubicBezTo>
                  <a:cubicBezTo>
                    <a:pt x="3" y="1"/>
                    <a:pt x="3" y="1"/>
                    <a:pt x="2" y="0"/>
                  </a:cubicBezTo>
                  <a:cubicBezTo>
                    <a:pt x="2" y="0"/>
                    <a:pt x="2" y="0"/>
                    <a:pt x="2" y="1"/>
                  </a:cubicBezTo>
                  <a:cubicBezTo>
                    <a:pt x="1" y="2"/>
                    <a:pt x="2" y="5"/>
                    <a:pt x="2" y="7"/>
                  </a:cubicBezTo>
                  <a:cubicBezTo>
                    <a:pt x="2" y="8"/>
                    <a:pt x="2" y="8"/>
                    <a:pt x="2" y="9"/>
                  </a:cubicBezTo>
                  <a:cubicBezTo>
                    <a:pt x="2" y="10"/>
                    <a:pt x="2" y="11"/>
                    <a:pt x="3" y="11"/>
                  </a:cubicBezTo>
                  <a:cubicBezTo>
                    <a:pt x="3" y="11"/>
                    <a:pt x="3" y="11"/>
                    <a:pt x="3" y="11"/>
                  </a:cubicBezTo>
                  <a:cubicBezTo>
                    <a:pt x="4" y="10"/>
                    <a:pt x="4" y="8"/>
                    <a:pt x="4" y="6"/>
                  </a:cubicBezTo>
                  <a:cubicBezTo>
                    <a:pt x="4" y="5"/>
                    <a:pt x="4" y="3"/>
                    <a:pt x="3" y="2"/>
                  </a:cubicBezTo>
                  <a:cubicBezTo>
                    <a:pt x="3" y="1"/>
                    <a:pt x="3" y="1"/>
                    <a:pt x="3" y="2"/>
                  </a:cubicBezTo>
                  <a:cubicBezTo>
                    <a:pt x="3" y="4"/>
                    <a:pt x="3" y="5"/>
                    <a:pt x="4" y="7"/>
                  </a:cubicBezTo>
                  <a:cubicBezTo>
                    <a:pt x="4" y="9"/>
                    <a:pt x="4" y="11"/>
                    <a:pt x="5" y="12"/>
                  </a:cubicBezTo>
                  <a:cubicBezTo>
                    <a:pt x="5" y="12"/>
                    <a:pt x="5" y="12"/>
                    <a:pt x="5" y="12"/>
                  </a:cubicBezTo>
                  <a:cubicBezTo>
                    <a:pt x="6" y="11"/>
                    <a:pt x="5" y="9"/>
                    <a:pt x="5" y="7"/>
                  </a:cubicBezTo>
                  <a:cubicBezTo>
                    <a:pt x="5" y="5"/>
                    <a:pt x="5" y="3"/>
                    <a:pt x="5" y="1"/>
                  </a:cubicBezTo>
                  <a:cubicBezTo>
                    <a:pt x="5" y="1"/>
                    <a:pt x="5" y="1"/>
                    <a:pt x="5" y="1"/>
                  </a:cubicBezTo>
                  <a:cubicBezTo>
                    <a:pt x="5" y="5"/>
                    <a:pt x="5" y="8"/>
                    <a:pt x="5" y="12"/>
                  </a:cubicBezTo>
                  <a:cubicBezTo>
                    <a:pt x="5" y="12"/>
                    <a:pt x="6" y="12"/>
                    <a:pt x="6" y="12"/>
                  </a:cubicBezTo>
                  <a:cubicBezTo>
                    <a:pt x="6" y="9"/>
                    <a:pt x="6" y="5"/>
                    <a:pt x="5" y="2"/>
                  </a:cubicBezTo>
                  <a:cubicBezTo>
                    <a:pt x="5" y="2"/>
                    <a:pt x="5" y="2"/>
                    <a:pt x="5" y="2"/>
                  </a:cubicBezTo>
                  <a:cubicBezTo>
                    <a:pt x="3" y="5"/>
                    <a:pt x="5" y="8"/>
                    <a:pt x="5" y="11"/>
                  </a:cubicBezTo>
                  <a:cubicBezTo>
                    <a:pt x="5" y="11"/>
                    <a:pt x="5" y="11"/>
                    <a:pt x="5" y="11"/>
                  </a:cubicBezTo>
                  <a:cubicBezTo>
                    <a:pt x="5" y="10"/>
                    <a:pt x="4" y="1"/>
                    <a:pt x="1" y="3"/>
                  </a:cubicBezTo>
                  <a:cubicBezTo>
                    <a:pt x="1" y="3"/>
                    <a:pt x="1" y="4"/>
                    <a:pt x="1" y="4"/>
                  </a:cubicBezTo>
                  <a:cubicBezTo>
                    <a:pt x="1" y="5"/>
                    <a:pt x="1" y="6"/>
                    <a:pt x="1" y="6"/>
                  </a:cubicBezTo>
                  <a:cubicBezTo>
                    <a:pt x="1" y="7"/>
                    <a:pt x="1" y="8"/>
                    <a:pt x="1" y="9"/>
                  </a:cubicBezTo>
                  <a:cubicBezTo>
                    <a:pt x="2" y="9"/>
                    <a:pt x="2" y="10"/>
                    <a:pt x="2" y="10"/>
                  </a:cubicBezTo>
                  <a:cubicBezTo>
                    <a:pt x="2" y="10"/>
                    <a:pt x="2" y="10"/>
                    <a:pt x="2" y="10"/>
                  </a:cubicBezTo>
                  <a:cubicBezTo>
                    <a:pt x="3" y="9"/>
                    <a:pt x="3" y="7"/>
                    <a:pt x="3" y="6"/>
                  </a:cubicBezTo>
                  <a:cubicBezTo>
                    <a:pt x="2" y="5"/>
                    <a:pt x="2" y="3"/>
                    <a:pt x="0" y="2"/>
                  </a:cubicBezTo>
                  <a:cubicBezTo>
                    <a:pt x="0" y="2"/>
                    <a:pt x="0" y="2"/>
                    <a:pt x="0" y="2"/>
                  </a:cubicBezTo>
                  <a:cubicBezTo>
                    <a:pt x="0" y="3"/>
                    <a:pt x="0" y="4"/>
                    <a:pt x="0" y="4"/>
                  </a:cubicBezTo>
                  <a:cubicBezTo>
                    <a:pt x="0" y="5"/>
                    <a:pt x="0" y="6"/>
                    <a:pt x="0" y="7"/>
                  </a:cubicBezTo>
                  <a:cubicBezTo>
                    <a:pt x="0" y="8"/>
                    <a:pt x="1" y="9"/>
                    <a:pt x="1" y="9"/>
                  </a:cubicBezTo>
                  <a:cubicBezTo>
                    <a:pt x="1" y="10"/>
                    <a:pt x="2" y="11"/>
                    <a:pt x="2" y="11"/>
                  </a:cubicBezTo>
                  <a:cubicBezTo>
                    <a:pt x="2" y="11"/>
                    <a:pt x="3" y="11"/>
                    <a:pt x="3" y="11"/>
                  </a:cubicBezTo>
                  <a:cubicBezTo>
                    <a:pt x="4" y="10"/>
                    <a:pt x="3" y="8"/>
                    <a:pt x="3" y="6"/>
                  </a:cubicBezTo>
                  <a:cubicBezTo>
                    <a:pt x="3" y="5"/>
                    <a:pt x="3" y="5"/>
                    <a:pt x="2" y="4"/>
                  </a:cubicBezTo>
                  <a:cubicBezTo>
                    <a:pt x="2" y="3"/>
                    <a:pt x="1" y="2"/>
                    <a:pt x="1" y="2"/>
                  </a:cubicBezTo>
                  <a:cubicBezTo>
                    <a:pt x="1" y="2"/>
                    <a:pt x="1" y="2"/>
                    <a:pt x="1" y="2"/>
                  </a:cubicBezTo>
                  <a:cubicBezTo>
                    <a:pt x="0" y="2"/>
                    <a:pt x="0" y="3"/>
                    <a:pt x="0" y="4"/>
                  </a:cubicBezTo>
                  <a:cubicBezTo>
                    <a:pt x="0" y="5"/>
                    <a:pt x="1" y="6"/>
                    <a:pt x="1" y="7"/>
                  </a:cubicBezTo>
                  <a:cubicBezTo>
                    <a:pt x="2" y="8"/>
                    <a:pt x="2" y="9"/>
                    <a:pt x="3" y="10"/>
                  </a:cubicBezTo>
                  <a:cubicBezTo>
                    <a:pt x="3" y="10"/>
                    <a:pt x="4" y="10"/>
                    <a:pt x="4" y="10"/>
                  </a:cubicBezTo>
                  <a:cubicBezTo>
                    <a:pt x="5" y="10"/>
                    <a:pt x="5" y="9"/>
                    <a:pt x="5" y="8"/>
                  </a:cubicBezTo>
                  <a:cubicBezTo>
                    <a:pt x="5" y="7"/>
                    <a:pt x="4" y="6"/>
                    <a:pt x="4" y="5"/>
                  </a:cubicBezTo>
                  <a:cubicBezTo>
                    <a:pt x="3" y="4"/>
                    <a:pt x="3" y="4"/>
                    <a:pt x="2" y="3"/>
                  </a:cubicBezTo>
                  <a:cubicBezTo>
                    <a:pt x="1" y="3"/>
                    <a:pt x="1" y="2"/>
                    <a:pt x="0" y="2"/>
                  </a:cubicBezTo>
                  <a:cubicBezTo>
                    <a:pt x="0" y="3"/>
                    <a:pt x="0" y="4"/>
                    <a:pt x="0" y="4"/>
                  </a:cubicBezTo>
                  <a:cubicBezTo>
                    <a:pt x="0" y="5"/>
                    <a:pt x="0" y="6"/>
                    <a:pt x="0" y="7"/>
                  </a:cubicBezTo>
                  <a:cubicBezTo>
                    <a:pt x="1" y="9"/>
                    <a:pt x="2" y="11"/>
                    <a:pt x="3" y="13"/>
                  </a:cubicBezTo>
                  <a:cubicBezTo>
                    <a:pt x="3" y="14"/>
                    <a:pt x="4" y="14"/>
                    <a:pt x="4" y="15"/>
                  </a:cubicBezTo>
                  <a:cubicBezTo>
                    <a:pt x="5" y="15"/>
                    <a:pt x="5" y="14"/>
                    <a:pt x="5" y="14"/>
                  </a:cubicBezTo>
                  <a:cubicBezTo>
                    <a:pt x="5" y="13"/>
                    <a:pt x="5" y="12"/>
                    <a:pt x="5" y="12"/>
                  </a:cubicBezTo>
                  <a:cubicBezTo>
                    <a:pt x="4" y="11"/>
                    <a:pt x="4" y="10"/>
                    <a:pt x="3" y="9"/>
                  </a:cubicBezTo>
                  <a:cubicBezTo>
                    <a:pt x="3" y="8"/>
                    <a:pt x="2" y="7"/>
                    <a:pt x="0" y="7"/>
                  </a:cubicBezTo>
                  <a:cubicBezTo>
                    <a:pt x="0" y="7"/>
                    <a:pt x="0" y="7"/>
                    <a:pt x="0" y="7"/>
                  </a:cubicBezTo>
                  <a:cubicBezTo>
                    <a:pt x="0" y="8"/>
                    <a:pt x="0" y="9"/>
                    <a:pt x="1" y="10"/>
                  </a:cubicBezTo>
                  <a:cubicBezTo>
                    <a:pt x="2" y="11"/>
                    <a:pt x="3" y="12"/>
                    <a:pt x="3" y="13"/>
                  </a:cubicBezTo>
                  <a:cubicBezTo>
                    <a:pt x="4" y="13"/>
                    <a:pt x="4" y="14"/>
                    <a:pt x="5" y="15"/>
                  </a:cubicBezTo>
                  <a:cubicBezTo>
                    <a:pt x="5" y="15"/>
                    <a:pt x="6" y="16"/>
                    <a:pt x="6" y="17"/>
                  </a:cubicBezTo>
                  <a:cubicBezTo>
                    <a:pt x="7" y="18"/>
                    <a:pt x="7" y="18"/>
                    <a:pt x="8" y="19"/>
                  </a:cubicBezTo>
                  <a:cubicBezTo>
                    <a:pt x="8" y="19"/>
                    <a:pt x="9" y="20"/>
                    <a:pt x="10" y="20"/>
                  </a:cubicBezTo>
                  <a:cubicBezTo>
                    <a:pt x="10" y="20"/>
                    <a:pt x="10" y="20"/>
                    <a:pt x="10" y="20"/>
                  </a:cubicBezTo>
                  <a:cubicBezTo>
                    <a:pt x="10" y="19"/>
                    <a:pt x="10" y="18"/>
                    <a:pt x="9" y="17"/>
                  </a:cubicBezTo>
                  <a:cubicBezTo>
                    <a:pt x="9" y="16"/>
                    <a:pt x="8" y="15"/>
                    <a:pt x="7" y="15"/>
                  </a:cubicBezTo>
                  <a:cubicBezTo>
                    <a:pt x="6" y="13"/>
                    <a:pt x="4" y="10"/>
                    <a:pt x="2" y="9"/>
                  </a:cubicBezTo>
                  <a:cubicBezTo>
                    <a:pt x="2" y="9"/>
                    <a:pt x="2" y="9"/>
                    <a:pt x="2" y="9"/>
                  </a:cubicBezTo>
                  <a:cubicBezTo>
                    <a:pt x="1" y="10"/>
                    <a:pt x="2" y="11"/>
                    <a:pt x="3" y="12"/>
                  </a:cubicBezTo>
                  <a:cubicBezTo>
                    <a:pt x="3" y="13"/>
                    <a:pt x="4" y="14"/>
                    <a:pt x="5" y="15"/>
                  </a:cubicBezTo>
                  <a:cubicBezTo>
                    <a:pt x="6" y="16"/>
                    <a:pt x="7" y="17"/>
                    <a:pt x="7" y="18"/>
                  </a:cubicBezTo>
                  <a:cubicBezTo>
                    <a:pt x="8" y="19"/>
                    <a:pt x="9" y="20"/>
                    <a:pt x="10" y="20"/>
                  </a:cubicBezTo>
                  <a:cubicBezTo>
                    <a:pt x="11" y="20"/>
                    <a:pt x="11" y="20"/>
                    <a:pt x="11" y="20"/>
                  </a:cubicBezTo>
                  <a:cubicBezTo>
                    <a:pt x="11" y="19"/>
                    <a:pt x="10" y="18"/>
                    <a:pt x="10" y="17"/>
                  </a:cubicBezTo>
                  <a:cubicBezTo>
                    <a:pt x="9" y="16"/>
                    <a:pt x="8" y="15"/>
                    <a:pt x="7" y="14"/>
                  </a:cubicBezTo>
                  <a:cubicBezTo>
                    <a:pt x="7" y="13"/>
                    <a:pt x="6" y="12"/>
                    <a:pt x="5" y="11"/>
                  </a:cubicBezTo>
                  <a:cubicBezTo>
                    <a:pt x="4" y="11"/>
                    <a:pt x="3" y="10"/>
                    <a:pt x="2" y="9"/>
                  </a:cubicBezTo>
                  <a:cubicBezTo>
                    <a:pt x="2" y="9"/>
                    <a:pt x="2" y="9"/>
                    <a:pt x="2" y="9"/>
                  </a:cubicBezTo>
                  <a:cubicBezTo>
                    <a:pt x="2" y="10"/>
                    <a:pt x="3" y="11"/>
                    <a:pt x="3" y="12"/>
                  </a:cubicBezTo>
                  <a:cubicBezTo>
                    <a:pt x="4" y="13"/>
                    <a:pt x="5" y="14"/>
                    <a:pt x="6" y="15"/>
                  </a:cubicBezTo>
                  <a:cubicBezTo>
                    <a:pt x="6" y="15"/>
                    <a:pt x="7" y="16"/>
                    <a:pt x="8" y="17"/>
                  </a:cubicBezTo>
                  <a:cubicBezTo>
                    <a:pt x="9" y="18"/>
                    <a:pt x="10" y="19"/>
                    <a:pt x="11" y="20"/>
                  </a:cubicBezTo>
                  <a:cubicBezTo>
                    <a:pt x="11" y="20"/>
                    <a:pt x="11" y="20"/>
                    <a:pt x="11" y="20"/>
                  </a:cubicBezTo>
                  <a:cubicBezTo>
                    <a:pt x="11" y="18"/>
                    <a:pt x="9" y="16"/>
                    <a:pt x="8" y="15"/>
                  </a:cubicBezTo>
                  <a:cubicBezTo>
                    <a:pt x="7" y="13"/>
                    <a:pt x="5" y="11"/>
                    <a:pt x="4" y="9"/>
                  </a:cubicBezTo>
                  <a:cubicBezTo>
                    <a:pt x="4" y="9"/>
                    <a:pt x="4" y="9"/>
                    <a:pt x="4" y="9"/>
                  </a:cubicBezTo>
                  <a:cubicBezTo>
                    <a:pt x="7" y="12"/>
                    <a:pt x="9" y="16"/>
                    <a:pt x="11" y="19"/>
                  </a:cubicBezTo>
                  <a:cubicBezTo>
                    <a:pt x="12" y="19"/>
                    <a:pt x="12" y="19"/>
                    <a:pt x="12" y="19"/>
                  </a:cubicBezTo>
                  <a:cubicBezTo>
                    <a:pt x="11" y="18"/>
                    <a:pt x="11" y="17"/>
                    <a:pt x="10" y="16"/>
                  </a:cubicBezTo>
                  <a:cubicBezTo>
                    <a:pt x="9" y="15"/>
                    <a:pt x="9" y="15"/>
                    <a:pt x="8" y="14"/>
                  </a:cubicBezTo>
                  <a:cubicBezTo>
                    <a:pt x="6" y="12"/>
                    <a:pt x="5" y="10"/>
                    <a:pt x="3" y="8"/>
                  </a:cubicBezTo>
                  <a:cubicBezTo>
                    <a:pt x="3" y="8"/>
                    <a:pt x="3" y="8"/>
                    <a:pt x="3" y="8"/>
                  </a:cubicBezTo>
                  <a:cubicBezTo>
                    <a:pt x="7" y="11"/>
                    <a:pt x="9" y="15"/>
                    <a:pt x="12" y="18"/>
                  </a:cubicBezTo>
                  <a:cubicBezTo>
                    <a:pt x="12" y="18"/>
                    <a:pt x="12" y="18"/>
                    <a:pt x="12" y="18"/>
                  </a:cubicBezTo>
                  <a:cubicBezTo>
                    <a:pt x="12" y="17"/>
                    <a:pt x="11" y="16"/>
                    <a:pt x="10" y="15"/>
                  </a:cubicBezTo>
                  <a:cubicBezTo>
                    <a:pt x="10" y="15"/>
                    <a:pt x="9" y="14"/>
                    <a:pt x="8" y="13"/>
                  </a:cubicBezTo>
                  <a:cubicBezTo>
                    <a:pt x="6" y="12"/>
                    <a:pt x="5" y="10"/>
                    <a:pt x="3" y="9"/>
                  </a:cubicBezTo>
                  <a:cubicBezTo>
                    <a:pt x="2" y="8"/>
                    <a:pt x="2" y="9"/>
                    <a:pt x="2" y="9"/>
                  </a:cubicBezTo>
                  <a:cubicBezTo>
                    <a:pt x="6" y="13"/>
                    <a:pt x="11" y="16"/>
                    <a:pt x="15" y="20"/>
                  </a:cubicBezTo>
                  <a:cubicBezTo>
                    <a:pt x="15" y="20"/>
                    <a:pt x="15" y="20"/>
                    <a:pt x="15" y="20"/>
                  </a:cubicBezTo>
                  <a:cubicBezTo>
                    <a:pt x="12" y="17"/>
                    <a:pt x="7" y="15"/>
                    <a:pt x="3" y="13"/>
                  </a:cubicBezTo>
                  <a:cubicBezTo>
                    <a:pt x="3" y="13"/>
                    <a:pt x="3" y="13"/>
                    <a:pt x="3" y="13"/>
                  </a:cubicBezTo>
                  <a:cubicBezTo>
                    <a:pt x="8" y="16"/>
                    <a:pt x="13" y="20"/>
                    <a:pt x="18" y="22"/>
                  </a:cubicBezTo>
                  <a:cubicBezTo>
                    <a:pt x="18" y="22"/>
                    <a:pt x="18" y="22"/>
                    <a:pt x="18" y="22"/>
                  </a:cubicBezTo>
                  <a:cubicBezTo>
                    <a:pt x="17" y="21"/>
                    <a:pt x="15" y="20"/>
                    <a:pt x="14" y="20"/>
                  </a:cubicBezTo>
                  <a:cubicBezTo>
                    <a:pt x="13" y="19"/>
                    <a:pt x="12" y="19"/>
                    <a:pt x="11" y="18"/>
                  </a:cubicBezTo>
                  <a:cubicBezTo>
                    <a:pt x="9" y="17"/>
                    <a:pt x="8" y="16"/>
                    <a:pt x="5" y="16"/>
                  </a:cubicBezTo>
                  <a:cubicBezTo>
                    <a:pt x="5" y="16"/>
                    <a:pt x="5" y="16"/>
                    <a:pt x="5" y="16"/>
                  </a:cubicBezTo>
                  <a:cubicBezTo>
                    <a:pt x="8" y="19"/>
                    <a:pt x="13" y="21"/>
                    <a:pt x="17" y="24"/>
                  </a:cubicBezTo>
                  <a:cubicBezTo>
                    <a:pt x="17" y="24"/>
                    <a:pt x="17" y="23"/>
                    <a:pt x="17" y="23"/>
                  </a:cubicBezTo>
                  <a:cubicBezTo>
                    <a:pt x="14" y="22"/>
                    <a:pt x="10" y="21"/>
                    <a:pt x="7" y="19"/>
                  </a:cubicBezTo>
                  <a:cubicBezTo>
                    <a:pt x="7" y="19"/>
                    <a:pt x="7" y="19"/>
                    <a:pt x="7" y="20"/>
                  </a:cubicBezTo>
                  <a:cubicBezTo>
                    <a:pt x="9" y="21"/>
                    <a:pt x="11" y="22"/>
                    <a:pt x="13" y="22"/>
                  </a:cubicBezTo>
                  <a:cubicBezTo>
                    <a:pt x="15" y="23"/>
                    <a:pt x="16" y="25"/>
                    <a:pt x="18" y="25"/>
                  </a:cubicBezTo>
                  <a:cubicBezTo>
                    <a:pt x="19" y="25"/>
                    <a:pt x="19" y="25"/>
                    <a:pt x="19" y="25"/>
                  </a:cubicBezTo>
                  <a:cubicBezTo>
                    <a:pt x="17" y="24"/>
                    <a:pt x="16" y="24"/>
                    <a:pt x="14" y="23"/>
                  </a:cubicBezTo>
                  <a:cubicBezTo>
                    <a:pt x="13" y="22"/>
                    <a:pt x="11" y="22"/>
                    <a:pt x="10" y="20"/>
                  </a:cubicBezTo>
                  <a:cubicBezTo>
                    <a:pt x="10" y="21"/>
                    <a:pt x="10" y="21"/>
                    <a:pt x="10" y="21"/>
                  </a:cubicBezTo>
                  <a:cubicBezTo>
                    <a:pt x="12" y="22"/>
                    <a:pt x="13" y="23"/>
                    <a:pt x="15" y="24"/>
                  </a:cubicBezTo>
                  <a:cubicBezTo>
                    <a:pt x="16" y="25"/>
                    <a:pt x="16" y="25"/>
                    <a:pt x="17" y="26"/>
                  </a:cubicBezTo>
                  <a:cubicBezTo>
                    <a:pt x="18" y="26"/>
                    <a:pt x="18" y="26"/>
                    <a:pt x="19" y="26"/>
                  </a:cubicBezTo>
                  <a:cubicBezTo>
                    <a:pt x="19" y="26"/>
                    <a:pt x="19" y="26"/>
                    <a:pt x="19" y="26"/>
                  </a:cubicBezTo>
                  <a:cubicBezTo>
                    <a:pt x="17" y="23"/>
                    <a:pt x="13" y="23"/>
                    <a:pt x="10" y="20"/>
                  </a:cubicBezTo>
                  <a:cubicBezTo>
                    <a:pt x="10" y="20"/>
                    <a:pt x="10" y="20"/>
                    <a:pt x="10" y="20"/>
                  </a:cubicBezTo>
                  <a:cubicBezTo>
                    <a:pt x="14" y="22"/>
                    <a:pt x="18" y="23"/>
                    <a:pt x="22" y="25"/>
                  </a:cubicBezTo>
                  <a:cubicBezTo>
                    <a:pt x="22" y="25"/>
                    <a:pt x="22" y="25"/>
                    <a:pt x="22" y="25"/>
                  </a:cubicBezTo>
                  <a:cubicBezTo>
                    <a:pt x="21" y="25"/>
                    <a:pt x="20" y="25"/>
                    <a:pt x="20" y="24"/>
                  </a:cubicBezTo>
                  <a:cubicBezTo>
                    <a:pt x="19" y="24"/>
                    <a:pt x="18" y="24"/>
                    <a:pt x="17" y="23"/>
                  </a:cubicBezTo>
                  <a:cubicBezTo>
                    <a:pt x="16" y="23"/>
                    <a:pt x="15" y="23"/>
                    <a:pt x="15" y="22"/>
                  </a:cubicBezTo>
                  <a:cubicBezTo>
                    <a:pt x="14" y="22"/>
                    <a:pt x="13" y="21"/>
                    <a:pt x="12" y="21"/>
                  </a:cubicBezTo>
                  <a:cubicBezTo>
                    <a:pt x="12" y="21"/>
                    <a:pt x="12" y="21"/>
                    <a:pt x="12" y="21"/>
                  </a:cubicBezTo>
                  <a:cubicBezTo>
                    <a:pt x="16" y="21"/>
                    <a:pt x="20" y="23"/>
                    <a:pt x="24" y="24"/>
                  </a:cubicBezTo>
                  <a:cubicBezTo>
                    <a:pt x="24" y="24"/>
                    <a:pt x="24" y="24"/>
                    <a:pt x="24" y="24"/>
                  </a:cubicBezTo>
                  <a:cubicBezTo>
                    <a:pt x="23" y="23"/>
                    <a:pt x="23" y="23"/>
                    <a:pt x="22" y="23"/>
                  </a:cubicBezTo>
                  <a:cubicBezTo>
                    <a:pt x="21" y="22"/>
                    <a:pt x="20" y="22"/>
                    <a:pt x="19" y="22"/>
                  </a:cubicBezTo>
                  <a:cubicBezTo>
                    <a:pt x="17" y="21"/>
                    <a:pt x="15" y="20"/>
                    <a:pt x="13" y="20"/>
                  </a:cubicBezTo>
                  <a:cubicBezTo>
                    <a:pt x="13" y="20"/>
                    <a:pt x="13" y="20"/>
                    <a:pt x="13" y="21"/>
                  </a:cubicBezTo>
                  <a:cubicBezTo>
                    <a:pt x="16" y="23"/>
                    <a:pt x="20" y="22"/>
                    <a:pt x="23" y="23"/>
                  </a:cubicBezTo>
                  <a:cubicBezTo>
                    <a:pt x="23" y="23"/>
                    <a:pt x="23" y="23"/>
                    <a:pt x="23" y="23"/>
                  </a:cubicBezTo>
                  <a:cubicBezTo>
                    <a:pt x="23" y="23"/>
                    <a:pt x="22" y="23"/>
                    <a:pt x="21" y="23"/>
                  </a:cubicBezTo>
                  <a:cubicBezTo>
                    <a:pt x="20" y="23"/>
                    <a:pt x="19" y="22"/>
                    <a:pt x="18" y="22"/>
                  </a:cubicBezTo>
                  <a:cubicBezTo>
                    <a:pt x="17" y="22"/>
                    <a:pt x="16" y="21"/>
                    <a:pt x="15" y="21"/>
                  </a:cubicBezTo>
                  <a:cubicBezTo>
                    <a:pt x="14" y="20"/>
                    <a:pt x="13" y="20"/>
                    <a:pt x="13" y="19"/>
                  </a:cubicBezTo>
                  <a:cubicBezTo>
                    <a:pt x="13" y="19"/>
                    <a:pt x="13" y="19"/>
                    <a:pt x="13" y="19"/>
                  </a:cubicBezTo>
                  <a:cubicBezTo>
                    <a:pt x="14" y="18"/>
                    <a:pt x="15" y="19"/>
                    <a:pt x="16" y="19"/>
                  </a:cubicBezTo>
                  <a:cubicBezTo>
                    <a:pt x="17" y="19"/>
                    <a:pt x="18" y="19"/>
                    <a:pt x="19" y="20"/>
                  </a:cubicBezTo>
                  <a:cubicBezTo>
                    <a:pt x="20" y="20"/>
                    <a:pt x="21" y="20"/>
                    <a:pt x="22" y="21"/>
                  </a:cubicBezTo>
                  <a:cubicBezTo>
                    <a:pt x="22" y="21"/>
                    <a:pt x="23" y="22"/>
                    <a:pt x="24" y="22"/>
                  </a:cubicBezTo>
                  <a:cubicBezTo>
                    <a:pt x="24" y="22"/>
                    <a:pt x="24" y="22"/>
                    <a:pt x="24" y="22"/>
                  </a:cubicBezTo>
                  <a:cubicBezTo>
                    <a:pt x="22" y="23"/>
                    <a:pt x="20" y="22"/>
                    <a:pt x="18" y="21"/>
                  </a:cubicBezTo>
                  <a:cubicBezTo>
                    <a:pt x="16" y="20"/>
                    <a:pt x="14" y="20"/>
                    <a:pt x="13" y="19"/>
                  </a:cubicBezTo>
                  <a:cubicBezTo>
                    <a:pt x="13" y="19"/>
                    <a:pt x="13" y="19"/>
                    <a:pt x="13" y="19"/>
                  </a:cubicBezTo>
                  <a:cubicBezTo>
                    <a:pt x="13" y="19"/>
                    <a:pt x="14" y="19"/>
                    <a:pt x="15" y="19"/>
                  </a:cubicBezTo>
                  <a:cubicBezTo>
                    <a:pt x="16" y="19"/>
                    <a:pt x="17" y="19"/>
                    <a:pt x="18" y="20"/>
                  </a:cubicBezTo>
                  <a:cubicBezTo>
                    <a:pt x="19" y="20"/>
                    <a:pt x="20" y="20"/>
                    <a:pt x="21" y="21"/>
                  </a:cubicBezTo>
                  <a:cubicBezTo>
                    <a:pt x="22" y="21"/>
                    <a:pt x="23" y="21"/>
                    <a:pt x="23" y="22"/>
                  </a:cubicBezTo>
                  <a:cubicBezTo>
                    <a:pt x="24" y="22"/>
                    <a:pt x="23" y="23"/>
                    <a:pt x="23" y="23"/>
                  </a:cubicBezTo>
                  <a:cubicBezTo>
                    <a:pt x="22" y="23"/>
                    <a:pt x="21" y="23"/>
                    <a:pt x="20" y="23"/>
                  </a:cubicBezTo>
                  <a:cubicBezTo>
                    <a:pt x="19" y="22"/>
                    <a:pt x="18" y="22"/>
                    <a:pt x="17" y="22"/>
                  </a:cubicBezTo>
                  <a:cubicBezTo>
                    <a:pt x="16" y="22"/>
                    <a:pt x="15" y="21"/>
                    <a:pt x="15" y="21"/>
                  </a:cubicBezTo>
                  <a:cubicBezTo>
                    <a:pt x="15" y="21"/>
                    <a:pt x="15" y="21"/>
                    <a:pt x="15" y="21"/>
                  </a:cubicBezTo>
                  <a:cubicBezTo>
                    <a:pt x="15" y="21"/>
                    <a:pt x="15" y="21"/>
                    <a:pt x="15" y="21"/>
                  </a:cubicBezTo>
                  <a:cubicBezTo>
                    <a:pt x="15" y="21"/>
                    <a:pt x="16" y="21"/>
                    <a:pt x="17" y="21"/>
                  </a:cubicBezTo>
                  <a:cubicBezTo>
                    <a:pt x="18" y="21"/>
                    <a:pt x="18" y="21"/>
                    <a:pt x="19" y="21"/>
                  </a:cubicBezTo>
                  <a:cubicBezTo>
                    <a:pt x="20" y="21"/>
                    <a:pt x="21" y="21"/>
                    <a:pt x="23" y="22"/>
                  </a:cubicBezTo>
                  <a:cubicBezTo>
                    <a:pt x="23" y="22"/>
                    <a:pt x="25" y="22"/>
                    <a:pt x="24" y="23"/>
                  </a:cubicBezTo>
                  <a:cubicBezTo>
                    <a:pt x="24" y="23"/>
                    <a:pt x="24" y="24"/>
                    <a:pt x="24" y="24"/>
                  </a:cubicBezTo>
                  <a:cubicBezTo>
                    <a:pt x="23" y="24"/>
                    <a:pt x="23" y="24"/>
                    <a:pt x="22" y="24"/>
                  </a:cubicBezTo>
                  <a:cubicBezTo>
                    <a:pt x="21" y="24"/>
                    <a:pt x="19" y="24"/>
                    <a:pt x="18" y="23"/>
                  </a:cubicBezTo>
                  <a:cubicBezTo>
                    <a:pt x="17" y="23"/>
                    <a:pt x="17" y="24"/>
                    <a:pt x="17" y="24"/>
                  </a:cubicBezTo>
                  <a:cubicBezTo>
                    <a:pt x="19" y="24"/>
                    <a:pt x="20" y="24"/>
                    <a:pt x="22" y="24"/>
                  </a:cubicBezTo>
                  <a:cubicBezTo>
                    <a:pt x="23" y="24"/>
                    <a:pt x="25" y="25"/>
                    <a:pt x="26" y="26"/>
                  </a:cubicBezTo>
                  <a:cubicBezTo>
                    <a:pt x="26" y="26"/>
                    <a:pt x="26" y="26"/>
                    <a:pt x="26" y="25"/>
                  </a:cubicBezTo>
                  <a:cubicBezTo>
                    <a:pt x="25" y="26"/>
                    <a:pt x="24" y="26"/>
                    <a:pt x="22" y="26"/>
                  </a:cubicBezTo>
                  <a:cubicBezTo>
                    <a:pt x="21" y="26"/>
                    <a:pt x="20" y="26"/>
                    <a:pt x="19" y="25"/>
                  </a:cubicBezTo>
                  <a:cubicBezTo>
                    <a:pt x="19" y="26"/>
                    <a:pt x="19" y="26"/>
                    <a:pt x="19" y="26"/>
                  </a:cubicBezTo>
                  <a:cubicBezTo>
                    <a:pt x="20" y="26"/>
                    <a:pt x="22" y="26"/>
                    <a:pt x="23" y="26"/>
                  </a:cubicBezTo>
                  <a:cubicBezTo>
                    <a:pt x="23" y="26"/>
                    <a:pt x="24" y="27"/>
                    <a:pt x="25" y="27"/>
                  </a:cubicBezTo>
                  <a:cubicBezTo>
                    <a:pt x="25" y="27"/>
                    <a:pt x="26" y="27"/>
                    <a:pt x="26" y="27"/>
                  </a:cubicBezTo>
                  <a:cubicBezTo>
                    <a:pt x="26" y="27"/>
                    <a:pt x="26" y="27"/>
                    <a:pt x="26" y="27"/>
                  </a:cubicBezTo>
                  <a:cubicBezTo>
                    <a:pt x="24" y="27"/>
                    <a:pt x="22" y="27"/>
                    <a:pt x="20" y="26"/>
                  </a:cubicBezTo>
                  <a:cubicBezTo>
                    <a:pt x="20" y="26"/>
                    <a:pt x="19" y="26"/>
                    <a:pt x="19" y="26"/>
                  </a:cubicBezTo>
                  <a:cubicBezTo>
                    <a:pt x="21" y="26"/>
                    <a:pt x="22" y="26"/>
                    <a:pt x="23" y="27"/>
                  </a:cubicBezTo>
                  <a:cubicBezTo>
                    <a:pt x="24" y="27"/>
                    <a:pt x="25" y="27"/>
                    <a:pt x="27" y="28"/>
                  </a:cubicBezTo>
                  <a:cubicBezTo>
                    <a:pt x="27" y="28"/>
                    <a:pt x="27" y="27"/>
                    <a:pt x="27" y="27"/>
                  </a:cubicBezTo>
                  <a:cubicBezTo>
                    <a:pt x="26" y="28"/>
                    <a:pt x="25" y="28"/>
                    <a:pt x="24" y="28"/>
                  </a:cubicBezTo>
                  <a:cubicBezTo>
                    <a:pt x="23" y="28"/>
                    <a:pt x="23" y="28"/>
                    <a:pt x="22" y="28"/>
                  </a:cubicBezTo>
                  <a:cubicBezTo>
                    <a:pt x="22" y="28"/>
                    <a:pt x="22" y="28"/>
                    <a:pt x="22" y="28"/>
                  </a:cubicBezTo>
                  <a:cubicBezTo>
                    <a:pt x="22" y="28"/>
                    <a:pt x="23" y="28"/>
                    <a:pt x="24" y="28"/>
                  </a:cubicBezTo>
                  <a:cubicBezTo>
                    <a:pt x="24" y="28"/>
                    <a:pt x="25" y="28"/>
                    <a:pt x="26" y="28"/>
                  </a:cubicBezTo>
                  <a:cubicBezTo>
                    <a:pt x="27" y="28"/>
                    <a:pt x="28" y="28"/>
                    <a:pt x="28" y="27"/>
                  </a:cubicBezTo>
                  <a:cubicBezTo>
                    <a:pt x="29" y="27"/>
                    <a:pt x="30" y="27"/>
                    <a:pt x="30" y="26"/>
                  </a:cubicBezTo>
                  <a:cubicBezTo>
                    <a:pt x="30" y="26"/>
                    <a:pt x="30" y="26"/>
                    <a:pt x="30" y="26"/>
                  </a:cubicBezTo>
                  <a:cubicBezTo>
                    <a:pt x="29" y="26"/>
                    <a:pt x="28" y="26"/>
                    <a:pt x="27" y="27"/>
                  </a:cubicBezTo>
                  <a:cubicBezTo>
                    <a:pt x="26" y="27"/>
                    <a:pt x="25" y="28"/>
                    <a:pt x="25" y="29"/>
                  </a:cubicBezTo>
                  <a:cubicBezTo>
                    <a:pt x="25" y="29"/>
                    <a:pt x="25" y="29"/>
                    <a:pt x="25" y="29"/>
                  </a:cubicBezTo>
                  <a:cubicBezTo>
                    <a:pt x="26" y="29"/>
                    <a:pt x="26" y="29"/>
                    <a:pt x="27" y="29"/>
                  </a:cubicBezTo>
                  <a:cubicBezTo>
                    <a:pt x="27" y="29"/>
                    <a:pt x="28" y="28"/>
                    <a:pt x="29" y="28"/>
                  </a:cubicBezTo>
                  <a:cubicBezTo>
                    <a:pt x="29" y="27"/>
                    <a:pt x="30" y="27"/>
                    <a:pt x="30" y="26"/>
                  </a:cubicBezTo>
                  <a:cubicBezTo>
                    <a:pt x="31" y="26"/>
                    <a:pt x="31" y="26"/>
                    <a:pt x="31" y="25"/>
                  </a:cubicBezTo>
                  <a:cubicBezTo>
                    <a:pt x="31" y="25"/>
                    <a:pt x="31" y="25"/>
                    <a:pt x="31" y="25"/>
                  </a:cubicBezTo>
                  <a:cubicBezTo>
                    <a:pt x="30" y="25"/>
                    <a:pt x="29" y="25"/>
                    <a:pt x="28" y="26"/>
                  </a:cubicBezTo>
                  <a:cubicBezTo>
                    <a:pt x="27" y="26"/>
                    <a:pt x="26" y="26"/>
                    <a:pt x="26" y="27"/>
                  </a:cubicBezTo>
                  <a:cubicBezTo>
                    <a:pt x="25" y="27"/>
                    <a:pt x="26" y="27"/>
                    <a:pt x="26" y="27"/>
                  </a:cubicBezTo>
                  <a:cubicBezTo>
                    <a:pt x="27" y="27"/>
                    <a:pt x="28" y="27"/>
                    <a:pt x="29" y="27"/>
                  </a:cubicBezTo>
                  <a:cubicBezTo>
                    <a:pt x="30" y="26"/>
                    <a:pt x="31" y="26"/>
                    <a:pt x="31" y="25"/>
                  </a:cubicBezTo>
                  <a:cubicBezTo>
                    <a:pt x="31" y="25"/>
                    <a:pt x="31" y="25"/>
                    <a:pt x="31" y="25"/>
                  </a:cubicBezTo>
                  <a:cubicBezTo>
                    <a:pt x="29" y="25"/>
                    <a:pt x="26" y="26"/>
                    <a:pt x="24" y="26"/>
                  </a:cubicBezTo>
                  <a:cubicBezTo>
                    <a:pt x="24" y="26"/>
                    <a:pt x="24" y="26"/>
                    <a:pt x="24" y="26"/>
                  </a:cubicBezTo>
                  <a:cubicBezTo>
                    <a:pt x="26" y="25"/>
                    <a:pt x="28" y="24"/>
                    <a:pt x="30" y="24"/>
                  </a:cubicBezTo>
                  <a:cubicBezTo>
                    <a:pt x="30" y="24"/>
                    <a:pt x="30" y="24"/>
                    <a:pt x="30" y="24"/>
                  </a:cubicBezTo>
                  <a:cubicBezTo>
                    <a:pt x="27" y="25"/>
                    <a:pt x="25" y="25"/>
                    <a:pt x="22" y="25"/>
                  </a:cubicBezTo>
                  <a:cubicBezTo>
                    <a:pt x="22" y="25"/>
                    <a:pt x="22" y="25"/>
                    <a:pt x="22" y="25"/>
                  </a:cubicBezTo>
                  <a:cubicBezTo>
                    <a:pt x="23" y="25"/>
                    <a:pt x="24" y="24"/>
                    <a:pt x="25" y="24"/>
                  </a:cubicBezTo>
                  <a:cubicBezTo>
                    <a:pt x="27" y="24"/>
                    <a:pt x="28" y="24"/>
                    <a:pt x="29" y="23"/>
                  </a:cubicBezTo>
                  <a:cubicBezTo>
                    <a:pt x="29" y="23"/>
                    <a:pt x="29" y="23"/>
                    <a:pt x="29" y="23"/>
                  </a:cubicBezTo>
                  <a:cubicBezTo>
                    <a:pt x="27" y="24"/>
                    <a:pt x="24" y="25"/>
                    <a:pt x="22" y="24"/>
                  </a:cubicBezTo>
                  <a:cubicBezTo>
                    <a:pt x="22" y="24"/>
                    <a:pt x="22" y="25"/>
                    <a:pt x="22" y="25"/>
                  </a:cubicBezTo>
                  <a:cubicBezTo>
                    <a:pt x="24" y="24"/>
                    <a:pt x="27" y="23"/>
                    <a:pt x="29" y="22"/>
                  </a:cubicBezTo>
                  <a:cubicBezTo>
                    <a:pt x="29" y="22"/>
                    <a:pt x="29" y="22"/>
                    <a:pt x="29" y="22"/>
                  </a:cubicBezTo>
                  <a:cubicBezTo>
                    <a:pt x="26" y="22"/>
                    <a:pt x="24" y="23"/>
                    <a:pt x="21" y="23"/>
                  </a:cubicBezTo>
                  <a:cubicBezTo>
                    <a:pt x="21" y="23"/>
                    <a:pt x="21" y="23"/>
                    <a:pt x="21" y="23"/>
                  </a:cubicBezTo>
                  <a:cubicBezTo>
                    <a:pt x="23" y="23"/>
                    <a:pt x="25" y="22"/>
                    <a:pt x="27" y="21"/>
                  </a:cubicBezTo>
                  <a:cubicBezTo>
                    <a:pt x="27" y="21"/>
                    <a:pt x="27" y="21"/>
                    <a:pt x="27" y="21"/>
                  </a:cubicBezTo>
                  <a:cubicBezTo>
                    <a:pt x="26" y="21"/>
                    <a:pt x="25" y="21"/>
                    <a:pt x="24" y="21"/>
                  </a:cubicBezTo>
                  <a:cubicBezTo>
                    <a:pt x="24" y="21"/>
                    <a:pt x="24" y="22"/>
                    <a:pt x="24" y="22"/>
                  </a:cubicBezTo>
                  <a:cubicBezTo>
                    <a:pt x="25" y="22"/>
                    <a:pt x="26" y="21"/>
                    <a:pt x="27" y="21"/>
                  </a:cubicBezTo>
                  <a:cubicBezTo>
                    <a:pt x="27" y="21"/>
                    <a:pt x="27" y="21"/>
                    <a:pt x="27" y="21"/>
                  </a:cubicBezTo>
                  <a:cubicBezTo>
                    <a:pt x="25" y="22"/>
                    <a:pt x="23" y="22"/>
                    <a:pt x="21" y="23"/>
                  </a:cubicBezTo>
                  <a:cubicBezTo>
                    <a:pt x="21" y="23"/>
                    <a:pt x="21" y="23"/>
                    <a:pt x="21" y="23"/>
                  </a:cubicBezTo>
                  <a:cubicBezTo>
                    <a:pt x="24" y="23"/>
                    <a:pt x="26" y="23"/>
                    <a:pt x="29" y="22"/>
                  </a:cubicBezTo>
                  <a:cubicBezTo>
                    <a:pt x="29" y="22"/>
                    <a:pt x="29" y="22"/>
                    <a:pt x="29" y="22"/>
                  </a:cubicBezTo>
                  <a:cubicBezTo>
                    <a:pt x="26" y="23"/>
                    <a:pt x="24" y="23"/>
                    <a:pt x="22" y="24"/>
                  </a:cubicBezTo>
                  <a:cubicBezTo>
                    <a:pt x="22" y="24"/>
                    <a:pt x="22" y="25"/>
                    <a:pt x="22" y="25"/>
                  </a:cubicBezTo>
                  <a:cubicBezTo>
                    <a:pt x="24" y="25"/>
                    <a:pt x="27" y="24"/>
                    <a:pt x="29" y="23"/>
                  </a:cubicBezTo>
                  <a:cubicBezTo>
                    <a:pt x="29" y="23"/>
                    <a:pt x="29" y="23"/>
                    <a:pt x="29" y="23"/>
                  </a:cubicBezTo>
                  <a:cubicBezTo>
                    <a:pt x="28" y="23"/>
                    <a:pt x="27" y="23"/>
                    <a:pt x="25" y="24"/>
                  </a:cubicBezTo>
                  <a:cubicBezTo>
                    <a:pt x="24" y="24"/>
                    <a:pt x="23" y="24"/>
                    <a:pt x="22" y="25"/>
                  </a:cubicBezTo>
                  <a:cubicBezTo>
                    <a:pt x="22" y="25"/>
                    <a:pt x="22" y="25"/>
                    <a:pt x="22" y="25"/>
                  </a:cubicBezTo>
                  <a:cubicBezTo>
                    <a:pt x="25" y="26"/>
                    <a:pt x="27" y="25"/>
                    <a:pt x="30" y="24"/>
                  </a:cubicBezTo>
                  <a:cubicBezTo>
                    <a:pt x="30" y="24"/>
                    <a:pt x="30" y="24"/>
                    <a:pt x="30" y="24"/>
                  </a:cubicBezTo>
                  <a:cubicBezTo>
                    <a:pt x="28" y="24"/>
                    <a:pt x="26" y="25"/>
                    <a:pt x="24" y="26"/>
                  </a:cubicBezTo>
                  <a:cubicBezTo>
                    <a:pt x="23" y="26"/>
                    <a:pt x="23" y="26"/>
                    <a:pt x="24" y="26"/>
                  </a:cubicBezTo>
                  <a:cubicBezTo>
                    <a:pt x="26" y="26"/>
                    <a:pt x="29" y="25"/>
                    <a:pt x="31" y="25"/>
                  </a:cubicBezTo>
                  <a:cubicBezTo>
                    <a:pt x="31" y="25"/>
                    <a:pt x="31" y="25"/>
                    <a:pt x="31" y="25"/>
                  </a:cubicBezTo>
                  <a:cubicBezTo>
                    <a:pt x="30" y="26"/>
                    <a:pt x="29" y="26"/>
                    <a:pt x="29" y="26"/>
                  </a:cubicBezTo>
                  <a:cubicBezTo>
                    <a:pt x="28" y="27"/>
                    <a:pt x="27" y="27"/>
                    <a:pt x="26" y="27"/>
                  </a:cubicBezTo>
                  <a:cubicBezTo>
                    <a:pt x="26" y="27"/>
                    <a:pt x="26" y="27"/>
                    <a:pt x="26" y="27"/>
                  </a:cubicBezTo>
                  <a:cubicBezTo>
                    <a:pt x="27" y="27"/>
                    <a:pt x="27" y="26"/>
                    <a:pt x="28" y="26"/>
                  </a:cubicBezTo>
                  <a:cubicBezTo>
                    <a:pt x="29" y="26"/>
                    <a:pt x="30" y="25"/>
                    <a:pt x="31" y="25"/>
                  </a:cubicBezTo>
                  <a:cubicBezTo>
                    <a:pt x="31" y="25"/>
                    <a:pt x="31" y="25"/>
                    <a:pt x="31" y="25"/>
                  </a:cubicBezTo>
                  <a:cubicBezTo>
                    <a:pt x="31" y="26"/>
                    <a:pt x="31" y="26"/>
                    <a:pt x="30" y="26"/>
                  </a:cubicBezTo>
                  <a:cubicBezTo>
                    <a:pt x="30" y="27"/>
                    <a:pt x="29" y="27"/>
                    <a:pt x="29" y="28"/>
                  </a:cubicBezTo>
                  <a:cubicBezTo>
                    <a:pt x="28" y="28"/>
                    <a:pt x="27" y="28"/>
                    <a:pt x="27" y="28"/>
                  </a:cubicBezTo>
                  <a:cubicBezTo>
                    <a:pt x="26" y="29"/>
                    <a:pt x="26" y="29"/>
                    <a:pt x="25" y="29"/>
                  </a:cubicBezTo>
                  <a:cubicBezTo>
                    <a:pt x="25" y="29"/>
                    <a:pt x="25" y="29"/>
                    <a:pt x="25" y="29"/>
                  </a:cubicBezTo>
                  <a:cubicBezTo>
                    <a:pt x="26" y="28"/>
                    <a:pt x="27" y="28"/>
                    <a:pt x="27" y="27"/>
                  </a:cubicBezTo>
                  <a:cubicBezTo>
                    <a:pt x="28" y="27"/>
                    <a:pt x="29" y="26"/>
                    <a:pt x="30" y="26"/>
                  </a:cubicBezTo>
                  <a:cubicBezTo>
                    <a:pt x="30" y="26"/>
                    <a:pt x="30" y="26"/>
                    <a:pt x="30" y="26"/>
                  </a:cubicBezTo>
                  <a:cubicBezTo>
                    <a:pt x="29" y="27"/>
                    <a:pt x="29" y="27"/>
                    <a:pt x="28" y="27"/>
                  </a:cubicBezTo>
                  <a:cubicBezTo>
                    <a:pt x="27" y="27"/>
                    <a:pt x="27" y="27"/>
                    <a:pt x="26" y="28"/>
                  </a:cubicBezTo>
                  <a:cubicBezTo>
                    <a:pt x="25" y="28"/>
                    <a:pt x="24" y="28"/>
                    <a:pt x="24" y="28"/>
                  </a:cubicBezTo>
                  <a:cubicBezTo>
                    <a:pt x="23" y="28"/>
                    <a:pt x="22" y="28"/>
                    <a:pt x="22" y="28"/>
                  </a:cubicBezTo>
                  <a:cubicBezTo>
                    <a:pt x="22" y="28"/>
                    <a:pt x="22" y="28"/>
                    <a:pt x="22" y="28"/>
                  </a:cubicBezTo>
                  <a:cubicBezTo>
                    <a:pt x="23" y="28"/>
                    <a:pt x="24" y="28"/>
                    <a:pt x="24" y="28"/>
                  </a:cubicBezTo>
                  <a:cubicBezTo>
                    <a:pt x="25" y="28"/>
                    <a:pt x="26" y="28"/>
                    <a:pt x="27" y="28"/>
                  </a:cubicBezTo>
                  <a:cubicBezTo>
                    <a:pt x="27" y="28"/>
                    <a:pt x="27" y="27"/>
                    <a:pt x="27" y="27"/>
                  </a:cubicBezTo>
                  <a:cubicBezTo>
                    <a:pt x="26" y="27"/>
                    <a:pt x="24" y="27"/>
                    <a:pt x="23" y="26"/>
                  </a:cubicBezTo>
                  <a:cubicBezTo>
                    <a:pt x="22" y="26"/>
                    <a:pt x="21" y="26"/>
                    <a:pt x="19" y="26"/>
                  </a:cubicBezTo>
                  <a:cubicBezTo>
                    <a:pt x="19" y="26"/>
                    <a:pt x="19" y="26"/>
                    <a:pt x="19" y="26"/>
                  </a:cubicBezTo>
                  <a:cubicBezTo>
                    <a:pt x="21" y="27"/>
                    <a:pt x="24" y="28"/>
                    <a:pt x="26" y="27"/>
                  </a:cubicBezTo>
                  <a:cubicBezTo>
                    <a:pt x="26" y="27"/>
                    <a:pt x="26" y="27"/>
                    <a:pt x="26" y="27"/>
                  </a:cubicBezTo>
                  <a:cubicBezTo>
                    <a:pt x="25" y="26"/>
                    <a:pt x="24" y="26"/>
                    <a:pt x="23" y="26"/>
                  </a:cubicBezTo>
                  <a:cubicBezTo>
                    <a:pt x="22" y="26"/>
                    <a:pt x="20" y="25"/>
                    <a:pt x="19" y="25"/>
                  </a:cubicBezTo>
                  <a:cubicBezTo>
                    <a:pt x="18" y="25"/>
                    <a:pt x="18" y="26"/>
                    <a:pt x="19" y="26"/>
                  </a:cubicBezTo>
                  <a:cubicBezTo>
                    <a:pt x="20" y="26"/>
                    <a:pt x="21" y="26"/>
                    <a:pt x="23" y="27"/>
                  </a:cubicBezTo>
                  <a:cubicBezTo>
                    <a:pt x="24" y="27"/>
                    <a:pt x="25" y="27"/>
                    <a:pt x="26" y="26"/>
                  </a:cubicBezTo>
                  <a:cubicBezTo>
                    <a:pt x="26" y="26"/>
                    <a:pt x="26" y="26"/>
                    <a:pt x="26" y="26"/>
                  </a:cubicBezTo>
                  <a:cubicBezTo>
                    <a:pt x="25" y="24"/>
                    <a:pt x="24" y="24"/>
                    <a:pt x="22" y="24"/>
                  </a:cubicBezTo>
                  <a:cubicBezTo>
                    <a:pt x="21" y="24"/>
                    <a:pt x="19" y="24"/>
                    <a:pt x="18" y="23"/>
                  </a:cubicBezTo>
                  <a:cubicBezTo>
                    <a:pt x="18" y="24"/>
                    <a:pt x="17" y="24"/>
                    <a:pt x="17" y="24"/>
                  </a:cubicBezTo>
                  <a:cubicBezTo>
                    <a:pt x="18" y="24"/>
                    <a:pt x="19" y="24"/>
                    <a:pt x="20" y="24"/>
                  </a:cubicBezTo>
                  <a:cubicBezTo>
                    <a:pt x="21" y="24"/>
                    <a:pt x="22" y="24"/>
                    <a:pt x="23" y="24"/>
                  </a:cubicBezTo>
                  <a:cubicBezTo>
                    <a:pt x="24" y="24"/>
                    <a:pt x="25" y="24"/>
                    <a:pt x="25" y="23"/>
                  </a:cubicBezTo>
                  <a:cubicBezTo>
                    <a:pt x="25" y="22"/>
                    <a:pt x="24" y="22"/>
                    <a:pt x="23" y="21"/>
                  </a:cubicBezTo>
                  <a:cubicBezTo>
                    <a:pt x="22" y="21"/>
                    <a:pt x="20" y="21"/>
                    <a:pt x="19" y="21"/>
                  </a:cubicBezTo>
                  <a:cubicBezTo>
                    <a:pt x="18" y="21"/>
                    <a:pt x="16" y="20"/>
                    <a:pt x="14" y="21"/>
                  </a:cubicBezTo>
                  <a:cubicBezTo>
                    <a:pt x="14" y="21"/>
                    <a:pt x="14" y="21"/>
                    <a:pt x="14" y="21"/>
                  </a:cubicBezTo>
                  <a:cubicBezTo>
                    <a:pt x="15" y="22"/>
                    <a:pt x="16" y="22"/>
                    <a:pt x="16" y="22"/>
                  </a:cubicBezTo>
                  <a:cubicBezTo>
                    <a:pt x="17" y="22"/>
                    <a:pt x="18" y="23"/>
                    <a:pt x="20" y="23"/>
                  </a:cubicBezTo>
                  <a:cubicBezTo>
                    <a:pt x="21" y="23"/>
                    <a:pt x="22" y="23"/>
                    <a:pt x="23" y="23"/>
                  </a:cubicBezTo>
                  <a:cubicBezTo>
                    <a:pt x="23" y="23"/>
                    <a:pt x="24" y="23"/>
                    <a:pt x="24" y="22"/>
                  </a:cubicBezTo>
                  <a:cubicBezTo>
                    <a:pt x="24" y="22"/>
                    <a:pt x="23" y="21"/>
                    <a:pt x="23" y="21"/>
                  </a:cubicBezTo>
                  <a:cubicBezTo>
                    <a:pt x="22" y="20"/>
                    <a:pt x="21" y="20"/>
                    <a:pt x="20" y="20"/>
                  </a:cubicBezTo>
                  <a:cubicBezTo>
                    <a:pt x="18" y="19"/>
                    <a:pt x="16" y="19"/>
                    <a:pt x="14" y="19"/>
                  </a:cubicBezTo>
                  <a:cubicBezTo>
                    <a:pt x="13" y="19"/>
                    <a:pt x="13" y="19"/>
                    <a:pt x="12" y="19"/>
                  </a:cubicBezTo>
                  <a:cubicBezTo>
                    <a:pt x="12" y="19"/>
                    <a:pt x="12" y="19"/>
                    <a:pt x="12" y="19"/>
                  </a:cubicBezTo>
                  <a:cubicBezTo>
                    <a:pt x="14" y="20"/>
                    <a:pt x="16" y="21"/>
                    <a:pt x="18" y="21"/>
                  </a:cubicBezTo>
                  <a:cubicBezTo>
                    <a:pt x="20" y="22"/>
                    <a:pt x="22" y="23"/>
                    <a:pt x="24" y="22"/>
                  </a:cubicBezTo>
                  <a:cubicBezTo>
                    <a:pt x="24" y="22"/>
                    <a:pt x="24" y="22"/>
                    <a:pt x="24" y="22"/>
                  </a:cubicBezTo>
                  <a:cubicBezTo>
                    <a:pt x="24" y="21"/>
                    <a:pt x="23" y="21"/>
                    <a:pt x="22" y="21"/>
                  </a:cubicBezTo>
                  <a:cubicBezTo>
                    <a:pt x="21" y="20"/>
                    <a:pt x="20" y="20"/>
                    <a:pt x="19" y="19"/>
                  </a:cubicBezTo>
                  <a:cubicBezTo>
                    <a:pt x="18" y="19"/>
                    <a:pt x="17" y="19"/>
                    <a:pt x="16" y="18"/>
                  </a:cubicBezTo>
                  <a:cubicBezTo>
                    <a:pt x="15" y="18"/>
                    <a:pt x="14" y="18"/>
                    <a:pt x="13" y="19"/>
                  </a:cubicBezTo>
                  <a:cubicBezTo>
                    <a:pt x="13" y="19"/>
                    <a:pt x="13" y="19"/>
                    <a:pt x="13" y="19"/>
                  </a:cubicBezTo>
                  <a:cubicBezTo>
                    <a:pt x="13" y="20"/>
                    <a:pt x="14" y="20"/>
                    <a:pt x="14" y="21"/>
                  </a:cubicBezTo>
                  <a:cubicBezTo>
                    <a:pt x="15" y="21"/>
                    <a:pt x="16" y="22"/>
                    <a:pt x="17" y="22"/>
                  </a:cubicBezTo>
                  <a:cubicBezTo>
                    <a:pt x="19" y="23"/>
                    <a:pt x="20" y="23"/>
                    <a:pt x="21" y="23"/>
                  </a:cubicBezTo>
                  <a:cubicBezTo>
                    <a:pt x="22" y="23"/>
                    <a:pt x="23" y="23"/>
                    <a:pt x="23" y="23"/>
                  </a:cubicBezTo>
                  <a:cubicBezTo>
                    <a:pt x="24" y="23"/>
                    <a:pt x="24" y="23"/>
                    <a:pt x="23" y="23"/>
                  </a:cubicBezTo>
                  <a:cubicBezTo>
                    <a:pt x="22" y="22"/>
                    <a:pt x="20" y="22"/>
                    <a:pt x="18" y="22"/>
                  </a:cubicBezTo>
                  <a:cubicBezTo>
                    <a:pt x="17" y="21"/>
                    <a:pt x="15" y="21"/>
                    <a:pt x="13" y="20"/>
                  </a:cubicBezTo>
                  <a:cubicBezTo>
                    <a:pt x="13" y="20"/>
                    <a:pt x="13" y="20"/>
                    <a:pt x="13" y="21"/>
                  </a:cubicBezTo>
                  <a:cubicBezTo>
                    <a:pt x="15" y="21"/>
                    <a:pt x="17" y="22"/>
                    <a:pt x="19" y="22"/>
                  </a:cubicBezTo>
                  <a:cubicBezTo>
                    <a:pt x="20" y="22"/>
                    <a:pt x="21" y="23"/>
                    <a:pt x="22" y="23"/>
                  </a:cubicBezTo>
                  <a:cubicBezTo>
                    <a:pt x="22" y="23"/>
                    <a:pt x="23" y="23"/>
                    <a:pt x="24" y="24"/>
                  </a:cubicBezTo>
                  <a:cubicBezTo>
                    <a:pt x="24" y="24"/>
                    <a:pt x="24" y="24"/>
                    <a:pt x="24" y="24"/>
                  </a:cubicBezTo>
                  <a:cubicBezTo>
                    <a:pt x="20" y="23"/>
                    <a:pt x="16" y="21"/>
                    <a:pt x="12" y="21"/>
                  </a:cubicBezTo>
                  <a:cubicBezTo>
                    <a:pt x="12" y="21"/>
                    <a:pt x="12" y="21"/>
                    <a:pt x="12" y="21"/>
                  </a:cubicBezTo>
                  <a:cubicBezTo>
                    <a:pt x="12" y="22"/>
                    <a:pt x="13" y="22"/>
                    <a:pt x="14" y="22"/>
                  </a:cubicBezTo>
                  <a:cubicBezTo>
                    <a:pt x="15" y="23"/>
                    <a:pt x="16" y="23"/>
                    <a:pt x="17" y="23"/>
                  </a:cubicBezTo>
                  <a:cubicBezTo>
                    <a:pt x="18" y="24"/>
                    <a:pt x="19" y="24"/>
                    <a:pt x="20" y="25"/>
                  </a:cubicBezTo>
                  <a:cubicBezTo>
                    <a:pt x="20" y="25"/>
                    <a:pt x="21" y="25"/>
                    <a:pt x="22" y="25"/>
                  </a:cubicBezTo>
                  <a:cubicBezTo>
                    <a:pt x="22" y="25"/>
                    <a:pt x="22" y="25"/>
                    <a:pt x="22" y="25"/>
                  </a:cubicBezTo>
                  <a:cubicBezTo>
                    <a:pt x="18" y="23"/>
                    <a:pt x="14" y="21"/>
                    <a:pt x="10" y="20"/>
                  </a:cubicBezTo>
                  <a:cubicBezTo>
                    <a:pt x="10" y="20"/>
                    <a:pt x="10" y="20"/>
                    <a:pt x="10" y="20"/>
                  </a:cubicBezTo>
                  <a:cubicBezTo>
                    <a:pt x="11" y="21"/>
                    <a:pt x="13" y="22"/>
                    <a:pt x="14" y="23"/>
                  </a:cubicBezTo>
                  <a:cubicBezTo>
                    <a:pt x="16" y="24"/>
                    <a:pt x="18" y="25"/>
                    <a:pt x="19" y="26"/>
                  </a:cubicBezTo>
                  <a:cubicBezTo>
                    <a:pt x="19" y="26"/>
                    <a:pt x="19" y="26"/>
                    <a:pt x="19" y="26"/>
                  </a:cubicBezTo>
                  <a:cubicBezTo>
                    <a:pt x="18" y="26"/>
                    <a:pt x="18" y="25"/>
                    <a:pt x="17" y="25"/>
                  </a:cubicBezTo>
                  <a:cubicBezTo>
                    <a:pt x="16" y="25"/>
                    <a:pt x="16" y="24"/>
                    <a:pt x="15" y="24"/>
                  </a:cubicBezTo>
                  <a:cubicBezTo>
                    <a:pt x="13" y="23"/>
                    <a:pt x="12" y="22"/>
                    <a:pt x="10" y="20"/>
                  </a:cubicBezTo>
                  <a:cubicBezTo>
                    <a:pt x="10" y="20"/>
                    <a:pt x="10" y="21"/>
                    <a:pt x="10" y="21"/>
                  </a:cubicBezTo>
                  <a:cubicBezTo>
                    <a:pt x="12" y="23"/>
                    <a:pt x="16" y="24"/>
                    <a:pt x="18" y="25"/>
                  </a:cubicBezTo>
                  <a:cubicBezTo>
                    <a:pt x="18" y="25"/>
                    <a:pt x="18" y="25"/>
                    <a:pt x="19" y="25"/>
                  </a:cubicBezTo>
                  <a:cubicBezTo>
                    <a:pt x="17" y="24"/>
                    <a:pt x="15" y="23"/>
                    <a:pt x="13" y="22"/>
                  </a:cubicBezTo>
                  <a:cubicBezTo>
                    <a:pt x="11" y="21"/>
                    <a:pt x="9" y="20"/>
                    <a:pt x="7" y="19"/>
                  </a:cubicBezTo>
                  <a:cubicBezTo>
                    <a:pt x="7" y="19"/>
                    <a:pt x="7" y="19"/>
                    <a:pt x="7" y="20"/>
                  </a:cubicBezTo>
                  <a:cubicBezTo>
                    <a:pt x="10" y="21"/>
                    <a:pt x="14" y="23"/>
                    <a:pt x="17" y="24"/>
                  </a:cubicBezTo>
                  <a:cubicBezTo>
                    <a:pt x="17" y="24"/>
                    <a:pt x="17" y="24"/>
                    <a:pt x="17" y="23"/>
                  </a:cubicBezTo>
                  <a:cubicBezTo>
                    <a:pt x="13" y="21"/>
                    <a:pt x="9" y="19"/>
                    <a:pt x="6" y="16"/>
                  </a:cubicBezTo>
                  <a:cubicBezTo>
                    <a:pt x="5" y="16"/>
                    <a:pt x="5" y="16"/>
                    <a:pt x="5" y="16"/>
                  </a:cubicBezTo>
                  <a:cubicBezTo>
                    <a:pt x="7" y="16"/>
                    <a:pt x="9" y="18"/>
                    <a:pt x="11" y="19"/>
                  </a:cubicBezTo>
                  <a:cubicBezTo>
                    <a:pt x="12" y="19"/>
                    <a:pt x="13" y="20"/>
                    <a:pt x="14" y="20"/>
                  </a:cubicBezTo>
                  <a:cubicBezTo>
                    <a:pt x="15" y="21"/>
                    <a:pt x="17" y="21"/>
                    <a:pt x="18" y="22"/>
                  </a:cubicBezTo>
                  <a:cubicBezTo>
                    <a:pt x="18" y="22"/>
                    <a:pt x="18" y="22"/>
                    <a:pt x="18" y="22"/>
                  </a:cubicBezTo>
                  <a:cubicBezTo>
                    <a:pt x="13" y="19"/>
                    <a:pt x="8" y="16"/>
                    <a:pt x="3" y="13"/>
                  </a:cubicBezTo>
                  <a:cubicBezTo>
                    <a:pt x="3" y="13"/>
                    <a:pt x="3" y="13"/>
                    <a:pt x="3" y="13"/>
                  </a:cubicBezTo>
                  <a:cubicBezTo>
                    <a:pt x="7" y="15"/>
                    <a:pt x="11" y="17"/>
                    <a:pt x="15" y="20"/>
                  </a:cubicBezTo>
                  <a:cubicBezTo>
                    <a:pt x="15" y="20"/>
                    <a:pt x="16" y="20"/>
                    <a:pt x="15" y="20"/>
                  </a:cubicBezTo>
                  <a:cubicBezTo>
                    <a:pt x="11" y="16"/>
                    <a:pt x="6" y="13"/>
                    <a:pt x="3" y="9"/>
                  </a:cubicBezTo>
                  <a:cubicBezTo>
                    <a:pt x="3" y="9"/>
                    <a:pt x="2" y="9"/>
                    <a:pt x="2" y="9"/>
                  </a:cubicBezTo>
                  <a:cubicBezTo>
                    <a:pt x="4" y="10"/>
                    <a:pt x="6" y="12"/>
                    <a:pt x="8" y="13"/>
                  </a:cubicBezTo>
                  <a:cubicBezTo>
                    <a:pt x="8" y="14"/>
                    <a:pt x="9" y="15"/>
                    <a:pt x="10" y="16"/>
                  </a:cubicBezTo>
                  <a:cubicBezTo>
                    <a:pt x="11" y="16"/>
                    <a:pt x="11" y="17"/>
                    <a:pt x="12" y="18"/>
                  </a:cubicBezTo>
                  <a:cubicBezTo>
                    <a:pt x="12" y="18"/>
                    <a:pt x="12" y="18"/>
                    <a:pt x="12" y="18"/>
                  </a:cubicBezTo>
                  <a:cubicBezTo>
                    <a:pt x="9" y="15"/>
                    <a:pt x="7" y="11"/>
                    <a:pt x="3" y="8"/>
                  </a:cubicBezTo>
                  <a:cubicBezTo>
                    <a:pt x="3" y="8"/>
                    <a:pt x="3" y="8"/>
                    <a:pt x="3" y="8"/>
                  </a:cubicBezTo>
                  <a:cubicBezTo>
                    <a:pt x="4" y="10"/>
                    <a:pt x="6" y="12"/>
                    <a:pt x="8" y="14"/>
                  </a:cubicBezTo>
                  <a:cubicBezTo>
                    <a:pt x="8" y="15"/>
                    <a:pt x="9" y="15"/>
                    <a:pt x="10" y="16"/>
                  </a:cubicBezTo>
                  <a:cubicBezTo>
                    <a:pt x="10" y="17"/>
                    <a:pt x="11" y="18"/>
                    <a:pt x="11" y="19"/>
                  </a:cubicBezTo>
                  <a:cubicBezTo>
                    <a:pt x="12" y="19"/>
                    <a:pt x="12" y="19"/>
                    <a:pt x="12" y="19"/>
                  </a:cubicBezTo>
                  <a:cubicBezTo>
                    <a:pt x="9" y="16"/>
                    <a:pt x="7" y="12"/>
                    <a:pt x="4" y="9"/>
                  </a:cubicBezTo>
                  <a:cubicBezTo>
                    <a:pt x="4" y="8"/>
                    <a:pt x="4" y="9"/>
                    <a:pt x="4" y="9"/>
                  </a:cubicBezTo>
                  <a:cubicBezTo>
                    <a:pt x="5" y="11"/>
                    <a:pt x="7" y="13"/>
                    <a:pt x="8" y="15"/>
                  </a:cubicBezTo>
                  <a:cubicBezTo>
                    <a:pt x="8" y="16"/>
                    <a:pt x="9" y="16"/>
                    <a:pt x="10" y="17"/>
                  </a:cubicBezTo>
                  <a:cubicBezTo>
                    <a:pt x="10" y="18"/>
                    <a:pt x="11" y="19"/>
                    <a:pt x="11" y="20"/>
                  </a:cubicBezTo>
                  <a:cubicBezTo>
                    <a:pt x="11" y="20"/>
                    <a:pt x="11" y="20"/>
                    <a:pt x="11" y="20"/>
                  </a:cubicBezTo>
                  <a:cubicBezTo>
                    <a:pt x="9" y="18"/>
                    <a:pt x="8" y="16"/>
                    <a:pt x="6" y="14"/>
                  </a:cubicBezTo>
                  <a:cubicBezTo>
                    <a:pt x="5" y="14"/>
                    <a:pt x="4" y="13"/>
                    <a:pt x="4" y="12"/>
                  </a:cubicBezTo>
                  <a:cubicBezTo>
                    <a:pt x="3" y="11"/>
                    <a:pt x="2" y="10"/>
                    <a:pt x="2" y="9"/>
                  </a:cubicBezTo>
                  <a:cubicBezTo>
                    <a:pt x="2" y="9"/>
                    <a:pt x="2" y="10"/>
                    <a:pt x="2" y="10"/>
                  </a:cubicBezTo>
                  <a:cubicBezTo>
                    <a:pt x="3" y="10"/>
                    <a:pt x="4" y="11"/>
                    <a:pt x="5" y="12"/>
                  </a:cubicBezTo>
                  <a:cubicBezTo>
                    <a:pt x="6" y="13"/>
                    <a:pt x="6" y="14"/>
                    <a:pt x="7" y="15"/>
                  </a:cubicBezTo>
                  <a:cubicBezTo>
                    <a:pt x="8" y="15"/>
                    <a:pt x="9" y="16"/>
                    <a:pt x="9" y="17"/>
                  </a:cubicBezTo>
                  <a:cubicBezTo>
                    <a:pt x="10" y="18"/>
                    <a:pt x="11" y="19"/>
                    <a:pt x="10" y="20"/>
                  </a:cubicBezTo>
                  <a:cubicBezTo>
                    <a:pt x="10" y="20"/>
                    <a:pt x="11" y="20"/>
                    <a:pt x="11" y="20"/>
                  </a:cubicBezTo>
                  <a:cubicBezTo>
                    <a:pt x="9" y="19"/>
                    <a:pt x="8" y="18"/>
                    <a:pt x="8" y="17"/>
                  </a:cubicBezTo>
                  <a:cubicBezTo>
                    <a:pt x="7" y="17"/>
                    <a:pt x="6" y="16"/>
                    <a:pt x="5" y="15"/>
                  </a:cubicBezTo>
                  <a:cubicBezTo>
                    <a:pt x="5" y="14"/>
                    <a:pt x="4" y="13"/>
                    <a:pt x="3" y="12"/>
                  </a:cubicBezTo>
                  <a:cubicBezTo>
                    <a:pt x="3" y="12"/>
                    <a:pt x="2" y="10"/>
                    <a:pt x="2" y="9"/>
                  </a:cubicBezTo>
                  <a:cubicBezTo>
                    <a:pt x="2" y="10"/>
                    <a:pt x="2" y="10"/>
                    <a:pt x="2" y="10"/>
                  </a:cubicBezTo>
                  <a:cubicBezTo>
                    <a:pt x="4" y="11"/>
                    <a:pt x="6" y="13"/>
                    <a:pt x="7" y="15"/>
                  </a:cubicBezTo>
                  <a:cubicBezTo>
                    <a:pt x="8" y="16"/>
                    <a:pt x="8" y="16"/>
                    <a:pt x="9" y="17"/>
                  </a:cubicBezTo>
                  <a:cubicBezTo>
                    <a:pt x="9" y="18"/>
                    <a:pt x="10" y="19"/>
                    <a:pt x="9" y="20"/>
                  </a:cubicBezTo>
                  <a:cubicBezTo>
                    <a:pt x="9" y="20"/>
                    <a:pt x="10" y="20"/>
                    <a:pt x="10" y="20"/>
                  </a:cubicBezTo>
                  <a:cubicBezTo>
                    <a:pt x="9" y="20"/>
                    <a:pt x="8" y="19"/>
                    <a:pt x="8" y="18"/>
                  </a:cubicBezTo>
                  <a:cubicBezTo>
                    <a:pt x="8" y="18"/>
                    <a:pt x="7" y="17"/>
                    <a:pt x="7" y="17"/>
                  </a:cubicBezTo>
                  <a:cubicBezTo>
                    <a:pt x="6" y="15"/>
                    <a:pt x="5" y="14"/>
                    <a:pt x="4" y="13"/>
                  </a:cubicBezTo>
                  <a:cubicBezTo>
                    <a:pt x="3" y="12"/>
                    <a:pt x="2" y="11"/>
                    <a:pt x="1" y="10"/>
                  </a:cubicBezTo>
                  <a:cubicBezTo>
                    <a:pt x="1" y="9"/>
                    <a:pt x="0" y="8"/>
                    <a:pt x="1" y="7"/>
                  </a:cubicBezTo>
                  <a:cubicBezTo>
                    <a:pt x="0" y="7"/>
                    <a:pt x="0" y="7"/>
                    <a:pt x="0" y="7"/>
                  </a:cubicBezTo>
                  <a:cubicBezTo>
                    <a:pt x="1" y="7"/>
                    <a:pt x="2" y="8"/>
                    <a:pt x="2" y="8"/>
                  </a:cubicBezTo>
                  <a:cubicBezTo>
                    <a:pt x="3" y="9"/>
                    <a:pt x="4" y="10"/>
                    <a:pt x="4" y="11"/>
                  </a:cubicBezTo>
                  <a:cubicBezTo>
                    <a:pt x="4" y="12"/>
                    <a:pt x="5" y="13"/>
                    <a:pt x="5" y="14"/>
                  </a:cubicBezTo>
                  <a:cubicBezTo>
                    <a:pt x="5" y="14"/>
                    <a:pt x="5" y="14"/>
                    <a:pt x="5" y="14"/>
                  </a:cubicBezTo>
                  <a:cubicBezTo>
                    <a:pt x="5" y="14"/>
                    <a:pt x="4" y="14"/>
                    <a:pt x="4" y="14"/>
                  </a:cubicBezTo>
                  <a:cubicBezTo>
                    <a:pt x="4" y="14"/>
                    <a:pt x="3" y="13"/>
                    <a:pt x="3" y="12"/>
                  </a:cubicBezTo>
                  <a:cubicBezTo>
                    <a:pt x="2" y="11"/>
                    <a:pt x="2" y="10"/>
                    <a:pt x="1" y="9"/>
                  </a:cubicBezTo>
                  <a:cubicBezTo>
                    <a:pt x="1" y="8"/>
                    <a:pt x="0" y="7"/>
                    <a:pt x="0" y="6"/>
                  </a:cubicBezTo>
                  <a:cubicBezTo>
                    <a:pt x="0" y="5"/>
                    <a:pt x="0" y="4"/>
                    <a:pt x="0" y="3"/>
                  </a:cubicBezTo>
                  <a:cubicBezTo>
                    <a:pt x="0" y="3"/>
                    <a:pt x="1" y="3"/>
                    <a:pt x="1" y="3"/>
                  </a:cubicBezTo>
                  <a:cubicBezTo>
                    <a:pt x="2" y="3"/>
                    <a:pt x="2" y="4"/>
                    <a:pt x="3" y="5"/>
                  </a:cubicBezTo>
                  <a:cubicBezTo>
                    <a:pt x="3" y="6"/>
                    <a:pt x="4" y="7"/>
                    <a:pt x="4" y="8"/>
                  </a:cubicBezTo>
                  <a:cubicBezTo>
                    <a:pt x="4" y="8"/>
                    <a:pt x="5" y="9"/>
                    <a:pt x="4" y="10"/>
                  </a:cubicBezTo>
                  <a:cubicBezTo>
                    <a:pt x="4" y="10"/>
                    <a:pt x="3" y="10"/>
                    <a:pt x="3" y="9"/>
                  </a:cubicBezTo>
                  <a:cubicBezTo>
                    <a:pt x="2" y="9"/>
                    <a:pt x="2" y="8"/>
                    <a:pt x="2" y="7"/>
                  </a:cubicBezTo>
                  <a:cubicBezTo>
                    <a:pt x="1" y="6"/>
                    <a:pt x="1" y="5"/>
                    <a:pt x="1" y="4"/>
                  </a:cubicBezTo>
                  <a:cubicBezTo>
                    <a:pt x="1" y="4"/>
                    <a:pt x="0" y="3"/>
                    <a:pt x="1" y="2"/>
                  </a:cubicBezTo>
                  <a:cubicBezTo>
                    <a:pt x="1" y="2"/>
                    <a:pt x="1" y="2"/>
                    <a:pt x="1" y="2"/>
                  </a:cubicBezTo>
                  <a:cubicBezTo>
                    <a:pt x="1" y="3"/>
                    <a:pt x="2" y="3"/>
                    <a:pt x="2" y="4"/>
                  </a:cubicBezTo>
                  <a:cubicBezTo>
                    <a:pt x="2" y="5"/>
                    <a:pt x="3" y="5"/>
                    <a:pt x="3" y="6"/>
                  </a:cubicBezTo>
                  <a:cubicBezTo>
                    <a:pt x="3" y="7"/>
                    <a:pt x="3" y="8"/>
                    <a:pt x="3" y="9"/>
                  </a:cubicBezTo>
                  <a:cubicBezTo>
                    <a:pt x="3" y="9"/>
                    <a:pt x="3" y="10"/>
                    <a:pt x="2" y="11"/>
                  </a:cubicBezTo>
                  <a:cubicBezTo>
                    <a:pt x="2" y="11"/>
                    <a:pt x="3" y="11"/>
                    <a:pt x="3" y="11"/>
                  </a:cubicBezTo>
                  <a:cubicBezTo>
                    <a:pt x="2" y="10"/>
                    <a:pt x="2" y="10"/>
                    <a:pt x="1" y="9"/>
                  </a:cubicBezTo>
                  <a:cubicBezTo>
                    <a:pt x="1" y="8"/>
                    <a:pt x="1" y="8"/>
                    <a:pt x="1" y="7"/>
                  </a:cubicBezTo>
                  <a:cubicBezTo>
                    <a:pt x="0" y="6"/>
                    <a:pt x="0" y="5"/>
                    <a:pt x="0" y="4"/>
                  </a:cubicBezTo>
                  <a:cubicBezTo>
                    <a:pt x="0" y="4"/>
                    <a:pt x="0" y="3"/>
                    <a:pt x="1" y="2"/>
                  </a:cubicBezTo>
                  <a:cubicBezTo>
                    <a:pt x="0" y="2"/>
                    <a:pt x="0" y="2"/>
                    <a:pt x="0" y="2"/>
                  </a:cubicBezTo>
                  <a:cubicBezTo>
                    <a:pt x="1" y="3"/>
                    <a:pt x="1" y="3"/>
                    <a:pt x="1" y="4"/>
                  </a:cubicBezTo>
                  <a:cubicBezTo>
                    <a:pt x="2" y="4"/>
                    <a:pt x="2" y="5"/>
                    <a:pt x="2" y="6"/>
                  </a:cubicBezTo>
                  <a:cubicBezTo>
                    <a:pt x="2" y="7"/>
                    <a:pt x="3" y="7"/>
                    <a:pt x="3" y="8"/>
                  </a:cubicBezTo>
                  <a:cubicBezTo>
                    <a:pt x="3" y="9"/>
                    <a:pt x="3" y="9"/>
                    <a:pt x="2" y="10"/>
                  </a:cubicBezTo>
                  <a:cubicBezTo>
                    <a:pt x="2" y="10"/>
                    <a:pt x="2" y="10"/>
                    <a:pt x="2" y="10"/>
                  </a:cubicBezTo>
                  <a:cubicBezTo>
                    <a:pt x="2" y="10"/>
                    <a:pt x="2" y="9"/>
                    <a:pt x="2" y="9"/>
                  </a:cubicBezTo>
                  <a:cubicBezTo>
                    <a:pt x="2" y="8"/>
                    <a:pt x="2" y="8"/>
                    <a:pt x="1" y="7"/>
                  </a:cubicBezTo>
                  <a:cubicBezTo>
                    <a:pt x="1" y="6"/>
                    <a:pt x="1" y="5"/>
                    <a:pt x="1" y="4"/>
                  </a:cubicBezTo>
                  <a:cubicBezTo>
                    <a:pt x="1" y="4"/>
                    <a:pt x="1" y="3"/>
                    <a:pt x="2" y="3"/>
                  </a:cubicBezTo>
                  <a:cubicBezTo>
                    <a:pt x="2" y="3"/>
                    <a:pt x="3" y="3"/>
                    <a:pt x="3" y="4"/>
                  </a:cubicBezTo>
                  <a:cubicBezTo>
                    <a:pt x="3" y="4"/>
                    <a:pt x="3" y="5"/>
                    <a:pt x="3" y="5"/>
                  </a:cubicBezTo>
                  <a:cubicBezTo>
                    <a:pt x="4" y="6"/>
                    <a:pt x="4" y="8"/>
                    <a:pt x="4" y="9"/>
                  </a:cubicBezTo>
                  <a:cubicBezTo>
                    <a:pt x="4" y="9"/>
                    <a:pt x="4" y="10"/>
                    <a:pt x="5" y="11"/>
                  </a:cubicBezTo>
                  <a:cubicBezTo>
                    <a:pt x="5" y="11"/>
                    <a:pt x="5" y="11"/>
                    <a:pt x="5" y="12"/>
                  </a:cubicBezTo>
                  <a:cubicBezTo>
                    <a:pt x="5" y="12"/>
                    <a:pt x="5" y="12"/>
                    <a:pt x="5" y="11"/>
                  </a:cubicBezTo>
                  <a:cubicBezTo>
                    <a:pt x="5" y="10"/>
                    <a:pt x="5" y="8"/>
                    <a:pt x="5" y="7"/>
                  </a:cubicBezTo>
                  <a:cubicBezTo>
                    <a:pt x="5" y="5"/>
                    <a:pt x="4" y="4"/>
                    <a:pt x="5" y="2"/>
                  </a:cubicBezTo>
                  <a:cubicBezTo>
                    <a:pt x="5" y="2"/>
                    <a:pt x="5" y="2"/>
                    <a:pt x="5" y="2"/>
                  </a:cubicBezTo>
                  <a:cubicBezTo>
                    <a:pt x="6" y="5"/>
                    <a:pt x="5" y="9"/>
                    <a:pt x="5" y="12"/>
                  </a:cubicBezTo>
                  <a:cubicBezTo>
                    <a:pt x="6" y="12"/>
                    <a:pt x="6" y="12"/>
                    <a:pt x="6" y="12"/>
                  </a:cubicBezTo>
                  <a:cubicBezTo>
                    <a:pt x="5" y="8"/>
                    <a:pt x="5" y="5"/>
                    <a:pt x="5" y="1"/>
                  </a:cubicBezTo>
                  <a:cubicBezTo>
                    <a:pt x="5" y="1"/>
                    <a:pt x="5" y="1"/>
                    <a:pt x="5" y="1"/>
                  </a:cubicBezTo>
                  <a:cubicBezTo>
                    <a:pt x="5" y="3"/>
                    <a:pt x="5" y="5"/>
                    <a:pt x="5" y="7"/>
                  </a:cubicBezTo>
                  <a:cubicBezTo>
                    <a:pt x="5" y="8"/>
                    <a:pt x="5" y="9"/>
                    <a:pt x="5" y="10"/>
                  </a:cubicBezTo>
                  <a:cubicBezTo>
                    <a:pt x="5" y="10"/>
                    <a:pt x="5" y="11"/>
                    <a:pt x="5" y="12"/>
                  </a:cubicBezTo>
                  <a:cubicBezTo>
                    <a:pt x="5" y="12"/>
                    <a:pt x="5" y="12"/>
                    <a:pt x="5" y="12"/>
                  </a:cubicBezTo>
                  <a:cubicBezTo>
                    <a:pt x="4" y="11"/>
                    <a:pt x="4" y="9"/>
                    <a:pt x="4" y="7"/>
                  </a:cubicBezTo>
                  <a:cubicBezTo>
                    <a:pt x="4" y="5"/>
                    <a:pt x="3" y="4"/>
                    <a:pt x="3" y="2"/>
                  </a:cubicBezTo>
                  <a:cubicBezTo>
                    <a:pt x="3" y="2"/>
                    <a:pt x="3" y="2"/>
                    <a:pt x="3" y="2"/>
                  </a:cubicBezTo>
                  <a:cubicBezTo>
                    <a:pt x="3" y="3"/>
                    <a:pt x="3" y="5"/>
                    <a:pt x="3" y="6"/>
                  </a:cubicBezTo>
                  <a:cubicBezTo>
                    <a:pt x="3" y="8"/>
                    <a:pt x="3" y="9"/>
                    <a:pt x="3" y="11"/>
                  </a:cubicBezTo>
                  <a:cubicBezTo>
                    <a:pt x="3" y="11"/>
                    <a:pt x="3" y="11"/>
                    <a:pt x="3" y="11"/>
                  </a:cubicBezTo>
                  <a:cubicBezTo>
                    <a:pt x="2" y="11"/>
                    <a:pt x="2" y="10"/>
                    <a:pt x="2" y="9"/>
                  </a:cubicBezTo>
                  <a:cubicBezTo>
                    <a:pt x="2" y="8"/>
                    <a:pt x="2" y="7"/>
                    <a:pt x="2" y="7"/>
                  </a:cubicBezTo>
                  <a:cubicBezTo>
                    <a:pt x="2" y="5"/>
                    <a:pt x="1" y="2"/>
                    <a:pt x="2" y="1"/>
                  </a:cubicBezTo>
                  <a:cubicBezTo>
                    <a:pt x="2" y="1"/>
                    <a:pt x="2" y="1"/>
                    <a:pt x="2" y="1"/>
                  </a:cubicBezTo>
                  <a:cubicBezTo>
                    <a:pt x="2" y="1"/>
                    <a:pt x="3" y="2"/>
                    <a:pt x="3" y="2"/>
                  </a:cubicBezTo>
                  <a:cubicBezTo>
                    <a:pt x="3" y="3"/>
                    <a:pt x="3" y="4"/>
                    <a:pt x="3" y="5"/>
                  </a:cubicBezTo>
                  <a:cubicBezTo>
                    <a:pt x="3" y="6"/>
                    <a:pt x="3" y="7"/>
                    <a:pt x="3" y="8"/>
                  </a:cubicBezTo>
                  <a:cubicBezTo>
                    <a:pt x="3" y="9"/>
                    <a:pt x="3" y="10"/>
                    <a:pt x="2" y="10"/>
                  </a:cubicBezTo>
                  <a:cubicBezTo>
                    <a:pt x="2" y="10"/>
                    <a:pt x="3" y="10"/>
                    <a:pt x="3" y="10"/>
                  </a:cubicBezTo>
                  <a:cubicBezTo>
                    <a:pt x="2" y="9"/>
                    <a:pt x="1" y="8"/>
                    <a:pt x="1" y="6"/>
                  </a:cubicBezTo>
                  <a:cubicBezTo>
                    <a:pt x="2" y="5"/>
                    <a:pt x="2" y="3"/>
                    <a:pt x="3" y="2"/>
                  </a:cubicBezTo>
                  <a:cubicBezTo>
                    <a:pt x="3" y="2"/>
                    <a:pt x="3"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9" name="Freeform 53"/>
            <p:cNvSpPr/>
            <p:nvPr/>
          </p:nvSpPr>
          <p:spPr bwMode="auto">
            <a:xfrm>
              <a:off x="2051050" y="3513138"/>
              <a:ext cx="752475" cy="617538"/>
            </a:xfrm>
            <a:custGeom>
              <a:avLst/>
              <a:gdLst>
                <a:gd name="T0" fmla="*/ 23 w 33"/>
                <a:gd name="T1" fmla="*/ 18 h 27"/>
                <a:gd name="T2" fmla="*/ 23 w 33"/>
                <a:gd name="T3" fmla="*/ 23 h 27"/>
                <a:gd name="T4" fmla="*/ 31 w 33"/>
                <a:gd name="T5" fmla="*/ 18 h 27"/>
                <a:gd name="T6" fmla="*/ 29 w 33"/>
                <a:gd name="T7" fmla="*/ 13 h 27"/>
                <a:gd name="T8" fmla="*/ 26 w 33"/>
                <a:gd name="T9" fmla="*/ 17 h 27"/>
                <a:gd name="T10" fmla="*/ 28 w 33"/>
                <a:gd name="T11" fmla="*/ 16 h 27"/>
                <a:gd name="T12" fmla="*/ 29 w 33"/>
                <a:gd name="T13" fmla="*/ 23 h 27"/>
                <a:gd name="T14" fmla="*/ 30 w 33"/>
                <a:gd name="T15" fmla="*/ 9 h 27"/>
                <a:gd name="T16" fmla="*/ 31 w 33"/>
                <a:gd name="T17" fmla="*/ 14 h 27"/>
                <a:gd name="T18" fmla="*/ 32 w 33"/>
                <a:gd name="T19" fmla="*/ 13 h 27"/>
                <a:gd name="T20" fmla="*/ 27 w 33"/>
                <a:gd name="T21" fmla="*/ 10 h 27"/>
                <a:gd name="T22" fmla="*/ 24 w 33"/>
                <a:gd name="T23" fmla="*/ 6 h 27"/>
                <a:gd name="T24" fmla="*/ 28 w 33"/>
                <a:gd name="T25" fmla="*/ 8 h 27"/>
                <a:gd name="T26" fmla="*/ 28 w 33"/>
                <a:gd name="T27" fmla="*/ 6 h 27"/>
                <a:gd name="T28" fmla="*/ 31 w 33"/>
                <a:gd name="T29" fmla="*/ 8 h 27"/>
                <a:gd name="T30" fmla="*/ 30 w 33"/>
                <a:gd name="T31" fmla="*/ 5 h 27"/>
                <a:gd name="T32" fmla="*/ 27 w 33"/>
                <a:gd name="T33" fmla="*/ 4 h 27"/>
                <a:gd name="T34" fmla="*/ 24 w 33"/>
                <a:gd name="T35" fmla="*/ 4 h 27"/>
                <a:gd name="T36" fmla="*/ 24 w 33"/>
                <a:gd name="T37" fmla="*/ 1 h 27"/>
                <a:gd name="T38" fmla="*/ 30 w 33"/>
                <a:gd name="T39" fmla="*/ 15 h 27"/>
                <a:gd name="T40" fmla="*/ 24 w 33"/>
                <a:gd name="T41" fmla="*/ 18 h 27"/>
                <a:gd name="T42" fmla="*/ 25 w 33"/>
                <a:gd name="T43" fmla="*/ 15 h 27"/>
                <a:gd name="T44" fmla="*/ 18 w 33"/>
                <a:gd name="T45" fmla="*/ 24 h 27"/>
                <a:gd name="T46" fmla="*/ 12 w 33"/>
                <a:gd name="T47" fmla="*/ 22 h 27"/>
                <a:gd name="T48" fmla="*/ 6 w 33"/>
                <a:gd name="T49" fmla="*/ 20 h 27"/>
                <a:gd name="T50" fmla="*/ 15 w 33"/>
                <a:gd name="T51" fmla="*/ 25 h 27"/>
                <a:gd name="T52" fmla="*/ 25 w 33"/>
                <a:gd name="T53" fmla="*/ 25 h 27"/>
                <a:gd name="T54" fmla="*/ 20 w 33"/>
                <a:gd name="T55" fmla="*/ 25 h 27"/>
                <a:gd name="T56" fmla="*/ 19 w 33"/>
                <a:gd name="T57" fmla="*/ 26 h 27"/>
                <a:gd name="T58" fmla="*/ 10 w 33"/>
                <a:gd name="T59" fmla="*/ 23 h 27"/>
                <a:gd name="T60" fmla="*/ 10 w 33"/>
                <a:gd name="T61" fmla="*/ 23 h 27"/>
                <a:gd name="T62" fmla="*/ 26 w 33"/>
                <a:gd name="T63" fmla="*/ 24 h 27"/>
                <a:gd name="T64" fmla="*/ 7 w 33"/>
                <a:gd name="T65" fmla="*/ 19 h 27"/>
                <a:gd name="T66" fmla="*/ 5 w 33"/>
                <a:gd name="T67" fmla="*/ 17 h 27"/>
                <a:gd name="T68" fmla="*/ 18 w 33"/>
                <a:gd name="T69" fmla="*/ 24 h 27"/>
                <a:gd name="T70" fmla="*/ 27 w 33"/>
                <a:gd name="T71" fmla="*/ 19 h 27"/>
                <a:gd name="T72" fmla="*/ 30 w 33"/>
                <a:gd name="T73" fmla="*/ 12 h 27"/>
                <a:gd name="T74" fmla="*/ 25 w 33"/>
                <a:gd name="T75" fmla="*/ 17 h 27"/>
                <a:gd name="T76" fmla="*/ 27 w 33"/>
                <a:gd name="T77" fmla="*/ 11 h 27"/>
                <a:gd name="T78" fmla="*/ 23 w 33"/>
                <a:gd name="T79" fmla="*/ 4 h 27"/>
                <a:gd name="T80" fmla="*/ 23 w 33"/>
                <a:gd name="T81" fmla="*/ 6 h 27"/>
                <a:gd name="T82" fmla="*/ 26 w 33"/>
                <a:gd name="T83" fmla="*/ 6 h 27"/>
                <a:gd name="T84" fmla="*/ 27 w 33"/>
                <a:gd name="T85" fmla="*/ 5 h 27"/>
                <a:gd name="T86" fmla="*/ 30 w 33"/>
                <a:gd name="T87" fmla="*/ 5 h 27"/>
                <a:gd name="T88" fmla="*/ 30 w 33"/>
                <a:gd name="T89" fmla="*/ 8 h 27"/>
                <a:gd name="T90" fmla="*/ 28 w 33"/>
                <a:gd name="T91" fmla="*/ 6 h 27"/>
                <a:gd name="T92" fmla="*/ 25 w 33"/>
                <a:gd name="T93" fmla="*/ 4 h 27"/>
                <a:gd name="T94" fmla="*/ 24 w 33"/>
                <a:gd name="T95" fmla="*/ 5 h 27"/>
                <a:gd name="T96" fmla="*/ 27 w 33"/>
                <a:gd name="T97" fmla="*/ 10 h 27"/>
                <a:gd name="T98" fmla="*/ 32 w 33"/>
                <a:gd name="T99" fmla="*/ 13 h 27"/>
                <a:gd name="T100" fmla="*/ 32 w 33"/>
                <a:gd name="T101" fmla="*/ 14 h 27"/>
                <a:gd name="T102" fmla="*/ 30 w 33"/>
                <a:gd name="T103" fmla="*/ 8 h 27"/>
                <a:gd name="T104" fmla="*/ 28 w 33"/>
                <a:gd name="T105" fmla="*/ 23 h 27"/>
                <a:gd name="T106" fmla="*/ 27 w 33"/>
                <a:gd name="T107" fmla="*/ 19 h 27"/>
                <a:gd name="T108" fmla="*/ 25 w 33"/>
                <a:gd name="T109" fmla="*/ 20 h 27"/>
                <a:gd name="T110" fmla="*/ 28 w 33"/>
                <a:gd name="T111" fmla="*/ 24 h 27"/>
                <a:gd name="T112" fmla="*/ 31 w 33"/>
                <a:gd name="T113" fmla="*/ 18 h 27"/>
                <a:gd name="T114" fmla="*/ 23 w 33"/>
                <a:gd name="T115" fmla="*/ 23 h 27"/>
                <a:gd name="T116" fmla="*/ 27 w 33"/>
                <a:gd name="T117" fmla="*/ 14 h 27"/>
                <a:gd name="T118" fmla="*/ 20 w 33"/>
                <a:gd name="T119" fmla="*/ 2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 h="27">
                  <a:moveTo>
                    <a:pt x="21" y="20"/>
                  </a:moveTo>
                  <a:cubicBezTo>
                    <a:pt x="22" y="20"/>
                    <a:pt x="24" y="18"/>
                    <a:pt x="26" y="18"/>
                  </a:cubicBezTo>
                  <a:cubicBezTo>
                    <a:pt x="26" y="18"/>
                    <a:pt x="26" y="18"/>
                    <a:pt x="25" y="18"/>
                  </a:cubicBezTo>
                  <a:cubicBezTo>
                    <a:pt x="25" y="19"/>
                    <a:pt x="24" y="20"/>
                    <a:pt x="23" y="21"/>
                  </a:cubicBezTo>
                  <a:cubicBezTo>
                    <a:pt x="22" y="21"/>
                    <a:pt x="21" y="21"/>
                    <a:pt x="20" y="21"/>
                  </a:cubicBezTo>
                  <a:cubicBezTo>
                    <a:pt x="20" y="21"/>
                    <a:pt x="19" y="21"/>
                    <a:pt x="18" y="21"/>
                  </a:cubicBezTo>
                  <a:cubicBezTo>
                    <a:pt x="18" y="21"/>
                    <a:pt x="19" y="21"/>
                    <a:pt x="19" y="21"/>
                  </a:cubicBezTo>
                  <a:cubicBezTo>
                    <a:pt x="19" y="20"/>
                    <a:pt x="20" y="20"/>
                    <a:pt x="20" y="19"/>
                  </a:cubicBezTo>
                  <a:cubicBezTo>
                    <a:pt x="21" y="19"/>
                    <a:pt x="22" y="19"/>
                    <a:pt x="23" y="18"/>
                  </a:cubicBezTo>
                  <a:cubicBezTo>
                    <a:pt x="24" y="18"/>
                    <a:pt x="25" y="18"/>
                    <a:pt x="26" y="17"/>
                  </a:cubicBezTo>
                  <a:cubicBezTo>
                    <a:pt x="27" y="16"/>
                    <a:pt x="27" y="15"/>
                    <a:pt x="27" y="14"/>
                  </a:cubicBezTo>
                  <a:cubicBezTo>
                    <a:pt x="27" y="14"/>
                    <a:pt x="27" y="14"/>
                    <a:pt x="27" y="14"/>
                  </a:cubicBezTo>
                  <a:cubicBezTo>
                    <a:pt x="25" y="17"/>
                    <a:pt x="24" y="21"/>
                    <a:pt x="20" y="22"/>
                  </a:cubicBezTo>
                  <a:cubicBezTo>
                    <a:pt x="20" y="22"/>
                    <a:pt x="20" y="22"/>
                    <a:pt x="20" y="22"/>
                  </a:cubicBezTo>
                  <a:cubicBezTo>
                    <a:pt x="24" y="20"/>
                    <a:pt x="30" y="19"/>
                    <a:pt x="30" y="14"/>
                  </a:cubicBezTo>
                  <a:cubicBezTo>
                    <a:pt x="30" y="13"/>
                    <a:pt x="30" y="13"/>
                    <a:pt x="29" y="13"/>
                  </a:cubicBezTo>
                  <a:cubicBezTo>
                    <a:pt x="28" y="15"/>
                    <a:pt x="27" y="17"/>
                    <a:pt x="27" y="18"/>
                  </a:cubicBezTo>
                  <a:cubicBezTo>
                    <a:pt x="26" y="20"/>
                    <a:pt x="25" y="22"/>
                    <a:pt x="23" y="23"/>
                  </a:cubicBezTo>
                  <a:cubicBezTo>
                    <a:pt x="23" y="23"/>
                    <a:pt x="23" y="23"/>
                    <a:pt x="23" y="23"/>
                  </a:cubicBezTo>
                  <a:cubicBezTo>
                    <a:pt x="25" y="20"/>
                    <a:pt x="30" y="19"/>
                    <a:pt x="30" y="15"/>
                  </a:cubicBezTo>
                  <a:cubicBezTo>
                    <a:pt x="30" y="14"/>
                    <a:pt x="30" y="14"/>
                    <a:pt x="30" y="15"/>
                  </a:cubicBezTo>
                  <a:cubicBezTo>
                    <a:pt x="29" y="16"/>
                    <a:pt x="29" y="18"/>
                    <a:pt x="28" y="19"/>
                  </a:cubicBezTo>
                  <a:cubicBezTo>
                    <a:pt x="27" y="21"/>
                    <a:pt x="27" y="22"/>
                    <a:pt x="25" y="23"/>
                  </a:cubicBezTo>
                  <a:cubicBezTo>
                    <a:pt x="25" y="23"/>
                    <a:pt x="25" y="23"/>
                    <a:pt x="25" y="23"/>
                  </a:cubicBezTo>
                  <a:cubicBezTo>
                    <a:pt x="26" y="22"/>
                    <a:pt x="27" y="21"/>
                    <a:pt x="28" y="21"/>
                  </a:cubicBezTo>
                  <a:cubicBezTo>
                    <a:pt x="29" y="20"/>
                    <a:pt x="30" y="19"/>
                    <a:pt x="31" y="18"/>
                  </a:cubicBezTo>
                  <a:cubicBezTo>
                    <a:pt x="31" y="18"/>
                    <a:pt x="31" y="18"/>
                    <a:pt x="31" y="18"/>
                  </a:cubicBezTo>
                  <a:cubicBezTo>
                    <a:pt x="31" y="21"/>
                    <a:pt x="29" y="23"/>
                    <a:pt x="27" y="24"/>
                  </a:cubicBezTo>
                  <a:cubicBezTo>
                    <a:pt x="27" y="24"/>
                    <a:pt x="27" y="24"/>
                    <a:pt x="27" y="24"/>
                  </a:cubicBezTo>
                  <a:cubicBezTo>
                    <a:pt x="28" y="22"/>
                    <a:pt x="31" y="20"/>
                    <a:pt x="31" y="18"/>
                  </a:cubicBezTo>
                  <a:cubicBezTo>
                    <a:pt x="31" y="17"/>
                    <a:pt x="31" y="17"/>
                    <a:pt x="31" y="18"/>
                  </a:cubicBezTo>
                  <a:cubicBezTo>
                    <a:pt x="30" y="18"/>
                    <a:pt x="30" y="19"/>
                    <a:pt x="29" y="20"/>
                  </a:cubicBezTo>
                  <a:cubicBezTo>
                    <a:pt x="29" y="22"/>
                    <a:pt x="28" y="23"/>
                    <a:pt x="28" y="24"/>
                  </a:cubicBezTo>
                  <a:cubicBezTo>
                    <a:pt x="28" y="24"/>
                    <a:pt x="28" y="24"/>
                    <a:pt x="28" y="24"/>
                  </a:cubicBezTo>
                  <a:cubicBezTo>
                    <a:pt x="29" y="23"/>
                    <a:pt x="30" y="20"/>
                    <a:pt x="30" y="18"/>
                  </a:cubicBezTo>
                  <a:cubicBezTo>
                    <a:pt x="31" y="16"/>
                    <a:pt x="31" y="14"/>
                    <a:pt x="29" y="13"/>
                  </a:cubicBezTo>
                  <a:cubicBezTo>
                    <a:pt x="29" y="12"/>
                    <a:pt x="29" y="12"/>
                    <a:pt x="29" y="13"/>
                  </a:cubicBezTo>
                  <a:cubicBezTo>
                    <a:pt x="29" y="13"/>
                    <a:pt x="29" y="14"/>
                    <a:pt x="29" y="14"/>
                  </a:cubicBezTo>
                  <a:cubicBezTo>
                    <a:pt x="28" y="15"/>
                    <a:pt x="28" y="16"/>
                    <a:pt x="28" y="17"/>
                  </a:cubicBezTo>
                  <a:cubicBezTo>
                    <a:pt x="28" y="18"/>
                    <a:pt x="28" y="19"/>
                    <a:pt x="27" y="20"/>
                  </a:cubicBezTo>
                  <a:cubicBezTo>
                    <a:pt x="27" y="21"/>
                    <a:pt x="27" y="22"/>
                    <a:pt x="26" y="23"/>
                  </a:cubicBezTo>
                  <a:cubicBezTo>
                    <a:pt x="26" y="23"/>
                    <a:pt x="26" y="23"/>
                    <a:pt x="25" y="23"/>
                  </a:cubicBezTo>
                  <a:cubicBezTo>
                    <a:pt x="25" y="23"/>
                    <a:pt x="25" y="23"/>
                    <a:pt x="25" y="22"/>
                  </a:cubicBezTo>
                  <a:cubicBezTo>
                    <a:pt x="25" y="22"/>
                    <a:pt x="25" y="21"/>
                    <a:pt x="25" y="21"/>
                  </a:cubicBezTo>
                  <a:cubicBezTo>
                    <a:pt x="25" y="20"/>
                    <a:pt x="26" y="19"/>
                    <a:pt x="26" y="17"/>
                  </a:cubicBezTo>
                  <a:cubicBezTo>
                    <a:pt x="27" y="17"/>
                    <a:pt x="27" y="16"/>
                    <a:pt x="27" y="15"/>
                  </a:cubicBezTo>
                  <a:cubicBezTo>
                    <a:pt x="27" y="14"/>
                    <a:pt x="27" y="13"/>
                    <a:pt x="27" y="12"/>
                  </a:cubicBezTo>
                  <a:cubicBezTo>
                    <a:pt x="27" y="12"/>
                    <a:pt x="27" y="11"/>
                    <a:pt x="27" y="10"/>
                  </a:cubicBezTo>
                  <a:cubicBezTo>
                    <a:pt x="27" y="10"/>
                    <a:pt x="27" y="10"/>
                    <a:pt x="27" y="10"/>
                  </a:cubicBezTo>
                  <a:cubicBezTo>
                    <a:pt x="26" y="12"/>
                    <a:pt x="26" y="14"/>
                    <a:pt x="26" y="16"/>
                  </a:cubicBezTo>
                  <a:cubicBezTo>
                    <a:pt x="26" y="18"/>
                    <a:pt x="25" y="20"/>
                    <a:pt x="26" y="22"/>
                  </a:cubicBezTo>
                  <a:cubicBezTo>
                    <a:pt x="26" y="22"/>
                    <a:pt x="26" y="22"/>
                    <a:pt x="26" y="22"/>
                  </a:cubicBezTo>
                  <a:cubicBezTo>
                    <a:pt x="27" y="22"/>
                    <a:pt x="27" y="21"/>
                    <a:pt x="28" y="20"/>
                  </a:cubicBezTo>
                  <a:cubicBezTo>
                    <a:pt x="28" y="19"/>
                    <a:pt x="28" y="17"/>
                    <a:pt x="28" y="16"/>
                  </a:cubicBezTo>
                  <a:cubicBezTo>
                    <a:pt x="28" y="15"/>
                    <a:pt x="28" y="14"/>
                    <a:pt x="28" y="13"/>
                  </a:cubicBezTo>
                  <a:cubicBezTo>
                    <a:pt x="28" y="12"/>
                    <a:pt x="28" y="12"/>
                    <a:pt x="28" y="11"/>
                  </a:cubicBezTo>
                  <a:cubicBezTo>
                    <a:pt x="28" y="11"/>
                    <a:pt x="28" y="10"/>
                    <a:pt x="29" y="10"/>
                  </a:cubicBezTo>
                  <a:cubicBezTo>
                    <a:pt x="29" y="10"/>
                    <a:pt x="29" y="10"/>
                    <a:pt x="29" y="10"/>
                  </a:cubicBezTo>
                  <a:cubicBezTo>
                    <a:pt x="29" y="11"/>
                    <a:pt x="29" y="12"/>
                    <a:pt x="30" y="13"/>
                  </a:cubicBezTo>
                  <a:cubicBezTo>
                    <a:pt x="30" y="14"/>
                    <a:pt x="30" y="15"/>
                    <a:pt x="30" y="16"/>
                  </a:cubicBezTo>
                  <a:cubicBezTo>
                    <a:pt x="30" y="17"/>
                    <a:pt x="30" y="19"/>
                    <a:pt x="29" y="20"/>
                  </a:cubicBezTo>
                  <a:cubicBezTo>
                    <a:pt x="29" y="21"/>
                    <a:pt x="29" y="22"/>
                    <a:pt x="28" y="23"/>
                  </a:cubicBezTo>
                  <a:cubicBezTo>
                    <a:pt x="28" y="23"/>
                    <a:pt x="28" y="23"/>
                    <a:pt x="29" y="23"/>
                  </a:cubicBezTo>
                  <a:cubicBezTo>
                    <a:pt x="28" y="21"/>
                    <a:pt x="29" y="18"/>
                    <a:pt x="29" y="16"/>
                  </a:cubicBezTo>
                  <a:cubicBezTo>
                    <a:pt x="30" y="14"/>
                    <a:pt x="29" y="12"/>
                    <a:pt x="29" y="10"/>
                  </a:cubicBezTo>
                  <a:cubicBezTo>
                    <a:pt x="29" y="10"/>
                    <a:pt x="29" y="10"/>
                    <a:pt x="29" y="10"/>
                  </a:cubicBezTo>
                  <a:cubicBezTo>
                    <a:pt x="30" y="13"/>
                    <a:pt x="30" y="17"/>
                    <a:pt x="30" y="21"/>
                  </a:cubicBezTo>
                  <a:cubicBezTo>
                    <a:pt x="30" y="21"/>
                    <a:pt x="30" y="21"/>
                    <a:pt x="30" y="21"/>
                  </a:cubicBezTo>
                  <a:cubicBezTo>
                    <a:pt x="30" y="20"/>
                    <a:pt x="30" y="18"/>
                    <a:pt x="30" y="17"/>
                  </a:cubicBezTo>
                  <a:cubicBezTo>
                    <a:pt x="30" y="16"/>
                    <a:pt x="30" y="15"/>
                    <a:pt x="30" y="14"/>
                  </a:cubicBezTo>
                  <a:cubicBezTo>
                    <a:pt x="30" y="13"/>
                    <a:pt x="30" y="12"/>
                    <a:pt x="30" y="11"/>
                  </a:cubicBezTo>
                  <a:cubicBezTo>
                    <a:pt x="30" y="10"/>
                    <a:pt x="30" y="9"/>
                    <a:pt x="30" y="9"/>
                  </a:cubicBezTo>
                  <a:cubicBezTo>
                    <a:pt x="30" y="9"/>
                    <a:pt x="30" y="9"/>
                    <a:pt x="30" y="9"/>
                  </a:cubicBezTo>
                  <a:cubicBezTo>
                    <a:pt x="30" y="10"/>
                    <a:pt x="30" y="12"/>
                    <a:pt x="30" y="13"/>
                  </a:cubicBezTo>
                  <a:cubicBezTo>
                    <a:pt x="30" y="15"/>
                    <a:pt x="31" y="17"/>
                    <a:pt x="31" y="19"/>
                  </a:cubicBezTo>
                  <a:cubicBezTo>
                    <a:pt x="31" y="19"/>
                    <a:pt x="31" y="19"/>
                    <a:pt x="31" y="19"/>
                  </a:cubicBezTo>
                  <a:cubicBezTo>
                    <a:pt x="31" y="17"/>
                    <a:pt x="31" y="15"/>
                    <a:pt x="31" y="13"/>
                  </a:cubicBezTo>
                  <a:cubicBezTo>
                    <a:pt x="30" y="13"/>
                    <a:pt x="30" y="12"/>
                    <a:pt x="30" y="11"/>
                  </a:cubicBezTo>
                  <a:cubicBezTo>
                    <a:pt x="30" y="11"/>
                    <a:pt x="30" y="10"/>
                    <a:pt x="31" y="9"/>
                  </a:cubicBezTo>
                  <a:cubicBezTo>
                    <a:pt x="30" y="9"/>
                    <a:pt x="30" y="9"/>
                    <a:pt x="30" y="9"/>
                  </a:cubicBezTo>
                  <a:cubicBezTo>
                    <a:pt x="31" y="11"/>
                    <a:pt x="31" y="12"/>
                    <a:pt x="31" y="14"/>
                  </a:cubicBezTo>
                  <a:cubicBezTo>
                    <a:pt x="31" y="15"/>
                    <a:pt x="31" y="17"/>
                    <a:pt x="31" y="19"/>
                  </a:cubicBezTo>
                  <a:cubicBezTo>
                    <a:pt x="31" y="19"/>
                    <a:pt x="32" y="19"/>
                    <a:pt x="32" y="19"/>
                  </a:cubicBezTo>
                  <a:cubicBezTo>
                    <a:pt x="33" y="16"/>
                    <a:pt x="32" y="13"/>
                    <a:pt x="31" y="10"/>
                  </a:cubicBezTo>
                  <a:cubicBezTo>
                    <a:pt x="31" y="10"/>
                    <a:pt x="31" y="10"/>
                    <a:pt x="31" y="10"/>
                  </a:cubicBezTo>
                  <a:cubicBezTo>
                    <a:pt x="32" y="11"/>
                    <a:pt x="31" y="13"/>
                    <a:pt x="31" y="15"/>
                  </a:cubicBezTo>
                  <a:cubicBezTo>
                    <a:pt x="31" y="16"/>
                    <a:pt x="31" y="18"/>
                    <a:pt x="31" y="19"/>
                  </a:cubicBezTo>
                  <a:cubicBezTo>
                    <a:pt x="31" y="19"/>
                    <a:pt x="31" y="20"/>
                    <a:pt x="31" y="19"/>
                  </a:cubicBezTo>
                  <a:cubicBezTo>
                    <a:pt x="32" y="19"/>
                    <a:pt x="32" y="18"/>
                    <a:pt x="32" y="17"/>
                  </a:cubicBezTo>
                  <a:cubicBezTo>
                    <a:pt x="32" y="16"/>
                    <a:pt x="32" y="14"/>
                    <a:pt x="32" y="13"/>
                  </a:cubicBezTo>
                  <a:cubicBezTo>
                    <a:pt x="32" y="13"/>
                    <a:pt x="32" y="13"/>
                    <a:pt x="32" y="13"/>
                  </a:cubicBezTo>
                  <a:cubicBezTo>
                    <a:pt x="31" y="16"/>
                    <a:pt x="31" y="20"/>
                    <a:pt x="28" y="23"/>
                  </a:cubicBezTo>
                  <a:cubicBezTo>
                    <a:pt x="28" y="23"/>
                    <a:pt x="28" y="23"/>
                    <a:pt x="29" y="23"/>
                  </a:cubicBezTo>
                  <a:cubicBezTo>
                    <a:pt x="29" y="21"/>
                    <a:pt x="30" y="20"/>
                    <a:pt x="31" y="18"/>
                  </a:cubicBezTo>
                  <a:cubicBezTo>
                    <a:pt x="31" y="18"/>
                    <a:pt x="31" y="18"/>
                    <a:pt x="31" y="18"/>
                  </a:cubicBezTo>
                  <a:cubicBezTo>
                    <a:pt x="30" y="20"/>
                    <a:pt x="30" y="22"/>
                    <a:pt x="29" y="23"/>
                  </a:cubicBezTo>
                  <a:cubicBezTo>
                    <a:pt x="29" y="24"/>
                    <a:pt x="29" y="24"/>
                    <a:pt x="29" y="24"/>
                  </a:cubicBezTo>
                  <a:cubicBezTo>
                    <a:pt x="30" y="21"/>
                    <a:pt x="30" y="19"/>
                    <a:pt x="29" y="17"/>
                  </a:cubicBezTo>
                  <a:cubicBezTo>
                    <a:pt x="29" y="14"/>
                    <a:pt x="27" y="12"/>
                    <a:pt x="27" y="10"/>
                  </a:cubicBezTo>
                  <a:cubicBezTo>
                    <a:pt x="26" y="10"/>
                    <a:pt x="26" y="10"/>
                    <a:pt x="26" y="10"/>
                  </a:cubicBezTo>
                  <a:cubicBezTo>
                    <a:pt x="27" y="12"/>
                    <a:pt x="27" y="15"/>
                    <a:pt x="27" y="18"/>
                  </a:cubicBezTo>
                  <a:cubicBezTo>
                    <a:pt x="27" y="18"/>
                    <a:pt x="27" y="18"/>
                    <a:pt x="27" y="18"/>
                  </a:cubicBezTo>
                  <a:cubicBezTo>
                    <a:pt x="28" y="14"/>
                    <a:pt x="27" y="10"/>
                    <a:pt x="25" y="6"/>
                  </a:cubicBezTo>
                  <a:cubicBezTo>
                    <a:pt x="25" y="6"/>
                    <a:pt x="25" y="6"/>
                    <a:pt x="25" y="6"/>
                  </a:cubicBezTo>
                  <a:cubicBezTo>
                    <a:pt x="27" y="8"/>
                    <a:pt x="26" y="11"/>
                    <a:pt x="28" y="13"/>
                  </a:cubicBezTo>
                  <a:cubicBezTo>
                    <a:pt x="28" y="13"/>
                    <a:pt x="28" y="13"/>
                    <a:pt x="28" y="13"/>
                  </a:cubicBezTo>
                  <a:cubicBezTo>
                    <a:pt x="28" y="12"/>
                    <a:pt x="27" y="10"/>
                    <a:pt x="27" y="9"/>
                  </a:cubicBezTo>
                  <a:cubicBezTo>
                    <a:pt x="26" y="8"/>
                    <a:pt x="24" y="7"/>
                    <a:pt x="24" y="6"/>
                  </a:cubicBezTo>
                  <a:cubicBezTo>
                    <a:pt x="24" y="6"/>
                    <a:pt x="24" y="6"/>
                    <a:pt x="24" y="6"/>
                  </a:cubicBezTo>
                  <a:cubicBezTo>
                    <a:pt x="25" y="7"/>
                    <a:pt x="26" y="8"/>
                    <a:pt x="27" y="9"/>
                  </a:cubicBezTo>
                  <a:cubicBezTo>
                    <a:pt x="28" y="10"/>
                    <a:pt x="28" y="11"/>
                    <a:pt x="29" y="13"/>
                  </a:cubicBezTo>
                  <a:cubicBezTo>
                    <a:pt x="29" y="13"/>
                    <a:pt x="30" y="13"/>
                    <a:pt x="29" y="12"/>
                  </a:cubicBezTo>
                  <a:cubicBezTo>
                    <a:pt x="29" y="10"/>
                    <a:pt x="26" y="8"/>
                    <a:pt x="25" y="5"/>
                  </a:cubicBezTo>
                  <a:cubicBezTo>
                    <a:pt x="25" y="5"/>
                    <a:pt x="25" y="5"/>
                    <a:pt x="25" y="5"/>
                  </a:cubicBezTo>
                  <a:cubicBezTo>
                    <a:pt x="26" y="7"/>
                    <a:pt x="27" y="10"/>
                    <a:pt x="29" y="11"/>
                  </a:cubicBezTo>
                  <a:cubicBezTo>
                    <a:pt x="29" y="11"/>
                    <a:pt x="29" y="11"/>
                    <a:pt x="29" y="11"/>
                  </a:cubicBezTo>
                  <a:cubicBezTo>
                    <a:pt x="29" y="10"/>
                    <a:pt x="28" y="9"/>
                    <a:pt x="28" y="8"/>
                  </a:cubicBezTo>
                  <a:cubicBezTo>
                    <a:pt x="27" y="6"/>
                    <a:pt x="26" y="5"/>
                    <a:pt x="25" y="4"/>
                  </a:cubicBezTo>
                  <a:cubicBezTo>
                    <a:pt x="25" y="4"/>
                    <a:pt x="25" y="4"/>
                    <a:pt x="25" y="4"/>
                  </a:cubicBezTo>
                  <a:cubicBezTo>
                    <a:pt x="27" y="6"/>
                    <a:pt x="27" y="8"/>
                    <a:pt x="29" y="10"/>
                  </a:cubicBezTo>
                  <a:cubicBezTo>
                    <a:pt x="29" y="10"/>
                    <a:pt x="29" y="10"/>
                    <a:pt x="29" y="10"/>
                  </a:cubicBezTo>
                  <a:cubicBezTo>
                    <a:pt x="29" y="7"/>
                    <a:pt x="27" y="6"/>
                    <a:pt x="26" y="3"/>
                  </a:cubicBezTo>
                  <a:cubicBezTo>
                    <a:pt x="25" y="4"/>
                    <a:pt x="25" y="4"/>
                    <a:pt x="25" y="4"/>
                  </a:cubicBezTo>
                  <a:cubicBezTo>
                    <a:pt x="26" y="6"/>
                    <a:pt x="28" y="8"/>
                    <a:pt x="29" y="9"/>
                  </a:cubicBezTo>
                  <a:cubicBezTo>
                    <a:pt x="29" y="9"/>
                    <a:pt x="29" y="9"/>
                    <a:pt x="29" y="9"/>
                  </a:cubicBezTo>
                  <a:cubicBezTo>
                    <a:pt x="29" y="8"/>
                    <a:pt x="29" y="7"/>
                    <a:pt x="28" y="6"/>
                  </a:cubicBezTo>
                  <a:cubicBezTo>
                    <a:pt x="27" y="5"/>
                    <a:pt x="27" y="4"/>
                    <a:pt x="26" y="3"/>
                  </a:cubicBezTo>
                  <a:cubicBezTo>
                    <a:pt x="26" y="3"/>
                    <a:pt x="26" y="3"/>
                    <a:pt x="26" y="3"/>
                  </a:cubicBezTo>
                  <a:cubicBezTo>
                    <a:pt x="27" y="5"/>
                    <a:pt x="28" y="7"/>
                    <a:pt x="30" y="9"/>
                  </a:cubicBezTo>
                  <a:cubicBezTo>
                    <a:pt x="30" y="9"/>
                    <a:pt x="30" y="9"/>
                    <a:pt x="30" y="9"/>
                  </a:cubicBezTo>
                  <a:cubicBezTo>
                    <a:pt x="30" y="7"/>
                    <a:pt x="29" y="6"/>
                    <a:pt x="28" y="5"/>
                  </a:cubicBezTo>
                  <a:cubicBezTo>
                    <a:pt x="28" y="4"/>
                    <a:pt x="27" y="3"/>
                    <a:pt x="26" y="2"/>
                  </a:cubicBezTo>
                  <a:cubicBezTo>
                    <a:pt x="26" y="2"/>
                    <a:pt x="25" y="2"/>
                    <a:pt x="25" y="2"/>
                  </a:cubicBezTo>
                  <a:cubicBezTo>
                    <a:pt x="27" y="4"/>
                    <a:pt x="29" y="6"/>
                    <a:pt x="30" y="8"/>
                  </a:cubicBezTo>
                  <a:cubicBezTo>
                    <a:pt x="30" y="8"/>
                    <a:pt x="31" y="8"/>
                    <a:pt x="31" y="8"/>
                  </a:cubicBezTo>
                  <a:cubicBezTo>
                    <a:pt x="30" y="6"/>
                    <a:pt x="28" y="4"/>
                    <a:pt x="26" y="2"/>
                  </a:cubicBezTo>
                  <a:cubicBezTo>
                    <a:pt x="26" y="2"/>
                    <a:pt x="26" y="2"/>
                    <a:pt x="26" y="2"/>
                  </a:cubicBezTo>
                  <a:cubicBezTo>
                    <a:pt x="27" y="3"/>
                    <a:pt x="29" y="5"/>
                    <a:pt x="30" y="6"/>
                  </a:cubicBezTo>
                  <a:cubicBezTo>
                    <a:pt x="30" y="6"/>
                    <a:pt x="30" y="6"/>
                    <a:pt x="30" y="6"/>
                  </a:cubicBezTo>
                  <a:cubicBezTo>
                    <a:pt x="30" y="5"/>
                    <a:pt x="30" y="4"/>
                    <a:pt x="29" y="4"/>
                  </a:cubicBezTo>
                  <a:cubicBezTo>
                    <a:pt x="28" y="3"/>
                    <a:pt x="27" y="2"/>
                    <a:pt x="27" y="1"/>
                  </a:cubicBezTo>
                  <a:cubicBezTo>
                    <a:pt x="27" y="1"/>
                    <a:pt x="27" y="1"/>
                    <a:pt x="27" y="2"/>
                  </a:cubicBezTo>
                  <a:cubicBezTo>
                    <a:pt x="28" y="3"/>
                    <a:pt x="29" y="4"/>
                    <a:pt x="30" y="5"/>
                  </a:cubicBezTo>
                  <a:cubicBezTo>
                    <a:pt x="30" y="5"/>
                    <a:pt x="30" y="5"/>
                    <a:pt x="30" y="5"/>
                  </a:cubicBezTo>
                  <a:cubicBezTo>
                    <a:pt x="29" y="3"/>
                    <a:pt x="27" y="2"/>
                    <a:pt x="26" y="1"/>
                  </a:cubicBezTo>
                  <a:cubicBezTo>
                    <a:pt x="26" y="0"/>
                    <a:pt x="25" y="1"/>
                    <a:pt x="25" y="1"/>
                  </a:cubicBezTo>
                  <a:cubicBezTo>
                    <a:pt x="25" y="2"/>
                    <a:pt x="26" y="2"/>
                    <a:pt x="26" y="3"/>
                  </a:cubicBezTo>
                  <a:cubicBezTo>
                    <a:pt x="27" y="4"/>
                    <a:pt x="28" y="4"/>
                    <a:pt x="28" y="5"/>
                  </a:cubicBezTo>
                  <a:cubicBezTo>
                    <a:pt x="28" y="5"/>
                    <a:pt x="28" y="5"/>
                    <a:pt x="28" y="5"/>
                  </a:cubicBezTo>
                  <a:cubicBezTo>
                    <a:pt x="27" y="4"/>
                    <a:pt x="26" y="3"/>
                    <a:pt x="25" y="2"/>
                  </a:cubicBezTo>
                  <a:cubicBezTo>
                    <a:pt x="25" y="2"/>
                    <a:pt x="25" y="2"/>
                    <a:pt x="25" y="2"/>
                  </a:cubicBezTo>
                  <a:cubicBezTo>
                    <a:pt x="25" y="3"/>
                    <a:pt x="26" y="4"/>
                    <a:pt x="27" y="4"/>
                  </a:cubicBezTo>
                  <a:cubicBezTo>
                    <a:pt x="27" y="4"/>
                    <a:pt x="27" y="4"/>
                    <a:pt x="27" y="4"/>
                  </a:cubicBezTo>
                  <a:cubicBezTo>
                    <a:pt x="26" y="4"/>
                    <a:pt x="26" y="3"/>
                    <a:pt x="25" y="3"/>
                  </a:cubicBezTo>
                  <a:cubicBezTo>
                    <a:pt x="25" y="2"/>
                    <a:pt x="25" y="3"/>
                    <a:pt x="25" y="3"/>
                  </a:cubicBezTo>
                  <a:cubicBezTo>
                    <a:pt x="25" y="4"/>
                    <a:pt x="25" y="4"/>
                    <a:pt x="26" y="5"/>
                  </a:cubicBezTo>
                  <a:cubicBezTo>
                    <a:pt x="26" y="5"/>
                    <a:pt x="26" y="5"/>
                    <a:pt x="26" y="5"/>
                  </a:cubicBezTo>
                  <a:cubicBezTo>
                    <a:pt x="25" y="4"/>
                    <a:pt x="25" y="3"/>
                    <a:pt x="24" y="3"/>
                  </a:cubicBezTo>
                  <a:cubicBezTo>
                    <a:pt x="24" y="3"/>
                    <a:pt x="24" y="3"/>
                    <a:pt x="24" y="3"/>
                  </a:cubicBezTo>
                  <a:cubicBezTo>
                    <a:pt x="24" y="4"/>
                    <a:pt x="25" y="5"/>
                    <a:pt x="26" y="6"/>
                  </a:cubicBezTo>
                  <a:cubicBezTo>
                    <a:pt x="26" y="6"/>
                    <a:pt x="26" y="6"/>
                    <a:pt x="26" y="6"/>
                  </a:cubicBezTo>
                  <a:cubicBezTo>
                    <a:pt x="25" y="5"/>
                    <a:pt x="25" y="4"/>
                    <a:pt x="24" y="4"/>
                  </a:cubicBezTo>
                  <a:cubicBezTo>
                    <a:pt x="24" y="4"/>
                    <a:pt x="24" y="4"/>
                    <a:pt x="24" y="4"/>
                  </a:cubicBezTo>
                  <a:cubicBezTo>
                    <a:pt x="24" y="5"/>
                    <a:pt x="24" y="5"/>
                    <a:pt x="25" y="6"/>
                  </a:cubicBezTo>
                  <a:cubicBezTo>
                    <a:pt x="25" y="6"/>
                    <a:pt x="25" y="6"/>
                    <a:pt x="25" y="6"/>
                  </a:cubicBezTo>
                  <a:cubicBezTo>
                    <a:pt x="24" y="5"/>
                    <a:pt x="24" y="5"/>
                    <a:pt x="23" y="4"/>
                  </a:cubicBezTo>
                  <a:cubicBezTo>
                    <a:pt x="23" y="4"/>
                    <a:pt x="23" y="4"/>
                    <a:pt x="23" y="4"/>
                  </a:cubicBezTo>
                  <a:cubicBezTo>
                    <a:pt x="23" y="5"/>
                    <a:pt x="24" y="6"/>
                    <a:pt x="24" y="7"/>
                  </a:cubicBezTo>
                  <a:cubicBezTo>
                    <a:pt x="24" y="7"/>
                    <a:pt x="24" y="7"/>
                    <a:pt x="24" y="6"/>
                  </a:cubicBezTo>
                  <a:cubicBezTo>
                    <a:pt x="22" y="6"/>
                    <a:pt x="25" y="3"/>
                    <a:pt x="24" y="2"/>
                  </a:cubicBezTo>
                  <a:cubicBezTo>
                    <a:pt x="24" y="2"/>
                    <a:pt x="24" y="1"/>
                    <a:pt x="24" y="1"/>
                  </a:cubicBezTo>
                  <a:cubicBezTo>
                    <a:pt x="23" y="2"/>
                    <a:pt x="23" y="3"/>
                    <a:pt x="22" y="4"/>
                  </a:cubicBezTo>
                  <a:cubicBezTo>
                    <a:pt x="22" y="4"/>
                    <a:pt x="22" y="4"/>
                    <a:pt x="22" y="4"/>
                  </a:cubicBezTo>
                  <a:cubicBezTo>
                    <a:pt x="24" y="3"/>
                    <a:pt x="24" y="2"/>
                    <a:pt x="25" y="1"/>
                  </a:cubicBezTo>
                  <a:cubicBezTo>
                    <a:pt x="25" y="1"/>
                    <a:pt x="25" y="1"/>
                    <a:pt x="25" y="1"/>
                  </a:cubicBezTo>
                  <a:cubicBezTo>
                    <a:pt x="24" y="1"/>
                    <a:pt x="23" y="3"/>
                    <a:pt x="23" y="4"/>
                  </a:cubicBezTo>
                  <a:cubicBezTo>
                    <a:pt x="23" y="4"/>
                    <a:pt x="23" y="4"/>
                    <a:pt x="23" y="4"/>
                  </a:cubicBezTo>
                  <a:cubicBezTo>
                    <a:pt x="24" y="3"/>
                    <a:pt x="25" y="3"/>
                    <a:pt x="26" y="3"/>
                  </a:cubicBezTo>
                  <a:cubicBezTo>
                    <a:pt x="28" y="4"/>
                    <a:pt x="28" y="5"/>
                    <a:pt x="29" y="6"/>
                  </a:cubicBezTo>
                  <a:cubicBezTo>
                    <a:pt x="30" y="9"/>
                    <a:pt x="30" y="12"/>
                    <a:pt x="30" y="15"/>
                  </a:cubicBezTo>
                  <a:cubicBezTo>
                    <a:pt x="30" y="15"/>
                    <a:pt x="30" y="15"/>
                    <a:pt x="30" y="15"/>
                  </a:cubicBezTo>
                  <a:cubicBezTo>
                    <a:pt x="30" y="14"/>
                    <a:pt x="30" y="12"/>
                    <a:pt x="30" y="11"/>
                  </a:cubicBezTo>
                  <a:cubicBezTo>
                    <a:pt x="29" y="9"/>
                    <a:pt x="29" y="8"/>
                    <a:pt x="28" y="7"/>
                  </a:cubicBezTo>
                  <a:cubicBezTo>
                    <a:pt x="28" y="7"/>
                    <a:pt x="27" y="7"/>
                    <a:pt x="27" y="7"/>
                  </a:cubicBezTo>
                  <a:cubicBezTo>
                    <a:pt x="27" y="9"/>
                    <a:pt x="27" y="12"/>
                    <a:pt x="27" y="14"/>
                  </a:cubicBezTo>
                  <a:cubicBezTo>
                    <a:pt x="27" y="16"/>
                    <a:pt x="26" y="17"/>
                    <a:pt x="25" y="18"/>
                  </a:cubicBezTo>
                  <a:cubicBezTo>
                    <a:pt x="25" y="19"/>
                    <a:pt x="24" y="20"/>
                    <a:pt x="23" y="20"/>
                  </a:cubicBezTo>
                  <a:cubicBezTo>
                    <a:pt x="23" y="20"/>
                    <a:pt x="23" y="20"/>
                    <a:pt x="23" y="20"/>
                  </a:cubicBezTo>
                  <a:cubicBezTo>
                    <a:pt x="23" y="20"/>
                    <a:pt x="24" y="19"/>
                    <a:pt x="24" y="18"/>
                  </a:cubicBezTo>
                  <a:cubicBezTo>
                    <a:pt x="24" y="18"/>
                    <a:pt x="25" y="17"/>
                    <a:pt x="25" y="16"/>
                  </a:cubicBezTo>
                  <a:cubicBezTo>
                    <a:pt x="26" y="15"/>
                    <a:pt x="26" y="13"/>
                    <a:pt x="27" y="11"/>
                  </a:cubicBezTo>
                  <a:cubicBezTo>
                    <a:pt x="26" y="11"/>
                    <a:pt x="26" y="11"/>
                    <a:pt x="26" y="11"/>
                  </a:cubicBezTo>
                  <a:cubicBezTo>
                    <a:pt x="26" y="12"/>
                    <a:pt x="26" y="12"/>
                    <a:pt x="26" y="13"/>
                  </a:cubicBezTo>
                  <a:cubicBezTo>
                    <a:pt x="26" y="14"/>
                    <a:pt x="25" y="15"/>
                    <a:pt x="25" y="16"/>
                  </a:cubicBezTo>
                  <a:cubicBezTo>
                    <a:pt x="25" y="17"/>
                    <a:pt x="24" y="18"/>
                    <a:pt x="24" y="19"/>
                  </a:cubicBezTo>
                  <a:cubicBezTo>
                    <a:pt x="23" y="19"/>
                    <a:pt x="23" y="20"/>
                    <a:pt x="22" y="20"/>
                  </a:cubicBezTo>
                  <a:cubicBezTo>
                    <a:pt x="22" y="20"/>
                    <a:pt x="22" y="20"/>
                    <a:pt x="22" y="20"/>
                  </a:cubicBezTo>
                  <a:cubicBezTo>
                    <a:pt x="23" y="19"/>
                    <a:pt x="24" y="17"/>
                    <a:pt x="25" y="15"/>
                  </a:cubicBezTo>
                  <a:cubicBezTo>
                    <a:pt x="26" y="14"/>
                    <a:pt x="27" y="12"/>
                    <a:pt x="28" y="10"/>
                  </a:cubicBezTo>
                  <a:cubicBezTo>
                    <a:pt x="28" y="10"/>
                    <a:pt x="28" y="9"/>
                    <a:pt x="29" y="9"/>
                  </a:cubicBezTo>
                  <a:cubicBezTo>
                    <a:pt x="29" y="8"/>
                    <a:pt x="29" y="9"/>
                    <a:pt x="30" y="9"/>
                  </a:cubicBezTo>
                  <a:cubicBezTo>
                    <a:pt x="30" y="10"/>
                    <a:pt x="30" y="11"/>
                    <a:pt x="30" y="12"/>
                  </a:cubicBezTo>
                  <a:cubicBezTo>
                    <a:pt x="30" y="16"/>
                    <a:pt x="29" y="19"/>
                    <a:pt x="28" y="22"/>
                  </a:cubicBezTo>
                  <a:cubicBezTo>
                    <a:pt x="27" y="23"/>
                    <a:pt x="26" y="24"/>
                    <a:pt x="25" y="24"/>
                  </a:cubicBezTo>
                  <a:cubicBezTo>
                    <a:pt x="24" y="24"/>
                    <a:pt x="23" y="25"/>
                    <a:pt x="22" y="25"/>
                  </a:cubicBezTo>
                  <a:cubicBezTo>
                    <a:pt x="21" y="25"/>
                    <a:pt x="20" y="25"/>
                    <a:pt x="19" y="25"/>
                  </a:cubicBezTo>
                  <a:cubicBezTo>
                    <a:pt x="19" y="25"/>
                    <a:pt x="18" y="25"/>
                    <a:pt x="18" y="24"/>
                  </a:cubicBezTo>
                  <a:cubicBezTo>
                    <a:pt x="18" y="24"/>
                    <a:pt x="18" y="24"/>
                    <a:pt x="18" y="24"/>
                  </a:cubicBezTo>
                  <a:cubicBezTo>
                    <a:pt x="19" y="24"/>
                    <a:pt x="19" y="23"/>
                    <a:pt x="20" y="23"/>
                  </a:cubicBezTo>
                  <a:cubicBezTo>
                    <a:pt x="21" y="23"/>
                    <a:pt x="22" y="23"/>
                    <a:pt x="23" y="22"/>
                  </a:cubicBezTo>
                  <a:cubicBezTo>
                    <a:pt x="24" y="21"/>
                    <a:pt x="26" y="21"/>
                    <a:pt x="27" y="20"/>
                  </a:cubicBezTo>
                  <a:cubicBezTo>
                    <a:pt x="27" y="20"/>
                    <a:pt x="27" y="20"/>
                    <a:pt x="27" y="19"/>
                  </a:cubicBezTo>
                  <a:cubicBezTo>
                    <a:pt x="26" y="21"/>
                    <a:pt x="25" y="22"/>
                    <a:pt x="24" y="23"/>
                  </a:cubicBezTo>
                  <a:cubicBezTo>
                    <a:pt x="23" y="24"/>
                    <a:pt x="21" y="25"/>
                    <a:pt x="20" y="25"/>
                  </a:cubicBezTo>
                  <a:cubicBezTo>
                    <a:pt x="18" y="25"/>
                    <a:pt x="16" y="24"/>
                    <a:pt x="14" y="23"/>
                  </a:cubicBezTo>
                  <a:cubicBezTo>
                    <a:pt x="14" y="23"/>
                    <a:pt x="13" y="22"/>
                    <a:pt x="12" y="22"/>
                  </a:cubicBezTo>
                  <a:cubicBezTo>
                    <a:pt x="12" y="21"/>
                    <a:pt x="11" y="21"/>
                    <a:pt x="10" y="20"/>
                  </a:cubicBezTo>
                  <a:cubicBezTo>
                    <a:pt x="10" y="20"/>
                    <a:pt x="10" y="20"/>
                    <a:pt x="9" y="20"/>
                  </a:cubicBezTo>
                  <a:cubicBezTo>
                    <a:pt x="9" y="20"/>
                    <a:pt x="9" y="20"/>
                    <a:pt x="9" y="20"/>
                  </a:cubicBezTo>
                  <a:cubicBezTo>
                    <a:pt x="10" y="21"/>
                    <a:pt x="11" y="22"/>
                    <a:pt x="13" y="23"/>
                  </a:cubicBezTo>
                  <a:cubicBezTo>
                    <a:pt x="14" y="24"/>
                    <a:pt x="16" y="24"/>
                    <a:pt x="18" y="24"/>
                  </a:cubicBezTo>
                  <a:cubicBezTo>
                    <a:pt x="18" y="24"/>
                    <a:pt x="18" y="24"/>
                    <a:pt x="18" y="24"/>
                  </a:cubicBezTo>
                  <a:cubicBezTo>
                    <a:pt x="16" y="23"/>
                    <a:pt x="14" y="23"/>
                    <a:pt x="12" y="23"/>
                  </a:cubicBezTo>
                  <a:cubicBezTo>
                    <a:pt x="10" y="22"/>
                    <a:pt x="8" y="21"/>
                    <a:pt x="7" y="19"/>
                  </a:cubicBezTo>
                  <a:cubicBezTo>
                    <a:pt x="7" y="20"/>
                    <a:pt x="7" y="20"/>
                    <a:pt x="6" y="20"/>
                  </a:cubicBezTo>
                  <a:cubicBezTo>
                    <a:pt x="10" y="22"/>
                    <a:pt x="13" y="24"/>
                    <a:pt x="18" y="24"/>
                  </a:cubicBezTo>
                  <a:cubicBezTo>
                    <a:pt x="18" y="24"/>
                    <a:pt x="18" y="24"/>
                    <a:pt x="18" y="24"/>
                  </a:cubicBezTo>
                  <a:cubicBezTo>
                    <a:pt x="15" y="24"/>
                    <a:pt x="13" y="23"/>
                    <a:pt x="10" y="21"/>
                  </a:cubicBezTo>
                  <a:cubicBezTo>
                    <a:pt x="8" y="20"/>
                    <a:pt x="7" y="18"/>
                    <a:pt x="4" y="17"/>
                  </a:cubicBezTo>
                  <a:cubicBezTo>
                    <a:pt x="4" y="17"/>
                    <a:pt x="4" y="17"/>
                    <a:pt x="4" y="17"/>
                  </a:cubicBezTo>
                  <a:cubicBezTo>
                    <a:pt x="4" y="18"/>
                    <a:pt x="5" y="18"/>
                    <a:pt x="5" y="19"/>
                  </a:cubicBezTo>
                  <a:cubicBezTo>
                    <a:pt x="6" y="19"/>
                    <a:pt x="6" y="20"/>
                    <a:pt x="7" y="20"/>
                  </a:cubicBezTo>
                  <a:cubicBezTo>
                    <a:pt x="8" y="21"/>
                    <a:pt x="10" y="23"/>
                    <a:pt x="11" y="23"/>
                  </a:cubicBezTo>
                  <a:cubicBezTo>
                    <a:pt x="12" y="24"/>
                    <a:pt x="14" y="25"/>
                    <a:pt x="15" y="25"/>
                  </a:cubicBezTo>
                  <a:cubicBezTo>
                    <a:pt x="17" y="25"/>
                    <a:pt x="18" y="26"/>
                    <a:pt x="20" y="25"/>
                  </a:cubicBezTo>
                  <a:cubicBezTo>
                    <a:pt x="20" y="25"/>
                    <a:pt x="20" y="25"/>
                    <a:pt x="20" y="25"/>
                  </a:cubicBezTo>
                  <a:cubicBezTo>
                    <a:pt x="18" y="24"/>
                    <a:pt x="15" y="23"/>
                    <a:pt x="13" y="22"/>
                  </a:cubicBezTo>
                  <a:cubicBezTo>
                    <a:pt x="11" y="21"/>
                    <a:pt x="9" y="20"/>
                    <a:pt x="7" y="19"/>
                  </a:cubicBezTo>
                  <a:cubicBezTo>
                    <a:pt x="6" y="19"/>
                    <a:pt x="6" y="19"/>
                    <a:pt x="6" y="19"/>
                  </a:cubicBezTo>
                  <a:cubicBezTo>
                    <a:pt x="7" y="20"/>
                    <a:pt x="8" y="21"/>
                    <a:pt x="10" y="22"/>
                  </a:cubicBezTo>
                  <a:cubicBezTo>
                    <a:pt x="11" y="24"/>
                    <a:pt x="12" y="25"/>
                    <a:pt x="14" y="26"/>
                  </a:cubicBezTo>
                  <a:cubicBezTo>
                    <a:pt x="16" y="26"/>
                    <a:pt x="18" y="27"/>
                    <a:pt x="20" y="27"/>
                  </a:cubicBezTo>
                  <a:cubicBezTo>
                    <a:pt x="21" y="27"/>
                    <a:pt x="23" y="26"/>
                    <a:pt x="25" y="25"/>
                  </a:cubicBezTo>
                  <a:cubicBezTo>
                    <a:pt x="26" y="25"/>
                    <a:pt x="27" y="25"/>
                    <a:pt x="27" y="24"/>
                  </a:cubicBezTo>
                  <a:cubicBezTo>
                    <a:pt x="27" y="24"/>
                    <a:pt x="27" y="23"/>
                    <a:pt x="27" y="24"/>
                  </a:cubicBezTo>
                  <a:cubicBezTo>
                    <a:pt x="26" y="24"/>
                    <a:pt x="25" y="24"/>
                    <a:pt x="24" y="25"/>
                  </a:cubicBezTo>
                  <a:cubicBezTo>
                    <a:pt x="23" y="25"/>
                    <a:pt x="22" y="25"/>
                    <a:pt x="21" y="25"/>
                  </a:cubicBezTo>
                  <a:cubicBezTo>
                    <a:pt x="19" y="25"/>
                    <a:pt x="18" y="25"/>
                    <a:pt x="16" y="24"/>
                  </a:cubicBezTo>
                  <a:cubicBezTo>
                    <a:pt x="12" y="23"/>
                    <a:pt x="9" y="21"/>
                    <a:pt x="6" y="18"/>
                  </a:cubicBezTo>
                  <a:cubicBezTo>
                    <a:pt x="6" y="18"/>
                    <a:pt x="6" y="18"/>
                    <a:pt x="6" y="17"/>
                  </a:cubicBezTo>
                  <a:cubicBezTo>
                    <a:pt x="6" y="17"/>
                    <a:pt x="5" y="17"/>
                    <a:pt x="5" y="18"/>
                  </a:cubicBezTo>
                  <a:cubicBezTo>
                    <a:pt x="9" y="22"/>
                    <a:pt x="14" y="25"/>
                    <a:pt x="20" y="25"/>
                  </a:cubicBezTo>
                  <a:cubicBezTo>
                    <a:pt x="20" y="25"/>
                    <a:pt x="20" y="25"/>
                    <a:pt x="20" y="25"/>
                  </a:cubicBezTo>
                  <a:cubicBezTo>
                    <a:pt x="18" y="25"/>
                    <a:pt x="16" y="25"/>
                    <a:pt x="15" y="24"/>
                  </a:cubicBezTo>
                  <a:cubicBezTo>
                    <a:pt x="13" y="24"/>
                    <a:pt x="12" y="23"/>
                    <a:pt x="10" y="22"/>
                  </a:cubicBezTo>
                  <a:cubicBezTo>
                    <a:pt x="8" y="21"/>
                    <a:pt x="5" y="19"/>
                    <a:pt x="4" y="16"/>
                  </a:cubicBezTo>
                  <a:cubicBezTo>
                    <a:pt x="4" y="16"/>
                    <a:pt x="3" y="16"/>
                    <a:pt x="3" y="16"/>
                  </a:cubicBezTo>
                  <a:cubicBezTo>
                    <a:pt x="5" y="19"/>
                    <a:pt x="7" y="21"/>
                    <a:pt x="10" y="23"/>
                  </a:cubicBezTo>
                  <a:cubicBezTo>
                    <a:pt x="11" y="24"/>
                    <a:pt x="13" y="25"/>
                    <a:pt x="14" y="25"/>
                  </a:cubicBezTo>
                  <a:cubicBezTo>
                    <a:pt x="15" y="25"/>
                    <a:pt x="16" y="26"/>
                    <a:pt x="17" y="26"/>
                  </a:cubicBezTo>
                  <a:cubicBezTo>
                    <a:pt x="18" y="26"/>
                    <a:pt x="18" y="26"/>
                    <a:pt x="19" y="26"/>
                  </a:cubicBezTo>
                  <a:cubicBezTo>
                    <a:pt x="19" y="26"/>
                    <a:pt x="19" y="26"/>
                    <a:pt x="19" y="25"/>
                  </a:cubicBezTo>
                  <a:cubicBezTo>
                    <a:pt x="17" y="26"/>
                    <a:pt x="16" y="25"/>
                    <a:pt x="14" y="25"/>
                  </a:cubicBezTo>
                  <a:cubicBezTo>
                    <a:pt x="13" y="24"/>
                    <a:pt x="11" y="23"/>
                    <a:pt x="10" y="22"/>
                  </a:cubicBezTo>
                  <a:cubicBezTo>
                    <a:pt x="7" y="20"/>
                    <a:pt x="4" y="19"/>
                    <a:pt x="2" y="16"/>
                  </a:cubicBezTo>
                  <a:cubicBezTo>
                    <a:pt x="1" y="15"/>
                    <a:pt x="1" y="14"/>
                    <a:pt x="0" y="13"/>
                  </a:cubicBezTo>
                  <a:cubicBezTo>
                    <a:pt x="0" y="13"/>
                    <a:pt x="0" y="13"/>
                    <a:pt x="0" y="13"/>
                  </a:cubicBezTo>
                  <a:cubicBezTo>
                    <a:pt x="0" y="15"/>
                    <a:pt x="1" y="16"/>
                    <a:pt x="2" y="17"/>
                  </a:cubicBezTo>
                  <a:cubicBezTo>
                    <a:pt x="4" y="18"/>
                    <a:pt x="5" y="19"/>
                    <a:pt x="6" y="20"/>
                  </a:cubicBezTo>
                  <a:cubicBezTo>
                    <a:pt x="7" y="21"/>
                    <a:pt x="9" y="22"/>
                    <a:pt x="10" y="23"/>
                  </a:cubicBezTo>
                  <a:cubicBezTo>
                    <a:pt x="12" y="24"/>
                    <a:pt x="13" y="25"/>
                    <a:pt x="15" y="25"/>
                  </a:cubicBezTo>
                  <a:cubicBezTo>
                    <a:pt x="16" y="26"/>
                    <a:pt x="18" y="26"/>
                    <a:pt x="19" y="26"/>
                  </a:cubicBezTo>
                  <a:cubicBezTo>
                    <a:pt x="19" y="26"/>
                    <a:pt x="19" y="26"/>
                    <a:pt x="19" y="25"/>
                  </a:cubicBezTo>
                  <a:cubicBezTo>
                    <a:pt x="18" y="25"/>
                    <a:pt x="18" y="25"/>
                    <a:pt x="17" y="25"/>
                  </a:cubicBezTo>
                  <a:cubicBezTo>
                    <a:pt x="16" y="25"/>
                    <a:pt x="15" y="25"/>
                    <a:pt x="15" y="25"/>
                  </a:cubicBezTo>
                  <a:cubicBezTo>
                    <a:pt x="13" y="24"/>
                    <a:pt x="12" y="24"/>
                    <a:pt x="10" y="23"/>
                  </a:cubicBezTo>
                  <a:cubicBezTo>
                    <a:pt x="8" y="21"/>
                    <a:pt x="6" y="19"/>
                    <a:pt x="4" y="16"/>
                  </a:cubicBezTo>
                  <a:cubicBezTo>
                    <a:pt x="4" y="16"/>
                    <a:pt x="3" y="16"/>
                    <a:pt x="3" y="16"/>
                  </a:cubicBezTo>
                  <a:cubicBezTo>
                    <a:pt x="5" y="19"/>
                    <a:pt x="8" y="21"/>
                    <a:pt x="10" y="23"/>
                  </a:cubicBezTo>
                  <a:cubicBezTo>
                    <a:pt x="12" y="23"/>
                    <a:pt x="13" y="24"/>
                    <a:pt x="15" y="25"/>
                  </a:cubicBezTo>
                  <a:cubicBezTo>
                    <a:pt x="16" y="25"/>
                    <a:pt x="18" y="26"/>
                    <a:pt x="20" y="25"/>
                  </a:cubicBezTo>
                  <a:cubicBezTo>
                    <a:pt x="20" y="25"/>
                    <a:pt x="20" y="25"/>
                    <a:pt x="20" y="25"/>
                  </a:cubicBezTo>
                  <a:cubicBezTo>
                    <a:pt x="14" y="25"/>
                    <a:pt x="9" y="22"/>
                    <a:pt x="6" y="17"/>
                  </a:cubicBezTo>
                  <a:cubicBezTo>
                    <a:pt x="6" y="17"/>
                    <a:pt x="6" y="18"/>
                    <a:pt x="5" y="18"/>
                  </a:cubicBezTo>
                  <a:cubicBezTo>
                    <a:pt x="8" y="20"/>
                    <a:pt x="11" y="22"/>
                    <a:pt x="15" y="24"/>
                  </a:cubicBezTo>
                  <a:cubicBezTo>
                    <a:pt x="16" y="25"/>
                    <a:pt x="18" y="25"/>
                    <a:pt x="20" y="25"/>
                  </a:cubicBezTo>
                  <a:cubicBezTo>
                    <a:pt x="21" y="26"/>
                    <a:pt x="22" y="26"/>
                    <a:pt x="23" y="25"/>
                  </a:cubicBezTo>
                  <a:cubicBezTo>
                    <a:pt x="24" y="25"/>
                    <a:pt x="25" y="25"/>
                    <a:pt x="26" y="24"/>
                  </a:cubicBezTo>
                  <a:cubicBezTo>
                    <a:pt x="26" y="24"/>
                    <a:pt x="27" y="24"/>
                    <a:pt x="27" y="24"/>
                  </a:cubicBezTo>
                  <a:cubicBezTo>
                    <a:pt x="27" y="24"/>
                    <a:pt x="27" y="24"/>
                    <a:pt x="27" y="24"/>
                  </a:cubicBezTo>
                  <a:cubicBezTo>
                    <a:pt x="27" y="24"/>
                    <a:pt x="26" y="25"/>
                    <a:pt x="25" y="25"/>
                  </a:cubicBezTo>
                  <a:cubicBezTo>
                    <a:pt x="25" y="25"/>
                    <a:pt x="24" y="25"/>
                    <a:pt x="24" y="26"/>
                  </a:cubicBezTo>
                  <a:cubicBezTo>
                    <a:pt x="22" y="26"/>
                    <a:pt x="20" y="27"/>
                    <a:pt x="18" y="26"/>
                  </a:cubicBezTo>
                  <a:cubicBezTo>
                    <a:pt x="16" y="26"/>
                    <a:pt x="14" y="25"/>
                    <a:pt x="12" y="24"/>
                  </a:cubicBezTo>
                  <a:cubicBezTo>
                    <a:pt x="11" y="24"/>
                    <a:pt x="11" y="23"/>
                    <a:pt x="10" y="22"/>
                  </a:cubicBezTo>
                  <a:cubicBezTo>
                    <a:pt x="9" y="22"/>
                    <a:pt x="9" y="21"/>
                    <a:pt x="8" y="21"/>
                  </a:cubicBezTo>
                  <a:cubicBezTo>
                    <a:pt x="8" y="20"/>
                    <a:pt x="7" y="20"/>
                    <a:pt x="7" y="19"/>
                  </a:cubicBezTo>
                  <a:cubicBezTo>
                    <a:pt x="7" y="19"/>
                    <a:pt x="7" y="19"/>
                    <a:pt x="6" y="19"/>
                  </a:cubicBezTo>
                  <a:cubicBezTo>
                    <a:pt x="9" y="20"/>
                    <a:pt x="11" y="22"/>
                    <a:pt x="13" y="23"/>
                  </a:cubicBezTo>
                  <a:cubicBezTo>
                    <a:pt x="15" y="24"/>
                    <a:pt x="18" y="24"/>
                    <a:pt x="20" y="25"/>
                  </a:cubicBezTo>
                  <a:cubicBezTo>
                    <a:pt x="20" y="25"/>
                    <a:pt x="20" y="25"/>
                    <a:pt x="20" y="25"/>
                  </a:cubicBezTo>
                  <a:cubicBezTo>
                    <a:pt x="19" y="25"/>
                    <a:pt x="17" y="25"/>
                    <a:pt x="16" y="25"/>
                  </a:cubicBezTo>
                  <a:cubicBezTo>
                    <a:pt x="14" y="25"/>
                    <a:pt x="13" y="24"/>
                    <a:pt x="11" y="23"/>
                  </a:cubicBezTo>
                  <a:cubicBezTo>
                    <a:pt x="10" y="22"/>
                    <a:pt x="9" y="21"/>
                    <a:pt x="8" y="20"/>
                  </a:cubicBezTo>
                  <a:cubicBezTo>
                    <a:pt x="7" y="20"/>
                    <a:pt x="6" y="19"/>
                    <a:pt x="6" y="19"/>
                  </a:cubicBezTo>
                  <a:cubicBezTo>
                    <a:pt x="5" y="18"/>
                    <a:pt x="5" y="18"/>
                    <a:pt x="5" y="17"/>
                  </a:cubicBezTo>
                  <a:cubicBezTo>
                    <a:pt x="4" y="17"/>
                    <a:pt x="4" y="17"/>
                    <a:pt x="4" y="17"/>
                  </a:cubicBezTo>
                  <a:cubicBezTo>
                    <a:pt x="6" y="19"/>
                    <a:pt x="8" y="20"/>
                    <a:pt x="10" y="22"/>
                  </a:cubicBezTo>
                  <a:cubicBezTo>
                    <a:pt x="13" y="23"/>
                    <a:pt x="15" y="24"/>
                    <a:pt x="18" y="24"/>
                  </a:cubicBezTo>
                  <a:cubicBezTo>
                    <a:pt x="18" y="24"/>
                    <a:pt x="18" y="24"/>
                    <a:pt x="18" y="24"/>
                  </a:cubicBezTo>
                  <a:cubicBezTo>
                    <a:pt x="14" y="24"/>
                    <a:pt x="10" y="21"/>
                    <a:pt x="7" y="19"/>
                  </a:cubicBezTo>
                  <a:cubicBezTo>
                    <a:pt x="6" y="19"/>
                    <a:pt x="6" y="20"/>
                    <a:pt x="6" y="20"/>
                  </a:cubicBezTo>
                  <a:cubicBezTo>
                    <a:pt x="8" y="21"/>
                    <a:pt x="10" y="22"/>
                    <a:pt x="12" y="23"/>
                  </a:cubicBezTo>
                  <a:cubicBezTo>
                    <a:pt x="13" y="23"/>
                    <a:pt x="16" y="24"/>
                    <a:pt x="18" y="24"/>
                  </a:cubicBezTo>
                  <a:cubicBezTo>
                    <a:pt x="18" y="24"/>
                    <a:pt x="18" y="24"/>
                    <a:pt x="18" y="24"/>
                  </a:cubicBezTo>
                  <a:cubicBezTo>
                    <a:pt x="16" y="24"/>
                    <a:pt x="14" y="23"/>
                    <a:pt x="13" y="23"/>
                  </a:cubicBezTo>
                  <a:cubicBezTo>
                    <a:pt x="12" y="22"/>
                    <a:pt x="10" y="21"/>
                    <a:pt x="9" y="20"/>
                  </a:cubicBezTo>
                  <a:cubicBezTo>
                    <a:pt x="9" y="20"/>
                    <a:pt x="9" y="20"/>
                    <a:pt x="9" y="20"/>
                  </a:cubicBezTo>
                  <a:cubicBezTo>
                    <a:pt x="10" y="20"/>
                    <a:pt x="11" y="21"/>
                    <a:pt x="11" y="21"/>
                  </a:cubicBezTo>
                  <a:cubicBezTo>
                    <a:pt x="12" y="22"/>
                    <a:pt x="13" y="23"/>
                    <a:pt x="13" y="23"/>
                  </a:cubicBezTo>
                  <a:cubicBezTo>
                    <a:pt x="15" y="24"/>
                    <a:pt x="16" y="25"/>
                    <a:pt x="18" y="25"/>
                  </a:cubicBezTo>
                  <a:cubicBezTo>
                    <a:pt x="21" y="26"/>
                    <a:pt x="24" y="24"/>
                    <a:pt x="26" y="21"/>
                  </a:cubicBezTo>
                  <a:cubicBezTo>
                    <a:pt x="27" y="21"/>
                    <a:pt x="27" y="20"/>
                    <a:pt x="27" y="20"/>
                  </a:cubicBezTo>
                  <a:cubicBezTo>
                    <a:pt x="27" y="19"/>
                    <a:pt x="27" y="19"/>
                    <a:pt x="27" y="19"/>
                  </a:cubicBezTo>
                  <a:cubicBezTo>
                    <a:pt x="25" y="20"/>
                    <a:pt x="24" y="21"/>
                    <a:pt x="22" y="22"/>
                  </a:cubicBezTo>
                  <a:cubicBezTo>
                    <a:pt x="21" y="23"/>
                    <a:pt x="19" y="23"/>
                    <a:pt x="18" y="24"/>
                  </a:cubicBezTo>
                  <a:cubicBezTo>
                    <a:pt x="18" y="24"/>
                    <a:pt x="18" y="24"/>
                    <a:pt x="18" y="24"/>
                  </a:cubicBezTo>
                  <a:cubicBezTo>
                    <a:pt x="18" y="25"/>
                    <a:pt x="19" y="25"/>
                    <a:pt x="20" y="25"/>
                  </a:cubicBezTo>
                  <a:cubicBezTo>
                    <a:pt x="21" y="25"/>
                    <a:pt x="22" y="25"/>
                    <a:pt x="23" y="25"/>
                  </a:cubicBezTo>
                  <a:cubicBezTo>
                    <a:pt x="24" y="25"/>
                    <a:pt x="25" y="25"/>
                    <a:pt x="26" y="24"/>
                  </a:cubicBezTo>
                  <a:cubicBezTo>
                    <a:pt x="26" y="24"/>
                    <a:pt x="27" y="23"/>
                    <a:pt x="27" y="23"/>
                  </a:cubicBezTo>
                  <a:cubicBezTo>
                    <a:pt x="27" y="22"/>
                    <a:pt x="28" y="22"/>
                    <a:pt x="28" y="21"/>
                  </a:cubicBezTo>
                  <a:cubicBezTo>
                    <a:pt x="30" y="19"/>
                    <a:pt x="30" y="15"/>
                    <a:pt x="30" y="12"/>
                  </a:cubicBezTo>
                  <a:cubicBezTo>
                    <a:pt x="30" y="11"/>
                    <a:pt x="30" y="10"/>
                    <a:pt x="30" y="9"/>
                  </a:cubicBezTo>
                  <a:cubicBezTo>
                    <a:pt x="30" y="9"/>
                    <a:pt x="30" y="9"/>
                    <a:pt x="29" y="8"/>
                  </a:cubicBezTo>
                  <a:cubicBezTo>
                    <a:pt x="29" y="8"/>
                    <a:pt x="28" y="9"/>
                    <a:pt x="28" y="9"/>
                  </a:cubicBezTo>
                  <a:cubicBezTo>
                    <a:pt x="28" y="10"/>
                    <a:pt x="28" y="10"/>
                    <a:pt x="27" y="11"/>
                  </a:cubicBezTo>
                  <a:cubicBezTo>
                    <a:pt x="27" y="12"/>
                    <a:pt x="26" y="13"/>
                    <a:pt x="26" y="14"/>
                  </a:cubicBezTo>
                  <a:cubicBezTo>
                    <a:pt x="24" y="16"/>
                    <a:pt x="23" y="18"/>
                    <a:pt x="22" y="20"/>
                  </a:cubicBezTo>
                  <a:cubicBezTo>
                    <a:pt x="22" y="20"/>
                    <a:pt x="22" y="21"/>
                    <a:pt x="22" y="21"/>
                  </a:cubicBezTo>
                  <a:cubicBezTo>
                    <a:pt x="23" y="21"/>
                    <a:pt x="23" y="20"/>
                    <a:pt x="24" y="19"/>
                  </a:cubicBezTo>
                  <a:cubicBezTo>
                    <a:pt x="24" y="19"/>
                    <a:pt x="25" y="18"/>
                    <a:pt x="25" y="17"/>
                  </a:cubicBezTo>
                  <a:cubicBezTo>
                    <a:pt x="26" y="15"/>
                    <a:pt x="26" y="14"/>
                    <a:pt x="26" y="13"/>
                  </a:cubicBezTo>
                  <a:cubicBezTo>
                    <a:pt x="26" y="12"/>
                    <a:pt x="26" y="12"/>
                    <a:pt x="27" y="11"/>
                  </a:cubicBezTo>
                  <a:cubicBezTo>
                    <a:pt x="27" y="11"/>
                    <a:pt x="26" y="11"/>
                    <a:pt x="26" y="11"/>
                  </a:cubicBezTo>
                  <a:cubicBezTo>
                    <a:pt x="26" y="13"/>
                    <a:pt x="26" y="15"/>
                    <a:pt x="25" y="16"/>
                  </a:cubicBezTo>
                  <a:cubicBezTo>
                    <a:pt x="24" y="17"/>
                    <a:pt x="24" y="18"/>
                    <a:pt x="24" y="18"/>
                  </a:cubicBezTo>
                  <a:cubicBezTo>
                    <a:pt x="23" y="19"/>
                    <a:pt x="23" y="20"/>
                    <a:pt x="23" y="20"/>
                  </a:cubicBezTo>
                  <a:cubicBezTo>
                    <a:pt x="23" y="21"/>
                    <a:pt x="23" y="21"/>
                    <a:pt x="23" y="21"/>
                  </a:cubicBezTo>
                  <a:cubicBezTo>
                    <a:pt x="25" y="20"/>
                    <a:pt x="26" y="17"/>
                    <a:pt x="27" y="15"/>
                  </a:cubicBezTo>
                  <a:cubicBezTo>
                    <a:pt x="27" y="14"/>
                    <a:pt x="27" y="12"/>
                    <a:pt x="27" y="11"/>
                  </a:cubicBezTo>
                  <a:cubicBezTo>
                    <a:pt x="27" y="10"/>
                    <a:pt x="27" y="8"/>
                    <a:pt x="28" y="7"/>
                  </a:cubicBezTo>
                  <a:cubicBezTo>
                    <a:pt x="28" y="7"/>
                    <a:pt x="27" y="7"/>
                    <a:pt x="27" y="7"/>
                  </a:cubicBezTo>
                  <a:cubicBezTo>
                    <a:pt x="28" y="8"/>
                    <a:pt x="29" y="10"/>
                    <a:pt x="29" y="11"/>
                  </a:cubicBezTo>
                  <a:cubicBezTo>
                    <a:pt x="30" y="12"/>
                    <a:pt x="30" y="14"/>
                    <a:pt x="30" y="15"/>
                  </a:cubicBezTo>
                  <a:cubicBezTo>
                    <a:pt x="30" y="15"/>
                    <a:pt x="30" y="15"/>
                    <a:pt x="30" y="15"/>
                  </a:cubicBezTo>
                  <a:cubicBezTo>
                    <a:pt x="30" y="12"/>
                    <a:pt x="30" y="8"/>
                    <a:pt x="29" y="5"/>
                  </a:cubicBezTo>
                  <a:cubicBezTo>
                    <a:pt x="28" y="4"/>
                    <a:pt x="27" y="3"/>
                    <a:pt x="26" y="3"/>
                  </a:cubicBezTo>
                  <a:cubicBezTo>
                    <a:pt x="25" y="2"/>
                    <a:pt x="24" y="3"/>
                    <a:pt x="23" y="4"/>
                  </a:cubicBezTo>
                  <a:cubicBezTo>
                    <a:pt x="23" y="4"/>
                    <a:pt x="23" y="4"/>
                    <a:pt x="23" y="4"/>
                  </a:cubicBezTo>
                  <a:cubicBezTo>
                    <a:pt x="23" y="3"/>
                    <a:pt x="24" y="2"/>
                    <a:pt x="25" y="1"/>
                  </a:cubicBezTo>
                  <a:cubicBezTo>
                    <a:pt x="25" y="1"/>
                    <a:pt x="25" y="1"/>
                    <a:pt x="25" y="1"/>
                  </a:cubicBezTo>
                  <a:cubicBezTo>
                    <a:pt x="24" y="2"/>
                    <a:pt x="23" y="3"/>
                    <a:pt x="22" y="3"/>
                  </a:cubicBezTo>
                  <a:cubicBezTo>
                    <a:pt x="22" y="4"/>
                    <a:pt x="22" y="4"/>
                    <a:pt x="22" y="4"/>
                  </a:cubicBezTo>
                  <a:cubicBezTo>
                    <a:pt x="23" y="3"/>
                    <a:pt x="23" y="2"/>
                    <a:pt x="24" y="2"/>
                  </a:cubicBezTo>
                  <a:cubicBezTo>
                    <a:pt x="24" y="2"/>
                    <a:pt x="24" y="2"/>
                    <a:pt x="24" y="2"/>
                  </a:cubicBezTo>
                  <a:cubicBezTo>
                    <a:pt x="24" y="2"/>
                    <a:pt x="24" y="3"/>
                    <a:pt x="24" y="3"/>
                  </a:cubicBezTo>
                  <a:cubicBezTo>
                    <a:pt x="24" y="3"/>
                    <a:pt x="23" y="4"/>
                    <a:pt x="23" y="4"/>
                  </a:cubicBezTo>
                  <a:cubicBezTo>
                    <a:pt x="23" y="5"/>
                    <a:pt x="23" y="5"/>
                    <a:pt x="23" y="6"/>
                  </a:cubicBezTo>
                  <a:cubicBezTo>
                    <a:pt x="23" y="6"/>
                    <a:pt x="24" y="7"/>
                    <a:pt x="24" y="7"/>
                  </a:cubicBezTo>
                  <a:cubicBezTo>
                    <a:pt x="24" y="7"/>
                    <a:pt x="24" y="7"/>
                    <a:pt x="24" y="7"/>
                  </a:cubicBezTo>
                  <a:cubicBezTo>
                    <a:pt x="24" y="6"/>
                    <a:pt x="24" y="5"/>
                    <a:pt x="23" y="4"/>
                  </a:cubicBezTo>
                  <a:cubicBezTo>
                    <a:pt x="23" y="4"/>
                    <a:pt x="23" y="4"/>
                    <a:pt x="23" y="4"/>
                  </a:cubicBezTo>
                  <a:cubicBezTo>
                    <a:pt x="24" y="5"/>
                    <a:pt x="24" y="6"/>
                    <a:pt x="25" y="6"/>
                  </a:cubicBezTo>
                  <a:cubicBezTo>
                    <a:pt x="25" y="6"/>
                    <a:pt x="25" y="6"/>
                    <a:pt x="25" y="6"/>
                  </a:cubicBezTo>
                  <a:cubicBezTo>
                    <a:pt x="25" y="5"/>
                    <a:pt x="24" y="5"/>
                    <a:pt x="24" y="4"/>
                  </a:cubicBezTo>
                  <a:cubicBezTo>
                    <a:pt x="24" y="4"/>
                    <a:pt x="24" y="4"/>
                    <a:pt x="24" y="4"/>
                  </a:cubicBezTo>
                  <a:cubicBezTo>
                    <a:pt x="24" y="5"/>
                    <a:pt x="25" y="6"/>
                    <a:pt x="26" y="6"/>
                  </a:cubicBezTo>
                  <a:cubicBezTo>
                    <a:pt x="26" y="6"/>
                    <a:pt x="26" y="6"/>
                    <a:pt x="26" y="6"/>
                  </a:cubicBezTo>
                  <a:cubicBezTo>
                    <a:pt x="26" y="5"/>
                    <a:pt x="25" y="5"/>
                    <a:pt x="25" y="5"/>
                  </a:cubicBezTo>
                  <a:cubicBezTo>
                    <a:pt x="25" y="4"/>
                    <a:pt x="24" y="4"/>
                    <a:pt x="24" y="3"/>
                  </a:cubicBezTo>
                  <a:cubicBezTo>
                    <a:pt x="24" y="3"/>
                    <a:pt x="24" y="3"/>
                    <a:pt x="24" y="3"/>
                  </a:cubicBezTo>
                  <a:cubicBezTo>
                    <a:pt x="25" y="4"/>
                    <a:pt x="25" y="5"/>
                    <a:pt x="26" y="5"/>
                  </a:cubicBezTo>
                  <a:cubicBezTo>
                    <a:pt x="26" y="5"/>
                    <a:pt x="26" y="5"/>
                    <a:pt x="26" y="5"/>
                  </a:cubicBezTo>
                  <a:cubicBezTo>
                    <a:pt x="26" y="4"/>
                    <a:pt x="25" y="3"/>
                    <a:pt x="25" y="3"/>
                  </a:cubicBezTo>
                  <a:cubicBezTo>
                    <a:pt x="25" y="3"/>
                    <a:pt x="25" y="3"/>
                    <a:pt x="25" y="3"/>
                  </a:cubicBezTo>
                  <a:cubicBezTo>
                    <a:pt x="25" y="3"/>
                    <a:pt x="26" y="4"/>
                    <a:pt x="27" y="5"/>
                  </a:cubicBezTo>
                  <a:cubicBezTo>
                    <a:pt x="27" y="5"/>
                    <a:pt x="27" y="4"/>
                    <a:pt x="27" y="4"/>
                  </a:cubicBezTo>
                  <a:cubicBezTo>
                    <a:pt x="26" y="4"/>
                    <a:pt x="26" y="3"/>
                    <a:pt x="25" y="2"/>
                  </a:cubicBezTo>
                  <a:cubicBezTo>
                    <a:pt x="25" y="2"/>
                    <a:pt x="25" y="2"/>
                    <a:pt x="25" y="2"/>
                  </a:cubicBezTo>
                  <a:cubicBezTo>
                    <a:pt x="26" y="3"/>
                    <a:pt x="27" y="4"/>
                    <a:pt x="28" y="5"/>
                  </a:cubicBezTo>
                  <a:cubicBezTo>
                    <a:pt x="28" y="5"/>
                    <a:pt x="29" y="5"/>
                    <a:pt x="28" y="5"/>
                  </a:cubicBezTo>
                  <a:cubicBezTo>
                    <a:pt x="28" y="4"/>
                    <a:pt x="27" y="4"/>
                    <a:pt x="27" y="3"/>
                  </a:cubicBezTo>
                  <a:cubicBezTo>
                    <a:pt x="26" y="2"/>
                    <a:pt x="26" y="2"/>
                    <a:pt x="26" y="1"/>
                  </a:cubicBezTo>
                  <a:cubicBezTo>
                    <a:pt x="26" y="1"/>
                    <a:pt x="26" y="1"/>
                    <a:pt x="25" y="1"/>
                  </a:cubicBezTo>
                  <a:cubicBezTo>
                    <a:pt x="27" y="2"/>
                    <a:pt x="29" y="3"/>
                    <a:pt x="30" y="5"/>
                  </a:cubicBezTo>
                  <a:cubicBezTo>
                    <a:pt x="30" y="5"/>
                    <a:pt x="30" y="5"/>
                    <a:pt x="30" y="5"/>
                  </a:cubicBezTo>
                  <a:cubicBezTo>
                    <a:pt x="29" y="4"/>
                    <a:pt x="28" y="2"/>
                    <a:pt x="27" y="1"/>
                  </a:cubicBezTo>
                  <a:cubicBezTo>
                    <a:pt x="27" y="1"/>
                    <a:pt x="26" y="1"/>
                    <a:pt x="26" y="1"/>
                  </a:cubicBezTo>
                  <a:cubicBezTo>
                    <a:pt x="27" y="2"/>
                    <a:pt x="28" y="3"/>
                    <a:pt x="29" y="4"/>
                  </a:cubicBezTo>
                  <a:cubicBezTo>
                    <a:pt x="29" y="4"/>
                    <a:pt x="30" y="5"/>
                    <a:pt x="30" y="6"/>
                  </a:cubicBezTo>
                  <a:cubicBezTo>
                    <a:pt x="30" y="6"/>
                    <a:pt x="30" y="6"/>
                    <a:pt x="30" y="6"/>
                  </a:cubicBezTo>
                  <a:cubicBezTo>
                    <a:pt x="29" y="5"/>
                    <a:pt x="28" y="3"/>
                    <a:pt x="26" y="2"/>
                  </a:cubicBezTo>
                  <a:cubicBezTo>
                    <a:pt x="26" y="1"/>
                    <a:pt x="26" y="2"/>
                    <a:pt x="26" y="2"/>
                  </a:cubicBezTo>
                  <a:cubicBezTo>
                    <a:pt x="28" y="4"/>
                    <a:pt x="29" y="6"/>
                    <a:pt x="30" y="8"/>
                  </a:cubicBezTo>
                  <a:cubicBezTo>
                    <a:pt x="30" y="8"/>
                    <a:pt x="30" y="8"/>
                    <a:pt x="31" y="8"/>
                  </a:cubicBezTo>
                  <a:cubicBezTo>
                    <a:pt x="29" y="6"/>
                    <a:pt x="27" y="4"/>
                    <a:pt x="26" y="2"/>
                  </a:cubicBezTo>
                  <a:cubicBezTo>
                    <a:pt x="26" y="2"/>
                    <a:pt x="26" y="2"/>
                    <a:pt x="25" y="2"/>
                  </a:cubicBezTo>
                  <a:cubicBezTo>
                    <a:pt x="26" y="3"/>
                    <a:pt x="27" y="4"/>
                    <a:pt x="28" y="5"/>
                  </a:cubicBezTo>
                  <a:cubicBezTo>
                    <a:pt x="29" y="6"/>
                    <a:pt x="30" y="8"/>
                    <a:pt x="30" y="9"/>
                  </a:cubicBezTo>
                  <a:cubicBezTo>
                    <a:pt x="30" y="9"/>
                    <a:pt x="30" y="9"/>
                    <a:pt x="30" y="9"/>
                  </a:cubicBezTo>
                  <a:cubicBezTo>
                    <a:pt x="28" y="7"/>
                    <a:pt x="27" y="5"/>
                    <a:pt x="26" y="3"/>
                  </a:cubicBezTo>
                  <a:cubicBezTo>
                    <a:pt x="26" y="3"/>
                    <a:pt x="26" y="3"/>
                    <a:pt x="26" y="3"/>
                  </a:cubicBezTo>
                  <a:cubicBezTo>
                    <a:pt x="26" y="4"/>
                    <a:pt x="27" y="5"/>
                    <a:pt x="28" y="6"/>
                  </a:cubicBezTo>
                  <a:cubicBezTo>
                    <a:pt x="28" y="7"/>
                    <a:pt x="29" y="8"/>
                    <a:pt x="29" y="9"/>
                  </a:cubicBezTo>
                  <a:cubicBezTo>
                    <a:pt x="29" y="9"/>
                    <a:pt x="29" y="9"/>
                    <a:pt x="29" y="9"/>
                  </a:cubicBezTo>
                  <a:cubicBezTo>
                    <a:pt x="28" y="7"/>
                    <a:pt x="27" y="5"/>
                    <a:pt x="26" y="3"/>
                  </a:cubicBezTo>
                  <a:cubicBezTo>
                    <a:pt x="25" y="3"/>
                    <a:pt x="25" y="3"/>
                    <a:pt x="25" y="4"/>
                  </a:cubicBezTo>
                  <a:cubicBezTo>
                    <a:pt x="26" y="5"/>
                    <a:pt x="27" y="6"/>
                    <a:pt x="27" y="6"/>
                  </a:cubicBezTo>
                  <a:cubicBezTo>
                    <a:pt x="28" y="7"/>
                    <a:pt x="29" y="9"/>
                    <a:pt x="29" y="10"/>
                  </a:cubicBezTo>
                  <a:cubicBezTo>
                    <a:pt x="29" y="10"/>
                    <a:pt x="29" y="10"/>
                    <a:pt x="29" y="10"/>
                  </a:cubicBezTo>
                  <a:cubicBezTo>
                    <a:pt x="28" y="8"/>
                    <a:pt x="27" y="6"/>
                    <a:pt x="25" y="4"/>
                  </a:cubicBezTo>
                  <a:cubicBezTo>
                    <a:pt x="25" y="4"/>
                    <a:pt x="25" y="4"/>
                    <a:pt x="25" y="4"/>
                  </a:cubicBezTo>
                  <a:cubicBezTo>
                    <a:pt x="26" y="5"/>
                    <a:pt x="27" y="6"/>
                    <a:pt x="27" y="8"/>
                  </a:cubicBezTo>
                  <a:cubicBezTo>
                    <a:pt x="28" y="9"/>
                    <a:pt x="29" y="10"/>
                    <a:pt x="29" y="11"/>
                  </a:cubicBezTo>
                  <a:cubicBezTo>
                    <a:pt x="29" y="11"/>
                    <a:pt x="29" y="11"/>
                    <a:pt x="29" y="11"/>
                  </a:cubicBezTo>
                  <a:cubicBezTo>
                    <a:pt x="27" y="10"/>
                    <a:pt x="27" y="7"/>
                    <a:pt x="25" y="5"/>
                  </a:cubicBezTo>
                  <a:cubicBezTo>
                    <a:pt x="25" y="5"/>
                    <a:pt x="25" y="5"/>
                    <a:pt x="25" y="5"/>
                  </a:cubicBezTo>
                  <a:cubicBezTo>
                    <a:pt x="26" y="8"/>
                    <a:pt x="28" y="10"/>
                    <a:pt x="29" y="13"/>
                  </a:cubicBezTo>
                  <a:cubicBezTo>
                    <a:pt x="29" y="12"/>
                    <a:pt x="29" y="12"/>
                    <a:pt x="29" y="12"/>
                  </a:cubicBezTo>
                  <a:cubicBezTo>
                    <a:pt x="29" y="11"/>
                    <a:pt x="28" y="10"/>
                    <a:pt x="27" y="9"/>
                  </a:cubicBezTo>
                  <a:cubicBezTo>
                    <a:pt x="26" y="7"/>
                    <a:pt x="25" y="6"/>
                    <a:pt x="24" y="5"/>
                  </a:cubicBezTo>
                  <a:cubicBezTo>
                    <a:pt x="24" y="5"/>
                    <a:pt x="23" y="5"/>
                    <a:pt x="23" y="6"/>
                  </a:cubicBezTo>
                  <a:cubicBezTo>
                    <a:pt x="24" y="7"/>
                    <a:pt x="25" y="8"/>
                    <a:pt x="26" y="9"/>
                  </a:cubicBezTo>
                  <a:cubicBezTo>
                    <a:pt x="27" y="10"/>
                    <a:pt x="28" y="12"/>
                    <a:pt x="28" y="13"/>
                  </a:cubicBezTo>
                  <a:cubicBezTo>
                    <a:pt x="28" y="13"/>
                    <a:pt x="28" y="13"/>
                    <a:pt x="28" y="13"/>
                  </a:cubicBezTo>
                  <a:cubicBezTo>
                    <a:pt x="26" y="11"/>
                    <a:pt x="27" y="8"/>
                    <a:pt x="25" y="6"/>
                  </a:cubicBezTo>
                  <a:cubicBezTo>
                    <a:pt x="25" y="6"/>
                    <a:pt x="25" y="6"/>
                    <a:pt x="25" y="6"/>
                  </a:cubicBezTo>
                  <a:cubicBezTo>
                    <a:pt x="26" y="10"/>
                    <a:pt x="27" y="14"/>
                    <a:pt x="27" y="18"/>
                  </a:cubicBezTo>
                  <a:cubicBezTo>
                    <a:pt x="27" y="18"/>
                    <a:pt x="27" y="18"/>
                    <a:pt x="27" y="18"/>
                  </a:cubicBezTo>
                  <a:cubicBezTo>
                    <a:pt x="27" y="15"/>
                    <a:pt x="27" y="12"/>
                    <a:pt x="27" y="10"/>
                  </a:cubicBezTo>
                  <a:cubicBezTo>
                    <a:pt x="26" y="10"/>
                    <a:pt x="26" y="10"/>
                    <a:pt x="26" y="10"/>
                  </a:cubicBezTo>
                  <a:cubicBezTo>
                    <a:pt x="27" y="12"/>
                    <a:pt x="28" y="14"/>
                    <a:pt x="29" y="16"/>
                  </a:cubicBezTo>
                  <a:cubicBezTo>
                    <a:pt x="30" y="19"/>
                    <a:pt x="30" y="21"/>
                    <a:pt x="29" y="23"/>
                  </a:cubicBezTo>
                  <a:cubicBezTo>
                    <a:pt x="29" y="24"/>
                    <a:pt x="29" y="24"/>
                    <a:pt x="29" y="24"/>
                  </a:cubicBezTo>
                  <a:cubicBezTo>
                    <a:pt x="30" y="22"/>
                    <a:pt x="31" y="20"/>
                    <a:pt x="31" y="18"/>
                  </a:cubicBezTo>
                  <a:cubicBezTo>
                    <a:pt x="31" y="18"/>
                    <a:pt x="31" y="18"/>
                    <a:pt x="31" y="18"/>
                  </a:cubicBezTo>
                  <a:cubicBezTo>
                    <a:pt x="30" y="20"/>
                    <a:pt x="29" y="21"/>
                    <a:pt x="28" y="23"/>
                  </a:cubicBezTo>
                  <a:cubicBezTo>
                    <a:pt x="28" y="23"/>
                    <a:pt x="28" y="23"/>
                    <a:pt x="29" y="23"/>
                  </a:cubicBezTo>
                  <a:cubicBezTo>
                    <a:pt x="31" y="20"/>
                    <a:pt x="31" y="16"/>
                    <a:pt x="32" y="13"/>
                  </a:cubicBezTo>
                  <a:cubicBezTo>
                    <a:pt x="32" y="13"/>
                    <a:pt x="32" y="13"/>
                    <a:pt x="32" y="13"/>
                  </a:cubicBezTo>
                  <a:cubicBezTo>
                    <a:pt x="32" y="14"/>
                    <a:pt x="32" y="15"/>
                    <a:pt x="32" y="16"/>
                  </a:cubicBezTo>
                  <a:cubicBezTo>
                    <a:pt x="32" y="17"/>
                    <a:pt x="32" y="18"/>
                    <a:pt x="31" y="19"/>
                  </a:cubicBezTo>
                  <a:cubicBezTo>
                    <a:pt x="31" y="19"/>
                    <a:pt x="31" y="19"/>
                    <a:pt x="31" y="19"/>
                  </a:cubicBezTo>
                  <a:cubicBezTo>
                    <a:pt x="31" y="16"/>
                    <a:pt x="33" y="13"/>
                    <a:pt x="31" y="10"/>
                  </a:cubicBezTo>
                  <a:cubicBezTo>
                    <a:pt x="31" y="10"/>
                    <a:pt x="31" y="10"/>
                    <a:pt x="31" y="10"/>
                  </a:cubicBezTo>
                  <a:cubicBezTo>
                    <a:pt x="32" y="13"/>
                    <a:pt x="32" y="16"/>
                    <a:pt x="31" y="18"/>
                  </a:cubicBezTo>
                  <a:cubicBezTo>
                    <a:pt x="31" y="18"/>
                    <a:pt x="32" y="19"/>
                    <a:pt x="32" y="19"/>
                  </a:cubicBezTo>
                  <a:cubicBezTo>
                    <a:pt x="32" y="17"/>
                    <a:pt x="32" y="15"/>
                    <a:pt x="32" y="14"/>
                  </a:cubicBezTo>
                  <a:cubicBezTo>
                    <a:pt x="32" y="12"/>
                    <a:pt x="31" y="11"/>
                    <a:pt x="31" y="9"/>
                  </a:cubicBezTo>
                  <a:cubicBezTo>
                    <a:pt x="31" y="9"/>
                    <a:pt x="30" y="9"/>
                    <a:pt x="30" y="9"/>
                  </a:cubicBezTo>
                  <a:cubicBezTo>
                    <a:pt x="30" y="10"/>
                    <a:pt x="30" y="10"/>
                    <a:pt x="30" y="11"/>
                  </a:cubicBezTo>
                  <a:cubicBezTo>
                    <a:pt x="30" y="12"/>
                    <a:pt x="30" y="12"/>
                    <a:pt x="30" y="13"/>
                  </a:cubicBezTo>
                  <a:cubicBezTo>
                    <a:pt x="30" y="15"/>
                    <a:pt x="30" y="17"/>
                    <a:pt x="31" y="19"/>
                  </a:cubicBezTo>
                  <a:cubicBezTo>
                    <a:pt x="31" y="19"/>
                    <a:pt x="31" y="19"/>
                    <a:pt x="31" y="19"/>
                  </a:cubicBezTo>
                  <a:cubicBezTo>
                    <a:pt x="31" y="17"/>
                    <a:pt x="31" y="15"/>
                    <a:pt x="31" y="13"/>
                  </a:cubicBezTo>
                  <a:cubicBezTo>
                    <a:pt x="31" y="12"/>
                    <a:pt x="31" y="10"/>
                    <a:pt x="30" y="8"/>
                  </a:cubicBezTo>
                  <a:cubicBezTo>
                    <a:pt x="30" y="8"/>
                    <a:pt x="30" y="8"/>
                    <a:pt x="30" y="8"/>
                  </a:cubicBezTo>
                  <a:cubicBezTo>
                    <a:pt x="29" y="9"/>
                    <a:pt x="29" y="10"/>
                    <a:pt x="29" y="11"/>
                  </a:cubicBezTo>
                  <a:cubicBezTo>
                    <a:pt x="30" y="12"/>
                    <a:pt x="30" y="13"/>
                    <a:pt x="30" y="13"/>
                  </a:cubicBezTo>
                  <a:cubicBezTo>
                    <a:pt x="30" y="15"/>
                    <a:pt x="30" y="16"/>
                    <a:pt x="30" y="17"/>
                  </a:cubicBezTo>
                  <a:cubicBezTo>
                    <a:pt x="30" y="18"/>
                    <a:pt x="30" y="20"/>
                    <a:pt x="30" y="21"/>
                  </a:cubicBezTo>
                  <a:cubicBezTo>
                    <a:pt x="30" y="21"/>
                    <a:pt x="30" y="21"/>
                    <a:pt x="30" y="21"/>
                  </a:cubicBezTo>
                  <a:cubicBezTo>
                    <a:pt x="30" y="17"/>
                    <a:pt x="30" y="13"/>
                    <a:pt x="29" y="10"/>
                  </a:cubicBezTo>
                  <a:cubicBezTo>
                    <a:pt x="29" y="9"/>
                    <a:pt x="29" y="9"/>
                    <a:pt x="29" y="10"/>
                  </a:cubicBezTo>
                  <a:cubicBezTo>
                    <a:pt x="29" y="12"/>
                    <a:pt x="29" y="14"/>
                    <a:pt x="29" y="17"/>
                  </a:cubicBezTo>
                  <a:cubicBezTo>
                    <a:pt x="29" y="19"/>
                    <a:pt x="28" y="21"/>
                    <a:pt x="28" y="23"/>
                  </a:cubicBezTo>
                  <a:cubicBezTo>
                    <a:pt x="28" y="23"/>
                    <a:pt x="28" y="23"/>
                    <a:pt x="29" y="23"/>
                  </a:cubicBezTo>
                  <a:cubicBezTo>
                    <a:pt x="29" y="22"/>
                    <a:pt x="29" y="21"/>
                    <a:pt x="30" y="20"/>
                  </a:cubicBezTo>
                  <a:cubicBezTo>
                    <a:pt x="30" y="19"/>
                    <a:pt x="30" y="17"/>
                    <a:pt x="30" y="16"/>
                  </a:cubicBezTo>
                  <a:cubicBezTo>
                    <a:pt x="30" y="15"/>
                    <a:pt x="30" y="14"/>
                    <a:pt x="30" y="12"/>
                  </a:cubicBezTo>
                  <a:cubicBezTo>
                    <a:pt x="30" y="11"/>
                    <a:pt x="29" y="10"/>
                    <a:pt x="29" y="10"/>
                  </a:cubicBezTo>
                  <a:cubicBezTo>
                    <a:pt x="29" y="10"/>
                    <a:pt x="29" y="10"/>
                    <a:pt x="29" y="10"/>
                  </a:cubicBezTo>
                  <a:cubicBezTo>
                    <a:pt x="28" y="10"/>
                    <a:pt x="28" y="12"/>
                    <a:pt x="28" y="12"/>
                  </a:cubicBezTo>
                  <a:cubicBezTo>
                    <a:pt x="28" y="14"/>
                    <a:pt x="28" y="15"/>
                    <a:pt x="28" y="16"/>
                  </a:cubicBezTo>
                  <a:cubicBezTo>
                    <a:pt x="28" y="17"/>
                    <a:pt x="28" y="18"/>
                    <a:pt x="27" y="19"/>
                  </a:cubicBezTo>
                  <a:cubicBezTo>
                    <a:pt x="27" y="20"/>
                    <a:pt x="27" y="21"/>
                    <a:pt x="26" y="22"/>
                  </a:cubicBezTo>
                  <a:cubicBezTo>
                    <a:pt x="26" y="22"/>
                    <a:pt x="26" y="22"/>
                    <a:pt x="26" y="22"/>
                  </a:cubicBezTo>
                  <a:cubicBezTo>
                    <a:pt x="26" y="21"/>
                    <a:pt x="26" y="20"/>
                    <a:pt x="26" y="19"/>
                  </a:cubicBezTo>
                  <a:cubicBezTo>
                    <a:pt x="26" y="18"/>
                    <a:pt x="26" y="17"/>
                    <a:pt x="26" y="16"/>
                  </a:cubicBezTo>
                  <a:cubicBezTo>
                    <a:pt x="26" y="15"/>
                    <a:pt x="26" y="14"/>
                    <a:pt x="26" y="13"/>
                  </a:cubicBezTo>
                  <a:cubicBezTo>
                    <a:pt x="26" y="12"/>
                    <a:pt x="27" y="11"/>
                    <a:pt x="27" y="10"/>
                  </a:cubicBezTo>
                  <a:cubicBezTo>
                    <a:pt x="27" y="10"/>
                    <a:pt x="27" y="10"/>
                    <a:pt x="27" y="10"/>
                  </a:cubicBezTo>
                  <a:cubicBezTo>
                    <a:pt x="27" y="12"/>
                    <a:pt x="27" y="15"/>
                    <a:pt x="26" y="17"/>
                  </a:cubicBezTo>
                  <a:cubicBezTo>
                    <a:pt x="26" y="18"/>
                    <a:pt x="26" y="19"/>
                    <a:pt x="25" y="20"/>
                  </a:cubicBezTo>
                  <a:cubicBezTo>
                    <a:pt x="25" y="21"/>
                    <a:pt x="24" y="22"/>
                    <a:pt x="24" y="23"/>
                  </a:cubicBezTo>
                  <a:cubicBezTo>
                    <a:pt x="25" y="23"/>
                    <a:pt x="25" y="24"/>
                    <a:pt x="26" y="24"/>
                  </a:cubicBezTo>
                  <a:cubicBezTo>
                    <a:pt x="26" y="23"/>
                    <a:pt x="27" y="23"/>
                    <a:pt x="27" y="22"/>
                  </a:cubicBezTo>
                  <a:cubicBezTo>
                    <a:pt x="27" y="21"/>
                    <a:pt x="28" y="20"/>
                    <a:pt x="28" y="19"/>
                  </a:cubicBezTo>
                  <a:cubicBezTo>
                    <a:pt x="28" y="18"/>
                    <a:pt x="29" y="16"/>
                    <a:pt x="29" y="14"/>
                  </a:cubicBezTo>
                  <a:cubicBezTo>
                    <a:pt x="29" y="13"/>
                    <a:pt x="29" y="13"/>
                    <a:pt x="29" y="13"/>
                  </a:cubicBezTo>
                  <a:cubicBezTo>
                    <a:pt x="29" y="13"/>
                    <a:pt x="29" y="13"/>
                    <a:pt x="29" y="13"/>
                  </a:cubicBezTo>
                  <a:cubicBezTo>
                    <a:pt x="30" y="14"/>
                    <a:pt x="30" y="16"/>
                    <a:pt x="30" y="18"/>
                  </a:cubicBezTo>
                  <a:cubicBezTo>
                    <a:pt x="30" y="20"/>
                    <a:pt x="29" y="22"/>
                    <a:pt x="28" y="24"/>
                  </a:cubicBezTo>
                  <a:cubicBezTo>
                    <a:pt x="28" y="24"/>
                    <a:pt x="28" y="24"/>
                    <a:pt x="28" y="24"/>
                  </a:cubicBezTo>
                  <a:cubicBezTo>
                    <a:pt x="29" y="23"/>
                    <a:pt x="29" y="22"/>
                    <a:pt x="30" y="21"/>
                  </a:cubicBezTo>
                  <a:cubicBezTo>
                    <a:pt x="30" y="20"/>
                    <a:pt x="30" y="19"/>
                    <a:pt x="31" y="18"/>
                  </a:cubicBezTo>
                  <a:cubicBezTo>
                    <a:pt x="31" y="18"/>
                    <a:pt x="31" y="18"/>
                    <a:pt x="31" y="18"/>
                  </a:cubicBezTo>
                  <a:cubicBezTo>
                    <a:pt x="31" y="19"/>
                    <a:pt x="30" y="20"/>
                    <a:pt x="29" y="21"/>
                  </a:cubicBezTo>
                  <a:cubicBezTo>
                    <a:pt x="28" y="22"/>
                    <a:pt x="28" y="23"/>
                    <a:pt x="27" y="24"/>
                  </a:cubicBezTo>
                  <a:cubicBezTo>
                    <a:pt x="27" y="24"/>
                    <a:pt x="27" y="24"/>
                    <a:pt x="27" y="24"/>
                  </a:cubicBezTo>
                  <a:cubicBezTo>
                    <a:pt x="29" y="23"/>
                    <a:pt x="31" y="21"/>
                    <a:pt x="31" y="18"/>
                  </a:cubicBezTo>
                  <a:cubicBezTo>
                    <a:pt x="31" y="18"/>
                    <a:pt x="31" y="18"/>
                    <a:pt x="31" y="18"/>
                  </a:cubicBezTo>
                  <a:cubicBezTo>
                    <a:pt x="30" y="19"/>
                    <a:pt x="29" y="19"/>
                    <a:pt x="28" y="20"/>
                  </a:cubicBezTo>
                  <a:cubicBezTo>
                    <a:pt x="27" y="21"/>
                    <a:pt x="26" y="22"/>
                    <a:pt x="25" y="23"/>
                  </a:cubicBezTo>
                  <a:cubicBezTo>
                    <a:pt x="25" y="23"/>
                    <a:pt x="25" y="23"/>
                    <a:pt x="25" y="23"/>
                  </a:cubicBezTo>
                  <a:cubicBezTo>
                    <a:pt x="27" y="22"/>
                    <a:pt x="28" y="21"/>
                    <a:pt x="28" y="20"/>
                  </a:cubicBezTo>
                  <a:cubicBezTo>
                    <a:pt x="29" y="18"/>
                    <a:pt x="29" y="16"/>
                    <a:pt x="30" y="15"/>
                  </a:cubicBezTo>
                  <a:cubicBezTo>
                    <a:pt x="30" y="15"/>
                    <a:pt x="30" y="15"/>
                    <a:pt x="30" y="15"/>
                  </a:cubicBezTo>
                  <a:cubicBezTo>
                    <a:pt x="29" y="16"/>
                    <a:pt x="28" y="18"/>
                    <a:pt x="27" y="19"/>
                  </a:cubicBezTo>
                  <a:cubicBezTo>
                    <a:pt x="25" y="20"/>
                    <a:pt x="24" y="21"/>
                    <a:pt x="23" y="23"/>
                  </a:cubicBezTo>
                  <a:cubicBezTo>
                    <a:pt x="23" y="23"/>
                    <a:pt x="23" y="23"/>
                    <a:pt x="23" y="23"/>
                  </a:cubicBezTo>
                  <a:cubicBezTo>
                    <a:pt x="25" y="22"/>
                    <a:pt x="26" y="21"/>
                    <a:pt x="27" y="19"/>
                  </a:cubicBezTo>
                  <a:cubicBezTo>
                    <a:pt x="27" y="18"/>
                    <a:pt x="28" y="17"/>
                    <a:pt x="28" y="16"/>
                  </a:cubicBezTo>
                  <a:cubicBezTo>
                    <a:pt x="28" y="15"/>
                    <a:pt x="29" y="14"/>
                    <a:pt x="30" y="14"/>
                  </a:cubicBezTo>
                  <a:cubicBezTo>
                    <a:pt x="30" y="14"/>
                    <a:pt x="29" y="14"/>
                    <a:pt x="29" y="14"/>
                  </a:cubicBezTo>
                  <a:cubicBezTo>
                    <a:pt x="30" y="16"/>
                    <a:pt x="28" y="18"/>
                    <a:pt x="26" y="19"/>
                  </a:cubicBezTo>
                  <a:cubicBezTo>
                    <a:pt x="24" y="20"/>
                    <a:pt x="22" y="21"/>
                    <a:pt x="20" y="22"/>
                  </a:cubicBezTo>
                  <a:cubicBezTo>
                    <a:pt x="20" y="22"/>
                    <a:pt x="20" y="23"/>
                    <a:pt x="20" y="22"/>
                  </a:cubicBezTo>
                  <a:cubicBezTo>
                    <a:pt x="24" y="21"/>
                    <a:pt x="25" y="17"/>
                    <a:pt x="27" y="14"/>
                  </a:cubicBezTo>
                  <a:cubicBezTo>
                    <a:pt x="27" y="14"/>
                    <a:pt x="27" y="14"/>
                    <a:pt x="27" y="14"/>
                  </a:cubicBezTo>
                  <a:cubicBezTo>
                    <a:pt x="27" y="15"/>
                    <a:pt x="26" y="16"/>
                    <a:pt x="25" y="17"/>
                  </a:cubicBezTo>
                  <a:cubicBezTo>
                    <a:pt x="24" y="18"/>
                    <a:pt x="23" y="18"/>
                    <a:pt x="23" y="18"/>
                  </a:cubicBezTo>
                  <a:cubicBezTo>
                    <a:pt x="22" y="19"/>
                    <a:pt x="21" y="19"/>
                    <a:pt x="20" y="19"/>
                  </a:cubicBezTo>
                  <a:cubicBezTo>
                    <a:pt x="19" y="20"/>
                    <a:pt x="18" y="20"/>
                    <a:pt x="18" y="21"/>
                  </a:cubicBezTo>
                  <a:cubicBezTo>
                    <a:pt x="18" y="21"/>
                    <a:pt x="18" y="21"/>
                    <a:pt x="18" y="21"/>
                  </a:cubicBezTo>
                  <a:cubicBezTo>
                    <a:pt x="20" y="22"/>
                    <a:pt x="21" y="22"/>
                    <a:pt x="23" y="21"/>
                  </a:cubicBezTo>
                  <a:cubicBezTo>
                    <a:pt x="24" y="21"/>
                    <a:pt x="26" y="20"/>
                    <a:pt x="26" y="18"/>
                  </a:cubicBezTo>
                  <a:cubicBezTo>
                    <a:pt x="26" y="18"/>
                    <a:pt x="26" y="18"/>
                    <a:pt x="26" y="18"/>
                  </a:cubicBezTo>
                  <a:cubicBezTo>
                    <a:pt x="24" y="18"/>
                    <a:pt x="22" y="19"/>
                    <a:pt x="20" y="20"/>
                  </a:cubicBezTo>
                  <a:cubicBezTo>
                    <a:pt x="20" y="20"/>
                    <a:pt x="20" y="21"/>
                    <a:pt x="21"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70" name="Freeform 54"/>
            <p:cNvSpPr/>
            <p:nvPr/>
          </p:nvSpPr>
          <p:spPr bwMode="auto">
            <a:xfrm>
              <a:off x="1981200" y="3375026"/>
              <a:ext cx="777875" cy="709613"/>
            </a:xfrm>
            <a:custGeom>
              <a:avLst/>
              <a:gdLst>
                <a:gd name="T0" fmla="*/ 4 w 34"/>
                <a:gd name="T1" fmla="*/ 11 h 31"/>
                <a:gd name="T2" fmla="*/ 10 w 34"/>
                <a:gd name="T3" fmla="*/ 2 h 31"/>
                <a:gd name="T4" fmla="*/ 4 w 34"/>
                <a:gd name="T5" fmla="*/ 7 h 31"/>
                <a:gd name="T6" fmla="*/ 7 w 34"/>
                <a:gd name="T7" fmla="*/ 17 h 31"/>
                <a:gd name="T8" fmla="*/ 4 w 34"/>
                <a:gd name="T9" fmla="*/ 5 h 31"/>
                <a:gd name="T10" fmla="*/ 9 w 34"/>
                <a:gd name="T11" fmla="*/ 1 h 31"/>
                <a:gd name="T12" fmla="*/ 2 w 34"/>
                <a:gd name="T13" fmla="*/ 7 h 31"/>
                <a:gd name="T14" fmla="*/ 3 w 34"/>
                <a:gd name="T15" fmla="*/ 14 h 31"/>
                <a:gd name="T16" fmla="*/ 8 w 34"/>
                <a:gd name="T17" fmla="*/ 2 h 31"/>
                <a:gd name="T18" fmla="*/ 0 w 34"/>
                <a:gd name="T19" fmla="*/ 8 h 31"/>
                <a:gd name="T20" fmla="*/ 8 w 34"/>
                <a:gd name="T21" fmla="*/ 22 h 31"/>
                <a:gd name="T22" fmla="*/ 21 w 34"/>
                <a:gd name="T23" fmla="*/ 26 h 31"/>
                <a:gd name="T24" fmla="*/ 30 w 34"/>
                <a:gd name="T25" fmla="*/ 14 h 31"/>
                <a:gd name="T26" fmla="*/ 11 w 34"/>
                <a:gd name="T27" fmla="*/ 22 h 31"/>
                <a:gd name="T28" fmla="*/ 3 w 34"/>
                <a:gd name="T29" fmla="*/ 7 h 31"/>
                <a:gd name="T30" fmla="*/ 4 w 34"/>
                <a:gd name="T31" fmla="*/ 12 h 31"/>
                <a:gd name="T32" fmla="*/ 20 w 34"/>
                <a:gd name="T33" fmla="*/ 28 h 31"/>
                <a:gd name="T34" fmla="*/ 30 w 34"/>
                <a:gd name="T35" fmla="*/ 13 h 31"/>
                <a:gd name="T36" fmla="*/ 31 w 34"/>
                <a:gd name="T37" fmla="*/ 25 h 31"/>
                <a:gd name="T38" fmla="*/ 20 w 34"/>
                <a:gd name="T39" fmla="*/ 29 h 31"/>
                <a:gd name="T40" fmla="*/ 2 w 34"/>
                <a:gd name="T41" fmla="*/ 8 h 31"/>
                <a:gd name="T42" fmla="*/ 16 w 34"/>
                <a:gd name="T43" fmla="*/ 28 h 31"/>
                <a:gd name="T44" fmla="*/ 33 w 34"/>
                <a:gd name="T45" fmla="*/ 18 h 31"/>
                <a:gd name="T46" fmla="*/ 30 w 34"/>
                <a:gd name="T47" fmla="*/ 9 h 31"/>
                <a:gd name="T48" fmla="*/ 30 w 34"/>
                <a:gd name="T49" fmla="*/ 28 h 31"/>
                <a:gd name="T50" fmla="*/ 9 w 34"/>
                <a:gd name="T51" fmla="*/ 22 h 31"/>
                <a:gd name="T52" fmla="*/ 4 w 34"/>
                <a:gd name="T53" fmla="*/ 7 h 31"/>
                <a:gd name="T54" fmla="*/ 2 w 34"/>
                <a:gd name="T55" fmla="*/ 8 h 31"/>
                <a:gd name="T56" fmla="*/ 6 w 34"/>
                <a:gd name="T57" fmla="*/ 20 h 31"/>
                <a:gd name="T58" fmla="*/ 31 w 34"/>
                <a:gd name="T59" fmla="*/ 27 h 31"/>
                <a:gd name="T60" fmla="*/ 32 w 34"/>
                <a:gd name="T61" fmla="*/ 12 h 31"/>
                <a:gd name="T62" fmla="*/ 33 w 34"/>
                <a:gd name="T63" fmla="*/ 24 h 31"/>
                <a:gd name="T64" fmla="*/ 25 w 34"/>
                <a:gd name="T65" fmla="*/ 29 h 31"/>
                <a:gd name="T66" fmla="*/ 3 w 34"/>
                <a:gd name="T67" fmla="*/ 12 h 31"/>
                <a:gd name="T68" fmla="*/ 3 w 34"/>
                <a:gd name="T69" fmla="*/ 5 h 31"/>
                <a:gd name="T70" fmla="*/ 3 w 34"/>
                <a:gd name="T71" fmla="*/ 8 h 31"/>
                <a:gd name="T72" fmla="*/ 9 w 34"/>
                <a:gd name="T73" fmla="*/ 22 h 31"/>
                <a:gd name="T74" fmla="*/ 29 w 34"/>
                <a:gd name="T75" fmla="*/ 29 h 31"/>
                <a:gd name="T76" fmla="*/ 32 w 34"/>
                <a:gd name="T77" fmla="*/ 13 h 31"/>
                <a:gd name="T78" fmla="*/ 30 w 34"/>
                <a:gd name="T79" fmla="*/ 9 h 31"/>
                <a:gd name="T80" fmla="*/ 17 w 34"/>
                <a:gd name="T81" fmla="*/ 28 h 31"/>
                <a:gd name="T82" fmla="*/ 2 w 34"/>
                <a:gd name="T83" fmla="*/ 8 h 31"/>
                <a:gd name="T84" fmla="*/ 19 w 34"/>
                <a:gd name="T85" fmla="*/ 29 h 31"/>
                <a:gd name="T86" fmla="*/ 30 w 34"/>
                <a:gd name="T87" fmla="*/ 13 h 31"/>
                <a:gd name="T88" fmla="*/ 29 w 34"/>
                <a:gd name="T89" fmla="*/ 24 h 31"/>
                <a:gd name="T90" fmla="*/ 12 w 34"/>
                <a:gd name="T91" fmla="*/ 25 h 31"/>
                <a:gd name="T92" fmla="*/ 4 w 34"/>
                <a:gd name="T93" fmla="*/ 9 h 31"/>
                <a:gd name="T94" fmla="*/ 2 w 34"/>
                <a:gd name="T95" fmla="*/ 10 h 31"/>
                <a:gd name="T96" fmla="*/ 18 w 34"/>
                <a:gd name="T97" fmla="*/ 26 h 31"/>
                <a:gd name="T98" fmla="*/ 29 w 34"/>
                <a:gd name="T99" fmla="*/ 14 h 31"/>
                <a:gd name="T100" fmla="*/ 19 w 34"/>
                <a:gd name="T101" fmla="*/ 26 h 31"/>
                <a:gd name="T102" fmla="*/ 2 w 34"/>
                <a:gd name="T103" fmla="*/ 14 h 31"/>
                <a:gd name="T104" fmla="*/ 7 w 34"/>
                <a:gd name="T105" fmla="*/ 2 h 31"/>
                <a:gd name="T106" fmla="*/ 3 w 34"/>
                <a:gd name="T107" fmla="*/ 14 h 31"/>
                <a:gd name="T108" fmla="*/ 2 w 34"/>
                <a:gd name="T109" fmla="*/ 7 h 31"/>
                <a:gd name="T110" fmla="*/ 9 w 34"/>
                <a:gd name="T111" fmla="*/ 1 h 31"/>
                <a:gd name="T112" fmla="*/ 3 w 34"/>
                <a:gd name="T113" fmla="*/ 10 h 31"/>
                <a:gd name="T114" fmla="*/ 7 w 34"/>
                <a:gd name="T115" fmla="*/ 17 h 31"/>
                <a:gd name="T116" fmla="*/ 10 w 34"/>
                <a:gd name="T117" fmla="*/ 2 h 31"/>
                <a:gd name="T118" fmla="*/ 4 w 34"/>
                <a:gd name="T119" fmla="*/ 8 h 31"/>
                <a:gd name="T120" fmla="*/ 7 w 34"/>
                <a:gd name="T121" fmla="*/ 2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 h="31">
                  <a:moveTo>
                    <a:pt x="7" y="21"/>
                  </a:moveTo>
                  <a:cubicBezTo>
                    <a:pt x="6" y="20"/>
                    <a:pt x="5" y="18"/>
                    <a:pt x="4" y="16"/>
                  </a:cubicBezTo>
                  <a:cubicBezTo>
                    <a:pt x="4" y="15"/>
                    <a:pt x="3" y="13"/>
                    <a:pt x="4" y="11"/>
                  </a:cubicBezTo>
                  <a:cubicBezTo>
                    <a:pt x="4" y="9"/>
                    <a:pt x="4" y="7"/>
                    <a:pt x="5" y="6"/>
                  </a:cubicBezTo>
                  <a:cubicBezTo>
                    <a:pt x="6" y="5"/>
                    <a:pt x="7" y="3"/>
                    <a:pt x="9" y="3"/>
                  </a:cubicBezTo>
                  <a:cubicBezTo>
                    <a:pt x="9" y="2"/>
                    <a:pt x="10" y="2"/>
                    <a:pt x="10" y="2"/>
                  </a:cubicBezTo>
                  <a:cubicBezTo>
                    <a:pt x="10" y="2"/>
                    <a:pt x="10" y="2"/>
                    <a:pt x="10" y="2"/>
                  </a:cubicBezTo>
                  <a:cubicBezTo>
                    <a:pt x="9" y="1"/>
                    <a:pt x="8" y="2"/>
                    <a:pt x="7" y="3"/>
                  </a:cubicBezTo>
                  <a:cubicBezTo>
                    <a:pt x="5" y="4"/>
                    <a:pt x="5" y="5"/>
                    <a:pt x="4" y="7"/>
                  </a:cubicBezTo>
                  <a:cubicBezTo>
                    <a:pt x="4" y="8"/>
                    <a:pt x="4" y="10"/>
                    <a:pt x="4" y="12"/>
                  </a:cubicBezTo>
                  <a:cubicBezTo>
                    <a:pt x="5" y="14"/>
                    <a:pt x="6" y="15"/>
                    <a:pt x="7" y="17"/>
                  </a:cubicBezTo>
                  <a:cubicBezTo>
                    <a:pt x="7" y="17"/>
                    <a:pt x="7" y="17"/>
                    <a:pt x="7" y="17"/>
                  </a:cubicBezTo>
                  <a:cubicBezTo>
                    <a:pt x="6" y="16"/>
                    <a:pt x="5" y="15"/>
                    <a:pt x="5" y="14"/>
                  </a:cubicBezTo>
                  <a:cubicBezTo>
                    <a:pt x="4" y="12"/>
                    <a:pt x="4" y="11"/>
                    <a:pt x="4" y="9"/>
                  </a:cubicBezTo>
                  <a:cubicBezTo>
                    <a:pt x="3" y="8"/>
                    <a:pt x="4" y="7"/>
                    <a:pt x="4" y="5"/>
                  </a:cubicBezTo>
                  <a:cubicBezTo>
                    <a:pt x="5" y="4"/>
                    <a:pt x="5" y="3"/>
                    <a:pt x="7" y="2"/>
                  </a:cubicBezTo>
                  <a:cubicBezTo>
                    <a:pt x="7" y="1"/>
                    <a:pt x="8" y="1"/>
                    <a:pt x="9" y="1"/>
                  </a:cubicBezTo>
                  <a:cubicBezTo>
                    <a:pt x="9" y="1"/>
                    <a:pt x="9" y="1"/>
                    <a:pt x="9" y="1"/>
                  </a:cubicBezTo>
                  <a:cubicBezTo>
                    <a:pt x="8" y="1"/>
                    <a:pt x="7" y="2"/>
                    <a:pt x="6" y="2"/>
                  </a:cubicBezTo>
                  <a:cubicBezTo>
                    <a:pt x="6" y="2"/>
                    <a:pt x="5" y="3"/>
                    <a:pt x="4" y="3"/>
                  </a:cubicBezTo>
                  <a:cubicBezTo>
                    <a:pt x="3" y="4"/>
                    <a:pt x="2" y="5"/>
                    <a:pt x="2" y="7"/>
                  </a:cubicBezTo>
                  <a:cubicBezTo>
                    <a:pt x="1" y="8"/>
                    <a:pt x="1" y="9"/>
                    <a:pt x="1" y="11"/>
                  </a:cubicBezTo>
                  <a:cubicBezTo>
                    <a:pt x="2" y="12"/>
                    <a:pt x="2" y="13"/>
                    <a:pt x="3" y="14"/>
                  </a:cubicBezTo>
                  <a:cubicBezTo>
                    <a:pt x="3" y="14"/>
                    <a:pt x="3" y="14"/>
                    <a:pt x="3" y="14"/>
                  </a:cubicBezTo>
                  <a:cubicBezTo>
                    <a:pt x="4" y="12"/>
                    <a:pt x="3" y="9"/>
                    <a:pt x="4" y="6"/>
                  </a:cubicBezTo>
                  <a:cubicBezTo>
                    <a:pt x="5" y="4"/>
                    <a:pt x="7" y="4"/>
                    <a:pt x="8" y="2"/>
                  </a:cubicBezTo>
                  <a:cubicBezTo>
                    <a:pt x="8" y="2"/>
                    <a:pt x="8" y="2"/>
                    <a:pt x="8" y="2"/>
                  </a:cubicBezTo>
                  <a:cubicBezTo>
                    <a:pt x="6" y="1"/>
                    <a:pt x="5" y="1"/>
                    <a:pt x="4" y="2"/>
                  </a:cubicBezTo>
                  <a:cubicBezTo>
                    <a:pt x="3" y="2"/>
                    <a:pt x="2" y="3"/>
                    <a:pt x="1" y="5"/>
                  </a:cubicBezTo>
                  <a:cubicBezTo>
                    <a:pt x="1" y="6"/>
                    <a:pt x="0" y="7"/>
                    <a:pt x="0" y="8"/>
                  </a:cubicBezTo>
                  <a:cubicBezTo>
                    <a:pt x="0" y="10"/>
                    <a:pt x="1" y="12"/>
                    <a:pt x="1" y="13"/>
                  </a:cubicBezTo>
                  <a:cubicBezTo>
                    <a:pt x="2" y="15"/>
                    <a:pt x="3" y="16"/>
                    <a:pt x="5" y="18"/>
                  </a:cubicBezTo>
                  <a:cubicBezTo>
                    <a:pt x="6" y="19"/>
                    <a:pt x="7" y="21"/>
                    <a:pt x="8" y="22"/>
                  </a:cubicBezTo>
                  <a:cubicBezTo>
                    <a:pt x="9" y="23"/>
                    <a:pt x="11" y="24"/>
                    <a:pt x="12" y="25"/>
                  </a:cubicBezTo>
                  <a:cubicBezTo>
                    <a:pt x="13" y="26"/>
                    <a:pt x="14" y="26"/>
                    <a:pt x="15" y="26"/>
                  </a:cubicBezTo>
                  <a:cubicBezTo>
                    <a:pt x="17" y="26"/>
                    <a:pt x="19" y="26"/>
                    <a:pt x="21" y="26"/>
                  </a:cubicBezTo>
                  <a:cubicBezTo>
                    <a:pt x="23" y="25"/>
                    <a:pt x="25" y="25"/>
                    <a:pt x="27" y="23"/>
                  </a:cubicBezTo>
                  <a:cubicBezTo>
                    <a:pt x="28" y="22"/>
                    <a:pt x="30" y="21"/>
                    <a:pt x="30" y="20"/>
                  </a:cubicBezTo>
                  <a:cubicBezTo>
                    <a:pt x="31" y="18"/>
                    <a:pt x="31" y="16"/>
                    <a:pt x="30" y="14"/>
                  </a:cubicBezTo>
                  <a:cubicBezTo>
                    <a:pt x="30" y="14"/>
                    <a:pt x="29" y="14"/>
                    <a:pt x="29" y="14"/>
                  </a:cubicBezTo>
                  <a:cubicBezTo>
                    <a:pt x="30" y="20"/>
                    <a:pt x="25" y="26"/>
                    <a:pt x="20" y="26"/>
                  </a:cubicBezTo>
                  <a:cubicBezTo>
                    <a:pt x="16" y="26"/>
                    <a:pt x="13" y="24"/>
                    <a:pt x="11" y="22"/>
                  </a:cubicBezTo>
                  <a:cubicBezTo>
                    <a:pt x="8" y="20"/>
                    <a:pt x="6" y="17"/>
                    <a:pt x="5" y="15"/>
                  </a:cubicBezTo>
                  <a:cubicBezTo>
                    <a:pt x="4" y="13"/>
                    <a:pt x="3" y="12"/>
                    <a:pt x="3" y="11"/>
                  </a:cubicBezTo>
                  <a:cubicBezTo>
                    <a:pt x="2" y="10"/>
                    <a:pt x="2" y="8"/>
                    <a:pt x="3" y="7"/>
                  </a:cubicBezTo>
                  <a:cubicBezTo>
                    <a:pt x="3" y="7"/>
                    <a:pt x="3" y="7"/>
                    <a:pt x="2" y="7"/>
                  </a:cubicBezTo>
                  <a:cubicBezTo>
                    <a:pt x="3" y="8"/>
                    <a:pt x="3" y="8"/>
                    <a:pt x="3" y="9"/>
                  </a:cubicBezTo>
                  <a:cubicBezTo>
                    <a:pt x="3" y="10"/>
                    <a:pt x="4" y="11"/>
                    <a:pt x="4" y="12"/>
                  </a:cubicBezTo>
                  <a:cubicBezTo>
                    <a:pt x="4" y="14"/>
                    <a:pt x="5" y="16"/>
                    <a:pt x="6" y="18"/>
                  </a:cubicBezTo>
                  <a:cubicBezTo>
                    <a:pt x="7" y="20"/>
                    <a:pt x="9" y="23"/>
                    <a:pt x="11" y="25"/>
                  </a:cubicBezTo>
                  <a:cubicBezTo>
                    <a:pt x="14" y="27"/>
                    <a:pt x="17" y="28"/>
                    <a:pt x="20" y="28"/>
                  </a:cubicBezTo>
                  <a:cubicBezTo>
                    <a:pt x="23" y="28"/>
                    <a:pt x="26" y="27"/>
                    <a:pt x="28" y="25"/>
                  </a:cubicBezTo>
                  <a:cubicBezTo>
                    <a:pt x="30" y="24"/>
                    <a:pt x="31" y="22"/>
                    <a:pt x="31" y="20"/>
                  </a:cubicBezTo>
                  <a:cubicBezTo>
                    <a:pt x="31" y="17"/>
                    <a:pt x="31" y="15"/>
                    <a:pt x="30" y="13"/>
                  </a:cubicBezTo>
                  <a:cubicBezTo>
                    <a:pt x="30" y="13"/>
                    <a:pt x="30" y="13"/>
                    <a:pt x="30" y="13"/>
                  </a:cubicBezTo>
                  <a:cubicBezTo>
                    <a:pt x="30" y="15"/>
                    <a:pt x="31" y="17"/>
                    <a:pt x="31" y="19"/>
                  </a:cubicBezTo>
                  <a:cubicBezTo>
                    <a:pt x="31" y="21"/>
                    <a:pt x="31" y="23"/>
                    <a:pt x="31" y="25"/>
                  </a:cubicBezTo>
                  <a:cubicBezTo>
                    <a:pt x="30" y="26"/>
                    <a:pt x="29" y="28"/>
                    <a:pt x="28" y="28"/>
                  </a:cubicBezTo>
                  <a:cubicBezTo>
                    <a:pt x="27" y="29"/>
                    <a:pt x="26" y="30"/>
                    <a:pt x="24" y="30"/>
                  </a:cubicBezTo>
                  <a:cubicBezTo>
                    <a:pt x="23" y="30"/>
                    <a:pt x="21" y="29"/>
                    <a:pt x="20" y="29"/>
                  </a:cubicBezTo>
                  <a:cubicBezTo>
                    <a:pt x="18" y="28"/>
                    <a:pt x="17" y="28"/>
                    <a:pt x="15" y="27"/>
                  </a:cubicBezTo>
                  <a:cubicBezTo>
                    <a:pt x="13" y="25"/>
                    <a:pt x="10" y="23"/>
                    <a:pt x="9" y="21"/>
                  </a:cubicBezTo>
                  <a:cubicBezTo>
                    <a:pt x="6" y="17"/>
                    <a:pt x="4" y="13"/>
                    <a:pt x="2" y="8"/>
                  </a:cubicBezTo>
                  <a:cubicBezTo>
                    <a:pt x="2" y="8"/>
                    <a:pt x="2" y="8"/>
                    <a:pt x="2" y="8"/>
                  </a:cubicBezTo>
                  <a:cubicBezTo>
                    <a:pt x="3" y="14"/>
                    <a:pt x="6" y="19"/>
                    <a:pt x="9" y="23"/>
                  </a:cubicBezTo>
                  <a:cubicBezTo>
                    <a:pt x="11" y="25"/>
                    <a:pt x="13" y="27"/>
                    <a:pt x="16" y="28"/>
                  </a:cubicBezTo>
                  <a:cubicBezTo>
                    <a:pt x="18" y="29"/>
                    <a:pt x="22" y="29"/>
                    <a:pt x="24" y="29"/>
                  </a:cubicBezTo>
                  <a:cubicBezTo>
                    <a:pt x="27" y="28"/>
                    <a:pt x="30" y="26"/>
                    <a:pt x="32" y="23"/>
                  </a:cubicBezTo>
                  <a:cubicBezTo>
                    <a:pt x="33" y="22"/>
                    <a:pt x="33" y="20"/>
                    <a:pt x="33" y="18"/>
                  </a:cubicBezTo>
                  <a:cubicBezTo>
                    <a:pt x="33" y="16"/>
                    <a:pt x="33" y="14"/>
                    <a:pt x="32" y="12"/>
                  </a:cubicBezTo>
                  <a:cubicBezTo>
                    <a:pt x="31" y="11"/>
                    <a:pt x="31" y="10"/>
                    <a:pt x="30" y="9"/>
                  </a:cubicBezTo>
                  <a:cubicBezTo>
                    <a:pt x="30" y="9"/>
                    <a:pt x="30" y="9"/>
                    <a:pt x="30" y="9"/>
                  </a:cubicBezTo>
                  <a:cubicBezTo>
                    <a:pt x="31" y="10"/>
                    <a:pt x="32" y="12"/>
                    <a:pt x="32" y="13"/>
                  </a:cubicBezTo>
                  <a:cubicBezTo>
                    <a:pt x="33" y="15"/>
                    <a:pt x="34" y="17"/>
                    <a:pt x="34" y="20"/>
                  </a:cubicBezTo>
                  <a:cubicBezTo>
                    <a:pt x="34" y="23"/>
                    <a:pt x="32" y="26"/>
                    <a:pt x="30" y="28"/>
                  </a:cubicBezTo>
                  <a:cubicBezTo>
                    <a:pt x="27" y="30"/>
                    <a:pt x="24" y="31"/>
                    <a:pt x="21" y="31"/>
                  </a:cubicBezTo>
                  <a:cubicBezTo>
                    <a:pt x="18" y="30"/>
                    <a:pt x="15" y="28"/>
                    <a:pt x="12" y="26"/>
                  </a:cubicBezTo>
                  <a:cubicBezTo>
                    <a:pt x="11" y="25"/>
                    <a:pt x="10" y="23"/>
                    <a:pt x="9" y="22"/>
                  </a:cubicBezTo>
                  <a:cubicBezTo>
                    <a:pt x="8" y="21"/>
                    <a:pt x="7" y="19"/>
                    <a:pt x="6" y="18"/>
                  </a:cubicBezTo>
                  <a:cubicBezTo>
                    <a:pt x="5" y="16"/>
                    <a:pt x="4" y="14"/>
                    <a:pt x="4" y="13"/>
                  </a:cubicBezTo>
                  <a:cubicBezTo>
                    <a:pt x="3" y="11"/>
                    <a:pt x="4" y="9"/>
                    <a:pt x="4" y="7"/>
                  </a:cubicBezTo>
                  <a:cubicBezTo>
                    <a:pt x="4" y="7"/>
                    <a:pt x="4" y="6"/>
                    <a:pt x="4" y="5"/>
                  </a:cubicBezTo>
                  <a:cubicBezTo>
                    <a:pt x="3" y="5"/>
                    <a:pt x="3" y="5"/>
                    <a:pt x="2" y="5"/>
                  </a:cubicBezTo>
                  <a:cubicBezTo>
                    <a:pt x="2" y="6"/>
                    <a:pt x="2" y="7"/>
                    <a:pt x="2" y="8"/>
                  </a:cubicBezTo>
                  <a:cubicBezTo>
                    <a:pt x="2" y="9"/>
                    <a:pt x="2" y="9"/>
                    <a:pt x="2" y="10"/>
                  </a:cubicBezTo>
                  <a:cubicBezTo>
                    <a:pt x="2" y="12"/>
                    <a:pt x="3" y="14"/>
                    <a:pt x="4" y="15"/>
                  </a:cubicBezTo>
                  <a:cubicBezTo>
                    <a:pt x="4" y="17"/>
                    <a:pt x="5" y="18"/>
                    <a:pt x="6" y="20"/>
                  </a:cubicBezTo>
                  <a:cubicBezTo>
                    <a:pt x="8" y="22"/>
                    <a:pt x="10" y="25"/>
                    <a:pt x="13" y="26"/>
                  </a:cubicBezTo>
                  <a:cubicBezTo>
                    <a:pt x="16" y="28"/>
                    <a:pt x="19" y="29"/>
                    <a:pt x="22" y="30"/>
                  </a:cubicBezTo>
                  <a:cubicBezTo>
                    <a:pt x="25" y="30"/>
                    <a:pt x="29" y="29"/>
                    <a:pt x="31" y="27"/>
                  </a:cubicBezTo>
                  <a:cubicBezTo>
                    <a:pt x="33" y="26"/>
                    <a:pt x="33" y="24"/>
                    <a:pt x="34" y="23"/>
                  </a:cubicBezTo>
                  <a:cubicBezTo>
                    <a:pt x="34" y="21"/>
                    <a:pt x="34" y="19"/>
                    <a:pt x="34" y="17"/>
                  </a:cubicBezTo>
                  <a:cubicBezTo>
                    <a:pt x="33" y="16"/>
                    <a:pt x="32" y="14"/>
                    <a:pt x="32" y="12"/>
                  </a:cubicBezTo>
                  <a:cubicBezTo>
                    <a:pt x="32" y="12"/>
                    <a:pt x="32" y="12"/>
                    <a:pt x="32" y="13"/>
                  </a:cubicBezTo>
                  <a:cubicBezTo>
                    <a:pt x="32" y="14"/>
                    <a:pt x="33" y="16"/>
                    <a:pt x="33" y="18"/>
                  </a:cubicBezTo>
                  <a:cubicBezTo>
                    <a:pt x="34" y="20"/>
                    <a:pt x="34" y="22"/>
                    <a:pt x="33" y="24"/>
                  </a:cubicBezTo>
                  <a:cubicBezTo>
                    <a:pt x="33" y="25"/>
                    <a:pt x="32" y="25"/>
                    <a:pt x="32" y="26"/>
                  </a:cubicBezTo>
                  <a:cubicBezTo>
                    <a:pt x="31" y="27"/>
                    <a:pt x="31" y="27"/>
                    <a:pt x="30" y="28"/>
                  </a:cubicBezTo>
                  <a:cubicBezTo>
                    <a:pt x="29" y="29"/>
                    <a:pt x="27" y="29"/>
                    <a:pt x="25" y="29"/>
                  </a:cubicBezTo>
                  <a:cubicBezTo>
                    <a:pt x="22" y="30"/>
                    <a:pt x="18" y="29"/>
                    <a:pt x="15" y="27"/>
                  </a:cubicBezTo>
                  <a:cubicBezTo>
                    <a:pt x="12" y="26"/>
                    <a:pt x="10" y="24"/>
                    <a:pt x="8" y="21"/>
                  </a:cubicBezTo>
                  <a:cubicBezTo>
                    <a:pt x="6" y="19"/>
                    <a:pt x="4" y="15"/>
                    <a:pt x="3" y="12"/>
                  </a:cubicBezTo>
                  <a:cubicBezTo>
                    <a:pt x="2" y="11"/>
                    <a:pt x="2" y="9"/>
                    <a:pt x="2" y="7"/>
                  </a:cubicBezTo>
                  <a:cubicBezTo>
                    <a:pt x="2" y="6"/>
                    <a:pt x="2" y="6"/>
                    <a:pt x="3" y="6"/>
                  </a:cubicBezTo>
                  <a:cubicBezTo>
                    <a:pt x="3" y="6"/>
                    <a:pt x="3" y="5"/>
                    <a:pt x="3" y="5"/>
                  </a:cubicBezTo>
                  <a:cubicBezTo>
                    <a:pt x="3" y="5"/>
                    <a:pt x="3" y="6"/>
                    <a:pt x="4" y="6"/>
                  </a:cubicBezTo>
                  <a:cubicBezTo>
                    <a:pt x="4" y="6"/>
                    <a:pt x="4" y="6"/>
                    <a:pt x="4" y="7"/>
                  </a:cubicBezTo>
                  <a:cubicBezTo>
                    <a:pt x="4" y="7"/>
                    <a:pt x="3" y="7"/>
                    <a:pt x="3" y="8"/>
                  </a:cubicBezTo>
                  <a:cubicBezTo>
                    <a:pt x="3" y="10"/>
                    <a:pt x="3" y="11"/>
                    <a:pt x="4" y="13"/>
                  </a:cubicBezTo>
                  <a:cubicBezTo>
                    <a:pt x="4" y="15"/>
                    <a:pt x="5" y="17"/>
                    <a:pt x="6" y="18"/>
                  </a:cubicBezTo>
                  <a:cubicBezTo>
                    <a:pt x="7" y="20"/>
                    <a:pt x="8" y="21"/>
                    <a:pt x="9" y="22"/>
                  </a:cubicBezTo>
                  <a:cubicBezTo>
                    <a:pt x="10" y="24"/>
                    <a:pt x="11" y="25"/>
                    <a:pt x="12" y="26"/>
                  </a:cubicBezTo>
                  <a:cubicBezTo>
                    <a:pt x="14" y="28"/>
                    <a:pt x="17" y="30"/>
                    <a:pt x="20" y="31"/>
                  </a:cubicBezTo>
                  <a:cubicBezTo>
                    <a:pt x="23" y="31"/>
                    <a:pt x="26" y="31"/>
                    <a:pt x="29" y="29"/>
                  </a:cubicBezTo>
                  <a:cubicBezTo>
                    <a:pt x="31" y="27"/>
                    <a:pt x="33" y="25"/>
                    <a:pt x="34" y="22"/>
                  </a:cubicBezTo>
                  <a:cubicBezTo>
                    <a:pt x="34" y="20"/>
                    <a:pt x="34" y="18"/>
                    <a:pt x="33" y="16"/>
                  </a:cubicBezTo>
                  <a:cubicBezTo>
                    <a:pt x="33" y="15"/>
                    <a:pt x="33" y="14"/>
                    <a:pt x="32" y="13"/>
                  </a:cubicBezTo>
                  <a:cubicBezTo>
                    <a:pt x="32" y="12"/>
                    <a:pt x="32" y="11"/>
                    <a:pt x="31" y="11"/>
                  </a:cubicBezTo>
                  <a:cubicBezTo>
                    <a:pt x="31" y="10"/>
                    <a:pt x="31" y="10"/>
                    <a:pt x="30" y="9"/>
                  </a:cubicBezTo>
                  <a:cubicBezTo>
                    <a:pt x="30" y="9"/>
                    <a:pt x="30" y="9"/>
                    <a:pt x="30" y="9"/>
                  </a:cubicBezTo>
                  <a:cubicBezTo>
                    <a:pt x="32" y="13"/>
                    <a:pt x="34" y="17"/>
                    <a:pt x="32" y="21"/>
                  </a:cubicBezTo>
                  <a:cubicBezTo>
                    <a:pt x="31" y="24"/>
                    <a:pt x="29" y="27"/>
                    <a:pt x="26" y="28"/>
                  </a:cubicBezTo>
                  <a:cubicBezTo>
                    <a:pt x="23" y="29"/>
                    <a:pt x="20" y="29"/>
                    <a:pt x="17" y="28"/>
                  </a:cubicBezTo>
                  <a:cubicBezTo>
                    <a:pt x="14" y="27"/>
                    <a:pt x="12" y="25"/>
                    <a:pt x="10" y="23"/>
                  </a:cubicBezTo>
                  <a:cubicBezTo>
                    <a:pt x="6" y="19"/>
                    <a:pt x="3" y="14"/>
                    <a:pt x="2" y="8"/>
                  </a:cubicBezTo>
                  <a:cubicBezTo>
                    <a:pt x="2" y="8"/>
                    <a:pt x="2" y="8"/>
                    <a:pt x="2" y="8"/>
                  </a:cubicBezTo>
                  <a:cubicBezTo>
                    <a:pt x="2" y="8"/>
                    <a:pt x="2" y="8"/>
                    <a:pt x="2" y="8"/>
                  </a:cubicBezTo>
                  <a:cubicBezTo>
                    <a:pt x="4" y="14"/>
                    <a:pt x="6" y="20"/>
                    <a:pt x="11" y="24"/>
                  </a:cubicBezTo>
                  <a:cubicBezTo>
                    <a:pt x="13" y="26"/>
                    <a:pt x="16" y="28"/>
                    <a:pt x="19" y="29"/>
                  </a:cubicBezTo>
                  <a:cubicBezTo>
                    <a:pt x="21" y="30"/>
                    <a:pt x="24" y="30"/>
                    <a:pt x="27" y="29"/>
                  </a:cubicBezTo>
                  <a:cubicBezTo>
                    <a:pt x="30" y="28"/>
                    <a:pt x="31" y="26"/>
                    <a:pt x="31" y="24"/>
                  </a:cubicBezTo>
                  <a:cubicBezTo>
                    <a:pt x="32" y="20"/>
                    <a:pt x="31" y="16"/>
                    <a:pt x="30" y="13"/>
                  </a:cubicBezTo>
                  <a:cubicBezTo>
                    <a:pt x="30" y="13"/>
                    <a:pt x="30" y="13"/>
                    <a:pt x="30" y="13"/>
                  </a:cubicBezTo>
                  <a:cubicBezTo>
                    <a:pt x="30" y="15"/>
                    <a:pt x="31" y="17"/>
                    <a:pt x="31" y="19"/>
                  </a:cubicBezTo>
                  <a:cubicBezTo>
                    <a:pt x="31" y="20"/>
                    <a:pt x="30" y="22"/>
                    <a:pt x="29" y="24"/>
                  </a:cubicBezTo>
                  <a:cubicBezTo>
                    <a:pt x="27" y="26"/>
                    <a:pt x="24" y="27"/>
                    <a:pt x="21" y="28"/>
                  </a:cubicBezTo>
                  <a:cubicBezTo>
                    <a:pt x="19" y="28"/>
                    <a:pt x="18" y="28"/>
                    <a:pt x="16" y="27"/>
                  </a:cubicBezTo>
                  <a:cubicBezTo>
                    <a:pt x="15" y="27"/>
                    <a:pt x="13" y="26"/>
                    <a:pt x="12" y="25"/>
                  </a:cubicBezTo>
                  <a:cubicBezTo>
                    <a:pt x="10" y="23"/>
                    <a:pt x="8" y="21"/>
                    <a:pt x="6" y="18"/>
                  </a:cubicBezTo>
                  <a:cubicBezTo>
                    <a:pt x="5" y="16"/>
                    <a:pt x="5" y="14"/>
                    <a:pt x="4" y="12"/>
                  </a:cubicBezTo>
                  <a:cubicBezTo>
                    <a:pt x="4" y="11"/>
                    <a:pt x="4" y="10"/>
                    <a:pt x="4" y="9"/>
                  </a:cubicBezTo>
                  <a:cubicBezTo>
                    <a:pt x="3" y="8"/>
                    <a:pt x="3" y="7"/>
                    <a:pt x="3" y="7"/>
                  </a:cubicBezTo>
                  <a:cubicBezTo>
                    <a:pt x="3" y="7"/>
                    <a:pt x="2" y="7"/>
                    <a:pt x="2" y="7"/>
                  </a:cubicBezTo>
                  <a:cubicBezTo>
                    <a:pt x="2" y="8"/>
                    <a:pt x="2" y="9"/>
                    <a:pt x="2" y="10"/>
                  </a:cubicBezTo>
                  <a:cubicBezTo>
                    <a:pt x="3" y="12"/>
                    <a:pt x="3" y="13"/>
                    <a:pt x="4" y="14"/>
                  </a:cubicBezTo>
                  <a:cubicBezTo>
                    <a:pt x="6" y="17"/>
                    <a:pt x="7" y="19"/>
                    <a:pt x="10" y="21"/>
                  </a:cubicBezTo>
                  <a:cubicBezTo>
                    <a:pt x="12" y="24"/>
                    <a:pt x="15" y="26"/>
                    <a:pt x="18" y="26"/>
                  </a:cubicBezTo>
                  <a:cubicBezTo>
                    <a:pt x="21" y="27"/>
                    <a:pt x="24" y="26"/>
                    <a:pt x="26" y="24"/>
                  </a:cubicBezTo>
                  <a:cubicBezTo>
                    <a:pt x="29" y="22"/>
                    <a:pt x="30" y="18"/>
                    <a:pt x="30" y="14"/>
                  </a:cubicBezTo>
                  <a:cubicBezTo>
                    <a:pt x="30" y="14"/>
                    <a:pt x="29" y="14"/>
                    <a:pt x="29" y="14"/>
                  </a:cubicBezTo>
                  <a:cubicBezTo>
                    <a:pt x="30" y="16"/>
                    <a:pt x="31" y="18"/>
                    <a:pt x="30" y="20"/>
                  </a:cubicBezTo>
                  <a:cubicBezTo>
                    <a:pt x="29" y="22"/>
                    <a:pt x="27" y="23"/>
                    <a:pt x="26" y="24"/>
                  </a:cubicBezTo>
                  <a:cubicBezTo>
                    <a:pt x="24" y="25"/>
                    <a:pt x="21" y="26"/>
                    <a:pt x="19" y="26"/>
                  </a:cubicBezTo>
                  <a:cubicBezTo>
                    <a:pt x="17" y="26"/>
                    <a:pt x="15" y="26"/>
                    <a:pt x="13" y="25"/>
                  </a:cubicBezTo>
                  <a:cubicBezTo>
                    <a:pt x="10" y="24"/>
                    <a:pt x="8" y="21"/>
                    <a:pt x="6" y="19"/>
                  </a:cubicBezTo>
                  <a:cubicBezTo>
                    <a:pt x="5" y="17"/>
                    <a:pt x="3" y="16"/>
                    <a:pt x="2" y="14"/>
                  </a:cubicBezTo>
                  <a:cubicBezTo>
                    <a:pt x="2" y="13"/>
                    <a:pt x="1" y="11"/>
                    <a:pt x="1" y="9"/>
                  </a:cubicBezTo>
                  <a:cubicBezTo>
                    <a:pt x="0" y="6"/>
                    <a:pt x="3" y="0"/>
                    <a:pt x="8" y="2"/>
                  </a:cubicBezTo>
                  <a:cubicBezTo>
                    <a:pt x="8" y="2"/>
                    <a:pt x="7" y="2"/>
                    <a:pt x="7" y="2"/>
                  </a:cubicBezTo>
                  <a:cubicBezTo>
                    <a:pt x="7" y="2"/>
                    <a:pt x="6" y="3"/>
                    <a:pt x="5" y="4"/>
                  </a:cubicBezTo>
                  <a:cubicBezTo>
                    <a:pt x="5" y="4"/>
                    <a:pt x="4" y="5"/>
                    <a:pt x="4" y="6"/>
                  </a:cubicBezTo>
                  <a:cubicBezTo>
                    <a:pt x="3" y="9"/>
                    <a:pt x="4" y="11"/>
                    <a:pt x="3" y="14"/>
                  </a:cubicBezTo>
                  <a:cubicBezTo>
                    <a:pt x="3" y="14"/>
                    <a:pt x="3" y="14"/>
                    <a:pt x="3" y="14"/>
                  </a:cubicBezTo>
                  <a:cubicBezTo>
                    <a:pt x="2" y="13"/>
                    <a:pt x="2" y="12"/>
                    <a:pt x="2" y="10"/>
                  </a:cubicBezTo>
                  <a:cubicBezTo>
                    <a:pt x="2" y="9"/>
                    <a:pt x="2" y="8"/>
                    <a:pt x="2" y="7"/>
                  </a:cubicBezTo>
                  <a:cubicBezTo>
                    <a:pt x="3" y="5"/>
                    <a:pt x="4" y="4"/>
                    <a:pt x="5" y="3"/>
                  </a:cubicBezTo>
                  <a:cubicBezTo>
                    <a:pt x="5" y="3"/>
                    <a:pt x="6" y="2"/>
                    <a:pt x="7" y="2"/>
                  </a:cubicBezTo>
                  <a:cubicBezTo>
                    <a:pt x="8" y="2"/>
                    <a:pt x="8" y="2"/>
                    <a:pt x="9" y="1"/>
                  </a:cubicBezTo>
                  <a:cubicBezTo>
                    <a:pt x="9" y="1"/>
                    <a:pt x="9" y="1"/>
                    <a:pt x="9" y="1"/>
                  </a:cubicBezTo>
                  <a:cubicBezTo>
                    <a:pt x="6" y="1"/>
                    <a:pt x="4" y="4"/>
                    <a:pt x="3" y="6"/>
                  </a:cubicBezTo>
                  <a:cubicBezTo>
                    <a:pt x="3" y="7"/>
                    <a:pt x="3" y="9"/>
                    <a:pt x="3" y="10"/>
                  </a:cubicBezTo>
                  <a:cubicBezTo>
                    <a:pt x="4" y="11"/>
                    <a:pt x="4" y="13"/>
                    <a:pt x="5" y="14"/>
                  </a:cubicBezTo>
                  <a:cubicBezTo>
                    <a:pt x="5" y="15"/>
                    <a:pt x="6" y="16"/>
                    <a:pt x="7" y="17"/>
                  </a:cubicBezTo>
                  <a:cubicBezTo>
                    <a:pt x="7" y="17"/>
                    <a:pt x="7" y="17"/>
                    <a:pt x="7" y="17"/>
                  </a:cubicBezTo>
                  <a:cubicBezTo>
                    <a:pt x="6" y="14"/>
                    <a:pt x="3" y="10"/>
                    <a:pt x="4" y="7"/>
                  </a:cubicBezTo>
                  <a:cubicBezTo>
                    <a:pt x="5" y="6"/>
                    <a:pt x="6" y="4"/>
                    <a:pt x="7" y="3"/>
                  </a:cubicBezTo>
                  <a:cubicBezTo>
                    <a:pt x="7" y="3"/>
                    <a:pt x="9" y="2"/>
                    <a:pt x="10" y="2"/>
                  </a:cubicBezTo>
                  <a:cubicBezTo>
                    <a:pt x="10" y="2"/>
                    <a:pt x="10" y="2"/>
                    <a:pt x="10" y="2"/>
                  </a:cubicBezTo>
                  <a:cubicBezTo>
                    <a:pt x="9" y="2"/>
                    <a:pt x="7" y="3"/>
                    <a:pt x="6" y="4"/>
                  </a:cubicBezTo>
                  <a:cubicBezTo>
                    <a:pt x="5" y="5"/>
                    <a:pt x="4" y="7"/>
                    <a:pt x="4" y="8"/>
                  </a:cubicBezTo>
                  <a:cubicBezTo>
                    <a:pt x="3" y="10"/>
                    <a:pt x="3" y="12"/>
                    <a:pt x="3" y="14"/>
                  </a:cubicBezTo>
                  <a:cubicBezTo>
                    <a:pt x="3" y="15"/>
                    <a:pt x="4" y="17"/>
                    <a:pt x="5" y="19"/>
                  </a:cubicBezTo>
                  <a:cubicBezTo>
                    <a:pt x="6" y="20"/>
                    <a:pt x="6" y="21"/>
                    <a:pt x="7" y="22"/>
                  </a:cubicBezTo>
                  <a:cubicBezTo>
                    <a:pt x="7" y="22"/>
                    <a:pt x="7" y="22"/>
                    <a:pt x="7"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sp>
        <p:nvSpPr>
          <p:cNvPr id="71" name="TextBox 2"/>
          <p:cNvSpPr txBox="1"/>
          <p:nvPr/>
        </p:nvSpPr>
        <p:spPr>
          <a:xfrm>
            <a:off x="1114696" y="571195"/>
            <a:ext cx="3467616"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cs typeface="+mn-ea"/>
                <a:sym typeface="+mn-lt"/>
              </a:rPr>
              <a:t>输入本页标题内容</a:t>
            </a:r>
            <a:endParaRPr lang="en-GB" altLang="zh-CN" sz="3200" dirty="0">
              <a:cs typeface="+mn-ea"/>
              <a:sym typeface="+mn-lt"/>
            </a:endParaRPr>
          </a:p>
        </p:txBody>
      </p:sp>
      <p:sp>
        <p:nvSpPr>
          <p:cNvPr id="72" name="Freeform 56"/>
          <p:cNvSpPr/>
          <p:nvPr/>
        </p:nvSpPr>
        <p:spPr bwMode="auto">
          <a:xfrm>
            <a:off x="642040" y="1178631"/>
            <a:ext cx="3789365" cy="79473"/>
          </a:xfrm>
          <a:custGeom>
            <a:avLst/>
            <a:gdLst>
              <a:gd name="T0" fmla="*/ 527 w 7950"/>
              <a:gd name="T1" fmla="*/ 290 h 587"/>
              <a:gd name="T2" fmla="*/ 327 w 7950"/>
              <a:gd name="T3" fmla="*/ 288 h 587"/>
              <a:gd name="T4" fmla="*/ 228 w 7950"/>
              <a:gd name="T5" fmla="*/ 296 h 587"/>
              <a:gd name="T6" fmla="*/ 142 w 7950"/>
              <a:gd name="T7" fmla="*/ 316 h 587"/>
              <a:gd name="T8" fmla="*/ 73 w 7950"/>
              <a:gd name="T9" fmla="*/ 351 h 587"/>
              <a:gd name="T10" fmla="*/ 23 w 7950"/>
              <a:gd name="T11" fmla="*/ 405 h 587"/>
              <a:gd name="T12" fmla="*/ 21 w 7950"/>
              <a:gd name="T13" fmla="*/ 485 h 587"/>
              <a:gd name="T14" fmla="*/ 64 w 7950"/>
              <a:gd name="T15" fmla="*/ 524 h 587"/>
              <a:gd name="T16" fmla="*/ 109 w 7950"/>
              <a:gd name="T17" fmla="*/ 541 h 587"/>
              <a:gd name="T18" fmla="*/ 182 w 7950"/>
              <a:gd name="T19" fmla="*/ 548 h 587"/>
              <a:gd name="T20" fmla="*/ 270 w 7950"/>
              <a:gd name="T21" fmla="*/ 548 h 587"/>
              <a:gd name="T22" fmla="*/ 376 w 7950"/>
              <a:gd name="T23" fmla="*/ 528 h 587"/>
              <a:gd name="T24" fmla="*/ 515 w 7950"/>
              <a:gd name="T25" fmla="*/ 505 h 587"/>
              <a:gd name="T26" fmla="*/ 710 w 7950"/>
              <a:gd name="T27" fmla="*/ 506 h 587"/>
              <a:gd name="T28" fmla="*/ 997 w 7950"/>
              <a:gd name="T29" fmla="*/ 534 h 587"/>
              <a:gd name="T30" fmla="*/ 1360 w 7950"/>
              <a:gd name="T31" fmla="*/ 571 h 587"/>
              <a:gd name="T32" fmla="*/ 1727 w 7950"/>
              <a:gd name="T33" fmla="*/ 587 h 587"/>
              <a:gd name="T34" fmla="*/ 2179 w 7950"/>
              <a:gd name="T35" fmla="*/ 578 h 587"/>
              <a:gd name="T36" fmla="*/ 2733 w 7950"/>
              <a:gd name="T37" fmla="*/ 529 h 587"/>
              <a:gd name="T38" fmla="*/ 3404 w 7950"/>
              <a:gd name="T39" fmla="*/ 430 h 587"/>
              <a:gd name="T40" fmla="*/ 3882 w 7950"/>
              <a:gd name="T41" fmla="*/ 347 h 587"/>
              <a:gd name="T42" fmla="*/ 4267 w 7950"/>
              <a:gd name="T43" fmla="*/ 299 h 587"/>
              <a:gd name="T44" fmla="*/ 4651 w 7950"/>
              <a:gd name="T45" fmla="*/ 268 h 587"/>
              <a:gd name="T46" fmla="*/ 5037 w 7950"/>
              <a:gd name="T47" fmla="*/ 253 h 587"/>
              <a:gd name="T48" fmla="*/ 5423 w 7950"/>
              <a:gd name="T49" fmla="*/ 249 h 587"/>
              <a:gd name="T50" fmla="*/ 5810 w 7950"/>
              <a:gd name="T51" fmla="*/ 256 h 587"/>
              <a:gd name="T52" fmla="*/ 6493 w 7950"/>
              <a:gd name="T53" fmla="*/ 284 h 587"/>
              <a:gd name="T54" fmla="*/ 6816 w 7950"/>
              <a:gd name="T55" fmla="*/ 302 h 587"/>
              <a:gd name="T56" fmla="*/ 6982 w 7950"/>
              <a:gd name="T57" fmla="*/ 315 h 587"/>
              <a:gd name="T58" fmla="*/ 7153 w 7950"/>
              <a:gd name="T59" fmla="*/ 327 h 587"/>
              <a:gd name="T60" fmla="*/ 7350 w 7950"/>
              <a:gd name="T61" fmla="*/ 334 h 587"/>
              <a:gd name="T62" fmla="*/ 7513 w 7950"/>
              <a:gd name="T63" fmla="*/ 338 h 587"/>
              <a:gd name="T64" fmla="*/ 7693 w 7950"/>
              <a:gd name="T65" fmla="*/ 358 h 587"/>
              <a:gd name="T66" fmla="*/ 7798 w 7950"/>
              <a:gd name="T67" fmla="*/ 368 h 587"/>
              <a:gd name="T68" fmla="*/ 7840 w 7950"/>
              <a:gd name="T69" fmla="*/ 357 h 587"/>
              <a:gd name="T70" fmla="*/ 7877 w 7950"/>
              <a:gd name="T71" fmla="*/ 327 h 587"/>
              <a:gd name="T72" fmla="*/ 7926 w 7950"/>
              <a:gd name="T73" fmla="*/ 253 h 587"/>
              <a:gd name="T74" fmla="*/ 7907 w 7950"/>
              <a:gd name="T75" fmla="*/ 168 h 587"/>
              <a:gd name="T76" fmla="*/ 7854 w 7950"/>
              <a:gd name="T77" fmla="*/ 127 h 587"/>
              <a:gd name="T78" fmla="*/ 7801 w 7950"/>
              <a:gd name="T79" fmla="*/ 101 h 587"/>
              <a:gd name="T80" fmla="*/ 7746 w 7950"/>
              <a:gd name="T81" fmla="*/ 86 h 587"/>
              <a:gd name="T82" fmla="*/ 7633 w 7950"/>
              <a:gd name="T83" fmla="*/ 78 h 587"/>
              <a:gd name="T84" fmla="*/ 5468 w 7950"/>
              <a:gd name="T85" fmla="*/ 0 h 587"/>
              <a:gd name="T86" fmla="*/ 4811 w 7950"/>
              <a:gd name="T87" fmla="*/ 5 h 587"/>
              <a:gd name="T88" fmla="*/ 4500 w 7950"/>
              <a:gd name="T89" fmla="*/ 15 h 587"/>
              <a:gd name="T90" fmla="*/ 4249 w 7950"/>
              <a:gd name="T91" fmla="*/ 33 h 587"/>
              <a:gd name="T92" fmla="*/ 4018 w 7950"/>
              <a:gd name="T93" fmla="*/ 61 h 587"/>
              <a:gd name="T94" fmla="*/ 3629 w 7950"/>
              <a:gd name="T95" fmla="*/ 126 h 587"/>
              <a:gd name="T96" fmla="*/ 2831 w 7950"/>
              <a:gd name="T97" fmla="*/ 265 h 587"/>
              <a:gd name="T98" fmla="*/ 2570 w 7950"/>
              <a:gd name="T99" fmla="*/ 299 h 587"/>
              <a:gd name="T100" fmla="*/ 2316 w 7950"/>
              <a:gd name="T101" fmla="*/ 318 h 587"/>
              <a:gd name="T102" fmla="*/ 2062 w 7950"/>
              <a:gd name="T103" fmla="*/ 325 h 587"/>
              <a:gd name="T104" fmla="*/ 1548 w 7950"/>
              <a:gd name="T105" fmla="*/ 315 h 587"/>
              <a:gd name="T106" fmla="*/ 1004 w 7950"/>
              <a:gd name="T107" fmla="*/ 29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50" h="587">
                <a:moveTo>
                  <a:pt x="714" y="294"/>
                </a:moveTo>
                <a:lnTo>
                  <a:pt x="651" y="293"/>
                </a:lnTo>
                <a:lnTo>
                  <a:pt x="588" y="292"/>
                </a:lnTo>
                <a:lnTo>
                  <a:pt x="527" y="290"/>
                </a:lnTo>
                <a:lnTo>
                  <a:pt x="468" y="288"/>
                </a:lnTo>
                <a:lnTo>
                  <a:pt x="410" y="287"/>
                </a:lnTo>
                <a:lnTo>
                  <a:pt x="354" y="287"/>
                </a:lnTo>
                <a:lnTo>
                  <a:pt x="327" y="288"/>
                </a:lnTo>
                <a:lnTo>
                  <a:pt x="301" y="289"/>
                </a:lnTo>
                <a:lnTo>
                  <a:pt x="276" y="291"/>
                </a:lnTo>
                <a:lnTo>
                  <a:pt x="252" y="293"/>
                </a:lnTo>
                <a:lnTo>
                  <a:pt x="228" y="296"/>
                </a:lnTo>
                <a:lnTo>
                  <a:pt x="205" y="300"/>
                </a:lnTo>
                <a:lnTo>
                  <a:pt x="183" y="304"/>
                </a:lnTo>
                <a:lnTo>
                  <a:pt x="162" y="309"/>
                </a:lnTo>
                <a:lnTo>
                  <a:pt x="142" y="316"/>
                </a:lnTo>
                <a:lnTo>
                  <a:pt x="123" y="323"/>
                </a:lnTo>
                <a:lnTo>
                  <a:pt x="106" y="331"/>
                </a:lnTo>
                <a:lnTo>
                  <a:pt x="89" y="340"/>
                </a:lnTo>
                <a:lnTo>
                  <a:pt x="73" y="351"/>
                </a:lnTo>
                <a:lnTo>
                  <a:pt x="59" y="362"/>
                </a:lnTo>
                <a:lnTo>
                  <a:pt x="46" y="375"/>
                </a:lnTo>
                <a:lnTo>
                  <a:pt x="34" y="390"/>
                </a:lnTo>
                <a:lnTo>
                  <a:pt x="23" y="405"/>
                </a:lnTo>
                <a:lnTo>
                  <a:pt x="14" y="423"/>
                </a:lnTo>
                <a:lnTo>
                  <a:pt x="6" y="441"/>
                </a:lnTo>
                <a:lnTo>
                  <a:pt x="0" y="462"/>
                </a:lnTo>
                <a:lnTo>
                  <a:pt x="21" y="485"/>
                </a:lnTo>
                <a:lnTo>
                  <a:pt x="39" y="503"/>
                </a:lnTo>
                <a:lnTo>
                  <a:pt x="47" y="511"/>
                </a:lnTo>
                <a:lnTo>
                  <a:pt x="56" y="518"/>
                </a:lnTo>
                <a:lnTo>
                  <a:pt x="64" y="524"/>
                </a:lnTo>
                <a:lnTo>
                  <a:pt x="74" y="529"/>
                </a:lnTo>
                <a:lnTo>
                  <a:pt x="84" y="534"/>
                </a:lnTo>
                <a:lnTo>
                  <a:pt x="96" y="538"/>
                </a:lnTo>
                <a:lnTo>
                  <a:pt x="109" y="541"/>
                </a:lnTo>
                <a:lnTo>
                  <a:pt x="123" y="544"/>
                </a:lnTo>
                <a:lnTo>
                  <a:pt x="140" y="546"/>
                </a:lnTo>
                <a:lnTo>
                  <a:pt x="160" y="547"/>
                </a:lnTo>
                <a:lnTo>
                  <a:pt x="182" y="548"/>
                </a:lnTo>
                <a:lnTo>
                  <a:pt x="207" y="549"/>
                </a:lnTo>
                <a:lnTo>
                  <a:pt x="230" y="549"/>
                </a:lnTo>
                <a:lnTo>
                  <a:pt x="251" y="549"/>
                </a:lnTo>
                <a:lnTo>
                  <a:pt x="270" y="548"/>
                </a:lnTo>
                <a:lnTo>
                  <a:pt x="288" y="546"/>
                </a:lnTo>
                <a:lnTo>
                  <a:pt x="320" y="541"/>
                </a:lnTo>
                <a:lnTo>
                  <a:pt x="348" y="535"/>
                </a:lnTo>
                <a:lnTo>
                  <a:pt x="376" y="528"/>
                </a:lnTo>
                <a:lnTo>
                  <a:pt x="403" y="521"/>
                </a:lnTo>
                <a:lnTo>
                  <a:pt x="434" y="515"/>
                </a:lnTo>
                <a:lnTo>
                  <a:pt x="469" y="510"/>
                </a:lnTo>
                <a:lnTo>
                  <a:pt x="515" y="505"/>
                </a:lnTo>
                <a:lnTo>
                  <a:pt x="562" y="502"/>
                </a:lnTo>
                <a:lnTo>
                  <a:pt x="610" y="502"/>
                </a:lnTo>
                <a:lnTo>
                  <a:pt x="660" y="503"/>
                </a:lnTo>
                <a:lnTo>
                  <a:pt x="710" y="506"/>
                </a:lnTo>
                <a:lnTo>
                  <a:pt x="764" y="510"/>
                </a:lnTo>
                <a:lnTo>
                  <a:pt x="819" y="515"/>
                </a:lnTo>
                <a:lnTo>
                  <a:pt x="876" y="521"/>
                </a:lnTo>
                <a:lnTo>
                  <a:pt x="997" y="534"/>
                </a:lnTo>
                <a:lnTo>
                  <a:pt x="1131" y="549"/>
                </a:lnTo>
                <a:lnTo>
                  <a:pt x="1204" y="557"/>
                </a:lnTo>
                <a:lnTo>
                  <a:pt x="1280" y="564"/>
                </a:lnTo>
                <a:lnTo>
                  <a:pt x="1360" y="571"/>
                </a:lnTo>
                <a:lnTo>
                  <a:pt x="1445" y="576"/>
                </a:lnTo>
                <a:lnTo>
                  <a:pt x="1535" y="581"/>
                </a:lnTo>
                <a:lnTo>
                  <a:pt x="1628" y="585"/>
                </a:lnTo>
                <a:lnTo>
                  <a:pt x="1727" y="587"/>
                </a:lnTo>
                <a:lnTo>
                  <a:pt x="1831" y="587"/>
                </a:lnTo>
                <a:lnTo>
                  <a:pt x="1942" y="586"/>
                </a:lnTo>
                <a:lnTo>
                  <a:pt x="2057" y="583"/>
                </a:lnTo>
                <a:lnTo>
                  <a:pt x="2179" y="578"/>
                </a:lnTo>
                <a:lnTo>
                  <a:pt x="2308" y="570"/>
                </a:lnTo>
                <a:lnTo>
                  <a:pt x="2442" y="559"/>
                </a:lnTo>
                <a:lnTo>
                  <a:pt x="2584" y="545"/>
                </a:lnTo>
                <a:lnTo>
                  <a:pt x="2733" y="529"/>
                </a:lnTo>
                <a:lnTo>
                  <a:pt x="2889" y="510"/>
                </a:lnTo>
                <a:lnTo>
                  <a:pt x="3053" y="487"/>
                </a:lnTo>
                <a:lnTo>
                  <a:pt x="3225" y="460"/>
                </a:lnTo>
                <a:lnTo>
                  <a:pt x="3404" y="430"/>
                </a:lnTo>
                <a:lnTo>
                  <a:pt x="3593" y="396"/>
                </a:lnTo>
                <a:lnTo>
                  <a:pt x="3689" y="378"/>
                </a:lnTo>
                <a:lnTo>
                  <a:pt x="3785" y="362"/>
                </a:lnTo>
                <a:lnTo>
                  <a:pt x="3882" y="347"/>
                </a:lnTo>
                <a:lnTo>
                  <a:pt x="3978" y="333"/>
                </a:lnTo>
                <a:lnTo>
                  <a:pt x="4074" y="321"/>
                </a:lnTo>
                <a:lnTo>
                  <a:pt x="4170" y="309"/>
                </a:lnTo>
                <a:lnTo>
                  <a:pt x="4267" y="299"/>
                </a:lnTo>
                <a:lnTo>
                  <a:pt x="4363" y="290"/>
                </a:lnTo>
                <a:lnTo>
                  <a:pt x="4458" y="282"/>
                </a:lnTo>
                <a:lnTo>
                  <a:pt x="4554" y="275"/>
                </a:lnTo>
                <a:lnTo>
                  <a:pt x="4651" y="268"/>
                </a:lnTo>
                <a:lnTo>
                  <a:pt x="4747" y="263"/>
                </a:lnTo>
                <a:lnTo>
                  <a:pt x="4843" y="259"/>
                </a:lnTo>
                <a:lnTo>
                  <a:pt x="4940" y="255"/>
                </a:lnTo>
                <a:lnTo>
                  <a:pt x="5037" y="253"/>
                </a:lnTo>
                <a:lnTo>
                  <a:pt x="5133" y="251"/>
                </a:lnTo>
                <a:lnTo>
                  <a:pt x="5229" y="250"/>
                </a:lnTo>
                <a:lnTo>
                  <a:pt x="5325" y="249"/>
                </a:lnTo>
                <a:lnTo>
                  <a:pt x="5423" y="249"/>
                </a:lnTo>
                <a:lnTo>
                  <a:pt x="5519" y="250"/>
                </a:lnTo>
                <a:lnTo>
                  <a:pt x="5616" y="251"/>
                </a:lnTo>
                <a:lnTo>
                  <a:pt x="5712" y="253"/>
                </a:lnTo>
                <a:lnTo>
                  <a:pt x="5810" y="256"/>
                </a:lnTo>
                <a:lnTo>
                  <a:pt x="5907" y="259"/>
                </a:lnTo>
                <a:lnTo>
                  <a:pt x="6101" y="266"/>
                </a:lnTo>
                <a:lnTo>
                  <a:pt x="6297" y="274"/>
                </a:lnTo>
                <a:lnTo>
                  <a:pt x="6493" y="284"/>
                </a:lnTo>
                <a:lnTo>
                  <a:pt x="6688" y="294"/>
                </a:lnTo>
                <a:lnTo>
                  <a:pt x="6732" y="296"/>
                </a:lnTo>
                <a:lnTo>
                  <a:pt x="6775" y="299"/>
                </a:lnTo>
                <a:lnTo>
                  <a:pt x="6816" y="302"/>
                </a:lnTo>
                <a:lnTo>
                  <a:pt x="6858" y="305"/>
                </a:lnTo>
                <a:lnTo>
                  <a:pt x="6900" y="309"/>
                </a:lnTo>
                <a:lnTo>
                  <a:pt x="6941" y="312"/>
                </a:lnTo>
                <a:lnTo>
                  <a:pt x="6982" y="315"/>
                </a:lnTo>
                <a:lnTo>
                  <a:pt x="7023" y="318"/>
                </a:lnTo>
                <a:lnTo>
                  <a:pt x="7066" y="322"/>
                </a:lnTo>
                <a:lnTo>
                  <a:pt x="7109" y="324"/>
                </a:lnTo>
                <a:lnTo>
                  <a:pt x="7153" y="327"/>
                </a:lnTo>
                <a:lnTo>
                  <a:pt x="7200" y="329"/>
                </a:lnTo>
                <a:lnTo>
                  <a:pt x="7247" y="331"/>
                </a:lnTo>
                <a:lnTo>
                  <a:pt x="7298" y="333"/>
                </a:lnTo>
                <a:lnTo>
                  <a:pt x="7350" y="334"/>
                </a:lnTo>
                <a:lnTo>
                  <a:pt x="7405" y="335"/>
                </a:lnTo>
                <a:lnTo>
                  <a:pt x="7443" y="335"/>
                </a:lnTo>
                <a:lnTo>
                  <a:pt x="7479" y="336"/>
                </a:lnTo>
                <a:lnTo>
                  <a:pt x="7513" y="338"/>
                </a:lnTo>
                <a:lnTo>
                  <a:pt x="7545" y="340"/>
                </a:lnTo>
                <a:lnTo>
                  <a:pt x="7601" y="346"/>
                </a:lnTo>
                <a:lnTo>
                  <a:pt x="7651" y="352"/>
                </a:lnTo>
                <a:lnTo>
                  <a:pt x="7693" y="358"/>
                </a:lnTo>
                <a:lnTo>
                  <a:pt x="7729" y="363"/>
                </a:lnTo>
                <a:lnTo>
                  <a:pt x="7760" y="367"/>
                </a:lnTo>
                <a:lnTo>
                  <a:pt x="7786" y="368"/>
                </a:lnTo>
                <a:lnTo>
                  <a:pt x="7798" y="368"/>
                </a:lnTo>
                <a:lnTo>
                  <a:pt x="7810" y="367"/>
                </a:lnTo>
                <a:lnTo>
                  <a:pt x="7820" y="365"/>
                </a:lnTo>
                <a:lnTo>
                  <a:pt x="7830" y="362"/>
                </a:lnTo>
                <a:lnTo>
                  <a:pt x="7840" y="357"/>
                </a:lnTo>
                <a:lnTo>
                  <a:pt x="7850" y="352"/>
                </a:lnTo>
                <a:lnTo>
                  <a:pt x="7859" y="345"/>
                </a:lnTo>
                <a:lnTo>
                  <a:pt x="7868" y="337"/>
                </a:lnTo>
                <a:lnTo>
                  <a:pt x="7877" y="327"/>
                </a:lnTo>
                <a:lnTo>
                  <a:pt x="7886" y="316"/>
                </a:lnTo>
                <a:lnTo>
                  <a:pt x="7895" y="303"/>
                </a:lnTo>
                <a:lnTo>
                  <a:pt x="7905" y="288"/>
                </a:lnTo>
                <a:lnTo>
                  <a:pt x="7926" y="253"/>
                </a:lnTo>
                <a:lnTo>
                  <a:pt x="7950" y="210"/>
                </a:lnTo>
                <a:lnTo>
                  <a:pt x="7935" y="195"/>
                </a:lnTo>
                <a:lnTo>
                  <a:pt x="7921" y="181"/>
                </a:lnTo>
                <a:lnTo>
                  <a:pt x="7907" y="168"/>
                </a:lnTo>
                <a:lnTo>
                  <a:pt x="7893" y="157"/>
                </a:lnTo>
                <a:lnTo>
                  <a:pt x="7880" y="146"/>
                </a:lnTo>
                <a:lnTo>
                  <a:pt x="7867" y="136"/>
                </a:lnTo>
                <a:lnTo>
                  <a:pt x="7854" y="127"/>
                </a:lnTo>
                <a:lnTo>
                  <a:pt x="7840" y="120"/>
                </a:lnTo>
                <a:lnTo>
                  <a:pt x="7827" y="113"/>
                </a:lnTo>
                <a:lnTo>
                  <a:pt x="7814" y="106"/>
                </a:lnTo>
                <a:lnTo>
                  <a:pt x="7801" y="101"/>
                </a:lnTo>
                <a:lnTo>
                  <a:pt x="7787" y="96"/>
                </a:lnTo>
                <a:lnTo>
                  <a:pt x="7774" y="92"/>
                </a:lnTo>
                <a:lnTo>
                  <a:pt x="7760" y="89"/>
                </a:lnTo>
                <a:lnTo>
                  <a:pt x="7746" y="86"/>
                </a:lnTo>
                <a:lnTo>
                  <a:pt x="7731" y="83"/>
                </a:lnTo>
                <a:lnTo>
                  <a:pt x="7701" y="80"/>
                </a:lnTo>
                <a:lnTo>
                  <a:pt x="7668" y="79"/>
                </a:lnTo>
                <a:lnTo>
                  <a:pt x="7633" y="78"/>
                </a:lnTo>
                <a:lnTo>
                  <a:pt x="7594" y="79"/>
                </a:lnTo>
                <a:lnTo>
                  <a:pt x="7507" y="82"/>
                </a:lnTo>
                <a:lnTo>
                  <a:pt x="7403" y="84"/>
                </a:lnTo>
                <a:lnTo>
                  <a:pt x="5468" y="0"/>
                </a:lnTo>
                <a:lnTo>
                  <a:pt x="5217" y="1"/>
                </a:lnTo>
                <a:lnTo>
                  <a:pt x="5000" y="2"/>
                </a:lnTo>
                <a:lnTo>
                  <a:pt x="4902" y="3"/>
                </a:lnTo>
                <a:lnTo>
                  <a:pt x="4811" y="5"/>
                </a:lnTo>
                <a:lnTo>
                  <a:pt x="4726" y="7"/>
                </a:lnTo>
                <a:lnTo>
                  <a:pt x="4646" y="9"/>
                </a:lnTo>
                <a:lnTo>
                  <a:pt x="4571" y="12"/>
                </a:lnTo>
                <a:lnTo>
                  <a:pt x="4500" y="15"/>
                </a:lnTo>
                <a:lnTo>
                  <a:pt x="4434" y="19"/>
                </a:lnTo>
                <a:lnTo>
                  <a:pt x="4370" y="23"/>
                </a:lnTo>
                <a:lnTo>
                  <a:pt x="4309" y="28"/>
                </a:lnTo>
                <a:lnTo>
                  <a:pt x="4249" y="33"/>
                </a:lnTo>
                <a:lnTo>
                  <a:pt x="4190" y="39"/>
                </a:lnTo>
                <a:lnTo>
                  <a:pt x="4133" y="46"/>
                </a:lnTo>
                <a:lnTo>
                  <a:pt x="4076" y="53"/>
                </a:lnTo>
                <a:lnTo>
                  <a:pt x="4018" y="61"/>
                </a:lnTo>
                <a:lnTo>
                  <a:pt x="3959" y="70"/>
                </a:lnTo>
                <a:lnTo>
                  <a:pt x="3899" y="80"/>
                </a:lnTo>
                <a:lnTo>
                  <a:pt x="3770" y="101"/>
                </a:lnTo>
                <a:lnTo>
                  <a:pt x="3629" y="126"/>
                </a:lnTo>
                <a:lnTo>
                  <a:pt x="3469" y="155"/>
                </a:lnTo>
                <a:lnTo>
                  <a:pt x="3285" y="187"/>
                </a:lnTo>
                <a:lnTo>
                  <a:pt x="3074" y="224"/>
                </a:lnTo>
                <a:lnTo>
                  <a:pt x="2831" y="265"/>
                </a:lnTo>
                <a:lnTo>
                  <a:pt x="2765" y="275"/>
                </a:lnTo>
                <a:lnTo>
                  <a:pt x="2700" y="284"/>
                </a:lnTo>
                <a:lnTo>
                  <a:pt x="2635" y="292"/>
                </a:lnTo>
                <a:lnTo>
                  <a:pt x="2570" y="299"/>
                </a:lnTo>
                <a:lnTo>
                  <a:pt x="2506" y="305"/>
                </a:lnTo>
                <a:lnTo>
                  <a:pt x="2443" y="310"/>
                </a:lnTo>
                <a:lnTo>
                  <a:pt x="2379" y="315"/>
                </a:lnTo>
                <a:lnTo>
                  <a:pt x="2316" y="318"/>
                </a:lnTo>
                <a:lnTo>
                  <a:pt x="2252" y="321"/>
                </a:lnTo>
                <a:lnTo>
                  <a:pt x="2188" y="323"/>
                </a:lnTo>
                <a:lnTo>
                  <a:pt x="2125" y="324"/>
                </a:lnTo>
                <a:lnTo>
                  <a:pt x="2062" y="325"/>
                </a:lnTo>
                <a:lnTo>
                  <a:pt x="1935" y="325"/>
                </a:lnTo>
                <a:lnTo>
                  <a:pt x="1807" y="323"/>
                </a:lnTo>
                <a:lnTo>
                  <a:pt x="1678" y="320"/>
                </a:lnTo>
                <a:lnTo>
                  <a:pt x="1548" y="315"/>
                </a:lnTo>
                <a:lnTo>
                  <a:pt x="1415" y="311"/>
                </a:lnTo>
                <a:lnTo>
                  <a:pt x="1281" y="306"/>
                </a:lnTo>
                <a:lnTo>
                  <a:pt x="1145" y="301"/>
                </a:lnTo>
                <a:lnTo>
                  <a:pt x="1004" y="297"/>
                </a:lnTo>
                <a:lnTo>
                  <a:pt x="861" y="295"/>
                </a:lnTo>
                <a:lnTo>
                  <a:pt x="714" y="294"/>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nvGrpSpPr>
          <p:cNvPr id="73" name="组合 72"/>
          <p:cNvGrpSpPr/>
          <p:nvPr/>
        </p:nvGrpSpPr>
        <p:grpSpPr>
          <a:xfrm>
            <a:off x="642040" y="661641"/>
            <a:ext cx="472656" cy="448521"/>
            <a:chOff x="4219575" y="3103563"/>
            <a:chExt cx="746125" cy="708025"/>
          </a:xfrm>
          <a:solidFill>
            <a:schemeClr val="tx1"/>
          </a:solidFill>
        </p:grpSpPr>
        <p:sp>
          <p:nvSpPr>
            <p:cNvPr id="74" name="Freeform 356"/>
            <p:cNvSpPr/>
            <p:nvPr/>
          </p:nvSpPr>
          <p:spPr bwMode="auto">
            <a:xfrm>
              <a:off x="4276725" y="3703638"/>
              <a:ext cx="17463" cy="60325"/>
            </a:xfrm>
            <a:custGeom>
              <a:avLst/>
              <a:gdLst/>
              <a:ahLst/>
              <a:cxnLst>
                <a:cxn ang="0">
                  <a:pos x="24" y="4"/>
                </a:cxn>
                <a:cxn ang="0">
                  <a:pos x="24" y="4"/>
                </a:cxn>
                <a:cxn ang="0">
                  <a:pos x="22" y="18"/>
                </a:cxn>
                <a:cxn ang="0">
                  <a:pos x="20" y="31"/>
                </a:cxn>
                <a:cxn ang="0">
                  <a:pos x="12" y="57"/>
                </a:cxn>
                <a:cxn ang="0">
                  <a:pos x="7" y="69"/>
                </a:cxn>
                <a:cxn ang="0">
                  <a:pos x="4" y="83"/>
                </a:cxn>
                <a:cxn ang="0">
                  <a:pos x="1" y="95"/>
                </a:cxn>
                <a:cxn ang="0">
                  <a:pos x="0" y="109"/>
                </a:cxn>
                <a:cxn ang="0">
                  <a:pos x="0" y="109"/>
                </a:cxn>
                <a:cxn ang="0">
                  <a:pos x="0" y="111"/>
                </a:cxn>
                <a:cxn ang="0">
                  <a:pos x="1" y="113"/>
                </a:cxn>
                <a:cxn ang="0">
                  <a:pos x="3" y="114"/>
                </a:cxn>
                <a:cxn ang="0">
                  <a:pos x="4" y="114"/>
                </a:cxn>
                <a:cxn ang="0">
                  <a:pos x="6" y="114"/>
                </a:cxn>
                <a:cxn ang="0">
                  <a:pos x="7" y="113"/>
                </a:cxn>
                <a:cxn ang="0">
                  <a:pos x="9" y="111"/>
                </a:cxn>
                <a:cxn ang="0">
                  <a:pos x="10" y="109"/>
                </a:cxn>
                <a:cxn ang="0">
                  <a:pos x="10" y="109"/>
                </a:cxn>
                <a:cxn ang="0">
                  <a:pos x="11" y="95"/>
                </a:cxn>
                <a:cxn ang="0">
                  <a:pos x="14" y="83"/>
                </a:cxn>
                <a:cxn ang="0">
                  <a:pos x="17" y="69"/>
                </a:cxn>
                <a:cxn ang="0">
                  <a:pos x="21" y="57"/>
                </a:cxn>
                <a:cxn ang="0">
                  <a:pos x="29" y="31"/>
                </a:cxn>
                <a:cxn ang="0">
                  <a:pos x="32" y="18"/>
                </a:cxn>
                <a:cxn ang="0">
                  <a:pos x="33" y="4"/>
                </a:cxn>
                <a:cxn ang="0">
                  <a:pos x="33" y="4"/>
                </a:cxn>
                <a:cxn ang="0">
                  <a:pos x="33" y="2"/>
                </a:cxn>
                <a:cxn ang="0">
                  <a:pos x="32" y="1"/>
                </a:cxn>
                <a:cxn ang="0">
                  <a:pos x="30" y="0"/>
                </a:cxn>
                <a:cxn ang="0">
                  <a:pos x="28" y="0"/>
                </a:cxn>
                <a:cxn ang="0">
                  <a:pos x="27" y="0"/>
                </a:cxn>
                <a:cxn ang="0">
                  <a:pos x="25" y="1"/>
                </a:cxn>
                <a:cxn ang="0">
                  <a:pos x="24" y="2"/>
                </a:cxn>
                <a:cxn ang="0">
                  <a:pos x="24" y="4"/>
                </a:cxn>
                <a:cxn ang="0">
                  <a:pos x="24" y="4"/>
                </a:cxn>
              </a:cxnLst>
              <a:rect l="0" t="0" r="r" b="b"/>
              <a:pathLst>
                <a:path w="33" h="114">
                  <a:moveTo>
                    <a:pt x="24" y="4"/>
                  </a:moveTo>
                  <a:lnTo>
                    <a:pt x="24" y="4"/>
                  </a:lnTo>
                  <a:lnTo>
                    <a:pt x="22" y="18"/>
                  </a:lnTo>
                  <a:lnTo>
                    <a:pt x="20" y="31"/>
                  </a:lnTo>
                  <a:lnTo>
                    <a:pt x="12" y="57"/>
                  </a:lnTo>
                  <a:lnTo>
                    <a:pt x="7" y="69"/>
                  </a:lnTo>
                  <a:lnTo>
                    <a:pt x="4" y="83"/>
                  </a:lnTo>
                  <a:lnTo>
                    <a:pt x="1" y="95"/>
                  </a:lnTo>
                  <a:lnTo>
                    <a:pt x="0" y="109"/>
                  </a:lnTo>
                  <a:lnTo>
                    <a:pt x="0" y="109"/>
                  </a:lnTo>
                  <a:lnTo>
                    <a:pt x="0" y="111"/>
                  </a:lnTo>
                  <a:lnTo>
                    <a:pt x="1" y="113"/>
                  </a:lnTo>
                  <a:lnTo>
                    <a:pt x="3" y="114"/>
                  </a:lnTo>
                  <a:lnTo>
                    <a:pt x="4" y="114"/>
                  </a:lnTo>
                  <a:lnTo>
                    <a:pt x="6" y="114"/>
                  </a:lnTo>
                  <a:lnTo>
                    <a:pt x="7" y="113"/>
                  </a:lnTo>
                  <a:lnTo>
                    <a:pt x="9" y="111"/>
                  </a:lnTo>
                  <a:lnTo>
                    <a:pt x="10" y="109"/>
                  </a:lnTo>
                  <a:lnTo>
                    <a:pt x="10" y="109"/>
                  </a:lnTo>
                  <a:lnTo>
                    <a:pt x="11" y="95"/>
                  </a:lnTo>
                  <a:lnTo>
                    <a:pt x="14" y="83"/>
                  </a:lnTo>
                  <a:lnTo>
                    <a:pt x="17" y="69"/>
                  </a:lnTo>
                  <a:lnTo>
                    <a:pt x="21" y="57"/>
                  </a:lnTo>
                  <a:lnTo>
                    <a:pt x="29" y="31"/>
                  </a:lnTo>
                  <a:lnTo>
                    <a:pt x="32" y="18"/>
                  </a:lnTo>
                  <a:lnTo>
                    <a:pt x="33" y="4"/>
                  </a:lnTo>
                  <a:lnTo>
                    <a:pt x="33" y="4"/>
                  </a:lnTo>
                  <a:lnTo>
                    <a:pt x="33" y="2"/>
                  </a:lnTo>
                  <a:lnTo>
                    <a:pt x="32" y="1"/>
                  </a:lnTo>
                  <a:lnTo>
                    <a:pt x="30" y="0"/>
                  </a:lnTo>
                  <a:lnTo>
                    <a:pt x="28" y="0"/>
                  </a:lnTo>
                  <a:lnTo>
                    <a:pt x="27" y="0"/>
                  </a:lnTo>
                  <a:lnTo>
                    <a:pt x="25" y="1"/>
                  </a:lnTo>
                  <a:lnTo>
                    <a:pt x="24" y="2"/>
                  </a:lnTo>
                  <a:lnTo>
                    <a:pt x="24" y="4"/>
                  </a:lnTo>
                  <a:lnTo>
                    <a:pt x="24"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5" name="Freeform 357"/>
            <p:cNvSpPr/>
            <p:nvPr/>
          </p:nvSpPr>
          <p:spPr bwMode="auto">
            <a:xfrm>
              <a:off x="4314825" y="3724275"/>
              <a:ext cx="17463" cy="57150"/>
            </a:xfrm>
            <a:custGeom>
              <a:avLst/>
              <a:gdLst/>
              <a:ahLst/>
              <a:cxnLst>
                <a:cxn ang="0">
                  <a:pos x="23" y="4"/>
                </a:cxn>
                <a:cxn ang="0">
                  <a:pos x="23" y="4"/>
                </a:cxn>
                <a:cxn ang="0">
                  <a:pos x="18" y="17"/>
                </a:cxn>
                <a:cxn ang="0">
                  <a:pos x="14" y="29"/>
                </a:cxn>
                <a:cxn ang="0">
                  <a:pos x="9" y="43"/>
                </a:cxn>
                <a:cxn ang="0">
                  <a:pos x="4" y="55"/>
                </a:cxn>
                <a:cxn ang="0">
                  <a:pos x="4" y="55"/>
                </a:cxn>
                <a:cxn ang="0">
                  <a:pos x="2" y="68"/>
                </a:cxn>
                <a:cxn ang="0">
                  <a:pos x="1" y="80"/>
                </a:cxn>
                <a:cxn ang="0">
                  <a:pos x="0" y="105"/>
                </a:cxn>
                <a:cxn ang="0">
                  <a:pos x="0" y="105"/>
                </a:cxn>
                <a:cxn ang="0">
                  <a:pos x="0" y="106"/>
                </a:cxn>
                <a:cxn ang="0">
                  <a:pos x="1" y="108"/>
                </a:cxn>
                <a:cxn ang="0">
                  <a:pos x="2" y="109"/>
                </a:cxn>
                <a:cxn ang="0">
                  <a:pos x="4" y="109"/>
                </a:cxn>
                <a:cxn ang="0">
                  <a:pos x="6" y="109"/>
                </a:cxn>
                <a:cxn ang="0">
                  <a:pos x="7" y="108"/>
                </a:cxn>
                <a:cxn ang="0">
                  <a:pos x="8" y="106"/>
                </a:cxn>
                <a:cxn ang="0">
                  <a:pos x="9" y="105"/>
                </a:cxn>
                <a:cxn ang="0">
                  <a:pos x="9" y="105"/>
                </a:cxn>
                <a:cxn ang="0">
                  <a:pos x="9" y="93"/>
                </a:cxn>
                <a:cxn ang="0">
                  <a:pos x="11" y="83"/>
                </a:cxn>
                <a:cxn ang="0">
                  <a:pos x="13" y="62"/>
                </a:cxn>
                <a:cxn ang="0">
                  <a:pos x="13" y="62"/>
                </a:cxn>
                <a:cxn ang="0">
                  <a:pos x="14" y="55"/>
                </a:cxn>
                <a:cxn ang="0">
                  <a:pos x="16" y="48"/>
                </a:cxn>
                <a:cxn ang="0">
                  <a:pos x="21" y="33"/>
                </a:cxn>
                <a:cxn ang="0">
                  <a:pos x="27" y="20"/>
                </a:cxn>
                <a:cxn ang="0">
                  <a:pos x="33" y="6"/>
                </a:cxn>
                <a:cxn ang="0">
                  <a:pos x="33" y="6"/>
                </a:cxn>
                <a:cxn ang="0">
                  <a:pos x="33" y="4"/>
                </a:cxn>
                <a:cxn ang="0">
                  <a:pos x="32" y="3"/>
                </a:cxn>
                <a:cxn ang="0">
                  <a:pos x="31" y="1"/>
                </a:cxn>
                <a:cxn ang="0">
                  <a:pos x="28" y="0"/>
                </a:cxn>
                <a:cxn ang="0">
                  <a:pos x="27" y="0"/>
                </a:cxn>
                <a:cxn ang="0">
                  <a:pos x="25" y="0"/>
                </a:cxn>
                <a:cxn ang="0">
                  <a:pos x="24" y="1"/>
                </a:cxn>
                <a:cxn ang="0">
                  <a:pos x="23" y="4"/>
                </a:cxn>
                <a:cxn ang="0">
                  <a:pos x="23" y="4"/>
                </a:cxn>
              </a:cxnLst>
              <a:rect l="0" t="0" r="r" b="b"/>
              <a:pathLst>
                <a:path w="33" h="109">
                  <a:moveTo>
                    <a:pt x="23" y="4"/>
                  </a:moveTo>
                  <a:lnTo>
                    <a:pt x="23" y="4"/>
                  </a:lnTo>
                  <a:lnTo>
                    <a:pt x="18" y="17"/>
                  </a:lnTo>
                  <a:lnTo>
                    <a:pt x="14" y="29"/>
                  </a:lnTo>
                  <a:lnTo>
                    <a:pt x="9" y="43"/>
                  </a:lnTo>
                  <a:lnTo>
                    <a:pt x="4" y="55"/>
                  </a:lnTo>
                  <a:lnTo>
                    <a:pt x="4" y="55"/>
                  </a:lnTo>
                  <a:lnTo>
                    <a:pt x="2" y="68"/>
                  </a:lnTo>
                  <a:lnTo>
                    <a:pt x="1" y="80"/>
                  </a:lnTo>
                  <a:lnTo>
                    <a:pt x="0" y="105"/>
                  </a:lnTo>
                  <a:lnTo>
                    <a:pt x="0" y="105"/>
                  </a:lnTo>
                  <a:lnTo>
                    <a:pt x="0" y="106"/>
                  </a:lnTo>
                  <a:lnTo>
                    <a:pt x="1" y="108"/>
                  </a:lnTo>
                  <a:lnTo>
                    <a:pt x="2" y="109"/>
                  </a:lnTo>
                  <a:lnTo>
                    <a:pt x="4" y="109"/>
                  </a:lnTo>
                  <a:lnTo>
                    <a:pt x="6" y="109"/>
                  </a:lnTo>
                  <a:lnTo>
                    <a:pt x="7" y="108"/>
                  </a:lnTo>
                  <a:lnTo>
                    <a:pt x="8" y="106"/>
                  </a:lnTo>
                  <a:lnTo>
                    <a:pt x="9" y="105"/>
                  </a:lnTo>
                  <a:lnTo>
                    <a:pt x="9" y="105"/>
                  </a:lnTo>
                  <a:lnTo>
                    <a:pt x="9" y="93"/>
                  </a:lnTo>
                  <a:lnTo>
                    <a:pt x="11" y="83"/>
                  </a:lnTo>
                  <a:lnTo>
                    <a:pt x="13" y="62"/>
                  </a:lnTo>
                  <a:lnTo>
                    <a:pt x="13" y="62"/>
                  </a:lnTo>
                  <a:lnTo>
                    <a:pt x="14" y="55"/>
                  </a:lnTo>
                  <a:lnTo>
                    <a:pt x="16" y="48"/>
                  </a:lnTo>
                  <a:lnTo>
                    <a:pt x="21" y="33"/>
                  </a:lnTo>
                  <a:lnTo>
                    <a:pt x="27" y="20"/>
                  </a:lnTo>
                  <a:lnTo>
                    <a:pt x="33" y="6"/>
                  </a:lnTo>
                  <a:lnTo>
                    <a:pt x="33" y="6"/>
                  </a:lnTo>
                  <a:lnTo>
                    <a:pt x="33" y="4"/>
                  </a:lnTo>
                  <a:lnTo>
                    <a:pt x="32" y="3"/>
                  </a:lnTo>
                  <a:lnTo>
                    <a:pt x="31" y="1"/>
                  </a:lnTo>
                  <a:lnTo>
                    <a:pt x="28" y="0"/>
                  </a:lnTo>
                  <a:lnTo>
                    <a:pt x="27" y="0"/>
                  </a:lnTo>
                  <a:lnTo>
                    <a:pt x="25" y="0"/>
                  </a:lnTo>
                  <a:lnTo>
                    <a:pt x="24" y="1"/>
                  </a:lnTo>
                  <a:lnTo>
                    <a:pt x="23" y="4"/>
                  </a:lnTo>
                  <a:lnTo>
                    <a:pt x="23"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6" name="Freeform 358"/>
            <p:cNvSpPr/>
            <p:nvPr/>
          </p:nvSpPr>
          <p:spPr bwMode="auto">
            <a:xfrm>
              <a:off x="4352925" y="3725863"/>
              <a:ext cx="22225" cy="55563"/>
            </a:xfrm>
            <a:custGeom>
              <a:avLst/>
              <a:gdLst/>
              <a:ahLst/>
              <a:cxnLst>
                <a:cxn ang="0">
                  <a:pos x="33" y="5"/>
                </a:cxn>
                <a:cxn ang="0">
                  <a:pos x="33" y="5"/>
                </a:cxn>
                <a:cxn ang="0">
                  <a:pos x="32" y="11"/>
                </a:cxn>
                <a:cxn ang="0">
                  <a:pos x="30" y="17"/>
                </a:cxn>
                <a:cxn ang="0">
                  <a:pos x="25" y="30"/>
                </a:cxn>
                <a:cxn ang="0">
                  <a:pos x="18" y="41"/>
                </a:cxn>
                <a:cxn ang="0">
                  <a:pos x="13" y="52"/>
                </a:cxn>
                <a:cxn ang="0">
                  <a:pos x="13" y="52"/>
                </a:cxn>
                <a:cxn ang="0">
                  <a:pos x="9" y="64"/>
                </a:cxn>
                <a:cxn ang="0">
                  <a:pos x="5" y="75"/>
                </a:cxn>
                <a:cxn ang="0">
                  <a:pos x="0" y="98"/>
                </a:cxn>
                <a:cxn ang="0">
                  <a:pos x="0" y="98"/>
                </a:cxn>
                <a:cxn ang="0">
                  <a:pos x="0" y="100"/>
                </a:cxn>
                <a:cxn ang="0">
                  <a:pos x="0" y="102"/>
                </a:cxn>
                <a:cxn ang="0">
                  <a:pos x="1" y="103"/>
                </a:cxn>
                <a:cxn ang="0">
                  <a:pos x="3" y="104"/>
                </a:cxn>
                <a:cxn ang="0">
                  <a:pos x="5" y="104"/>
                </a:cxn>
                <a:cxn ang="0">
                  <a:pos x="6" y="104"/>
                </a:cxn>
                <a:cxn ang="0">
                  <a:pos x="8" y="103"/>
                </a:cxn>
                <a:cxn ang="0">
                  <a:pos x="8" y="101"/>
                </a:cxn>
                <a:cxn ang="0">
                  <a:pos x="8" y="101"/>
                </a:cxn>
                <a:cxn ang="0">
                  <a:pos x="16" y="72"/>
                </a:cxn>
                <a:cxn ang="0">
                  <a:pos x="21" y="58"/>
                </a:cxn>
                <a:cxn ang="0">
                  <a:pos x="27" y="45"/>
                </a:cxn>
                <a:cxn ang="0">
                  <a:pos x="27" y="45"/>
                </a:cxn>
                <a:cxn ang="0">
                  <a:pos x="36" y="25"/>
                </a:cxn>
                <a:cxn ang="0">
                  <a:pos x="40" y="15"/>
                </a:cxn>
                <a:cxn ang="0">
                  <a:pos x="42" y="5"/>
                </a:cxn>
                <a:cxn ang="0">
                  <a:pos x="42" y="5"/>
                </a:cxn>
                <a:cxn ang="0">
                  <a:pos x="42" y="3"/>
                </a:cxn>
                <a:cxn ang="0">
                  <a:pos x="41" y="1"/>
                </a:cxn>
                <a:cxn ang="0">
                  <a:pos x="39" y="1"/>
                </a:cxn>
                <a:cxn ang="0">
                  <a:pos x="38" y="0"/>
                </a:cxn>
                <a:cxn ang="0">
                  <a:pos x="34" y="1"/>
                </a:cxn>
                <a:cxn ang="0">
                  <a:pos x="33" y="3"/>
                </a:cxn>
                <a:cxn ang="0">
                  <a:pos x="33" y="5"/>
                </a:cxn>
                <a:cxn ang="0">
                  <a:pos x="33" y="5"/>
                </a:cxn>
              </a:cxnLst>
              <a:rect l="0" t="0" r="r" b="b"/>
              <a:pathLst>
                <a:path w="42" h="104">
                  <a:moveTo>
                    <a:pt x="33" y="5"/>
                  </a:moveTo>
                  <a:lnTo>
                    <a:pt x="33" y="5"/>
                  </a:lnTo>
                  <a:lnTo>
                    <a:pt x="32" y="11"/>
                  </a:lnTo>
                  <a:lnTo>
                    <a:pt x="30" y="17"/>
                  </a:lnTo>
                  <a:lnTo>
                    <a:pt x="25" y="30"/>
                  </a:lnTo>
                  <a:lnTo>
                    <a:pt x="18" y="41"/>
                  </a:lnTo>
                  <a:lnTo>
                    <a:pt x="13" y="52"/>
                  </a:lnTo>
                  <a:lnTo>
                    <a:pt x="13" y="52"/>
                  </a:lnTo>
                  <a:lnTo>
                    <a:pt x="9" y="64"/>
                  </a:lnTo>
                  <a:lnTo>
                    <a:pt x="5" y="75"/>
                  </a:lnTo>
                  <a:lnTo>
                    <a:pt x="0" y="98"/>
                  </a:lnTo>
                  <a:lnTo>
                    <a:pt x="0" y="98"/>
                  </a:lnTo>
                  <a:lnTo>
                    <a:pt x="0" y="100"/>
                  </a:lnTo>
                  <a:lnTo>
                    <a:pt x="0" y="102"/>
                  </a:lnTo>
                  <a:lnTo>
                    <a:pt x="1" y="103"/>
                  </a:lnTo>
                  <a:lnTo>
                    <a:pt x="3" y="104"/>
                  </a:lnTo>
                  <a:lnTo>
                    <a:pt x="5" y="104"/>
                  </a:lnTo>
                  <a:lnTo>
                    <a:pt x="6" y="104"/>
                  </a:lnTo>
                  <a:lnTo>
                    <a:pt x="8" y="103"/>
                  </a:lnTo>
                  <a:lnTo>
                    <a:pt x="8" y="101"/>
                  </a:lnTo>
                  <a:lnTo>
                    <a:pt x="8" y="101"/>
                  </a:lnTo>
                  <a:lnTo>
                    <a:pt x="16" y="72"/>
                  </a:lnTo>
                  <a:lnTo>
                    <a:pt x="21" y="58"/>
                  </a:lnTo>
                  <a:lnTo>
                    <a:pt x="27" y="45"/>
                  </a:lnTo>
                  <a:lnTo>
                    <a:pt x="27" y="45"/>
                  </a:lnTo>
                  <a:lnTo>
                    <a:pt x="36" y="25"/>
                  </a:lnTo>
                  <a:lnTo>
                    <a:pt x="40" y="15"/>
                  </a:lnTo>
                  <a:lnTo>
                    <a:pt x="42" y="5"/>
                  </a:lnTo>
                  <a:lnTo>
                    <a:pt x="42" y="5"/>
                  </a:lnTo>
                  <a:lnTo>
                    <a:pt x="42" y="3"/>
                  </a:lnTo>
                  <a:lnTo>
                    <a:pt x="41" y="1"/>
                  </a:lnTo>
                  <a:lnTo>
                    <a:pt x="39" y="1"/>
                  </a:lnTo>
                  <a:lnTo>
                    <a:pt x="38" y="0"/>
                  </a:lnTo>
                  <a:lnTo>
                    <a:pt x="34" y="1"/>
                  </a:lnTo>
                  <a:lnTo>
                    <a:pt x="33" y="3"/>
                  </a:lnTo>
                  <a:lnTo>
                    <a:pt x="33" y="5"/>
                  </a:lnTo>
                  <a:lnTo>
                    <a:pt x="33"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7" name="Freeform 359"/>
            <p:cNvSpPr/>
            <p:nvPr/>
          </p:nvSpPr>
          <p:spPr bwMode="auto">
            <a:xfrm>
              <a:off x="4387850" y="3729038"/>
              <a:ext cx="26988" cy="57150"/>
            </a:xfrm>
            <a:custGeom>
              <a:avLst/>
              <a:gdLst/>
              <a:ahLst/>
              <a:cxnLst>
                <a:cxn ang="0">
                  <a:pos x="42" y="4"/>
                </a:cxn>
                <a:cxn ang="0">
                  <a:pos x="42" y="4"/>
                </a:cxn>
                <a:cxn ang="0">
                  <a:pos x="41" y="10"/>
                </a:cxn>
                <a:cxn ang="0">
                  <a:pos x="40" y="15"/>
                </a:cxn>
                <a:cxn ang="0">
                  <a:pos x="35" y="26"/>
                </a:cxn>
                <a:cxn ang="0">
                  <a:pos x="24" y="44"/>
                </a:cxn>
                <a:cxn ang="0">
                  <a:pos x="24" y="44"/>
                </a:cxn>
                <a:cxn ang="0">
                  <a:pos x="22" y="49"/>
                </a:cxn>
                <a:cxn ang="0">
                  <a:pos x="20" y="56"/>
                </a:cxn>
                <a:cxn ang="0">
                  <a:pos x="16" y="67"/>
                </a:cxn>
                <a:cxn ang="0">
                  <a:pos x="16" y="67"/>
                </a:cxn>
                <a:cxn ang="0">
                  <a:pos x="9" y="84"/>
                </a:cxn>
                <a:cxn ang="0">
                  <a:pos x="0" y="101"/>
                </a:cxn>
                <a:cxn ang="0">
                  <a:pos x="0" y="101"/>
                </a:cxn>
                <a:cxn ang="0">
                  <a:pos x="0" y="103"/>
                </a:cxn>
                <a:cxn ang="0">
                  <a:pos x="0" y="105"/>
                </a:cxn>
                <a:cxn ang="0">
                  <a:pos x="1" y="107"/>
                </a:cxn>
                <a:cxn ang="0">
                  <a:pos x="2" y="108"/>
                </a:cxn>
                <a:cxn ang="0">
                  <a:pos x="4" y="108"/>
                </a:cxn>
                <a:cxn ang="0">
                  <a:pos x="6" y="108"/>
                </a:cxn>
                <a:cxn ang="0">
                  <a:pos x="7" y="108"/>
                </a:cxn>
                <a:cxn ang="0">
                  <a:pos x="8" y="106"/>
                </a:cxn>
                <a:cxn ang="0">
                  <a:pos x="8" y="106"/>
                </a:cxn>
                <a:cxn ang="0">
                  <a:pos x="22" y="77"/>
                </a:cxn>
                <a:cxn ang="0">
                  <a:pos x="22" y="77"/>
                </a:cxn>
                <a:cxn ang="0">
                  <a:pos x="25" y="70"/>
                </a:cxn>
                <a:cxn ang="0">
                  <a:pos x="28" y="62"/>
                </a:cxn>
                <a:cxn ang="0">
                  <a:pos x="31" y="53"/>
                </a:cxn>
                <a:cxn ang="0">
                  <a:pos x="34" y="46"/>
                </a:cxn>
                <a:cxn ang="0">
                  <a:pos x="34" y="46"/>
                </a:cxn>
                <a:cxn ang="0">
                  <a:pos x="45" y="26"/>
                </a:cxn>
                <a:cxn ang="0">
                  <a:pos x="49" y="15"/>
                </a:cxn>
                <a:cxn ang="0">
                  <a:pos x="51" y="10"/>
                </a:cxn>
                <a:cxn ang="0">
                  <a:pos x="52" y="4"/>
                </a:cxn>
                <a:cxn ang="0">
                  <a:pos x="52" y="4"/>
                </a:cxn>
                <a:cxn ang="0">
                  <a:pos x="52" y="2"/>
                </a:cxn>
                <a:cxn ang="0">
                  <a:pos x="51" y="1"/>
                </a:cxn>
                <a:cxn ang="0">
                  <a:pos x="49" y="0"/>
                </a:cxn>
                <a:cxn ang="0">
                  <a:pos x="47" y="0"/>
                </a:cxn>
                <a:cxn ang="0">
                  <a:pos x="44" y="1"/>
                </a:cxn>
                <a:cxn ang="0">
                  <a:pos x="43" y="2"/>
                </a:cxn>
                <a:cxn ang="0">
                  <a:pos x="42" y="4"/>
                </a:cxn>
                <a:cxn ang="0">
                  <a:pos x="42" y="4"/>
                </a:cxn>
              </a:cxnLst>
              <a:rect l="0" t="0" r="r" b="b"/>
              <a:pathLst>
                <a:path w="52" h="108">
                  <a:moveTo>
                    <a:pt x="42" y="4"/>
                  </a:moveTo>
                  <a:lnTo>
                    <a:pt x="42" y="4"/>
                  </a:lnTo>
                  <a:lnTo>
                    <a:pt x="41" y="10"/>
                  </a:lnTo>
                  <a:lnTo>
                    <a:pt x="40" y="15"/>
                  </a:lnTo>
                  <a:lnTo>
                    <a:pt x="35" y="26"/>
                  </a:lnTo>
                  <a:lnTo>
                    <a:pt x="24" y="44"/>
                  </a:lnTo>
                  <a:lnTo>
                    <a:pt x="24" y="44"/>
                  </a:lnTo>
                  <a:lnTo>
                    <a:pt x="22" y="49"/>
                  </a:lnTo>
                  <a:lnTo>
                    <a:pt x="20" y="56"/>
                  </a:lnTo>
                  <a:lnTo>
                    <a:pt x="16" y="67"/>
                  </a:lnTo>
                  <a:lnTo>
                    <a:pt x="16" y="67"/>
                  </a:lnTo>
                  <a:lnTo>
                    <a:pt x="9" y="84"/>
                  </a:lnTo>
                  <a:lnTo>
                    <a:pt x="0" y="101"/>
                  </a:lnTo>
                  <a:lnTo>
                    <a:pt x="0" y="101"/>
                  </a:lnTo>
                  <a:lnTo>
                    <a:pt x="0" y="103"/>
                  </a:lnTo>
                  <a:lnTo>
                    <a:pt x="0" y="105"/>
                  </a:lnTo>
                  <a:lnTo>
                    <a:pt x="1" y="107"/>
                  </a:lnTo>
                  <a:lnTo>
                    <a:pt x="2" y="108"/>
                  </a:lnTo>
                  <a:lnTo>
                    <a:pt x="4" y="108"/>
                  </a:lnTo>
                  <a:lnTo>
                    <a:pt x="6" y="108"/>
                  </a:lnTo>
                  <a:lnTo>
                    <a:pt x="7" y="108"/>
                  </a:lnTo>
                  <a:lnTo>
                    <a:pt x="8" y="106"/>
                  </a:lnTo>
                  <a:lnTo>
                    <a:pt x="8" y="106"/>
                  </a:lnTo>
                  <a:lnTo>
                    <a:pt x="22" y="77"/>
                  </a:lnTo>
                  <a:lnTo>
                    <a:pt x="22" y="77"/>
                  </a:lnTo>
                  <a:lnTo>
                    <a:pt x="25" y="70"/>
                  </a:lnTo>
                  <a:lnTo>
                    <a:pt x="28" y="62"/>
                  </a:lnTo>
                  <a:lnTo>
                    <a:pt x="31" y="53"/>
                  </a:lnTo>
                  <a:lnTo>
                    <a:pt x="34" y="46"/>
                  </a:lnTo>
                  <a:lnTo>
                    <a:pt x="34" y="46"/>
                  </a:lnTo>
                  <a:lnTo>
                    <a:pt x="45" y="26"/>
                  </a:lnTo>
                  <a:lnTo>
                    <a:pt x="49" y="15"/>
                  </a:lnTo>
                  <a:lnTo>
                    <a:pt x="51" y="10"/>
                  </a:lnTo>
                  <a:lnTo>
                    <a:pt x="52" y="4"/>
                  </a:lnTo>
                  <a:lnTo>
                    <a:pt x="52" y="4"/>
                  </a:lnTo>
                  <a:lnTo>
                    <a:pt x="52" y="2"/>
                  </a:lnTo>
                  <a:lnTo>
                    <a:pt x="51" y="1"/>
                  </a:lnTo>
                  <a:lnTo>
                    <a:pt x="49" y="0"/>
                  </a:lnTo>
                  <a:lnTo>
                    <a:pt x="47" y="0"/>
                  </a:lnTo>
                  <a:lnTo>
                    <a:pt x="44" y="1"/>
                  </a:lnTo>
                  <a:lnTo>
                    <a:pt x="43" y="2"/>
                  </a:lnTo>
                  <a:lnTo>
                    <a:pt x="42" y="4"/>
                  </a:lnTo>
                  <a:lnTo>
                    <a:pt x="4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8" name="Freeform 360"/>
            <p:cNvSpPr/>
            <p:nvPr/>
          </p:nvSpPr>
          <p:spPr bwMode="auto">
            <a:xfrm>
              <a:off x="4438650" y="3730625"/>
              <a:ext cx="23813" cy="55563"/>
            </a:xfrm>
            <a:custGeom>
              <a:avLst/>
              <a:gdLst/>
              <a:ahLst/>
              <a:cxnLst>
                <a:cxn ang="0">
                  <a:pos x="37" y="5"/>
                </a:cxn>
                <a:cxn ang="0">
                  <a:pos x="37" y="5"/>
                </a:cxn>
                <a:cxn ang="0">
                  <a:pos x="35" y="17"/>
                </a:cxn>
                <a:cxn ang="0">
                  <a:pos x="32" y="29"/>
                </a:cxn>
                <a:cxn ang="0">
                  <a:pos x="27" y="41"/>
                </a:cxn>
                <a:cxn ang="0">
                  <a:pos x="21" y="53"/>
                </a:cxn>
                <a:cxn ang="0">
                  <a:pos x="8" y="75"/>
                </a:cxn>
                <a:cxn ang="0">
                  <a:pos x="3" y="87"/>
                </a:cxn>
                <a:cxn ang="0">
                  <a:pos x="0" y="99"/>
                </a:cxn>
                <a:cxn ang="0">
                  <a:pos x="0" y="99"/>
                </a:cxn>
                <a:cxn ang="0">
                  <a:pos x="0" y="100"/>
                </a:cxn>
                <a:cxn ang="0">
                  <a:pos x="0" y="102"/>
                </a:cxn>
                <a:cxn ang="0">
                  <a:pos x="2" y="103"/>
                </a:cxn>
                <a:cxn ang="0">
                  <a:pos x="3" y="104"/>
                </a:cxn>
                <a:cxn ang="0">
                  <a:pos x="5" y="104"/>
                </a:cxn>
                <a:cxn ang="0">
                  <a:pos x="6" y="104"/>
                </a:cxn>
                <a:cxn ang="0">
                  <a:pos x="8" y="103"/>
                </a:cxn>
                <a:cxn ang="0">
                  <a:pos x="9" y="101"/>
                </a:cxn>
                <a:cxn ang="0">
                  <a:pos x="9" y="101"/>
                </a:cxn>
                <a:cxn ang="0">
                  <a:pos x="12" y="89"/>
                </a:cxn>
                <a:cxn ang="0">
                  <a:pos x="17" y="76"/>
                </a:cxn>
                <a:cxn ang="0">
                  <a:pos x="30" y="54"/>
                </a:cxn>
                <a:cxn ang="0">
                  <a:pos x="36" y="42"/>
                </a:cxn>
                <a:cxn ang="0">
                  <a:pos x="41" y="30"/>
                </a:cxn>
                <a:cxn ang="0">
                  <a:pos x="45" y="17"/>
                </a:cxn>
                <a:cxn ang="0">
                  <a:pos x="46" y="5"/>
                </a:cxn>
                <a:cxn ang="0">
                  <a:pos x="46" y="5"/>
                </a:cxn>
                <a:cxn ang="0">
                  <a:pos x="46" y="3"/>
                </a:cxn>
                <a:cxn ang="0">
                  <a:pos x="45" y="2"/>
                </a:cxn>
                <a:cxn ang="0">
                  <a:pos x="44" y="1"/>
                </a:cxn>
                <a:cxn ang="0">
                  <a:pos x="42" y="0"/>
                </a:cxn>
                <a:cxn ang="0">
                  <a:pos x="40" y="1"/>
                </a:cxn>
                <a:cxn ang="0">
                  <a:pos x="39" y="2"/>
                </a:cxn>
                <a:cxn ang="0">
                  <a:pos x="38" y="3"/>
                </a:cxn>
                <a:cxn ang="0">
                  <a:pos x="37" y="5"/>
                </a:cxn>
                <a:cxn ang="0">
                  <a:pos x="37" y="5"/>
                </a:cxn>
              </a:cxnLst>
              <a:rect l="0" t="0" r="r" b="b"/>
              <a:pathLst>
                <a:path w="46" h="104">
                  <a:moveTo>
                    <a:pt x="37" y="5"/>
                  </a:moveTo>
                  <a:lnTo>
                    <a:pt x="37" y="5"/>
                  </a:lnTo>
                  <a:lnTo>
                    <a:pt x="35" y="17"/>
                  </a:lnTo>
                  <a:lnTo>
                    <a:pt x="32" y="29"/>
                  </a:lnTo>
                  <a:lnTo>
                    <a:pt x="27" y="41"/>
                  </a:lnTo>
                  <a:lnTo>
                    <a:pt x="21" y="53"/>
                  </a:lnTo>
                  <a:lnTo>
                    <a:pt x="8" y="75"/>
                  </a:lnTo>
                  <a:lnTo>
                    <a:pt x="3" y="87"/>
                  </a:lnTo>
                  <a:lnTo>
                    <a:pt x="0" y="99"/>
                  </a:lnTo>
                  <a:lnTo>
                    <a:pt x="0" y="99"/>
                  </a:lnTo>
                  <a:lnTo>
                    <a:pt x="0" y="100"/>
                  </a:lnTo>
                  <a:lnTo>
                    <a:pt x="0" y="102"/>
                  </a:lnTo>
                  <a:lnTo>
                    <a:pt x="2" y="103"/>
                  </a:lnTo>
                  <a:lnTo>
                    <a:pt x="3" y="104"/>
                  </a:lnTo>
                  <a:lnTo>
                    <a:pt x="5" y="104"/>
                  </a:lnTo>
                  <a:lnTo>
                    <a:pt x="6" y="104"/>
                  </a:lnTo>
                  <a:lnTo>
                    <a:pt x="8" y="103"/>
                  </a:lnTo>
                  <a:lnTo>
                    <a:pt x="9" y="101"/>
                  </a:lnTo>
                  <a:lnTo>
                    <a:pt x="9" y="101"/>
                  </a:lnTo>
                  <a:lnTo>
                    <a:pt x="12" y="89"/>
                  </a:lnTo>
                  <a:lnTo>
                    <a:pt x="17" y="76"/>
                  </a:lnTo>
                  <a:lnTo>
                    <a:pt x="30" y="54"/>
                  </a:lnTo>
                  <a:lnTo>
                    <a:pt x="36" y="42"/>
                  </a:lnTo>
                  <a:lnTo>
                    <a:pt x="41" y="30"/>
                  </a:lnTo>
                  <a:lnTo>
                    <a:pt x="45" y="17"/>
                  </a:lnTo>
                  <a:lnTo>
                    <a:pt x="46" y="5"/>
                  </a:lnTo>
                  <a:lnTo>
                    <a:pt x="46" y="5"/>
                  </a:lnTo>
                  <a:lnTo>
                    <a:pt x="46" y="3"/>
                  </a:lnTo>
                  <a:lnTo>
                    <a:pt x="45" y="2"/>
                  </a:lnTo>
                  <a:lnTo>
                    <a:pt x="44" y="1"/>
                  </a:lnTo>
                  <a:lnTo>
                    <a:pt x="42" y="0"/>
                  </a:lnTo>
                  <a:lnTo>
                    <a:pt x="40" y="1"/>
                  </a:lnTo>
                  <a:lnTo>
                    <a:pt x="39" y="2"/>
                  </a:lnTo>
                  <a:lnTo>
                    <a:pt x="38" y="3"/>
                  </a:lnTo>
                  <a:lnTo>
                    <a:pt x="37" y="5"/>
                  </a:lnTo>
                  <a:lnTo>
                    <a:pt x="37"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79" name="Freeform 361"/>
            <p:cNvSpPr/>
            <p:nvPr/>
          </p:nvSpPr>
          <p:spPr bwMode="auto">
            <a:xfrm>
              <a:off x="4478338" y="3732213"/>
              <a:ext cx="25400" cy="52388"/>
            </a:xfrm>
            <a:custGeom>
              <a:avLst/>
              <a:gdLst/>
              <a:ahLst/>
              <a:cxnLst>
                <a:cxn ang="0">
                  <a:pos x="39" y="3"/>
                </a:cxn>
                <a:cxn ang="0">
                  <a:pos x="39" y="3"/>
                </a:cxn>
                <a:cxn ang="0">
                  <a:pos x="34" y="14"/>
                </a:cxn>
                <a:cxn ang="0">
                  <a:pos x="29" y="26"/>
                </a:cxn>
                <a:cxn ang="0">
                  <a:pos x="18" y="47"/>
                </a:cxn>
                <a:cxn ang="0">
                  <a:pos x="13" y="58"/>
                </a:cxn>
                <a:cxn ang="0">
                  <a:pos x="8" y="69"/>
                </a:cxn>
                <a:cxn ang="0">
                  <a:pos x="3" y="80"/>
                </a:cxn>
                <a:cxn ang="0">
                  <a:pos x="0" y="93"/>
                </a:cxn>
                <a:cxn ang="0">
                  <a:pos x="0" y="93"/>
                </a:cxn>
                <a:cxn ang="0">
                  <a:pos x="0" y="95"/>
                </a:cxn>
                <a:cxn ang="0">
                  <a:pos x="1" y="97"/>
                </a:cxn>
                <a:cxn ang="0">
                  <a:pos x="4" y="98"/>
                </a:cxn>
                <a:cxn ang="0">
                  <a:pos x="6" y="99"/>
                </a:cxn>
                <a:cxn ang="0">
                  <a:pos x="8" y="98"/>
                </a:cxn>
                <a:cxn ang="0">
                  <a:pos x="9" y="97"/>
                </a:cxn>
                <a:cxn ang="0">
                  <a:pos x="10" y="95"/>
                </a:cxn>
                <a:cxn ang="0">
                  <a:pos x="10" y="95"/>
                </a:cxn>
                <a:cxn ang="0">
                  <a:pos x="13" y="84"/>
                </a:cxn>
                <a:cxn ang="0">
                  <a:pos x="17" y="72"/>
                </a:cxn>
                <a:cxn ang="0">
                  <a:pos x="22" y="61"/>
                </a:cxn>
                <a:cxn ang="0">
                  <a:pos x="27" y="49"/>
                </a:cxn>
                <a:cxn ang="0">
                  <a:pos x="39" y="28"/>
                </a:cxn>
                <a:cxn ang="0">
                  <a:pos x="44" y="16"/>
                </a:cxn>
                <a:cxn ang="0">
                  <a:pos x="48" y="5"/>
                </a:cxn>
                <a:cxn ang="0">
                  <a:pos x="48" y="5"/>
                </a:cxn>
                <a:cxn ang="0">
                  <a:pos x="48" y="3"/>
                </a:cxn>
                <a:cxn ang="0">
                  <a:pos x="47" y="2"/>
                </a:cxn>
                <a:cxn ang="0">
                  <a:pos x="46" y="0"/>
                </a:cxn>
                <a:cxn ang="0">
                  <a:pos x="45" y="0"/>
                </a:cxn>
                <a:cxn ang="0">
                  <a:pos x="43" y="0"/>
                </a:cxn>
                <a:cxn ang="0">
                  <a:pos x="41" y="0"/>
                </a:cxn>
                <a:cxn ang="0">
                  <a:pos x="40" y="1"/>
                </a:cxn>
                <a:cxn ang="0">
                  <a:pos x="39" y="3"/>
                </a:cxn>
                <a:cxn ang="0">
                  <a:pos x="39" y="3"/>
                </a:cxn>
              </a:cxnLst>
              <a:rect l="0" t="0" r="r" b="b"/>
              <a:pathLst>
                <a:path w="48" h="99">
                  <a:moveTo>
                    <a:pt x="39" y="3"/>
                  </a:moveTo>
                  <a:lnTo>
                    <a:pt x="39" y="3"/>
                  </a:lnTo>
                  <a:lnTo>
                    <a:pt x="34" y="14"/>
                  </a:lnTo>
                  <a:lnTo>
                    <a:pt x="29" y="26"/>
                  </a:lnTo>
                  <a:lnTo>
                    <a:pt x="18" y="47"/>
                  </a:lnTo>
                  <a:lnTo>
                    <a:pt x="13" y="58"/>
                  </a:lnTo>
                  <a:lnTo>
                    <a:pt x="8" y="69"/>
                  </a:lnTo>
                  <a:lnTo>
                    <a:pt x="3" y="80"/>
                  </a:lnTo>
                  <a:lnTo>
                    <a:pt x="0" y="93"/>
                  </a:lnTo>
                  <a:lnTo>
                    <a:pt x="0" y="93"/>
                  </a:lnTo>
                  <a:lnTo>
                    <a:pt x="0" y="95"/>
                  </a:lnTo>
                  <a:lnTo>
                    <a:pt x="1" y="97"/>
                  </a:lnTo>
                  <a:lnTo>
                    <a:pt x="4" y="98"/>
                  </a:lnTo>
                  <a:lnTo>
                    <a:pt x="6" y="99"/>
                  </a:lnTo>
                  <a:lnTo>
                    <a:pt x="8" y="98"/>
                  </a:lnTo>
                  <a:lnTo>
                    <a:pt x="9" y="97"/>
                  </a:lnTo>
                  <a:lnTo>
                    <a:pt x="10" y="95"/>
                  </a:lnTo>
                  <a:lnTo>
                    <a:pt x="10" y="95"/>
                  </a:lnTo>
                  <a:lnTo>
                    <a:pt x="13" y="84"/>
                  </a:lnTo>
                  <a:lnTo>
                    <a:pt x="17" y="72"/>
                  </a:lnTo>
                  <a:lnTo>
                    <a:pt x="22" y="61"/>
                  </a:lnTo>
                  <a:lnTo>
                    <a:pt x="27" y="49"/>
                  </a:lnTo>
                  <a:lnTo>
                    <a:pt x="39" y="28"/>
                  </a:lnTo>
                  <a:lnTo>
                    <a:pt x="44" y="16"/>
                  </a:lnTo>
                  <a:lnTo>
                    <a:pt x="48" y="5"/>
                  </a:lnTo>
                  <a:lnTo>
                    <a:pt x="48" y="5"/>
                  </a:lnTo>
                  <a:lnTo>
                    <a:pt x="48" y="3"/>
                  </a:lnTo>
                  <a:lnTo>
                    <a:pt x="47" y="2"/>
                  </a:lnTo>
                  <a:lnTo>
                    <a:pt x="46" y="0"/>
                  </a:lnTo>
                  <a:lnTo>
                    <a:pt x="45" y="0"/>
                  </a:lnTo>
                  <a:lnTo>
                    <a:pt x="43" y="0"/>
                  </a:lnTo>
                  <a:lnTo>
                    <a:pt x="41" y="0"/>
                  </a:lnTo>
                  <a:lnTo>
                    <a:pt x="40" y="1"/>
                  </a:lnTo>
                  <a:lnTo>
                    <a:pt x="39" y="3"/>
                  </a:lnTo>
                  <a:lnTo>
                    <a:pt x="39"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0" name="Freeform 362"/>
            <p:cNvSpPr/>
            <p:nvPr/>
          </p:nvSpPr>
          <p:spPr bwMode="auto">
            <a:xfrm>
              <a:off x="4508500" y="3738563"/>
              <a:ext cx="19050" cy="55563"/>
            </a:xfrm>
            <a:custGeom>
              <a:avLst/>
              <a:gdLst/>
              <a:ahLst/>
              <a:cxnLst>
                <a:cxn ang="0">
                  <a:pos x="29" y="5"/>
                </a:cxn>
                <a:cxn ang="0">
                  <a:pos x="29" y="5"/>
                </a:cxn>
                <a:cxn ang="0">
                  <a:pos x="27" y="17"/>
                </a:cxn>
                <a:cxn ang="0">
                  <a:pos x="24" y="29"/>
                </a:cxn>
                <a:cxn ang="0">
                  <a:pos x="15" y="51"/>
                </a:cxn>
                <a:cxn ang="0">
                  <a:pos x="15" y="51"/>
                </a:cxn>
                <a:cxn ang="0">
                  <a:pos x="14" y="56"/>
                </a:cxn>
                <a:cxn ang="0">
                  <a:pos x="13" y="61"/>
                </a:cxn>
                <a:cxn ang="0">
                  <a:pos x="12" y="73"/>
                </a:cxn>
                <a:cxn ang="0">
                  <a:pos x="12" y="73"/>
                </a:cxn>
                <a:cxn ang="0">
                  <a:pos x="9" y="79"/>
                </a:cxn>
                <a:cxn ang="0">
                  <a:pos x="7" y="85"/>
                </a:cxn>
                <a:cxn ang="0">
                  <a:pos x="1" y="97"/>
                </a:cxn>
                <a:cxn ang="0">
                  <a:pos x="1" y="97"/>
                </a:cxn>
                <a:cxn ang="0">
                  <a:pos x="0" y="99"/>
                </a:cxn>
                <a:cxn ang="0">
                  <a:pos x="0" y="102"/>
                </a:cxn>
                <a:cxn ang="0">
                  <a:pos x="1" y="103"/>
                </a:cxn>
                <a:cxn ang="0">
                  <a:pos x="2" y="104"/>
                </a:cxn>
                <a:cxn ang="0">
                  <a:pos x="4" y="105"/>
                </a:cxn>
                <a:cxn ang="0">
                  <a:pos x="6" y="105"/>
                </a:cxn>
                <a:cxn ang="0">
                  <a:pos x="7" y="104"/>
                </a:cxn>
                <a:cxn ang="0">
                  <a:pos x="9" y="103"/>
                </a:cxn>
                <a:cxn ang="0">
                  <a:pos x="9" y="103"/>
                </a:cxn>
                <a:cxn ang="0">
                  <a:pos x="15" y="92"/>
                </a:cxn>
                <a:cxn ang="0">
                  <a:pos x="19" y="81"/>
                </a:cxn>
                <a:cxn ang="0">
                  <a:pos x="22" y="70"/>
                </a:cxn>
                <a:cxn ang="0">
                  <a:pos x="24" y="57"/>
                </a:cxn>
                <a:cxn ang="0">
                  <a:pos x="24" y="57"/>
                </a:cxn>
                <a:cxn ang="0">
                  <a:pos x="25" y="51"/>
                </a:cxn>
                <a:cxn ang="0">
                  <a:pos x="27" y="45"/>
                </a:cxn>
                <a:cxn ang="0">
                  <a:pos x="31" y="31"/>
                </a:cxn>
                <a:cxn ang="0">
                  <a:pos x="35" y="19"/>
                </a:cxn>
                <a:cxn ang="0">
                  <a:pos x="37" y="12"/>
                </a:cxn>
                <a:cxn ang="0">
                  <a:pos x="38" y="5"/>
                </a:cxn>
                <a:cxn ang="0">
                  <a:pos x="38" y="5"/>
                </a:cxn>
                <a:cxn ang="0">
                  <a:pos x="37" y="3"/>
                </a:cxn>
                <a:cxn ang="0">
                  <a:pos x="37" y="1"/>
                </a:cxn>
                <a:cxn ang="0">
                  <a:pos x="35" y="1"/>
                </a:cxn>
                <a:cxn ang="0">
                  <a:pos x="33" y="0"/>
                </a:cxn>
                <a:cxn ang="0">
                  <a:pos x="32" y="1"/>
                </a:cxn>
                <a:cxn ang="0">
                  <a:pos x="30" y="1"/>
                </a:cxn>
                <a:cxn ang="0">
                  <a:pos x="29" y="3"/>
                </a:cxn>
                <a:cxn ang="0">
                  <a:pos x="29" y="5"/>
                </a:cxn>
                <a:cxn ang="0">
                  <a:pos x="29" y="5"/>
                </a:cxn>
              </a:cxnLst>
              <a:rect l="0" t="0" r="r" b="b"/>
              <a:pathLst>
                <a:path w="38" h="105">
                  <a:moveTo>
                    <a:pt x="29" y="5"/>
                  </a:moveTo>
                  <a:lnTo>
                    <a:pt x="29" y="5"/>
                  </a:lnTo>
                  <a:lnTo>
                    <a:pt x="27" y="17"/>
                  </a:lnTo>
                  <a:lnTo>
                    <a:pt x="24" y="29"/>
                  </a:lnTo>
                  <a:lnTo>
                    <a:pt x="15" y="51"/>
                  </a:lnTo>
                  <a:lnTo>
                    <a:pt x="15" y="51"/>
                  </a:lnTo>
                  <a:lnTo>
                    <a:pt x="14" y="56"/>
                  </a:lnTo>
                  <a:lnTo>
                    <a:pt x="13" y="61"/>
                  </a:lnTo>
                  <a:lnTo>
                    <a:pt x="12" y="73"/>
                  </a:lnTo>
                  <a:lnTo>
                    <a:pt x="12" y="73"/>
                  </a:lnTo>
                  <a:lnTo>
                    <a:pt x="9" y="79"/>
                  </a:lnTo>
                  <a:lnTo>
                    <a:pt x="7" y="85"/>
                  </a:lnTo>
                  <a:lnTo>
                    <a:pt x="1" y="97"/>
                  </a:lnTo>
                  <a:lnTo>
                    <a:pt x="1" y="97"/>
                  </a:lnTo>
                  <a:lnTo>
                    <a:pt x="0" y="99"/>
                  </a:lnTo>
                  <a:lnTo>
                    <a:pt x="0" y="102"/>
                  </a:lnTo>
                  <a:lnTo>
                    <a:pt x="1" y="103"/>
                  </a:lnTo>
                  <a:lnTo>
                    <a:pt x="2" y="104"/>
                  </a:lnTo>
                  <a:lnTo>
                    <a:pt x="4" y="105"/>
                  </a:lnTo>
                  <a:lnTo>
                    <a:pt x="6" y="105"/>
                  </a:lnTo>
                  <a:lnTo>
                    <a:pt x="7" y="104"/>
                  </a:lnTo>
                  <a:lnTo>
                    <a:pt x="9" y="103"/>
                  </a:lnTo>
                  <a:lnTo>
                    <a:pt x="9" y="103"/>
                  </a:lnTo>
                  <a:lnTo>
                    <a:pt x="15" y="92"/>
                  </a:lnTo>
                  <a:lnTo>
                    <a:pt x="19" y="81"/>
                  </a:lnTo>
                  <a:lnTo>
                    <a:pt x="22" y="70"/>
                  </a:lnTo>
                  <a:lnTo>
                    <a:pt x="24" y="57"/>
                  </a:lnTo>
                  <a:lnTo>
                    <a:pt x="24" y="57"/>
                  </a:lnTo>
                  <a:lnTo>
                    <a:pt x="25" y="51"/>
                  </a:lnTo>
                  <a:lnTo>
                    <a:pt x="27" y="45"/>
                  </a:lnTo>
                  <a:lnTo>
                    <a:pt x="31" y="31"/>
                  </a:lnTo>
                  <a:lnTo>
                    <a:pt x="35" y="19"/>
                  </a:lnTo>
                  <a:lnTo>
                    <a:pt x="37" y="12"/>
                  </a:lnTo>
                  <a:lnTo>
                    <a:pt x="38" y="5"/>
                  </a:lnTo>
                  <a:lnTo>
                    <a:pt x="38" y="5"/>
                  </a:lnTo>
                  <a:lnTo>
                    <a:pt x="37" y="3"/>
                  </a:lnTo>
                  <a:lnTo>
                    <a:pt x="37" y="1"/>
                  </a:lnTo>
                  <a:lnTo>
                    <a:pt x="35" y="1"/>
                  </a:lnTo>
                  <a:lnTo>
                    <a:pt x="33" y="0"/>
                  </a:lnTo>
                  <a:lnTo>
                    <a:pt x="32" y="1"/>
                  </a:lnTo>
                  <a:lnTo>
                    <a:pt x="30" y="1"/>
                  </a:lnTo>
                  <a:lnTo>
                    <a:pt x="29" y="3"/>
                  </a:lnTo>
                  <a:lnTo>
                    <a:pt x="29" y="5"/>
                  </a:lnTo>
                  <a:lnTo>
                    <a:pt x="29"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1" name="Freeform 363"/>
            <p:cNvSpPr/>
            <p:nvPr/>
          </p:nvSpPr>
          <p:spPr bwMode="auto">
            <a:xfrm>
              <a:off x="4545013" y="3736975"/>
              <a:ext cx="15875" cy="49213"/>
            </a:xfrm>
            <a:custGeom>
              <a:avLst/>
              <a:gdLst/>
              <a:ahLst/>
              <a:cxnLst>
                <a:cxn ang="0">
                  <a:pos x="19" y="4"/>
                </a:cxn>
                <a:cxn ang="0">
                  <a:pos x="19" y="4"/>
                </a:cxn>
                <a:cxn ang="0">
                  <a:pos x="19" y="16"/>
                </a:cxn>
                <a:cxn ang="0">
                  <a:pos x="17" y="26"/>
                </a:cxn>
                <a:cxn ang="0">
                  <a:pos x="13" y="47"/>
                </a:cxn>
                <a:cxn ang="0">
                  <a:pos x="8" y="68"/>
                </a:cxn>
                <a:cxn ang="0">
                  <a:pos x="0" y="89"/>
                </a:cxn>
                <a:cxn ang="0">
                  <a:pos x="0" y="89"/>
                </a:cxn>
                <a:cxn ang="0">
                  <a:pos x="0" y="90"/>
                </a:cxn>
                <a:cxn ang="0">
                  <a:pos x="0" y="92"/>
                </a:cxn>
                <a:cxn ang="0">
                  <a:pos x="2" y="93"/>
                </a:cxn>
                <a:cxn ang="0">
                  <a:pos x="4" y="94"/>
                </a:cxn>
                <a:cxn ang="0">
                  <a:pos x="6" y="94"/>
                </a:cxn>
                <a:cxn ang="0">
                  <a:pos x="7" y="94"/>
                </a:cxn>
                <a:cxn ang="0">
                  <a:pos x="9" y="93"/>
                </a:cxn>
                <a:cxn ang="0">
                  <a:pos x="10" y="91"/>
                </a:cxn>
                <a:cxn ang="0">
                  <a:pos x="10" y="91"/>
                </a:cxn>
                <a:cxn ang="0">
                  <a:pos x="17" y="69"/>
                </a:cxn>
                <a:cxn ang="0">
                  <a:pos x="22" y="49"/>
                </a:cxn>
                <a:cxn ang="0">
                  <a:pos x="27" y="27"/>
                </a:cxn>
                <a:cxn ang="0">
                  <a:pos x="28" y="16"/>
                </a:cxn>
                <a:cxn ang="0">
                  <a:pos x="28" y="4"/>
                </a:cxn>
                <a:cxn ang="0">
                  <a:pos x="28"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8" h="94">
                  <a:moveTo>
                    <a:pt x="19" y="4"/>
                  </a:moveTo>
                  <a:lnTo>
                    <a:pt x="19" y="4"/>
                  </a:lnTo>
                  <a:lnTo>
                    <a:pt x="19" y="16"/>
                  </a:lnTo>
                  <a:lnTo>
                    <a:pt x="17" y="26"/>
                  </a:lnTo>
                  <a:lnTo>
                    <a:pt x="13" y="47"/>
                  </a:lnTo>
                  <a:lnTo>
                    <a:pt x="8" y="68"/>
                  </a:lnTo>
                  <a:lnTo>
                    <a:pt x="0" y="89"/>
                  </a:lnTo>
                  <a:lnTo>
                    <a:pt x="0" y="89"/>
                  </a:lnTo>
                  <a:lnTo>
                    <a:pt x="0" y="90"/>
                  </a:lnTo>
                  <a:lnTo>
                    <a:pt x="0" y="92"/>
                  </a:lnTo>
                  <a:lnTo>
                    <a:pt x="2" y="93"/>
                  </a:lnTo>
                  <a:lnTo>
                    <a:pt x="4" y="94"/>
                  </a:lnTo>
                  <a:lnTo>
                    <a:pt x="6" y="94"/>
                  </a:lnTo>
                  <a:lnTo>
                    <a:pt x="7" y="94"/>
                  </a:lnTo>
                  <a:lnTo>
                    <a:pt x="9" y="93"/>
                  </a:lnTo>
                  <a:lnTo>
                    <a:pt x="10" y="91"/>
                  </a:lnTo>
                  <a:lnTo>
                    <a:pt x="10" y="91"/>
                  </a:lnTo>
                  <a:lnTo>
                    <a:pt x="17" y="69"/>
                  </a:lnTo>
                  <a:lnTo>
                    <a:pt x="22" y="49"/>
                  </a:lnTo>
                  <a:lnTo>
                    <a:pt x="27" y="27"/>
                  </a:lnTo>
                  <a:lnTo>
                    <a:pt x="28" y="16"/>
                  </a:lnTo>
                  <a:lnTo>
                    <a:pt x="28" y="4"/>
                  </a:lnTo>
                  <a:lnTo>
                    <a:pt x="28" y="4"/>
                  </a:lnTo>
                  <a:lnTo>
                    <a:pt x="28" y="2"/>
                  </a:lnTo>
                  <a:lnTo>
                    <a:pt x="27" y="1"/>
                  </a:lnTo>
                  <a:lnTo>
                    <a:pt x="26" y="0"/>
                  </a:lnTo>
                  <a:lnTo>
                    <a:pt x="24" y="0"/>
                  </a:lnTo>
                  <a:lnTo>
                    <a:pt x="22" y="0"/>
                  </a:lnTo>
                  <a:lnTo>
                    <a:pt x="21" y="1"/>
                  </a:lnTo>
                  <a:lnTo>
                    <a:pt x="20" y="2"/>
                  </a:lnTo>
                  <a:lnTo>
                    <a:pt x="19" y="4"/>
                  </a:lnTo>
                  <a:lnTo>
                    <a:pt x="1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2" name="Freeform 364"/>
            <p:cNvSpPr/>
            <p:nvPr/>
          </p:nvSpPr>
          <p:spPr bwMode="auto">
            <a:xfrm>
              <a:off x="4605338" y="3643313"/>
              <a:ext cx="47625" cy="82550"/>
            </a:xfrm>
            <a:custGeom>
              <a:avLst/>
              <a:gdLst/>
              <a:ahLst/>
              <a:cxnLst>
                <a:cxn ang="0">
                  <a:pos x="81" y="3"/>
                </a:cxn>
                <a:cxn ang="0">
                  <a:pos x="79" y="12"/>
                </a:cxn>
                <a:cxn ang="0">
                  <a:pos x="74" y="16"/>
                </a:cxn>
                <a:cxn ang="0">
                  <a:pos x="63" y="24"/>
                </a:cxn>
                <a:cxn ang="0">
                  <a:pos x="61" y="27"/>
                </a:cxn>
                <a:cxn ang="0">
                  <a:pos x="56" y="41"/>
                </a:cxn>
                <a:cxn ang="0">
                  <a:pos x="50" y="50"/>
                </a:cxn>
                <a:cxn ang="0">
                  <a:pos x="37" y="68"/>
                </a:cxn>
                <a:cxn ang="0">
                  <a:pos x="31" y="77"/>
                </a:cxn>
                <a:cxn ang="0">
                  <a:pos x="12" y="109"/>
                </a:cxn>
                <a:cxn ang="0">
                  <a:pos x="4" y="127"/>
                </a:cxn>
                <a:cxn ang="0">
                  <a:pos x="1" y="144"/>
                </a:cxn>
                <a:cxn ang="0">
                  <a:pos x="0" y="146"/>
                </a:cxn>
                <a:cxn ang="0">
                  <a:pos x="0" y="149"/>
                </a:cxn>
                <a:cxn ang="0">
                  <a:pos x="2" y="154"/>
                </a:cxn>
                <a:cxn ang="0">
                  <a:pos x="5" y="155"/>
                </a:cxn>
                <a:cxn ang="0">
                  <a:pos x="8" y="154"/>
                </a:cxn>
                <a:cxn ang="0">
                  <a:pos x="9" y="149"/>
                </a:cxn>
                <a:cxn ang="0">
                  <a:pos x="10" y="143"/>
                </a:cxn>
                <a:cxn ang="0">
                  <a:pos x="15" y="125"/>
                </a:cxn>
                <a:cxn ang="0">
                  <a:pos x="26" y="101"/>
                </a:cxn>
                <a:cxn ang="0">
                  <a:pos x="41" y="78"/>
                </a:cxn>
                <a:cxn ang="0">
                  <a:pos x="56" y="57"/>
                </a:cxn>
                <a:cxn ang="0">
                  <a:pos x="65" y="42"/>
                </a:cxn>
                <a:cxn ang="0">
                  <a:pos x="75" y="27"/>
                </a:cxn>
                <a:cxn ang="0">
                  <a:pos x="81" y="23"/>
                </a:cxn>
                <a:cxn ang="0">
                  <a:pos x="88" y="12"/>
                </a:cxn>
                <a:cxn ang="0">
                  <a:pos x="90" y="5"/>
                </a:cxn>
                <a:cxn ang="0">
                  <a:pos x="89" y="2"/>
                </a:cxn>
                <a:cxn ang="0">
                  <a:pos x="85" y="0"/>
                </a:cxn>
                <a:cxn ang="0">
                  <a:pos x="82" y="1"/>
                </a:cxn>
                <a:cxn ang="0">
                  <a:pos x="81" y="3"/>
                </a:cxn>
              </a:cxnLst>
              <a:rect l="0" t="0" r="r" b="b"/>
              <a:pathLst>
                <a:path w="90" h="155">
                  <a:moveTo>
                    <a:pt x="81" y="3"/>
                  </a:moveTo>
                  <a:lnTo>
                    <a:pt x="81" y="3"/>
                  </a:lnTo>
                  <a:lnTo>
                    <a:pt x="80" y="8"/>
                  </a:lnTo>
                  <a:lnTo>
                    <a:pt x="79" y="12"/>
                  </a:lnTo>
                  <a:lnTo>
                    <a:pt x="76" y="14"/>
                  </a:lnTo>
                  <a:lnTo>
                    <a:pt x="74" y="16"/>
                  </a:lnTo>
                  <a:lnTo>
                    <a:pt x="69" y="19"/>
                  </a:lnTo>
                  <a:lnTo>
                    <a:pt x="63" y="24"/>
                  </a:lnTo>
                  <a:lnTo>
                    <a:pt x="63" y="24"/>
                  </a:lnTo>
                  <a:lnTo>
                    <a:pt x="61" y="27"/>
                  </a:lnTo>
                  <a:lnTo>
                    <a:pt x="59" y="33"/>
                  </a:lnTo>
                  <a:lnTo>
                    <a:pt x="56" y="41"/>
                  </a:lnTo>
                  <a:lnTo>
                    <a:pt x="56" y="41"/>
                  </a:lnTo>
                  <a:lnTo>
                    <a:pt x="50" y="50"/>
                  </a:lnTo>
                  <a:lnTo>
                    <a:pt x="43" y="58"/>
                  </a:lnTo>
                  <a:lnTo>
                    <a:pt x="37" y="68"/>
                  </a:lnTo>
                  <a:lnTo>
                    <a:pt x="31" y="77"/>
                  </a:lnTo>
                  <a:lnTo>
                    <a:pt x="31" y="77"/>
                  </a:lnTo>
                  <a:lnTo>
                    <a:pt x="22" y="92"/>
                  </a:lnTo>
                  <a:lnTo>
                    <a:pt x="12" y="109"/>
                  </a:lnTo>
                  <a:lnTo>
                    <a:pt x="8" y="117"/>
                  </a:lnTo>
                  <a:lnTo>
                    <a:pt x="4" y="127"/>
                  </a:lnTo>
                  <a:lnTo>
                    <a:pt x="2" y="135"/>
                  </a:lnTo>
                  <a:lnTo>
                    <a:pt x="1" y="144"/>
                  </a:lnTo>
                  <a:lnTo>
                    <a:pt x="1" y="144"/>
                  </a:lnTo>
                  <a:lnTo>
                    <a:pt x="0" y="146"/>
                  </a:lnTo>
                  <a:lnTo>
                    <a:pt x="0" y="149"/>
                  </a:lnTo>
                  <a:lnTo>
                    <a:pt x="0" y="149"/>
                  </a:lnTo>
                  <a:lnTo>
                    <a:pt x="0" y="151"/>
                  </a:lnTo>
                  <a:lnTo>
                    <a:pt x="2" y="154"/>
                  </a:lnTo>
                  <a:lnTo>
                    <a:pt x="3" y="155"/>
                  </a:lnTo>
                  <a:lnTo>
                    <a:pt x="5" y="155"/>
                  </a:lnTo>
                  <a:lnTo>
                    <a:pt x="6" y="155"/>
                  </a:lnTo>
                  <a:lnTo>
                    <a:pt x="8" y="154"/>
                  </a:lnTo>
                  <a:lnTo>
                    <a:pt x="9" y="151"/>
                  </a:lnTo>
                  <a:lnTo>
                    <a:pt x="9" y="149"/>
                  </a:lnTo>
                  <a:lnTo>
                    <a:pt x="9" y="149"/>
                  </a:lnTo>
                  <a:lnTo>
                    <a:pt x="10" y="143"/>
                  </a:lnTo>
                  <a:lnTo>
                    <a:pt x="10" y="137"/>
                  </a:lnTo>
                  <a:lnTo>
                    <a:pt x="15" y="125"/>
                  </a:lnTo>
                  <a:lnTo>
                    <a:pt x="20" y="112"/>
                  </a:lnTo>
                  <a:lnTo>
                    <a:pt x="26" y="101"/>
                  </a:lnTo>
                  <a:lnTo>
                    <a:pt x="34" y="89"/>
                  </a:lnTo>
                  <a:lnTo>
                    <a:pt x="41" y="78"/>
                  </a:lnTo>
                  <a:lnTo>
                    <a:pt x="56" y="57"/>
                  </a:lnTo>
                  <a:lnTo>
                    <a:pt x="56" y="57"/>
                  </a:lnTo>
                  <a:lnTo>
                    <a:pt x="61" y="49"/>
                  </a:lnTo>
                  <a:lnTo>
                    <a:pt x="65" y="42"/>
                  </a:lnTo>
                  <a:lnTo>
                    <a:pt x="69" y="34"/>
                  </a:lnTo>
                  <a:lnTo>
                    <a:pt x="75" y="27"/>
                  </a:lnTo>
                  <a:lnTo>
                    <a:pt x="75" y="27"/>
                  </a:lnTo>
                  <a:lnTo>
                    <a:pt x="81" y="23"/>
                  </a:lnTo>
                  <a:lnTo>
                    <a:pt x="85" y="18"/>
                  </a:lnTo>
                  <a:lnTo>
                    <a:pt x="88" y="12"/>
                  </a:lnTo>
                  <a:lnTo>
                    <a:pt x="90" y="5"/>
                  </a:lnTo>
                  <a:lnTo>
                    <a:pt x="90" y="5"/>
                  </a:lnTo>
                  <a:lnTo>
                    <a:pt x="90" y="3"/>
                  </a:lnTo>
                  <a:lnTo>
                    <a:pt x="89" y="2"/>
                  </a:lnTo>
                  <a:lnTo>
                    <a:pt x="87" y="0"/>
                  </a:lnTo>
                  <a:lnTo>
                    <a:pt x="85" y="0"/>
                  </a:lnTo>
                  <a:lnTo>
                    <a:pt x="83" y="0"/>
                  </a:lnTo>
                  <a:lnTo>
                    <a:pt x="82" y="1"/>
                  </a:lnTo>
                  <a:lnTo>
                    <a:pt x="81" y="3"/>
                  </a:lnTo>
                  <a:lnTo>
                    <a:pt x="8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3" name="Freeform 365"/>
            <p:cNvSpPr/>
            <p:nvPr/>
          </p:nvSpPr>
          <p:spPr bwMode="auto">
            <a:xfrm>
              <a:off x="4610100" y="3646488"/>
              <a:ext cx="71438" cy="104775"/>
            </a:xfrm>
            <a:custGeom>
              <a:avLst/>
              <a:gdLst/>
              <a:ahLst/>
              <a:cxnLst>
                <a:cxn ang="0">
                  <a:pos x="126" y="1"/>
                </a:cxn>
                <a:cxn ang="0">
                  <a:pos x="126" y="1"/>
                </a:cxn>
                <a:cxn ang="0">
                  <a:pos x="115" y="9"/>
                </a:cxn>
                <a:cxn ang="0">
                  <a:pos x="105" y="17"/>
                </a:cxn>
                <a:cxn ang="0">
                  <a:pos x="96" y="27"/>
                </a:cxn>
                <a:cxn ang="0">
                  <a:pos x="87" y="37"/>
                </a:cxn>
                <a:cxn ang="0">
                  <a:pos x="80" y="47"/>
                </a:cxn>
                <a:cxn ang="0">
                  <a:pos x="73" y="59"/>
                </a:cxn>
                <a:cxn ang="0">
                  <a:pos x="59" y="82"/>
                </a:cxn>
                <a:cxn ang="0">
                  <a:pos x="59" y="82"/>
                </a:cxn>
                <a:cxn ang="0">
                  <a:pos x="44" y="109"/>
                </a:cxn>
                <a:cxn ang="0">
                  <a:pos x="28" y="136"/>
                </a:cxn>
                <a:cxn ang="0">
                  <a:pos x="13" y="164"/>
                </a:cxn>
                <a:cxn ang="0">
                  <a:pos x="7" y="178"/>
                </a:cxn>
                <a:cxn ang="0">
                  <a:pos x="0" y="193"/>
                </a:cxn>
                <a:cxn ang="0">
                  <a:pos x="0" y="193"/>
                </a:cxn>
                <a:cxn ang="0">
                  <a:pos x="0" y="195"/>
                </a:cxn>
                <a:cxn ang="0">
                  <a:pos x="1" y="197"/>
                </a:cxn>
                <a:cxn ang="0">
                  <a:pos x="2" y="198"/>
                </a:cxn>
                <a:cxn ang="0">
                  <a:pos x="3" y="199"/>
                </a:cxn>
                <a:cxn ang="0">
                  <a:pos x="6" y="199"/>
                </a:cxn>
                <a:cxn ang="0">
                  <a:pos x="8" y="198"/>
                </a:cxn>
                <a:cxn ang="0">
                  <a:pos x="9" y="197"/>
                </a:cxn>
                <a:cxn ang="0">
                  <a:pos x="10" y="196"/>
                </a:cxn>
                <a:cxn ang="0">
                  <a:pos x="10" y="196"/>
                </a:cxn>
                <a:cxn ang="0">
                  <a:pos x="15" y="183"/>
                </a:cxn>
                <a:cxn ang="0">
                  <a:pos x="21" y="170"/>
                </a:cxn>
                <a:cxn ang="0">
                  <a:pos x="33" y="147"/>
                </a:cxn>
                <a:cxn ang="0">
                  <a:pos x="47" y="124"/>
                </a:cxn>
                <a:cxn ang="0">
                  <a:pos x="60" y="100"/>
                </a:cxn>
                <a:cxn ang="0">
                  <a:pos x="60" y="100"/>
                </a:cxn>
                <a:cxn ang="0">
                  <a:pos x="74" y="74"/>
                </a:cxn>
                <a:cxn ang="0">
                  <a:pos x="82" y="62"/>
                </a:cxn>
                <a:cxn ang="0">
                  <a:pos x="89" y="49"/>
                </a:cxn>
                <a:cxn ang="0">
                  <a:pos x="98" y="38"/>
                </a:cxn>
                <a:cxn ang="0">
                  <a:pos x="108" y="28"/>
                </a:cxn>
                <a:cxn ang="0">
                  <a:pos x="119" y="17"/>
                </a:cxn>
                <a:cxn ang="0">
                  <a:pos x="130" y="9"/>
                </a:cxn>
                <a:cxn ang="0">
                  <a:pos x="130" y="9"/>
                </a:cxn>
                <a:cxn ang="0">
                  <a:pos x="133" y="7"/>
                </a:cxn>
                <a:cxn ang="0">
                  <a:pos x="134" y="6"/>
                </a:cxn>
                <a:cxn ang="0">
                  <a:pos x="133" y="4"/>
                </a:cxn>
                <a:cxn ang="0">
                  <a:pos x="133" y="2"/>
                </a:cxn>
                <a:cxn ang="0">
                  <a:pos x="132" y="1"/>
                </a:cxn>
                <a:cxn ang="0">
                  <a:pos x="129" y="0"/>
                </a:cxn>
                <a:cxn ang="0">
                  <a:pos x="128" y="0"/>
                </a:cxn>
                <a:cxn ang="0">
                  <a:pos x="126" y="1"/>
                </a:cxn>
                <a:cxn ang="0">
                  <a:pos x="126" y="1"/>
                </a:cxn>
              </a:cxnLst>
              <a:rect l="0" t="0" r="r" b="b"/>
              <a:pathLst>
                <a:path w="134" h="199">
                  <a:moveTo>
                    <a:pt x="126" y="1"/>
                  </a:moveTo>
                  <a:lnTo>
                    <a:pt x="126" y="1"/>
                  </a:lnTo>
                  <a:lnTo>
                    <a:pt x="115" y="9"/>
                  </a:lnTo>
                  <a:lnTo>
                    <a:pt x="105" y="17"/>
                  </a:lnTo>
                  <a:lnTo>
                    <a:pt x="96" y="27"/>
                  </a:lnTo>
                  <a:lnTo>
                    <a:pt x="87" y="37"/>
                  </a:lnTo>
                  <a:lnTo>
                    <a:pt x="80" y="47"/>
                  </a:lnTo>
                  <a:lnTo>
                    <a:pt x="73" y="59"/>
                  </a:lnTo>
                  <a:lnTo>
                    <a:pt x="59" y="82"/>
                  </a:lnTo>
                  <a:lnTo>
                    <a:pt x="59" y="82"/>
                  </a:lnTo>
                  <a:lnTo>
                    <a:pt x="44" y="109"/>
                  </a:lnTo>
                  <a:lnTo>
                    <a:pt x="28" y="136"/>
                  </a:lnTo>
                  <a:lnTo>
                    <a:pt x="13" y="164"/>
                  </a:lnTo>
                  <a:lnTo>
                    <a:pt x="7" y="178"/>
                  </a:lnTo>
                  <a:lnTo>
                    <a:pt x="0" y="193"/>
                  </a:lnTo>
                  <a:lnTo>
                    <a:pt x="0" y="193"/>
                  </a:lnTo>
                  <a:lnTo>
                    <a:pt x="0" y="195"/>
                  </a:lnTo>
                  <a:lnTo>
                    <a:pt x="1" y="197"/>
                  </a:lnTo>
                  <a:lnTo>
                    <a:pt x="2" y="198"/>
                  </a:lnTo>
                  <a:lnTo>
                    <a:pt x="3" y="199"/>
                  </a:lnTo>
                  <a:lnTo>
                    <a:pt x="6" y="199"/>
                  </a:lnTo>
                  <a:lnTo>
                    <a:pt x="8" y="198"/>
                  </a:lnTo>
                  <a:lnTo>
                    <a:pt x="9" y="197"/>
                  </a:lnTo>
                  <a:lnTo>
                    <a:pt x="10" y="196"/>
                  </a:lnTo>
                  <a:lnTo>
                    <a:pt x="10" y="196"/>
                  </a:lnTo>
                  <a:lnTo>
                    <a:pt x="15" y="183"/>
                  </a:lnTo>
                  <a:lnTo>
                    <a:pt x="21" y="170"/>
                  </a:lnTo>
                  <a:lnTo>
                    <a:pt x="33" y="147"/>
                  </a:lnTo>
                  <a:lnTo>
                    <a:pt x="47" y="124"/>
                  </a:lnTo>
                  <a:lnTo>
                    <a:pt x="60" y="100"/>
                  </a:lnTo>
                  <a:lnTo>
                    <a:pt x="60" y="100"/>
                  </a:lnTo>
                  <a:lnTo>
                    <a:pt x="74" y="74"/>
                  </a:lnTo>
                  <a:lnTo>
                    <a:pt x="82" y="62"/>
                  </a:lnTo>
                  <a:lnTo>
                    <a:pt x="89" y="49"/>
                  </a:lnTo>
                  <a:lnTo>
                    <a:pt x="98" y="38"/>
                  </a:lnTo>
                  <a:lnTo>
                    <a:pt x="108" y="28"/>
                  </a:lnTo>
                  <a:lnTo>
                    <a:pt x="119" y="17"/>
                  </a:lnTo>
                  <a:lnTo>
                    <a:pt x="130" y="9"/>
                  </a:lnTo>
                  <a:lnTo>
                    <a:pt x="130" y="9"/>
                  </a:lnTo>
                  <a:lnTo>
                    <a:pt x="133" y="7"/>
                  </a:lnTo>
                  <a:lnTo>
                    <a:pt x="134" y="6"/>
                  </a:lnTo>
                  <a:lnTo>
                    <a:pt x="133" y="4"/>
                  </a:lnTo>
                  <a:lnTo>
                    <a:pt x="133" y="2"/>
                  </a:lnTo>
                  <a:lnTo>
                    <a:pt x="132" y="1"/>
                  </a:lnTo>
                  <a:lnTo>
                    <a:pt x="129" y="0"/>
                  </a:lnTo>
                  <a:lnTo>
                    <a:pt x="128" y="0"/>
                  </a:lnTo>
                  <a:lnTo>
                    <a:pt x="126" y="1"/>
                  </a:lnTo>
                  <a:lnTo>
                    <a:pt x="12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4" name="Freeform 366"/>
            <p:cNvSpPr/>
            <p:nvPr/>
          </p:nvSpPr>
          <p:spPr bwMode="auto">
            <a:xfrm>
              <a:off x="4624388" y="3638550"/>
              <a:ext cx="84138" cy="130175"/>
            </a:xfrm>
            <a:custGeom>
              <a:avLst/>
              <a:gdLst/>
              <a:ahLst/>
              <a:cxnLst>
                <a:cxn ang="0">
                  <a:pos x="152" y="1"/>
                </a:cxn>
                <a:cxn ang="0">
                  <a:pos x="137" y="15"/>
                </a:cxn>
                <a:cxn ang="0">
                  <a:pos x="123" y="30"/>
                </a:cxn>
                <a:cxn ang="0">
                  <a:pos x="99" y="66"/>
                </a:cxn>
                <a:cxn ang="0">
                  <a:pos x="67" y="121"/>
                </a:cxn>
                <a:cxn ang="0">
                  <a:pos x="56" y="138"/>
                </a:cxn>
                <a:cxn ang="0">
                  <a:pos x="32" y="174"/>
                </a:cxn>
                <a:cxn ang="0">
                  <a:pos x="12" y="211"/>
                </a:cxn>
                <a:cxn ang="0">
                  <a:pos x="1" y="229"/>
                </a:cxn>
                <a:cxn ang="0">
                  <a:pos x="0" y="238"/>
                </a:cxn>
                <a:cxn ang="0">
                  <a:pos x="4" y="246"/>
                </a:cxn>
                <a:cxn ang="0">
                  <a:pos x="6" y="247"/>
                </a:cxn>
                <a:cxn ang="0">
                  <a:pos x="12" y="246"/>
                </a:cxn>
                <a:cxn ang="0">
                  <a:pos x="14" y="242"/>
                </a:cxn>
                <a:cxn ang="0">
                  <a:pos x="16" y="241"/>
                </a:cxn>
                <a:cxn ang="0">
                  <a:pos x="17" y="236"/>
                </a:cxn>
                <a:cxn ang="0">
                  <a:pos x="15" y="234"/>
                </a:cxn>
                <a:cxn ang="0">
                  <a:pos x="12" y="234"/>
                </a:cxn>
                <a:cxn ang="0">
                  <a:pos x="10" y="234"/>
                </a:cxn>
                <a:cxn ang="0">
                  <a:pos x="12" y="229"/>
                </a:cxn>
                <a:cxn ang="0">
                  <a:pos x="22" y="210"/>
                </a:cxn>
                <a:cxn ang="0">
                  <a:pos x="33" y="191"/>
                </a:cxn>
                <a:cxn ang="0">
                  <a:pos x="53" y="160"/>
                </a:cxn>
                <a:cxn ang="0">
                  <a:pos x="73" y="129"/>
                </a:cxn>
                <a:cxn ang="0">
                  <a:pos x="92" y="98"/>
                </a:cxn>
                <a:cxn ang="0">
                  <a:pos x="121" y="50"/>
                </a:cxn>
                <a:cxn ang="0">
                  <a:pos x="144" y="21"/>
                </a:cxn>
                <a:cxn ang="0">
                  <a:pos x="157" y="10"/>
                </a:cxn>
                <a:cxn ang="0">
                  <a:pos x="158" y="9"/>
                </a:cxn>
                <a:cxn ang="0">
                  <a:pos x="158" y="2"/>
                </a:cxn>
                <a:cxn ang="0">
                  <a:pos x="156" y="0"/>
                </a:cxn>
                <a:cxn ang="0">
                  <a:pos x="152" y="1"/>
                </a:cxn>
              </a:cxnLst>
              <a:rect l="0" t="0" r="r" b="b"/>
              <a:pathLst>
                <a:path w="159" h="247">
                  <a:moveTo>
                    <a:pt x="152" y="1"/>
                  </a:moveTo>
                  <a:lnTo>
                    <a:pt x="152" y="1"/>
                  </a:lnTo>
                  <a:lnTo>
                    <a:pt x="145" y="8"/>
                  </a:lnTo>
                  <a:lnTo>
                    <a:pt x="137" y="15"/>
                  </a:lnTo>
                  <a:lnTo>
                    <a:pt x="129" y="23"/>
                  </a:lnTo>
                  <a:lnTo>
                    <a:pt x="123" y="30"/>
                  </a:lnTo>
                  <a:lnTo>
                    <a:pt x="111" y="48"/>
                  </a:lnTo>
                  <a:lnTo>
                    <a:pt x="99" y="66"/>
                  </a:lnTo>
                  <a:lnTo>
                    <a:pt x="79" y="103"/>
                  </a:lnTo>
                  <a:lnTo>
                    <a:pt x="67" y="121"/>
                  </a:lnTo>
                  <a:lnTo>
                    <a:pt x="56" y="138"/>
                  </a:lnTo>
                  <a:lnTo>
                    <a:pt x="56" y="138"/>
                  </a:lnTo>
                  <a:lnTo>
                    <a:pt x="44" y="155"/>
                  </a:lnTo>
                  <a:lnTo>
                    <a:pt x="32" y="174"/>
                  </a:lnTo>
                  <a:lnTo>
                    <a:pt x="12" y="211"/>
                  </a:lnTo>
                  <a:lnTo>
                    <a:pt x="12" y="211"/>
                  </a:lnTo>
                  <a:lnTo>
                    <a:pt x="6" y="219"/>
                  </a:lnTo>
                  <a:lnTo>
                    <a:pt x="1" y="229"/>
                  </a:lnTo>
                  <a:lnTo>
                    <a:pt x="0" y="233"/>
                  </a:lnTo>
                  <a:lnTo>
                    <a:pt x="0" y="238"/>
                  </a:lnTo>
                  <a:lnTo>
                    <a:pt x="1" y="242"/>
                  </a:lnTo>
                  <a:lnTo>
                    <a:pt x="4" y="246"/>
                  </a:lnTo>
                  <a:lnTo>
                    <a:pt x="4" y="246"/>
                  </a:lnTo>
                  <a:lnTo>
                    <a:pt x="6" y="247"/>
                  </a:lnTo>
                  <a:lnTo>
                    <a:pt x="9" y="247"/>
                  </a:lnTo>
                  <a:lnTo>
                    <a:pt x="12" y="246"/>
                  </a:lnTo>
                  <a:lnTo>
                    <a:pt x="13" y="244"/>
                  </a:lnTo>
                  <a:lnTo>
                    <a:pt x="14" y="242"/>
                  </a:lnTo>
                  <a:lnTo>
                    <a:pt x="14" y="242"/>
                  </a:lnTo>
                  <a:lnTo>
                    <a:pt x="16" y="241"/>
                  </a:lnTo>
                  <a:lnTo>
                    <a:pt x="17" y="240"/>
                  </a:lnTo>
                  <a:lnTo>
                    <a:pt x="17" y="236"/>
                  </a:lnTo>
                  <a:lnTo>
                    <a:pt x="16" y="235"/>
                  </a:lnTo>
                  <a:lnTo>
                    <a:pt x="15" y="234"/>
                  </a:lnTo>
                  <a:lnTo>
                    <a:pt x="14" y="233"/>
                  </a:lnTo>
                  <a:lnTo>
                    <a:pt x="12" y="234"/>
                  </a:lnTo>
                  <a:lnTo>
                    <a:pt x="12" y="234"/>
                  </a:lnTo>
                  <a:lnTo>
                    <a:pt x="10" y="234"/>
                  </a:lnTo>
                  <a:lnTo>
                    <a:pt x="10" y="234"/>
                  </a:lnTo>
                  <a:lnTo>
                    <a:pt x="12" y="229"/>
                  </a:lnTo>
                  <a:lnTo>
                    <a:pt x="15" y="222"/>
                  </a:lnTo>
                  <a:lnTo>
                    <a:pt x="22" y="210"/>
                  </a:lnTo>
                  <a:lnTo>
                    <a:pt x="33" y="191"/>
                  </a:lnTo>
                  <a:lnTo>
                    <a:pt x="33" y="191"/>
                  </a:lnTo>
                  <a:lnTo>
                    <a:pt x="43" y="176"/>
                  </a:lnTo>
                  <a:lnTo>
                    <a:pt x="53" y="160"/>
                  </a:lnTo>
                  <a:lnTo>
                    <a:pt x="73" y="129"/>
                  </a:lnTo>
                  <a:lnTo>
                    <a:pt x="73" y="129"/>
                  </a:lnTo>
                  <a:lnTo>
                    <a:pt x="83" y="114"/>
                  </a:lnTo>
                  <a:lnTo>
                    <a:pt x="92" y="98"/>
                  </a:lnTo>
                  <a:lnTo>
                    <a:pt x="111" y="65"/>
                  </a:lnTo>
                  <a:lnTo>
                    <a:pt x="121" y="50"/>
                  </a:lnTo>
                  <a:lnTo>
                    <a:pt x="131" y="34"/>
                  </a:lnTo>
                  <a:lnTo>
                    <a:pt x="144" y="21"/>
                  </a:lnTo>
                  <a:lnTo>
                    <a:pt x="150" y="15"/>
                  </a:lnTo>
                  <a:lnTo>
                    <a:pt x="157" y="10"/>
                  </a:lnTo>
                  <a:lnTo>
                    <a:pt x="157" y="10"/>
                  </a:lnTo>
                  <a:lnTo>
                    <a:pt x="158" y="9"/>
                  </a:lnTo>
                  <a:lnTo>
                    <a:pt x="159" y="6"/>
                  </a:lnTo>
                  <a:lnTo>
                    <a:pt x="158" y="2"/>
                  </a:lnTo>
                  <a:lnTo>
                    <a:pt x="157" y="1"/>
                  </a:lnTo>
                  <a:lnTo>
                    <a:pt x="156" y="0"/>
                  </a:lnTo>
                  <a:lnTo>
                    <a:pt x="154" y="0"/>
                  </a:lnTo>
                  <a:lnTo>
                    <a:pt x="152" y="1"/>
                  </a:lnTo>
                  <a:lnTo>
                    <a:pt x="15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5" name="Freeform 367"/>
            <p:cNvSpPr/>
            <p:nvPr/>
          </p:nvSpPr>
          <p:spPr bwMode="auto">
            <a:xfrm>
              <a:off x="4648200" y="3646488"/>
              <a:ext cx="80963" cy="120650"/>
            </a:xfrm>
            <a:custGeom>
              <a:avLst/>
              <a:gdLst/>
              <a:ahLst/>
              <a:cxnLst>
                <a:cxn ang="0">
                  <a:pos x="143" y="2"/>
                </a:cxn>
                <a:cxn ang="0">
                  <a:pos x="143" y="2"/>
                </a:cxn>
                <a:cxn ang="0">
                  <a:pos x="132" y="14"/>
                </a:cxn>
                <a:cxn ang="0">
                  <a:pos x="120" y="28"/>
                </a:cxn>
                <a:cxn ang="0">
                  <a:pos x="110" y="41"/>
                </a:cxn>
                <a:cxn ang="0">
                  <a:pos x="100" y="54"/>
                </a:cxn>
                <a:cxn ang="0">
                  <a:pos x="81" y="83"/>
                </a:cxn>
                <a:cxn ang="0">
                  <a:pos x="63" y="113"/>
                </a:cxn>
                <a:cxn ang="0">
                  <a:pos x="63" y="113"/>
                </a:cxn>
                <a:cxn ang="0">
                  <a:pos x="47" y="141"/>
                </a:cxn>
                <a:cxn ang="0">
                  <a:pos x="32" y="169"/>
                </a:cxn>
                <a:cxn ang="0">
                  <a:pos x="32" y="169"/>
                </a:cxn>
                <a:cxn ang="0">
                  <a:pos x="24" y="182"/>
                </a:cxn>
                <a:cxn ang="0">
                  <a:pos x="15" y="195"/>
                </a:cxn>
                <a:cxn ang="0">
                  <a:pos x="7" y="207"/>
                </a:cxn>
                <a:cxn ang="0">
                  <a:pos x="1" y="221"/>
                </a:cxn>
                <a:cxn ang="0">
                  <a:pos x="1" y="221"/>
                </a:cxn>
                <a:cxn ang="0">
                  <a:pos x="0" y="223"/>
                </a:cxn>
                <a:cxn ang="0">
                  <a:pos x="1" y="225"/>
                </a:cxn>
                <a:cxn ang="0">
                  <a:pos x="2" y="227"/>
                </a:cxn>
                <a:cxn ang="0">
                  <a:pos x="5" y="228"/>
                </a:cxn>
                <a:cxn ang="0">
                  <a:pos x="9" y="228"/>
                </a:cxn>
                <a:cxn ang="0">
                  <a:pos x="9" y="228"/>
                </a:cxn>
                <a:cxn ang="0">
                  <a:pos x="12" y="227"/>
                </a:cxn>
                <a:cxn ang="0">
                  <a:pos x="14" y="224"/>
                </a:cxn>
                <a:cxn ang="0">
                  <a:pos x="13" y="221"/>
                </a:cxn>
                <a:cxn ang="0">
                  <a:pos x="12" y="219"/>
                </a:cxn>
                <a:cxn ang="0">
                  <a:pos x="12" y="219"/>
                </a:cxn>
                <a:cxn ang="0">
                  <a:pos x="17" y="209"/>
                </a:cxn>
                <a:cxn ang="0">
                  <a:pos x="23" y="200"/>
                </a:cxn>
                <a:cxn ang="0">
                  <a:pos x="36" y="180"/>
                </a:cxn>
                <a:cxn ang="0">
                  <a:pos x="36" y="180"/>
                </a:cxn>
                <a:cxn ang="0">
                  <a:pos x="52" y="153"/>
                </a:cxn>
                <a:cxn ang="0">
                  <a:pos x="67" y="125"/>
                </a:cxn>
                <a:cxn ang="0">
                  <a:pos x="67" y="125"/>
                </a:cxn>
                <a:cxn ang="0">
                  <a:pos x="85" y="94"/>
                </a:cxn>
                <a:cxn ang="0">
                  <a:pos x="105" y="64"/>
                </a:cxn>
                <a:cxn ang="0">
                  <a:pos x="115" y="49"/>
                </a:cxn>
                <a:cxn ang="0">
                  <a:pos x="127" y="35"/>
                </a:cxn>
                <a:cxn ang="0">
                  <a:pos x="138" y="21"/>
                </a:cxn>
                <a:cxn ang="0">
                  <a:pos x="150" y="8"/>
                </a:cxn>
                <a:cxn ang="0">
                  <a:pos x="150" y="8"/>
                </a:cxn>
                <a:cxn ang="0">
                  <a:pos x="151" y="6"/>
                </a:cxn>
                <a:cxn ang="0">
                  <a:pos x="151" y="5"/>
                </a:cxn>
                <a:cxn ang="0">
                  <a:pos x="150" y="3"/>
                </a:cxn>
                <a:cxn ang="0">
                  <a:pos x="149" y="2"/>
                </a:cxn>
                <a:cxn ang="0">
                  <a:pos x="148" y="1"/>
                </a:cxn>
                <a:cxn ang="0">
                  <a:pos x="146" y="0"/>
                </a:cxn>
                <a:cxn ang="0">
                  <a:pos x="145" y="0"/>
                </a:cxn>
                <a:cxn ang="0">
                  <a:pos x="143" y="2"/>
                </a:cxn>
                <a:cxn ang="0">
                  <a:pos x="143" y="2"/>
                </a:cxn>
              </a:cxnLst>
              <a:rect l="0" t="0" r="r" b="b"/>
              <a:pathLst>
                <a:path w="151" h="228">
                  <a:moveTo>
                    <a:pt x="143" y="2"/>
                  </a:moveTo>
                  <a:lnTo>
                    <a:pt x="143" y="2"/>
                  </a:lnTo>
                  <a:lnTo>
                    <a:pt x="132" y="14"/>
                  </a:lnTo>
                  <a:lnTo>
                    <a:pt x="120" y="28"/>
                  </a:lnTo>
                  <a:lnTo>
                    <a:pt x="110" y="41"/>
                  </a:lnTo>
                  <a:lnTo>
                    <a:pt x="100" y="54"/>
                  </a:lnTo>
                  <a:lnTo>
                    <a:pt x="81" y="83"/>
                  </a:lnTo>
                  <a:lnTo>
                    <a:pt x="63" y="113"/>
                  </a:lnTo>
                  <a:lnTo>
                    <a:pt x="63" y="113"/>
                  </a:lnTo>
                  <a:lnTo>
                    <a:pt x="47" y="141"/>
                  </a:lnTo>
                  <a:lnTo>
                    <a:pt x="32" y="169"/>
                  </a:lnTo>
                  <a:lnTo>
                    <a:pt x="32" y="169"/>
                  </a:lnTo>
                  <a:lnTo>
                    <a:pt x="24" y="182"/>
                  </a:lnTo>
                  <a:lnTo>
                    <a:pt x="15" y="195"/>
                  </a:lnTo>
                  <a:lnTo>
                    <a:pt x="7" y="207"/>
                  </a:lnTo>
                  <a:lnTo>
                    <a:pt x="1" y="221"/>
                  </a:lnTo>
                  <a:lnTo>
                    <a:pt x="1" y="221"/>
                  </a:lnTo>
                  <a:lnTo>
                    <a:pt x="0" y="223"/>
                  </a:lnTo>
                  <a:lnTo>
                    <a:pt x="1" y="225"/>
                  </a:lnTo>
                  <a:lnTo>
                    <a:pt x="2" y="227"/>
                  </a:lnTo>
                  <a:lnTo>
                    <a:pt x="5" y="228"/>
                  </a:lnTo>
                  <a:lnTo>
                    <a:pt x="9" y="228"/>
                  </a:lnTo>
                  <a:lnTo>
                    <a:pt x="9" y="228"/>
                  </a:lnTo>
                  <a:lnTo>
                    <a:pt x="12" y="227"/>
                  </a:lnTo>
                  <a:lnTo>
                    <a:pt x="14" y="224"/>
                  </a:lnTo>
                  <a:lnTo>
                    <a:pt x="13" y="221"/>
                  </a:lnTo>
                  <a:lnTo>
                    <a:pt x="12" y="219"/>
                  </a:lnTo>
                  <a:lnTo>
                    <a:pt x="12" y="219"/>
                  </a:lnTo>
                  <a:lnTo>
                    <a:pt x="17" y="209"/>
                  </a:lnTo>
                  <a:lnTo>
                    <a:pt x="23" y="200"/>
                  </a:lnTo>
                  <a:lnTo>
                    <a:pt x="36" y="180"/>
                  </a:lnTo>
                  <a:lnTo>
                    <a:pt x="36" y="180"/>
                  </a:lnTo>
                  <a:lnTo>
                    <a:pt x="52" y="153"/>
                  </a:lnTo>
                  <a:lnTo>
                    <a:pt x="67" y="125"/>
                  </a:lnTo>
                  <a:lnTo>
                    <a:pt x="67" y="125"/>
                  </a:lnTo>
                  <a:lnTo>
                    <a:pt x="85" y="94"/>
                  </a:lnTo>
                  <a:lnTo>
                    <a:pt x="105" y="64"/>
                  </a:lnTo>
                  <a:lnTo>
                    <a:pt x="115" y="49"/>
                  </a:lnTo>
                  <a:lnTo>
                    <a:pt x="127" y="35"/>
                  </a:lnTo>
                  <a:lnTo>
                    <a:pt x="138" y="21"/>
                  </a:lnTo>
                  <a:lnTo>
                    <a:pt x="150" y="8"/>
                  </a:lnTo>
                  <a:lnTo>
                    <a:pt x="150" y="8"/>
                  </a:lnTo>
                  <a:lnTo>
                    <a:pt x="151" y="6"/>
                  </a:lnTo>
                  <a:lnTo>
                    <a:pt x="151" y="5"/>
                  </a:lnTo>
                  <a:lnTo>
                    <a:pt x="150" y="3"/>
                  </a:lnTo>
                  <a:lnTo>
                    <a:pt x="149" y="2"/>
                  </a:lnTo>
                  <a:lnTo>
                    <a:pt x="148" y="1"/>
                  </a:lnTo>
                  <a:lnTo>
                    <a:pt x="146" y="0"/>
                  </a:lnTo>
                  <a:lnTo>
                    <a:pt x="145" y="0"/>
                  </a:lnTo>
                  <a:lnTo>
                    <a:pt x="143" y="2"/>
                  </a:lnTo>
                  <a:lnTo>
                    <a:pt x="143"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6" name="Freeform 368"/>
            <p:cNvSpPr/>
            <p:nvPr/>
          </p:nvSpPr>
          <p:spPr bwMode="auto">
            <a:xfrm>
              <a:off x="4708525" y="3648075"/>
              <a:ext cx="52388" cy="69850"/>
            </a:xfrm>
            <a:custGeom>
              <a:avLst/>
              <a:gdLst/>
              <a:ahLst/>
              <a:cxnLst>
                <a:cxn ang="0">
                  <a:pos x="92" y="1"/>
                </a:cxn>
                <a:cxn ang="0">
                  <a:pos x="92" y="1"/>
                </a:cxn>
                <a:cxn ang="0">
                  <a:pos x="79" y="15"/>
                </a:cxn>
                <a:cxn ang="0">
                  <a:pos x="66" y="30"/>
                </a:cxn>
                <a:cxn ang="0">
                  <a:pos x="54" y="44"/>
                </a:cxn>
                <a:cxn ang="0">
                  <a:pos x="43" y="60"/>
                </a:cxn>
                <a:cxn ang="0">
                  <a:pos x="21" y="92"/>
                </a:cxn>
                <a:cxn ang="0">
                  <a:pos x="1" y="125"/>
                </a:cxn>
                <a:cxn ang="0">
                  <a:pos x="1" y="125"/>
                </a:cxn>
                <a:cxn ang="0">
                  <a:pos x="0" y="127"/>
                </a:cxn>
                <a:cxn ang="0">
                  <a:pos x="1" y="129"/>
                </a:cxn>
                <a:cxn ang="0">
                  <a:pos x="1" y="131"/>
                </a:cxn>
                <a:cxn ang="0">
                  <a:pos x="3" y="132"/>
                </a:cxn>
                <a:cxn ang="0">
                  <a:pos x="4" y="132"/>
                </a:cxn>
                <a:cxn ang="0">
                  <a:pos x="6" y="132"/>
                </a:cxn>
                <a:cxn ang="0">
                  <a:pos x="8" y="132"/>
                </a:cxn>
                <a:cxn ang="0">
                  <a:pos x="10" y="130"/>
                </a:cxn>
                <a:cxn ang="0">
                  <a:pos x="10" y="130"/>
                </a:cxn>
                <a:cxn ang="0">
                  <a:pos x="29" y="97"/>
                </a:cxn>
                <a:cxn ang="0">
                  <a:pos x="50" y="66"/>
                </a:cxn>
                <a:cxn ang="0">
                  <a:pos x="61" y="51"/>
                </a:cxn>
                <a:cxn ang="0">
                  <a:pos x="74" y="36"/>
                </a:cxn>
                <a:cxn ang="0">
                  <a:pos x="86" y="22"/>
                </a:cxn>
                <a:cxn ang="0">
                  <a:pos x="98" y="8"/>
                </a:cxn>
                <a:cxn ang="0">
                  <a:pos x="98" y="8"/>
                </a:cxn>
                <a:cxn ang="0">
                  <a:pos x="99" y="6"/>
                </a:cxn>
                <a:cxn ang="0">
                  <a:pos x="100" y="4"/>
                </a:cxn>
                <a:cxn ang="0">
                  <a:pos x="99" y="3"/>
                </a:cxn>
                <a:cxn ang="0">
                  <a:pos x="98" y="1"/>
                </a:cxn>
                <a:cxn ang="0">
                  <a:pos x="97" y="0"/>
                </a:cxn>
                <a:cxn ang="0">
                  <a:pos x="95" y="0"/>
                </a:cxn>
                <a:cxn ang="0">
                  <a:pos x="93" y="0"/>
                </a:cxn>
                <a:cxn ang="0">
                  <a:pos x="92" y="1"/>
                </a:cxn>
                <a:cxn ang="0">
                  <a:pos x="92" y="1"/>
                </a:cxn>
              </a:cxnLst>
              <a:rect l="0" t="0" r="r" b="b"/>
              <a:pathLst>
                <a:path w="100" h="132">
                  <a:moveTo>
                    <a:pt x="92" y="1"/>
                  </a:moveTo>
                  <a:lnTo>
                    <a:pt x="92" y="1"/>
                  </a:lnTo>
                  <a:lnTo>
                    <a:pt x="79" y="15"/>
                  </a:lnTo>
                  <a:lnTo>
                    <a:pt x="66" y="30"/>
                  </a:lnTo>
                  <a:lnTo>
                    <a:pt x="54" y="44"/>
                  </a:lnTo>
                  <a:lnTo>
                    <a:pt x="43" y="60"/>
                  </a:lnTo>
                  <a:lnTo>
                    <a:pt x="21" y="92"/>
                  </a:lnTo>
                  <a:lnTo>
                    <a:pt x="1" y="125"/>
                  </a:lnTo>
                  <a:lnTo>
                    <a:pt x="1" y="125"/>
                  </a:lnTo>
                  <a:lnTo>
                    <a:pt x="0" y="127"/>
                  </a:lnTo>
                  <a:lnTo>
                    <a:pt x="1" y="129"/>
                  </a:lnTo>
                  <a:lnTo>
                    <a:pt x="1" y="131"/>
                  </a:lnTo>
                  <a:lnTo>
                    <a:pt x="3" y="132"/>
                  </a:lnTo>
                  <a:lnTo>
                    <a:pt x="4" y="132"/>
                  </a:lnTo>
                  <a:lnTo>
                    <a:pt x="6" y="132"/>
                  </a:lnTo>
                  <a:lnTo>
                    <a:pt x="8" y="132"/>
                  </a:lnTo>
                  <a:lnTo>
                    <a:pt x="10" y="130"/>
                  </a:lnTo>
                  <a:lnTo>
                    <a:pt x="10" y="130"/>
                  </a:lnTo>
                  <a:lnTo>
                    <a:pt x="29" y="97"/>
                  </a:lnTo>
                  <a:lnTo>
                    <a:pt x="50" y="66"/>
                  </a:lnTo>
                  <a:lnTo>
                    <a:pt x="61" y="51"/>
                  </a:lnTo>
                  <a:lnTo>
                    <a:pt x="74" y="36"/>
                  </a:lnTo>
                  <a:lnTo>
                    <a:pt x="86" y="22"/>
                  </a:lnTo>
                  <a:lnTo>
                    <a:pt x="98" y="8"/>
                  </a:lnTo>
                  <a:lnTo>
                    <a:pt x="98" y="8"/>
                  </a:lnTo>
                  <a:lnTo>
                    <a:pt x="99" y="6"/>
                  </a:lnTo>
                  <a:lnTo>
                    <a:pt x="100" y="4"/>
                  </a:lnTo>
                  <a:lnTo>
                    <a:pt x="99" y="3"/>
                  </a:lnTo>
                  <a:lnTo>
                    <a:pt x="98" y="1"/>
                  </a:lnTo>
                  <a:lnTo>
                    <a:pt x="97" y="0"/>
                  </a:lnTo>
                  <a:lnTo>
                    <a:pt x="95" y="0"/>
                  </a:lnTo>
                  <a:lnTo>
                    <a:pt x="93" y="0"/>
                  </a:lnTo>
                  <a:lnTo>
                    <a:pt x="92" y="1"/>
                  </a:lnTo>
                  <a:lnTo>
                    <a:pt x="92"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7" name="Freeform 369"/>
            <p:cNvSpPr/>
            <p:nvPr/>
          </p:nvSpPr>
          <p:spPr bwMode="auto">
            <a:xfrm>
              <a:off x="4749800" y="3648075"/>
              <a:ext cx="39688" cy="52388"/>
            </a:xfrm>
            <a:custGeom>
              <a:avLst/>
              <a:gdLst/>
              <a:ahLst/>
              <a:cxnLst>
                <a:cxn ang="0">
                  <a:pos x="66" y="4"/>
                </a:cxn>
                <a:cxn ang="0">
                  <a:pos x="66" y="4"/>
                </a:cxn>
                <a:cxn ang="0">
                  <a:pos x="65" y="10"/>
                </a:cxn>
                <a:cxn ang="0">
                  <a:pos x="62" y="14"/>
                </a:cxn>
                <a:cxn ang="0">
                  <a:pos x="59" y="20"/>
                </a:cxn>
                <a:cxn ang="0">
                  <a:pos x="54" y="24"/>
                </a:cxn>
                <a:cxn ang="0">
                  <a:pos x="45" y="32"/>
                </a:cxn>
                <a:cxn ang="0">
                  <a:pos x="41" y="36"/>
                </a:cxn>
                <a:cxn ang="0">
                  <a:pos x="38" y="40"/>
                </a:cxn>
                <a:cxn ang="0">
                  <a:pos x="38" y="40"/>
                </a:cxn>
                <a:cxn ang="0">
                  <a:pos x="29" y="54"/>
                </a:cxn>
                <a:cxn ang="0">
                  <a:pos x="18" y="66"/>
                </a:cxn>
                <a:cxn ang="0">
                  <a:pos x="9" y="78"/>
                </a:cxn>
                <a:cxn ang="0">
                  <a:pos x="0" y="92"/>
                </a:cxn>
                <a:cxn ang="0">
                  <a:pos x="0" y="92"/>
                </a:cxn>
                <a:cxn ang="0">
                  <a:pos x="0" y="94"/>
                </a:cxn>
                <a:cxn ang="0">
                  <a:pos x="0" y="96"/>
                </a:cxn>
                <a:cxn ang="0">
                  <a:pos x="1" y="97"/>
                </a:cxn>
                <a:cxn ang="0">
                  <a:pos x="2" y="99"/>
                </a:cxn>
                <a:cxn ang="0">
                  <a:pos x="4" y="99"/>
                </a:cxn>
                <a:cxn ang="0">
                  <a:pos x="5" y="99"/>
                </a:cxn>
                <a:cxn ang="0">
                  <a:pos x="7" y="98"/>
                </a:cxn>
                <a:cxn ang="0">
                  <a:pos x="8" y="97"/>
                </a:cxn>
                <a:cxn ang="0">
                  <a:pos x="8" y="97"/>
                </a:cxn>
                <a:cxn ang="0">
                  <a:pos x="17" y="82"/>
                </a:cxn>
                <a:cxn ang="0">
                  <a:pos x="28" y="66"/>
                </a:cxn>
                <a:cxn ang="0">
                  <a:pos x="40" y="52"/>
                </a:cxn>
                <a:cxn ang="0">
                  <a:pos x="52" y="38"/>
                </a:cxn>
                <a:cxn ang="0">
                  <a:pos x="52" y="38"/>
                </a:cxn>
                <a:cxn ang="0">
                  <a:pos x="60" y="31"/>
                </a:cxn>
                <a:cxn ang="0">
                  <a:pos x="67" y="23"/>
                </a:cxn>
                <a:cxn ang="0">
                  <a:pos x="70" y="18"/>
                </a:cxn>
                <a:cxn ang="0">
                  <a:pos x="72" y="14"/>
                </a:cxn>
                <a:cxn ang="0">
                  <a:pos x="74" y="10"/>
                </a:cxn>
                <a:cxn ang="0">
                  <a:pos x="75" y="4"/>
                </a:cxn>
                <a:cxn ang="0">
                  <a:pos x="75" y="4"/>
                </a:cxn>
                <a:cxn ang="0">
                  <a:pos x="75" y="3"/>
                </a:cxn>
                <a:cxn ang="0">
                  <a:pos x="74" y="1"/>
                </a:cxn>
                <a:cxn ang="0">
                  <a:pos x="73" y="0"/>
                </a:cxn>
                <a:cxn ang="0">
                  <a:pos x="71" y="0"/>
                </a:cxn>
                <a:cxn ang="0">
                  <a:pos x="68" y="1"/>
                </a:cxn>
                <a:cxn ang="0">
                  <a:pos x="67" y="3"/>
                </a:cxn>
                <a:cxn ang="0">
                  <a:pos x="66" y="4"/>
                </a:cxn>
                <a:cxn ang="0">
                  <a:pos x="66" y="4"/>
                </a:cxn>
              </a:cxnLst>
              <a:rect l="0" t="0" r="r" b="b"/>
              <a:pathLst>
                <a:path w="75" h="99">
                  <a:moveTo>
                    <a:pt x="66" y="4"/>
                  </a:moveTo>
                  <a:lnTo>
                    <a:pt x="66" y="4"/>
                  </a:lnTo>
                  <a:lnTo>
                    <a:pt x="65" y="10"/>
                  </a:lnTo>
                  <a:lnTo>
                    <a:pt x="62" y="14"/>
                  </a:lnTo>
                  <a:lnTo>
                    <a:pt x="59" y="20"/>
                  </a:lnTo>
                  <a:lnTo>
                    <a:pt x="54" y="24"/>
                  </a:lnTo>
                  <a:lnTo>
                    <a:pt x="45" y="32"/>
                  </a:lnTo>
                  <a:lnTo>
                    <a:pt x="41" y="36"/>
                  </a:lnTo>
                  <a:lnTo>
                    <a:pt x="38" y="40"/>
                  </a:lnTo>
                  <a:lnTo>
                    <a:pt x="38" y="40"/>
                  </a:lnTo>
                  <a:lnTo>
                    <a:pt x="29" y="54"/>
                  </a:lnTo>
                  <a:lnTo>
                    <a:pt x="18" y="66"/>
                  </a:lnTo>
                  <a:lnTo>
                    <a:pt x="9" y="78"/>
                  </a:lnTo>
                  <a:lnTo>
                    <a:pt x="0" y="92"/>
                  </a:lnTo>
                  <a:lnTo>
                    <a:pt x="0" y="92"/>
                  </a:lnTo>
                  <a:lnTo>
                    <a:pt x="0" y="94"/>
                  </a:lnTo>
                  <a:lnTo>
                    <a:pt x="0" y="96"/>
                  </a:lnTo>
                  <a:lnTo>
                    <a:pt x="1" y="97"/>
                  </a:lnTo>
                  <a:lnTo>
                    <a:pt x="2" y="99"/>
                  </a:lnTo>
                  <a:lnTo>
                    <a:pt x="4" y="99"/>
                  </a:lnTo>
                  <a:lnTo>
                    <a:pt x="5" y="99"/>
                  </a:lnTo>
                  <a:lnTo>
                    <a:pt x="7" y="98"/>
                  </a:lnTo>
                  <a:lnTo>
                    <a:pt x="8" y="97"/>
                  </a:lnTo>
                  <a:lnTo>
                    <a:pt x="8" y="97"/>
                  </a:lnTo>
                  <a:lnTo>
                    <a:pt x="17" y="82"/>
                  </a:lnTo>
                  <a:lnTo>
                    <a:pt x="28" y="66"/>
                  </a:lnTo>
                  <a:lnTo>
                    <a:pt x="40" y="52"/>
                  </a:lnTo>
                  <a:lnTo>
                    <a:pt x="52" y="38"/>
                  </a:lnTo>
                  <a:lnTo>
                    <a:pt x="52" y="38"/>
                  </a:lnTo>
                  <a:lnTo>
                    <a:pt x="60" y="31"/>
                  </a:lnTo>
                  <a:lnTo>
                    <a:pt x="67" y="23"/>
                  </a:lnTo>
                  <a:lnTo>
                    <a:pt x="70" y="18"/>
                  </a:lnTo>
                  <a:lnTo>
                    <a:pt x="72" y="14"/>
                  </a:lnTo>
                  <a:lnTo>
                    <a:pt x="74" y="10"/>
                  </a:lnTo>
                  <a:lnTo>
                    <a:pt x="75" y="4"/>
                  </a:lnTo>
                  <a:lnTo>
                    <a:pt x="75" y="4"/>
                  </a:lnTo>
                  <a:lnTo>
                    <a:pt x="75" y="3"/>
                  </a:lnTo>
                  <a:lnTo>
                    <a:pt x="74" y="1"/>
                  </a:lnTo>
                  <a:lnTo>
                    <a:pt x="73" y="0"/>
                  </a:lnTo>
                  <a:lnTo>
                    <a:pt x="71" y="0"/>
                  </a:lnTo>
                  <a:lnTo>
                    <a:pt x="68" y="1"/>
                  </a:lnTo>
                  <a:lnTo>
                    <a:pt x="67" y="3"/>
                  </a:lnTo>
                  <a:lnTo>
                    <a:pt x="66" y="4"/>
                  </a:lnTo>
                  <a:lnTo>
                    <a:pt x="66"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8" name="Freeform 370"/>
            <p:cNvSpPr/>
            <p:nvPr/>
          </p:nvSpPr>
          <p:spPr bwMode="auto">
            <a:xfrm>
              <a:off x="4384675" y="3116263"/>
              <a:ext cx="22225" cy="38100"/>
            </a:xfrm>
            <a:custGeom>
              <a:avLst/>
              <a:gdLst/>
              <a:ahLst/>
              <a:cxnLst>
                <a:cxn ang="0">
                  <a:pos x="38" y="0"/>
                </a:cxn>
                <a:cxn ang="0">
                  <a:pos x="33" y="0"/>
                </a:cxn>
                <a:cxn ang="0">
                  <a:pos x="33" y="0"/>
                </a:cxn>
                <a:cxn ang="0">
                  <a:pos x="31" y="0"/>
                </a:cxn>
                <a:cxn ang="0">
                  <a:pos x="29" y="2"/>
                </a:cxn>
                <a:cxn ang="0">
                  <a:pos x="29" y="2"/>
                </a:cxn>
                <a:cxn ang="0">
                  <a:pos x="19" y="18"/>
                </a:cxn>
                <a:cxn ang="0">
                  <a:pos x="10" y="35"/>
                </a:cxn>
                <a:cxn ang="0">
                  <a:pos x="10" y="35"/>
                </a:cxn>
                <a:cxn ang="0">
                  <a:pos x="6" y="42"/>
                </a:cxn>
                <a:cxn ang="0">
                  <a:pos x="2" y="50"/>
                </a:cxn>
                <a:cxn ang="0">
                  <a:pos x="0" y="59"/>
                </a:cxn>
                <a:cxn ang="0">
                  <a:pos x="0" y="63"/>
                </a:cxn>
                <a:cxn ang="0">
                  <a:pos x="0" y="67"/>
                </a:cxn>
                <a:cxn ang="0">
                  <a:pos x="0" y="67"/>
                </a:cxn>
                <a:cxn ang="0">
                  <a:pos x="1" y="69"/>
                </a:cxn>
                <a:cxn ang="0">
                  <a:pos x="3" y="70"/>
                </a:cxn>
                <a:cxn ang="0">
                  <a:pos x="4" y="70"/>
                </a:cxn>
                <a:cxn ang="0">
                  <a:pos x="6" y="70"/>
                </a:cxn>
                <a:cxn ang="0">
                  <a:pos x="8" y="69"/>
                </a:cxn>
                <a:cxn ang="0">
                  <a:pos x="9" y="68"/>
                </a:cxn>
                <a:cxn ang="0">
                  <a:pos x="9" y="67"/>
                </a:cxn>
                <a:cxn ang="0">
                  <a:pos x="9" y="65"/>
                </a:cxn>
                <a:cxn ang="0">
                  <a:pos x="9" y="65"/>
                </a:cxn>
                <a:cxn ang="0">
                  <a:pos x="9" y="61"/>
                </a:cxn>
                <a:cxn ang="0">
                  <a:pos x="9" y="57"/>
                </a:cxn>
                <a:cxn ang="0">
                  <a:pos x="13" y="48"/>
                </a:cxn>
                <a:cxn ang="0">
                  <a:pos x="22" y="33"/>
                </a:cxn>
                <a:cxn ang="0">
                  <a:pos x="22" y="33"/>
                </a:cxn>
                <a:cxn ang="0">
                  <a:pos x="33" y="15"/>
                </a:cxn>
                <a:cxn ang="0">
                  <a:pos x="33" y="15"/>
                </a:cxn>
                <a:cxn ang="0">
                  <a:pos x="36" y="9"/>
                </a:cxn>
                <a:cxn ang="0">
                  <a:pos x="36" y="9"/>
                </a:cxn>
                <a:cxn ang="0">
                  <a:pos x="38" y="9"/>
                </a:cxn>
                <a:cxn ang="0">
                  <a:pos x="38" y="9"/>
                </a:cxn>
                <a:cxn ang="0">
                  <a:pos x="40" y="9"/>
                </a:cxn>
                <a:cxn ang="0">
                  <a:pos x="41" y="8"/>
                </a:cxn>
                <a:cxn ang="0">
                  <a:pos x="42" y="6"/>
                </a:cxn>
                <a:cxn ang="0">
                  <a:pos x="42" y="4"/>
                </a:cxn>
                <a:cxn ang="0">
                  <a:pos x="42" y="3"/>
                </a:cxn>
                <a:cxn ang="0">
                  <a:pos x="41" y="1"/>
                </a:cxn>
                <a:cxn ang="0">
                  <a:pos x="40" y="0"/>
                </a:cxn>
                <a:cxn ang="0">
                  <a:pos x="38" y="0"/>
                </a:cxn>
                <a:cxn ang="0">
                  <a:pos x="38" y="0"/>
                </a:cxn>
              </a:cxnLst>
              <a:rect l="0" t="0" r="r" b="b"/>
              <a:pathLst>
                <a:path w="42" h="70">
                  <a:moveTo>
                    <a:pt x="38" y="0"/>
                  </a:moveTo>
                  <a:lnTo>
                    <a:pt x="33" y="0"/>
                  </a:lnTo>
                  <a:lnTo>
                    <a:pt x="33" y="0"/>
                  </a:lnTo>
                  <a:lnTo>
                    <a:pt x="31" y="0"/>
                  </a:lnTo>
                  <a:lnTo>
                    <a:pt x="29" y="2"/>
                  </a:lnTo>
                  <a:lnTo>
                    <a:pt x="29" y="2"/>
                  </a:lnTo>
                  <a:lnTo>
                    <a:pt x="19" y="18"/>
                  </a:lnTo>
                  <a:lnTo>
                    <a:pt x="10" y="35"/>
                  </a:lnTo>
                  <a:lnTo>
                    <a:pt x="10" y="35"/>
                  </a:lnTo>
                  <a:lnTo>
                    <a:pt x="6" y="42"/>
                  </a:lnTo>
                  <a:lnTo>
                    <a:pt x="2" y="50"/>
                  </a:lnTo>
                  <a:lnTo>
                    <a:pt x="0" y="59"/>
                  </a:lnTo>
                  <a:lnTo>
                    <a:pt x="0" y="63"/>
                  </a:lnTo>
                  <a:lnTo>
                    <a:pt x="0" y="67"/>
                  </a:lnTo>
                  <a:lnTo>
                    <a:pt x="0" y="67"/>
                  </a:lnTo>
                  <a:lnTo>
                    <a:pt x="1" y="69"/>
                  </a:lnTo>
                  <a:lnTo>
                    <a:pt x="3" y="70"/>
                  </a:lnTo>
                  <a:lnTo>
                    <a:pt x="4" y="70"/>
                  </a:lnTo>
                  <a:lnTo>
                    <a:pt x="6" y="70"/>
                  </a:lnTo>
                  <a:lnTo>
                    <a:pt x="8" y="69"/>
                  </a:lnTo>
                  <a:lnTo>
                    <a:pt x="9" y="68"/>
                  </a:lnTo>
                  <a:lnTo>
                    <a:pt x="9" y="67"/>
                  </a:lnTo>
                  <a:lnTo>
                    <a:pt x="9" y="65"/>
                  </a:lnTo>
                  <a:lnTo>
                    <a:pt x="9" y="65"/>
                  </a:lnTo>
                  <a:lnTo>
                    <a:pt x="9" y="61"/>
                  </a:lnTo>
                  <a:lnTo>
                    <a:pt x="9" y="57"/>
                  </a:lnTo>
                  <a:lnTo>
                    <a:pt x="13" y="48"/>
                  </a:lnTo>
                  <a:lnTo>
                    <a:pt x="22" y="33"/>
                  </a:lnTo>
                  <a:lnTo>
                    <a:pt x="22" y="33"/>
                  </a:lnTo>
                  <a:lnTo>
                    <a:pt x="33" y="15"/>
                  </a:lnTo>
                  <a:lnTo>
                    <a:pt x="33" y="15"/>
                  </a:lnTo>
                  <a:lnTo>
                    <a:pt x="36" y="9"/>
                  </a:lnTo>
                  <a:lnTo>
                    <a:pt x="36" y="9"/>
                  </a:lnTo>
                  <a:lnTo>
                    <a:pt x="38" y="9"/>
                  </a:lnTo>
                  <a:lnTo>
                    <a:pt x="38" y="9"/>
                  </a:lnTo>
                  <a:lnTo>
                    <a:pt x="40" y="9"/>
                  </a:lnTo>
                  <a:lnTo>
                    <a:pt x="41" y="8"/>
                  </a:lnTo>
                  <a:lnTo>
                    <a:pt x="42" y="6"/>
                  </a:lnTo>
                  <a:lnTo>
                    <a:pt x="42" y="4"/>
                  </a:lnTo>
                  <a:lnTo>
                    <a:pt x="42" y="3"/>
                  </a:lnTo>
                  <a:lnTo>
                    <a:pt x="41" y="1"/>
                  </a:lnTo>
                  <a:lnTo>
                    <a:pt x="40" y="0"/>
                  </a:lnTo>
                  <a:lnTo>
                    <a:pt x="38" y="0"/>
                  </a:lnTo>
                  <a:lnTo>
                    <a:pt x="38"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89" name="Freeform 371"/>
            <p:cNvSpPr/>
            <p:nvPr/>
          </p:nvSpPr>
          <p:spPr bwMode="auto">
            <a:xfrm>
              <a:off x="4446588" y="3108325"/>
              <a:ext cx="34925" cy="47625"/>
            </a:xfrm>
            <a:custGeom>
              <a:avLst/>
              <a:gdLst/>
              <a:ahLst/>
              <a:cxnLst>
                <a:cxn ang="0">
                  <a:pos x="55" y="2"/>
                </a:cxn>
                <a:cxn ang="0">
                  <a:pos x="55" y="2"/>
                </a:cxn>
                <a:cxn ang="0">
                  <a:pos x="46" y="15"/>
                </a:cxn>
                <a:cxn ang="0">
                  <a:pos x="36" y="26"/>
                </a:cxn>
                <a:cxn ang="0">
                  <a:pos x="26" y="39"/>
                </a:cxn>
                <a:cxn ang="0">
                  <a:pos x="16" y="50"/>
                </a:cxn>
                <a:cxn ang="0">
                  <a:pos x="16" y="50"/>
                </a:cxn>
                <a:cxn ang="0">
                  <a:pos x="10" y="58"/>
                </a:cxn>
                <a:cxn ang="0">
                  <a:pos x="4" y="69"/>
                </a:cxn>
                <a:cxn ang="0">
                  <a:pos x="1" y="75"/>
                </a:cxn>
                <a:cxn ang="0">
                  <a:pos x="0" y="80"/>
                </a:cxn>
                <a:cxn ang="0">
                  <a:pos x="0" y="85"/>
                </a:cxn>
                <a:cxn ang="0">
                  <a:pos x="1" y="87"/>
                </a:cxn>
                <a:cxn ang="0">
                  <a:pos x="4" y="89"/>
                </a:cxn>
                <a:cxn ang="0">
                  <a:pos x="4" y="89"/>
                </a:cxn>
                <a:cxn ang="0">
                  <a:pos x="6" y="90"/>
                </a:cxn>
                <a:cxn ang="0">
                  <a:pos x="8" y="90"/>
                </a:cxn>
                <a:cxn ang="0">
                  <a:pos x="9" y="90"/>
                </a:cxn>
                <a:cxn ang="0">
                  <a:pos x="11" y="89"/>
                </a:cxn>
                <a:cxn ang="0">
                  <a:pos x="12" y="87"/>
                </a:cxn>
                <a:cxn ang="0">
                  <a:pos x="12" y="86"/>
                </a:cxn>
                <a:cxn ang="0">
                  <a:pos x="12" y="84"/>
                </a:cxn>
                <a:cxn ang="0">
                  <a:pos x="11" y="82"/>
                </a:cxn>
                <a:cxn ang="0">
                  <a:pos x="11" y="82"/>
                </a:cxn>
                <a:cxn ang="0">
                  <a:pos x="10" y="80"/>
                </a:cxn>
                <a:cxn ang="0">
                  <a:pos x="10" y="77"/>
                </a:cxn>
                <a:cxn ang="0">
                  <a:pos x="12" y="74"/>
                </a:cxn>
                <a:cxn ang="0">
                  <a:pos x="14" y="69"/>
                </a:cxn>
                <a:cxn ang="0">
                  <a:pos x="21" y="57"/>
                </a:cxn>
                <a:cxn ang="0">
                  <a:pos x="31" y="46"/>
                </a:cxn>
                <a:cxn ang="0">
                  <a:pos x="51" y="22"/>
                </a:cxn>
                <a:cxn ang="0">
                  <a:pos x="63" y="8"/>
                </a:cxn>
                <a:cxn ang="0">
                  <a:pos x="63" y="8"/>
                </a:cxn>
                <a:cxn ang="0">
                  <a:pos x="65" y="6"/>
                </a:cxn>
                <a:cxn ang="0">
                  <a:pos x="65" y="3"/>
                </a:cxn>
                <a:cxn ang="0">
                  <a:pos x="63" y="2"/>
                </a:cxn>
                <a:cxn ang="0">
                  <a:pos x="62" y="1"/>
                </a:cxn>
                <a:cxn ang="0">
                  <a:pos x="58" y="0"/>
                </a:cxn>
                <a:cxn ang="0">
                  <a:pos x="56" y="1"/>
                </a:cxn>
                <a:cxn ang="0">
                  <a:pos x="55" y="2"/>
                </a:cxn>
                <a:cxn ang="0">
                  <a:pos x="55" y="2"/>
                </a:cxn>
              </a:cxnLst>
              <a:rect l="0" t="0" r="r" b="b"/>
              <a:pathLst>
                <a:path w="65" h="90">
                  <a:moveTo>
                    <a:pt x="55" y="2"/>
                  </a:moveTo>
                  <a:lnTo>
                    <a:pt x="55" y="2"/>
                  </a:lnTo>
                  <a:lnTo>
                    <a:pt x="46" y="15"/>
                  </a:lnTo>
                  <a:lnTo>
                    <a:pt x="36" y="26"/>
                  </a:lnTo>
                  <a:lnTo>
                    <a:pt x="26" y="39"/>
                  </a:lnTo>
                  <a:lnTo>
                    <a:pt x="16" y="50"/>
                  </a:lnTo>
                  <a:lnTo>
                    <a:pt x="16" y="50"/>
                  </a:lnTo>
                  <a:lnTo>
                    <a:pt x="10" y="58"/>
                  </a:lnTo>
                  <a:lnTo>
                    <a:pt x="4" y="69"/>
                  </a:lnTo>
                  <a:lnTo>
                    <a:pt x="1" y="75"/>
                  </a:lnTo>
                  <a:lnTo>
                    <a:pt x="0" y="80"/>
                  </a:lnTo>
                  <a:lnTo>
                    <a:pt x="0" y="85"/>
                  </a:lnTo>
                  <a:lnTo>
                    <a:pt x="1" y="87"/>
                  </a:lnTo>
                  <a:lnTo>
                    <a:pt x="4" y="89"/>
                  </a:lnTo>
                  <a:lnTo>
                    <a:pt x="4" y="89"/>
                  </a:lnTo>
                  <a:lnTo>
                    <a:pt x="6" y="90"/>
                  </a:lnTo>
                  <a:lnTo>
                    <a:pt x="8" y="90"/>
                  </a:lnTo>
                  <a:lnTo>
                    <a:pt x="9" y="90"/>
                  </a:lnTo>
                  <a:lnTo>
                    <a:pt x="11" y="89"/>
                  </a:lnTo>
                  <a:lnTo>
                    <a:pt x="12" y="87"/>
                  </a:lnTo>
                  <a:lnTo>
                    <a:pt x="12" y="86"/>
                  </a:lnTo>
                  <a:lnTo>
                    <a:pt x="12" y="84"/>
                  </a:lnTo>
                  <a:lnTo>
                    <a:pt x="11" y="82"/>
                  </a:lnTo>
                  <a:lnTo>
                    <a:pt x="11" y="82"/>
                  </a:lnTo>
                  <a:lnTo>
                    <a:pt x="10" y="80"/>
                  </a:lnTo>
                  <a:lnTo>
                    <a:pt x="10" y="77"/>
                  </a:lnTo>
                  <a:lnTo>
                    <a:pt x="12" y="74"/>
                  </a:lnTo>
                  <a:lnTo>
                    <a:pt x="14" y="69"/>
                  </a:lnTo>
                  <a:lnTo>
                    <a:pt x="21" y="57"/>
                  </a:lnTo>
                  <a:lnTo>
                    <a:pt x="31" y="46"/>
                  </a:lnTo>
                  <a:lnTo>
                    <a:pt x="51" y="22"/>
                  </a:lnTo>
                  <a:lnTo>
                    <a:pt x="63" y="8"/>
                  </a:lnTo>
                  <a:lnTo>
                    <a:pt x="63" y="8"/>
                  </a:lnTo>
                  <a:lnTo>
                    <a:pt x="65" y="6"/>
                  </a:lnTo>
                  <a:lnTo>
                    <a:pt x="65" y="3"/>
                  </a:lnTo>
                  <a:lnTo>
                    <a:pt x="63" y="2"/>
                  </a:lnTo>
                  <a:lnTo>
                    <a:pt x="62" y="1"/>
                  </a:lnTo>
                  <a:lnTo>
                    <a:pt x="58" y="0"/>
                  </a:lnTo>
                  <a:lnTo>
                    <a:pt x="56" y="1"/>
                  </a:lnTo>
                  <a:lnTo>
                    <a:pt x="55" y="2"/>
                  </a:lnTo>
                  <a:lnTo>
                    <a:pt x="55"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0" name="Freeform 372"/>
            <p:cNvSpPr/>
            <p:nvPr/>
          </p:nvSpPr>
          <p:spPr bwMode="auto">
            <a:xfrm>
              <a:off x="4516438" y="3119438"/>
              <a:ext cx="22225" cy="39688"/>
            </a:xfrm>
            <a:custGeom>
              <a:avLst/>
              <a:gdLst/>
              <a:ahLst/>
              <a:cxnLst>
                <a:cxn ang="0">
                  <a:pos x="34" y="1"/>
                </a:cxn>
                <a:cxn ang="0">
                  <a:pos x="34" y="1"/>
                </a:cxn>
                <a:cxn ang="0">
                  <a:pos x="29" y="5"/>
                </a:cxn>
                <a:cxn ang="0">
                  <a:pos x="24" y="10"/>
                </a:cxn>
                <a:cxn ang="0">
                  <a:pos x="16" y="21"/>
                </a:cxn>
                <a:cxn ang="0">
                  <a:pos x="10" y="33"/>
                </a:cxn>
                <a:cxn ang="0">
                  <a:pos x="5" y="45"/>
                </a:cxn>
                <a:cxn ang="0">
                  <a:pos x="5" y="45"/>
                </a:cxn>
                <a:cxn ang="0">
                  <a:pos x="3" y="54"/>
                </a:cxn>
                <a:cxn ang="0">
                  <a:pos x="0" y="63"/>
                </a:cxn>
                <a:cxn ang="0">
                  <a:pos x="0" y="67"/>
                </a:cxn>
                <a:cxn ang="0">
                  <a:pos x="2" y="71"/>
                </a:cxn>
                <a:cxn ang="0">
                  <a:pos x="4" y="73"/>
                </a:cxn>
                <a:cxn ang="0">
                  <a:pos x="9" y="75"/>
                </a:cxn>
                <a:cxn ang="0">
                  <a:pos x="9" y="75"/>
                </a:cxn>
                <a:cxn ang="0">
                  <a:pos x="11" y="75"/>
                </a:cxn>
                <a:cxn ang="0">
                  <a:pos x="12" y="74"/>
                </a:cxn>
                <a:cxn ang="0">
                  <a:pos x="13" y="72"/>
                </a:cxn>
                <a:cxn ang="0">
                  <a:pos x="13" y="71"/>
                </a:cxn>
                <a:cxn ang="0">
                  <a:pos x="12" y="67"/>
                </a:cxn>
                <a:cxn ang="0">
                  <a:pos x="11" y="66"/>
                </a:cxn>
                <a:cxn ang="0">
                  <a:pos x="9" y="66"/>
                </a:cxn>
                <a:cxn ang="0">
                  <a:pos x="9" y="66"/>
                </a:cxn>
                <a:cxn ang="0">
                  <a:pos x="19" y="35"/>
                </a:cxn>
                <a:cxn ang="0">
                  <a:pos x="19" y="35"/>
                </a:cxn>
                <a:cxn ang="0">
                  <a:pos x="23" y="28"/>
                </a:cxn>
                <a:cxn ang="0">
                  <a:pos x="29" y="21"/>
                </a:cxn>
                <a:cxn ang="0">
                  <a:pos x="34" y="13"/>
                </a:cxn>
                <a:cxn ang="0">
                  <a:pos x="41" y="7"/>
                </a:cxn>
                <a:cxn ang="0">
                  <a:pos x="41" y="7"/>
                </a:cxn>
                <a:cxn ang="0">
                  <a:pos x="42" y="6"/>
                </a:cxn>
                <a:cxn ang="0">
                  <a:pos x="42" y="4"/>
                </a:cxn>
                <a:cxn ang="0">
                  <a:pos x="42" y="3"/>
                </a:cxn>
                <a:cxn ang="0">
                  <a:pos x="41" y="1"/>
                </a:cxn>
                <a:cxn ang="0">
                  <a:pos x="38" y="0"/>
                </a:cxn>
                <a:cxn ang="0">
                  <a:pos x="36" y="0"/>
                </a:cxn>
                <a:cxn ang="0">
                  <a:pos x="34" y="1"/>
                </a:cxn>
                <a:cxn ang="0">
                  <a:pos x="34" y="1"/>
                </a:cxn>
              </a:cxnLst>
              <a:rect l="0" t="0" r="r" b="b"/>
              <a:pathLst>
                <a:path w="42" h="75">
                  <a:moveTo>
                    <a:pt x="34" y="1"/>
                  </a:moveTo>
                  <a:lnTo>
                    <a:pt x="34" y="1"/>
                  </a:lnTo>
                  <a:lnTo>
                    <a:pt x="29" y="5"/>
                  </a:lnTo>
                  <a:lnTo>
                    <a:pt x="24" y="10"/>
                  </a:lnTo>
                  <a:lnTo>
                    <a:pt x="16" y="21"/>
                  </a:lnTo>
                  <a:lnTo>
                    <a:pt x="10" y="33"/>
                  </a:lnTo>
                  <a:lnTo>
                    <a:pt x="5" y="45"/>
                  </a:lnTo>
                  <a:lnTo>
                    <a:pt x="5" y="45"/>
                  </a:lnTo>
                  <a:lnTo>
                    <a:pt x="3" y="54"/>
                  </a:lnTo>
                  <a:lnTo>
                    <a:pt x="0" y="63"/>
                  </a:lnTo>
                  <a:lnTo>
                    <a:pt x="0" y="67"/>
                  </a:lnTo>
                  <a:lnTo>
                    <a:pt x="2" y="71"/>
                  </a:lnTo>
                  <a:lnTo>
                    <a:pt x="4" y="73"/>
                  </a:lnTo>
                  <a:lnTo>
                    <a:pt x="9" y="75"/>
                  </a:lnTo>
                  <a:lnTo>
                    <a:pt x="9" y="75"/>
                  </a:lnTo>
                  <a:lnTo>
                    <a:pt x="11" y="75"/>
                  </a:lnTo>
                  <a:lnTo>
                    <a:pt x="12" y="74"/>
                  </a:lnTo>
                  <a:lnTo>
                    <a:pt x="13" y="72"/>
                  </a:lnTo>
                  <a:lnTo>
                    <a:pt x="13" y="71"/>
                  </a:lnTo>
                  <a:lnTo>
                    <a:pt x="12" y="67"/>
                  </a:lnTo>
                  <a:lnTo>
                    <a:pt x="11" y="66"/>
                  </a:lnTo>
                  <a:lnTo>
                    <a:pt x="9" y="66"/>
                  </a:lnTo>
                  <a:lnTo>
                    <a:pt x="9" y="66"/>
                  </a:lnTo>
                  <a:lnTo>
                    <a:pt x="19" y="35"/>
                  </a:lnTo>
                  <a:lnTo>
                    <a:pt x="19" y="35"/>
                  </a:lnTo>
                  <a:lnTo>
                    <a:pt x="23" y="28"/>
                  </a:lnTo>
                  <a:lnTo>
                    <a:pt x="29" y="21"/>
                  </a:lnTo>
                  <a:lnTo>
                    <a:pt x="34" y="13"/>
                  </a:lnTo>
                  <a:lnTo>
                    <a:pt x="41" y="7"/>
                  </a:lnTo>
                  <a:lnTo>
                    <a:pt x="41" y="7"/>
                  </a:lnTo>
                  <a:lnTo>
                    <a:pt x="42" y="6"/>
                  </a:lnTo>
                  <a:lnTo>
                    <a:pt x="42" y="4"/>
                  </a:lnTo>
                  <a:lnTo>
                    <a:pt x="42" y="3"/>
                  </a:lnTo>
                  <a:lnTo>
                    <a:pt x="41" y="1"/>
                  </a:lnTo>
                  <a:lnTo>
                    <a:pt x="38" y="0"/>
                  </a:lnTo>
                  <a:lnTo>
                    <a:pt x="36" y="0"/>
                  </a:lnTo>
                  <a:lnTo>
                    <a:pt x="34" y="1"/>
                  </a:lnTo>
                  <a:lnTo>
                    <a:pt x="3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1" name="Freeform 373"/>
            <p:cNvSpPr/>
            <p:nvPr/>
          </p:nvSpPr>
          <p:spPr bwMode="auto">
            <a:xfrm>
              <a:off x="4583113" y="3121025"/>
              <a:ext cx="26988" cy="34925"/>
            </a:xfrm>
            <a:custGeom>
              <a:avLst/>
              <a:gdLst/>
              <a:ahLst/>
              <a:cxnLst>
                <a:cxn ang="0">
                  <a:pos x="43" y="1"/>
                </a:cxn>
                <a:cxn ang="0">
                  <a:pos x="43" y="1"/>
                </a:cxn>
                <a:cxn ang="0">
                  <a:pos x="37" y="7"/>
                </a:cxn>
                <a:cxn ang="0">
                  <a:pos x="31" y="15"/>
                </a:cxn>
                <a:cxn ang="0">
                  <a:pos x="21" y="29"/>
                </a:cxn>
                <a:cxn ang="0">
                  <a:pos x="12" y="45"/>
                </a:cxn>
                <a:cxn ang="0">
                  <a:pos x="7" y="52"/>
                </a:cxn>
                <a:cxn ang="0">
                  <a:pos x="1" y="58"/>
                </a:cxn>
                <a:cxn ang="0">
                  <a:pos x="1" y="58"/>
                </a:cxn>
                <a:cxn ang="0">
                  <a:pos x="0" y="60"/>
                </a:cxn>
                <a:cxn ang="0">
                  <a:pos x="0" y="62"/>
                </a:cxn>
                <a:cxn ang="0">
                  <a:pos x="0" y="63"/>
                </a:cxn>
                <a:cxn ang="0">
                  <a:pos x="1" y="65"/>
                </a:cxn>
                <a:cxn ang="0">
                  <a:pos x="3" y="66"/>
                </a:cxn>
                <a:cxn ang="0">
                  <a:pos x="4" y="66"/>
                </a:cxn>
                <a:cxn ang="0">
                  <a:pos x="6" y="66"/>
                </a:cxn>
                <a:cxn ang="0">
                  <a:pos x="8" y="65"/>
                </a:cxn>
                <a:cxn ang="0">
                  <a:pos x="8" y="65"/>
                </a:cxn>
                <a:cxn ang="0">
                  <a:pos x="13" y="58"/>
                </a:cxn>
                <a:cxn ang="0">
                  <a:pos x="18" y="51"/>
                </a:cxn>
                <a:cxn ang="0">
                  <a:pos x="28" y="36"/>
                </a:cxn>
                <a:cxn ang="0">
                  <a:pos x="38" y="21"/>
                </a:cxn>
                <a:cxn ang="0">
                  <a:pos x="44" y="15"/>
                </a:cxn>
                <a:cxn ang="0">
                  <a:pos x="50" y="8"/>
                </a:cxn>
                <a:cxn ang="0">
                  <a:pos x="50" y="8"/>
                </a:cxn>
                <a:cxn ang="0">
                  <a:pos x="51" y="6"/>
                </a:cxn>
                <a:cxn ang="0">
                  <a:pos x="51" y="5"/>
                </a:cxn>
                <a:cxn ang="0">
                  <a:pos x="51" y="3"/>
                </a:cxn>
                <a:cxn ang="0">
                  <a:pos x="50" y="2"/>
                </a:cxn>
                <a:cxn ang="0">
                  <a:pos x="47" y="0"/>
                </a:cxn>
                <a:cxn ang="0">
                  <a:pos x="45" y="0"/>
                </a:cxn>
                <a:cxn ang="0">
                  <a:pos x="43" y="1"/>
                </a:cxn>
                <a:cxn ang="0">
                  <a:pos x="43" y="1"/>
                </a:cxn>
              </a:cxnLst>
              <a:rect l="0" t="0" r="r" b="b"/>
              <a:pathLst>
                <a:path w="51" h="66">
                  <a:moveTo>
                    <a:pt x="43" y="1"/>
                  </a:moveTo>
                  <a:lnTo>
                    <a:pt x="43" y="1"/>
                  </a:lnTo>
                  <a:lnTo>
                    <a:pt x="37" y="7"/>
                  </a:lnTo>
                  <a:lnTo>
                    <a:pt x="31" y="15"/>
                  </a:lnTo>
                  <a:lnTo>
                    <a:pt x="21" y="29"/>
                  </a:lnTo>
                  <a:lnTo>
                    <a:pt x="12" y="45"/>
                  </a:lnTo>
                  <a:lnTo>
                    <a:pt x="7" y="52"/>
                  </a:lnTo>
                  <a:lnTo>
                    <a:pt x="1" y="58"/>
                  </a:lnTo>
                  <a:lnTo>
                    <a:pt x="1" y="58"/>
                  </a:lnTo>
                  <a:lnTo>
                    <a:pt x="0" y="60"/>
                  </a:lnTo>
                  <a:lnTo>
                    <a:pt x="0" y="62"/>
                  </a:lnTo>
                  <a:lnTo>
                    <a:pt x="0" y="63"/>
                  </a:lnTo>
                  <a:lnTo>
                    <a:pt x="1" y="65"/>
                  </a:lnTo>
                  <a:lnTo>
                    <a:pt x="3" y="66"/>
                  </a:lnTo>
                  <a:lnTo>
                    <a:pt x="4" y="66"/>
                  </a:lnTo>
                  <a:lnTo>
                    <a:pt x="6" y="66"/>
                  </a:lnTo>
                  <a:lnTo>
                    <a:pt x="8" y="65"/>
                  </a:lnTo>
                  <a:lnTo>
                    <a:pt x="8" y="65"/>
                  </a:lnTo>
                  <a:lnTo>
                    <a:pt x="13" y="58"/>
                  </a:lnTo>
                  <a:lnTo>
                    <a:pt x="18" y="51"/>
                  </a:lnTo>
                  <a:lnTo>
                    <a:pt x="28" y="36"/>
                  </a:lnTo>
                  <a:lnTo>
                    <a:pt x="38" y="21"/>
                  </a:lnTo>
                  <a:lnTo>
                    <a:pt x="44" y="15"/>
                  </a:lnTo>
                  <a:lnTo>
                    <a:pt x="50" y="8"/>
                  </a:lnTo>
                  <a:lnTo>
                    <a:pt x="50" y="8"/>
                  </a:lnTo>
                  <a:lnTo>
                    <a:pt x="51" y="6"/>
                  </a:lnTo>
                  <a:lnTo>
                    <a:pt x="51" y="5"/>
                  </a:lnTo>
                  <a:lnTo>
                    <a:pt x="51" y="3"/>
                  </a:lnTo>
                  <a:lnTo>
                    <a:pt x="50" y="2"/>
                  </a:lnTo>
                  <a:lnTo>
                    <a:pt x="47" y="0"/>
                  </a:lnTo>
                  <a:lnTo>
                    <a:pt x="45" y="0"/>
                  </a:lnTo>
                  <a:lnTo>
                    <a:pt x="43" y="1"/>
                  </a:lnTo>
                  <a:lnTo>
                    <a:pt x="43"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2" name="Freeform 374"/>
            <p:cNvSpPr/>
            <p:nvPr/>
          </p:nvSpPr>
          <p:spPr bwMode="auto">
            <a:xfrm>
              <a:off x="4638675" y="3114675"/>
              <a:ext cx="26988" cy="44450"/>
            </a:xfrm>
            <a:custGeom>
              <a:avLst/>
              <a:gdLst/>
              <a:ahLst/>
              <a:cxnLst>
                <a:cxn ang="0">
                  <a:pos x="42" y="3"/>
                </a:cxn>
                <a:cxn ang="0">
                  <a:pos x="42" y="3"/>
                </a:cxn>
                <a:cxn ang="0">
                  <a:pos x="40" y="8"/>
                </a:cxn>
                <a:cxn ang="0">
                  <a:pos x="37" y="12"/>
                </a:cxn>
                <a:cxn ang="0">
                  <a:pos x="30" y="22"/>
                </a:cxn>
                <a:cxn ang="0">
                  <a:pos x="14" y="40"/>
                </a:cxn>
                <a:cxn ang="0">
                  <a:pos x="14" y="40"/>
                </a:cxn>
                <a:cxn ang="0">
                  <a:pos x="8" y="49"/>
                </a:cxn>
                <a:cxn ang="0">
                  <a:pos x="4" y="59"/>
                </a:cxn>
                <a:cxn ang="0">
                  <a:pos x="1" y="69"/>
                </a:cxn>
                <a:cxn ang="0">
                  <a:pos x="0" y="79"/>
                </a:cxn>
                <a:cxn ang="0">
                  <a:pos x="0" y="79"/>
                </a:cxn>
                <a:cxn ang="0">
                  <a:pos x="0" y="81"/>
                </a:cxn>
                <a:cxn ang="0">
                  <a:pos x="1" y="83"/>
                </a:cxn>
                <a:cxn ang="0">
                  <a:pos x="2" y="83"/>
                </a:cxn>
                <a:cxn ang="0">
                  <a:pos x="4" y="84"/>
                </a:cxn>
                <a:cxn ang="0">
                  <a:pos x="6" y="83"/>
                </a:cxn>
                <a:cxn ang="0">
                  <a:pos x="7" y="83"/>
                </a:cxn>
                <a:cxn ang="0">
                  <a:pos x="8" y="81"/>
                </a:cxn>
                <a:cxn ang="0">
                  <a:pos x="9" y="79"/>
                </a:cxn>
                <a:cxn ang="0">
                  <a:pos x="9" y="79"/>
                </a:cxn>
                <a:cxn ang="0">
                  <a:pos x="10" y="74"/>
                </a:cxn>
                <a:cxn ang="0">
                  <a:pos x="11" y="68"/>
                </a:cxn>
                <a:cxn ang="0">
                  <a:pos x="14" y="58"/>
                </a:cxn>
                <a:cxn ang="0">
                  <a:pos x="21" y="49"/>
                </a:cxn>
                <a:cxn ang="0">
                  <a:pos x="27" y="40"/>
                </a:cxn>
                <a:cxn ang="0">
                  <a:pos x="40" y="23"/>
                </a:cxn>
                <a:cxn ang="0">
                  <a:pos x="46" y="14"/>
                </a:cxn>
                <a:cxn ang="0">
                  <a:pos x="52" y="5"/>
                </a:cxn>
                <a:cxn ang="0">
                  <a:pos x="52" y="5"/>
                </a:cxn>
                <a:cxn ang="0">
                  <a:pos x="52" y="3"/>
                </a:cxn>
                <a:cxn ang="0">
                  <a:pos x="52" y="2"/>
                </a:cxn>
                <a:cxn ang="0">
                  <a:pos x="51" y="0"/>
                </a:cxn>
                <a:cxn ang="0">
                  <a:pos x="49" y="0"/>
                </a:cxn>
                <a:cxn ang="0">
                  <a:pos x="45" y="0"/>
                </a:cxn>
                <a:cxn ang="0">
                  <a:pos x="43" y="1"/>
                </a:cxn>
                <a:cxn ang="0">
                  <a:pos x="42" y="3"/>
                </a:cxn>
                <a:cxn ang="0">
                  <a:pos x="42" y="3"/>
                </a:cxn>
              </a:cxnLst>
              <a:rect l="0" t="0" r="r" b="b"/>
              <a:pathLst>
                <a:path w="52" h="84">
                  <a:moveTo>
                    <a:pt x="42" y="3"/>
                  </a:moveTo>
                  <a:lnTo>
                    <a:pt x="42" y="3"/>
                  </a:lnTo>
                  <a:lnTo>
                    <a:pt x="40" y="8"/>
                  </a:lnTo>
                  <a:lnTo>
                    <a:pt x="37" y="12"/>
                  </a:lnTo>
                  <a:lnTo>
                    <a:pt x="30" y="22"/>
                  </a:lnTo>
                  <a:lnTo>
                    <a:pt x="14" y="40"/>
                  </a:lnTo>
                  <a:lnTo>
                    <a:pt x="14" y="40"/>
                  </a:lnTo>
                  <a:lnTo>
                    <a:pt x="8" y="49"/>
                  </a:lnTo>
                  <a:lnTo>
                    <a:pt x="4" y="59"/>
                  </a:lnTo>
                  <a:lnTo>
                    <a:pt x="1" y="69"/>
                  </a:lnTo>
                  <a:lnTo>
                    <a:pt x="0" y="79"/>
                  </a:lnTo>
                  <a:lnTo>
                    <a:pt x="0" y="79"/>
                  </a:lnTo>
                  <a:lnTo>
                    <a:pt x="0" y="81"/>
                  </a:lnTo>
                  <a:lnTo>
                    <a:pt x="1" y="83"/>
                  </a:lnTo>
                  <a:lnTo>
                    <a:pt x="2" y="83"/>
                  </a:lnTo>
                  <a:lnTo>
                    <a:pt x="4" y="84"/>
                  </a:lnTo>
                  <a:lnTo>
                    <a:pt x="6" y="83"/>
                  </a:lnTo>
                  <a:lnTo>
                    <a:pt x="7" y="83"/>
                  </a:lnTo>
                  <a:lnTo>
                    <a:pt x="8" y="81"/>
                  </a:lnTo>
                  <a:lnTo>
                    <a:pt x="9" y="79"/>
                  </a:lnTo>
                  <a:lnTo>
                    <a:pt x="9" y="79"/>
                  </a:lnTo>
                  <a:lnTo>
                    <a:pt x="10" y="74"/>
                  </a:lnTo>
                  <a:lnTo>
                    <a:pt x="11" y="68"/>
                  </a:lnTo>
                  <a:lnTo>
                    <a:pt x="14" y="58"/>
                  </a:lnTo>
                  <a:lnTo>
                    <a:pt x="21" y="49"/>
                  </a:lnTo>
                  <a:lnTo>
                    <a:pt x="27" y="40"/>
                  </a:lnTo>
                  <a:lnTo>
                    <a:pt x="40" y="23"/>
                  </a:lnTo>
                  <a:lnTo>
                    <a:pt x="46" y="14"/>
                  </a:lnTo>
                  <a:lnTo>
                    <a:pt x="52" y="5"/>
                  </a:lnTo>
                  <a:lnTo>
                    <a:pt x="52" y="5"/>
                  </a:lnTo>
                  <a:lnTo>
                    <a:pt x="52" y="3"/>
                  </a:lnTo>
                  <a:lnTo>
                    <a:pt x="52" y="2"/>
                  </a:lnTo>
                  <a:lnTo>
                    <a:pt x="51" y="0"/>
                  </a:lnTo>
                  <a:lnTo>
                    <a:pt x="49" y="0"/>
                  </a:lnTo>
                  <a:lnTo>
                    <a:pt x="45" y="0"/>
                  </a:lnTo>
                  <a:lnTo>
                    <a:pt x="43" y="1"/>
                  </a:lnTo>
                  <a:lnTo>
                    <a:pt x="42" y="3"/>
                  </a:lnTo>
                  <a:lnTo>
                    <a:pt x="42"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3" name="Freeform 375"/>
            <p:cNvSpPr/>
            <p:nvPr/>
          </p:nvSpPr>
          <p:spPr bwMode="auto">
            <a:xfrm>
              <a:off x="4686300" y="3121025"/>
              <a:ext cx="25400" cy="38100"/>
            </a:xfrm>
            <a:custGeom>
              <a:avLst/>
              <a:gdLst/>
              <a:ahLst/>
              <a:cxnLst>
                <a:cxn ang="0">
                  <a:pos x="38" y="2"/>
                </a:cxn>
                <a:cxn ang="0">
                  <a:pos x="38" y="2"/>
                </a:cxn>
                <a:cxn ang="0">
                  <a:pos x="34" y="10"/>
                </a:cxn>
                <a:cxn ang="0">
                  <a:pos x="29" y="19"/>
                </a:cxn>
                <a:cxn ang="0">
                  <a:pos x="17" y="33"/>
                </a:cxn>
                <a:cxn ang="0">
                  <a:pos x="12" y="40"/>
                </a:cxn>
                <a:cxn ang="0">
                  <a:pos x="7" y="48"/>
                </a:cxn>
                <a:cxn ang="0">
                  <a:pos x="3" y="56"/>
                </a:cxn>
                <a:cxn ang="0">
                  <a:pos x="0" y="65"/>
                </a:cxn>
                <a:cxn ang="0">
                  <a:pos x="0" y="65"/>
                </a:cxn>
                <a:cxn ang="0">
                  <a:pos x="0" y="67"/>
                </a:cxn>
                <a:cxn ang="0">
                  <a:pos x="1" y="69"/>
                </a:cxn>
                <a:cxn ang="0">
                  <a:pos x="2" y="70"/>
                </a:cxn>
                <a:cxn ang="0">
                  <a:pos x="4" y="71"/>
                </a:cxn>
                <a:cxn ang="0">
                  <a:pos x="5" y="71"/>
                </a:cxn>
                <a:cxn ang="0">
                  <a:pos x="7" y="70"/>
                </a:cxn>
                <a:cxn ang="0">
                  <a:pos x="8" y="69"/>
                </a:cxn>
                <a:cxn ang="0">
                  <a:pos x="9" y="67"/>
                </a:cxn>
                <a:cxn ang="0">
                  <a:pos x="9" y="67"/>
                </a:cxn>
                <a:cxn ang="0">
                  <a:pos x="12" y="59"/>
                </a:cxn>
                <a:cxn ang="0">
                  <a:pos x="16" y="52"/>
                </a:cxn>
                <a:cxn ang="0">
                  <a:pos x="21" y="44"/>
                </a:cxn>
                <a:cxn ang="0">
                  <a:pos x="27" y="37"/>
                </a:cxn>
                <a:cxn ang="0">
                  <a:pos x="37" y="23"/>
                </a:cxn>
                <a:cxn ang="0">
                  <a:pos x="42" y="16"/>
                </a:cxn>
                <a:cxn ang="0">
                  <a:pos x="46" y="7"/>
                </a:cxn>
                <a:cxn ang="0">
                  <a:pos x="46" y="7"/>
                </a:cxn>
                <a:cxn ang="0">
                  <a:pos x="47" y="5"/>
                </a:cxn>
                <a:cxn ang="0">
                  <a:pos x="46" y="3"/>
                </a:cxn>
                <a:cxn ang="0">
                  <a:pos x="44" y="0"/>
                </a:cxn>
                <a:cxn ang="0">
                  <a:pos x="42" y="0"/>
                </a:cxn>
                <a:cxn ang="0">
                  <a:pos x="41" y="0"/>
                </a:cxn>
                <a:cxn ang="0">
                  <a:pos x="39" y="1"/>
                </a:cxn>
                <a:cxn ang="0">
                  <a:pos x="38" y="2"/>
                </a:cxn>
                <a:cxn ang="0">
                  <a:pos x="38" y="2"/>
                </a:cxn>
              </a:cxnLst>
              <a:rect l="0" t="0" r="r" b="b"/>
              <a:pathLst>
                <a:path w="47" h="71">
                  <a:moveTo>
                    <a:pt x="38" y="2"/>
                  </a:moveTo>
                  <a:lnTo>
                    <a:pt x="38" y="2"/>
                  </a:lnTo>
                  <a:lnTo>
                    <a:pt x="34" y="10"/>
                  </a:lnTo>
                  <a:lnTo>
                    <a:pt x="29" y="19"/>
                  </a:lnTo>
                  <a:lnTo>
                    <a:pt x="17" y="33"/>
                  </a:lnTo>
                  <a:lnTo>
                    <a:pt x="12" y="40"/>
                  </a:lnTo>
                  <a:lnTo>
                    <a:pt x="7" y="48"/>
                  </a:lnTo>
                  <a:lnTo>
                    <a:pt x="3" y="56"/>
                  </a:lnTo>
                  <a:lnTo>
                    <a:pt x="0" y="65"/>
                  </a:lnTo>
                  <a:lnTo>
                    <a:pt x="0" y="65"/>
                  </a:lnTo>
                  <a:lnTo>
                    <a:pt x="0" y="67"/>
                  </a:lnTo>
                  <a:lnTo>
                    <a:pt x="1" y="69"/>
                  </a:lnTo>
                  <a:lnTo>
                    <a:pt x="2" y="70"/>
                  </a:lnTo>
                  <a:lnTo>
                    <a:pt x="4" y="71"/>
                  </a:lnTo>
                  <a:lnTo>
                    <a:pt x="5" y="71"/>
                  </a:lnTo>
                  <a:lnTo>
                    <a:pt x="7" y="70"/>
                  </a:lnTo>
                  <a:lnTo>
                    <a:pt x="8" y="69"/>
                  </a:lnTo>
                  <a:lnTo>
                    <a:pt x="9" y="67"/>
                  </a:lnTo>
                  <a:lnTo>
                    <a:pt x="9" y="67"/>
                  </a:lnTo>
                  <a:lnTo>
                    <a:pt x="12" y="59"/>
                  </a:lnTo>
                  <a:lnTo>
                    <a:pt x="16" y="52"/>
                  </a:lnTo>
                  <a:lnTo>
                    <a:pt x="21" y="44"/>
                  </a:lnTo>
                  <a:lnTo>
                    <a:pt x="27" y="37"/>
                  </a:lnTo>
                  <a:lnTo>
                    <a:pt x="37" y="23"/>
                  </a:lnTo>
                  <a:lnTo>
                    <a:pt x="42" y="16"/>
                  </a:lnTo>
                  <a:lnTo>
                    <a:pt x="46" y="7"/>
                  </a:lnTo>
                  <a:lnTo>
                    <a:pt x="46" y="7"/>
                  </a:lnTo>
                  <a:lnTo>
                    <a:pt x="47" y="5"/>
                  </a:lnTo>
                  <a:lnTo>
                    <a:pt x="46" y="3"/>
                  </a:lnTo>
                  <a:lnTo>
                    <a:pt x="44" y="0"/>
                  </a:lnTo>
                  <a:lnTo>
                    <a:pt x="42" y="0"/>
                  </a:lnTo>
                  <a:lnTo>
                    <a:pt x="41" y="0"/>
                  </a:lnTo>
                  <a:lnTo>
                    <a:pt x="39" y="1"/>
                  </a:lnTo>
                  <a:lnTo>
                    <a:pt x="38" y="2"/>
                  </a:lnTo>
                  <a:lnTo>
                    <a:pt x="38"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4" name="Freeform 376"/>
            <p:cNvSpPr/>
            <p:nvPr/>
          </p:nvSpPr>
          <p:spPr bwMode="auto">
            <a:xfrm>
              <a:off x="4721225" y="3125788"/>
              <a:ext cx="33338" cy="38100"/>
            </a:xfrm>
            <a:custGeom>
              <a:avLst/>
              <a:gdLst/>
              <a:ahLst/>
              <a:cxnLst>
                <a:cxn ang="0">
                  <a:pos x="54" y="1"/>
                </a:cxn>
                <a:cxn ang="0">
                  <a:pos x="54" y="1"/>
                </a:cxn>
                <a:cxn ang="0">
                  <a:pos x="40" y="17"/>
                </a:cxn>
                <a:cxn ang="0">
                  <a:pos x="28" y="32"/>
                </a:cxn>
                <a:cxn ang="0">
                  <a:pos x="15" y="49"/>
                </a:cxn>
                <a:cxn ang="0">
                  <a:pos x="2" y="63"/>
                </a:cxn>
                <a:cxn ang="0">
                  <a:pos x="2" y="63"/>
                </a:cxn>
                <a:cxn ang="0">
                  <a:pos x="0" y="66"/>
                </a:cxn>
                <a:cxn ang="0">
                  <a:pos x="0" y="68"/>
                </a:cxn>
                <a:cxn ang="0">
                  <a:pos x="1" y="69"/>
                </a:cxn>
                <a:cxn ang="0">
                  <a:pos x="2" y="71"/>
                </a:cxn>
                <a:cxn ang="0">
                  <a:pos x="3" y="72"/>
                </a:cxn>
                <a:cxn ang="0">
                  <a:pos x="5" y="72"/>
                </a:cxn>
                <a:cxn ang="0">
                  <a:pos x="6" y="72"/>
                </a:cxn>
                <a:cxn ang="0">
                  <a:pos x="8" y="71"/>
                </a:cxn>
                <a:cxn ang="0">
                  <a:pos x="8" y="71"/>
                </a:cxn>
                <a:cxn ang="0">
                  <a:pos x="22" y="55"/>
                </a:cxn>
                <a:cxn ang="0">
                  <a:pos x="34" y="40"/>
                </a:cxn>
                <a:cxn ang="0">
                  <a:pos x="47" y="24"/>
                </a:cxn>
                <a:cxn ang="0">
                  <a:pos x="61" y="9"/>
                </a:cxn>
                <a:cxn ang="0">
                  <a:pos x="61" y="9"/>
                </a:cxn>
                <a:cxn ang="0">
                  <a:pos x="62" y="7"/>
                </a:cxn>
                <a:cxn ang="0">
                  <a:pos x="62" y="6"/>
                </a:cxn>
                <a:cxn ang="0">
                  <a:pos x="61" y="4"/>
                </a:cxn>
                <a:cxn ang="0">
                  <a:pos x="60" y="3"/>
                </a:cxn>
                <a:cxn ang="0">
                  <a:pos x="59" y="1"/>
                </a:cxn>
                <a:cxn ang="0">
                  <a:pos x="57" y="0"/>
                </a:cxn>
                <a:cxn ang="0">
                  <a:pos x="56" y="0"/>
                </a:cxn>
                <a:cxn ang="0">
                  <a:pos x="54" y="1"/>
                </a:cxn>
                <a:cxn ang="0">
                  <a:pos x="54" y="1"/>
                </a:cxn>
              </a:cxnLst>
              <a:rect l="0" t="0" r="r" b="b"/>
              <a:pathLst>
                <a:path w="62" h="72">
                  <a:moveTo>
                    <a:pt x="54" y="1"/>
                  </a:moveTo>
                  <a:lnTo>
                    <a:pt x="54" y="1"/>
                  </a:lnTo>
                  <a:lnTo>
                    <a:pt x="40" y="17"/>
                  </a:lnTo>
                  <a:lnTo>
                    <a:pt x="28" y="32"/>
                  </a:lnTo>
                  <a:lnTo>
                    <a:pt x="15" y="49"/>
                  </a:lnTo>
                  <a:lnTo>
                    <a:pt x="2" y="63"/>
                  </a:lnTo>
                  <a:lnTo>
                    <a:pt x="2" y="63"/>
                  </a:lnTo>
                  <a:lnTo>
                    <a:pt x="0" y="66"/>
                  </a:lnTo>
                  <a:lnTo>
                    <a:pt x="0" y="68"/>
                  </a:lnTo>
                  <a:lnTo>
                    <a:pt x="1" y="69"/>
                  </a:lnTo>
                  <a:lnTo>
                    <a:pt x="2" y="71"/>
                  </a:lnTo>
                  <a:lnTo>
                    <a:pt x="3" y="72"/>
                  </a:lnTo>
                  <a:lnTo>
                    <a:pt x="5" y="72"/>
                  </a:lnTo>
                  <a:lnTo>
                    <a:pt x="6" y="72"/>
                  </a:lnTo>
                  <a:lnTo>
                    <a:pt x="8" y="71"/>
                  </a:lnTo>
                  <a:lnTo>
                    <a:pt x="8" y="71"/>
                  </a:lnTo>
                  <a:lnTo>
                    <a:pt x="22" y="55"/>
                  </a:lnTo>
                  <a:lnTo>
                    <a:pt x="34" y="40"/>
                  </a:lnTo>
                  <a:lnTo>
                    <a:pt x="47" y="24"/>
                  </a:lnTo>
                  <a:lnTo>
                    <a:pt x="61" y="9"/>
                  </a:lnTo>
                  <a:lnTo>
                    <a:pt x="61" y="9"/>
                  </a:lnTo>
                  <a:lnTo>
                    <a:pt x="62" y="7"/>
                  </a:lnTo>
                  <a:lnTo>
                    <a:pt x="62" y="6"/>
                  </a:lnTo>
                  <a:lnTo>
                    <a:pt x="61" y="4"/>
                  </a:lnTo>
                  <a:lnTo>
                    <a:pt x="60" y="3"/>
                  </a:lnTo>
                  <a:lnTo>
                    <a:pt x="59" y="1"/>
                  </a:lnTo>
                  <a:lnTo>
                    <a:pt x="57" y="0"/>
                  </a:lnTo>
                  <a:lnTo>
                    <a:pt x="56" y="0"/>
                  </a:lnTo>
                  <a:lnTo>
                    <a:pt x="54" y="1"/>
                  </a:lnTo>
                  <a:lnTo>
                    <a:pt x="54"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5" name="Freeform 377"/>
            <p:cNvSpPr/>
            <p:nvPr/>
          </p:nvSpPr>
          <p:spPr bwMode="auto">
            <a:xfrm>
              <a:off x="4311650" y="3119438"/>
              <a:ext cx="20638" cy="39688"/>
            </a:xfrm>
            <a:custGeom>
              <a:avLst/>
              <a:gdLst/>
              <a:ahLst/>
              <a:cxnLst>
                <a:cxn ang="0">
                  <a:pos x="39" y="4"/>
                </a:cxn>
                <a:cxn ang="0">
                  <a:pos x="39" y="4"/>
                </a:cxn>
                <a:cxn ang="0">
                  <a:pos x="38" y="2"/>
                </a:cxn>
                <a:cxn ang="0">
                  <a:pos x="37" y="1"/>
                </a:cxn>
                <a:cxn ang="0">
                  <a:pos x="35" y="0"/>
                </a:cxn>
                <a:cxn ang="0">
                  <a:pos x="33" y="0"/>
                </a:cxn>
                <a:cxn ang="0">
                  <a:pos x="31" y="0"/>
                </a:cxn>
                <a:cxn ang="0">
                  <a:pos x="30" y="1"/>
                </a:cxn>
                <a:cxn ang="0">
                  <a:pos x="29" y="2"/>
                </a:cxn>
                <a:cxn ang="0">
                  <a:pos x="29" y="4"/>
                </a:cxn>
                <a:cxn ang="0">
                  <a:pos x="29" y="4"/>
                </a:cxn>
                <a:cxn ang="0">
                  <a:pos x="29" y="14"/>
                </a:cxn>
                <a:cxn ang="0">
                  <a:pos x="28" y="24"/>
                </a:cxn>
                <a:cxn ang="0">
                  <a:pos x="26" y="33"/>
                </a:cxn>
                <a:cxn ang="0">
                  <a:pos x="24" y="38"/>
                </a:cxn>
                <a:cxn ang="0">
                  <a:pos x="21" y="42"/>
                </a:cxn>
                <a:cxn ang="0">
                  <a:pos x="21" y="42"/>
                </a:cxn>
                <a:cxn ang="0">
                  <a:pos x="17" y="50"/>
                </a:cxn>
                <a:cxn ang="0">
                  <a:pos x="12" y="56"/>
                </a:cxn>
                <a:cxn ang="0">
                  <a:pos x="1" y="68"/>
                </a:cxn>
                <a:cxn ang="0">
                  <a:pos x="1" y="68"/>
                </a:cxn>
                <a:cxn ang="0">
                  <a:pos x="0" y="70"/>
                </a:cxn>
                <a:cxn ang="0">
                  <a:pos x="0" y="71"/>
                </a:cxn>
                <a:cxn ang="0">
                  <a:pos x="1" y="73"/>
                </a:cxn>
                <a:cxn ang="0">
                  <a:pos x="2" y="74"/>
                </a:cxn>
                <a:cxn ang="0">
                  <a:pos x="6" y="75"/>
                </a:cxn>
                <a:cxn ang="0">
                  <a:pos x="8" y="74"/>
                </a:cxn>
                <a:cxn ang="0">
                  <a:pos x="10" y="73"/>
                </a:cxn>
                <a:cxn ang="0">
                  <a:pos x="10" y="73"/>
                </a:cxn>
                <a:cxn ang="0">
                  <a:pos x="15" y="65"/>
                </a:cxn>
                <a:cxn ang="0">
                  <a:pos x="22" y="57"/>
                </a:cxn>
                <a:cxn ang="0">
                  <a:pos x="28" y="50"/>
                </a:cxn>
                <a:cxn ang="0">
                  <a:pos x="33" y="41"/>
                </a:cxn>
                <a:cxn ang="0">
                  <a:pos x="33" y="41"/>
                </a:cxn>
                <a:cxn ang="0">
                  <a:pos x="35" y="37"/>
                </a:cxn>
                <a:cxn ang="0">
                  <a:pos x="37" y="32"/>
                </a:cxn>
                <a:cxn ang="0">
                  <a:pos x="39" y="23"/>
                </a:cxn>
                <a:cxn ang="0">
                  <a:pos x="39" y="4"/>
                </a:cxn>
                <a:cxn ang="0">
                  <a:pos x="39" y="4"/>
                </a:cxn>
              </a:cxnLst>
              <a:rect l="0" t="0" r="r" b="b"/>
              <a:pathLst>
                <a:path w="39" h="75">
                  <a:moveTo>
                    <a:pt x="39" y="4"/>
                  </a:moveTo>
                  <a:lnTo>
                    <a:pt x="39" y="4"/>
                  </a:lnTo>
                  <a:lnTo>
                    <a:pt x="38" y="2"/>
                  </a:lnTo>
                  <a:lnTo>
                    <a:pt x="37" y="1"/>
                  </a:lnTo>
                  <a:lnTo>
                    <a:pt x="35" y="0"/>
                  </a:lnTo>
                  <a:lnTo>
                    <a:pt x="33" y="0"/>
                  </a:lnTo>
                  <a:lnTo>
                    <a:pt x="31" y="0"/>
                  </a:lnTo>
                  <a:lnTo>
                    <a:pt x="30" y="1"/>
                  </a:lnTo>
                  <a:lnTo>
                    <a:pt x="29" y="2"/>
                  </a:lnTo>
                  <a:lnTo>
                    <a:pt x="29" y="4"/>
                  </a:lnTo>
                  <a:lnTo>
                    <a:pt x="29" y="4"/>
                  </a:lnTo>
                  <a:lnTo>
                    <a:pt x="29" y="14"/>
                  </a:lnTo>
                  <a:lnTo>
                    <a:pt x="28" y="24"/>
                  </a:lnTo>
                  <a:lnTo>
                    <a:pt x="26" y="33"/>
                  </a:lnTo>
                  <a:lnTo>
                    <a:pt x="24" y="38"/>
                  </a:lnTo>
                  <a:lnTo>
                    <a:pt x="21" y="42"/>
                  </a:lnTo>
                  <a:lnTo>
                    <a:pt x="21" y="42"/>
                  </a:lnTo>
                  <a:lnTo>
                    <a:pt x="17" y="50"/>
                  </a:lnTo>
                  <a:lnTo>
                    <a:pt x="12" y="56"/>
                  </a:lnTo>
                  <a:lnTo>
                    <a:pt x="1" y="68"/>
                  </a:lnTo>
                  <a:lnTo>
                    <a:pt x="1" y="68"/>
                  </a:lnTo>
                  <a:lnTo>
                    <a:pt x="0" y="70"/>
                  </a:lnTo>
                  <a:lnTo>
                    <a:pt x="0" y="71"/>
                  </a:lnTo>
                  <a:lnTo>
                    <a:pt x="1" y="73"/>
                  </a:lnTo>
                  <a:lnTo>
                    <a:pt x="2" y="74"/>
                  </a:lnTo>
                  <a:lnTo>
                    <a:pt x="6" y="75"/>
                  </a:lnTo>
                  <a:lnTo>
                    <a:pt x="8" y="74"/>
                  </a:lnTo>
                  <a:lnTo>
                    <a:pt x="10" y="73"/>
                  </a:lnTo>
                  <a:lnTo>
                    <a:pt x="10" y="73"/>
                  </a:lnTo>
                  <a:lnTo>
                    <a:pt x="15" y="65"/>
                  </a:lnTo>
                  <a:lnTo>
                    <a:pt x="22" y="57"/>
                  </a:lnTo>
                  <a:lnTo>
                    <a:pt x="28" y="50"/>
                  </a:lnTo>
                  <a:lnTo>
                    <a:pt x="33" y="41"/>
                  </a:lnTo>
                  <a:lnTo>
                    <a:pt x="33" y="41"/>
                  </a:lnTo>
                  <a:lnTo>
                    <a:pt x="35" y="37"/>
                  </a:lnTo>
                  <a:lnTo>
                    <a:pt x="37" y="32"/>
                  </a:lnTo>
                  <a:lnTo>
                    <a:pt x="39" y="23"/>
                  </a:lnTo>
                  <a:lnTo>
                    <a:pt x="39" y="4"/>
                  </a:lnTo>
                  <a:lnTo>
                    <a:pt x="3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6" name="Freeform 378"/>
            <p:cNvSpPr/>
            <p:nvPr/>
          </p:nvSpPr>
          <p:spPr bwMode="auto">
            <a:xfrm>
              <a:off x="4568825" y="3319463"/>
              <a:ext cx="41275" cy="146050"/>
            </a:xfrm>
            <a:custGeom>
              <a:avLst/>
              <a:gdLst/>
              <a:ahLst/>
              <a:cxnLst>
                <a:cxn ang="0">
                  <a:pos x="72" y="2"/>
                </a:cxn>
                <a:cxn ang="0">
                  <a:pos x="72" y="2"/>
                </a:cxn>
                <a:cxn ang="0">
                  <a:pos x="64" y="16"/>
                </a:cxn>
                <a:cxn ang="0">
                  <a:pos x="58" y="30"/>
                </a:cxn>
                <a:cxn ang="0">
                  <a:pos x="51" y="45"/>
                </a:cxn>
                <a:cxn ang="0">
                  <a:pos x="47" y="60"/>
                </a:cxn>
                <a:cxn ang="0">
                  <a:pos x="40" y="91"/>
                </a:cxn>
                <a:cxn ang="0">
                  <a:pos x="34" y="122"/>
                </a:cxn>
                <a:cxn ang="0">
                  <a:pos x="34" y="122"/>
                </a:cxn>
                <a:cxn ang="0">
                  <a:pos x="26" y="158"/>
                </a:cxn>
                <a:cxn ang="0">
                  <a:pos x="17" y="195"/>
                </a:cxn>
                <a:cxn ang="0">
                  <a:pos x="17" y="195"/>
                </a:cxn>
                <a:cxn ang="0">
                  <a:pos x="12" y="214"/>
                </a:cxn>
                <a:cxn ang="0">
                  <a:pos x="7" y="233"/>
                </a:cxn>
                <a:cxn ang="0">
                  <a:pos x="3" y="251"/>
                </a:cxn>
                <a:cxn ang="0">
                  <a:pos x="1" y="260"/>
                </a:cxn>
                <a:cxn ang="0">
                  <a:pos x="0" y="270"/>
                </a:cxn>
                <a:cxn ang="0">
                  <a:pos x="0" y="270"/>
                </a:cxn>
                <a:cxn ang="0">
                  <a:pos x="0" y="272"/>
                </a:cxn>
                <a:cxn ang="0">
                  <a:pos x="1" y="274"/>
                </a:cxn>
                <a:cxn ang="0">
                  <a:pos x="3" y="274"/>
                </a:cxn>
                <a:cxn ang="0">
                  <a:pos x="5" y="275"/>
                </a:cxn>
                <a:cxn ang="0">
                  <a:pos x="6" y="274"/>
                </a:cxn>
                <a:cxn ang="0">
                  <a:pos x="8" y="274"/>
                </a:cxn>
                <a:cxn ang="0">
                  <a:pos x="9" y="272"/>
                </a:cxn>
                <a:cxn ang="0">
                  <a:pos x="9" y="270"/>
                </a:cxn>
                <a:cxn ang="0">
                  <a:pos x="9" y="270"/>
                </a:cxn>
                <a:cxn ang="0">
                  <a:pos x="10" y="260"/>
                </a:cxn>
                <a:cxn ang="0">
                  <a:pos x="12" y="251"/>
                </a:cxn>
                <a:cxn ang="0">
                  <a:pos x="16" y="234"/>
                </a:cxn>
                <a:cxn ang="0">
                  <a:pos x="21" y="216"/>
                </a:cxn>
                <a:cxn ang="0">
                  <a:pos x="27" y="197"/>
                </a:cxn>
                <a:cxn ang="0">
                  <a:pos x="27" y="197"/>
                </a:cxn>
                <a:cxn ang="0">
                  <a:pos x="40" y="133"/>
                </a:cxn>
                <a:cxn ang="0">
                  <a:pos x="40" y="133"/>
                </a:cxn>
                <a:cxn ang="0">
                  <a:pos x="47" y="100"/>
                </a:cxn>
                <a:cxn ang="0">
                  <a:pos x="55" y="68"/>
                </a:cxn>
                <a:cxn ang="0">
                  <a:pos x="60" y="52"/>
                </a:cxn>
                <a:cxn ang="0">
                  <a:pos x="65" y="36"/>
                </a:cxn>
                <a:cxn ang="0">
                  <a:pos x="72" y="21"/>
                </a:cxn>
                <a:cxn ang="0">
                  <a:pos x="80" y="6"/>
                </a:cxn>
                <a:cxn ang="0">
                  <a:pos x="80" y="6"/>
                </a:cxn>
                <a:cxn ang="0">
                  <a:pos x="80" y="5"/>
                </a:cxn>
                <a:cxn ang="0">
                  <a:pos x="80" y="3"/>
                </a:cxn>
                <a:cxn ang="0">
                  <a:pos x="79" y="2"/>
                </a:cxn>
                <a:cxn ang="0">
                  <a:pos x="78" y="0"/>
                </a:cxn>
                <a:cxn ang="0">
                  <a:pos x="77" y="0"/>
                </a:cxn>
                <a:cxn ang="0">
                  <a:pos x="75" y="0"/>
                </a:cxn>
                <a:cxn ang="0">
                  <a:pos x="73" y="0"/>
                </a:cxn>
                <a:cxn ang="0">
                  <a:pos x="72" y="2"/>
                </a:cxn>
                <a:cxn ang="0">
                  <a:pos x="72" y="2"/>
                </a:cxn>
              </a:cxnLst>
              <a:rect l="0" t="0" r="r" b="b"/>
              <a:pathLst>
                <a:path w="80" h="275">
                  <a:moveTo>
                    <a:pt x="72" y="2"/>
                  </a:moveTo>
                  <a:lnTo>
                    <a:pt x="72" y="2"/>
                  </a:lnTo>
                  <a:lnTo>
                    <a:pt x="64" y="16"/>
                  </a:lnTo>
                  <a:lnTo>
                    <a:pt x="58" y="30"/>
                  </a:lnTo>
                  <a:lnTo>
                    <a:pt x="51" y="45"/>
                  </a:lnTo>
                  <a:lnTo>
                    <a:pt x="47" y="60"/>
                  </a:lnTo>
                  <a:lnTo>
                    <a:pt x="40" y="91"/>
                  </a:lnTo>
                  <a:lnTo>
                    <a:pt x="34" y="122"/>
                  </a:lnTo>
                  <a:lnTo>
                    <a:pt x="34" y="122"/>
                  </a:lnTo>
                  <a:lnTo>
                    <a:pt x="26" y="158"/>
                  </a:lnTo>
                  <a:lnTo>
                    <a:pt x="17" y="195"/>
                  </a:lnTo>
                  <a:lnTo>
                    <a:pt x="17" y="195"/>
                  </a:lnTo>
                  <a:lnTo>
                    <a:pt x="12" y="214"/>
                  </a:lnTo>
                  <a:lnTo>
                    <a:pt x="7" y="233"/>
                  </a:lnTo>
                  <a:lnTo>
                    <a:pt x="3" y="251"/>
                  </a:lnTo>
                  <a:lnTo>
                    <a:pt x="1" y="260"/>
                  </a:lnTo>
                  <a:lnTo>
                    <a:pt x="0" y="270"/>
                  </a:lnTo>
                  <a:lnTo>
                    <a:pt x="0" y="270"/>
                  </a:lnTo>
                  <a:lnTo>
                    <a:pt x="0" y="272"/>
                  </a:lnTo>
                  <a:lnTo>
                    <a:pt x="1" y="274"/>
                  </a:lnTo>
                  <a:lnTo>
                    <a:pt x="3" y="274"/>
                  </a:lnTo>
                  <a:lnTo>
                    <a:pt x="5" y="275"/>
                  </a:lnTo>
                  <a:lnTo>
                    <a:pt x="6" y="274"/>
                  </a:lnTo>
                  <a:lnTo>
                    <a:pt x="8" y="274"/>
                  </a:lnTo>
                  <a:lnTo>
                    <a:pt x="9" y="272"/>
                  </a:lnTo>
                  <a:lnTo>
                    <a:pt x="9" y="270"/>
                  </a:lnTo>
                  <a:lnTo>
                    <a:pt x="9" y="270"/>
                  </a:lnTo>
                  <a:lnTo>
                    <a:pt x="10" y="260"/>
                  </a:lnTo>
                  <a:lnTo>
                    <a:pt x="12" y="251"/>
                  </a:lnTo>
                  <a:lnTo>
                    <a:pt x="16" y="234"/>
                  </a:lnTo>
                  <a:lnTo>
                    <a:pt x="21" y="216"/>
                  </a:lnTo>
                  <a:lnTo>
                    <a:pt x="27" y="197"/>
                  </a:lnTo>
                  <a:lnTo>
                    <a:pt x="27" y="197"/>
                  </a:lnTo>
                  <a:lnTo>
                    <a:pt x="40" y="133"/>
                  </a:lnTo>
                  <a:lnTo>
                    <a:pt x="40" y="133"/>
                  </a:lnTo>
                  <a:lnTo>
                    <a:pt x="47" y="100"/>
                  </a:lnTo>
                  <a:lnTo>
                    <a:pt x="55" y="68"/>
                  </a:lnTo>
                  <a:lnTo>
                    <a:pt x="60" y="52"/>
                  </a:lnTo>
                  <a:lnTo>
                    <a:pt x="65" y="36"/>
                  </a:lnTo>
                  <a:lnTo>
                    <a:pt x="72" y="21"/>
                  </a:lnTo>
                  <a:lnTo>
                    <a:pt x="80" y="6"/>
                  </a:lnTo>
                  <a:lnTo>
                    <a:pt x="80" y="6"/>
                  </a:lnTo>
                  <a:lnTo>
                    <a:pt x="80" y="5"/>
                  </a:lnTo>
                  <a:lnTo>
                    <a:pt x="80" y="3"/>
                  </a:lnTo>
                  <a:lnTo>
                    <a:pt x="79" y="2"/>
                  </a:lnTo>
                  <a:lnTo>
                    <a:pt x="78" y="0"/>
                  </a:lnTo>
                  <a:lnTo>
                    <a:pt x="77" y="0"/>
                  </a:lnTo>
                  <a:lnTo>
                    <a:pt x="75" y="0"/>
                  </a:lnTo>
                  <a:lnTo>
                    <a:pt x="73" y="0"/>
                  </a:lnTo>
                  <a:lnTo>
                    <a:pt x="72" y="2"/>
                  </a:lnTo>
                  <a:lnTo>
                    <a:pt x="72"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7" name="Freeform 379"/>
            <p:cNvSpPr/>
            <p:nvPr/>
          </p:nvSpPr>
          <p:spPr bwMode="auto">
            <a:xfrm>
              <a:off x="4610100" y="3270250"/>
              <a:ext cx="46038" cy="166688"/>
            </a:xfrm>
            <a:custGeom>
              <a:avLst/>
              <a:gdLst/>
              <a:ahLst/>
              <a:cxnLst>
                <a:cxn ang="0">
                  <a:pos x="77" y="3"/>
                </a:cxn>
                <a:cxn ang="0">
                  <a:pos x="77" y="3"/>
                </a:cxn>
                <a:cxn ang="0">
                  <a:pos x="72" y="21"/>
                </a:cxn>
                <a:cxn ang="0">
                  <a:pos x="65" y="38"/>
                </a:cxn>
                <a:cxn ang="0">
                  <a:pos x="58" y="55"/>
                </a:cxn>
                <a:cxn ang="0">
                  <a:pos x="53" y="72"/>
                </a:cxn>
                <a:cxn ang="0">
                  <a:pos x="53" y="72"/>
                </a:cxn>
                <a:cxn ang="0">
                  <a:pos x="31" y="156"/>
                </a:cxn>
                <a:cxn ang="0">
                  <a:pos x="31" y="156"/>
                </a:cxn>
                <a:cxn ang="0">
                  <a:pos x="27" y="177"/>
                </a:cxn>
                <a:cxn ang="0">
                  <a:pos x="24" y="197"/>
                </a:cxn>
                <a:cxn ang="0">
                  <a:pos x="20" y="219"/>
                </a:cxn>
                <a:cxn ang="0">
                  <a:pos x="16" y="240"/>
                </a:cxn>
                <a:cxn ang="0">
                  <a:pos x="16" y="240"/>
                </a:cxn>
                <a:cxn ang="0">
                  <a:pos x="7" y="276"/>
                </a:cxn>
                <a:cxn ang="0">
                  <a:pos x="2" y="293"/>
                </a:cxn>
                <a:cxn ang="0">
                  <a:pos x="0" y="313"/>
                </a:cxn>
                <a:cxn ang="0">
                  <a:pos x="0" y="313"/>
                </a:cxn>
                <a:cxn ang="0">
                  <a:pos x="1" y="315"/>
                </a:cxn>
                <a:cxn ang="0">
                  <a:pos x="1" y="316"/>
                </a:cxn>
                <a:cxn ang="0">
                  <a:pos x="3" y="317"/>
                </a:cxn>
                <a:cxn ang="0">
                  <a:pos x="6" y="317"/>
                </a:cxn>
                <a:cxn ang="0">
                  <a:pos x="7" y="317"/>
                </a:cxn>
                <a:cxn ang="0">
                  <a:pos x="9" y="316"/>
                </a:cxn>
                <a:cxn ang="0">
                  <a:pos x="10" y="315"/>
                </a:cxn>
                <a:cxn ang="0">
                  <a:pos x="10" y="313"/>
                </a:cxn>
                <a:cxn ang="0">
                  <a:pos x="10" y="313"/>
                </a:cxn>
                <a:cxn ang="0">
                  <a:pos x="11" y="303"/>
                </a:cxn>
                <a:cxn ang="0">
                  <a:pos x="13" y="292"/>
                </a:cxn>
                <a:cxn ang="0">
                  <a:pos x="17" y="273"/>
                </a:cxn>
                <a:cxn ang="0">
                  <a:pos x="27" y="234"/>
                </a:cxn>
                <a:cxn ang="0">
                  <a:pos x="27" y="234"/>
                </a:cxn>
                <a:cxn ang="0">
                  <a:pos x="31" y="215"/>
                </a:cxn>
                <a:cxn ang="0">
                  <a:pos x="34" y="196"/>
                </a:cxn>
                <a:cxn ang="0">
                  <a:pos x="36" y="177"/>
                </a:cxn>
                <a:cxn ang="0">
                  <a:pos x="41" y="158"/>
                </a:cxn>
                <a:cxn ang="0">
                  <a:pos x="41" y="158"/>
                </a:cxn>
                <a:cxn ang="0">
                  <a:pos x="60" y="84"/>
                </a:cxn>
                <a:cxn ang="0">
                  <a:pos x="60" y="84"/>
                </a:cxn>
                <a:cxn ang="0">
                  <a:pos x="66" y="64"/>
                </a:cxn>
                <a:cxn ang="0">
                  <a:pos x="73" y="44"/>
                </a:cxn>
                <a:cxn ang="0">
                  <a:pos x="80" y="26"/>
                </a:cxn>
                <a:cxn ang="0">
                  <a:pos x="86" y="6"/>
                </a:cxn>
                <a:cxn ang="0">
                  <a:pos x="86" y="6"/>
                </a:cxn>
                <a:cxn ang="0">
                  <a:pos x="86" y="4"/>
                </a:cxn>
                <a:cxn ang="0">
                  <a:pos x="85" y="2"/>
                </a:cxn>
                <a:cxn ang="0">
                  <a:pos x="84" y="1"/>
                </a:cxn>
                <a:cxn ang="0">
                  <a:pos x="82" y="0"/>
                </a:cxn>
                <a:cxn ang="0">
                  <a:pos x="81" y="0"/>
                </a:cxn>
                <a:cxn ang="0">
                  <a:pos x="79" y="0"/>
                </a:cxn>
                <a:cxn ang="0">
                  <a:pos x="78" y="1"/>
                </a:cxn>
                <a:cxn ang="0">
                  <a:pos x="77" y="3"/>
                </a:cxn>
                <a:cxn ang="0">
                  <a:pos x="77" y="3"/>
                </a:cxn>
              </a:cxnLst>
              <a:rect l="0" t="0" r="r" b="b"/>
              <a:pathLst>
                <a:path w="86" h="317">
                  <a:moveTo>
                    <a:pt x="77" y="3"/>
                  </a:moveTo>
                  <a:lnTo>
                    <a:pt x="77" y="3"/>
                  </a:lnTo>
                  <a:lnTo>
                    <a:pt x="72" y="21"/>
                  </a:lnTo>
                  <a:lnTo>
                    <a:pt x="65" y="38"/>
                  </a:lnTo>
                  <a:lnTo>
                    <a:pt x="58" y="55"/>
                  </a:lnTo>
                  <a:lnTo>
                    <a:pt x="53" y="72"/>
                  </a:lnTo>
                  <a:lnTo>
                    <a:pt x="53" y="72"/>
                  </a:lnTo>
                  <a:lnTo>
                    <a:pt x="31" y="156"/>
                  </a:lnTo>
                  <a:lnTo>
                    <a:pt x="31" y="156"/>
                  </a:lnTo>
                  <a:lnTo>
                    <a:pt x="27" y="177"/>
                  </a:lnTo>
                  <a:lnTo>
                    <a:pt x="24" y="197"/>
                  </a:lnTo>
                  <a:lnTo>
                    <a:pt x="20" y="219"/>
                  </a:lnTo>
                  <a:lnTo>
                    <a:pt x="16" y="240"/>
                  </a:lnTo>
                  <a:lnTo>
                    <a:pt x="16" y="240"/>
                  </a:lnTo>
                  <a:lnTo>
                    <a:pt x="7" y="276"/>
                  </a:lnTo>
                  <a:lnTo>
                    <a:pt x="2" y="293"/>
                  </a:lnTo>
                  <a:lnTo>
                    <a:pt x="0" y="313"/>
                  </a:lnTo>
                  <a:lnTo>
                    <a:pt x="0" y="313"/>
                  </a:lnTo>
                  <a:lnTo>
                    <a:pt x="1" y="315"/>
                  </a:lnTo>
                  <a:lnTo>
                    <a:pt x="1" y="316"/>
                  </a:lnTo>
                  <a:lnTo>
                    <a:pt x="3" y="317"/>
                  </a:lnTo>
                  <a:lnTo>
                    <a:pt x="6" y="317"/>
                  </a:lnTo>
                  <a:lnTo>
                    <a:pt x="7" y="317"/>
                  </a:lnTo>
                  <a:lnTo>
                    <a:pt x="9" y="316"/>
                  </a:lnTo>
                  <a:lnTo>
                    <a:pt x="10" y="315"/>
                  </a:lnTo>
                  <a:lnTo>
                    <a:pt x="10" y="313"/>
                  </a:lnTo>
                  <a:lnTo>
                    <a:pt x="10" y="313"/>
                  </a:lnTo>
                  <a:lnTo>
                    <a:pt x="11" y="303"/>
                  </a:lnTo>
                  <a:lnTo>
                    <a:pt x="13" y="292"/>
                  </a:lnTo>
                  <a:lnTo>
                    <a:pt x="17" y="273"/>
                  </a:lnTo>
                  <a:lnTo>
                    <a:pt x="27" y="234"/>
                  </a:lnTo>
                  <a:lnTo>
                    <a:pt x="27" y="234"/>
                  </a:lnTo>
                  <a:lnTo>
                    <a:pt x="31" y="215"/>
                  </a:lnTo>
                  <a:lnTo>
                    <a:pt x="34" y="196"/>
                  </a:lnTo>
                  <a:lnTo>
                    <a:pt x="36" y="177"/>
                  </a:lnTo>
                  <a:lnTo>
                    <a:pt x="41" y="158"/>
                  </a:lnTo>
                  <a:lnTo>
                    <a:pt x="41" y="158"/>
                  </a:lnTo>
                  <a:lnTo>
                    <a:pt x="60" y="84"/>
                  </a:lnTo>
                  <a:lnTo>
                    <a:pt x="60" y="84"/>
                  </a:lnTo>
                  <a:lnTo>
                    <a:pt x="66" y="64"/>
                  </a:lnTo>
                  <a:lnTo>
                    <a:pt x="73" y="44"/>
                  </a:lnTo>
                  <a:lnTo>
                    <a:pt x="80" y="26"/>
                  </a:lnTo>
                  <a:lnTo>
                    <a:pt x="86" y="6"/>
                  </a:lnTo>
                  <a:lnTo>
                    <a:pt x="86" y="6"/>
                  </a:lnTo>
                  <a:lnTo>
                    <a:pt x="86" y="4"/>
                  </a:lnTo>
                  <a:lnTo>
                    <a:pt x="85" y="2"/>
                  </a:lnTo>
                  <a:lnTo>
                    <a:pt x="84" y="1"/>
                  </a:lnTo>
                  <a:lnTo>
                    <a:pt x="82" y="0"/>
                  </a:lnTo>
                  <a:lnTo>
                    <a:pt x="81" y="0"/>
                  </a:lnTo>
                  <a:lnTo>
                    <a:pt x="79" y="0"/>
                  </a:lnTo>
                  <a:lnTo>
                    <a:pt x="78" y="1"/>
                  </a:lnTo>
                  <a:lnTo>
                    <a:pt x="77" y="3"/>
                  </a:lnTo>
                  <a:lnTo>
                    <a:pt x="77"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8" name="Freeform 380"/>
            <p:cNvSpPr/>
            <p:nvPr/>
          </p:nvSpPr>
          <p:spPr bwMode="auto">
            <a:xfrm>
              <a:off x="4660900" y="3228975"/>
              <a:ext cx="38100" cy="158750"/>
            </a:xfrm>
            <a:custGeom>
              <a:avLst/>
              <a:gdLst/>
              <a:ahLst/>
              <a:cxnLst>
                <a:cxn ang="0">
                  <a:pos x="62" y="5"/>
                </a:cxn>
                <a:cxn ang="0">
                  <a:pos x="62" y="5"/>
                </a:cxn>
                <a:cxn ang="0">
                  <a:pos x="59" y="23"/>
                </a:cxn>
                <a:cxn ang="0">
                  <a:pos x="56" y="43"/>
                </a:cxn>
                <a:cxn ang="0">
                  <a:pos x="46" y="80"/>
                </a:cxn>
                <a:cxn ang="0">
                  <a:pos x="46" y="80"/>
                </a:cxn>
                <a:cxn ang="0">
                  <a:pos x="35" y="117"/>
                </a:cxn>
                <a:cxn ang="0">
                  <a:pos x="31" y="136"/>
                </a:cxn>
                <a:cxn ang="0">
                  <a:pos x="27" y="155"/>
                </a:cxn>
                <a:cxn ang="0">
                  <a:pos x="27" y="155"/>
                </a:cxn>
                <a:cxn ang="0">
                  <a:pos x="20" y="189"/>
                </a:cxn>
                <a:cxn ang="0">
                  <a:pos x="13" y="224"/>
                </a:cxn>
                <a:cxn ang="0">
                  <a:pos x="6" y="259"/>
                </a:cxn>
                <a:cxn ang="0">
                  <a:pos x="2" y="276"/>
                </a:cxn>
                <a:cxn ang="0">
                  <a:pos x="0" y="294"/>
                </a:cxn>
                <a:cxn ang="0">
                  <a:pos x="0" y="294"/>
                </a:cxn>
                <a:cxn ang="0">
                  <a:pos x="0" y="296"/>
                </a:cxn>
                <a:cxn ang="0">
                  <a:pos x="1" y="297"/>
                </a:cxn>
                <a:cxn ang="0">
                  <a:pos x="3" y="298"/>
                </a:cxn>
                <a:cxn ang="0">
                  <a:pos x="4" y="298"/>
                </a:cxn>
                <a:cxn ang="0">
                  <a:pos x="8" y="297"/>
                </a:cxn>
                <a:cxn ang="0">
                  <a:pos x="10" y="296"/>
                </a:cxn>
                <a:cxn ang="0">
                  <a:pos x="10" y="294"/>
                </a:cxn>
                <a:cxn ang="0">
                  <a:pos x="10" y="294"/>
                </a:cxn>
                <a:cxn ang="0">
                  <a:pos x="13" y="274"/>
                </a:cxn>
                <a:cxn ang="0">
                  <a:pos x="16" y="255"/>
                </a:cxn>
                <a:cxn ang="0">
                  <a:pos x="24" y="216"/>
                </a:cxn>
                <a:cxn ang="0">
                  <a:pos x="24" y="216"/>
                </a:cxn>
                <a:cxn ang="0">
                  <a:pos x="31" y="177"/>
                </a:cxn>
                <a:cxn ang="0">
                  <a:pos x="35" y="159"/>
                </a:cxn>
                <a:cxn ang="0">
                  <a:pos x="41" y="140"/>
                </a:cxn>
                <a:cxn ang="0">
                  <a:pos x="41" y="140"/>
                </a:cxn>
                <a:cxn ang="0">
                  <a:pos x="46" y="122"/>
                </a:cxn>
                <a:cxn ang="0">
                  <a:pos x="50" y="103"/>
                </a:cxn>
                <a:cxn ang="0">
                  <a:pos x="55" y="84"/>
                </a:cxn>
                <a:cxn ang="0">
                  <a:pos x="59" y="66"/>
                </a:cxn>
                <a:cxn ang="0">
                  <a:pos x="59" y="66"/>
                </a:cxn>
                <a:cxn ang="0">
                  <a:pos x="63" y="51"/>
                </a:cxn>
                <a:cxn ang="0">
                  <a:pos x="68" y="36"/>
                </a:cxn>
                <a:cxn ang="0">
                  <a:pos x="70" y="20"/>
                </a:cxn>
                <a:cxn ang="0">
                  <a:pos x="72" y="5"/>
                </a:cxn>
                <a:cxn ang="0">
                  <a:pos x="72" y="5"/>
                </a:cxn>
                <a:cxn ang="0">
                  <a:pos x="72" y="3"/>
                </a:cxn>
                <a:cxn ang="0">
                  <a:pos x="71" y="2"/>
                </a:cxn>
                <a:cxn ang="0">
                  <a:pos x="69" y="1"/>
                </a:cxn>
                <a:cxn ang="0">
                  <a:pos x="68" y="0"/>
                </a:cxn>
                <a:cxn ang="0">
                  <a:pos x="65" y="1"/>
                </a:cxn>
                <a:cxn ang="0">
                  <a:pos x="63" y="2"/>
                </a:cxn>
                <a:cxn ang="0">
                  <a:pos x="62" y="3"/>
                </a:cxn>
                <a:cxn ang="0">
                  <a:pos x="62" y="5"/>
                </a:cxn>
                <a:cxn ang="0">
                  <a:pos x="62" y="5"/>
                </a:cxn>
              </a:cxnLst>
              <a:rect l="0" t="0" r="r" b="b"/>
              <a:pathLst>
                <a:path w="72" h="298">
                  <a:moveTo>
                    <a:pt x="62" y="5"/>
                  </a:moveTo>
                  <a:lnTo>
                    <a:pt x="62" y="5"/>
                  </a:lnTo>
                  <a:lnTo>
                    <a:pt x="59" y="23"/>
                  </a:lnTo>
                  <a:lnTo>
                    <a:pt x="56" y="43"/>
                  </a:lnTo>
                  <a:lnTo>
                    <a:pt x="46" y="80"/>
                  </a:lnTo>
                  <a:lnTo>
                    <a:pt x="46" y="80"/>
                  </a:lnTo>
                  <a:lnTo>
                    <a:pt x="35" y="117"/>
                  </a:lnTo>
                  <a:lnTo>
                    <a:pt x="31" y="136"/>
                  </a:lnTo>
                  <a:lnTo>
                    <a:pt x="27" y="155"/>
                  </a:lnTo>
                  <a:lnTo>
                    <a:pt x="27" y="155"/>
                  </a:lnTo>
                  <a:lnTo>
                    <a:pt x="20" y="189"/>
                  </a:lnTo>
                  <a:lnTo>
                    <a:pt x="13" y="224"/>
                  </a:lnTo>
                  <a:lnTo>
                    <a:pt x="6" y="259"/>
                  </a:lnTo>
                  <a:lnTo>
                    <a:pt x="2" y="276"/>
                  </a:lnTo>
                  <a:lnTo>
                    <a:pt x="0" y="294"/>
                  </a:lnTo>
                  <a:lnTo>
                    <a:pt x="0" y="294"/>
                  </a:lnTo>
                  <a:lnTo>
                    <a:pt x="0" y="296"/>
                  </a:lnTo>
                  <a:lnTo>
                    <a:pt x="1" y="297"/>
                  </a:lnTo>
                  <a:lnTo>
                    <a:pt x="3" y="298"/>
                  </a:lnTo>
                  <a:lnTo>
                    <a:pt x="4" y="298"/>
                  </a:lnTo>
                  <a:lnTo>
                    <a:pt x="8" y="297"/>
                  </a:lnTo>
                  <a:lnTo>
                    <a:pt x="10" y="296"/>
                  </a:lnTo>
                  <a:lnTo>
                    <a:pt x="10" y="294"/>
                  </a:lnTo>
                  <a:lnTo>
                    <a:pt x="10" y="294"/>
                  </a:lnTo>
                  <a:lnTo>
                    <a:pt x="13" y="274"/>
                  </a:lnTo>
                  <a:lnTo>
                    <a:pt x="16" y="255"/>
                  </a:lnTo>
                  <a:lnTo>
                    <a:pt x="24" y="216"/>
                  </a:lnTo>
                  <a:lnTo>
                    <a:pt x="24" y="216"/>
                  </a:lnTo>
                  <a:lnTo>
                    <a:pt x="31" y="177"/>
                  </a:lnTo>
                  <a:lnTo>
                    <a:pt x="35" y="159"/>
                  </a:lnTo>
                  <a:lnTo>
                    <a:pt x="41" y="140"/>
                  </a:lnTo>
                  <a:lnTo>
                    <a:pt x="41" y="140"/>
                  </a:lnTo>
                  <a:lnTo>
                    <a:pt x="46" y="122"/>
                  </a:lnTo>
                  <a:lnTo>
                    <a:pt x="50" y="103"/>
                  </a:lnTo>
                  <a:lnTo>
                    <a:pt x="55" y="84"/>
                  </a:lnTo>
                  <a:lnTo>
                    <a:pt x="59" y="66"/>
                  </a:lnTo>
                  <a:lnTo>
                    <a:pt x="59" y="66"/>
                  </a:lnTo>
                  <a:lnTo>
                    <a:pt x="63" y="51"/>
                  </a:lnTo>
                  <a:lnTo>
                    <a:pt x="68" y="36"/>
                  </a:lnTo>
                  <a:lnTo>
                    <a:pt x="70" y="20"/>
                  </a:lnTo>
                  <a:lnTo>
                    <a:pt x="72" y="5"/>
                  </a:lnTo>
                  <a:lnTo>
                    <a:pt x="72" y="5"/>
                  </a:lnTo>
                  <a:lnTo>
                    <a:pt x="72" y="3"/>
                  </a:lnTo>
                  <a:lnTo>
                    <a:pt x="71" y="2"/>
                  </a:lnTo>
                  <a:lnTo>
                    <a:pt x="69" y="1"/>
                  </a:lnTo>
                  <a:lnTo>
                    <a:pt x="68" y="0"/>
                  </a:lnTo>
                  <a:lnTo>
                    <a:pt x="65" y="1"/>
                  </a:lnTo>
                  <a:lnTo>
                    <a:pt x="63" y="2"/>
                  </a:lnTo>
                  <a:lnTo>
                    <a:pt x="62" y="3"/>
                  </a:lnTo>
                  <a:lnTo>
                    <a:pt x="62" y="5"/>
                  </a:lnTo>
                  <a:lnTo>
                    <a:pt x="62"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99" name="Freeform 381"/>
            <p:cNvSpPr/>
            <p:nvPr/>
          </p:nvSpPr>
          <p:spPr bwMode="auto">
            <a:xfrm>
              <a:off x="4719638" y="3197225"/>
              <a:ext cx="39688" cy="139700"/>
            </a:xfrm>
            <a:custGeom>
              <a:avLst/>
              <a:gdLst/>
              <a:ahLst/>
              <a:cxnLst>
                <a:cxn ang="0">
                  <a:pos x="66" y="3"/>
                </a:cxn>
                <a:cxn ang="0">
                  <a:pos x="66" y="3"/>
                </a:cxn>
                <a:cxn ang="0">
                  <a:pos x="55" y="28"/>
                </a:cxn>
                <a:cxn ang="0">
                  <a:pos x="49" y="40"/>
                </a:cxn>
                <a:cxn ang="0">
                  <a:pos x="44" y="53"/>
                </a:cxn>
                <a:cxn ang="0">
                  <a:pos x="44" y="53"/>
                </a:cxn>
                <a:cxn ang="0">
                  <a:pos x="39" y="72"/>
                </a:cxn>
                <a:cxn ang="0">
                  <a:pos x="35" y="91"/>
                </a:cxn>
                <a:cxn ang="0">
                  <a:pos x="31" y="109"/>
                </a:cxn>
                <a:cxn ang="0">
                  <a:pos x="26" y="128"/>
                </a:cxn>
                <a:cxn ang="0">
                  <a:pos x="26" y="128"/>
                </a:cxn>
                <a:cxn ang="0">
                  <a:pos x="22" y="144"/>
                </a:cxn>
                <a:cxn ang="0">
                  <a:pos x="18" y="160"/>
                </a:cxn>
                <a:cxn ang="0">
                  <a:pos x="15" y="176"/>
                </a:cxn>
                <a:cxn ang="0">
                  <a:pos x="12" y="193"/>
                </a:cxn>
                <a:cxn ang="0">
                  <a:pos x="12" y="193"/>
                </a:cxn>
                <a:cxn ang="0">
                  <a:pos x="5" y="227"/>
                </a:cxn>
                <a:cxn ang="0">
                  <a:pos x="2" y="243"/>
                </a:cxn>
                <a:cxn ang="0">
                  <a:pos x="0" y="260"/>
                </a:cxn>
                <a:cxn ang="0">
                  <a:pos x="0" y="260"/>
                </a:cxn>
                <a:cxn ang="0">
                  <a:pos x="0" y="262"/>
                </a:cxn>
                <a:cxn ang="0">
                  <a:pos x="1" y="263"/>
                </a:cxn>
                <a:cxn ang="0">
                  <a:pos x="2" y="264"/>
                </a:cxn>
                <a:cxn ang="0">
                  <a:pos x="4" y="264"/>
                </a:cxn>
                <a:cxn ang="0">
                  <a:pos x="7" y="263"/>
                </a:cxn>
                <a:cxn ang="0">
                  <a:pos x="8" y="262"/>
                </a:cxn>
                <a:cxn ang="0">
                  <a:pos x="9" y="260"/>
                </a:cxn>
                <a:cxn ang="0">
                  <a:pos x="9" y="260"/>
                </a:cxn>
                <a:cxn ang="0">
                  <a:pos x="12" y="241"/>
                </a:cxn>
                <a:cxn ang="0">
                  <a:pos x="15" y="224"/>
                </a:cxn>
                <a:cxn ang="0">
                  <a:pos x="24" y="188"/>
                </a:cxn>
                <a:cxn ang="0">
                  <a:pos x="24" y="188"/>
                </a:cxn>
                <a:cxn ang="0">
                  <a:pos x="30" y="155"/>
                </a:cxn>
                <a:cxn ang="0">
                  <a:pos x="33" y="138"/>
                </a:cxn>
                <a:cxn ang="0">
                  <a:pos x="37" y="123"/>
                </a:cxn>
                <a:cxn ang="0">
                  <a:pos x="37" y="123"/>
                </a:cxn>
                <a:cxn ang="0">
                  <a:pos x="45" y="89"/>
                </a:cxn>
                <a:cxn ang="0">
                  <a:pos x="54" y="55"/>
                </a:cxn>
                <a:cxn ang="0">
                  <a:pos x="54" y="55"/>
                </a:cxn>
                <a:cxn ang="0">
                  <a:pos x="59" y="43"/>
                </a:cxn>
                <a:cxn ang="0">
                  <a:pos x="64" y="31"/>
                </a:cxn>
                <a:cxn ang="0">
                  <a:pos x="75" y="5"/>
                </a:cxn>
                <a:cxn ang="0">
                  <a:pos x="75" y="5"/>
                </a:cxn>
                <a:cxn ang="0">
                  <a:pos x="75" y="4"/>
                </a:cxn>
                <a:cxn ang="0">
                  <a:pos x="75" y="2"/>
                </a:cxn>
                <a:cxn ang="0">
                  <a:pos x="74" y="1"/>
                </a:cxn>
                <a:cxn ang="0">
                  <a:pos x="72" y="0"/>
                </a:cxn>
                <a:cxn ang="0">
                  <a:pos x="69" y="0"/>
                </a:cxn>
                <a:cxn ang="0">
                  <a:pos x="67" y="1"/>
                </a:cxn>
                <a:cxn ang="0">
                  <a:pos x="66" y="3"/>
                </a:cxn>
                <a:cxn ang="0">
                  <a:pos x="66" y="3"/>
                </a:cxn>
              </a:cxnLst>
              <a:rect l="0" t="0" r="r" b="b"/>
              <a:pathLst>
                <a:path w="75" h="264">
                  <a:moveTo>
                    <a:pt x="66" y="3"/>
                  </a:moveTo>
                  <a:lnTo>
                    <a:pt x="66" y="3"/>
                  </a:lnTo>
                  <a:lnTo>
                    <a:pt x="55" y="28"/>
                  </a:lnTo>
                  <a:lnTo>
                    <a:pt x="49" y="40"/>
                  </a:lnTo>
                  <a:lnTo>
                    <a:pt x="44" y="53"/>
                  </a:lnTo>
                  <a:lnTo>
                    <a:pt x="44" y="53"/>
                  </a:lnTo>
                  <a:lnTo>
                    <a:pt x="39" y="72"/>
                  </a:lnTo>
                  <a:lnTo>
                    <a:pt x="35" y="91"/>
                  </a:lnTo>
                  <a:lnTo>
                    <a:pt x="31" y="109"/>
                  </a:lnTo>
                  <a:lnTo>
                    <a:pt x="26" y="128"/>
                  </a:lnTo>
                  <a:lnTo>
                    <a:pt x="26" y="128"/>
                  </a:lnTo>
                  <a:lnTo>
                    <a:pt x="22" y="144"/>
                  </a:lnTo>
                  <a:lnTo>
                    <a:pt x="18" y="160"/>
                  </a:lnTo>
                  <a:lnTo>
                    <a:pt x="15" y="176"/>
                  </a:lnTo>
                  <a:lnTo>
                    <a:pt x="12" y="193"/>
                  </a:lnTo>
                  <a:lnTo>
                    <a:pt x="12" y="193"/>
                  </a:lnTo>
                  <a:lnTo>
                    <a:pt x="5" y="227"/>
                  </a:lnTo>
                  <a:lnTo>
                    <a:pt x="2" y="243"/>
                  </a:lnTo>
                  <a:lnTo>
                    <a:pt x="0" y="260"/>
                  </a:lnTo>
                  <a:lnTo>
                    <a:pt x="0" y="260"/>
                  </a:lnTo>
                  <a:lnTo>
                    <a:pt x="0" y="262"/>
                  </a:lnTo>
                  <a:lnTo>
                    <a:pt x="1" y="263"/>
                  </a:lnTo>
                  <a:lnTo>
                    <a:pt x="2" y="264"/>
                  </a:lnTo>
                  <a:lnTo>
                    <a:pt x="4" y="264"/>
                  </a:lnTo>
                  <a:lnTo>
                    <a:pt x="7" y="263"/>
                  </a:lnTo>
                  <a:lnTo>
                    <a:pt x="8" y="262"/>
                  </a:lnTo>
                  <a:lnTo>
                    <a:pt x="9" y="260"/>
                  </a:lnTo>
                  <a:lnTo>
                    <a:pt x="9" y="260"/>
                  </a:lnTo>
                  <a:lnTo>
                    <a:pt x="12" y="241"/>
                  </a:lnTo>
                  <a:lnTo>
                    <a:pt x="15" y="224"/>
                  </a:lnTo>
                  <a:lnTo>
                    <a:pt x="24" y="188"/>
                  </a:lnTo>
                  <a:lnTo>
                    <a:pt x="24" y="188"/>
                  </a:lnTo>
                  <a:lnTo>
                    <a:pt x="30" y="155"/>
                  </a:lnTo>
                  <a:lnTo>
                    <a:pt x="33" y="138"/>
                  </a:lnTo>
                  <a:lnTo>
                    <a:pt x="37" y="123"/>
                  </a:lnTo>
                  <a:lnTo>
                    <a:pt x="37" y="123"/>
                  </a:lnTo>
                  <a:lnTo>
                    <a:pt x="45" y="89"/>
                  </a:lnTo>
                  <a:lnTo>
                    <a:pt x="54" y="55"/>
                  </a:lnTo>
                  <a:lnTo>
                    <a:pt x="54" y="55"/>
                  </a:lnTo>
                  <a:lnTo>
                    <a:pt x="59" y="43"/>
                  </a:lnTo>
                  <a:lnTo>
                    <a:pt x="64" y="31"/>
                  </a:lnTo>
                  <a:lnTo>
                    <a:pt x="75" y="5"/>
                  </a:lnTo>
                  <a:lnTo>
                    <a:pt x="75" y="5"/>
                  </a:lnTo>
                  <a:lnTo>
                    <a:pt x="75" y="4"/>
                  </a:lnTo>
                  <a:lnTo>
                    <a:pt x="75" y="2"/>
                  </a:lnTo>
                  <a:lnTo>
                    <a:pt x="74" y="1"/>
                  </a:lnTo>
                  <a:lnTo>
                    <a:pt x="72" y="0"/>
                  </a:lnTo>
                  <a:lnTo>
                    <a:pt x="69" y="0"/>
                  </a:lnTo>
                  <a:lnTo>
                    <a:pt x="67" y="1"/>
                  </a:lnTo>
                  <a:lnTo>
                    <a:pt x="66" y="3"/>
                  </a:lnTo>
                  <a:lnTo>
                    <a:pt x="66"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0" name="Freeform 382"/>
            <p:cNvSpPr/>
            <p:nvPr/>
          </p:nvSpPr>
          <p:spPr bwMode="auto">
            <a:xfrm>
              <a:off x="4773613" y="3186113"/>
              <a:ext cx="34925" cy="101600"/>
            </a:xfrm>
            <a:custGeom>
              <a:avLst/>
              <a:gdLst/>
              <a:ahLst/>
              <a:cxnLst>
                <a:cxn ang="0">
                  <a:pos x="59" y="4"/>
                </a:cxn>
                <a:cxn ang="0">
                  <a:pos x="59" y="4"/>
                </a:cxn>
                <a:cxn ang="0">
                  <a:pos x="57" y="11"/>
                </a:cxn>
                <a:cxn ang="0">
                  <a:pos x="53" y="18"/>
                </a:cxn>
                <a:cxn ang="0">
                  <a:pos x="46" y="31"/>
                </a:cxn>
                <a:cxn ang="0">
                  <a:pos x="46" y="31"/>
                </a:cxn>
                <a:cxn ang="0">
                  <a:pos x="42" y="36"/>
                </a:cxn>
                <a:cxn ang="0">
                  <a:pos x="41" y="42"/>
                </a:cxn>
                <a:cxn ang="0">
                  <a:pos x="40" y="54"/>
                </a:cxn>
                <a:cxn ang="0">
                  <a:pos x="40" y="54"/>
                </a:cxn>
                <a:cxn ang="0">
                  <a:pos x="36" y="74"/>
                </a:cxn>
                <a:cxn ang="0">
                  <a:pos x="31" y="93"/>
                </a:cxn>
                <a:cxn ang="0">
                  <a:pos x="18" y="132"/>
                </a:cxn>
                <a:cxn ang="0">
                  <a:pos x="18" y="132"/>
                </a:cxn>
                <a:cxn ang="0">
                  <a:pos x="10" y="153"/>
                </a:cxn>
                <a:cxn ang="0">
                  <a:pos x="2" y="174"/>
                </a:cxn>
                <a:cxn ang="0">
                  <a:pos x="2" y="174"/>
                </a:cxn>
                <a:cxn ang="0">
                  <a:pos x="1" y="178"/>
                </a:cxn>
                <a:cxn ang="0">
                  <a:pos x="0" y="182"/>
                </a:cxn>
                <a:cxn ang="0">
                  <a:pos x="1" y="186"/>
                </a:cxn>
                <a:cxn ang="0">
                  <a:pos x="4" y="189"/>
                </a:cxn>
                <a:cxn ang="0">
                  <a:pos x="4" y="189"/>
                </a:cxn>
                <a:cxn ang="0">
                  <a:pos x="6" y="190"/>
                </a:cxn>
                <a:cxn ang="0">
                  <a:pos x="7" y="190"/>
                </a:cxn>
                <a:cxn ang="0">
                  <a:pos x="9" y="189"/>
                </a:cxn>
                <a:cxn ang="0">
                  <a:pos x="10" y="188"/>
                </a:cxn>
                <a:cxn ang="0">
                  <a:pos x="10" y="185"/>
                </a:cxn>
                <a:cxn ang="0">
                  <a:pos x="10" y="183"/>
                </a:cxn>
                <a:cxn ang="0">
                  <a:pos x="9" y="181"/>
                </a:cxn>
                <a:cxn ang="0">
                  <a:pos x="9" y="181"/>
                </a:cxn>
                <a:cxn ang="0">
                  <a:pos x="9" y="180"/>
                </a:cxn>
                <a:cxn ang="0">
                  <a:pos x="10" y="178"/>
                </a:cxn>
                <a:cxn ang="0">
                  <a:pos x="14" y="170"/>
                </a:cxn>
                <a:cxn ang="0">
                  <a:pos x="19" y="163"/>
                </a:cxn>
                <a:cxn ang="0">
                  <a:pos x="21" y="158"/>
                </a:cxn>
                <a:cxn ang="0">
                  <a:pos x="21" y="158"/>
                </a:cxn>
                <a:cxn ang="0">
                  <a:pos x="24" y="144"/>
                </a:cxn>
                <a:cxn ang="0">
                  <a:pos x="28" y="130"/>
                </a:cxn>
                <a:cxn ang="0">
                  <a:pos x="38" y="102"/>
                </a:cxn>
                <a:cxn ang="0">
                  <a:pos x="38" y="102"/>
                </a:cxn>
                <a:cxn ang="0">
                  <a:pos x="42" y="89"/>
                </a:cxn>
                <a:cxn ang="0">
                  <a:pos x="46" y="75"/>
                </a:cxn>
                <a:cxn ang="0">
                  <a:pos x="51" y="48"/>
                </a:cxn>
                <a:cxn ang="0">
                  <a:pos x="51" y="48"/>
                </a:cxn>
                <a:cxn ang="0">
                  <a:pos x="52" y="42"/>
                </a:cxn>
                <a:cxn ang="0">
                  <a:pos x="54" y="37"/>
                </a:cxn>
                <a:cxn ang="0">
                  <a:pos x="59" y="27"/>
                </a:cxn>
                <a:cxn ang="0">
                  <a:pos x="64" y="18"/>
                </a:cxn>
                <a:cxn ang="0">
                  <a:pos x="66" y="11"/>
                </a:cxn>
                <a:cxn ang="0">
                  <a:pos x="68" y="6"/>
                </a:cxn>
                <a:cxn ang="0">
                  <a:pos x="68" y="6"/>
                </a:cxn>
                <a:cxn ang="0">
                  <a:pos x="68" y="4"/>
                </a:cxn>
                <a:cxn ang="0">
                  <a:pos x="67" y="2"/>
                </a:cxn>
                <a:cxn ang="0">
                  <a:pos x="64" y="1"/>
                </a:cxn>
                <a:cxn ang="0">
                  <a:pos x="62" y="0"/>
                </a:cxn>
                <a:cxn ang="0">
                  <a:pos x="61" y="1"/>
                </a:cxn>
                <a:cxn ang="0">
                  <a:pos x="60" y="2"/>
                </a:cxn>
                <a:cxn ang="0">
                  <a:pos x="59" y="4"/>
                </a:cxn>
                <a:cxn ang="0">
                  <a:pos x="59" y="4"/>
                </a:cxn>
              </a:cxnLst>
              <a:rect l="0" t="0" r="r" b="b"/>
              <a:pathLst>
                <a:path w="68" h="190">
                  <a:moveTo>
                    <a:pt x="59" y="4"/>
                  </a:moveTo>
                  <a:lnTo>
                    <a:pt x="59" y="4"/>
                  </a:lnTo>
                  <a:lnTo>
                    <a:pt x="57" y="11"/>
                  </a:lnTo>
                  <a:lnTo>
                    <a:pt x="53" y="18"/>
                  </a:lnTo>
                  <a:lnTo>
                    <a:pt x="46" y="31"/>
                  </a:lnTo>
                  <a:lnTo>
                    <a:pt x="46" y="31"/>
                  </a:lnTo>
                  <a:lnTo>
                    <a:pt x="42" y="36"/>
                  </a:lnTo>
                  <a:lnTo>
                    <a:pt x="41" y="42"/>
                  </a:lnTo>
                  <a:lnTo>
                    <a:pt x="40" y="54"/>
                  </a:lnTo>
                  <a:lnTo>
                    <a:pt x="40" y="54"/>
                  </a:lnTo>
                  <a:lnTo>
                    <a:pt x="36" y="74"/>
                  </a:lnTo>
                  <a:lnTo>
                    <a:pt x="31" y="93"/>
                  </a:lnTo>
                  <a:lnTo>
                    <a:pt x="18" y="132"/>
                  </a:lnTo>
                  <a:lnTo>
                    <a:pt x="18" y="132"/>
                  </a:lnTo>
                  <a:lnTo>
                    <a:pt x="10" y="153"/>
                  </a:lnTo>
                  <a:lnTo>
                    <a:pt x="2" y="174"/>
                  </a:lnTo>
                  <a:lnTo>
                    <a:pt x="2" y="174"/>
                  </a:lnTo>
                  <a:lnTo>
                    <a:pt x="1" y="178"/>
                  </a:lnTo>
                  <a:lnTo>
                    <a:pt x="0" y="182"/>
                  </a:lnTo>
                  <a:lnTo>
                    <a:pt x="1" y="186"/>
                  </a:lnTo>
                  <a:lnTo>
                    <a:pt x="4" y="189"/>
                  </a:lnTo>
                  <a:lnTo>
                    <a:pt x="4" y="189"/>
                  </a:lnTo>
                  <a:lnTo>
                    <a:pt x="6" y="190"/>
                  </a:lnTo>
                  <a:lnTo>
                    <a:pt x="7" y="190"/>
                  </a:lnTo>
                  <a:lnTo>
                    <a:pt x="9" y="189"/>
                  </a:lnTo>
                  <a:lnTo>
                    <a:pt x="10" y="188"/>
                  </a:lnTo>
                  <a:lnTo>
                    <a:pt x="10" y="185"/>
                  </a:lnTo>
                  <a:lnTo>
                    <a:pt x="10" y="183"/>
                  </a:lnTo>
                  <a:lnTo>
                    <a:pt x="9" y="181"/>
                  </a:lnTo>
                  <a:lnTo>
                    <a:pt x="9" y="181"/>
                  </a:lnTo>
                  <a:lnTo>
                    <a:pt x="9" y="180"/>
                  </a:lnTo>
                  <a:lnTo>
                    <a:pt x="10" y="178"/>
                  </a:lnTo>
                  <a:lnTo>
                    <a:pt x="14" y="170"/>
                  </a:lnTo>
                  <a:lnTo>
                    <a:pt x="19" y="163"/>
                  </a:lnTo>
                  <a:lnTo>
                    <a:pt x="21" y="158"/>
                  </a:lnTo>
                  <a:lnTo>
                    <a:pt x="21" y="158"/>
                  </a:lnTo>
                  <a:lnTo>
                    <a:pt x="24" y="144"/>
                  </a:lnTo>
                  <a:lnTo>
                    <a:pt x="28" y="130"/>
                  </a:lnTo>
                  <a:lnTo>
                    <a:pt x="38" y="102"/>
                  </a:lnTo>
                  <a:lnTo>
                    <a:pt x="38" y="102"/>
                  </a:lnTo>
                  <a:lnTo>
                    <a:pt x="42" y="89"/>
                  </a:lnTo>
                  <a:lnTo>
                    <a:pt x="46" y="75"/>
                  </a:lnTo>
                  <a:lnTo>
                    <a:pt x="51" y="48"/>
                  </a:lnTo>
                  <a:lnTo>
                    <a:pt x="51" y="48"/>
                  </a:lnTo>
                  <a:lnTo>
                    <a:pt x="52" y="42"/>
                  </a:lnTo>
                  <a:lnTo>
                    <a:pt x="54" y="37"/>
                  </a:lnTo>
                  <a:lnTo>
                    <a:pt x="59" y="27"/>
                  </a:lnTo>
                  <a:lnTo>
                    <a:pt x="64" y="18"/>
                  </a:lnTo>
                  <a:lnTo>
                    <a:pt x="66" y="11"/>
                  </a:lnTo>
                  <a:lnTo>
                    <a:pt x="68" y="6"/>
                  </a:lnTo>
                  <a:lnTo>
                    <a:pt x="68" y="6"/>
                  </a:lnTo>
                  <a:lnTo>
                    <a:pt x="68" y="4"/>
                  </a:lnTo>
                  <a:lnTo>
                    <a:pt x="67" y="2"/>
                  </a:lnTo>
                  <a:lnTo>
                    <a:pt x="64" y="1"/>
                  </a:lnTo>
                  <a:lnTo>
                    <a:pt x="62" y="0"/>
                  </a:lnTo>
                  <a:lnTo>
                    <a:pt x="61" y="1"/>
                  </a:lnTo>
                  <a:lnTo>
                    <a:pt x="60" y="2"/>
                  </a:lnTo>
                  <a:lnTo>
                    <a:pt x="59" y="4"/>
                  </a:lnTo>
                  <a:lnTo>
                    <a:pt x="59"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1" name="Freeform 383"/>
            <p:cNvSpPr/>
            <p:nvPr/>
          </p:nvSpPr>
          <p:spPr bwMode="auto">
            <a:xfrm>
              <a:off x="4829175" y="3186113"/>
              <a:ext cx="22225" cy="73025"/>
            </a:xfrm>
            <a:custGeom>
              <a:avLst/>
              <a:gdLst/>
              <a:ahLst/>
              <a:cxnLst>
                <a:cxn ang="0">
                  <a:pos x="35" y="5"/>
                </a:cxn>
                <a:cxn ang="0">
                  <a:pos x="35" y="5"/>
                </a:cxn>
                <a:cxn ang="0">
                  <a:pos x="32" y="21"/>
                </a:cxn>
                <a:cxn ang="0">
                  <a:pos x="29" y="37"/>
                </a:cxn>
                <a:cxn ang="0">
                  <a:pos x="21" y="68"/>
                </a:cxn>
                <a:cxn ang="0">
                  <a:pos x="21" y="68"/>
                </a:cxn>
                <a:cxn ang="0">
                  <a:pos x="18" y="85"/>
                </a:cxn>
                <a:cxn ang="0">
                  <a:pos x="13" y="100"/>
                </a:cxn>
                <a:cxn ang="0">
                  <a:pos x="2" y="132"/>
                </a:cxn>
                <a:cxn ang="0">
                  <a:pos x="2" y="132"/>
                </a:cxn>
                <a:cxn ang="0">
                  <a:pos x="0" y="134"/>
                </a:cxn>
                <a:cxn ang="0">
                  <a:pos x="2" y="135"/>
                </a:cxn>
                <a:cxn ang="0">
                  <a:pos x="3" y="136"/>
                </a:cxn>
                <a:cxn ang="0">
                  <a:pos x="5" y="137"/>
                </a:cxn>
                <a:cxn ang="0">
                  <a:pos x="8" y="137"/>
                </a:cxn>
                <a:cxn ang="0">
                  <a:pos x="10" y="136"/>
                </a:cxn>
                <a:cxn ang="0">
                  <a:pos x="11" y="134"/>
                </a:cxn>
                <a:cxn ang="0">
                  <a:pos x="11" y="134"/>
                </a:cxn>
                <a:cxn ang="0">
                  <a:pos x="17" y="117"/>
                </a:cxn>
                <a:cxn ang="0">
                  <a:pos x="23" y="99"/>
                </a:cxn>
                <a:cxn ang="0">
                  <a:pos x="28" y="81"/>
                </a:cxn>
                <a:cxn ang="0">
                  <a:pos x="32" y="62"/>
                </a:cxn>
                <a:cxn ang="0">
                  <a:pos x="32" y="62"/>
                </a:cxn>
                <a:cxn ang="0">
                  <a:pos x="40" y="34"/>
                </a:cxn>
                <a:cxn ang="0">
                  <a:pos x="42" y="20"/>
                </a:cxn>
                <a:cxn ang="0">
                  <a:pos x="44" y="5"/>
                </a:cxn>
                <a:cxn ang="0">
                  <a:pos x="44" y="5"/>
                </a:cxn>
                <a:cxn ang="0">
                  <a:pos x="44" y="3"/>
                </a:cxn>
                <a:cxn ang="0">
                  <a:pos x="43" y="2"/>
                </a:cxn>
                <a:cxn ang="0">
                  <a:pos x="41" y="1"/>
                </a:cxn>
                <a:cxn ang="0">
                  <a:pos x="40" y="0"/>
                </a:cxn>
                <a:cxn ang="0">
                  <a:pos x="38" y="1"/>
                </a:cxn>
                <a:cxn ang="0">
                  <a:pos x="36" y="2"/>
                </a:cxn>
                <a:cxn ang="0">
                  <a:pos x="35" y="3"/>
                </a:cxn>
                <a:cxn ang="0">
                  <a:pos x="35" y="5"/>
                </a:cxn>
                <a:cxn ang="0">
                  <a:pos x="35" y="5"/>
                </a:cxn>
              </a:cxnLst>
              <a:rect l="0" t="0" r="r" b="b"/>
              <a:pathLst>
                <a:path w="44" h="137">
                  <a:moveTo>
                    <a:pt x="35" y="5"/>
                  </a:moveTo>
                  <a:lnTo>
                    <a:pt x="35" y="5"/>
                  </a:lnTo>
                  <a:lnTo>
                    <a:pt x="32" y="21"/>
                  </a:lnTo>
                  <a:lnTo>
                    <a:pt x="29" y="37"/>
                  </a:lnTo>
                  <a:lnTo>
                    <a:pt x="21" y="68"/>
                  </a:lnTo>
                  <a:lnTo>
                    <a:pt x="21" y="68"/>
                  </a:lnTo>
                  <a:lnTo>
                    <a:pt x="18" y="85"/>
                  </a:lnTo>
                  <a:lnTo>
                    <a:pt x="13" y="100"/>
                  </a:lnTo>
                  <a:lnTo>
                    <a:pt x="2" y="132"/>
                  </a:lnTo>
                  <a:lnTo>
                    <a:pt x="2" y="132"/>
                  </a:lnTo>
                  <a:lnTo>
                    <a:pt x="0" y="134"/>
                  </a:lnTo>
                  <a:lnTo>
                    <a:pt x="2" y="135"/>
                  </a:lnTo>
                  <a:lnTo>
                    <a:pt x="3" y="136"/>
                  </a:lnTo>
                  <a:lnTo>
                    <a:pt x="5" y="137"/>
                  </a:lnTo>
                  <a:lnTo>
                    <a:pt x="8" y="137"/>
                  </a:lnTo>
                  <a:lnTo>
                    <a:pt x="10" y="136"/>
                  </a:lnTo>
                  <a:lnTo>
                    <a:pt x="11" y="134"/>
                  </a:lnTo>
                  <a:lnTo>
                    <a:pt x="11" y="134"/>
                  </a:lnTo>
                  <a:lnTo>
                    <a:pt x="17" y="117"/>
                  </a:lnTo>
                  <a:lnTo>
                    <a:pt x="23" y="99"/>
                  </a:lnTo>
                  <a:lnTo>
                    <a:pt x="28" y="81"/>
                  </a:lnTo>
                  <a:lnTo>
                    <a:pt x="32" y="62"/>
                  </a:lnTo>
                  <a:lnTo>
                    <a:pt x="32" y="62"/>
                  </a:lnTo>
                  <a:lnTo>
                    <a:pt x="40" y="34"/>
                  </a:lnTo>
                  <a:lnTo>
                    <a:pt x="42" y="20"/>
                  </a:lnTo>
                  <a:lnTo>
                    <a:pt x="44" y="5"/>
                  </a:lnTo>
                  <a:lnTo>
                    <a:pt x="44" y="5"/>
                  </a:lnTo>
                  <a:lnTo>
                    <a:pt x="44" y="3"/>
                  </a:lnTo>
                  <a:lnTo>
                    <a:pt x="43" y="2"/>
                  </a:lnTo>
                  <a:lnTo>
                    <a:pt x="41" y="1"/>
                  </a:lnTo>
                  <a:lnTo>
                    <a:pt x="40" y="0"/>
                  </a:lnTo>
                  <a:lnTo>
                    <a:pt x="38" y="1"/>
                  </a:lnTo>
                  <a:lnTo>
                    <a:pt x="36" y="2"/>
                  </a:lnTo>
                  <a:lnTo>
                    <a:pt x="35" y="3"/>
                  </a:lnTo>
                  <a:lnTo>
                    <a:pt x="35" y="5"/>
                  </a:lnTo>
                  <a:lnTo>
                    <a:pt x="35" y="5"/>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2" name="Freeform 384"/>
            <p:cNvSpPr/>
            <p:nvPr/>
          </p:nvSpPr>
          <p:spPr bwMode="auto">
            <a:xfrm>
              <a:off x="4884738" y="3184525"/>
              <a:ext cx="9525" cy="12700"/>
            </a:xfrm>
            <a:custGeom>
              <a:avLst/>
              <a:gdLst/>
              <a:ahLst/>
              <a:cxnLst>
                <a:cxn ang="0">
                  <a:pos x="10" y="1"/>
                </a:cxn>
                <a:cxn ang="0">
                  <a:pos x="10" y="1"/>
                </a:cxn>
                <a:cxn ang="0">
                  <a:pos x="3" y="9"/>
                </a:cxn>
                <a:cxn ang="0">
                  <a:pos x="1" y="13"/>
                </a:cxn>
                <a:cxn ang="0">
                  <a:pos x="0" y="19"/>
                </a:cxn>
                <a:cxn ang="0">
                  <a:pos x="0" y="19"/>
                </a:cxn>
                <a:cxn ang="0">
                  <a:pos x="0" y="21"/>
                </a:cxn>
                <a:cxn ang="0">
                  <a:pos x="1" y="22"/>
                </a:cxn>
                <a:cxn ang="0">
                  <a:pos x="2" y="23"/>
                </a:cxn>
                <a:cxn ang="0">
                  <a:pos x="4" y="23"/>
                </a:cxn>
                <a:cxn ang="0">
                  <a:pos x="7" y="22"/>
                </a:cxn>
                <a:cxn ang="0">
                  <a:pos x="8" y="21"/>
                </a:cxn>
                <a:cxn ang="0">
                  <a:pos x="9" y="19"/>
                </a:cxn>
                <a:cxn ang="0">
                  <a:pos x="9" y="19"/>
                </a:cxn>
                <a:cxn ang="0">
                  <a:pos x="10" y="15"/>
                </a:cxn>
                <a:cxn ang="0">
                  <a:pos x="12" y="12"/>
                </a:cxn>
                <a:cxn ang="0">
                  <a:pos x="17" y="8"/>
                </a:cxn>
                <a:cxn ang="0">
                  <a:pos x="17" y="8"/>
                </a:cxn>
                <a:cxn ang="0">
                  <a:pos x="18" y="6"/>
                </a:cxn>
                <a:cxn ang="0">
                  <a:pos x="18" y="4"/>
                </a:cxn>
                <a:cxn ang="0">
                  <a:pos x="17" y="3"/>
                </a:cxn>
                <a:cxn ang="0">
                  <a:pos x="16" y="1"/>
                </a:cxn>
                <a:cxn ang="0">
                  <a:pos x="15" y="0"/>
                </a:cxn>
                <a:cxn ang="0">
                  <a:pos x="13" y="0"/>
                </a:cxn>
                <a:cxn ang="0">
                  <a:pos x="12" y="0"/>
                </a:cxn>
                <a:cxn ang="0">
                  <a:pos x="10" y="1"/>
                </a:cxn>
                <a:cxn ang="0">
                  <a:pos x="10" y="1"/>
                </a:cxn>
              </a:cxnLst>
              <a:rect l="0" t="0" r="r" b="b"/>
              <a:pathLst>
                <a:path w="18" h="23">
                  <a:moveTo>
                    <a:pt x="10" y="1"/>
                  </a:moveTo>
                  <a:lnTo>
                    <a:pt x="10" y="1"/>
                  </a:lnTo>
                  <a:lnTo>
                    <a:pt x="3" y="9"/>
                  </a:lnTo>
                  <a:lnTo>
                    <a:pt x="1" y="13"/>
                  </a:lnTo>
                  <a:lnTo>
                    <a:pt x="0" y="19"/>
                  </a:lnTo>
                  <a:lnTo>
                    <a:pt x="0" y="19"/>
                  </a:lnTo>
                  <a:lnTo>
                    <a:pt x="0" y="21"/>
                  </a:lnTo>
                  <a:lnTo>
                    <a:pt x="1" y="22"/>
                  </a:lnTo>
                  <a:lnTo>
                    <a:pt x="2" y="23"/>
                  </a:lnTo>
                  <a:lnTo>
                    <a:pt x="4" y="23"/>
                  </a:lnTo>
                  <a:lnTo>
                    <a:pt x="7" y="22"/>
                  </a:lnTo>
                  <a:lnTo>
                    <a:pt x="8" y="21"/>
                  </a:lnTo>
                  <a:lnTo>
                    <a:pt x="9" y="19"/>
                  </a:lnTo>
                  <a:lnTo>
                    <a:pt x="9" y="19"/>
                  </a:lnTo>
                  <a:lnTo>
                    <a:pt x="10" y="15"/>
                  </a:lnTo>
                  <a:lnTo>
                    <a:pt x="12" y="12"/>
                  </a:lnTo>
                  <a:lnTo>
                    <a:pt x="17" y="8"/>
                  </a:lnTo>
                  <a:lnTo>
                    <a:pt x="17" y="8"/>
                  </a:lnTo>
                  <a:lnTo>
                    <a:pt x="18" y="6"/>
                  </a:lnTo>
                  <a:lnTo>
                    <a:pt x="18" y="4"/>
                  </a:lnTo>
                  <a:lnTo>
                    <a:pt x="17" y="3"/>
                  </a:lnTo>
                  <a:lnTo>
                    <a:pt x="16" y="1"/>
                  </a:lnTo>
                  <a:lnTo>
                    <a:pt x="15" y="0"/>
                  </a:lnTo>
                  <a:lnTo>
                    <a:pt x="13" y="0"/>
                  </a:lnTo>
                  <a:lnTo>
                    <a:pt x="12" y="0"/>
                  </a:lnTo>
                  <a:lnTo>
                    <a:pt x="10" y="1"/>
                  </a:lnTo>
                  <a:lnTo>
                    <a:pt x="10"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3" name="Freeform 385"/>
            <p:cNvSpPr/>
            <p:nvPr/>
          </p:nvSpPr>
          <p:spPr bwMode="auto">
            <a:xfrm>
              <a:off x="4586288" y="3460750"/>
              <a:ext cx="165100" cy="39688"/>
            </a:xfrm>
            <a:custGeom>
              <a:avLst/>
              <a:gdLst/>
              <a:ahLst/>
              <a:cxnLst>
                <a:cxn ang="0">
                  <a:pos x="306" y="66"/>
                </a:cxn>
                <a:cxn ang="0">
                  <a:pos x="306" y="66"/>
                </a:cxn>
                <a:cxn ang="0">
                  <a:pos x="297" y="67"/>
                </a:cxn>
                <a:cxn ang="0">
                  <a:pos x="288" y="66"/>
                </a:cxn>
                <a:cxn ang="0">
                  <a:pos x="279" y="63"/>
                </a:cxn>
                <a:cxn ang="0">
                  <a:pos x="268" y="59"/>
                </a:cxn>
                <a:cxn ang="0">
                  <a:pos x="249" y="51"/>
                </a:cxn>
                <a:cxn ang="0">
                  <a:pos x="232" y="45"/>
                </a:cxn>
                <a:cxn ang="0">
                  <a:pos x="232" y="45"/>
                </a:cxn>
                <a:cxn ang="0">
                  <a:pos x="194" y="35"/>
                </a:cxn>
                <a:cxn ang="0">
                  <a:pos x="157" y="24"/>
                </a:cxn>
                <a:cxn ang="0">
                  <a:pos x="157" y="24"/>
                </a:cxn>
                <a:cxn ang="0">
                  <a:pos x="139" y="20"/>
                </a:cxn>
                <a:cxn ang="0">
                  <a:pos x="121" y="17"/>
                </a:cxn>
                <a:cxn ang="0">
                  <a:pos x="102" y="14"/>
                </a:cxn>
                <a:cxn ang="0">
                  <a:pos x="85" y="11"/>
                </a:cxn>
                <a:cxn ang="0">
                  <a:pos x="85" y="11"/>
                </a:cxn>
                <a:cxn ang="0">
                  <a:pos x="64" y="7"/>
                </a:cxn>
                <a:cxn ang="0">
                  <a:pos x="44" y="3"/>
                </a:cxn>
                <a:cxn ang="0">
                  <a:pos x="25" y="1"/>
                </a:cxn>
                <a:cxn ang="0">
                  <a:pos x="4" y="0"/>
                </a:cxn>
                <a:cxn ang="0">
                  <a:pos x="4" y="0"/>
                </a:cxn>
                <a:cxn ang="0">
                  <a:pos x="2" y="0"/>
                </a:cxn>
                <a:cxn ang="0">
                  <a:pos x="1" y="1"/>
                </a:cxn>
                <a:cxn ang="0">
                  <a:pos x="0" y="2"/>
                </a:cxn>
                <a:cxn ang="0">
                  <a:pos x="0" y="4"/>
                </a:cxn>
                <a:cxn ang="0">
                  <a:pos x="0" y="6"/>
                </a:cxn>
                <a:cxn ang="0">
                  <a:pos x="1" y="7"/>
                </a:cxn>
                <a:cxn ang="0">
                  <a:pos x="2" y="8"/>
                </a:cxn>
                <a:cxn ang="0">
                  <a:pos x="4" y="9"/>
                </a:cxn>
                <a:cxn ang="0">
                  <a:pos x="4" y="9"/>
                </a:cxn>
                <a:cxn ang="0">
                  <a:pos x="26" y="10"/>
                </a:cxn>
                <a:cxn ang="0">
                  <a:pos x="47" y="13"/>
                </a:cxn>
                <a:cxn ang="0">
                  <a:pos x="68" y="17"/>
                </a:cxn>
                <a:cxn ang="0">
                  <a:pos x="90" y="21"/>
                </a:cxn>
                <a:cxn ang="0">
                  <a:pos x="90" y="21"/>
                </a:cxn>
                <a:cxn ang="0">
                  <a:pos x="109" y="25"/>
                </a:cxn>
                <a:cxn ang="0">
                  <a:pos x="130" y="30"/>
                </a:cxn>
                <a:cxn ang="0">
                  <a:pos x="151" y="34"/>
                </a:cxn>
                <a:cxn ang="0">
                  <a:pos x="170" y="39"/>
                </a:cxn>
                <a:cxn ang="0">
                  <a:pos x="170" y="39"/>
                </a:cxn>
                <a:cxn ang="0">
                  <a:pos x="191" y="45"/>
                </a:cxn>
                <a:cxn ang="0">
                  <a:pos x="213" y="50"/>
                </a:cxn>
                <a:cxn ang="0">
                  <a:pos x="234" y="56"/>
                </a:cxn>
                <a:cxn ang="0">
                  <a:pos x="255" y="63"/>
                </a:cxn>
                <a:cxn ang="0">
                  <a:pos x="255" y="63"/>
                </a:cxn>
                <a:cxn ang="0">
                  <a:pos x="281" y="73"/>
                </a:cxn>
                <a:cxn ang="0">
                  <a:pos x="288" y="74"/>
                </a:cxn>
                <a:cxn ang="0">
                  <a:pos x="294" y="75"/>
                </a:cxn>
                <a:cxn ang="0">
                  <a:pos x="301" y="76"/>
                </a:cxn>
                <a:cxn ang="0">
                  <a:pos x="309" y="75"/>
                </a:cxn>
                <a:cxn ang="0">
                  <a:pos x="309" y="75"/>
                </a:cxn>
                <a:cxn ang="0">
                  <a:pos x="311" y="74"/>
                </a:cxn>
                <a:cxn ang="0">
                  <a:pos x="312" y="73"/>
                </a:cxn>
                <a:cxn ang="0">
                  <a:pos x="312" y="71"/>
                </a:cxn>
                <a:cxn ang="0">
                  <a:pos x="312" y="70"/>
                </a:cxn>
                <a:cxn ang="0">
                  <a:pos x="310" y="67"/>
                </a:cxn>
                <a:cxn ang="0">
                  <a:pos x="308" y="66"/>
                </a:cxn>
                <a:cxn ang="0">
                  <a:pos x="306" y="66"/>
                </a:cxn>
                <a:cxn ang="0">
                  <a:pos x="306" y="66"/>
                </a:cxn>
              </a:cxnLst>
              <a:rect l="0" t="0" r="r" b="b"/>
              <a:pathLst>
                <a:path w="312" h="76">
                  <a:moveTo>
                    <a:pt x="306" y="66"/>
                  </a:moveTo>
                  <a:lnTo>
                    <a:pt x="306" y="66"/>
                  </a:lnTo>
                  <a:lnTo>
                    <a:pt x="297" y="67"/>
                  </a:lnTo>
                  <a:lnTo>
                    <a:pt x="288" y="66"/>
                  </a:lnTo>
                  <a:lnTo>
                    <a:pt x="279" y="63"/>
                  </a:lnTo>
                  <a:lnTo>
                    <a:pt x="268" y="59"/>
                  </a:lnTo>
                  <a:lnTo>
                    <a:pt x="249" y="51"/>
                  </a:lnTo>
                  <a:lnTo>
                    <a:pt x="232" y="45"/>
                  </a:lnTo>
                  <a:lnTo>
                    <a:pt x="232" y="45"/>
                  </a:lnTo>
                  <a:lnTo>
                    <a:pt x="194" y="35"/>
                  </a:lnTo>
                  <a:lnTo>
                    <a:pt x="157" y="24"/>
                  </a:lnTo>
                  <a:lnTo>
                    <a:pt x="157" y="24"/>
                  </a:lnTo>
                  <a:lnTo>
                    <a:pt x="139" y="20"/>
                  </a:lnTo>
                  <a:lnTo>
                    <a:pt x="121" y="17"/>
                  </a:lnTo>
                  <a:lnTo>
                    <a:pt x="102" y="14"/>
                  </a:lnTo>
                  <a:lnTo>
                    <a:pt x="85" y="11"/>
                  </a:lnTo>
                  <a:lnTo>
                    <a:pt x="85" y="11"/>
                  </a:lnTo>
                  <a:lnTo>
                    <a:pt x="64" y="7"/>
                  </a:lnTo>
                  <a:lnTo>
                    <a:pt x="44" y="3"/>
                  </a:lnTo>
                  <a:lnTo>
                    <a:pt x="25" y="1"/>
                  </a:lnTo>
                  <a:lnTo>
                    <a:pt x="4" y="0"/>
                  </a:lnTo>
                  <a:lnTo>
                    <a:pt x="4" y="0"/>
                  </a:lnTo>
                  <a:lnTo>
                    <a:pt x="2" y="0"/>
                  </a:lnTo>
                  <a:lnTo>
                    <a:pt x="1" y="1"/>
                  </a:lnTo>
                  <a:lnTo>
                    <a:pt x="0" y="2"/>
                  </a:lnTo>
                  <a:lnTo>
                    <a:pt x="0" y="4"/>
                  </a:lnTo>
                  <a:lnTo>
                    <a:pt x="0" y="6"/>
                  </a:lnTo>
                  <a:lnTo>
                    <a:pt x="1" y="7"/>
                  </a:lnTo>
                  <a:lnTo>
                    <a:pt x="2" y="8"/>
                  </a:lnTo>
                  <a:lnTo>
                    <a:pt x="4" y="9"/>
                  </a:lnTo>
                  <a:lnTo>
                    <a:pt x="4" y="9"/>
                  </a:lnTo>
                  <a:lnTo>
                    <a:pt x="26" y="10"/>
                  </a:lnTo>
                  <a:lnTo>
                    <a:pt x="47" y="13"/>
                  </a:lnTo>
                  <a:lnTo>
                    <a:pt x="68" y="17"/>
                  </a:lnTo>
                  <a:lnTo>
                    <a:pt x="90" y="21"/>
                  </a:lnTo>
                  <a:lnTo>
                    <a:pt x="90" y="21"/>
                  </a:lnTo>
                  <a:lnTo>
                    <a:pt x="109" y="25"/>
                  </a:lnTo>
                  <a:lnTo>
                    <a:pt x="130" y="30"/>
                  </a:lnTo>
                  <a:lnTo>
                    <a:pt x="151" y="34"/>
                  </a:lnTo>
                  <a:lnTo>
                    <a:pt x="170" y="39"/>
                  </a:lnTo>
                  <a:lnTo>
                    <a:pt x="170" y="39"/>
                  </a:lnTo>
                  <a:lnTo>
                    <a:pt x="191" y="45"/>
                  </a:lnTo>
                  <a:lnTo>
                    <a:pt x="213" y="50"/>
                  </a:lnTo>
                  <a:lnTo>
                    <a:pt x="234" y="56"/>
                  </a:lnTo>
                  <a:lnTo>
                    <a:pt x="255" y="63"/>
                  </a:lnTo>
                  <a:lnTo>
                    <a:pt x="255" y="63"/>
                  </a:lnTo>
                  <a:lnTo>
                    <a:pt x="281" y="73"/>
                  </a:lnTo>
                  <a:lnTo>
                    <a:pt x="288" y="74"/>
                  </a:lnTo>
                  <a:lnTo>
                    <a:pt x="294" y="75"/>
                  </a:lnTo>
                  <a:lnTo>
                    <a:pt x="301" y="76"/>
                  </a:lnTo>
                  <a:lnTo>
                    <a:pt x="309" y="75"/>
                  </a:lnTo>
                  <a:lnTo>
                    <a:pt x="309" y="75"/>
                  </a:lnTo>
                  <a:lnTo>
                    <a:pt x="311" y="74"/>
                  </a:lnTo>
                  <a:lnTo>
                    <a:pt x="312" y="73"/>
                  </a:lnTo>
                  <a:lnTo>
                    <a:pt x="312" y="71"/>
                  </a:lnTo>
                  <a:lnTo>
                    <a:pt x="312" y="70"/>
                  </a:lnTo>
                  <a:lnTo>
                    <a:pt x="310" y="67"/>
                  </a:lnTo>
                  <a:lnTo>
                    <a:pt x="308" y="66"/>
                  </a:lnTo>
                  <a:lnTo>
                    <a:pt x="306" y="66"/>
                  </a:lnTo>
                  <a:lnTo>
                    <a:pt x="306" y="6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4" name="Freeform 386"/>
            <p:cNvSpPr/>
            <p:nvPr/>
          </p:nvSpPr>
          <p:spPr bwMode="auto">
            <a:xfrm>
              <a:off x="4660900" y="3400425"/>
              <a:ext cx="171450" cy="47625"/>
            </a:xfrm>
            <a:custGeom>
              <a:avLst/>
              <a:gdLst/>
              <a:ahLst/>
              <a:cxnLst>
                <a:cxn ang="0">
                  <a:pos x="319" y="80"/>
                </a:cxn>
                <a:cxn ang="0">
                  <a:pos x="319" y="80"/>
                </a:cxn>
                <a:cxn ang="0">
                  <a:pos x="278" y="76"/>
                </a:cxn>
                <a:cxn ang="0">
                  <a:pos x="239" y="71"/>
                </a:cxn>
                <a:cxn ang="0">
                  <a:pos x="199" y="63"/>
                </a:cxn>
                <a:cxn ang="0">
                  <a:pos x="160" y="54"/>
                </a:cxn>
                <a:cxn ang="0">
                  <a:pos x="160" y="54"/>
                </a:cxn>
                <a:cxn ang="0">
                  <a:pos x="121" y="42"/>
                </a:cxn>
                <a:cxn ang="0">
                  <a:pos x="83" y="31"/>
                </a:cxn>
                <a:cxn ang="0">
                  <a:pos x="63" y="25"/>
                </a:cxn>
                <a:cxn ang="0">
                  <a:pos x="45" y="19"/>
                </a:cxn>
                <a:cxn ang="0">
                  <a:pos x="26" y="10"/>
                </a:cxn>
                <a:cxn ang="0">
                  <a:pos x="8" y="1"/>
                </a:cxn>
                <a:cxn ang="0">
                  <a:pos x="8" y="1"/>
                </a:cxn>
                <a:cxn ang="0">
                  <a:pos x="6" y="0"/>
                </a:cxn>
                <a:cxn ang="0">
                  <a:pos x="3" y="1"/>
                </a:cxn>
                <a:cxn ang="0">
                  <a:pos x="2" y="2"/>
                </a:cxn>
                <a:cxn ang="0">
                  <a:pos x="1" y="3"/>
                </a:cxn>
                <a:cxn ang="0">
                  <a:pos x="0" y="5"/>
                </a:cxn>
                <a:cxn ang="0">
                  <a:pos x="0" y="6"/>
                </a:cxn>
                <a:cxn ang="0">
                  <a:pos x="1" y="8"/>
                </a:cxn>
                <a:cxn ang="0">
                  <a:pos x="2" y="9"/>
                </a:cxn>
                <a:cxn ang="0">
                  <a:pos x="2" y="9"/>
                </a:cxn>
                <a:cxn ang="0">
                  <a:pos x="21" y="19"/>
                </a:cxn>
                <a:cxn ang="0">
                  <a:pos x="41" y="27"/>
                </a:cxn>
                <a:cxn ang="0">
                  <a:pos x="59" y="33"/>
                </a:cxn>
                <a:cxn ang="0">
                  <a:pos x="79" y="39"/>
                </a:cxn>
                <a:cxn ang="0">
                  <a:pos x="118" y="51"/>
                </a:cxn>
                <a:cxn ang="0">
                  <a:pos x="157" y="62"/>
                </a:cxn>
                <a:cxn ang="0">
                  <a:pos x="157" y="62"/>
                </a:cxn>
                <a:cxn ang="0">
                  <a:pos x="177" y="68"/>
                </a:cxn>
                <a:cxn ang="0">
                  <a:pos x="197" y="72"/>
                </a:cxn>
                <a:cxn ang="0">
                  <a:pos x="217" y="77"/>
                </a:cxn>
                <a:cxn ang="0">
                  <a:pos x="237" y="80"/>
                </a:cxn>
                <a:cxn ang="0">
                  <a:pos x="277" y="87"/>
                </a:cxn>
                <a:cxn ang="0">
                  <a:pos x="319" y="91"/>
                </a:cxn>
                <a:cxn ang="0">
                  <a:pos x="319" y="91"/>
                </a:cxn>
                <a:cxn ang="0">
                  <a:pos x="321" y="90"/>
                </a:cxn>
                <a:cxn ang="0">
                  <a:pos x="322" y="90"/>
                </a:cxn>
                <a:cxn ang="0">
                  <a:pos x="323" y="88"/>
                </a:cxn>
                <a:cxn ang="0">
                  <a:pos x="323" y="86"/>
                </a:cxn>
                <a:cxn ang="0">
                  <a:pos x="322" y="83"/>
                </a:cxn>
                <a:cxn ang="0">
                  <a:pos x="321" y="82"/>
                </a:cxn>
                <a:cxn ang="0">
                  <a:pos x="319" y="80"/>
                </a:cxn>
                <a:cxn ang="0">
                  <a:pos x="319" y="80"/>
                </a:cxn>
              </a:cxnLst>
              <a:rect l="0" t="0" r="r" b="b"/>
              <a:pathLst>
                <a:path w="323" h="91">
                  <a:moveTo>
                    <a:pt x="319" y="80"/>
                  </a:moveTo>
                  <a:lnTo>
                    <a:pt x="319" y="80"/>
                  </a:lnTo>
                  <a:lnTo>
                    <a:pt x="278" y="76"/>
                  </a:lnTo>
                  <a:lnTo>
                    <a:pt x="239" y="71"/>
                  </a:lnTo>
                  <a:lnTo>
                    <a:pt x="199" y="63"/>
                  </a:lnTo>
                  <a:lnTo>
                    <a:pt x="160" y="54"/>
                  </a:lnTo>
                  <a:lnTo>
                    <a:pt x="160" y="54"/>
                  </a:lnTo>
                  <a:lnTo>
                    <a:pt x="121" y="42"/>
                  </a:lnTo>
                  <a:lnTo>
                    <a:pt x="83" y="31"/>
                  </a:lnTo>
                  <a:lnTo>
                    <a:pt x="63" y="25"/>
                  </a:lnTo>
                  <a:lnTo>
                    <a:pt x="45" y="19"/>
                  </a:lnTo>
                  <a:lnTo>
                    <a:pt x="26" y="10"/>
                  </a:lnTo>
                  <a:lnTo>
                    <a:pt x="8" y="1"/>
                  </a:lnTo>
                  <a:lnTo>
                    <a:pt x="8" y="1"/>
                  </a:lnTo>
                  <a:lnTo>
                    <a:pt x="6" y="0"/>
                  </a:lnTo>
                  <a:lnTo>
                    <a:pt x="3" y="1"/>
                  </a:lnTo>
                  <a:lnTo>
                    <a:pt x="2" y="2"/>
                  </a:lnTo>
                  <a:lnTo>
                    <a:pt x="1" y="3"/>
                  </a:lnTo>
                  <a:lnTo>
                    <a:pt x="0" y="5"/>
                  </a:lnTo>
                  <a:lnTo>
                    <a:pt x="0" y="6"/>
                  </a:lnTo>
                  <a:lnTo>
                    <a:pt x="1" y="8"/>
                  </a:lnTo>
                  <a:lnTo>
                    <a:pt x="2" y="9"/>
                  </a:lnTo>
                  <a:lnTo>
                    <a:pt x="2" y="9"/>
                  </a:lnTo>
                  <a:lnTo>
                    <a:pt x="21" y="19"/>
                  </a:lnTo>
                  <a:lnTo>
                    <a:pt x="41" y="27"/>
                  </a:lnTo>
                  <a:lnTo>
                    <a:pt x="59" y="33"/>
                  </a:lnTo>
                  <a:lnTo>
                    <a:pt x="79" y="39"/>
                  </a:lnTo>
                  <a:lnTo>
                    <a:pt x="118" y="51"/>
                  </a:lnTo>
                  <a:lnTo>
                    <a:pt x="157" y="62"/>
                  </a:lnTo>
                  <a:lnTo>
                    <a:pt x="157" y="62"/>
                  </a:lnTo>
                  <a:lnTo>
                    <a:pt x="177" y="68"/>
                  </a:lnTo>
                  <a:lnTo>
                    <a:pt x="197" y="72"/>
                  </a:lnTo>
                  <a:lnTo>
                    <a:pt x="217" y="77"/>
                  </a:lnTo>
                  <a:lnTo>
                    <a:pt x="237" y="80"/>
                  </a:lnTo>
                  <a:lnTo>
                    <a:pt x="277" y="87"/>
                  </a:lnTo>
                  <a:lnTo>
                    <a:pt x="319" y="91"/>
                  </a:lnTo>
                  <a:lnTo>
                    <a:pt x="319" y="91"/>
                  </a:lnTo>
                  <a:lnTo>
                    <a:pt x="321" y="90"/>
                  </a:lnTo>
                  <a:lnTo>
                    <a:pt x="322" y="90"/>
                  </a:lnTo>
                  <a:lnTo>
                    <a:pt x="323" y="88"/>
                  </a:lnTo>
                  <a:lnTo>
                    <a:pt x="323" y="86"/>
                  </a:lnTo>
                  <a:lnTo>
                    <a:pt x="322" y="83"/>
                  </a:lnTo>
                  <a:lnTo>
                    <a:pt x="321" y="82"/>
                  </a:lnTo>
                  <a:lnTo>
                    <a:pt x="319" y="80"/>
                  </a:lnTo>
                  <a:lnTo>
                    <a:pt x="319" y="8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5" name="Freeform 387"/>
            <p:cNvSpPr/>
            <p:nvPr/>
          </p:nvSpPr>
          <p:spPr bwMode="auto">
            <a:xfrm>
              <a:off x="4708525" y="3362325"/>
              <a:ext cx="158750" cy="50800"/>
            </a:xfrm>
            <a:custGeom>
              <a:avLst/>
              <a:gdLst/>
              <a:ahLst/>
              <a:cxnLst>
                <a:cxn ang="0">
                  <a:pos x="294" y="84"/>
                </a:cxn>
                <a:cxn ang="0">
                  <a:pos x="294" y="84"/>
                </a:cxn>
                <a:cxn ang="0">
                  <a:pos x="290" y="85"/>
                </a:cxn>
                <a:cxn ang="0">
                  <a:pos x="287" y="85"/>
                </a:cxn>
                <a:cxn ang="0">
                  <a:pos x="282" y="83"/>
                </a:cxn>
                <a:cxn ang="0">
                  <a:pos x="278" y="79"/>
                </a:cxn>
                <a:cxn ang="0">
                  <a:pos x="273" y="76"/>
                </a:cxn>
                <a:cxn ang="0">
                  <a:pos x="273" y="76"/>
                </a:cxn>
                <a:cxn ang="0">
                  <a:pos x="266" y="72"/>
                </a:cxn>
                <a:cxn ang="0">
                  <a:pos x="257" y="69"/>
                </a:cxn>
                <a:cxn ang="0">
                  <a:pos x="240" y="63"/>
                </a:cxn>
                <a:cxn ang="0">
                  <a:pos x="240" y="63"/>
                </a:cxn>
                <a:cxn ang="0">
                  <a:pos x="222" y="58"/>
                </a:cxn>
                <a:cxn ang="0">
                  <a:pos x="205" y="52"/>
                </a:cxn>
                <a:cxn ang="0">
                  <a:pos x="169" y="45"/>
                </a:cxn>
                <a:cxn ang="0">
                  <a:pos x="169" y="45"/>
                </a:cxn>
                <a:cxn ang="0">
                  <a:pos x="128" y="36"/>
                </a:cxn>
                <a:cxn ang="0">
                  <a:pos x="87" y="25"/>
                </a:cxn>
                <a:cxn ang="0">
                  <a:pos x="67" y="20"/>
                </a:cxn>
                <a:cxn ang="0">
                  <a:pos x="47" y="14"/>
                </a:cxn>
                <a:cxn ang="0">
                  <a:pos x="27" y="8"/>
                </a:cxn>
                <a:cxn ang="0">
                  <a:pos x="7" y="0"/>
                </a:cxn>
                <a:cxn ang="0">
                  <a:pos x="7" y="0"/>
                </a:cxn>
                <a:cxn ang="0">
                  <a:pos x="5" y="0"/>
                </a:cxn>
                <a:cxn ang="0">
                  <a:pos x="3" y="0"/>
                </a:cxn>
                <a:cxn ang="0">
                  <a:pos x="1" y="2"/>
                </a:cxn>
                <a:cxn ang="0">
                  <a:pos x="0" y="4"/>
                </a:cxn>
                <a:cxn ang="0">
                  <a:pos x="0" y="6"/>
                </a:cxn>
                <a:cxn ang="0">
                  <a:pos x="1" y="7"/>
                </a:cxn>
                <a:cxn ang="0">
                  <a:pos x="3" y="8"/>
                </a:cxn>
                <a:cxn ang="0">
                  <a:pos x="3" y="8"/>
                </a:cxn>
                <a:cxn ang="0">
                  <a:pos x="23" y="16"/>
                </a:cxn>
                <a:cxn ang="0">
                  <a:pos x="43" y="23"/>
                </a:cxn>
                <a:cxn ang="0">
                  <a:pos x="63" y="30"/>
                </a:cxn>
                <a:cxn ang="0">
                  <a:pos x="84" y="35"/>
                </a:cxn>
                <a:cxn ang="0">
                  <a:pos x="125" y="44"/>
                </a:cxn>
                <a:cxn ang="0">
                  <a:pos x="167" y="54"/>
                </a:cxn>
                <a:cxn ang="0">
                  <a:pos x="167" y="54"/>
                </a:cxn>
                <a:cxn ang="0">
                  <a:pos x="210" y="65"/>
                </a:cxn>
                <a:cxn ang="0">
                  <a:pos x="232" y="70"/>
                </a:cxn>
                <a:cxn ang="0">
                  <a:pos x="253" y="78"/>
                </a:cxn>
                <a:cxn ang="0">
                  <a:pos x="253" y="78"/>
                </a:cxn>
                <a:cxn ang="0">
                  <a:pos x="263" y="83"/>
                </a:cxn>
                <a:cxn ang="0">
                  <a:pos x="274" y="90"/>
                </a:cxn>
                <a:cxn ang="0">
                  <a:pos x="279" y="93"/>
                </a:cxn>
                <a:cxn ang="0">
                  <a:pos x="285" y="95"/>
                </a:cxn>
                <a:cxn ang="0">
                  <a:pos x="290" y="95"/>
                </a:cxn>
                <a:cxn ang="0">
                  <a:pos x="296" y="94"/>
                </a:cxn>
                <a:cxn ang="0">
                  <a:pos x="296" y="94"/>
                </a:cxn>
                <a:cxn ang="0">
                  <a:pos x="298" y="93"/>
                </a:cxn>
                <a:cxn ang="0">
                  <a:pos x="299" y="92"/>
                </a:cxn>
                <a:cxn ang="0">
                  <a:pos x="299" y="87"/>
                </a:cxn>
                <a:cxn ang="0">
                  <a:pos x="298" y="86"/>
                </a:cxn>
                <a:cxn ang="0">
                  <a:pos x="297" y="84"/>
                </a:cxn>
                <a:cxn ang="0">
                  <a:pos x="296" y="84"/>
                </a:cxn>
                <a:cxn ang="0">
                  <a:pos x="294" y="84"/>
                </a:cxn>
                <a:cxn ang="0">
                  <a:pos x="294" y="84"/>
                </a:cxn>
              </a:cxnLst>
              <a:rect l="0" t="0" r="r" b="b"/>
              <a:pathLst>
                <a:path w="299" h="95">
                  <a:moveTo>
                    <a:pt x="294" y="84"/>
                  </a:moveTo>
                  <a:lnTo>
                    <a:pt x="294" y="84"/>
                  </a:lnTo>
                  <a:lnTo>
                    <a:pt x="290" y="85"/>
                  </a:lnTo>
                  <a:lnTo>
                    <a:pt x="287" y="85"/>
                  </a:lnTo>
                  <a:lnTo>
                    <a:pt x="282" y="83"/>
                  </a:lnTo>
                  <a:lnTo>
                    <a:pt x="278" y="79"/>
                  </a:lnTo>
                  <a:lnTo>
                    <a:pt x="273" y="76"/>
                  </a:lnTo>
                  <a:lnTo>
                    <a:pt x="273" y="76"/>
                  </a:lnTo>
                  <a:lnTo>
                    <a:pt x="266" y="72"/>
                  </a:lnTo>
                  <a:lnTo>
                    <a:pt x="257" y="69"/>
                  </a:lnTo>
                  <a:lnTo>
                    <a:pt x="240" y="63"/>
                  </a:lnTo>
                  <a:lnTo>
                    <a:pt x="240" y="63"/>
                  </a:lnTo>
                  <a:lnTo>
                    <a:pt x="222" y="58"/>
                  </a:lnTo>
                  <a:lnTo>
                    <a:pt x="205" y="52"/>
                  </a:lnTo>
                  <a:lnTo>
                    <a:pt x="169" y="45"/>
                  </a:lnTo>
                  <a:lnTo>
                    <a:pt x="169" y="45"/>
                  </a:lnTo>
                  <a:lnTo>
                    <a:pt x="128" y="36"/>
                  </a:lnTo>
                  <a:lnTo>
                    <a:pt x="87" y="25"/>
                  </a:lnTo>
                  <a:lnTo>
                    <a:pt x="67" y="20"/>
                  </a:lnTo>
                  <a:lnTo>
                    <a:pt x="47" y="14"/>
                  </a:lnTo>
                  <a:lnTo>
                    <a:pt x="27" y="8"/>
                  </a:lnTo>
                  <a:lnTo>
                    <a:pt x="7" y="0"/>
                  </a:lnTo>
                  <a:lnTo>
                    <a:pt x="7" y="0"/>
                  </a:lnTo>
                  <a:lnTo>
                    <a:pt x="5" y="0"/>
                  </a:lnTo>
                  <a:lnTo>
                    <a:pt x="3" y="0"/>
                  </a:lnTo>
                  <a:lnTo>
                    <a:pt x="1" y="2"/>
                  </a:lnTo>
                  <a:lnTo>
                    <a:pt x="0" y="4"/>
                  </a:lnTo>
                  <a:lnTo>
                    <a:pt x="0" y="6"/>
                  </a:lnTo>
                  <a:lnTo>
                    <a:pt x="1" y="7"/>
                  </a:lnTo>
                  <a:lnTo>
                    <a:pt x="3" y="8"/>
                  </a:lnTo>
                  <a:lnTo>
                    <a:pt x="3" y="8"/>
                  </a:lnTo>
                  <a:lnTo>
                    <a:pt x="23" y="16"/>
                  </a:lnTo>
                  <a:lnTo>
                    <a:pt x="43" y="23"/>
                  </a:lnTo>
                  <a:lnTo>
                    <a:pt x="63" y="30"/>
                  </a:lnTo>
                  <a:lnTo>
                    <a:pt x="84" y="35"/>
                  </a:lnTo>
                  <a:lnTo>
                    <a:pt x="125" y="44"/>
                  </a:lnTo>
                  <a:lnTo>
                    <a:pt x="167" y="54"/>
                  </a:lnTo>
                  <a:lnTo>
                    <a:pt x="167" y="54"/>
                  </a:lnTo>
                  <a:lnTo>
                    <a:pt x="210" y="65"/>
                  </a:lnTo>
                  <a:lnTo>
                    <a:pt x="232" y="70"/>
                  </a:lnTo>
                  <a:lnTo>
                    <a:pt x="253" y="78"/>
                  </a:lnTo>
                  <a:lnTo>
                    <a:pt x="253" y="78"/>
                  </a:lnTo>
                  <a:lnTo>
                    <a:pt x="263" y="83"/>
                  </a:lnTo>
                  <a:lnTo>
                    <a:pt x="274" y="90"/>
                  </a:lnTo>
                  <a:lnTo>
                    <a:pt x="279" y="93"/>
                  </a:lnTo>
                  <a:lnTo>
                    <a:pt x="285" y="95"/>
                  </a:lnTo>
                  <a:lnTo>
                    <a:pt x="290" y="95"/>
                  </a:lnTo>
                  <a:lnTo>
                    <a:pt x="296" y="94"/>
                  </a:lnTo>
                  <a:lnTo>
                    <a:pt x="296" y="94"/>
                  </a:lnTo>
                  <a:lnTo>
                    <a:pt x="298" y="93"/>
                  </a:lnTo>
                  <a:lnTo>
                    <a:pt x="299" y="92"/>
                  </a:lnTo>
                  <a:lnTo>
                    <a:pt x="299" y="87"/>
                  </a:lnTo>
                  <a:lnTo>
                    <a:pt x="298" y="86"/>
                  </a:lnTo>
                  <a:lnTo>
                    <a:pt x="297" y="84"/>
                  </a:lnTo>
                  <a:lnTo>
                    <a:pt x="296" y="84"/>
                  </a:lnTo>
                  <a:lnTo>
                    <a:pt x="294" y="84"/>
                  </a:lnTo>
                  <a:lnTo>
                    <a:pt x="294" y="8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6" name="Freeform 388"/>
            <p:cNvSpPr/>
            <p:nvPr/>
          </p:nvSpPr>
          <p:spPr bwMode="auto">
            <a:xfrm>
              <a:off x="4737100" y="3335338"/>
              <a:ext cx="131763" cy="30163"/>
            </a:xfrm>
            <a:custGeom>
              <a:avLst/>
              <a:gdLst/>
              <a:ahLst/>
              <a:cxnLst>
                <a:cxn ang="0">
                  <a:pos x="246" y="48"/>
                </a:cxn>
                <a:cxn ang="0">
                  <a:pos x="214" y="44"/>
                </a:cxn>
                <a:cxn ang="0">
                  <a:pos x="148" y="32"/>
                </a:cxn>
                <a:cxn ang="0">
                  <a:pos x="116" y="25"/>
                </a:cxn>
                <a:cxn ang="0">
                  <a:pos x="88" y="20"/>
                </a:cxn>
                <a:cxn ang="0">
                  <a:pos x="60" y="18"/>
                </a:cxn>
                <a:cxn ang="0">
                  <a:pos x="36" y="12"/>
                </a:cxn>
                <a:cxn ang="0">
                  <a:pos x="13" y="6"/>
                </a:cxn>
                <a:cxn ang="0">
                  <a:pos x="14" y="5"/>
                </a:cxn>
                <a:cxn ang="0">
                  <a:pos x="13" y="3"/>
                </a:cxn>
                <a:cxn ang="0">
                  <a:pos x="11" y="1"/>
                </a:cxn>
                <a:cxn ang="0">
                  <a:pos x="7" y="1"/>
                </a:cxn>
                <a:cxn ang="0">
                  <a:pos x="5" y="3"/>
                </a:cxn>
                <a:cxn ang="0">
                  <a:pos x="4" y="5"/>
                </a:cxn>
                <a:cxn ang="0">
                  <a:pos x="1" y="6"/>
                </a:cxn>
                <a:cxn ang="0">
                  <a:pos x="0" y="9"/>
                </a:cxn>
                <a:cxn ang="0">
                  <a:pos x="2" y="13"/>
                </a:cxn>
                <a:cxn ang="0">
                  <a:pos x="4" y="14"/>
                </a:cxn>
                <a:cxn ang="0">
                  <a:pos x="21" y="19"/>
                </a:cxn>
                <a:cxn ang="0">
                  <a:pos x="32" y="24"/>
                </a:cxn>
                <a:cxn ang="0">
                  <a:pos x="38" y="25"/>
                </a:cxn>
                <a:cxn ang="0">
                  <a:pos x="60" y="27"/>
                </a:cxn>
                <a:cxn ang="0">
                  <a:pos x="96" y="31"/>
                </a:cxn>
                <a:cxn ang="0">
                  <a:pos x="131" y="38"/>
                </a:cxn>
                <a:cxn ang="0">
                  <a:pos x="159" y="44"/>
                </a:cxn>
                <a:cxn ang="0">
                  <a:pos x="218" y="55"/>
                </a:cxn>
                <a:cxn ang="0">
                  <a:pos x="246" y="57"/>
                </a:cxn>
                <a:cxn ang="0">
                  <a:pos x="248" y="57"/>
                </a:cxn>
                <a:cxn ang="0">
                  <a:pos x="251" y="54"/>
                </a:cxn>
                <a:cxn ang="0">
                  <a:pos x="251" y="51"/>
                </a:cxn>
                <a:cxn ang="0">
                  <a:pos x="248" y="48"/>
                </a:cxn>
                <a:cxn ang="0">
                  <a:pos x="246" y="48"/>
                </a:cxn>
              </a:cxnLst>
              <a:rect l="0" t="0" r="r" b="b"/>
              <a:pathLst>
                <a:path w="251" h="57">
                  <a:moveTo>
                    <a:pt x="246" y="48"/>
                  </a:moveTo>
                  <a:lnTo>
                    <a:pt x="246" y="48"/>
                  </a:lnTo>
                  <a:lnTo>
                    <a:pt x="230" y="46"/>
                  </a:lnTo>
                  <a:lnTo>
                    <a:pt x="214" y="44"/>
                  </a:lnTo>
                  <a:lnTo>
                    <a:pt x="181" y="39"/>
                  </a:lnTo>
                  <a:lnTo>
                    <a:pt x="148" y="32"/>
                  </a:lnTo>
                  <a:lnTo>
                    <a:pt x="116" y="25"/>
                  </a:lnTo>
                  <a:lnTo>
                    <a:pt x="116" y="25"/>
                  </a:lnTo>
                  <a:lnTo>
                    <a:pt x="102" y="22"/>
                  </a:lnTo>
                  <a:lnTo>
                    <a:pt x="88" y="20"/>
                  </a:lnTo>
                  <a:lnTo>
                    <a:pt x="60" y="18"/>
                  </a:lnTo>
                  <a:lnTo>
                    <a:pt x="60" y="18"/>
                  </a:lnTo>
                  <a:lnTo>
                    <a:pt x="48" y="15"/>
                  </a:lnTo>
                  <a:lnTo>
                    <a:pt x="36" y="12"/>
                  </a:lnTo>
                  <a:lnTo>
                    <a:pt x="25" y="9"/>
                  </a:lnTo>
                  <a:lnTo>
                    <a:pt x="13" y="6"/>
                  </a:lnTo>
                  <a:lnTo>
                    <a:pt x="13" y="6"/>
                  </a:lnTo>
                  <a:lnTo>
                    <a:pt x="14" y="5"/>
                  </a:lnTo>
                  <a:lnTo>
                    <a:pt x="14" y="5"/>
                  </a:lnTo>
                  <a:lnTo>
                    <a:pt x="13" y="3"/>
                  </a:lnTo>
                  <a:lnTo>
                    <a:pt x="12" y="1"/>
                  </a:lnTo>
                  <a:lnTo>
                    <a:pt x="11" y="1"/>
                  </a:lnTo>
                  <a:lnTo>
                    <a:pt x="9" y="0"/>
                  </a:lnTo>
                  <a:lnTo>
                    <a:pt x="7" y="1"/>
                  </a:lnTo>
                  <a:lnTo>
                    <a:pt x="6" y="1"/>
                  </a:lnTo>
                  <a:lnTo>
                    <a:pt x="5" y="3"/>
                  </a:lnTo>
                  <a:lnTo>
                    <a:pt x="4" y="5"/>
                  </a:lnTo>
                  <a:lnTo>
                    <a:pt x="4" y="5"/>
                  </a:lnTo>
                  <a:lnTo>
                    <a:pt x="2" y="5"/>
                  </a:lnTo>
                  <a:lnTo>
                    <a:pt x="1" y="6"/>
                  </a:lnTo>
                  <a:lnTo>
                    <a:pt x="0" y="8"/>
                  </a:lnTo>
                  <a:lnTo>
                    <a:pt x="0" y="9"/>
                  </a:lnTo>
                  <a:lnTo>
                    <a:pt x="1" y="12"/>
                  </a:lnTo>
                  <a:lnTo>
                    <a:pt x="2" y="13"/>
                  </a:lnTo>
                  <a:lnTo>
                    <a:pt x="4" y="14"/>
                  </a:lnTo>
                  <a:lnTo>
                    <a:pt x="4" y="14"/>
                  </a:lnTo>
                  <a:lnTo>
                    <a:pt x="14" y="17"/>
                  </a:lnTo>
                  <a:lnTo>
                    <a:pt x="21" y="19"/>
                  </a:lnTo>
                  <a:lnTo>
                    <a:pt x="25" y="21"/>
                  </a:lnTo>
                  <a:lnTo>
                    <a:pt x="32" y="24"/>
                  </a:lnTo>
                  <a:lnTo>
                    <a:pt x="32" y="24"/>
                  </a:lnTo>
                  <a:lnTo>
                    <a:pt x="38" y="25"/>
                  </a:lnTo>
                  <a:lnTo>
                    <a:pt x="45" y="26"/>
                  </a:lnTo>
                  <a:lnTo>
                    <a:pt x="60" y="27"/>
                  </a:lnTo>
                  <a:lnTo>
                    <a:pt x="60" y="27"/>
                  </a:lnTo>
                  <a:lnTo>
                    <a:pt x="96" y="31"/>
                  </a:lnTo>
                  <a:lnTo>
                    <a:pt x="114" y="34"/>
                  </a:lnTo>
                  <a:lnTo>
                    <a:pt x="131" y="38"/>
                  </a:lnTo>
                  <a:lnTo>
                    <a:pt x="131" y="38"/>
                  </a:lnTo>
                  <a:lnTo>
                    <a:pt x="159" y="44"/>
                  </a:lnTo>
                  <a:lnTo>
                    <a:pt x="188" y="51"/>
                  </a:lnTo>
                  <a:lnTo>
                    <a:pt x="218" y="55"/>
                  </a:lnTo>
                  <a:lnTo>
                    <a:pt x="232" y="56"/>
                  </a:lnTo>
                  <a:lnTo>
                    <a:pt x="246" y="57"/>
                  </a:lnTo>
                  <a:lnTo>
                    <a:pt x="246" y="57"/>
                  </a:lnTo>
                  <a:lnTo>
                    <a:pt x="248" y="57"/>
                  </a:lnTo>
                  <a:lnTo>
                    <a:pt x="250" y="56"/>
                  </a:lnTo>
                  <a:lnTo>
                    <a:pt x="251" y="54"/>
                  </a:lnTo>
                  <a:lnTo>
                    <a:pt x="251" y="53"/>
                  </a:lnTo>
                  <a:lnTo>
                    <a:pt x="251" y="51"/>
                  </a:lnTo>
                  <a:lnTo>
                    <a:pt x="250" y="50"/>
                  </a:lnTo>
                  <a:lnTo>
                    <a:pt x="248" y="48"/>
                  </a:lnTo>
                  <a:lnTo>
                    <a:pt x="246" y="48"/>
                  </a:lnTo>
                  <a:lnTo>
                    <a:pt x="246" y="4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7" name="Freeform 389"/>
            <p:cNvSpPr/>
            <p:nvPr/>
          </p:nvSpPr>
          <p:spPr bwMode="auto">
            <a:xfrm>
              <a:off x="4838700" y="3271838"/>
              <a:ext cx="112713" cy="6350"/>
            </a:xfrm>
            <a:custGeom>
              <a:avLst/>
              <a:gdLst/>
              <a:ahLst/>
              <a:cxnLst>
                <a:cxn ang="0">
                  <a:pos x="209" y="0"/>
                </a:cxn>
                <a:cxn ang="0">
                  <a:pos x="5" y="0"/>
                </a:cxn>
                <a:cxn ang="0">
                  <a:pos x="5" y="0"/>
                </a:cxn>
                <a:cxn ang="0">
                  <a:pos x="3" y="1"/>
                </a:cxn>
                <a:cxn ang="0">
                  <a:pos x="1" y="2"/>
                </a:cxn>
                <a:cxn ang="0">
                  <a:pos x="0" y="3"/>
                </a:cxn>
                <a:cxn ang="0">
                  <a:pos x="0" y="5"/>
                </a:cxn>
                <a:cxn ang="0">
                  <a:pos x="0" y="7"/>
                </a:cxn>
                <a:cxn ang="0">
                  <a:pos x="1" y="8"/>
                </a:cxn>
                <a:cxn ang="0">
                  <a:pos x="3" y="9"/>
                </a:cxn>
                <a:cxn ang="0">
                  <a:pos x="5" y="11"/>
                </a:cxn>
                <a:cxn ang="0">
                  <a:pos x="209" y="11"/>
                </a:cxn>
                <a:cxn ang="0">
                  <a:pos x="209" y="11"/>
                </a:cxn>
                <a:cxn ang="0">
                  <a:pos x="211" y="9"/>
                </a:cxn>
                <a:cxn ang="0">
                  <a:pos x="212" y="8"/>
                </a:cxn>
                <a:cxn ang="0">
                  <a:pos x="213" y="7"/>
                </a:cxn>
                <a:cxn ang="0">
                  <a:pos x="213" y="5"/>
                </a:cxn>
                <a:cxn ang="0">
                  <a:pos x="213" y="3"/>
                </a:cxn>
                <a:cxn ang="0">
                  <a:pos x="212" y="2"/>
                </a:cxn>
                <a:cxn ang="0">
                  <a:pos x="211" y="1"/>
                </a:cxn>
                <a:cxn ang="0">
                  <a:pos x="209" y="0"/>
                </a:cxn>
                <a:cxn ang="0">
                  <a:pos x="209" y="0"/>
                </a:cxn>
              </a:cxnLst>
              <a:rect l="0" t="0" r="r" b="b"/>
              <a:pathLst>
                <a:path w="213" h="11">
                  <a:moveTo>
                    <a:pt x="209" y="0"/>
                  </a:moveTo>
                  <a:lnTo>
                    <a:pt x="5" y="0"/>
                  </a:lnTo>
                  <a:lnTo>
                    <a:pt x="5" y="0"/>
                  </a:lnTo>
                  <a:lnTo>
                    <a:pt x="3" y="1"/>
                  </a:lnTo>
                  <a:lnTo>
                    <a:pt x="1" y="2"/>
                  </a:lnTo>
                  <a:lnTo>
                    <a:pt x="0" y="3"/>
                  </a:lnTo>
                  <a:lnTo>
                    <a:pt x="0" y="5"/>
                  </a:lnTo>
                  <a:lnTo>
                    <a:pt x="0" y="7"/>
                  </a:lnTo>
                  <a:lnTo>
                    <a:pt x="1" y="8"/>
                  </a:lnTo>
                  <a:lnTo>
                    <a:pt x="3" y="9"/>
                  </a:lnTo>
                  <a:lnTo>
                    <a:pt x="5" y="11"/>
                  </a:lnTo>
                  <a:lnTo>
                    <a:pt x="209" y="11"/>
                  </a:lnTo>
                  <a:lnTo>
                    <a:pt x="209" y="11"/>
                  </a:lnTo>
                  <a:lnTo>
                    <a:pt x="211" y="9"/>
                  </a:lnTo>
                  <a:lnTo>
                    <a:pt x="212" y="8"/>
                  </a:lnTo>
                  <a:lnTo>
                    <a:pt x="213" y="7"/>
                  </a:lnTo>
                  <a:lnTo>
                    <a:pt x="213" y="5"/>
                  </a:lnTo>
                  <a:lnTo>
                    <a:pt x="213" y="3"/>
                  </a:lnTo>
                  <a:lnTo>
                    <a:pt x="212" y="2"/>
                  </a:lnTo>
                  <a:lnTo>
                    <a:pt x="211" y="1"/>
                  </a:lnTo>
                  <a:lnTo>
                    <a:pt x="209" y="0"/>
                  </a:lnTo>
                  <a:lnTo>
                    <a:pt x="209" y="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8" name="Freeform 390"/>
            <p:cNvSpPr/>
            <p:nvPr/>
          </p:nvSpPr>
          <p:spPr bwMode="auto">
            <a:xfrm>
              <a:off x="4260850" y="3252788"/>
              <a:ext cx="73025" cy="128588"/>
            </a:xfrm>
            <a:custGeom>
              <a:avLst/>
              <a:gdLst/>
              <a:ahLst/>
              <a:cxnLst>
                <a:cxn ang="0">
                  <a:pos x="127" y="2"/>
                </a:cxn>
                <a:cxn ang="0">
                  <a:pos x="127" y="2"/>
                </a:cxn>
                <a:cxn ang="0">
                  <a:pos x="93" y="60"/>
                </a:cxn>
                <a:cxn ang="0">
                  <a:pos x="61" y="118"/>
                </a:cxn>
                <a:cxn ang="0">
                  <a:pos x="30" y="177"/>
                </a:cxn>
                <a:cxn ang="0">
                  <a:pos x="15" y="207"/>
                </a:cxn>
                <a:cxn ang="0">
                  <a:pos x="0" y="237"/>
                </a:cxn>
                <a:cxn ang="0">
                  <a:pos x="0" y="237"/>
                </a:cxn>
                <a:cxn ang="0">
                  <a:pos x="0" y="239"/>
                </a:cxn>
                <a:cxn ang="0">
                  <a:pos x="0" y="241"/>
                </a:cxn>
                <a:cxn ang="0">
                  <a:pos x="2" y="243"/>
                </a:cxn>
                <a:cxn ang="0">
                  <a:pos x="4" y="244"/>
                </a:cxn>
                <a:cxn ang="0">
                  <a:pos x="7" y="244"/>
                </a:cxn>
                <a:cxn ang="0">
                  <a:pos x="8" y="243"/>
                </a:cxn>
                <a:cxn ang="0">
                  <a:pos x="9" y="242"/>
                </a:cxn>
                <a:cxn ang="0">
                  <a:pos x="9" y="242"/>
                </a:cxn>
                <a:cxn ang="0">
                  <a:pos x="23" y="211"/>
                </a:cxn>
                <a:cxn ang="0">
                  <a:pos x="39" y="182"/>
                </a:cxn>
                <a:cxn ang="0">
                  <a:pos x="70" y="123"/>
                </a:cxn>
                <a:cxn ang="0">
                  <a:pos x="102" y="65"/>
                </a:cxn>
                <a:cxn ang="0">
                  <a:pos x="136" y="7"/>
                </a:cxn>
                <a:cxn ang="0">
                  <a:pos x="136" y="7"/>
                </a:cxn>
                <a:cxn ang="0">
                  <a:pos x="136" y="5"/>
                </a:cxn>
                <a:cxn ang="0">
                  <a:pos x="136" y="3"/>
                </a:cxn>
                <a:cxn ang="0">
                  <a:pos x="135" y="2"/>
                </a:cxn>
                <a:cxn ang="0">
                  <a:pos x="134" y="1"/>
                </a:cxn>
                <a:cxn ang="0">
                  <a:pos x="131" y="0"/>
                </a:cxn>
                <a:cxn ang="0">
                  <a:pos x="130" y="0"/>
                </a:cxn>
                <a:cxn ang="0">
                  <a:pos x="128" y="1"/>
                </a:cxn>
                <a:cxn ang="0">
                  <a:pos x="127" y="2"/>
                </a:cxn>
                <a:cxn ang="0">
                  <a:pos x="127" y="2"/>
                </a:cxn>
              </a:cxnLst>
              <a:rect l="0" t="0" r="r" b="b"/>
              <a:pathLst>
                <a:path w="136" h="244">
                  <a:moveTo>
                    <a:pt x="127" y="2"/>
                  </a:moveTo>
                  <a:lnTo>
                    <a:pt x="127" y="2"/>
                  </a:lnTo>
                  <a:lnTo>
                    <a:pt x="93" y="60"/>
                  </a:lnTo>
                  <a:lnTo>
                    <a:pt x="61" y="118"/>
                  </a:lnTo>
                  <a:lnTo>
                    <a:pt x="30" y="177"/>
                  </a:lnTo>
                  <a:lnTo>
                    <a:pt x="15" y="207"/>
                  </a:lnTo>
                  <a:lnTo>
                    <a:pt x="0" y="237"/>
                  </a:lnTo>
                  <a:lnTo>
                    <a:pt x="0" y="237"/>
                  </a:lnTo>
                  <a:lnTo>
                    <a:pt x="0" y="239"/>
                  </a:lnTo>
                  <a:lnTo>
                    <a:pt x="0" y="241"/>
                  </a:lnTo>
                  <a:lnTo>
                    <a:pt x="2" y="243"/>
                  </a:lnTo>
                  <a:lnTo>
                    <a:pt x="4" y="244"/>
                  </a:lnTo>
                  <a:lnTo>
                    <a:pt x="7" y="244"/>
                  </a:lnTo>
                  <a:lnTo>
                    <a:pt x="8" y="243"/>
                  </a:lnTo>
                  <a:lnTo>
                    <a:pt x="9" y="242"/>
                  </a:lnTo>
                  <a:lnTo>
                    <a:pt x="9" y="242"/>
                  </a:lnTo>
                  <a:lnTo>
                    <a:pt x="23" y="211"/>
                  </a:lnTo>
                  <a:lnTo>
                    <a:pt x="39" y="182"/>
                  </a:lnTo>
                  <a:lnTo>
                    <a:pt x="70" y="123"/>
                  </a:lnTo>
                  <a:lnTo>
                    <a:pt x="102" y="65"/>
                  </a:lnTo>
                  <a:lnTo>
                    <a:pt x="136" y="7"/>
                  </a:lnTo>
                  <a:lnTo>
                    <a:pt x="136" y="7"/>
                  </a:lnTo>
                  <a:lnTo>
                    <a:pt x="136" y="5"/>
                  </a:lnTo>
                  <a:lnTo>
                    <a:pt x="136" y="3"/>
                  </a:lnTo>
                  <a:lnTo>
                    <a:pt x="135" y="2"/>
                  </a:lnTo>
                  <a:lnTo>
                    <a:pt x="134" y="1"/>
                  </a:lnTo>
                  <a:lnTo>
                    <a:pt x="131" y="0"/>
                  </a:lnTo>
                  <a:lnTo>
                    <a:pt x="130" y="0"/>
                  </a:lnTo>
                  <a:lnTo>
                    <a:pt x="128" y="1"/>
                  </a:lnTo>
                  <a:lnTo>
                    <a:pt x="127" y="2"/>
                  </a:lnTo>
                  <a:lnTo>
                    <a:pt x="127" y="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09" name="Freeform 391"/>
            <p:cNvSpPr/>
            <p:nvPr/>
          </p:nvSpPr>
          <p:spPr bwMode="auto">
            <a:xfrm>
              <a:off x="4311650" y="3292475"/>
              <a:ext cx="50800" cy="82550"/>
            </a:xfrm>
            <a:custGeom>
              <a:avLst/>
              <a:gdLst/>
              <a:ahLst/>
              <a:cxnLst>
                <a:cxn ang="0">
                  <a:pos x="90" y="3"/>
                </a:cxn>
                <a:cxn ang="0">
                  <a:pos x="90" y="3"/>
                </a:cxn>
                <a:cxn ang="0">
                  <a:pos x="45" y="75"/>
                </a:cxn>
                <a:cxn ang="0">
                  <a:pos x="23" y="111"/>
                </a:cxn>
                <a:cxn ang="0">
                  <a:pos x="1" y="148"/>
                </a:cxn>
                <a:cxn ang="0">
                  <a:pos x="1" y="148"/>
                </a:cxn>
                <a:cxn ang="0">
                  <a:pos x="0" y="150"/>
                </a:cxn>
                <a:cxn ang="0">
                  <a:pos x="1" y="151"/>
                </a:cxn>
                <a:cxn ang="0">
                  <a:pos x="2" y="153"/>
                </a:cxn>
                <a:cxn ang="0">
                  <a:pos x="3" y="154"/>
                </a:cxn>
                <a:cxn ang="0">
                  <a:pos x="4" y="154"/>
                </a:cxn>
                <a:cxn ang="0">
                  <a:pos x="6" y="154"/>
                </a:cxn>
                <a:cxn ang="0">
                  <a:pos x="9" y="154"/>
                </a:cxn>
                <a:cxn ang="0">
                  <a:pos x="10" y="152"/>
                </a:cxn>
                <a:cxn ang="0">
                  <a:pos x="10" y="152"/>
                </a:cxn>
                <a:cxn ang="0">
                  <a:pos x="31" y="116"/>
                </a:cxn>
                <a:cxn ang="0">
                  <a:pos x="53" y="80"/>
                </a:cxn>
                <a:cxn ang="0">
                  <a:pos x="98" y="8"/>
                </a:cxn>
                <a:cxn ang="0">
                  <a:pos x="98" y="8"/>
                </a:cxn>
                <a:cxn ang="0">
                  <a:pos x="98" y="6"/>
                </a:cxn>
                <a:cxn ang="0">
                  <a:pos x="98" y="4"/>
                </a:cxn>
                <a:cxn ang="0">
                  <a:pos x="97" y="3"/>
                </a:cxn>
                <a:cxn ang="0">
                  <a:pos x="96" y="0"/>
                </a:cxn>
                <a:cxn ang="0">
                  <a:pos x="94" y="0"/>
                </a:cxn>
                <a:cxn ang="0">
                  <a:pos x="93" y="0"/>
                </a:cxn>
                <a:cxn ang="0">
                  <a:pos x="91" y="0"/>
                </a:cxn>
                <a:cxn ang="0">
                  <a:pos x="90" y="3"/>
                </a:cxn>
                <a:cxn ang="0">
                  <a:pos x="90" y="3"/>
                </a:cxn>
              </a:cxnLst>
              <a:rect l="0" t="0" r="r" b="b"/>
              <a:pathLst>
                <a:path w="98" h="154">
                  <a:moveTo>
                    <a:pt x="90" y="3"/>
                  </a:moveTo>
                  <a:lnTo>
                    <a:pt x="90" y="3"/>
                  </a:lnTo>
                  <a:lnTo>
                    <a:pt x="45" y="75"/>
                  </a:lnTo>
                  <a:lnTo>
                    <a:pt x="23" y="111"/>
                  </a:lnTo>
                  <a:lnTo>
                    <a:pt x="1" y="148"/>
                  </a:lnTo>
                  <a:lnTo>
                    <a:pt x="1" y="148"/>
                  </a:lnTo>
                  <a:lnTo>
                    <a:pt x="0" y="150"/>
                  </a:lnTo>
                  <a:lnTo>
                    <a:pt x="1" y="151"/>
                  </a:lnTo>
                  <a:lnTo>
                    <a:pt x="2" y="153"/>
                  </a:lnTo>
                  <a:lnTo>
                    <a:pt x="3" y="154"/>
                  </a:lnTo>
                  <a:lnTo>
                    <a:pt x="4" y="154"/>
                  </a:lnTo>
                  <a:lnTo>
                    <a:pt x="6" y="154"/>
                  </a:lnTo>
                  <a:lnTo>
                    <a:pt x="9" y="154"/>
                  </a:lnTo>
                  <a:lnTo>
                    <a:pt x="10" y="152"/>
                  </a:lnTo>
                  <a:lnTo>
                    <a:pt x="10" y="152"/>
                  </a:lnTo>
                  <a:lnTo>
                    <a:pt x="31" y="116"/>
                  </a:lnTo>
                  <a:lnTo>
                    <a:pt x="53" y="80"/>
                  </a:lnTo>
                  <a:lnTo>
                    <a:pt x="98" y="8"/>
                  </a:lnTo>
                  <a:lnTo>
                    <a:pt x="98" y="8"/>
                  </a:lnTo>
                  <a:lnTo>
                    <a:pt x="98" y="6"/>
                  </a:lnTo>
                  <a:lnTo>
                    <a:pt x="98" y="4"/>
                  </a:lnTo>
                  <a:lnTo>
                    <a:pt x="97" y="3"/>
                  </a:lnTo>
                  <a:lnTo>
                    <a:pt x="96" y="0"/>
                  </a:lnTo>
                  <a:lnTo>
                    <a:pt x="94" y="0"/>
                  </a:lnTo>
                  <a:lnTo>
                    <a:pt x="93" y="0"/>
                  </a:lnTo>
                  <a:lnTo>
                    <a:pt x="91" y="0"/>
                  </a:lnTo>
                  <a:lnTo>
                    <a:pt x="90" y="3"/>
                  </a:lnTo>
                  <a:lnTo>
                    <a:pt x="90"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0" name="Freeform 392"/>
            <p:cNvSpPr/>
            <p:nvPr/>
          </p:nvSpPr>
          <p:spPr bwMode="auto">
            <a:xfrm>
              <a:off x="4529138" y="3536950"/>
              <a:ext cx="41275" cy="85725"/>
            </a:xfrm>
            <a:custGeom>
              <a:avLst/>
              <a:gdLst/>
              <a:ahLst/>
              <a:cxnLst>
                <a:cxn ang="0">
                  <a:pos x="71" y="3"/>
                </a:cxn>
                <a:cxn ang="0">
                  <a:pos x="71" y="3"/>
                </a:cxn>
                <a:cxn ang="0">
                  <a:pos x="52" y="40"/>
                </a:cxn>
                <a:cxn ang="0">
                  <a:pos x="33" y="79"/>
                </a:cxn>
                <a:cxn ang="0">
                  <a:pos x="17" y="117"/>
                </a:cxn>
                <a:cxn ang="0">
                  <a:pos x="0" y="156"/>
                </a:cxn>
                <a:cxn ang="0">
                  <a:pos x="0" y="156"/>
                </a:cxn>
                <a:cxn ang="0">
                  <a:pos x="0" y="158"/>
                </a:cxn>
                <a:cxn ang="0">
                  <a:pos x="1" y="159"/>
                </a:cxn>
                <a:cxn ang="0">
                  <a:pos x="2" y="160"/>
                </a:cxn>
                <a:cxn ang="0">
                  <a:pos x="3" y="161"/>
                </a:cxn>
                <a:cxn ang="0">
                  <a:pos x="8" y="161"/>
                </a:cxn>
                <a:cxn ang="0">
                  <a:pos x="9" y="160"/>
                </a:cxn>
                <a:cxn ang="0">
                  <a:pos x="10" y="158"/>
                </a:cxn>
                <a:cxn ang="0">
                  <a:pos x="10" y="158"/>
                </a:cxn>
                <a:cxn ang="0">
                  <a:pos x="25" y="120"/>
                </a:cxn>
                <a:cxn ang="0">
                  <a:pos x="43" y="82"/>
                </a:cxn>
                <a:cxn ang="0">
                  <a:pos x="60" y="45"/>
                </a:cxn>
                <a:cxn ang="0">
                  <a:pos x="79" y="7"/>
                </a:cxn>
                <a:cxn ang="0">
                  <a:pos x="79" y="7"/>
                </a:cxn>
                <a:cxn ang="0">
                  <a:pos x="80" y="5"/>
                </a:cxn>
                <a:cxn ang="0">
                  <a:pos x="79" y="4"/>
                </a:cxn>
                <a:cxn ang="0">
                  <a:pos x="78" y="2"/>
                </a:cxn>
                <a:cxn ang="0">
                  <a:pos x="77" y="1"/>
                </a:cxn>
                <a:cxn ang="0">
                  <a:pos x="76" y="0"/>
                </a:cxn>
                <a:cxn ang="0">
                  <a:pos x="74" y="0"/>
                </a:cxn>
                <a:cxn ang="0">
                  <a:pos x="72" y="1"/>
                </a:cxn>
                <a:cxn ang="0">
                  <a:pos x="71" y="3"/>
                </a:cxn>
                <a:cxn ang="0">
                  <a:pos x="71" y="3"/>
                </a:cxn>
              </a:cxnLst>
              <a:rect l="0" t="0" r="r" b="b"/>
              <a:pathLst>
                <a:path w="80" h="161">
                  <a:moveTo>
                    <a:pt x="71" y="3"/>
                  </a:moveTo>
                  <a:lnTo>
                    <a:pt x="71" y="3"/>
                  </a:lnTo>
                  <a:lnTo>
                    <a:pt x="52" y="40"/>
                  </a:lnTo>
                  <a:lnTo>
                    <a:pt x="33" y="79"/>
                  </a:lnTo>
                  <a:lnTo>
                    <a:pt x="17" y="117"/>
                  </a:lnTo>
                  <a:lnTo>
                    <a:pt x="0" y="156"/>
                  </a:lnTo>
                  <a:lnTo>
                    <a:pt x="0" y="156"/>
                  </a:lnTo>
                  <a:lnTo>
                    <a:pt x="0" y="158"/>
                  </a:lnTo>
                  <a:lnTo>
                    <a:pt x="1" y="159"/>
                  </a:lnTo>
                  <a:lnTo>
                    <a:pt x="2" y="160"/>
                  </a:lnTo>
                  <a:lnTo>
                    <a:pt x="3" y="161"/>
                  </a:lnTo>
                  <a:lnTo>
                    <a:pt x="8" y="161"/>
                  </a:lnTo>
                  <a:lnTo>
                    <a:pt x="9" y="160"/>
                  </a:lnTo>
                  <a:lnTo>
                    <a:pt x="10" y="158"/>
                  </a:lnTo>
                  <a:lnTo>
                    <a:pt x="10" y="158"/>
                  </a:lnTo>
                  <a:lnTo>
                    <a:pt x="25" y="120"/>
                  </a:lnTo>
                  <a:lnTo>
                    <a:pt x="43" y="82"/>
                  </a:lnTo>
                  <a:lnTo>
                    <a:pt x="60" y="45"/>
                  </a:lnTo>
                  <a:lnTo>
                    <a:pt x="79" y="7"/>
                  </a:lnTo>
                  <a:lnTo>
                    <a:pt x="79" y="7"/>
                  </a:lnTo>
                  <a:lnTo>
                    <a:pt x="80" y="5"/>
                  </a:lnTo>
                  <a:lnTo>
                    <a:pt x="79" y="4"/>
                  </a:lnTo>
                  <a:lnTo>
                    <a:pt x="78" y="2"/>
                  </a:lnTo>
                  <a:lnTo>
                    <a:pt x="77" y="1"/>
                  </a:lnTo>
                  <a:lnTo>
                    <a:pt x="76" y="0"/>
                  </a:lnTo>
                  <a:lnTo>
                    <a:pt x="74" y="0"/>
                  </a:lnTo>
                  <a:lnTo>
                    <a:pt x="72" y="1"/>
                  </a:lnTo>
                  <a:lnTo>
                    <a:pt x="71" y="3"/>
                  </a:lnTo>
                  <a:lnTo>
                    <a:pt x="71" y="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1" name="Freeform 393"/>
            <p:cNvSpPr/>
            <p:nvPr/>
          </p:nvSpPr>
          <p:spPr bwMode="auto">
            <a:xfrm>
              <a:off x="4592638" y="3511550"/>
              <a:ext cx="31750" cy="57150"/>
            </a:xfrm>
            <a:custGeom>
              <a:avLst/>
              <a:gdLst/>
              <a:ahLst/>
              <a:cxnLst>
                <a:cxn ang="0">
                  <a:pos x="51" y="4"/>
                </a:cxn>
                <a:cxn ang="0">
                  <a:pos x="51" y="4"/>
                </a:cxn>
                <a:cxn ang="0">
                  <a:pos x="50" y="10"/>
                </a:cxn>
                <a:cxn ang="0">
                  <a:pos x="49" y="17"/>
                </a:cxn>
                <a:cxn ang="0">
                  <a:pos x="43" y="30"/>
                </a:cxn>
                <a:cxn ang="0">
                  <a:pos x="29" y="53"/>
                </a:cxn>
                <a:cxn ang="0">
                  <a:pos x="29" y="53"/>
                </a:cxn>
                <a:cxn ang="0">
                  <a:pos x="16" y="78"/>
                </a:cxn>
                <a:cxn ang="0">
                  <a:pos x="1" y="103"/>
                </a:cxn>
                <a:cxn ang="0">
                  <a:pos x="1" y="103"/>
                </a:cxn>
                <a:cxn ang="0">
                  <a:pos x="0" y="104"/>
                </a:cxn>
                <a:cxn ang="0">
                  <a:pos x="1" y="106"/>
                </a:cxn>
                <a:cxn ang="0">
                  <a:pos x="1" y="108"/>
                </a:cxn>
                <a:cxn ang="0">
                  <a:pos x="3" y="109"/>
                </a:cxn>
                <a:cxn ang="0">
                  <a:pos x="4" y="109"/>
                </a:cxn>
                <a:cxn ang="0">
                  <a:pos x="6" y="109"/>
                </a:cxn>
                <a:cxn ang="0">
                  <a:pos x="8" y="109"/>
                </a:cxn>
                <a:cxn ang="0">
                  <a:pos x="10" y="107"/>
                </a:cxn>
                <a:cxn ang="0">
                  <a:pos x="10" y="107"/>
                </a:cxn>
                <a:cxn ang="0">
                  <a:pos x="18" y="94"/>
                </a:cxn>
                <a:cxn ang="0">
                  <a:pos x="26" y="80"/>
                </a:cxn>
                <a:cxn ang="0">
                  <a:pos x="41" y="51"/>
                </a:cxn>
                <a:cxn ang="0">
                  <a:pos x="41" y="51"/>
                </a:cxn>
                <a:cxn ang="0">
                  <a:pos x="53" y="29"/>
                </a:cxn>
                <a:cxn ang="0">
                  <a:pos x="58" y="17"/>
                </a:cxn>
                <a:cxn ang="0">
                  <a:pos x="60" y="11"/>
                </a:cxn>
                <a:cxn ang="0">
                  <a:pos x="61" y="4"/>
                </a:cxn>
                <a:cxn ang="0">
                  <a:pos x="61" y="4"/>
                </a:cxn>
                <a:cxn ang="0">
                  <a:pos x="60" y="2"/>
                </a:cxn>
                <a:cxn ang="0">
                  <a:pos x="60" y="1"/>
                </a:cxn>
                <a:cxn ang="0">
                  <a:pos x="58" y="0"/>
                </a:cxn>
                <a:cxn ang="0">
                  <a:pos x="56" y="0"/>
                </a:cxn>
                <a:cxn ang="0">
                  <a:pos x="53" y="1"/>
                </a:cxn>
                <a:cxn ang="0">
                  <a:pos x="52" y="2"/>
                </a:cxn>
                <a:cxn ang="0">
                  <a:pos x="51" y="4"/>
                </a:cxn>
                <a:cxn ang="0">
                  <a:pos x="51" y="4"/>
                </a:cxn>
              </a:cxnLst>
              <a:rect l="0" t="0" r="r" b="b"/>
              <a:pathLst>
                <a:path w="61" h="109">
                  <a:moveTo>
                    <a:pt x="51" y="4"/>
                  </a:moveTo>
                  <a:lnTo>
                    <a:pt x="51" y="4"/>
                  </a:lnTo>
                  <a:lnTo>
                    <a:pt x="50" y="10"/>
                  </a:lnTo>
                  <a:lnTo>
                    <a:pt x="49" y="17"/>
                  </a:lnTo>
                  <a:lnTo>
                    <a:pt x="43" y="30"/>
                  </a:lnTo>
                  <a:lnTo>
                    <a:pt x="29" y="53"/>
                  </a:lnTo>
                  <a:lnTo>
                    <a:pt x="29" y="53"/>
                  </a:lnTo>
                  <a:lnTo>
                    <a:pt x="16" y="78"/>
                  </a:lnTo>
                  <a:lnTo>
                    <a:pt x="1" y="103"/>
                  </a:lnTo>
                  <a:lnTo>
                    <a:pt x="1" y="103"/>
                  </a:lnTo>
                  <a:lnTo>
                    <a:pt x="0" y="104"/>
                  </a:lnTo>
                  <a:lnTo>
                    <a:pt x="1" y="106"/>
                  </a:lnTo>
                  <a:lnTo>
                    <a:pt x="1" y="108"/>
                  </a:lnTo>
                  <a:lnTo>
                    <a:pt x="3" y="109"/>
                  </a:lnTo>
                  <a:lnTo>
                    <a:pt x="4" y="109"/>
                  </a:lnTo>
                  <a:lnTo>
                    <a:pt x="6" y="109"/>
                  </a:lnTo>
                  <a:lnTo>
                    <a:pt x="8" y="109"/>
                  </a:lnTo>
                  <a:lnTo>
                    <a:pt x="10" y="107"/>
                  </a:lnTo>
                  <a:lnTo>
                    <a:pt x="10" y="107"/>
                  </a:lnTo>
                  <a:lnTo>
                    <a:pt x="18" y="94"/>
                  </a:lnTo>
                  <a:lnTo>
                    <a:pt x="26" y="80"/>
                  </a:lnTo>
                  <a:lnTo>
                    <a:pt x="41" y="51"/>
                  </a:lnTo>
                  <a:lnTo>
                    <a:pt x="41" y="51"/>
                  </a:lnTo>
                  <a:lnTo>
                    <a:pt x="53" y="29"/>
                  </a:lnTo>
                  <a:lnTo>
                    <a:pt x="58" y="17"/>
                  </a:lnTo>
                  <a:lnTo>
                    <a:pt x="60" y="11"/>
                  </a:lnTo>
                  <a:lnTo>
                    <a:pt x="61" y="4"/>
                  </a:lnTo>
                  <a:lnTo>
                    <a:pt x="61" y="4"/>
                  </a:lnTo>
                  <a:lnTo>
                    <a:pt x="60" y="2"/>
                  </a:lnTo>
                  <a:lnTo>
                    <a:pt x="60" y="1"/>
                  </a:lnTo>
                  <a:lnTo>
                    <a:pt x="58" y="0"/>
                  </a:lnTo>
                  <a:lnTo>
                    <a:pt x="56" y="0"/>
                  </a:lnTo>
                  <a:lnTo>
                    <a:pt x="53" y="1"/>
                  </a:lnTo>
                  <a:lnTo>
                    <a:pt x="52" y="2"/>
                  </a:lnTo>
                  <a:lnTo>
                    <a:pt x="51" y="4"/>
                  </a:lnTo>
                  <a:lnTo>
                    <a:pt x="51"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2" name="Freeform 394"/>
            <p:cNvSpPr/>
            <p:nvPr/>
          </p:nvSpPr>
          <p:spPr bwMode="auto">
            <a:xfrm>
              <a:off x="4638675" y="3521075"/>
              <a:ext cx="22225" cy="50800"/>
            </a:xfrm>
            <a:custGeom>
              <a:avLst/>
              <a:gdLst/>
              <a:ahLst/>
              <a:cxnLst>
                <a:cxn ang="0">
                  <a:pos x="32" y="4"/>
                </a:cxn>
                <a:cxn ang="0">
                  <a:pos x="32" y="4"/>
                </a:cxn>
                <a:cxn ang="0">
                  <a:pos x="31" y="17"/>
                </a:cxn>
                <a:cxn ang="0">
                  <a:pos x="28" y="28"/>
                </a:cxn>
                <a:cxn ang="0">
                  <a:pos x="25" y="38"/>
                </a:cxn>
                <a:cxn ang="0">
                  <a:pos x="20" y="50"/>
                </a:cxn>
                <a:cxn ang="0">
                  <a:pos x="10" y="70"/>
                </a:cxn>
                <a:cxn ang="0">
                  <a:pos x="0" y="92"/>
                </a:cxn>
                <a:cxn ang="0">
                  <a:pos x="0" y="92"/>
                </a:cxn>
                <a:cxn ang="0">
                  <a:pos x="0" y="94"/>
                </a:cxn>
                <a:cxn ang="0">
                  <a:pos x="0" y="95"/>
                </a:cxn>
                <a:cxn ang="0">
                  <a:pos x="2" y="96"/>
                </a:cxn>
                <a:cxn ang="0">
                  <a:pos x="3" y="97"/>
                </a:cxn>
                <a:cxn ang="0">
                  <a:pos x="7" y="97"/>
                </a:cxn>
                <a:cxn ang="0">
                  <a:pos x="8" y="96"/>
                </a:cxn>
                <a:cxn ang="0">
                  <a:pos x="9" y="94"/>
                </a:cxn>
                <a:cxn ang="0">
                  <a:pos x="9" y="94"/>
                </a:cxn>
                <a:cxn ang="0">
                  <a:pos x="20" y="72"/>
                </a:cxn>
                <a:cxn ang="0">
                  <a:pos x="30" y="51"/>
                </a:cxn>
                <a:cxn ang="0">
                  <a:pos x="34" y="39"/>
                </a:cxn>
                <a:cxn ang="0">
                  <a:pos x="37" y="28"/>
                </a:cxn>
                <a:cxn ang="0">
                  <a:pos x="40" y="17"/>
                </a:cxn>
                <a:cxn ang="0">
                  <a:pos x="41" y="4"/>
                </a:cxn>
                <a:cxn ang="0">
                  <a:pos x="41" y="4"/>
                </a:cxn>
                <a:cxn ang="0">
                  <a:pos x="41" y="2"/>
                </a:cxn>
                <a:cxn ang="0">
                  <a:pos x="40" y="1"/>
                </a:cxn>
                <a:cxn ang="0">
                  <a:pos x="38" y="0"/>
                </a:cxn>
                <a:cxn ang="0">
                  <a:pos x="37" y="0"/>
                </a:cxn>
                <a:cxn ang="0">
                  <a:pos x="35" y="0"/>
                </a:cxn>
                <a:cxn ang="0">
                  <a:pos x="33" y="1"/>
                </a:cxn>
                <a:cxn ang="0">
                  <a:pos x="32" y="2"/>
                </a:cxn>
                <a:cxn ang="0">
                  <a:pos x="32" y="4"/>
                </a:cxn>
                <a:cxn ang="0">
                  <a:pos x="32" y="4"/>
                </a:cxn>
              </a:cxnLst>
              <a:rect l="0" t="0" r="r" b="b"/>
              <a:pathLst>
                <a:path w="41" h="97">
                  <a:moveTo>
                    <a:pt x="32" y="4"/>
                  </a:moveTo>
                  <a:lnTo>
                    <a:pt x="32" y="4"/>
                  </a:lnTo>
                  <a:lnTo>
                    <a:pt x="31" y="17"/>
                  </a:lnTo>
                  <a:lnTo>
                    <a:pt x="28" y="28"/>
                  </a:lnTo>
                  <a:lnTo>
                    <a:pt x="25" y="38"/>
                  </a:lnTo>
                  <a:lnTo>
                    <a:pt x="20" y="50"/>
                  </a:lnTo>
                  <a:lnTo>
                    <a:pt x="10" y="70"/>
                  </a:lnTo>
                  <a:lnTo>
                    <a:pt x="0" y="92"/>
                  </a:lnTo>
                  <a:lnTo>
                    <a:pt x="0" y="92"/>
                  </a:lnTo>
                  <a:lnTo>
                    <a:pt x="0" y="94"/>
                  </a:lnTo>
                  <a:lnTo>
                    <a:pt x="0" y="95"/>
                  </a:lnTo>
                  <a:lnTo>
                    <a:pt x="2" y="96"/>
                  </a:lnTo>
                  <a:lnTo>
                    <a:pt x="3" y="97"/>
                  </a:lnTo>
                  <a:lnTo>
                    <a:pt x="7" y="97"/>
                  </a:lnTo>
                  <a:lnTo>
                    <a:pt x="8" y="96"/>
                  </a:lnTo>
                  <a:lnTo>
                    <a:pt x="9" y="94"/>
                  </a:lnTo>
                  <a:lnTo>
                    <a:pt x="9" y="94"/>
                  </a:lnTo>
                  <a:lnTo>
                    <a:pt x="20" y="72"/>
                  </a:lnTo>
                  <a:lnTo>
                    <a:pt x="30" y="51"/>
                  </a:lnTo>
                  <a:lnTo>
                    <a:pt x="34" y="39"/>
                  </a:lnTo>
                  <a:lnTo>
                    <a:pt x="37" y="28"/>
                  </a:lnTo>
                  <a:lnTo>
                    <a:pt x="40" y="17"/>
                  </a:lnTo>
                  <a:lnTo>
                    <a:pt x="41" y="4"/>
                  </a:lnTo>
                  <a:lnTo>
                    <a:pt x="41" y="4"/>
                  </a:lnTo>
                  <a:lnTo>
                    <a:pt x="41" y="2"/>
                  </a:lnTo>
                  <a:lnTo>
                    <a:pt x="40" y="1"/>
                  </a:lnTo>
                  <a:lnTo>
                    <a:pt x="38" y="0"/>
                  </a:lnTo>
                  <a:lnTo>
                    <a:pt x="37" y="0"/>
                  </a:lnTo>
                  <a:lnTo>
                    <a:pt x="35" y="0"/>
                  </a:lnTo>
                  <a:lnTo>
                    <a:pt x="33" y="1"/>
                  </a:lnTo>
                  <a:lnTo>
                    <a:pt x="32" y="2"/>
                  </a:lnTo>
                  <a:lnTo>
                    <a:pt x="32" y="4"/>
                  </a:lnTo>
                  <a:lnTo>
                    <a:pt x="32" y="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3" name="Freeform 395"/>
            <p:cNvSpPr/>
            <p:nvPr/>
          </p:nvSpPr>
          <p:spPr bwMode="auto">
            <a:xfrm>
              <a:off x="4719638" y="3544888"/>
              <a:ext cx="55563" cy="80963"/>
            </a:xfrm>
            <a:custGeom>
              <a:avLst/>
              <a:gdLst/>
              <a:ahLst/>
              <a:cxnLst>
                <a:cxn ang="0">
                  <a:pos x="96" y="1"/>
                </a:cxn>
                <a:cxn ang="0">
                  <a:pos x="96" y="1"/>
                </a:cxn>
                <a:cxn ang="0">
                  <a:pos x="81" y="16"/>
                </a:cxn>
                <a:cxn ang="0">
                  <a:pos x="68" y="32"/>
                </a:cxn>
                <a:cxn ang="0">
                  <a:pos x="42" y="65"/>
                </a:cxn>
                <a:cxn ang="0">
                  <a:pos x="42" y="65"/>
                </a:cxn>
                <a:cxn ang="0">
                  <a:pos x="35" y="74"/>
                </a:cxn>
                <a:cxn ang="0">
                  <a:pos x="30" y="84"/>
                </a:cxn>
                <a:cxn ang="0">
                  <a:pos x="20" y="105"/>
                </a:cxn>
                <a:cxn ang="0">
                  <a:pos x="10" y="126"/>
                </a:cxn>
                <a:cxn ang="0">
                  <a:pos x="1" y="147"/>
                </a:cxn>
                <a:cxn ang="0">
                  <a:pos x="1" y="147"/>
                </a:cxn>
                <a:cxn ang="0">
                  <a:pos x="0" y="149"/>
                </a:cxn>
                <a:cxn ang="0">
                  <a:pos x="1" y="150"/>
                </a:cxn>
                <a:cxn ang="0">
                  <a:pos x="1" y="152"/>
                </a:cxn>
                <a:cxn ang="0">
                  <a:pos x="3" y="154"/>
                </a:cxn>
                <a:cxn ang="0">
                  <a:pos x="4" y="155"/>
                </a:cxn>
                <a:cxn ang="0">
                  <a:pos x="6" y="155"/>
                </a:cxn>
                <a:cxn ang="0">
                  <a:pos x="7" y="154"/>
                </a:cxn>
                <a:cxn ang="0">
                  <a:pos x="9" y="151"/>
                </a:cxn>
                <a:cxn ang="0">
                  <a:pos x="9" y="151"/>
                </a:cxn>
                <a:cxn ang="0">
                  <a:pos x="17" y="133"/>
                </a:cxn>
                <a:cxn ang="0">
                  <a:pos x="26" y="113"/>
                </a:cxn>
                <a:cxn ang="0">
                  <a:pos x="34" y="94"/>
                </a:cxn>
                <a:cxn ang="0">
                  <a:pos x="39" y="84"/>
                </a:cxn>
                <a:cxn ang="0">
                  <a:pos x="45" y="76"/>
                </a:cxn>
                <a:cxn ang="0">
                  <a:pos x="45" y="76"/>
                </a:cxn>
                <a:cxn ang="0">
                  <a:pos x="59" y="58"/>
                </a:cxn>
                <a:cxn ang="0">
                  <a:pos x="73" y="41"/>
                </a:cxn>
                <a:cxn ang="0">
                  <a:pos x="88" y="23"/>
                </a:cxn>
                <a:cxn ang="0">
                  <a:pos x="103" y="7"/>
                </a:cxn>
                <a:cxn ang="0">
                  <a:pos x="103" y="7"/>
                </a:cxn>
                <a:cxn ang="0">
                  <a:pos x="104" y="6"/>
                </a:cxn>
                <a:cxn ang="0">
                  <a:pos x="104" y="4"/>
                </a:cxn>
                <a:cxn ang="0">
                  <a:pos x="104" y="2"/>
                </a:cxn>
                <a:cxn ang="0">
                  <a:pos x="103" y="1"/>
                </a:cxn>
                <a:cxn ang="0">
                  <a:pos x="101" y="0"/>
                </a:cxn>
                <a:cxn ang="0">
                  <a:pos x="100" y="0"/>
                </a:cxn>
                <a:cxn ang="0">
                  <a:pos x="98" y="0"/>
                </a:cxn>
                <a:cxn ang="0">
                  <a:pos x="96" y="1"/>
                </a:cxn>
                <a:cxn ang="0">
                  <a:pos x="96" y="1"/>
                </a:cxn>
              </a:cxnLst>
              <a:rect l="0" t="0" r="r" b="b"/>
              <a:pathLst>
                <a:path w="104" h="155">
                  <a:moveTo>
                    <a:pt x="96" y="1"/>
                  </a:moveTo>
                  <a:lnTo>
                    <a:pt x="96" y="1"/>
                  </a:lnTo>
                  <a:lnTo>
                    <a:pt x="81" y="16"/>
                  </a:lnTo>
                  <a:lnTo>
                    <a:pt x="68" y="32"/>
                  </a:lnTo>
                  <a:lnTo>
                    <a:pt x="42" y="65"/>
                  </a:lnTo>
                  <a:lnTo>
                    <a:pt x="42" y="65"/>
                  </a:lnTo>
                  <a:lnTo>
                    <a:pt x="35" y="74"/>
                  </a:lnTo>
                  <a:lnTo>
                    <a:pt x="30" y="84"/>
                  </a:lnTo>
                  <a:lnTo>
                    <a:pt x="20" y="105"/>
                  </a:lnTo>
                  <a:lnTo>
                    <a:pt x="10" y="126"/>
                  </a:lnTo>
                  <a:lnTo>
                    <a:pt x="1" y="147"/>
                  </a:lnTo>
                  <a:lnTo>
                    <a:pt x="1" y="147"/>
                  </a:lnTo>
                  <a:lnTo>
                    <a:pt x="0" y="149"/>
                  </a:lnTo>
                  <a:lnTo>
                    <a:pt x="1" y="150"/>
                  </a:lnTo>
                  <a:lnTo>
                    <a:pt x="1" y="152"/>
                  </a:lnTo>
                  <a:lnTo>
                    <a:pt x="3" y="154"/>
                  </a:lnTo>
                  <a:lnTo>
                    <a:pt x="4" y="155"/>
                  </a:lnTo>
                  <a:lnTo>
                    <a:pt x="6" y="155"/>
                  </a:lnTo>
                  <a:lnTo>
                    <a:pt x="7" y="154"/>
                  </a:lnTo>
                  <a:lnTo>
                    <a:pt x="9" y="151"/>
                  </a:lnTo>
                  <a:lnTo>
                    <a:pt x="9" y="151"/>
                  </a:lnTo>
                  <a:lnTo>
                    <a:pt x="17" y="133"/>
                  </a:lnTo>
                  <a:lnTo>
                    <a:pt x="26" y="113"/>
                  </a:lnTo>
                  <a:lnTo>
                    <a:pt x="34" y="94"/>
                  </a:lnTo>
                  <a:lnTo>
                    <a:pt x="39" y="84"/>
                  </a:lnTo>
                  <a:lnTo>
                    <a:pt x="45" y="76"/>
                  </a:lnTo>
                  <a:lnTo>
                    <a:pt x="45" y="76"/>
                  </a:lnTo>
                  <a:lnTo>
                    <a:pt x="59" y="58"/>
                  </a:lnTo>
                  <a:lnTo>
                    <a:pt x="73" y="41"/>
                  </a:lnTo>
                  <a:lnTo>
                    <a:pt x="88" y="23"/>
                  </a:lnTo>
                  <a:lnTo>
                    <a:pt x="103" y="7"/>
                  </a:lnTo>
                  <a:lnTo>
                    <a:pt x="103" y="7"/>
                  </a:lnTo>
                  <a:lnTo>
                    <a:pt x="104" y="6"/>
                  </a:lnTo>
                  <a:lnTo>
                    <a:pt x="104" y="4"/>
                  </a:lnTo>
                  <a:lnTo>
                    <a:pt x="104" y="2"/>
                  </a:lnTo>
                  <a:lnTo>
                    <a:pt x="103" y="1"/>
                  </a:lnTo>
                  <a:lnTo>
                    <a:pt x="101" y="0"/>
                  </a:lnTo>
                  <a:lnTo>
                    <a:pt x="100" y="0"/>
                  </a:lnTo>
                  <a:lnTo>
                    <a:pt x="98" y="0"/>
                  </a:lnTo>
                  <a:lnTo>
                    <a:pt x="96" y="1"/>
                  </a:lnTo>
                  <a:lnTo>
                    <a:pt x="96" y="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4" name="Freeform 396"/>
            <p:cNvSpPr/>
            <p:nvPr/>
          </p:nvSpPr>
          <p:spPr bwMode="auto">
            <a:xfrm>
              <a:off x="4219575" y="3103563"/>
              <a:ext cx="604838" cy="708025"/>
            </a:xfrm>
            <a:custGeom>
              <a:avLst/>
              <a:gdLst/>
              <a:ahLst/>
              <a:cxnLst>
                <a:cxn ang="0">
                  <a:pos x="691" y="1338"/>
                </a:cxn>
                <a:cxn ang="0">
                  <a:pos x="661" y="1332"/>
                </a:cxn>
                <a:cxn ang="0">
                  <a:pos x="581" y="1332"/>
                </a:cxn>
                <a:cxn ang="0">
                  <a:pos x="509" y="1331"/>
                </a:cxn>
                <a:cxn ang="0">
                  <a:pos x="487" y="1329"/>
                </a:cxn>
                <a:cxn ang="0">
                  <a:pos x="346" y="1332"/>
                </a:cxn>
                <a:cxn ang="0">
                  <a:pos x="227" y="1324"/>
                </a:cxn>
                <a:cxn ang="0">
                  <a:pos x="107" y="1276"/>
                </a:cxn>
                <a:cxn ang="0">
                  <a:pos x="26" y="1174"/>
                </a:cxn>
                <a:cxn ang="0">
                  <a:pos x="14" y="1125"/>
                </a:cxn>
                <a:cxn ang="0">
                  <a:pos x="14" y="1040"/>
                </a:cxn>
                <a:cxn ang="0">
                  <a:pos x="11" y="848"/>
                </a:cxn>
                <a:cxn ang="0">
                  <a:pos x="5" y="639"/>
                </a:cxn>
                <a:cxn ang="0">
                  <a:pos x="0" y="262"/>
                </a:cxn>
                <a:cxn ang="0">
                  <a:pos x="4" y="169"/>
                </a:cxn>
                <a:cxn ang="0">
                  <a:pos x="43" y="68"/>
                </a:cxn>
                <a:cxn ang="0">
                  <a:pos x="174" y="11"/>
                </a:cxn>
                <a:cxn ang="0">
                  <a:pos x="398" y="2"/>
                </a:cxn>
                <a:cxn ang="0">
                  <a:pos x="580" y="8"/>
                </a:cxn>
                <a:cxn ang="0">
                  <a:pos x="893" y="18"/>
                </a:cxn>
                <a:cxn ang="0">
                  <a:pos x="1050" y="43"/>
                </a:cxn>
                <a:cxn ang="0">
                  <a:pos x="1101" y="104"/>
                </a:cxn>
                <a:cxn ang="0">
                  <a:pos x="1104" y="157"/>
                </a:cxn>
                <a:cxn ang="0">
                  <a:pos x="1081" y="159"/>
                </a:cxn>
                <a:cxn ang="0">
                  <a:pos x="1069" y="123"/>
                </a:cxn>
                <a:cxn ang="0">
                  <a:pos x="1017" y="66"/>
                </a:cxn>
                <a:cxn ang="0">
                  <a:pos x="935" y="54"/>
                </a:cxn>
                <a:cxn ang="0">
                  <a:pos x="613" y="49"/>
                </a:cxn>
                <a:cxn ang="0">
                  <a:pos x="445" y="38"/>
                </a:cxn>
                <a:cxn ang="0">
                  <a:pos x="247" y="35"/>
                </a:cxn>
                <a:cxn ang="0">
                  <a:pos x="128" y="61"/>
                </a:cxn>
                <a:cxn ang="0">
                  <a:pos x="59" y="111"/>
                </a:cxn>
                <a:cxn ang="0">
                  <a:pos x="41" y="193"/>
                </a:cxn>
                <a:cxn ang="0">
                  <a:pos x="35" y="262"/>
                </a:cxn>
                <a:cxn ang="0">
                  <a:pos x="39" y="299"/>
                </a:cxn>
                <a:cxn ang="0">
                  <a:pos x="45" y="732"/>
                </a:cxn>
                <a:cxn ang="0">
                  <a:pos x="50" y="996"/>
                </a:cxn>
                <a:cxn ang="0">
                  <a:pos x="49" y="1106"/>
                </a:cxn>
                <a:cxn ang="0">
                  <a:pos x="52" y="1136"/>
                </a:cxn>
                <a:cxn ang="0">
                  <a:pos x="85" y="1207"/>
                </a:cxn>
                <a:cxn ang="0">
                  <a:pos x="189" y="1281"/>
                </a:cxn>
                <a:cxn ang="0">
                  <a:pos x="259" y="1287"/>
                </a:cxn>
                <a:cxn ang="0">
                  <a:pos x="384" y="1298"/>
                </a:cxn>
                <a:cxn ang="0">
                  <a:pos x="466" y="1292"/>
                </a:cxn>
                <a:cxn ang="0">
                  <a:pos x="602" y="1297"/>
                </a:cxn>
                <a:cxn ang="0">
                  <a:pos x="682" y="1297"/>
                </a:cxn>
                <a:cxn ang="0">
                  <a:pos x="713" y="1294"/>
                </a:cxn>
                <a:cxn ang="0">
                  <a:pos x="781" y="1271"/>
                </a:cxn>
                <a:cxn ang="0">
                  <a:pos x="969" y="1143"/>
                </a:cxn>
                <a:cxn ang="0">
                  <a:pos x="1093" y="1056"/>
                </a:cxn>
                <a:cxn ang="0">
                  <a:pos x="1108" y="1031"/>
                </a:cxn>
                <a:cxn ang="0">
                  <a:pos x="1096" y="668"/>
                </a:cxn>
                <a:cxn ang="0">
                  <a:pos x="1112" y="658"/>
                </a:cxn>
                <a:cxn ang="0">
                  <a:pos x="1132" y="676"/>
                </a:cxn>
                <a:cxn ang="0">
                  <a:pos x="1135" y="1062"/>
                </a:cxn>
                <a:cxn ang="0">
                  <a:pos x="1074" y="1111"/>
                </a:cxn>
                <a:cxn ang="0">
                  <a:pos x="931" y="1212"/>
                </a:cxn>
                <a:cxn ang="0">
                  <a:pos x="765" y="1319"/>
                </a:cxn>
                <a:cxn ang="0">
                  <a:pos x="719" y="1332"/>
                </a:cxn>
              </a:cxnLst>
              <a:rect l="0" t="0" r="r" b="b"/>
              <a:pathLst>
                <a:path w="1145" h="1338">
                  <a:moveTo>
                    <a:pt x="707" y="1338"/>
                  </a:moveTo>
                  <a:lnTo>
                    <a:pt x="707" y="1338"/>
                  </a:lnTo>
                  <a:lnTo>
                    <a:pt x="703" y="1338"/>
                  </a:lnTo>
                  <a:lnTo>
                    <a:pt x="700" y="1337"/>
                  </a:lnTo>
                  <a:lnTo>
                    <a:pt x="698" y="1336"/>
                  </a:lnTo>
                  <a:lnTo>
                    <a:pt x="696" y="1337"/>
                  </a:lnTo>
                  <a:lnTo>
                    <a:pt x="696" y="1337"/>
                  </a:lnTo>
                  <a:lnTo>
                    <a:pt x="691" y="1338"/>
                  </a:lnTo>
                  <a:lnTo>
                    <a:pt x="691" y="1338"/>
                  </a:lnTo>
                  <a:lnTo>
                    <a:pt x="685" y="1337"/>
                  </a:lnTo>
                  <a:lnTo>
                    <a:pt x="678" y="1333"/>
                  </a:lnTo>
                  <a:lnTo>
                    <a:pt x="678" y="1333"/>
                  </a:lnTo>
                  <a:lnTo>
                    <a:pt x="675" y="1332"/>
                  </a:lnTo>
                  <a:lnTo>
                    <a:pt x="671" y="1332"/>
                  </a:lnTo>
                  <a:lnTo>
                    <a:pt x="671" y="1332"/>
                  </a:lnTo>
                  <a:lnTo>
                    <a:pt x="661" y="1332"/>
                  </a:lnTo>
                  <a:lnTo>
                    <a:pt x="648" y="1333"/>
                  </a:lnTo>
                  <a:lnTo>
                    <a:pt x="648" y="1333"/>
                  </a:lnTo>
                  <a:lnTo>
                    <a:pt x="638" y="1334"/>
                  </a:lnTo>
                  <a:lnTo>
                    <a:pt x="638" y="1334"/>
                  </a:lnTo>
                  <a:lnTo>
                    <a:pt x="615" y="1334"/>
                  </a:lnTo>
                  <a:lnTo>
                    <a:pt x="615" y="1334"/>
                  </a:lnTo>
                  <a:lnTo>
                    <a:pt x="600" y="1334"/>
                  </a:lnTo>
                  <a:lnTo>
                    <a:pt x="581" y="1332"/>
                  </a:lnTo>
                  <a:lnTo>
                    <a:pt x="581" y="1332"/>
                  </a:lnTo>
                  <a:lnTo>
                    <a:pt x="569" y="1331"/>
                  </a:lnTo>
                  <a:lnTo>
                    <a:pt x="554" y="1329"/>
                  </a:lnTo>
                  <a:lnTo>
                    <a:pt x="554" y="1329"/>
                  </a:lnTo>
                  <a:lnTo>
                    <a:pt x="534" y="1331"/>
                  </a:lnTo>
                  <a:lnTo>
                    <a:pt x="534" y="1331"/>
                  </a:lnTo>
                  <a:lnTo>
                    <a:pt x="513" y="1331"/>
                  </a:lnTo>
                  <a:lnTo>
                    <a:pt x="509" y="1331"/>
                  </a:lnTo>
                  <a:lnTo>
                    <a:pt x="509" y="1331"/>
                  </a:lnTo>
                  <a:lnTo>
                    <a:pt x="503" y="1329"/>
                  </a:lnTo>
                  <a:lnTo>
                    <a:pt x="496" y="1328"/>
                  </a:lnTo>
                  <a:lnTo>
                    <a:pt x="495" y="1327"/>
                  </a:lnTo>
                  <a:lnTo>
                    <a:pt x="492" y="1328"/>
                  </a:lnTo>
                  <a:lnTo>
                    <a:pt x="492" y="1328"/>
                  </a:lnTo>
                  <a:lnTo>
                    <a:pt x="487" y="1329"/>
                  </a:lnTo>
                  <a:lnTo>
                    <a:pt x="487" y="1329"/>
                  </a:lnTo>
                  <a:lnTo>
                    <a:pt x="461" y="1329"/>
                  </a:lnTo>
                  <a:lnTo>
                    <a:pt x="436" y="1332"/>
                  </a:lnTo>
                  <a:lnTo>
                    <a:pt x="436" y="1332"/>
                  </a:lnTo>
                  <a:lnTo>
                    <a:pt x="410" y="1333"/>
                  </a:lnTo>
                  <a:lnTo>
                    <a:pt x="384" y="1334"/>
                  </a:lnTo>
                  <a:lnTo>
                    <a:pt x="384" y="1334"/>
                  </a:lnTo>
                  <a:lnTo>
                    <a:pt x="364" y="1333"/>
                  </a:lnTo>
                  <a:lnTo>
                    <a:pt x="346" y="1332"/>
                  </a:lnTo>
                  <a:lnTo>
                    <a:pt x="346" y="1332"/>
                  </a:lnTo>
                  <a:lnTo>
                    <a:pt x="327" y="1329"/>
                  </a:lnTo>
                  <a:lnTo>
                    <a:pt x="308" y="1329"/>
                  </a:lnTo>
                  <a:lnTo>
                    <a:pt x="308" y="1329"/>
                  </a:lnTo>
                  <a:lnTo>
                    <a:pt x="274" y="1327"/>
                  </a:lnTo>
                  <a:lnTo>
                    <a:pt x="240" y="1325"/>
                  </a:lnTo>
                  <a:lnTo>
                    <a:pt x="227" y="1324"/>
                  </a:lnTo>
                  <a:lnTo>
                    <a:pt x="227" y="1324"/>
                  </a:lnTo>
                  <a:lnTo>
                    <a:pt x="208" y="1322"/>
                  </a:lnTo>
                  <a:lnTo>
                    <a:pt x="191" y="1318"/>
                  </a:lnTo>
                  <a:lnTo>
                    <a:pt x="174" y="1313"/>
                  </a:lnTo>
                  <a:lnTo>
                    <a:pt x="159" y="1307"/>
                  </a:lnTo>
                  <a:lnTo>
                    <a:pt x="159" y="1307"/>
                  </a:lnTo>
                  <a:lnTo>
                    <a:pt x="140" y="1297"/>
                  </a:lnTo>
                  <a:lnTo>
                    <a:pt x="124" y="1287"/>
                  </a:lnTo>
                  <a:lnTo>
                    <a:pt x="107" y="1276"/>
                  </a:lnTo>
                  <a:lnTo>
                    <a:pt x="93" y="1263"/>
                  </a:lnTo>
                  <a:lnTo>
                    <a:pt x="78" y="1249"/>
                  </a:lnTo>
                  <a:lnTo>
                    <a:pt x="65" y="1234"/>
                  </a:lnTo>
                  <a:lnTo>
                    <a:pt x="52" y="1219"/>
                  </a:lnTo>
                  <a:lnTo>
                    <a:pt x="40" y="1201"/>
                  </a:lnTo>
                  <a:lnTo>
                    <a:pt x="40" y="1201"/>
                  </a:lnTo>
                  <a:lnTo>
                    <a:pt x="30" y="1183"/>
                  </a:lnTo>
                  <a:lnTo>
                    <a:pt x="26" y="1174"/>
                  </a:lnTo>
                  <a:lnTo>
                    <a:pt x="22" y="1164"/>
                  </a:lnTo>
                  <a:lnTo>
                    <a:pt x="19" y="1155"/>
                  </a:lnTo>
                  <a:lnTo>
                    <a:pt x="17" y="1146"/>
                  </a:lnTo>
                  <a:lnTo>
                    <a:pt x="15" y="1136"/>
                  </a:lnTo>
                  <a:lnTo>
                    <a:pt x="14" y="1126"/>
                  </a:lnTo>
                  <a:lnTo>
                    <a:pt x="14" y="1125"/>
                  </a:lnTo>
                  <a:lnTo>
                    <a:pt x="14" y="1125"/>
                  </a:lnTo>
                  <a:lnTo>
                    <a:pt x="14" y="1125"/>
                  </a:lnTo>
                  <a:lnTo>
                    <a:pt x="13" y="1118"/>
                  </a:lnTo>
                  <a:lnTo>
                    <a:pt x="12" y="1111"/>
                  </a:lnTo>
                  <a:lnTo>
                    <a:pt x="11" y="1096"/>
                  </a:lnTo>
                  <a:lnTo>
                    <a:pt x="12" y="1081"/>
                  </a:lnTo>
                  <a:lnTo>
                    <a:pt x="13" y="1065"/>
                  </a:lnTo>
                  <a:lnTo>
                    <a:pt x="13" y="1065"/>
                  </a:lnTo>
                  <a:lnTo>
                    <a:pt x="14" y="1040"/>
                  </a:lnTo>
                  <a:lnTo>
                    <a:pt x="14" y="1040"/>
                  </a:lnTo>
                  <a:lnTo>
                    <a:pt x="14" y="997"/>
                  </a:lnTo>
                  <a:lnTo>
                    <a:pt x="14" y="997"/>
                  </a:lnTo>
                  <a:lnTo>
                    <a:pt x="14" y="945"/>
                  </a:lnTo>
                  <a:lnTo>
                    <a:pt x="14" y="895"/>
                  </a:lnTo>
                  <a:lnTo>
                    <a:pt x="14" y="895"/>
                  </a:lnTo>
                  <a:lnTo>
                    <a:pt x="13" y="871"/>
                  </a:lnTo>
                  <a:lnTo>
                    <a:pt x="11" y="848"/>
                  </a:lnTo>
                  <a:lnTo>
                    <a:pt x="11" y="848"/>
                  </a:lnTo>
                  <a:lnTo>
                    <a:pt x="8" y="815"/>
                  </a:lnTo>
                  <a:lnTo>
                    <a:pt x="7" y="799"/>
                  </a:lnTo>
                  <a:lnTo>
                    <a:pt x="8" y="782"/>
                  </a:lnTo>
                  <a:lnTo>
                    <a:pt x="8" y="782"/>
                  </a:lnTo>
                  <a:lnTo>
                    <a:pt x="9" y="747"/>
                  </a:lnTo>
                  <a:lnTo>
                    <a:pt x="9" y="711"/>
                  </a:lnTo>
                  <a:lnTo>
                    <a:pt x="7" y="675"/>
                  </a:lnTo>
                  <a:lnTo>
                    <a:pt x="5" y="639"/>
                  </a:lnTo>
                  <a:lnTo>
                    <a:pt x="5" y="639"/>
                  </a:lnTo>
                  <a:lnTo>
                    <a:pt x="2" y="589"/>
                  </a:lnTo>
                  <a:lnTo>
                    <a:pt x="1" y="564"/>
                  </a:lnTo>
                  <a:lnTo>
                    <a:pt x="0" y="539"/>
                  </a:lnTo>
                  <a:lnTo>
                    <a:pt x="0" y="280"/>
                  </a:lnTo>
                  <a:lnTo>
                    <a:pt x="0" y="280"/>
                  </a:lnTo>
                  <a:lnTo>
                    <a:pt x="0" y="272"/>
                  </a:lnTo>
                  <a:lnTo>
                    <a:pt x="0" y="262"/>
                  </a:lnTo>
                  <a:lnTo>
                    <a:pt x="3" y="243"/>
                  </a:lnTo>
                  <a:lnTo>
                    <a:pt x="3" y="243"/>
                  </a:lnTo>
                  <a:lnTo>
                    <a:pt x="4" y="230"/>
                  </a:lnTo>
                  <a:lnTo>
                    <a:pt x="5" y="219"/>
                  </a:lnTo>
                  <a:lnTo>
                    <a:pt x="4" y="196"/>
                  </a:lnTo>
                  <a:lnTo>
                    <a:pt x="4" y="196"/>
                  </a:lnTo>
                  <a:lnTo>
                    <a:pt x="4" y="183"/>
                  </a:lnTo>
                  <a:lnTo>
                    <a:pt x="4" y="169"/>
                  </a:lnTo>
                  <a:lnTo>
                    <a:pt x="5" y="157"/>
                  </a:lnTo>
                  <a:lnTo>
                    <a:pt x="7" y="145"/>
                  </a:lnTo>
                  <a:lnTo>
                    <a:pt x="7" y="145"/>
                  </a:lnTo>
                  <a:lnTo>
                    <a:pt x="12" y="126"/>
                  </a:lnTo>
                  <a:lnTo>
                    <a:pt x="18" y="109"/>
                  </a:lnTo>
                  <a:lnTo>
                    <a:pt x="26" y="93"/>
                  </a:lnTo>
                  <a:lnTo>
                    <a:pt x="34" y="80"/>
                  </a:lnTo>
                  <a:lnTo>
                    <a:pt x="43" y="68"/>
                  </a:lnTo>
                  <a:lnTo>
                    <a:pt x="54" y="58"/>
                  </a:lnTo>
                  <a:lnTo>
                    <a:pt x="68" y="48"/>
                  </a:lnTo>
                  <a:lnTo>
                    <a:pt x="84" y="39"/>
                  </a:lnTo>
                  <a:lnTo>
                    <a:pt x="84" y="39"/>
                  </a:lnTo>
                  <a:lnTo>
                    <a:pt x="100" y="33"/>
                  </a:lnTo>
                  <a:lnTo>
                    <a:pt x="114" y="28"/>
                  </a:lnTo>
                  <a:lnTo>
                    <a:pt x="144" y="19"/>
                  </a:lnTo>
                  <a:lnTo>
                    <a:pt x="174" y="11"/>
                  </a:lnTo>
                  <a:lnTo>
                    <a:pt x="204" y="6"/>
                  </a:lnTo>
                  <a:lnTo>
                    <a:pt x="233" y="3"/>
                  </a:lnTo>
                  <a:lnTo>
                    <a:pt x="262" y="1"/>
                  </a:lnTo>
                  <a:lnTo>
                    <a:pt x="290" y="0"/>
                  </a:lnTo>
                  <a:lnTo>
                    <a:pt x="317" y="0"/>
                  </a:lnTo>
                  <a:lnTo>
                    <a:pt x="317" y="0"/>
                  </a:lnTo>
                  <a:lnTo>
                    <a:pt x="358" y="0"/>
                  </a:lnTo>
                  <a:lnTo>
                    <a:pt x="398" y="2"/>
                  </a:lnTo>
                  <a:lnTo>
                    <a:pt x="398" y="2"/>
                  </a:lnTo>
                  <a:lnTo>
                    <a:pt x="441" y="3"/>
                  </a:lnTo>
                  <a:lnTo>
                    <a:pt x="483" y="3"/>
                  </a:lnTo>
                  <a:lnTo>
                    <a:pt x="483" y="3"/>
                  </a:lnTo>
                  <a:lnTo>
                    <a:pt x="507" y="4"/>
                  </a:lnTo>
                  <a:lnTo>
                    <a:pt x="532" y="5"/>
                  </a:lnTo>
                  <a:lnTo>
                    <a:pt x="580" y="8"/>
                  </a:lnTo>
                  <a:lnTo>
                    <a:pt x="580" y="8"/>
                  </a:lnTo>
                  <a:lnTo>
                    <a:pt x="629" y="11"/>
                  </a:lnTo>
                  <a:lnTo>
                    <a:pt x="654" y="12"/>
                  </a:lnTo>
                  <a:lnTo>
                    <a:pt x="678" y="12"/>
                  </a:lnTo>
                  <a:lnTo>
                    <a:pt x="678" y="12"/>
                  </a:lnTo>
                  <a:lnTo>
                    <a:pt x="730" y="14"/>
                  </a:lnTo>
                  <a:lnTo>
                    <a:pt x="783" y="15"/>
                  </a:lnTo>
                  <a:lnTo>
                    <a:pt x="881" y="17"/>
                  </a:lnTo>
                  <a:lnTo>
                    <a:pt x="893" y="18"/>
                  </a:lnTo>
                  <a:lnTo>
                    <a:pt x="893" y="18"/>
                  </a:lnTo>
                  <a:lnTo>
                    <a:pt x="930" y="19"/>
                  </a:lnTo>
                  <a:lnTo>
                    <a:pt x="968" y="22"/>
                  </a:lnTo>
                  <a:lnTo>
                    <a:pt x="985" y="24"/>
                  </a:lnTo>
                  <a:lnTo>
                    <a:pt x="1003" y="27"/>
                  </a:lnTo>
                  <a:lnTo>
                    <a:pt x="1019" y="31"/>
                  </a:lnTo>
                  <a:lnTo>
                    <a:pt x="1035" y="37"/>
                  </a:lnTo>
                  <a:lnTo>
                    <a:pt x="1050" y="43"/>
                  </a:lnTo>
                  <a:lnTo>
                    <a:pt x="1064" y="52"/>
                  </a:lnTo>
                  <a:lnTo>
                    <a:pt x="1075" y="62"/>
                  </a:lnTo>
                  <a:lnTo>
                    <a:pt x="1081" y="68"/>
                  </a:lnTo>
                  <a:lnTo>
                    <a:pt x="1085" y="74"/>
                  </a:lnTo>
                  <a:lnTo>
                    <a:pt x="1090" y="81"/>
                  </a:lnTo>
                  <a:lnTo>
                    <a:pt x="1095" y="89"/>
                  </a:lnTo>
                  <a:lnTo>
                    <a:pt x="1098" y="96"/>
                  </a:lnTo>
                  <a:lnTo>
                    <a:pt x="1101" y="104"/>
                  </a:lnTo>
                  <a:lnTo>
                    <a:pt x="1104" y="114"/>
                  </a:lnTo>
                  <a:lnTo>
                    <a:pt x="1106" y="124"/>
                  </a:lnTo>
                  <a:lnTo>
                    <a:pt x="1107" y="134"/>
                  </a:lnTo>
                  <a:lnTo>
                    <a:pt x="1108" y="145"/>
                  </a:lnTo>
                  <a:lnTo>
                    <a:pt x="1108" y="145"/>
                  </a:lnTo>
                  <a:lnTo>
                    <a:pt x="1107" y="152"/>
                  </a:lnTo>
                  <a:lnTo>
                    <a:pt x="1106" y="154"/>
                  </a:lnTo>
                  <a:lnTo>
                    <a:pt x="1104" y="157"/>
                  </a:lnTo>
                  <a:lnTo>
                    <a:pt x="1104" y="157"/>
                  </a:lnTo>
                  <a:lnTo>
                    <a:pt x="1101" y="159"/>
                  </a:lnTo>
                  <a:lnTo>
                    <a:pt x="1098" y="160"/>
                  </a:lnTo>
                  <a:lnTo>
                    <a:pt x="1095" y="161"/>
                  </a:lnTo>
                  <a:lnTo>
                    <a:pt x="1090" y="162"/>
                  </a:lnTo>
                  <a:lnTo>
                    <a:pt x="1090" y="162"/>
                  </a:lnTo>
                  <a:lnTo>
                    <a:pt x="1084" y="161"/>
                  </a:lnTo>
                  <a:lnTo>
                    <a:pt x="1081" y="159"/>
                  </a:lnTo>
                  <a:lnTo>
                    <a:pt x="1078" y="157"/>
                  </a:lnTo>
                  <a:lnTo>
                    <a:pt x="1076" y="155"/>
                  </a:lnTo>
                  <a:lnTo>
                    <a:pt x="1074" y="152"/>
                  </a:lnTo>
                  <a:lnTo>
                    <a:pt x="1072" y="149"/>
                  </a:lnTo>
                  <a:lnTo>
                    <a:pt x="1072" y="145"/>
                  </a:lnTo>
                  <a:lnTo>
                    <a:pt x="1072" y="145"/>
                  </a:lnTo>
                  <a:lnTo>
                    <a:pt x="1071" y="133"/>
                  </a:lnTo>
                  <a:lnTo>
                    <a:pt x="1069" y="123"/>
                  </a:lnTo>
                  <a:lnTo>
                    <a:pt x="1066" y="114"/>
                  </a:lnTo>
                  <a:lnTo>
                    <a:pt x="1062" y="104"/>
                  </a:lnTo>
                  <a:lnTo>
                    <a:pt x="1056" y="96"/>
                  </a:lnTo>
                  <a:lnTo>
                    <a:pt x="1050" y="89"/>
                  </a:lnTo>
                  <a:lnTo>
                    <a:pt x="1044" y="83"/>
                  </a:lnTo>
                  <a:lnTo>
                    <a:pt x="1036" y="77"/>
                  </a:lnTo>
                  <a:lnTo>
                    <a:pt x="1026" y="71"/>
                  </a:lnTo>
                  <a:lnTo>
                    <a:pt x="1017" y="66"/>
                  </a:lnTo>
                  <a:lnTo>
                    <a:pt x="1006" y="62"/>
                  </a:lnTo>
                  <a:lnTo>
                    <a:pt x="994" y="59"/>
                  </a:lnTo>
                  <a:lnTo>
                    <a:pt x="981" y="57"/>
                  </a:lnTo>
                  <a:lnTo>
                    <a:pt x="968" y="55"/>
                  </a:lnTo>
                  <a:lnTo>
                    <a:pt x="952" y="54"/>
                  </a:lnTo>
                  <a:lnTo>
                    <a:pt x="937" y="54"/>
                  </a:lnTo>
                  <a:lnTo>
                    <a:pt x="935" y="54"/>
                  </a:lnTo>
                  <a:lnTo>
                    <a:pt x="935" y="54"/>
                  </a:lnTo>
                  <a:lnTo>
                    <a:pt x="897" y="53"/>
                  </a:lnTo>
                  <a:lnTo>
                    <a:pt x="861" y="51"/>
                  </a:lnTo>
                  <a:lnTo>
                    <a:pt x="861" y="51"/>
                  </a:lnTo>
                  <a:lnTo>
                    <a:pt x="825" y="50"/>
                  </a:lnTo>
                  <a:lnTo>
                    <a:pt x="788" y="49"/>
                  </a:lnTo>
                  <a:lnTo>
                    <a:pt x="630" y="49"/>
                  </a:lnTo>
                  <a:lnTo>
                    <a:pt x="630" y="49"/>
                  </a:lnTo>
                  <a:lnTo>
                    <a:pt x="613" y="49"/>
                  </a:lnTo>
                  <a:lnTo>
                    <a:pt x="597" y="48"/>
                  </a:lnTo>
                  <a:lnTo>
                    <a:pt x="564" y="45"/>
                  </a:lnTo>
                  <a:lnTo>
                    <a:pt x="564" y="45"/>
                  </a:lnTo>
                  <a:lnTo>
                    <a:pt x="531" y="40"/>
                  </a:lnTo>
                  <a:lnTo>
                    <a:pt x="514" y="39"/>
                  </a:lnTo>
                  <a:lnTo>
                    <a:pt x="497" y="39"/>
                  </a:lnTo>
                  <a:lnTo>
                    <a:pt x="497" y="39"/>
                  </a:lnTo>
                  <a:lnTo>
                    <a:pt x="445" y="38"/>
                  </a:lnTo>
                  <a:lnTo>
                    <a:pt x="392" y="35"/>
                  </a:lnTo>
                  <a:lnTo>
                    <a:pt x="392" y="35"/>
                  </a:lnTo>
                  <a:lnTo>
                    <a:pt x="344" y="33"/>
                  </a:lnTo>
                  <a:lnTo>
                    <a:pt x="344" y="33"/>
                  </a:lnTo>
                  <a:lnTo>
                    <a:pt x="311" y="32"/>
                  </a:lnTo>
                  <a:lnTo>
                    <a:pt x="311" y="32"/>
                  </a:lnTo>
                  <a:lnTo>
                    <a:pt x="283" y="33"/>
                  </a:lnTo>
                  <a:lnTo>
                    <a:pt x="247" y="35"/>
                  </a:lnTo>
                  <a:lnTo>
                    <a:pt x="227" y="37"/>
                  </a:lnTo>
                  <a:lnTo>
                    <a:pt x="207" y="40"/>
                  </a:lnTo>
                  <a:lnTo>
                    <a:pt x="188" y="43"/>
                  </a:lnTo>
                  <a:lnTo>
                    <a:pt x="169" y="49"/>
                  </a:lnTo>
                  <a:lnTo>
                    <a:pt x="168" y="49"/>
                  </a:lnTo>
                  <a:lnTo>
                    <a:pt x="168" y="49"/>
                  </a:lnTo>
                  <a:lnTo>
                    <a:pt x="147" y="55"/>
                  </a:lnTo>
                  <a:lnTo>
                    <a:pt x="128" y="61"/>
                  </a:lnTo>
                  <a:lnTo>
                    <a:pt x="109" y="68"/>
                  </a:lnTo>
                  <a:lnTo>
                    <a:pt x="101" y="72"/>
                  </a:lnTo>
                  <a:lnTo>
                    <a:pt x="93" y="78"/>
                  </a:lnTo>
                  <a:lnTo>
                    <a:pt x="84" y="83"/>
                  </a:lnTo>
                  <a:lnTo>
                    <a:pt x="77" y="89"/>
                  </a:lnTo>
                  <a:lnTo>
                    <a:pt x="70" y="95"/>
                  </a:lnTo>
                  <a:lnTo>
                    <a:pt x="64" y="102"/>
                  </a:lnTo>
                  <a:lnTo>
                    <a:pt x="59" y="111"/>
                  </a:lnTo>
                  <a:lnTo>
                    <a:pt x="53" y="120"/>
                  </a:lnTo>
                  <a:lnTo>
                    <a:pt x="49" y="130"/>
                  </a:lnTo>
                  <a:lnTo>
                    <a:pt x="45" y="142"/>
                  </a:lnTo>
                  <a:lnTo>
                    <a:pt x="45" y="142"/>
                  </a:lnTo>
                  <a:lnTo>
                    <a:pt x="42" y="155"/>
                  </a:lnTo>
                  <a:lnTo>
                    <a:pt x="41" y="167"/>
                  </a:lnTo>
                  <a:lnTo>
                    <a:pt x="41" y="181"/>
                  </a:lnTo>
                  <a:lnTo>
                    <a:pt x="41" y="193"/>
                  </a:lnTo>
                  <a:lnTo>
                    <a:pt x="41" y="193"/>
                  </a:lnTo>
                  <a:lnTo>
                    <a:pt x="42" y="209"/>
                  </a:lnTo>
                  <a:lnTo>
                    <a:pt x="41" y="224"/>
                  </a:lnTo>
                  <a:lnTo>
                    <a:pt x="41" y="224"/>
                  </a:lnTo>
                  <a:lnTo>
                    <a:pt x="38" y="240"/>
                  </a:lnTo>
                  <a:lnTo>
                    <a:pt x="38" y="240"/>
                  </a:lnTo>
                  <a:lnTo>
                    <a:pt x="36" y="251"/>
                  </a:lnTo>
                  <a:lnTo>
                    <a:pt x="35" y="262"/>
                  </a:lnTo>
                  <a:lnTo>
                    <a:pt x="35" y="268"/>
                  </a:lnTo>
                  <a:lnTo>
                    <a:pt x="35" y="273"/>
                  </a:lnTo>
                  <a:lnTo>
                    <a:pt x="37" y="278"/>
                  </a:lnTo>
                  <a:lnTo>
                    <a:pt x="39" y="282"/>
                  </a:lnTo>
                  <a:lnTo>
                    <a:pt x="39" y="282"/>
                  </a:lnTo>
                  <a:lnTo>
                    <a:pt x="41" y="288"/>
                  </a:lnTo>
                  <a:lnTo>
                    <a:pt x="41" y="294"/>
                  </a:lnTo>
                  <a:lnTo>
                    <a:pt x="39" y="299"/>
                  </a:lnTo>
                  <a:lnTo>
                    <a:pt x="38" y="302"/>
                  </a:lnTo>
                  <a:lnTo>
                    <a:pt x="36" y="303"/>
                  </a:lnTo>
                  <a:lnTo>
                    <a:pt x="36" y="305"/>
                  </a:lnTo>
                  <a:lnTo>
                    <a:pt x="36" y="305"/>
                  </a:lnTo>
                  <a:lnTo>
                    <a:pt x="37" y="404"/>
                  </a:lnTo>
                  <a:lnTo>
                    <a:pt x="38" y="509"/>
                  </a:lnTo>
                  <a:lnTo>
                    <a:pt x="40" y="620"/>
                  </a:lnTo>
                  <a:lnTo>
                    <a:pt x="45" y="732"/>
                  </a:lnTo>
                  <a:lnTo>
                    <a:pt x="45" y="732"/>
                  </a:lnTo>
                  <a:lnTo>
                    <a:pt x="47" y="788"/>
                  </a:lnTo>
                  <a:lnTo>
                    <a:pt x="49" y="845"/>
                  </a:lnTo>
                  <a:lnTo>
                    <a:pt x="50" y="905"/>
                  </a:lnTo>
                  <a:lnTo>
                    <a:pt x="50" y="965"/>
                  </a:lnTo>
                  <a:lnTo>
                    <a:pt x="50" y="965"/>
                  </a:lnTo>
                  <a:lnTo>
                    <a:pt x="50" y="996"/>
                  </a:lnTo>
                  <a:lnTo>
                    <a:pt x="50" y="996"/>
                  </a:lnTo>
                  <a:lnTo>
                    <a:pt x="50" y="1033"/>
                  </a:lnTo>
                  <a:lnTo>
                    <a:pt x="50" y="1070"/>
                  </a:lnTo>
                  <a:lnTo>
                    <a:pt x="50" y="1075"/>
                  </a:lnTo>
                  <a:lnTo>
                    <a:pt x="50" y="1075"/>
                  </a:lnTo>
                  <a:lnTo>
                    <a:pt x="49" y="1099"/>
                  </a:lnTo>
                  <a:lnTo>
                    <a:pt x="49" y="1099"/>
                  </a:lnTo>
                  <a:lnTo>
                    <a:pt x="50" y="1106"/>
                  </a:lnTo>
                  <a:lnTo>
                    <a:pt x="49" y="1106"/>
                  </a:lnTo>
                  <a:lnTo>
                    <a:pt x="50" y="1116"/>
                  </a:lnTo>
                  <a:lnTo>
                    <a:pt x="50" y="1119"/>
                  </a:lnTo>
                  <a:lnTo>
                    <a:pt x="51" y="1121"/>
                  </a:lnTo>
                  <a:lnTo>
                    <a:pt x="51" y="1121"/>
                  </a:lnTo>
                  <a:lnTo>
                    <a:pt x="52" y="1124"/>
                  </a:lnTo>
                  <a:lnTo>
                    <a:pt x="53" y="1128"/>
                  </a:lnTo>
                  <a:lnTo>
                    <a:pt x="53" y="1132"/>
                  </a:lnTo>
                  <a:lnTo>
                    <a:pt x="52" y="1136"/>
                  </a:lnTo>
                  <a:lnTo>
                    <a:pt x="52" y="1137"/>
                  </a:lnTo>
                  <a:lnTo>
                    <a:pt x="52" y="1138"/>
                  </a:lnTo>
                  <a:lnTo>
                    <a:pt x="52" y="1138"/>
                  </a:lnTo>
                  <a:lnTo>
                    <a:pt x="57" y="1153"/>
                  </a:lnTo>
                  <a:lnTo>
                    <a:pt x="62" y="1167"/>
                  </a:lnTo>
                  <a:lnTo>
                    <a:pt x="69" y="1181"/>
                  </a:lnTo>
                  <a:lnTo>
                    <a:pt x="76" y="1194"/>
                  </a:lnTo>
                  <a:lnTo>
                    <a:pt x="85" y="1207"/>
                  </a:lnTo>
                  <a:lnTo>
                    <a:pt x="96" y="1219"/>
                  </a:lnTo>
                  <a:lnTo>
                    <a:pt x="107" y="1230"/>
                  </a:lnTo>
                  <a:lnTo>
                    <a:pt x="120" y="1242"/>
                  </a:lnTo>
                  <a:lnTo>
                    <a:pt x="133" y="1252"/>
                  </a:lnTo>
                  <a:lnTo>
                    <a:pt x="146" y="1260"/>
                  </a:lnTo>
                  <a:lnTo>
                    <a:pt x="160" y="1269"/>
                  </a:lnTo>
                  <a:lnTo>
                    <a:pt x="174" y="1275"/>
                  </a:lnTo>
                  <a:lnTo>
                    <a:pt x="189" y="1281"/>
                  </a:lnTo>
                  <a:lnTo>
                    <a:pt x="202" y="1285"/>
                  </a:lnTo>
                  <a:lnTo>
                    <a:pt x="217" y="1287"/>
                  </a:lnTo>
                  <a:lnTo>
                    <a:pt x="231" y="1288"/>
                  </a:lnTo>
                  <a:lnTo>
                    <a:pt x="231" y="1288"/>
                  </a:lnTo>
                  <a:lnTo>
                    <a:pt x="240" y="1287"/>
                  </a:lnTo>
                  <a:lnTo>
                    <a:pt x="240" y="1287"/>
                  </a:lnTo>
                  <a:lnTo>
                    <a:pt x="259" y="1287"/>
                  </a:lnTo>
                  <a:lnTo>
                    <a:pt x="259" y="1287"/>
                  </a:lnTo>
                  <a:lnTo>
                    <a:pt x="278" y="1287"/>
                  </a:lnTo>
                  <a:lnTo>
                    <a:pt x="296" y="1289"/>
                  </a:lnTo>
                  <a:lnTo>
                    <a:pt x="332" y="1293"/>
                  </a:lnTo>
                  <a:lnTo>
                    <a:pt x="332" y="1293"/>
                  </a:lnTo>
                  <a:lnTo>
                    <a:pt x="349" y="1296"/>
                  </a:lnTo>
                  <a:lnTo>
                    <a:pt x="349" y="1296"/>
                  </a:lnTo>
                  <a:lnTo>
                    <a:pt x="366" y="1297"/>
                  </a:lnTo>
                  <a:lnTo>
                    <a:pt x="384" y="1298"/>
                  </a:lnTo>
                  <a:lnTo>
                    <a:pt x="384" y="1298"/>
                  </a:lnTo>
                  <a:lnTo>
                    <a:pt x="411" y="1297"/>
                  </a:lnTo>
                  <a:lnTo>
                    <a:pt x="437" y="1295"/>
                  </a:lnTo>
                  <a:lnTo>
                    <a:pt x="437" y="1295"/>
                  </a:lnTo>
                  <a:lnTo>
                    <a:pt x="462" y="1293"/>
                  </a:lnTo>
                  <a:lnTo>
                    <a:pt x="465" y="1293"/>
                  </a:lnTo>
                  <a:lnTo>
                    <a:pt x="466" y="1292"/>
                  </a:lnTo>
                  <a:lnTo>
                    <a:pt x="466" y="1292"/>
                  </a:lnTo>
                  <a:lnTo>
                    <a:pt x="471" y="1289"/>
                  </a:lnTo>
                  <a:lnTo>
                    <a:pt x="476" y="1288"/>
                  </a:lnTo>
                  <a:lnTo>
                    <a:pt x="478" y="1288"/>
                  </a:lnTo>
                  <a:lnTo>
                    <a:pt x="478" y="1288"/>
                  </a:lnTo>
                  <a:lnTo>
                    <a:pt x="528" y="1292"/>
                  </a:lnTo>
                  <a:lnTo>
                    <a:pt x="528" y="1292"/>
                  </a:lnTo>
                  <a:lnTo>
                    <a:pt x="577" y="1295"/>
                  </a:lnTo>
                  <a:lnTo>
                    <a:pt x="602" y="1297"/>
                  </a:lnTo>
                  <a:lnTo>
                    <a:pt x="627" y="1297"/>
                  </a:lnTo>
                  <a:lnTo>
                    <a:pt x="627" y="1297"/>
                  </a:lnTo>
                  <a:lnTo>
                    <a:pt x="645" y="1296"/>
                  </a:lnTo>
                  <a:lnTo>
                    <a:pt x="645" y="1296"/>
                  </a:lnTo>
                  <a:lnTo>
                    <a:pt x="665" y="1296"/>
                  </a:lnTo>
                  <a:lnTo>
                    <a:pt x="665" y="1296"/>
                  </a:lnTo>
                  <a:lnTo>
                    <a:pt x="674" y="1296"/>
                  </a:lnTo>
                  <a:lnTo>
                    <a:pt x="682" y="1297"/>
                  </a:lnTo>
                  <a:lnTo>
                    <a:pt x="690" y="1300"/>
                  </a:lnTo>
                  <a:lnTo>
                    <a:pt x="697" y="1303"/>
                  </a:lnTo>
                  <a:lnTo>
                    <a:pt x="699" y="1304"/>
                  </a:lnTo>
                  <a:lnTo>
                    <a:pt x="703" y="1303"/>
                  </a:lnTo>
                  <a:lnTo>
                    <a:pt x="704" y="1302"/>
                  </a:lnTo>
                  <a:lnTo>
                    <a:pt x="704" y="1302"/>
                  </a:lnTo>
                  <a:lnTo>
                    <a:pt x="708" y="1297"/>
                  </a:lnTo>
                  <a:lnTo>
                    <a:pt x="713" y="1294"/>
                  </a:lnTo>
                  <a:lnTo>
                    <a:pt x="725" y="1289"/>
                  </a:lnTo>
                  <a:lnTo>
                    <a:pt x="736" y="1285"/>
                  </a:lnTo>
                  <a:lnTo>
                    <a:pt x="749" y="1281"/>
                  </a:lnTo>
                  <a:lnTo>
                    <a:pt x="749" y="1281"/>
                  </a:lnTo>
                  <a:lnTo>
                    <a:pt x="765" y="1277"/>
                  </a:lnTo>
                  <a:lnTo>
                    <a:pt x="772" y="1274"/>
                  </a:lnTo>
                  <a:lnTo>
                    <a:pt x="781" y="1271"/>
                  </a:lnTo>
                  <a:lnTo>
                    <a:pt x="781" y="1271"/>
                  </a:lnTo>
                  <a:lnTo>
                    <a:pt x="812" y="1254"/>
                  </a:lnTo>
                  <a:lnTo>
                    <a:pt x="843" y="1233"/>
                  </a:lnTo>
                  <a:lnTo>
                    <a:pt x="875" y="1211"/>
                  </a:lnTo>
                  <a:lnTo>
                    <a:pt x="908" y="1185"/>
                  </a:lnTo>
                  <a:lnTo>
                    <a:pt x="908" y="1185"/>
                  </a:lnTo>
                  <a:lnTo>
                    <a:pt x="922" y="1174"/>
                  </a:lnTo>
                  <a:lnTo>
                    <a:pt x="938" y="1162"/>
                  </a:lnTo>
                  <a:lnTo>
                    <a:pt x="969" y="1143"/>
                  </a:lnTo>
                  <a:lnTo>
                    <a:pt x="969" y="1143"/>
                  </a:lnTo>
                  <a:lnTo>
                    <a:pt x="992" y="1127"/>
                  </a:lnTo>
                  <a:lnTo>
                    <a:pt x="1016" y="1111"/>
                  </a:lnTo>
                  <a:lnTo>
                    <a:pt x="1016" y="1111"/>
                  </a:lnTo>
                  <a:lnTo>
                    <a:pt x="1029" y="1101"/>
                  </a:lnTo>
                  <a:lnTo>
                    <a:pt x="1029" y="1101"/>
                  </a:lnTo>
                  <a:lnTo>
                    <a:pt x="1070" y="1073"/>
                  </a:lnTo>
                  <a:lnTo>
                    <a:pt x="1093" y="1056"/>
                  </a:lnTo>
                  <a:lnTo>
                    <a:pt x="1099" y="1051"/>
                  </a:lnTo>
                  <a:lnTo>
                    <a:pt x="1103" y="1046"/>
                  </a:lnTo>
                  <a:lnTo>
                    <a:pt x="1104" y="1043"/>
                  </a:lnTo>
                  <a:lnTo>
                    <a:pt x="1105" y="1041"/>
                  </a:lnTo>
                  <a:lnTo>
                    <a:pt x="1105" y="1041"/>
                  </a:lnTo>
                  <a:lnTo>
                    <a:pt x="1106" y="1036"/>
                  </a:lnTo>
                  <a:lnTo>
                    <a:pt x="1107" y="1032"/>
                  </a:lnTo>
                  <a:lnTo>
                    <a:pt x="1108" y="1031"/>
                  </a:lnTo>
                  <a:lnTo>
                    <a:pt x="1108" y="1029"/>
                  </a:lnTo>
                  <a:lnTo>
                    <a:pt x="1108" y="1029"/>
                  </a:lnTo>
                  <a:lnTo>
                    <a:pt x="1106" y="946"/>
                  </a:lnTo>
                  <a:lnTo>
                    <a:pt x="1104" y="859"/>
                  </a:lnTo>
                  <a:lnTo>
                    <a:pt x="1100" y="770"/>
                  </a:lnTo>
                  <a:lnTo>
                    <a:pt x="1096" y="676"/>
                  </a:lnTo>
                  <a:lnTo>
                    <a:pt x="1096" y="676"/>
                  </a:lnTo>
                  <a:lnTo>
                    <a:pt x="1096" y="668"/>
                  </a:lnTo>
                  <a:lnTo>
                    <a:pt x="1098" y="666"/>
                  </a:lnTo>
                  <a:lnTo>
                    <a:pt x="1099" y="663"/>
                  </a:lnTo>
                  <a:lnTo>
                    <a:pt x="1099" y="663"/>
                  </a:lnTo>
                  <a:lnTo>
                    <a:pt x="1102" y="661"/>
                  </a:lnTo>
                  <a:lnTo>
                    <a:pt x="1105" y="660"/>
                  </a:lnTo>
                  <a:lnTo>
                    <a:pt x="1108" y="659"/>
                  </a:lnTo>
                  <a:lnTo>
                    <a:pt x="1112" y="658"/>
                  </a:lnTo>
                  <a:lnTo>
                    <a:pt x="1112" y="658"/>
                  </a:lnTo>
                  <a:lnTo>
                    <a:pt x="1118" y="659"/>
                  </a:lnTo>
                  <a:lnTo>
                    <a:pt x="1123" y="661"/>
                  </a:lnTo>
                  <a:lnTo>
                    <a:pt x="1125" y="662"/>
                  </a:lnTo>
                  <a:lnTo>
                    <a:pt x="1128" y="665"/>
                  </a:lnTo>
                  <a:lnTo>
                    <a:pt x="1130" y="668"/>
                  </a:lnTo>
                  <a:lnTo>
                    <a:pt x="1131" y="672"/>
                  </a:lnTo>
                  <a:lnTo>
                    <a:pt x="1132" y="676"/>
                  </a:lnTo>
                  <a:lnTo>
                    <a:pt x="1132" y="676"/>
                  </a:lnTo>
                  <a:lnTo>
                    <a:pt x="1137" y="780"/>
                  </a:lnTo>
                  <a:lnTo>
                    <a:pt x="1140" y="877"/>
                  </a:lnTo>
                  <a:lnTo>
                    <a:pt x="1143" y="967"/>
                  </a:lnTo>
                  <a:lnTo>
                    <a:pt x="1145" y="1053"/>
                  </a:lnTo>
                  <a:lnTo>
                    <a:pt x="1139" y="1053"/>
                  </a:lnTo>
                  <a:lnTo>
                    <a:pt x="1137" y="1057"/>
                  </a:lnTo>
                  <a:lnTo>
                    <a:pt x="1137" y="1057"/>
                  </a:lnTo>
                  <a:lnTo>
                    <a:pt x="1135" y="1062"/>
                  </a:lnTo>
                  <a:lnTo>
                    <a:pt x="1131" y="1067"/>
                  </a:lnTo>
                  <a:lnTo>
                    <a:pt x="1127" y="1072"/>
                  </a:lnTo>
                  <a:lnTo>
                    <a:pt x="1121" y="1076"/>
                  </a:lnTo>
                  <a:lnTo>
                    <a:pt x="1110" y="1085"/>
                  </a:lnTo>
                  <a:lnTo>
                    <a:pt x="1098" y="1093"/>
                  </a:lnTo>
                  <a:lnTo>
                    <a:pt x="1098" y="1093"/>
                  </a:lnTo>
                  <a:lnTo>
                    <a:pt x="1085" y="1101"/>
                  </a:lnTo>
                  <a:lnTo>
                    <a:pt x="1074" y="1111"/>
                  </a:lnTo>
                  <a:lnTo>
                    <a:pt x="1074" y="1111"/>
                  </a:lnTo>
                  <a:lnTo>
                    <a:pt x="1054" y="1125"/>
                  </a:lnTo>
                  <a:lnTo>
                    <a:pt x="1035" y="1139"/>
                  </a:lnTo>
                  <a:lnTo>
                    <a:pt x="995" y="1166"/>
                  </a:lnTo>
                  <a:lnTo>
                    <a:pt x="995" y="1166"/>
                  </a:lnTo>
                  <a:lnTo>
                    <a:pt x="954" y="1194"/>
                  </a:lnTo>
                  <a:lnTo>
                    <a:pt x="954" y="1194"/>
                  </a:lnTo>
                  <a:lnTo>
                    <a:pt x="931" y="1212"/>
                  </a:lnTo>
                  <a:lnTo>
                    <a:pt x="908" y="1229"/>
                  </a:lnTo>
                  <a:lnTo>
                    <a:pt x="908" y="1229"/>
                  </a:lnTo>
                  <a:lnTo>
                    <a:pt x="865" y="1262"/>
                  </a:lnTo>
                  <a:lnTo>
                    <a:pt x="844" y="1277"/>
                  </a:lnTo>
                  <a:lnTo>
                    <a:pt x="822" y="1291"/>
                  </a:lnTo>
                  <a:lnTo>
                    <a:pt x="799" y="1304"/>
                  </a:lnTo>
                  <a:lnTo>
                    <a:pt x="776" y="1315"/>
                  </a:lnTo>
                  <a:lnTo>
                    <a:pt x="765" y="1319"/>
                  </a:lnTo>
                  <a:lnTo>
                    <a:pt x="753" y="1322"/>
                  </a:lnTo>
                  <a:lnTo>
                    <a:pt x="740" y="1325"/>
                  </a:lnTo>
                  <a:lnTo>
                    <a:pt x="729" y="1328"/>
                  </a:lnTo>
                  <a:lnTo>
                    <a:pt x="727" y="1328"/>
                  </a:lnTo>
                  <a:lnTo>
                    <a:pt x="726" y="1329"/>
                  </a:lnTo>
                  <a:lnTo>
                    <a:pt x="726" y="1329"/>
                  </a:lnTo>
                  <a:lnTo>
                    <a:pt x="723" y="1331"/>
                  </a:lnTo>
                  <a:lnTo>
                    <a:pt x="719" y="1332"/>
                  </a:lnTo>
                  <a:lnTo>
                    <a:pt x="712" y="1334"/>
                  </a:lnTo>
                  <a:lnTo>
                    <a:pt x="713" y="1337"/>
                  </a:lnTo>
                  <a:lnTo>
                    <a:pt x="713" y="1337"/>
                  </a:lnTo>
                  <a:lnTo>
                    <a:pt x="710" y="1338"/>
                  </a:lnTo>
                  <a:lnTo>
                    <a:pt x="710" y="1338"/>
                  </a:lnTo>
                  <a:lnTo>
                    <a:pt x="707" y="1338"/>
                  </a:lnTo>
                  <a:lnTo>
                    <a:pt x="707" y="1338"/>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5" name="Freeform 397"/>
            <p:cNvSpPr>
              <a:spLocks noEditPoints="1"/>
            </p:cNvSpPr>
            <p:nvPr/>
          </p:nvSpPr>
          <p:spPr bwMode="auto">
            <a:xfrm>
              <a:off x="4422775" y="3170238"/>
              <a:ext cx="542925" cy="473075"/>
            </a:xfrm>
            <a:custGeom>
              <a:avLst/>
              <a:gdLst/>
              <a:ahLst/>
              <a:cxnLst>
                <a:cxn ang="0">
                  <a:pos x="2" y="884"/>
                </a:cxn>
                <a:cxn ang="0">
                  <a:pos x="4" y="861"/>
                </a:cxn>
                <a:cxn ang="0">
                  <a:pos x="45" y="818"/>
                </a:cxn>
                <a:cxn ang="0">
                  <a:pos x="132" y="715"/>
                </a:cxn>
                <a:cxn ang="0">
                  <a:pos x="182" y="635"/>
                </a:cxn>
                <a:cxn ang="0">
                  <a:pos x="192" y="564"/>
                </a:cxn>
                <a:cxn ang="0">
                  <a:pos x="207" y="470"/>
                </a:cxn>
                <a:cxn ang="0">
                  <a:pos x="253" y="351"/>
                </a:cxn>
                <a:cxn ang="0">
                  <a:pos x="358" y="215"/>
                </a:cxn>
                <a:cxn ang="0">
                  <a:pos x="517" y="90"/>
                </a:cxn>
                <a:cxn ang="0">
                  <a:pos x="663" y="24"/>
                </a:cxn>
                <a:cxn ang="0">
                  <a:pos x="817" y="2"/>
                </a:cxn>
                <a:cxn ang="0">
                  <a:pos x="943" y="2"/>
                </a:cxn>
                <a:cxn ang="0">
                  <a:pos x="1002" y="16"/>
                </a:cxn>
                <a:cxn ang="0">
                  <a:pos x="1020" y="26"/>
                </a:cxn>
                <a:cxn ang="0">
                  <a:pos x="1022" y="133"/>
                </a:cxn>
                <a:cxn ang="0">
                  <a:pos x="979" y="246"/>
                </a:cxn>
                <a:cxn ang="0">
                  <a:pos x="962" y="260"/>
                </a:cxn>
                <a:cxn ang="0">
                  <a:pos x="893" y="274"/>
                </a:cxn>
                <a:cxn ang="0">
                  <a:pos x="808" y="306"/>
                </a:cxn>
                <a:cxn ang="0">
                  <a:pos x="918" y="339"/>
                </a:cxn>
                <a:cxn ang="0">
                  <a:pos x="927" y="359"/>
                </a:cxn>
                <a:cxn ang="0">
                  <a:pos x="913" y="390"/>
                </a:cxn>
                <a:cxn ang="0">
                  <a:pos x="814" y="507"/>
                </a:cxn>
                <a:cxn ang="0">
                  <a:pos x="649" y="614"/>
                </a:cxn>
                <a:cxn ang="0">
                  <a:pos x="475" y="674"/>
                </a:cxn>
                <a:cxn ang="0">
                  <a:pos x="252" y="686"/>
                </a:cxn>
                <a:cxn ang="0">
                  <a:pos x="211" y="689"/>
                </a:cxn>
                <a:cxn ang="0">
                  <a:pos x="126" y="777"/>
                </a:cxn>
                <a:cxn ang="0">
                  <a:pos x="53" y="863"/>
                </a:cxn>
                <a:cxn ang="0">
                  <a:pos x="17" y="894"/>
                </a:cxn>
                <a:cxn ang="0">
                  <a:pos x="745" y="48"/>
                </a:cxn>
                <a:cxn ang="0">
                  <a:pos x="624" y="74"/>
                </a:cxn>
                <a:cxn ang="0">
                  <a:pos x="505" y="137"/>
                </a:cxn>
                <a:cxn ang="0">
                  <a:pos x="419" y="211"/>
                </a:cxn>
                <a:cxn ang="0">
                  <a:pos x="291" y="355"/>
                </a:cxn>
                <a:cxn ang="0">
                  <a:pos x="241" y="484"/>
                </a:cxn>
                <a:cxn ang="0">
                  <a:pos x="228" y="573"/>
                </a:cxn>
                <a:cxn ang="0">
                  <a:pos x="224" y="646"/>
                </a:cxn>
                <a:cxn ang="0">
                  <a:pos x="307" y="651"/>
                </a:cxn>
                <a:cxn ang="0">
                  <a:pos x="441" y="639"/>
                </a:cxn>
                <a:cxn ang="0">
                  <a:pos x="535" y="627"/>
                </a:cxn>
                <a:cxn ang="0">
                  <a:pos x="630" y="583"/>
                </a:cxn>
                <a:cxn ang="0">
                  <a:pos x="705" y="540"/>
                </a:cxn>
                <a:cxn ang="0">
                  <a:pos x="803" y="471"/>
                </a:cxn>
                <a:cxn ang="0">
                  <a:pos x="872" y="385"/>
                </a:cxn>
                <a:cxn ang="0">
                  <a:pos x="826" y="349"/>
                </a:cxn>
                <a:cxn ang="0">
                  <a:pos x="717" y="321"/>
                </a:cxn>
                <a:cxn ang="0">
                  <a:pos x="657" y="300"/>
                </a:cxn>
                <a:cxn ang="0">
                  <a:pos x="647" y="280"/>
                </a:cxn>
                <a:cxn ang="0">
                  <a:pos x="659" y="257"/>
                </a:cxn>
                <a:cxn ang="0">
                  <a:pos x="843" y="243"/>
                </a:cxn>
                <a:cxn ang="0">
                  <a:pos x="959" y="205"/>
                </a:cxn>
                <a:cxn ang="0">
                  <a:pos x="990" y="94"/>
                </a:cxn>
                <a:cxn ang="0">
                  <a:pos x="979" y="41"/>
                </a:cxn>
                <a:cxn ang="0">
                  <a:pos x="974" y="45"/>
                </a:cxn>
                <a:cxn ang="0">
                  <a:pos x="957" y="41"/>
                </a:cxn>
              </a:cxnLst>
              <a:rect l="0" t="0" r="r" b="b"/>
              <a:pathLst>
                <a:path w="1026" h="894">
                  <a:moveTo>
                    <a:pt x="17" y="894"/>
                  </a:moveTo>
                  <a:lnTo>
                    <a:pt x="17" y="894"/>
                  </a:lnTo>
                  <a:lnTo>
                    <a:pt x="11" y="893"/>
                  </a:lnTo>
                  <a:lnTo>
                    <a:pt x="8" y="892"/>
                  </a:lnTo>
                  <a:lnTo>
                    <a:pt x="6" y="891"/>
                  </a:lnTo>
                  <a:lnTo>
                    <a:pt x="3" y="887"/>
                  </a:lnTo>
                  <a:lnTo>
                    <a:pt x="2" y="884"/>
                  </a:lnTo>
                  <a:lnTo>
                    <a:pt x="1" y="881"/>
                  </a:lnTo>
                  <a:lnTo>
                    <a:pt x="0" y="877"/>
                  </a:lnTo>
                  <a:lnTo>
                    <a:pt x="0" y="872"/>
                  </a:lnTo>
                  <a:lnTo>
                    <a:pt x="0" y="872"/>
                  </a:lnTo>
                  <a:lnTo>
                    <a:pt x="1" y="869"/>
                  </a:lnTo>
                  <a:lnTo>
                    <a:pt x="1" y="866"/>
                  </a:lnTo>
                  <a:lnTo>
                    <a:pt x="4" y="861"/>
                  </a:lnTo>
                  <a:lnTo>
                    <a:pt x="7" y="857"/>
                  </a:lnTo>
                  <a:lnTo>
                    <a:pt x="10" y="856"/>
                  </a:lnTo>
                  <a:lnTo>
                    <a:pt x="12" y="855"/>
                  </a:lnTo>
                  <a:lnTo>
                    <a:pt x="13" y="854"/>
                  </a:lnTo>
                  <a:lnTo>
                    <a:pt x="13" y="854"/>
                  </a:lnTo>
                  <a:lnTo>
                    <a:pt x="29" y="836"/>
                  </a:lnTo>
                  <a:lnTo>
                    <a:pt x="45" y="818"/>
                  </a:lnTo>
                  <a:lnTo>
                    <a:pt x="45" y="818"/>
                  </a:lnTo>
                  <a:lnTo>
                    <a:pt x="69" y="791"/>
                  </a:lnTo>
                  <a:lnTo>
                    <a:pt x="82" y="777"/>
                  </a:lnTo>
                  <a:lnTo>
                    <a:pt x="93" y="761"/>
                  </a:lnTo>
                  <a:lnTo>
                    <a:pt x="93" y="761"/>
                  </a:lnTo>
                  <a:lnTo>
                    <a:pt x="112" y="738"/>
                  </a:lnTo>
                  <a:lnTo>
                    <a:pt x="132" y="715"/>
                  </a:lnTo>
                  <a:lnTo>
                    <a:pt x="153" y="692"/>
                  </a:lnTo>
                  <a:lnTo>
                    <a:pt x="176" y="670"/>
                  </a:lnTo>
                  <a:lnTo>
                    <a:pt x="188" y="658"/>
                  </a:lnTo>
                  <a:lnTo>
                    <a:pt x="187" y="655"/>
                  </a:lnTo>
                  <a:lnTo>
                    <a:pt x="187" y="655"/>
                  </a:lnTo>
                  <a:lnTo>
                    <a:pt x="184" y="645"/>
                  </a:lnTo>
                  <a:lnTo>
                    <a:pt x="182" y="635"/>
                  </a:lnTo>
                  <a:lnTo>
                    <a:pt x="181" y="627"/>
                  </a:lnTo>
                  <a:lnTo>
                    <a:pt x="181" y="621"/>
                  </a:lnTo>
                  <a:lnTo>
                    <a:pt x="181" y="621"/>
                  </a:lnTo>
                  <a:lnTo>
                    <a:pt x="183" y="603"/>
                  </a:lnTo>
                  <a:lnTo>
                    <a:pt x="187" y="586"/>
                  </a:lnTo>
                  <a:lnTo>
                    <a:pt x="187" y="586"/>
                  </a:lnTo>
                  <a:lnTo>
                    <a:pt x="192" y="564"/>
                  </a:lnTo>
                  <a:lnTo>
                    <a:pt x="193" y="553"/>
                  </a:lnTo>
                  <a:lnTo>
                    <a:pt x="194" y="540"/>
                  </a:lnTo>
                  <a:lnTo>
                    <a:pt x="194" y="540"/>
                  </a:lnTo>
                  <a:lnTo>
                    <a:pt x="196" y="524"/>
                  </a:lnTo>
                  <a:lnTo>
                    <a:pt x="198" y="506"/>
                  </a:lnTo>
                  <a:lnTo>
                    <a:pt x="202" y="489"/>
                  </a:lnTo>
                  <a:lnTo>
                    <a:pt x="207" y="470"/>
                  </a:lnTo>
                  <a:lnTo>
                    <a:pt x="212" y="452"/>
                  </a:lnTo>
                  <a:lnTo>
                    <a:pt x="218" y="432"/>
                  </a:lnTo>
                  <a:lnTo>
                    <a:pt x="225" y="412"/>
                  </a:lnTo>
                  <a:lnTo>
                    <a:pt x="233" y="392"/>
                  </a:lnTo>
                  <a:lnTo>
                    <a:pt x="233" y="392"/>
                  </a:lnTo>
                  <a:lnTo>
                    <a:pt x="243" y="371"/>
                  </a:lnTo>
                  <a:lnTo>
                    <a:pt x="253" y="351"/>
                  </a:lnTo>
                  <a:lnTo>
                    <a:pt x="264" y="332"/>
                  </a:lnTo>
                  <a:lnTo>
                    <a:pt x="276" y="313"/>
                  </a:lnTo>
                  <a:lnTo>
                    <a:pt x="289" y="296"/>
                  </a:lnTo>
                  <a:lnTo>
                    <a:pt x="302" y="278"/>
                  </a:lnTo>
                  <a:lnTo>
                    <a:pt x="315" y="261"/>
                  </a:lnTo>
                  <a:lnTo>
                    <a:pt x="329" y="245"/>
                  </a:lnTo>
                  <a:lnTo>
                    <a:pt x="358" y="215"/>
                  </a:lnTo>
                  <a:lnTo>
                    <a:pt x="388" y="188"/>
                  </a:lnTo>
                  <a:lnTo>
                    <a:pt x="417" y="162"/>
                  </a:lnTo>
                  <a:lnTo>
                    <a:pt x="446" y="140"/>
                  </a:lnTo>
                  <a:lnTo>
                    <a:pt x="446" y="140"/>
                  </a:lnTo>
                  <a:lnTo>
                    <a:pt x="464" y="126"/>
                  </a:lnTo>
                  <a:lnTo>
                    <a:pt x="481" y="114"/>
                  </a:lnTo>
                  <a:lnTo>
                    <a:pt x="517" y="90"/>
                  </a:lnTo>
                  <a:lnTo>
                    <a:pt x="555" y="69"/>
                  </a:lnTo>
                  <a:lnTo>
                    <a:pt x="592" y="49"/>
                  </a:lnTo>
                  <a:lnTo>
                    <a:pt x="592" y="49"/>
                  </a:lnTo>
                  <a:lnTo>
                    <a:pt x="609" y="40"/>
                  </a:lnTo>
                  <a:lnTo>
                    <a:pt x="627" y="34"/>
                  </a:lnTo>
                  <a:lnTo>
                    <a:pt x="645" y="28"/>
                  </a:lnTo>
                  <a:lnTo>
                    <a:pt x="663" y="24"/>
                  </a:lnTo>
                  <a:lnTo>
                    <a:pt x="681" y="20"/>
                  </a:lnTo>
                  <a:lnTo>
                    <a:pt x="699" y="17"/>
                  </a:lnTo>
                  <a:lnTo>
                    <a:pt x="737" y="11"/>
                  </a:lnTo>
                  <a:lnTo>
                    <a:pt x="745" y="10"/>
                  </a:lnTo>
                  <a:lnTo>
                    <a:pt x="745" y="10"/>
                  </a:lnTo>
                  <a:lnTo>
                    <a:pt x="782" y="5"/>
                  </a:lnTo>
                  <a:lnTo>
                    <a:pt x="817" y="2"/>
                  </a:lnTo>
                  <a:lnTo>
                    <a:pt x="848" y="0"/>
                  </a:lnTo>
                  <a:lnTo>
                    <a:pt x="878" y="0"/>
                  </a:lnTo>
                  <a:lnTo>
                    <a:pt x="878" y="0"/>
                  </a:lnTo>
                  <a:lnTo>
                    <a:pt x="902" y="0"/>
                  </a:lnTo>
                  <a:lnTo>
                    <a:pt x="924" y="1"/>
                  </a:lnTo>
                  <a:lnTo>
                    <a:pt x="924" y="1"/>
                  </a:lnTo>
                  <a:lnTo>
                    <a:pt x="943" y="2"/>
                  </a:lnTo>
                  <a:lnTo>
                    <a:pt x="943" y="2"/>
                  </a:lnTo>
                  <a:lnTo>
                    <a:pt x="959" y="3"/>
                  </a:lnTo>
                  <a:lnTo>
                    <a:pt x="975" y="5"/>
                  </a:lnTo>
                  <a:lnTo>
                    <a:pt x="982" y="6"/>
                  </a:lnTo>
                  <a:lnTo>
                    <a:pt x="990" y="8"/>
                  </a:lnTo>
                  <a:lnTo>
                    <a:pt x="997" y="11"/>
                  </a:lnTo>
                  <a:lnTo>
                    <a:pt x="1002" y="16"/>
                  </a:lnTo>
                  <a:lnTo>
                    <a:pt x="1003" y="16"/>
                  </a:lnTo>
                  <a:lnTo>
                    <a:pt x="1005" y="17"/>
                  </a:lnTo>
                  <a:lnTo>
                    <a:pt x="1005" y="17"/>
                  </a:lnTo>
                  <a:lnTo>
                    <a:pt x="1010" y="18"/>
                  </a:lnTo>
                  <a:lnTo>
                    <a:pt x="1016" y="21"/>
                  </a:lnTo>
                  <a:lnTo>
                    <a:pt x="1018" y="24"/>
                  </a:lnTo>
                  <a:lnTo>
                    <a:pt x="1020" y="26"/>
                  </a:lnTo>
                  <a:lnTo>
                    <a:pt x="1022" y="30"/>
                  </a:lnTo>
                  <a:lnTo>
                    <a:pt x="1023" y="33"/>
                  </a:lnTo>
                  <a:lnTo>
                    <a:pt x="1023" y="33"/>
                  </a:lnTo>
                  <a:lnTo>
                    <a:pt x="1026" y="61"/>
                  </a:lnTo>
                  <a:lnTo>
                    <a:pt x="1026" y="86"/>
                  </a:lnTo>
                  <a:lnTo>
                    <a:pt x="1025" y="110"/>
                  </a:lnTo>
                  <a:lnTo>
                    <a:pt x="1022" y="133"/>
                  </a:lnTo>
                  <a:lnTo>
                    <a:pt x="1022" y="133"/>
                  </a:lnTo>
                  <a:lnTo>
                    <a:pt x="1016" y="154"/>
                  </a:lnTo>
                  <a:lnTo>
                    <a:pt x="1010" y="174"/>
                  </a:lnTo>
                  <a:lnTo>
                    <a:pt x="1002" y="193"/>
                  </a:lnTo>
                  <a:lnTo>
                    <a:pt x="994" y="213"/>
                  </a:lnTo>
                  <a:lnTo>
                    <a:pt x="994" y="213"/>
                  </a:lnTo>
                  <a:lnTo>
                    <a:pt x="979" y="246"/>
                  </a:lnTo>
                  <a:lnTo>
                    <a:pt x="979" y="246"/>
                  </a:lnTo>
                  <a:lnTo>
                    <a:pt x="976" y="251"/>
                  </a:lnTo>
                  <a:lnTo>
                    <a:pt x="973" y="254"/>
                  </a:lnTo>
                  <a:lnTo>
                    <a:pt x="969" y="256"/>
                  </a:lnTo>
                  <a:lnTo>
                    <a:pt x="966" y="257"/>
                  </a:lnTo>
                  <a:lnTo>
                    <a:pt x="963" y="258"/>
                  </a:lnTo>
                  <a:lnTo>
                    <a:pt x="962" y="260"/>
                  </a:lnTo>
                  <a:lnTo>
                    <a:pt x="962" y="260"/>
                  </a:lnTo>
                  <a:lnTo>
                    <a:pt x="960" y="262"/>
                  </a:lnTo>
                  <a:lnTo>
                    <a:pt x="956" y="266"/>
                  </a:lnTo>
                  <a:lnTo>
                    <a:pt x="952" y="268"/>
                  </a:lnTo>
                  <a:lnTo>
                    <a:pt x="947" y="269"/>
                  </a:lnTo>
                  <a:lnTo>
                    <a:pt x="947" y="269"/>
                  </a:lnTo>
                  <a:lnTo>
                    <a:pt x="893" y="274"/>
                  </a:lnTo>
                  <a:lnTo>
                    <a:pt x="841" y="279"/>
                  </a:lnTo>
                  <a:lnTo>
                    <a:pt x="841" y="279"/>
                  </a:lnTo>
                  <a:lnTo>
                    <a:pt x="780" y="286"/>
                  </a:lnTo>
                  <a:lnTo>
                    <a:pt x="779" y="298"/>
                  </a:lnTo>
                  <a:lnTo>
                    <a:pt x="779" y="298"/>
                  </a:lnTo>
                  <a:lnTo>
                    <a:pt x="795" y="302"/>
                  </a:lnTo>
                  <a:lnTo>
                    <a:pt x="808" y="306"/>
                  </a:lnTo>
                  <a:lnTo>
                    <a:pt x="808" y="306"/>
                  </a:lnTo>
                  <a:lnTo>
                    <a:pt x="833" y="316"/>
                  </a:lnTo>
                  <a:lnTo>
                    <a:pt x="858" y="324"/>
                  </a:lnTo>
                  <a:lnTo>
                    <a:pt x="887" y="333"/>
                  </a:lnTo>
                  <a:lnTo>
                    <a:pt x="915" y="338"/>
                  </a:lnTo>
                  <a:lnTo>
                    <a:pt x="915" y="338"/>
                  </a:lnTo>
                  <a:lnTo>
                    <a:pt x="918" y="339"/>
                  </a:lnTo>
                  <a:lnTo>
                    <a:pt x="921" y="341"/>
                  </a:lnTo>
                  <a:lnTo>
                    <a:pt x="924" y="343"/>
                  </a:lnTo>
                  <a:lnTo>
                    <a:pt x="925" y="345"/>
                  </a:lnTo>
                  <a:lnTo>
                    <a:pt x="925" y="345"/>
                  </a:lnTo>
                  <a:lnTo>
                    <a:pt x="928" y="349"/>
                  </a:lnTo>
                  <a:lnTo>
                    <a:pt x="928" y="353"/>
                  </a:lnTo>
                  <a:lnTo>
                    <a:pt x="927" y="359"/>
                  </a:lnTo>
                  <a:lnTo>
                    <a:pt x="924" y="363"/>
                  </a:lnTo>
                  <a:lnTo>
                    <a:pt x="923" y="364"/>
                  </a:lnTo>
                  <a:lnTo>
                    <a:pt x="923" y="365"/>
                  </a:lnTo>
                  <a:lnTo>
                    <a:pt x="923" y="365"/>
                  </a:lnTo>
                  <a:lnTo>
                    <a:pt x="922" y="369"/>
                  </a:lnTo>
                  <a:lnTo>
                    <a:pt x="922" y="369"/>
                  </a:lnTo>
                  <a:lnTo>
                    <a:pt x="913" y="390"/>
                  </a:lnTo>
                  <a:lnTo>
                    <a:pt x="902" y="409"/>
                  </a:lnTo>
                  <a:lnTo>
                    <a:pt x="889" y="428"/>
                  </a:lnTo>
                  <a:lnTo>
                    <a:pt x="877" y="445"/>
                  </a:lnTo>
                  <a:lnTo>
                    <a:pt x="862" y="462"/>
                  </a:lnTo>
                  <a:lnTo>
                    <a:pt x="847" y="478"/>
                  </a:lnTo>
                  <a:lnTo>
                    <a:pt x="831" y="493"/>
                  </a:lnTo>
                  <a:lnTo>
                    <a:pt x="814" y="507"/>
                  </a:lnTo>
                  <a:lnTo>
                    <a:pt x="796" y="521"/>
                  </a:lnTo>
                  <a:lnTo>
                    <a:pt x="779" y="534"/>
                  </a:lnTo>
                  <a:lnTo>
                    <a:pt x="742" y="559"/>
                  </a:lnTo>
                  <a:lnTo>
                    <a:pt x="703" y="583"/>
                  </a:lnTo>
                  <a:lnTo>
                    <a:pt x="664" y="605"/>
                  </a:lnTo>
                  <a:lnTo>
                    <a:pt x="649" y="614"/>
                  </a:lnTo>
                  <a:lnTo>
                    <a:pt x="649" y="614"/>
                  </a:lnTo>
                  <a:lnTo>
                    <a:pt x="625" y="627"/>
                  </a:lnTo>
                  <a:lnTo>
                    <a:pt x="601" y="637"/>
                  </a:lnTo>
                  <a:lnTo>
                    <a:pt x="576" y="648"/>
                  </a:lnTo>
                  <a:lnTo>
                    <a:pt x="552" y="656"/>
                  </a:lnTo>
                  <a:lnTo>
                    <a:pt x="526" y="662"/>
                  </a:lnTo>
                  <a:lnTo>
                    <a:pt x="501" y="668"/>
                  </a:lnTo>
                  <a:lnTo>
                    <a:pt x="475" y="674"/>
                  </a:lnTo>
                  <a:lnTo>
                    <a:pt x="449" y="677"/>
                  </a:lnTo>
                  <a:lnTo>
                    <a:pt x="423" y="680"/>
                  </a:lnTo>
                  <a:lnTo>
                    <a:pt x="398" y="682"/>
                  </a:lnTo>
                  <a:lnTo>
                    <a:pt x="348" y="685"/>
                  </a:lnTo>
                  <a:lnTo>
                    <a:pt x="298" y="686"/>
                  </a:lnTo>
                  <a:lnTo>
                    <a:pt x="252" y="686"/>
                  </a:lnTo>
                  <a:lnTo>
                    <a:pt x="252" y="686"/>
                  </a:lnTo>
                  <a:lnTo>
                    <a:pt x="225" y="686"/>
                  </a:lnTo>
                  <a:lnTo>
                    <a:pt x="224" y="687"/>
                  </a:lnTo>
                  <a:lnTo>
                    <a:pt x="224" y="687"/>
                  </a:lnTo>
                  <a:lnTo>
                    <a:pt x="220" y="689"/>
                  </a:lnTo>
                  <a:lnTo>
                    <a:pt x="215" y="690"/>
                  </a:lnTo>
                  <a:lnTo>
                    <a:pt x="215" y="690"/>
                  </a:lnTo>
                  <a:lnTo>
                    <a:pt x="211" y="689"/>
                  </a:lnTo>
                  <a:lnTo>
                    <a:pt x="208" y="689"/>
                  </a:lnTo>
                  <a:lnTo>
                    <a:pt x="199" y="697"/>
                  </a:lnTo>
                  <a:lnTo>
                    <a:pt x="199" y="697"/>
                  </a:lnTo>
                  <a:lnTo>
                    <a:pt x="178" y="719"/>
                  </a:lnTo>
                  <a:lnTo>
                    <a:pt x="156" y="742"/>
                  </a:lnTo>
                  <a:lnTo>
                    <a:pt x="135" y="766"/>
                  </a:lnTo>
                  <a:lnTo>
                    <a:pt x="126" y="777"/>
                  </a:lnTo>
                  <a:lnTo>
                    <a:pt x="117" y="789"/>
                  </a:lnTo>
                  <a:lnTo>
                    <a:pt x="117" y="789"/>
                  </a:lnTo>
                  <a:lnTo>
                    <a:pt x="106" y="804"/>
                  </a:lnTo>
                  <a:lnTo>
                    <a:pt x="96" y="817"/>
                  </a:lnTo>
                  <a:lnTo>
                    <a:pt x="72" y="842"/>
                  </a:lnTo>
                  <a:lnTo>
                    <a:pt x="72" y="842"/>
                  </a:lnTo>
                  <a:lnTo>
                    <a:pt x="53" y="863"/>
                  </a:lnTo>
                  <a:lnTo>
                    <a:pt x="43" y="874"/>
                  </a:lnTo>
                  <a:lnTo>
                    <a:pt x="34" y="885"/>
                  </a:lnTo>
                  <a:lnTo>
                    <a:pt x="34" y="885"/>
                  </a:lnTo>
                  <a:lnTo>
                    <a:pt x="31" y="888"/>
                  </a:lnTo>
                  <a:lnTo>
                    <a:pt x="27" y="892"/>
                  </a:lnTo>
                  <a:lnTo>
                    <a:pt x="22" y="894"/>
                  </a:lnTo>
                  <a:lnTo>
                    <a:pt x="17" y="894"/>
                  </a:lnTo>
                  <a:lnTo>
                    <a:pt x="17" y="894"/>
                  </a:lnTo>
                  <a:close/>
                  <a:moveTo>
                    <a:pt x="884" y="36"/>
                  </a:moveTo>
                  <a:lnTo>
                    <a:pt x="884" y="36"/>
                  </a:lnTo>
                  <a:lnTo>
                    <a:pt x="861" y="37"/>
                  </a:lnTo>
                  <a:lnTo>
                    <a:pt x="861" y="37"/>
                  </a:lnTo>
                  <a:lnTo>
                    <a:pt x="782" y="43"/>
                  </a:lnTo>
                  <a:lnTo>
                    <a:pt x="745" y="48"/>
                  </a:lnTo>
                  <a:lnTo>
                    <a:pt x="709" y="53"/>
                  </a:lnTo>
                  <a:lnTo>
                    <a:pt x="709" y="53"/>
                  </a:lnTo>
                  <a:lnTo>
                    <a:pt x="692" y="55"/>
                  </a:lnTo>
                  <a:lnTo>
                    <a:pt x="676" y="59"/>
                  </a:lnTo>
                  <a:lnTo>
                    <a:pt x="658" y="63"/>
                  </a:lnTo>
                  <a:lnTo>
                    <a:pt x="640" y="68"/>
                  </a:lnTo>
                  <a:lnTo>
                    <a:pt x="624" y="74"/>
                  </a:lnTo>
                  <a:lnTo>
                    <a:pt x="606" y="82"/>
                  </a:lnTo>
                  <a:lnTo>
                    <a:pt x="589" y="90"/>
                  </a:lnTo>
                  <a:lnTo>
                    <a:pt x="571" y="98"/>
                  </a:lnTo>
                  <a:lnTo>
                    <a:pt x="555" y="106"/>
                  </a:lnTo>
                  <a:lnTo>
                    <a:pt x="538" y="117"/>
                  </a:lnTo>
                  <a:lnTo>
                    <a:pt x="522" y="127"/>
                  </a:lnTo>
                  <a:lnTo>
                    <a:pt x="505" y="137"/>
                  </a:lnTo>
                  <a:lnTo>
                    <a:pt x="490" y="149"/>
                  </a:lnTo>
                  <a:lnTo>
                    <a:pt x="474" y="161"/>
                  </a:lnTo>
                  <a:lnTo>
                    <a:pt x="460" y="174"/>
                  </a:lnTo>
                  <a:lnTo>
                    <a:pt x="446" y="186"/>
                  </a:lnTo>
                  <a:lnTo>
                    <a:pt x="446" y="186"/>
                  </a:lnTo>
                  <a:lnTo>
                    <a:pt x="419" y="211"/>
                  </a:lnTo>
                  <a:lnTo>
                    <a:pt x="419" y="211"/>
                  </a:lnTo>
                  <a:lnTo>
                    <a:pt x="396" y="234"/>
                  </a:lnTo>
                  <a:lnTo>
                    <a:pt x="372" y="256"/>
                  </a:lnTo>
                  <a:lnTo>
                    <a:pt x="349" y="279"/>
                  </a:lnTo>
                  <a:lnTo>
                    <a:pt x="328" y="304"/>
                  </a:lnTo>
                  <a:lnTo>
                    <a:pt x="309" y="329"/>
                  </a:lnTo>
                  <a:lnTo>
                    <a:pt x="300" y="342"/>
                  </a:lnTo>
                  <a:lnTo>
                    <a:pt x="291" y="355"/>
                  </a:lnTo>
                  <a:lnTo>
                    <a:pt x="283" y="370"/>
                  </a:lnTo>
                  <a:lnTo>
                    <a:pt x="276" y="384"/>
                  </a:lnTo>
                  <a:lnTo>
                    <a:pt x="269" y="400"/>
                  </a:lnTo>
                  <a:lnTo>
                    <a:pt x="262" y="415"/>
                  </a:lnTo>
                  <a:lnTo>
                    <a:pt x="262" y="415"/>
                  </a:lnTo>
                  <a:lnTo>
                    <a:pt x="251" y="449"/>
                  </a:lnTo>
                  <a:lnTo>
                    <a:pt x="241" y="484"/>
                  </a:lnTo>
                  <a:lnTo>
                    <a:pt x="237" y="501"/>
                  </a:lnTo>
                  <a:lnTo>
                    <a:pt x="233" y="519"/>
                  </a:lnTo>
                  <a:lnTo>
                    <a:pt x="231" y="536"/>
                  </a:lnTo>
                  <a:lnTo>
                    <a:pt x="230" y="555"/>
                  </a:lnTo>
                  <a:lnTo>
                    <a:pt x="230" y="555"/>
                  </a:lnTo>
                  <a:lnTo>
                    <a:pt x="230" y="564"/>
                  </a:lnTo>
                  <a:lnTo>
                    <a:pt x="228" y="573"/>
                  </a:lnTo>
                  <a:lnTo>
                    <a:pt x="223" y="592"/>
                  </a:lnTo>
                  <a:lnTo>
                    <a:pt x="221" y="599"/>
                  </a:lnTo>
                  <a:lnTo>
                    <a:pt x="221" y="599"/>
                  </a:lnTo>
                  <a:lnTo>
                    <a:pt x="220" y="609"/>
                  </a:lnTo>
                  <a:lnTo>
                    <a:pt x="221" y="620"/>
                  </a:lnTo>
                  <a:lnTo>
                    <a:pt x="224" y="645"/>
                  </a:lnTo>
                  <a:lnTo>
                    <a:pt x="224" y="646"/>
                  </a:lnTo>
                  <a:lnTo>
                    <a:pt x="226" y="648"/>
                  </a:lnTo>
                  <a:lnTo>
                    <a:pt x="228" y="650"/>
                  </a:lnTo>
                  <a:lnTo>
                    <a:pt x="230" y="650"/>
                  </a:lnTo>
                  <a:lnTo>
                    <a:pt x="230" y="650"/>
                  </a:lnTo>
                  <a:lnTo>
                    <a:pt x="262" y="651"/>
                  </a:lnTo>
                  <a:lnTo>
                    <a:pt x="262" y="651"/>
                  </a:lnTo>
                  <a:lnTo>
                    <a:pt x="307" y="651"/>
                  </a:lnTo>
                  <a:lnTo>
                    <a:pt x="307" y="651"/>
                  </a:lnTo>
                  <a:lnTo>
                    <a:pt x="339" y="651"/>
                  </a:lnTo>
                  <a:lnTo>
                    <a:pt x="372" y="649"/>
                  </a:lnTo>
                  <a:lnTo>
                    <a:pt x="406" y="646"/>
                  </a:lnTo>
                  <a:lnTo>
                    <a:pt x="423" y="644"/>
                  </a:lnTo>
                  <a:lnTo>
                    <a:pt x="441" y="639"/>
                  </a:lnTo>
                  <a:lnTo>
                    <a:pt x="441" y="639"/>
                  </a:lnTo>
                  <a:lnTo>
                    <a:pt x="461" y="636"/>
                  </a:lnTo>
                  <a:lnTo>
                    <a:pt x="481" y="635"/>
                  </a:lnTo>
                  <a:lnTo>
                    <a:pt x="481" y="635"/>
                  </a:lnTo>
                  <a:lnTo>
                    <a:pt x="509" y="632"/>
                  </a:lnTo>
                  <a:lnTo>
                    <a:pt x="523" y="630"/>
                  </a:lnTo>
                  <a:lnTo>
                    <a:pt x="535" y="627"/>
                  </a:lnTo>
                  <a:lnTo>
                    <a:pt x="535" y="627"/>
                  </a:lnTo>
                  <a:lnTo>
                    <a:pt x="551" y="621"/>
                  </a:lnTo>
                  <a:lnTo>
                    <a:pt x="565" y="615"/>
                  </a:lnTo>
                  <a:lnTo>
                    <a:pt x="594" y="601"/>
                  </a:lnTo>
                  <a:lnTo>
                    <a:pt x="594" y="601"/>
                  </a:lnTo>
                  <a:lnTo>
                    <a:pt x="611" y="592"/>
                  </a:lnTo>
                  <a:lnTo>
                    <a:pt x="630" y="583"/>
                  </a:lnTo>
                  <a:lnTo>
                    <a:pt x="630" y="583"/>
                  </a:lnTo>
                  <a:lnTo>
                    <a:pt x="640" y="578"/>
                  </a:lnTo>
                  <a:lnTo>
                    <a:pt x="652" y="572"/>
                  </a:lnTo>
                  <a:lnTo>
                    <a:pt x="674" y="559"/>
                  </a:lnTo>
                  <a:lnTo>
                    <a:pt x="674" y="559"/>
                  </a:lnTo>
                  <a:lnTo>
                    <a:pt x="692" y="549"/>
                  </a:lnTo>
                  <a:lnTo>
                    <a:pt x="692" y="549"/>
                  </a:lnTo>
                  <a:lnTo>
                    <a:pt x="705" y="540"/>
                  </a:lnTo>
                  <a:lnTo>
                    <a:pt x="705" y="540"/>
                  </a:lnTo>
                  <a:lnTo>
                    <a:pt x="726" y="529"/>
                  </a:lnTo>
                  <a:lnTo>
                    <a:pt x="746" y="517"/>
                  </a:lnTo>
                  <a:lnTo>
                    <a:pt x="764" y="504"/>
                  </a:lnTo>
                  <a:lnTo>
                    <a:pt x="783" y="490"/>
                  </a:lnTo>
                  <a:lnTo>
                    <a:pt x="783" y="490"/>
                  </a:lnTo>
                  <a:lnTo>
                    <a:pt x="803" y="471"/>
                  </a:lnTo>
                  <a:lnTo>
                    <a:pt x="820" y="453"/>
                  </a:lnTo>
                  <a:lnTo>
                    <a:pt x="837" y="433"/>
                  </a:lnTo>
                  <a:lnTo>
                    <a:pt x="851" y="413"/>
                  </a:lnTo>
                  <a:lnTo>
                    <a:pt x="851" y="413"/>
                  </a:lnTo>
                  <a:lnTo>
                    <a:pt x="865" y="396"/>
                  </a:lnTo>
                  <a:lnTo>
                    <a:pt x="865" y="396"/>
                  </a:lnTo>
                  <a:lnTo>
                    <a:pt x="872" y="385"/>
                  </a:lnTo>
                  <a:lnTo>
                    <a:pt x="880" y="375"/>
                  </a:lnTo>
                  <a:lnTo>
                    <a:pt x="884" y="368"/>
                  </a:lnTo>
                  <a:lnTo>
                    <a:pt x="876" y="366"/>
                  </a:lnTo>
                  <a:lnTo>
                    <a:pt x="876" y="366"/>
                  </a:lnTo>
                  <a:lnTo>
                    <a:pt x="851" y="359"/>
                  </a:lnTo>
                  <a:lnTo>
                    <a:pt x="826" y="349"/>
                  </a:lnTo>
                  <a:lnTo>
                    <a:pt x="826" y="349"/>
                  </a:lnTo>
                  <a:lnTo>
                    <a:pt x="805" y="342"/>
                  </a:lnTo>
                  <a:lnTo>
                    <a:pt x="782" y="335"/>
                  </a:lnTo>
                  <a:lnTo>
                    <a:pt x="782" y="335"/>
                  </a:lnTo>
                  <a:lnTo>
                    <a:pt x="759" y="330"/>
                  </a:lnTo>
                  <a:lnTo>
                    <a:pt x="736" y="324"/>
                  </a:lnTo>
                  <a:lnTo>
                    <a:pt x="736" y="324"/>
                  </a:lnTo>
                  <a:lnTo>
                    <a:pt x="717" y="321"/>
                  </a:lnTo>
                  <a:lnTo>
                    <a:pt x="698" y="317"/>
                  </a:lnTo>
                  <a:lnTo>
                    <a:pt x="681" y="312"/>
                  </a:lnTo>
                  <a:lnTo>
                    <a:pt x="671" y="308"/>
                  </a:lnTo>
                  <a:lnTo>
                    <a:pt x="663" y="305"/>
                  </a:lnTo>
                  <a:lnTo>
                    <a:pt x="663" y="305"/>
                  </a:lnTo>
                  <a:lnTo>
                    <a:pt x="660" y="302"/>
                  </a:lnTo>
                  <a:lnTo>
                    <a:pt x="657" y="300"/>
                  </a:lnTo>
                  <a:lnTo>
                    <a:pt x="656" y="297"/>
                  </a:lnTo>
                  <a:lnTo>
                    <a:pt x="655" y="293"/>
                  </a:lnTo>
                  <a:lnTo>
                    <a:pt x="655" y="290"/>
                  </a:lnTo>
                  <a:lnTo>
                    <a:pt x="653" y="289"/>
                  </a:lnTo>
                  <a:lnTo>
                    <a:pt x="653" y="289"/>
                  </a:lnTo>
                  <a:lnTo>
                    <a:pt x="649" y="285"/>
                  </a:lnTo>
                  <a:lnTo>
                    <a:pt x="647" y="280"/>
                  </a:lnTo>
                  <a:lnTo>
                    <a:pt x="646" y="274"/>
                  </a:lnTo>
                  <a:lnTo>
                    <a:pt x="647" y="268"/>
                  </a:lnTo>
                  <a:lnTo>
                    <a:pt x="647" y="268"/>
                  </a:lnTo>
                  <a:lnTo>
                    <a:pt x="649" y="265"/>
                  </a:lnTo>
                  <a:lnTo>
                    <a:pt x="652" y="260"/>
                  </a:lnTo>
                  <a:lnTo>
                    <a:pt x="656" y="257"/>
                  </a:lnTo>
                  <a:lnTo>
                    <a:pt x="659" y="257"/>
                  </a:lnTo>
                  <a:lnTo>
                    <a:pt x="663" y="256"/>
                  </a:lnTo>
                  <a:lnTo>
                    <a:pt x="663" y="256"/>
                  </a:lnTo>
                  <a:lnTo>
                    <a:pt x="709" y="255"/>
                  </a:lnTo>
                  <a:lnTo>
                    <a:pt x="753" y="252"/>
                  </a:lnTo>
                  <a:lnTo>
                    <a:pt x="798" y="248"/>
                  </a:lnTo>
                  <a:lnTo>
                    <a:pt x="843" y="243"/>
                  </a:lnTo>
                  <a:lnTo>
                    <a:pt x="843" y="243"/>
                  </a:lnTo>
                  <a:lnTo>
                    <a:pt x="892" y="238"/>
                  </a:lnTo>
                  <a:lnTo>
                    <a:pt x="942" y="234"/>
                  </a:lnTo>
                  <a:lnTo>
                    <a:pt x="946" y="234"/>
                  </a:lnTo>
                  <a:lnTo>
                    <a:pt x="947" y="229"/>
                  </a:lnTo>
                  <a:lnTo>
                    <a:pt x="947" y="229"/>
                  </a:lnTo>
                  <a:lnTo>
                    <a:pt x="959" y="205"/>
                  </a:lnTo>
                  <a:lnTo>
                    <a:pt x="959" y="205"/>
                  </a:lnTo>
                  <a:lnTo>
                    <a:pt x="967" y="188"/>
                  </a:lnTo>
                  <a:lnTo>
                    <a:pt x="974" y="171"/>
                  </a:lnTo>
                  <a:lnTo>
                    <a:pt x="980" y="153"/>
                  </a:lnTo>
                  <a:lnTo>
                    <a:pt x="985" y="135"/>
                  </a:lnTo>
                  <a:lnTo>
                    <a:pt x="985" y="135"/>
                  </a:lnTo>
                  <a:lnTo>
                    <a:pt x="987" y="115"/>
                  </a:lnTo>
                  <a:lnTo>
                    <a:pt x="990" y="94"/>
                  </a:lnTo>
                  <a:lnTo>
                    <a:pt x="990" y="73"/>
                  </a:lnTo>
                  <a:lnTo>
                    <a:pt x="988" y="52"/>
                  </a:lnTo>
                  <a:lnTo>
                    <a:pt x="988" y="50"/>
                  </a:lnTo>
                  <a:lnTo>
                    <a:pt x="985" y="48"/>
                  </a:lnTo>
                  <a:lnTo>
                    <a:pt x="985" y="48"/>
                  </a:lnTo>
                  <a:lnTo>
                    <a:pt x="982" y="46"/>
                  </a:lnTo>
                  <a:lnTo>
                    <a:pt x="979" y="41"/>
                  </a:lnTo>
                  <a:lnTo>
                    <a:pt x="971" y="48"/>
                  </a:lnTo>
                  <a:lnTo>
                    <a:pt x="971" y="48"/>
                  </a:lnTo>
                  <a:lnTo>
                    <a:pt x="971" y="47"/>
                  </a:lnTo>
                  <a:lnTo>
                    <a:pt x="971" y="47"/>
                  </a:lnTo>
                  <a:lnTo>
                    <a:pt x="973" y="45"/>
                  </a:lnTo>
                  <a:lnTo>
                    <a:pt x="974" y="45"/>
                  </a:lnTo>
                  <a:lnTo>
                    <a:pt x="974" y="45"/>
                  </a:lnTo>
                  <a:lnTo>
                    <a:pt x="974" y="45"/>
                  </a:lnTo>
                  <a:lnTo>
                    <a:pt x="974" y="45"/>
                  </a:lnTo>
                  <a:lnTo>
                    <a:pt x="967" y="43"/>
                  </a:lnTo>
                  <a:lnTo>
                    <a:pt x="967" y="43"/>
                  </a:lnTo>
                  <a:lnTo>
                    <a:pt x="962" y="41"/>
                  </a:lnTo>
                  <a:lnTo>
                    <a:pt x="957" y="41"/>
                  </a:lnTo>
                  <a:lnTo>
                    <a:pt x="957" y="41"/>
                  </a:lnTo>
                  <a:lnTo>
                    <a:pt x="925" y="37"/>
                  </a:lnTo>
                  <a:lnTo>
                    <a:pt x="921" y="37"/>
                  </a:lnTo>
                  <a:lnTo>
                    <a:pt x="921" y="37"/>
                  </a:lnTo>
                  <a:lnTo>
                    <a:pt x="884" y="36"/>
                  </a:lnTo>
                  <a:lnTo>
                    <a:pt x="884"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6" name="Freeform 398"/>
            <p:cNvSpPr/>
            <p:nvPr/>
          </p:nvSpPr>
          <p:spPr bwMode="auto">
            <a:xfrm>
              <a:off x="4587875" y="3630613"/>
              <a:ext cx="239713" cy="161925"/>
            </a:xfrm>
            <a:custGeom>
              <a:avLst/>
              <a:gdLst/>
              <a:ahLst/>
              <a:cxnLst>
                <a:cxn ang="0">
                  <a:pos x="19" y="306"/>
                </a:cxn>
                <a:cxn ang="0">
                  <a:pos x="9" y="303"/>
                </a:cxn>
                <a:cxn ang="0">
                  <a:pos x="4" y="299"/>
                </a:cxn>
                <a:cxn ang="0">
                  <a:pos x="1" y="292"/>
                </a:cxn>
                <a:cxn ang="0">
                  <a:pos x="0" y="288"/>
                </a:cxn>
                <a:cxn ang="0">
                  <a:pos x="1" y="227"/>
                </a:cxn>
                <a:cxn ang="0">
                  <a:pos x="4" y="165"/>
                </a:cxn>
                <a:cxn ang="0">
                  <a:pos x="8" y="89"/>
                </a:cxn>
                <a:cxn ang="0">
                  <a:pos x="8" y="63"/>
                </a:cxn>
                <a:cxn ang="0">
                  <a:pos x="11" y="34"/>
                </a:cxn>
                <a:cxn ang="0">
                  <a:pos x="19" y="18"/>
                </a:cxn>
                <a:cxn ang="0">
                  <a:pos x="25" y="11"/>
                </a:cxn>
                <a:cxn ang="0">
                  <a:pos x="34" y="6"/>
                </a:cxn>
                <a:cxn ang="0">
                  <a:pos x="51" y="1"/>
                </a:cxn>
                <a:cxn ang="0">
                  <a:pos x="64" y="0"/>
                </a:cxn>
                <a:cxn ang="0">
                  <a:pos x="70" y="0"/>
                </a:cxn>
                <a:cxn ang="0">
                  <a:pos x="153" y="7"/>
                </a:cxn>
                <a:cxn ang="0">
                  <a:pos x="234" y="18"/>
                </a:cxn>
                <a:cxn ang="0">
                  <a:pos x="284" y="26"/>
                </a:cxn>
                <a:cxn ang="0">
                  <a:pos x="385" y="37"/>
                </a:cxn>
                <a:cxn ang="0">
                  <a:pos x="436" y="38"/>
                </a:cxn>
                <a:cxn ang="0">
                  <a:pos x="440" y="39"/>
                </a:cxn>
                <a:cxn ang="0">
                  <a:pos x="446" y="41"/>
                </a:cxn>
                <a:cxn ang="0">
                  <a:pos x="450" y="46"/>
                </a:cxn>
                <a:cxn ang="0">
                  <a:pos x="452" y="57"/>
                </a:cxn>
                <a:cxn ang="0">
                  <a:pos x="451" y="63"/>
                </a:cxn>
                <a:cxn ang="0">
                  <a:pos x="448" y="69"/>
                </a:cxn>
                <a:cxn ang="0">
                  <a:pos x="443" y="73"/>
                </a:cxn>
                <a:cxn ang="0">
                  <a:pos x="436" y="74"/>
                </a:cxn>
                <a:cxn ang="0">
                  <a:pos x="410" y="73"/>
                </a:cxn>
                <a:cxn ang="0">
                  <a:pos x="335" y="67"/>
                </a:cxn>
                <a:cxn ang="0">
                  <a:pos x="293" y="64"/>
                </a:cxn>
                <a:cxn ang="0">
                  <a:pos x="249" y="59"/>
                </a:cxn>
                <a:cxn ang="0">
                  <a:pos x="167" y="49"/>
                </a:cxn>
                <a:cxn ang="0">
                  <a:pos x="131" y="43"/>
                </a:cxn>
                <a:cxn ang="0">
                  <a:pos x="77" y="37"/>
                </a:cxn>
                <a:cxn ang="0">
                  <a:pos x="59" y="36"/>
                </a:cxn>
                <a:cxn ang="0">
                  <a:pos x="54" y="37"/>
                </a:cxn>
                <a:cxn ang="0">
                  <a:pos x="49" y="40"/>
                </a:cxn>
                <a:cxn ang="0">
                  <a:pos x="45" y="47"/>
                </a:cxn>
                <a:cxn ang="0">
                  <a:pos x="43" y="66"/>
                </a:cxn>
                <a:cxn ang="0">
                  <a:pos x="44" y="76"/>
                </a:cxn>
                <a:cxn ang="0">
                  <a:pos x="45" y="90"/>
                </a:cxn>
                <a:cxn ang="0">
                  <a:pos x="42" y="113"/>
                </a:cxn>
                <a:cxn ang="0">
                  <a:pos x="40" y="161"/>
                </a:cxn>
                <a:cxn ang="0">
                  <a:pos x="41" y="184"/>
                </a:cxn>
                <a:cxn ang="0">
                  <a:pos x="41" y="207"/>
                </a:cxn>
                <a:cxn ang="0">
                  <a:pos x="38" y="245"/>
                </a:cxn>
                <a:cxn ang="0">
                  <a:pos x="37" y="266"/>
                </a:cxn>
                <a:cxn ang="0">
                  <a:pos x="36" y="289"/>
                </a:cxn>
                <a:cxn ang="0">
                  <a:pos x="35" y="295"/>
                </a:cxn>
                <a:cxn ang="0">
                  <a:pos x="32" y="300"/>
                </a:cxn>
                <a:cxn ang="0">
                  <a:pos x="29" y="302"/>
                </a:cxn>
                <a:cxn ang="0">
                  <a:pos x="23" y="306"/>
                </a:cxn>
                <a:cxn ang="0">
                  <a:pos x="19" y="306"/>
                </a:cxn>
              </a:cxnLst>
              <a:rect l="0" t="0" r="r" b="b"/>
              <a:pathLst>
                <a:path w="452" h="306">
                  <a:moveTo>
                    <a:pt x="19" y="306"/>
                  </a:moveTo>
                  <a:lnTo>
                    <a:pt x="19" y="306"/>
                  </a:lnTo>
                  <a:lnTo>
                    <a:pt x="12" y="304"/>
                  </a:lnTo>
                  <a:lnTo>
                    <a:pt x="9" y="303"/>
                  </a:lnTo>
                  <a:lnTo>
                    <a:pt x="6" y="301"/>
                  </a:lnTo>
                  <a:lnTo>
                    <a:pt x="4" y="299"/>
                  </a:lnTo>
                  <a:lnTo>
                    <a:pt x="2" y="296"/>
                  </a:lnTo>
                  <a:lnTo>
                    <a:pt x="1" y="292"/>
                  </a:lnTo>
                  <a:lnTo>
                    <a:pt x="0" y="288"/>
                  </a:lnTo>
                  <a:lnTo>
                    <a:pt x="0" y="288"/>
                  </a:lnTo>
                  <a:lnTo>
                    <a:pt x="0" y="257"/>
                  </a:lnTo>
                  <a:lnTo>
                    <a:pt x="1" y="227"/>
                  </a:lnTo>
                  <a:lnTo>
                    <a:pt x="4" y="165"/>
                  </a:lnTo>
                  <a:lnTo>
                    <a:pt x="4" y="165"/>
                  </a:lnTo>
                  <a:lnTo>
                    <a:pt x="7" y="114"/>
                  </a:lnTo>
                  <a:lnTo>
                    <a:pt x="8" y="89"/>
                  </a:lnTo>
                  <a:lnTo>
                    <a:pt x="8" y="63"/>
                  </a:lnTo>
                  <a:lnTo>
                    <a:pt x="8" y="63"/>
                  </a:lnTo>
                  <a:lnTo>
                    <a:pt x="9" y="47"/>
                  </a:lnTo>
                  <a:lnTo>
                    <a:pt x="11" y="34"/>
                  </a:lnTo>
                  <a:lnTo>
                    <a:pt x="15" y="24"/>
                  </a:lnTo>
                  <a:lnTo>
                    <a:pt x="19" y="18"/>
                  </a:lnTo>
                  <a:lnTo>
                    <a:pt x="22" y="14"/>
                  </a:lnTo>
                  <a:lnTo>
                    <a:pt x="25" y="11"/>
                  </a:lnTo>
                  <a:lnTo>
                    <a:pt x="29" y="8"/>
                  </a:lnTo>
                  <a:lnTo>
                    <a:pt x="34" y="6"/>
                  </a:lnTo>
                  <a:lnTo>
                    <a:pt x="39" y="4"/>
                  </a:lnTo>
                  <a:lnTo>
                    <a:pt x="51" y="1"/>
                  </a:lnTo>
                  <a:lnTo>
                    <a:pt x="64" y="0"/>
                  </a:lnTo>
                  <a:lnTo>
                    <a:pt x="64" y="0"/>
                  </a:lnTo>
                  <a:lnTo>
                    <a:pt x="70" y="0"/>
                  </a:lnTo>
                  <a:lnTo>
                    <a:pt x="70" y="0"/>
                  </a:lnTo>
                  <a:lnTo>
                    <a:pt x="112" y="3"/>
                  </a:lnTo>
                  <a:lnTo>
                    <a:pt x="153" y="7"/>
                  </a:lnTo>
                  <a:lnTo>
                    <a:pt x="193" y="13"/>
                  </a:lnTo>
                  <a:lnTo>
                    <a:pt x="234" y="18"/>
                  </a:lnTo>
                  <a:lnTo>
                    <a:pt x="234" y="18"/>
                  </a:lnTo>
                  <a:lnTo>
                    <a:pt x="284" y="26"/>
                  </a:lnTo>
                  <a:lnTo>
                    <a:pt x="335" y="32"/>
                  </a:lnTo>
                  <a:lnTo>
                    <a:pt x="385" y="37"/>
                  </a:lnTo>
                  <a:lnTo>
                    <a:pt x="410" y="38"/>
                  </a:lnTo>
                  <a:lnTo>
                    <a:pt x="436" y="38"/>
                  </a:lnTo>
                  <a:lnTo>
                    <a:pt x="436" y="38"/>
                  </a:lnTo>
                  <a:lnTo>
                    <a:pt x="440" y="39"/>
                  </a:lnTo>
                  <a:lnTo>
                    <a:pt x="443" y="40"/>
                  </a:lnTo>
                  <a:lnTo>
                    <a:pt x="446" y="41"/>
                  </a:lnTo>
                  <a:lnTo>
                    <a:pt x="448" y="44"/>
                  </a:lnTo>
                  <a:lnTo>
                    <a:pt x="450" y="46"/>
                  </a:lnTo>
                  <a:lnTo>
                    <a:pt x="451" y="49"/>
                  </a:lnTo>
                  <a:lnTo>
                    <a:pt x="452" y="57"/>
                  </a:lnTo>
                  <a:lnTo>
                    <a:pt x="452" y="57"/>
                  </a:lnTo>
                  <a:lnTo>
                    <a:pt x="451" y="63"/>
                  </a:lnTo>
                  <a:lnTo>
                    <a:pt x="450" y="66"/>
                  </a:lnTo>
                  <a:lnTo>
                    <a:pt x="448" y="69"/>
                  </a:lnTo>
                  <a:lnTo>
                    <a:pt x="446" y="71"/>
                  </a:lnTo>
                  <a:lnTo>
                    <a:pt x="443" y="73"/>
                  </a:lnTo>
                  <a:lnTo>
                    <a:pt x="440" y="74"/>
                  </a:lnTo>
                  <a:lnTo>
                    <a:pt x="436" y="74"/>
                  </a:lnTo>
                  <a:lnTo>
                    <a:pt x="436" y="74"/>
                  </a:lnTo>
                  <a:lnTo>
                    <a:pt x="410" y="73"/>
                  </a:lnTo>
                  <a:lnTo>
                    <a:pt x="384" y="72"/>
                  </a:lnTo>
                  <a:lnTo>
                    <a:pt x="335" y="67"/>
                  </a:lnTo>
                  <a:lnTo>
                    <a:pt x="335" y="67"/>
                  </a:lnTo>
                  <a:lnTo>
                    <a:pt x="293" y="64"/>
                  </a:lnTo>
                  <a:lnTo>
                    <a:pt x="293" y="64"/>
                  </a:lnTo>
                  <a:lnTo>
                    <a:pt x="249" y="59"/>
                  </a:lnTo>
                  <a:lnTo>
                    <a:pt x="207" y="55"/>
                  </a:lnTo>
                  <a:lnTo>
                    <a:pt x="167" y="49"/>
                  </a:lnTo>
                  <a:lnTo>
                    <a:pt x="131" y="43"/>
                  </a:lnTo>
                  <a:lnTo>
                    <a:pt x="131" y="43"/>
                  </a:lnTo>
                  <a:lnTo>
                    <a:pt x="97" y="38"/>
                  </a:lnTo>
                  <a:lnTo>
                    <a:pt x="77" y="37"/>
                  </a:lnTo>
                  <a:lnTo>
                    <a:pt x="59" y="36"/>
                  </a:lnTo>
                  <a:lnTo>
                    <a:pt x="59" y="36"/>
                  </a:lnTo>
                  <a:lnTo>
                    <a:pt x="59" y="36"/>
                  </a:lnTo>
                  <a:lnTo>
                    <a:pt x="54" y="37"/>
                  </a:lnTo>
                  <a:lnTo>
                    <a:pt x="49" y="40"/>
                  </a:lnTo>
                  <a:lnTo>
                    <a:pt x="49" y="40"/>
                  </a:lnTo>
                  <a:lnTo>
                    <a:pt x="46" y="43"/>
                  </a:lnTo>
                  <a:lnTo>
                    <a:pt x="45" y="47"/>
                  </a:lnTo>
                  <a:lnTo>
                    <a:pt x="43" y="56"/>
                  </a:lnTo>
                  <a:lnTo>
                    <a:pt x="43" y="66"/>
                  </a:lnTo>
                  <a:lnTo>
                    <a:pt x="44" y="76"/>
                  </a:lnTo>
                  <a:lnTo>
                    <a:pt x="44" y="76"/>
                  </a:lnTo>
                  <a:lnTo>
                    <a:pt x="45" y="84"/>
                  </a:lnTo>
                  <a:lnTo>
                    <a:pt x="45" y="90"/>
                  </a:lnTo>
                  <a:lnTo>
                    <a:pt x="45" y="90"/>
                  </a:lnTo>
                  <a:lnTo>
                    <a:pt x="42" y="113"/>
                  </a:lnTo>
                  <a:lnTo>
                    <a:pt x="41" y="137"/>
                  </a:lnTo>
                  <a:lnTo>
                    <a:pt x="40" y="161"/>
                  </a:lnTo>
                  <a:lnTo>
                    <a:pt x="41" y="184"/>
                  </a:lnTo>
                  <a:lnTo>
                    <a:pt x="41" y="184"/>
                  </a:lnTo>
                  <a:lnTo>
                    <a:pt x="41" y="207"/>
                  </a:lnTo>
                  <a:lnTo>
                    <a:pt x="41" y="207"/>
                  </a:lnTo>
                  <a:lnTo>
                    <a:pt x="40" y="226"/>
                  </a:lnTo>
                  <a:lnTo>
                    <a:pt x="38" y="245"/>
                  </a:lnTo>
                  <a:lnTo>
                    <a:pt x="38" y="245"/>
                  </a:lnTo>
                  <a:lnTo>
                    <a:pt x="37" y="266"/>
                  </a:lnTo>
                  <a:lnTo>
                    <a:pt x="36" y="289"/>
                  </a:lnTo>
                  <a:lnTo>
                    <a:pt x="36" y="289"/>
                  </a:lnTo>
                  <a:lnTo>
                    <a:pt x="36" y="292"/>
                  </a:lnTo>
                  <a:lnTo>
                    <a:pt x="35" y="295"/>
                  </a:lnTo>
                  <a:lnTo>
                    <a:pt x="34" y="298"/>
                  </a:lnTo>
                  <a:lnTo>
                    <a:pt x="32" y="300"/>
                  </a:lnTo>
                  <a:lnTo>
                    <a:pt x="32" y="300"/>
                  </a:lnTo>
                  <a:lnTo>
                    <a:pt x="29" y="302"/>
                  </a:lnTo>
                  <a:lnTo>
                    <a:pt x="26" y="304"/>
                  </a:lnTo>
                  <a:lnTo>
                    <a:pt x="23" y="306"/>
                  </a:lnTo>
                  <a:lnTo>
                    <a:pt x="19" y="306"/>
                  </a:lnTo>
                  <a:lnTo>
                    <a:pt x="19" y="30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7" name="Freeform 399"/>
            <p:cNvSpPr/>
            <p:nvPr/>
          </p:nvSpPr>
          <p:spPr bwMode="auto">
            <a:xfrm>
              <a:off x="4329113" y="3263900"/>
              <a:ext cx="242888" cy="22225"/>
            </a:xfrm>
            <a:custGeom>
              <a:avLst/>
              <a:gdLst/>
              <a:ahLst/>
              <a:cxnLst>
                <a:cxn ang="0">
                  <a:pos x="189" y="42"/>
                </a:cxn>
                <a:cxn ang="0">
                  <a:pos x="174" y="42"/>
                </a:cxn>
                <a:cxn ang="0">
                  <a:pos x="116" y="40"/>
                </a:cxn>
                <a:cxn ang="0">
                  <a:pos x="43" y="38"/>
                </a:cxn>
                <a:cxn ang="0">
                  <a:pos x="18" y="36"/>
                </a:cxn>
                <a:cxn ang="0">
                  <a:pos x="11" y="34"/>
                </a:cxn>
                <a:cxn ang="0">
                  <a:pos x="5" y="29"/>
                </a:cxn>
                <a:cxn ang="0">
                  <a:pos x="1" y="22"/>
                </a:cxn>
                <a:cxn ang="0">
                  <a:pos x="0" y="15"/>
                </a:cxn>
                <a:cxn ang="0">
                  <a:pos x="5" y="5"/>
                </a:cxn>
                <a:cxn ang="0">
                  <a:pos x="9" y="1"/>
                </a:cxn>
                <a:cxn ang="0">
                  <a:pos x="16" y="0"/>
                </a:cxn>
                <a:cxn ang="0">
                  <a:pos x="17" y="0"/>
                </a:cxn>
                <a:cxn ang="0">
                  <a:pos x="61" y="3"/>
                </a:cxn>
                <a:cxn ang="0">
                  <a:pos x="106" y="4"/>
                </a:cxn>
                <a:cxn ang="0">
                  <a:pos x="189" y="7"/>
                </a:cxn>
                <a:cxn ang="0">
                  <a:pos x="218" y="8"/>
                </a:cxn>
                <a:cxn ang="0">
                  <a:pos x="257" y="7"/>
                </a:cxn>
                <a:cxn ang="0">
                  <a:pos x="300" y="6"/>
                </a:cxn>
                <a:cxn ang="0">
                  <a:pos x="393" y="4"/>
                </a:cxn>
                <a:cxn ang="0">
                  <a:pos x="424" y="4"/>
                </a:cxn>
                <a:cxn ang="0">
                  <a:pos x="447" y="6"/>
                </a:cxn>
                <a:cxn ang="0">
                  <a:pos x="454" y="9"/>
                </a:cxn>
                <a:cxn ang="0">
                  <a:pos x="458" y="13"/>
                </a:cxn>
                <a:cxn ang="0">
                  <a:pos x="459" y="22"/>
                </a:cxn>
                <a:cxn ang="0">
                  <a:pos x="457" y="29"/>
                </a:cxn>
                <a:cxn ang="0">
                  <a:pos x="453" y="35"/>
                </a:cxn>
                <a:cxn ang="0">
                  <a:pos x="448" y="40"/>
                </a:cxn>
                <a:cxn ang="0">
                  <a:pos x="439" y="41"/>
                </a:cxn>
                <a:cxn ang="0">
                  <a:pos x="439" y="41"/>
                </a:cxn>
                <a:cxn ang="0">
                  <a:pos x="436" y="41"/>
                </a:cxn>
                <a:cxn ang="0">
                  <a:pos x="424" y="39"/>
                </a:cxn>
                <a:cxn ang="0">
                  <a:pos x="372" y="38"/>
                </a:cxn>
                <a:cxn ang="0">
                  <a:pos x="322" y="38"/>
                </a:cxn>
                <a:cxn ang="0">
                  <a:pos x="268" y="40"/>
                </a:cxn>
                <a:cxn ang="0">
                  <a:pos x="189" y="42"/>
                </a:cxn>
              </a:cxnLst>
              <a:rect l="0" t="0" r="r" b="b"/>
              <a:pathLst>
                <a:path w="459" h="42">
                  <a:moveTo>
                    <a:pt x="189" y="42"/>
                  </a:moveTo>
                  <a:lnTo>
                    <a:pt x="189" y="42"/>
                  </a:lnTo>
                  <a:lnTo>
                    <a:pt x="174" y="42"/>
                  </a:lnTo>
                  <a:lnTo>
                    <a:pt x="174" y="42"/>
                  </a:lnTo>
                  <a:lnTo>
                    <a:pt x="116" y="40"/>
                  </a:lnTo>
                  <a:lnTo>
                    <a:pt x="116" y="40"/>
                  </a:lnTo>
                  <a:lnTo>
                    <a:pt x="68" y="39"/>
                  </a:lnTo>
                  <a:lnTo>
                    <a:pt x="43" y="38"/>
                  </a:lnTo>
                  <a:lnTo>
                    <a:pt x="18" y="36"/>
                  </a:lnTo>
                  <a:lnTo>
                    <a:pt x="18" y="36"/>
                  </a:lnTo>
                  <a:lnTo>
                    <a:pt x="14" y="35"/>
                  </a:lnTo>
                  <a:lnTo>
                    <a:pt x="11" y="34"/>
                  </a:lnTo>
                  <a:lnTo>
                    <a:pt x="8" y="32"/>
                  </a:lnTo>
                  <a:lnTo>
                    <a:pt x="5" y="29"/>
                  </a:lnTo>
                  <a:lnTo>
                    <a:pt x="2" y="26"/>
                  </a:lnTo>
                  <a:lnTo>
                    <a:pt x="1" y="22"/>
                  </a:lnTo>
                  <a:lnTo>
                    <a:pt x="0" y="15"/>
                  </a:lnTo>
                  <a:lnTo>
                    <a:pt x="0" y="15"/>
                  </a:lnTo>
                  <a:lnTo>
                    <a:pt x="1" y="10"/>
                  </a:lnTo>
                  <a:lnTo>
                    <a:pt x="5" y="5"/>
                  </a:lnTo>
                  <a:lnTo>
                    <a:pt x="7" y="3"/>
                  </a:lnTo>
                  <a:lnTo>
                    <a:pt x="9" y="1"/>
                  </a:lnTo>
                  <a:lnTo>
                    <a:pt x="12" y="1"/>
                  </a:lnTo>
                  <a:lnTo>
                    <a:pt x="16" y="0"/>
                  </a:lnTo>
                  <a:lnTo>
                    <a:pt x="16" y="0"/>
                  </a:lnTo>
                  <a:lnTo>
                    <a:pt x="17" y="0"/>
                  </a:lnTo>
                  <a:lnTo>
                    <a:pt x="17" y="0"/>
                  </a:lnTo>
                  <a:lnTo>
                    <a:pt x="61" y="3"/>
                  </a:lnTo>
                  <a:lnTo>
                    <a:pt x="106" y="4"/>
                  </a:lnTo>
                  <a:lnTo>
                    <a:pt x="106" y="4"/>
                  </a:lnTo>
                  <a:lnTo>
                    <a:pt x="147" y="5"/>
                  </a:lnTo>
                  <a:lnTo>
                    <a:pt x="189" y="7"/>
                  </a:lnTo>
                  <a:lnTo>
                    <a:pt x="189" y="7"/>
                  </a:lnTo>
                  <a:lnTo>
                    <a:pt x="218" y="8"/>
                  </a:lnTo>
                  <a:lnTo>
                    <a:pt x="218" y="8"/>
                  </a:lnTo>
                  <a:lnTo>
                    <a:pt x="257" y="7"/>
                  </a:lnTo>
                  <a:lnTo>
                    <a:pt x="300" y="6"/>
                  </a:lnTo>
                  <a:lnTo>
                    <a:pt x="300" y="6"/>
                  </a:lnTo>
                  <a:lnTo>
                    <a:pt x="347" y="4"/>
                  </a:lnTo>
                  <a:lnTo>
                    <a:pt x="393" y="4"/>
                  </a:lnTo>
                  <a:lnTo>
                    <a:pt x="393" y="4"/>
                  </a:lnTo>
                  <a:lnTo>
                    <a:pt x="424" y="4"/>
                  </a:lnTo>
                  <a:lnTo>
                    <a:pt x="447" y="6"/>
                  </a:lnTo>
                  <a:lnTo>
                    <a:pt x="447" y="6"/>
                  </a:lnTo>
                  <a:lnTo>
                    <a:pt x="451" y="7"/>
                  </a:lnTo>
                  <a:lnTo>
                    <a:pt x="454" y="9"/>
                  </a:lnTo>
                  <a:lnTo>
                    <a:pt x="456" y="11"/>
                  </a:lnTo>
                  <a:lnTo>
                    <a:pt x="458" y="13"/>
                  </a:lnTo>
                  <a:lnTo>
                    <a:pt x="459" y="18"/>
                  </a:lnTo>
                  <a:lnTo>
                    <a:pt x="459" y="22"/>
                  </a:lnTo>
                  <a:lnTo>
                    <a:pt x="459" y="22"/>
                  </a:lnTo>
                  <a:lnTo>
                    <a:pt x="457" y="29"/>
                  </a:lnTo>
                  <a:lnTo>
                    <a:pt x="456" y="32"/>
                  </a:lnTo>
                  <a:lnTo>
                    <a:pt x="453" y="35"/>
                  </a:lnTo>
                  <a:lnTo>
                    <a:pt x="451" y="38"/>
                  </a:lnTo>
                  <a:lnTo>
                    <a:pt x="448" y="40"/>
                  </a:lnTo>
                  <a:lnTo>
                    <a:pt x="444" y="41"/>
                  </a:lnTo>
                  <a:lnTo>
                    <a:pt x="439" y="41"/>
                  </a:lnTo>
                  <a:lnTo>
                    <a:pt x="439" y="41"/>
                  </a:lnTo>
                  <a:lnTo>
                    <a:pt x="439" y="41"/>
                  </a:lnTo>
                  <a:lnTo>
                    <a:pt x="439" y="41"/>
                  </a:lnTo>
                  <a:lnTo>
                    <a:pt x="436" y="41"/>
                  </a:lnTo>
                  <a:lnTo>
                    <a:pt x="436" y="41"/>
                  </a:lnTo>
                  <a:lnTo>
                    <a:pt x="424" y="39"/>
                  </a:lnTo>
                  <a:lnTo>
                    <a:pt x="410" y="38"/>
                  </a:lnTo>
                  <a:lnTo>
                    <a:pt x="372" y="38"/>
                  </a:lnTo>
                  <a:lnTo>
                    <a:pt x="372" y="38"/>
                  </a:lnTo>
                  <a:lnTo>
                    <a:pt x="322" y="38"/>
                  </a:lnTo>
                  <a:lnTo>
                    <a:pt x="268" y="40"/>
                  </a:lnTo>
                  <a:lnTo>
                    <a:pt x="268" y="40"/>
                  </a:lnTo>
                  <a:lnTo>
                    <a:pt x="226" y="41"/>
                  </a:lnTo>
                  <a:lnTo>
                    <a:pt x="189" y="42"/>
                  </a:lnTo>
                  <a:lnTo>
                    <a:pt x="189"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8" name="Freeform 400"/>
            <p:cNvSpPr/>
            <p:nvPr/>
          </p:nvSpPr>
          <p:spPr bwMode="auto">
            <a:xfrm>
              <a:off x="4335463" y="3346450"/>
              <a:ext cx="173038" cy="19050"/>
            </a:xfrm>
            <a:custGeom>
              <a:avLst/>
              <a:gdLst/>
              <a:ahLst/>
              <a:cxnLst>
                <a:cxn ang="0">
                  <a:pos x="17" y="36"/>
                </a:cxn>
                <a:cxn ang="0">
                  <a:pos x="17" y="36"/>
                </a:cxn>
                <a:cxn ang="0">
                  <a:pos x="13" y="35"/>
                </a:cxn>
                <a:cxn ang="0">
                  <a:pos x="10" y="34"/>
                </a:cxn>
                <a:cxn ang="0">
                  <a:pos x="7" y="32"/>
                </a:cxn>
                <a:cxn ang="0">
                  <a:pos x="4" y="30"/>
                </a:cxn>
                <a:cxn ang="0">
                  <a:pos x="3" y="28"/>
                </a:cxn>
                <a:cxn ang="0">
                  <a:pos x="1" y="25"/>
                </a:cxn>
                <a:cxn ang="0">
                  <a:pos x="0" y="17"/>
                </a:cxn>
                <a:cxn ang="0">
                  <a:pos x="0" y="17"/>
                </a:cxn>
                <a:cxn ang="0">
                  <a:pos x="1" y="11"/>
                </a:cxn>
                <a:cxn ang="0">
                  <a:pos x="3" y="8"/>
                </a:cxn>
                <a:cxn ang="0">
                  <a:pos x="4" y="5"/>
                </a:cxn>
                <a:cxn ang="0">
                  <a:pos x="7" y="3"/>
                </a:cxn>
                <a:cxn ang="0">
                  <a:pos x="10" y="1"/>
                </a:cxn>
                <a:cxn ang="0">
                  <a:pos x="13" y="0"/>
                </a:cxn>
                <a:cxn ang="0">
                  <a:pos x="17" y="0"/>
                </a:cxn>
                <a:cxn ang="0">
                  <a:pos x="312" y="0"/>
                </a:cxn>
                <a:cxn ang="0">
                  <a:pos x="312" y="0"/>
                </a:cxn>
                <a:cxn ang="0">
                  <a:pos x="316" y="0"/>
                </a:cxn>
                <a:cxn ang="0">
                  <a:pos x="319" y="1"/>
                </a:cxn>
                <a:cxn ang="0">
                  <a:pos x="322" y="3"/>
                </a:cxn>
                <a:cxn ang="0">
                  <a:pos x="324" y="5"/>
                </a:cxn>
                <a:cxn ang="0">
                  <a:pos x="326" y="8"/>
                </a:cxn>
                <a:cxn ang="0">
                  <a:pos x="327" y="11"/>
                </a:cxn>
                <a:cxn ang="0">
                  <a:pos x="328" y="17"/>
                </a:cxn>
                <a:cxn ang="0">
                  <a:pos x="328" y="17"/>
                </a:cxn>
                <a:cxn ang="0">
                  <a:pos x="327" y="25"/>
                </a:cxn>
                <a:cxn ang="0">
                  <a:pos x="326" y="28"/>
                </a:cxn>
                <a:cxn ang="0">
                  <a:pos x="324" y="30"/>
                </a:cxn>
                <a:cxn ang="0">
                  <a:pos x="322" y="32"/>
                </a:cxn>
                <a:cxn ang="0">
                  <a:pos x="319" y="34"/>
                </a:cxn>
                <a:cxn ang="0">
                  <a:pos x="316" y="35"/>
                </a:cxn>
                <a:cxn ang="0">
                  <a:pos x="312" y="36"/>
                </a:cxn>
                <a:cxn ang="0">
                  <a:pos x="17" y="36"/>
                </a:cxn>
              </a:cxnLst>
              <a:rect l="0" t="0" r="r" b="b"/>
              <a:pathLst>
                <a:path w="328" h="36">
                  <a:moveTo>
                    <a:pt x="17" y="36"/>
                  </a:moveTo>
                  <a:lnTo>
                    <a:pt x="17" y="36"/>
                  </a:lnTo>
                  <a:lnTo>
                    <a:pt x="13" y="35"/>
                  </a:lnTo>
                  <a:lnTo>
                    <a:pt x="10" y="34"/>
                  </a:lnTo>
                  <a:lnTo>
                    <a:pt x="7" y="32"/>
                  </a:lnTo>
                  <a:lnTo>
                    <a:pt x="4" y="30"/>
                  </a:lnTo>
                  <a:lnTo>
                    <a:pt x="3" y="28"/>
                  </a:lnTo>
                  <a:lnTo>
                    <a:pt x="1" y="25"/>
                  </a:lnTo>
                  <a:lnTo>
                    <a:pt x="0" y="17"/>
                  </a:lnTo>
                  <a:lnTo>
                    <a:pt x="0" y="17"/>
                  </a:lnTo>
                  <a:lnTo>
                    <a:pt x="1" y="11"/>
                  </a:lnTo>
                  <a:lnTo>
                    <a:pt x="3" y="8"/>
                  </a:lnTo>
                  <a:lnTo>
                    <a:pt x="4" y="5"/>
                  </a:lnTo>
                  <a:lnTo>
                    <a:pt x="7" y="3"/>
                  </a:lnTo>
                  <a:lnTo>
                    <a:pt x="10" y="1"/>
                  </a:lnTo>
                  <a:lnTo>
                    <a:pt x="13" y="0"/>
                  </a:lnTo>
                  <a:lnTo>
                    <a:pt x="17" y="0"/>
                  </a:lnTo>
                  <a:lnTo>
                    <a:pt x="312" y="0"/>
                  </a:lnTo>
                  <a:lnTo>
                    <a:pt x="312" y="0"/>
                  </a:lnTo>
                  <a:lnTo>
                    <a:pt x="316" y="0"/>
                  </a:lnTo>
                  <a:lnTo>
                    <a:pt x="319" y="1"/>
                  </a:lnTo>
                  <a:lnTo>
                    <a:pt x="322" y="3"/>
                  </a:lnTo>
                  <a:lnTo>
                    <a:pt x="324" y="5"/>
                  </a:lnTo>
                  <a:lnTo>
                    <a:pt x="326" y="8"/>
                  </a:lnTo>
                  <a:lnTo>
                    <a:pt x="327" y="11"/>
                  </a:lnTo>
                  <a:lnTo>
                    <a:pt x="328" y="17"/>
                  </a:lnTo>
                  <a:lnTo>
                    <a:pt x="328" y="17"/>
                  </a:lnTo>
                  <a:lnTo>
                    <a:pt x="327" y="25"/>
                  </a:lnTo>
                  <a:lnTo>
                    <a:pt x="326" y="28"/>
                  </a:lnTo>
                  <a:lnTo>
                    <a:pt x="324" y="30"/>
                  </a:lnTo>
                  <a:lnTo>
                    <a:pt x="322" y="32"/>
                  </a:lnTo>
                  <a:lnTo>
                    <a:pt x="319" y="34"/>
                  </a:lnTo>
                  <a:lnTo>
                    <a:pt x="316" y="35"/>
                  </a:lnTo>
                  <a:lnTo>
                    <a:pt x="312" y="36"/>
                  </a:lnTo>
                  <a:lnTo>
                    <a:pt x="17"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19" name="Freeform 401"/>
            <p:cNvSpPr/>
            <p:nvPr/>
          </p:nvSpPr>
          <p:spPr bwMode="auto">
            <a:xfrm>
              <a:off x="4332288" y="3421063"/>
              <a:ext cx="63500" cy="23813"/>
            </a:xfrm>
            <a:custGeom>
              <a:avLst/>
              <a:gdLst/>
              <a:ahLst/>
              <a:cxnLst>
                <a:cxn ang="0">
                  <a:pos x="79" y="44"/>
                </a:cxn>
                <a:cxn ang="0">
                  <a:pos x="61" y="40"/>
                </a:cxn>
                <a:cxn ang="0">
                  <a:pos x="57" y="39"/>
                </a:cxn>
                <a:cxn ang="0">
                  <a:pos x="54" y="37"/>
                </a:cxn>
                <a:cxn ang="0">
                  <a:pos x="53" y="36"/>
                </a:cxn>
                <a:cxn ang="0">
                  <a:pos x="44" y="35"/>
                </a:cxn>
                <a:cxn ang="0">
                  <a:pos x="40" y="35"/>
                </a:cxn>
                <a:cxn ang="0">
                  <a:pos x="33" y="36"/>
                </a:cxn>
                <a:cxn ang="0">
                  <a:pos x="16" y="37"/>
                </a:cxn>
                <a:cxn ang="0">
                  <a:pos x="16" y="37"/>
                </a:cxn>
                <a:cxn ang="0">
                  <a:pos x="9" y="36"/>
                </a:cxn>
                <a:cxn ang="0">
                  <a:pos x="4" y="32"/>
                </a:cxn>
                <a:cxn ang="0">
                  <a:pos x="0" y="21"/>
                </a:cxn>
                <a:cxn ang="0">
                  <a:pos x="1" y="15"/>
                </a:cxn>
                <a:cxn ang="0">
                  <a:pos x="4" y="8"/>
                </a:cxn>
                <a:cxn ang="0">
                  <a:pos x="9" y="3"/>
                </a:cxn>
                <a:cxn ang="0">
                  <a:pos x="17" y="1"/>
                </a:cxn>
                <a:cxn ang="0">
                  <a:pos x="29" y="1"/>
                </a:cxn>
                <a:cxn ang="0">
                  <a:pos x="45" y="0"/>
                </a:cxn>
                <a:cxn ang="0">
                  <a:pos x="57" y="1"/>
                </a:cxn>
                <a:cxn ang="0">
                  <a:pos x="67" y="3"/>
                </a:cxn>
                <a:cxn ang="0">
                  <a:pos x="74" y="6"/>
                </a:cxn>
                <a:cxn ang="0">
                  <a:pos x="102" y="6"/>
                </a:cxn>
                <a:cxn ang="0">
                  <a:pos x="110" y="8"/>
                </a:cxn>
                <a:cxn ang="0">
                  <a:pos x="115" y="13"/>
                </a:cxn>
                <a:cxn ang="0">
                  <a:pos x="118" y="18"/>
                </a:cxn>
                <a:cxn ang="0">
                  <a:pos x="119" y="25"/>
                </a:cxn>
                <a:cxn ang="0">
                  <a:pos x="117" y="34"/>
                </a:cxn>
                <a:cxn ang="0">
                  <a:pos x="112" y="39"/>
                </a:cxn>
                <a:cxn ang="0">
                  <a:pos x="106" y="43"/>
                </a:cxn>
                <a:cxn ang="0">
                  <a:pos x="102" y="43"/>
                </a:cxn>
                <a:cxn ang="0">
                  <a:pos x="90" y="43"/>
                </a:cxn>
                <a:cxn ang="0">
                  <a:pos x="79" y="44"/>
                </a:cxn>
              </a:cxnLst>
              <a:rect l="0" t="0" r="r" b="b"/>
              <a:pathLst>
                <a:path w="119" h="44">
                  <a:moveTo>
                    <a:pt x="79" y="44"/>
                  </a:moveTo>
                  <a:lnTo>
                    <a:pt x="79" y="44"/>
                  </a:lnTo>
                  <a:lnTo>
                    <a:pt x="69" y="43"/>
                  </a:lnTo>
                  <a:lnTo>
                    <a:pt x="61" y="40"/>
                  </a:lnTo>
                  <a:lnTo>
                    <a:pt x="61" y="40"/>
                  </a:lnTo>
                  <a:lnTo>
                    <a:pt x="57" y="39"/>
                  </a:lnTo>
                  <a:lnTo>
                    <a:pt x="54" y="37"/>
                  </a:lnTo>
                  <a:lnTo>
                    <a:pt x="54" y="37"/>
                  </a:lnTo>
                  <a:lnTo>
                    <a:pt x="53" y="36"/>
                  </a:lnTo>
                  <a:lnTo>
                    <a:pt x="53" y="36"/>
                  </a:lnTo>
                  <a:lnTo>
                    <a:pt x="44" y="35"/>
                  </a:lnTo>
                  <a:lnTo>
                    <a:pt x="44" y="35"/>
                  </a:lnTo>
                  <a:lnTo>
                    <a:pt x="40" y="35"/>
                  </a:lnTo>
                  <a:lnTo>
                    <a:pt x="40" y="35"/>
                  </a:lnTo>
                  <a:lnTo>
                    <a:pt x="33" y="36"/>
                  </a:lnTo>
                  <a:lnTo>
                    <a:pt x="33" y="36"/>
                  </a:lnTo>
                  <a:lnTo>
                    <a:pt x="16" y="37"/>
                  </a:lnTo>
                  <a:lnTo>
                    <a:pt x="16" y="37"/>
                  </a:lnTo>
                  <a:lnTo>
                    <a:pt x="16" y="37"/>
                  </a:lnTo>
                  <a:lnTo>
                    <a:pt x="16" y="37"/>
                  </a:lnTo>
                  <a:lnTo>
                    <a:pt x="12" y="37"/>
                  </a:lnTo>
                  <a:lnTo>
                    <a:pt x="9" y="36"/>
                  </a:lnTo>
                  <a:lnTo>
                    <a:pt x="6" y="34"/>
                  </a:lnTo>
                  <a:lnTo>
                    <a:pt x="4" y="32"/>
                  </a:lnTo>
                  <a:lnTo>
                    <a:pt x="1" y="27"/>
                  </a:lnTo>
                  <a:lnTo>
                    <a:pt x="0" y="21"/>
                  </a:lnTo>
                  <a:lnTo>
                    <a:pt x="0" y="21"/>
                  </a:lnTo>
                  <a:lnTo>
                    <a:pt x="1" y="15"/>
                  </a:lnTo>
                  <a:lnTo>
                    <a:pt x="2" y="12"/>
                  </a:lnTo>
                  <a:lnTo>
                    <a:pt x="4" y="8"/>
                  </a:lnTo>
                  <a:lnTo>
                    <a:pt x="6" y="5"/>
                  </a:lnTo>
                  <a:lnTo>
                    <a:pt x="9" y="3"/>
                  </a:lnTo>
                  <a:lnTo>
                    <a:pt x="13" y="2"/>
                  </a:lnTo>
                  <a:lnTo>
                    <a:pt x="17" y="1"/>
                  </a:lnTo>
                  <a:lnTo>
                    <a:pt x="17" y="1"/>
                  </a:lnTo>
                  <a:lnTo>
                    <a:pt x="29" y="1"/>
                  </a:lnTo>
                  <a:lnTo>
                    <a:pt x="29" y="1"/>
                  </a:lnTo>
                  <a:lnTo>
                    <a:pt x="45" y="0"/>
                  </a:lnTo>
                  <a:lnTo>
                    <a:pt x="45" y="0"/>
                  </a:lnTo>
                  <a:lnTo>
                    <a:pt x="57" y="1"/>
                  </a:lnTo>
                  <a:lnTo>
                    <a:pt x="67" y="3"/>
                  </a:lnTo>
                  <a:lnTo>
                    <a:pt x="67" y="3"/>
                  </a:lnTo>
                  <a:lnTo>
                    <a:pt x="72" y="5"/>
                  </a:lnTo>
                  <a:lnTo>
                    <a:pt x="74" y="6"/>
                  </a:lnTo>
                  <a:lnTo>
                    <a:pt x="102" y="6"/>
                  </a:lnTo>
                  <a:lnTo>
                    <a:pt x="102" y="6"/>
                  </a:lnTo>
                  <a:lnTo>
                    <a:pt x="106" y="6"/>
                  </a:lnTo>
                  <a:lnTo>
                    <a:pt x="110" y="8"/>
                  </a:lnTo>
                  <a:lnTo>
                    <a:pt x="112" y="9"/>
                  </a:lnTo>
                  <a:lnTo>
                    <a:pt x="115" y="13"/>
                  </a:lnTo>
                  <a:lnTo>
                    <a:pt x="117" y="15"/>
                  </a:lnTo>
                  <a:lnTo>
                    <a:pt x="118" y="18"/>
                  </a:lnTo>
                  <a:lnTo>
                    <a:pt x="119" y="25"/>
                  </a:lnTo>
                  <a:lnTo>
                    <a:pt x="119" y="25"/>
                  </a:lnTo>
                  <a:lnTo>
                    <a:pt x="118" y="31"/>
                  </a:lnTo>
                  <a:lnTo>
                    <a:pt x="117" y="34"/>
                  </a:lnTo>
                  <a:lnTo>
                    <a:pt x="115" y="36"/>
                  </a:lnTo>
                  <a:lnTo>
                    <a:pt x="112" y="39"/>
                  </a:lnTo>
                  <a:lnTo>
                    <a:pt x="110" y="40"/>
                  </a:lnTo>
                  <a:lnTo>
                    <a:pt x="106" y="43"/>
                  </a:lnTo>
                  <a:lnTo>
                    <a:pt x="102" y="43"/>
                  </a:lnTo>
                  <a:lnTo>
                    <a:pt x="102" y="43"/>
                  </a:lnTo>
                  <a:lnTo>
                    <a:pt x="90" y="43"/>
                  </a:lnTo>
                  <a:lnTo>
                    <a:pt x="90" y="43"/>
                  </a:lnTo>
                  <a:lnTo>
                    <a:pt x="79" y="44"/>
                  </a:lnTo>
                  <a:lnTo>
                    <a:pt x="79" y="44"/>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0" name="Freeform 402"/>
            <p:cNvSpPr/>
            <p:nvPr/>
          </p:nvSpPr>
          <p:spPr bwMode="auto">
            <a:xfrm>
              <a:off x="4427538" y="3421063"/>
              <a:ext cx="68263" cy="22225"/>
            </a:xfrm>
            <a:custGeom>
              <a:avLst/>
              <a:gdLst/>
              <a:ahLst/>
              <a:cxnLst>
                <a:cxn ang="0">
                  <a:pos x="18" y="42"/>
                </a:cxn>
                <a:cxn ang="0">
                  <a:pos x="18" y="42"/>
                </a:cxn>
                <a:cxn ang="0">
                  <a:pos x="14" y="42"/>
                </a:cxn>
                <a:cxn ang="0">
                  <a:pos x="10" y="39"/>
                </a:cxn>
                <a:cxn ang="0">
                  <a:pos x="7" y="38"/>
                </a:cxn>
                <a:cxn ang="0">
                  <a:pos x="4" y="36"/>
                </a:cxn>
                <a:cxn ang="0">
                  <a:pos x="2" y="33"/>
                </a:cxn>
                <a:cxn ang="0">
                  <a:pos x="1" y="30"/>
                </a:cxn>
                <a:cxn ang="0">
                  <a:pos x="0" y="24"/>
                </a:cxn>
                <a:cxn ang="0">
                  <a:pos x="0" y="24"/>
                </a:cxn>
                <a:cxn ang="0">
                  <a:pos x="1" y="17"/>
                </a:cxn>
                <a:cxn ang="0">
                  <a:pos x="2" y="14"/>
                </a:cxn>
                <a:cxn ang="0">
                  <a:pos x="4" y="12"/>
                </a:cxn>
                <a:cxn ang="0">
                  <a:pos x="8" y="8"/>
                </a:cxn>
                <a:cxn ang="0">
                  <a:pos x="10" y="7"/>
                </a:cxn>
                <a:cxn ang="0">
                  <a:pos x="14" y="5"/>
                </a:cxn>
                <a:cxn ang="0">
                  <a:pos x="18" y="5"/>
                </a:cxn>
                <a:cxn ang="0">
                  <a:pos x="18" y="5"/>
                </a:cxn>
                <a:cxn ang="0">
                  <a:pos x="42" y="4"/>
                </a:cxn>
                <a:cxn ang="0">
                  <a:pos x="65" y="3"/>
                </a:cxn>
                <a:cxn ang="0">
                  <a:pos x="65" y="3"/>
                </a:cxn>
                <a:cxn ang="0">
                  <a:pos x="89" y="1"/>
                </a:cxn>
                <a:cxn ang="0">
                  <a:pos x="113" y="0"/>
                </a:cxn>
                <a:cxn ang="0">
                  <a:pos x="113" y="0"/>
                </a:cxn>
                <a:cxn ang="0">
                  <a:pos x="117" y="1"/>
                </a:cxn>
                <a:cxn ang="0">
                  <a:pos x="120" y="2"/>
                </a:cxn>
                <a:cxn ang="0">
                  <a:pos x="123" y="4"/>
                </a:cxn>
                <a:cxn ang="0">
                  <a:pos x="125" y="6"/>
                </a:cxn>
                <a:cxn ang="0">
                  <a:pos x="127" y="8"/>
                </a:cxn>
                <a:cxn ang="0">
                  <a:pos x="128" y="12"/>
                </a:cxn>
                <a:cxn ang="0">
                  <a:pos x="129" y="19"/>
                </a:cxn>
                <a:cxn ang="0">
                  <a:pos x="129" y="19"/>
                </a:cxn>
                <a:cxn ang="0">
                  <a:pos x="128" y="25"/>
                </a:cxn>
                <a:cxn ang="0">
                  <a:pos x="127" y="28"/>
                </a:cxn>
                <a:cxn ang="0">
                  <a:pos x="125" y="31"/>
                </a:cxn>
                <a:cxn ang="0">
                  <a:pos x="123" y="33"/>
                </a:cxn>
                <a:cxn ang="0">
                  <a:pos x="120" y="35"/>
                </a:cxn>
                <a:cxn ang="0">
                  <a:pos x="117" y="36"/>
                </a:cxn>
                <a:cxn ang="0">
                  <a:pos x="113" y="36"/>
                </a:cxn>
                <a:cxn ang="0">
                  <a:pos x="113" y="36"/>
                </a:cxn>
                <a:cxn ang="0">
                  <a:pos x="88" y="37"/>
                </a:cxn>
                <a:cxn ang="0">
                  <a:pos x="64" y="39"/>
                </a:cxn>
                <a:cxn ang="0">
                  <a:pos x="64" y="39"/>
                </a:cxn>
                <a:cxn ang="0">
                  <a:pos x="42" y="41"/>
                </a:cxn>
                <a:cxn ang="0">
                  <a:pos x="18" y="42"/>
                </a:cxn>
                <a:cxn ang="0">
                  <a:pos x="18" y="42"/>
                </a:cxn>
              </a:cxnLst>
              <a:rect l="0" t="0" r="r" b="b"/>
              <a:pathLst>
                <a:path w="129" h="42">
                  <a:moveTo>
                    <a:pt x="18" y="42"/>
                  </a:moveTo>
                  <a:lnTo>
                    <a:pt x="18" y="42"/>
                  </a:lnTo>
                  <a:lnTo>
                    <a:pt x="14" y="42"/>
                  </a:lnTo>
                  <a:lnTo>
                    <a:pt x="10" y="39"/>
                  </a:lnTo>
                  <a:lnTo>
                    <a:pt x="7" y="38"/>
                  </a:lnTo>
                  <a:lnTo>
                    <a:pt x="4" y="36"/>
                  </a:lnTo>
                  <a:lnTo>
                    <a:pt x="2" y="33"/>
                  </a:lnTo>
                  <a:lnTo>
                    <a:pt x="1" y="30"/>
                  </a:lnTo>
                  <a:lnTo>
                    <a:pt x="0" y="24"/>
                  </a:lnTo>
                  <a:lnTo>
                    <a:pt x="0" y="24"/>
                  </a:lnTo>
                  <a:lnTo>
                    <a:pt x="1" y="17"/>
                  </a:lnTo>
                  <a:lnTo>
                    <a:pt x="2" y="14"/>
                  </a:lnTo>
                  <a:lnTo>
                    <a:pt x="4" y="12"/>
                  </a:lnTo>
                  <a:lnTo>
                    <a:pt x="8" y="8"/>
                  </a:lnTo>
                  <a:lnTo>
                    <a:pt x="10" y="7"/>
                  </a:lnTo>
                  <a:lnTo>
                    <a:pt x="14" y="5"/>
                  </a:lnTo>
                  <a:lnTo>
                    <a:pt x="18" y="5"/>
                  </a:lnTo>
                  <a:lnTo>
                    <a:pt x="18" y="5"/>
                  </a:lnTo>
                  <a:lnTo>
                    <a:pt x="42" y="4"/>
                  </a:lnTo>
                  <a:lnTo>
                    <a:pt x="65" y="3"/>
                  </a:lnTo>
                  <a:lnTo>
                    <a:pt x="65" y="3"/>
                  </a:lnTo>
                  <a:lnTo>
                    <a:pt x="89" y="1"/>
                  </a:lnTo>
                  <a:lnTo>
                    <a:pt x="113" y="0"/>
                  </a:lnTo>
                  <a:lnTo>
                    <a:pt x="113" y="0"/>
                  </a:lnTo>
                  <a:lnTo>
                    <a:pt x="117" y="1"/>
                  </a:lnTo>
                  <a:lnTo>
                    <a:pt x="120" y="2"/>
                  </a:lnTo>
                  <a:lnTo>
                    <a:pt x="123" y="4"/>
                  </a:lnTo>
                  <a:lnTo>
                    <a:pt x="125" y="6"/>
                  </a:lnTo>
                  <a:lnTo>
                    <a:pt x="127" y="8"/>
                  </a:lnTo>
                  <a:lnTo>
                    <a:pt x="128" y="12"/>
                  </a:lnTo>
                  <a:lnTo>
                    <a:pt x="129" y="19"/>
                  </a:lnTo>
                  <a:lnTo>
                    <a:pt x="129" y="19"/>
                  </a:lnTo>
                  <a:lnTo>
                    <a:pt x="128" y="25"/>
                  </a:lnTo>
                  <a:lnTo>
                    <a:pt x="127" y="28"/>
                  </a:lnTo>
                  <a:lnTo>
                    <a:pt x="125" y="31"/>
                  </a:lnTo>
                  <a:lnTo>
                    <a:pt x="123" y="33"/>
                  </a:lnTo>
                  <a:lnTo>
                    <a:pt x="120" y="35"/>
                  </a:lnTo>
                  <a:lnTo>
                    <a:pt x="117" y="36"/>
                  </a:lnTo>
                  <a:lnTo>
                    <a:pt x="113" y="36"/>
                  </a:lnTo>
                  <a:lnTo>
                    <a:pt x="113" y="36"/>
                  </a:lnTo>
                  <a:lnTo>
                    <a:pt x="88" y="37"/>
                  </a:lnTo>
                  <a:lnTo>
                    <a:pt x="64" y="39"/>
                  </a:lnTo>
                  <a:lnTo>
                    <a:pt x="64" y="39"/>
                  </a:lnTo>
                  <a:lnTo>
                    <a:pt x="42" y="41"/>
                  </a:lnTo>
                  <a:lnTo>
                    <a:pt x="18" y="42"/>
                  </a:lnTo>
                  <a:lnTo>
                    <a:pt x="18" y="42"/>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1" name="Freeform 403"/>
            <p:cNvSpPr/>
            <p:nvPr/>
          </p:nvSpPr>
          <p:spPr bwMode="auto">
            <a:xfrm>
              <a:off x="4335463" y="3495675"/>
              <a:ext cx="128588" cy="20638"/>
            </a:xfrm>
            <a:custGeom>
              <a:avLst/>
              <a:gdLst/>
              <a:ahLst/>
              <a:cxnLst>
                <a:cxn ang="0">
                  <a:pos x="226" y="40"/>
                </a:cxn>
                <a:cxn ang="0">
                  <a:pos x="226" y="40"/>
                </a:cxn>
                <a:cxn ang="0">
                  <a:pos x="173" y="39"/>
                </a:cxn>
                <a:cxn ang="0">
                  <a:pos x="122" y="38"/>
                </a:cxn>
                <a:cxn ang="0">
                  <a:pos x="122" y="38"/>
                </a:cxn>
                <a:cxn ang="0">
                  <a:pos x="70" y="36"/>
                </a:cxn>
                <a:cxn ang="0">
                  <a:pos x="17" y="35"/>
                </a:cxn>
                <a:cxn ang="0">
                  <a:pos x="17" y="35"/>
                </a:cxn>
                <a:cxn ang="0">
                  <a:pos x="13" y="35"/>
                </a:cxn>
                <a:cxn ang="0">
                  <a:pos x="10" y="34"/>
                </a:cxn>
                <a:cxn ang="0">
                  <a:pos x="7" y="32"/>
                </a:cxn>
                <a:cxn ang="0">
                  <a:pos x="4" y="30"/>
                </a:cxn>
                <a:cxn ang="0">
                  <a:pos x="3" y="26"/>
                </a:cxn>
                <a:cxn ang="0">
                  <a:pos x="1" y="23"/>
                </a:cxn>
                <a:cxn ang="0">
                  <a:pos x="0" y="17"/>
                </a:cxn>
                <a:cxn ang="0">
                  <a:pos x="0" y="17"/>
                </a:cxn>
                <a:cxn ang="0">
                  <a:pos x="1" y="11"/>
                </a:cxn>
                <a:cxn ang="0">
                  <a:pos x="3" y="8"/>
                </a:cxn>
                <a:cxn ang="0">
                  <a:pos x="4" y="5"/>
                </a:cxn>
                <a:cxn ang="0">
                  <a:pos x="7" y="3"/>
                </a:cxn>
                <a:cxn ang="0">
                  <a:pos x="10" y="1"/>
                </a:cxn>
                <a:cxn ang="0">
                  <a:pos x="13" y="0"/>
                </a:cxn>
                <a:cxn ang="0">
                  <a:pos x="17" y="0"/>
                </a:cxn>
                <a:cxn ang="0">
                  <a:pos x="17" y="0"/>
                </a:cxn>
                <a:cxn ang="0">
                  <a:pos x="70" y="0"/>
                </a:cxn>
                <a:cxn ang="0">
                  <a:pos x="122" y="2"/>
                </a:cxn>
                <a:cxn ang="0">
                  <a:pos x="122" y="2"/>
                </a:cxn>
                <a:cxn ang="0">
                  <a:pos x="173" y="3"/>
                </a:cxn>
                <a:cxn ang="0">
                  <a:pos x="226" y="4"/>
                </a:cxn>
                <a:cxn ang="0">
                  <a:pos x="226" y="4"/>
                </a:cxn>
                <a:cxn ang="0">
                  <a:pos x="230" y="5"/>
                </a:cxn>
                <a:cxn ang="0">
                  <a:pos x="233" y="6"/>
                </a:cxn>
                <a:cxn ang="0">
                  <a:pos x="236" y="7"/>
                </a:cxn>
                <a:cxn ang="0">
                  <a:pos x="239" y="10"/>
                </a:cxn>
                <a:cxn ang="0">
                  <a:pos x="240" y="12"/>
                </a:cxn>
                <a:cxn ang="0">
                  <a:pos x="242" y="15"/>
                </a:cxn>
                <a:cxn ang="0">
                  <a:pos x="243" y="22"/>
                </a:cxn>
                <a:cxn ang="0">
                  <a:pos x="243" y="22"/>
                </a:cxn>
                <a:cxn ang="0">
                  <a:pos x="242" y="29"/>
                </a:cxn>
                <a:cxn ang="0">
                  <a:pos x="240" y="32"/>
                </a:cxn>
                <a:cxn ang="0">
                  <a:pos x="239" y="35"/>
                </a:cxn>
                <a:cxn ang="0">
                  <a:pos x="236" y="37"/>
                </a:cxn>
                <a:cxn ang="0">
                  <a:pos x="233" y="39"/>
                </a:cxn>
                <a:cxn ang="0">
                  <a:pos x="230" y="40"/>
                </a:cxn>
                <a:cxn ang="0">
                  <a:pos x="226" y="40"/>
                </a:cxn>
                <a:cxn ang="0">
                  <a:pos x="226" y="40"/>
                </a:cxn>
              </a:cxnLst>
              <a:rect l="0" t="0" r="r" b="b"/>
              <a:pathLst>
                <a:path w="243" h="40">
                  <a:moveTo>
                    <a:pt x="226" y="40"/>
                  </a:moveTo>
                  <a:lnTo>
                    <a:pt x="226" y="40"/>
                  </a:lnTo>
                  <a:lnTo>
                    <a:pt x="173" y="39"/>
                  </a:lnTo>
                  <a:lnTo>
                    <a:pt x="122" y="38"/>
                  </a:lnTo>
                  <a:lnTo>
                    <a:pt x="122" y="38"/>
                  </a:lnTo>
                  <a:lnTo>
                    <a:pt x="70" y="36"/>
                  </a:lnTo>
                  <a:lnTo>
                    <a:pt x="17" y="35"/>
                  </a:lnTo>
                  <a:lnTo>
                    <a:pt x="17" y="35"/>
                  </a:lnTo>
                  <a:lnTo>
                    <a:pt x="13" y="35"/>
                  </a:lnTo>
                  <a:lnTo>
                    <a:pt x="10" y="34"/>
                  </a:lnTo>
                  <a:lnTo>
                    <a:pt x="7" y="32"/>
                  </a:lnTo>
                  <a:lnTo>
                    <a:pt x="4" y="30"/>
                  </a:lnTo>
                  <a:lnTo>
                    <a:pt x="3" y="26"/>
                  </a:lnTo>
                  <a:lnTo>
                    <a:pt x="1" y="23"/>
                  </a:lnTo>
                  <a:lnTo>
                    <a:pt x="0" y="17"/>
                  </a:lnTo>
                  <a:lnTo>
                    <a:pt x="0" y="17"/>
                  </a:lnTo>
                  <a:lnTo>
                    <a:pt x="1" y="11"/>
                  </a:lnTo>
                  <a:lnTo>
                    <a:pt x="3" y="8"/>
                  </a:lnTo>
                  <a:lnTo>
                    <a:pt x="4" y="5"/>
                  </a:lnTo>
                  <a:lnTo>
                    <a:pt x="7" y="3"/>
                  </a:lnTo>
                  <a:lnTo>
                    <a:pt x="10" y="1"/>
                  </a:lnTo>
                  <a:lnTo>
                    <a:pt x="13" y="0"/>
                  </a:lnTo>
                  <a:lnTo>
                    <a:pt x="17" y="0"/>
                  </a:lnTo>
                  <a:lnTo>
                    <a:pt x="17" y="0"/>
                  </a:lnTo>
                  <a:lnTo>
                    <a:pt x="70" y="0"/>
                  </a:lnTo>
                  <a:lnTo>
                    <a:pt x="122" y="2"/>
                  </a:lnTo>
                  <a:lnTo>
                    <a:pt x="122" y="2"/>
                  </a:lnTo>
                  <a:lnTo>
                    <a:pt x="173" y="3"/>
                  </a:lnTo>
                  <a:lnTo>
                    <a:pt x="226" y="4"/>
                  </a:lnTo>
                  <a:lnTo>
                    <a:pt x="226" y="4"/>
                  </a:lnTo>
                  <a:lnTo>
                    <a:pt x="230" y="5"/>
                  </a:lnTo>
                  <a:lnTo>
                    <a:pt x="233" y="6"/>
                  </a:lnTo>
                  <a:lnTo>
                    <a:pt x="236" y="7"/>
                  </a:lnTo>
                  <a:lnTo>
                    <a:pt x="239" y="10"/>
                  </a:lnTo>
                  <a:lnTo>
                    <a:pt x="240" y="12"/>
                  </a:lnTo>
                  <a:lnTo>
                    <a:pt x="242" y="15"/>
                  </a:lnTo>
                  <a:lnTo>
                    <a:pt x="243" y="22"/>
                  </a:lnTo>
                  <a:lnTo>
                    <a:pt x="243" y="22"/>
                  </a:lnTo>
                  <a:lnTo>
                    <a:pt x="242" y="29"/>
                  </a:lnTo>
                  <a:lnTo>
                    <a:pt x="240" y="32"/>
                  </a:lnTo>
                  <a:lnTo>
                    <a:pt x="239" y="35"/>
                  </a:lnTo>
                  <a:lnTo>
                    <a:pt x="236" y="37"/>
                  </a:lnTo>
                  <a:lnTo>
                    <a:pt x="233" y="39"/>
                  </a:lnTo>
                  <a:lnTo>
                    <a:pt x="230" y="40"/>
                  </a:lnTo>
                  <a:lnTo>
                    <a:pt x="226" y="40"/>
                  </a:lnTo>
                  <a:lnTo>
                    <a:pt x="226" y="40"/>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2" name="Freeform 404"/>
            <p:cNvSpPr/>
            <p:nvPr/>
          </p:nvSpPr>
          <p:spPr bwMode="auto">
            <a:xfrm>
              <a:off x="4332288" y="3560763"/>
              <a:ext cx="77788" cy="19050"/>
            </a:xfrm>
            <a:custGeom>
              <a:avLst/>
              <a:gdLst/>
              <a:ahLst/>
              <a:cxnLst>
                <a:cxn ang="0">
                  <a:pos x="16" y="36"/>
                </a:cxn>
                <a:cxn ang="0">
                  <a:pos x="16" y="36"/>
                </a:cxn>
                <a:cxn ang="0">
                  <a:pos x="12" y="35"/>
                </a:cxn>
                <a:cxn ang="0">
                  <a:pos x="9" y="34"/>
                </a:cxn>
                <a:cxn ang="0">
                  <a:pos x="6" y="33"/>
                </a:cxn>
                <a:cxn ang="0">
                  <a:pos x="4" y="30"/>
                </a:cxn>
                <a:cxn ang="0">
                  <a:pos x="2" y="27"/>
                </a:cxn>
                <a:cxn ang="0">
                  <a:pos x="1" y="24"/>
                </a:cxn>
                <a:cxn ang="0">
                  <a:pos x="0" y="17"/>
                </a:cxn>
                <a:cxn ang="0">
                  <a:pos x="0" y="17"/>
                </a:cxn>
                <a:cxn ang="0">
                  <a:pos x="1" y="11"/>
                </a:cxn>
                <a:cxn ang="0">
                  <a:pos x="2" y="8"/>
                </a:cxn>
                <a:cxn ang="0">
                  <a:pos x="4" y="5"/>
                </a:cxn>
                <a:cxn ang="0">
                  <a:pos x="6" y="3"/>
                </a:cxn>
                <a:cxn ang="0">
                  <a:pos x="9" y="1"/>
                </a:cxn>
                <a:cxn ang="0">
                  <a:pos x="12" y="0"/>
                </a:cxn>
                <a:cxn ang="0">
                  <a:pos x="16" y="0"/>
                </a:cxn>
                <a:cxn ang="0">
                  <a:pos x="131" y="0"/>
                </a:cxn>
                <a:cxn ang="0">
                  <a:pos x="131" y="0"/>
                </a:cxn>
                <a:cxn ang="0">
                  <a:pos x="135" y="0"/>
                </a:cxn>
                <a:cxn ang="0">
                  <a:pos x="138" y="1"/>
                </a:cxn>
                <a:cxn ang="0">
                  <a:pos x="141" y="3"/>
                </a:cxn>
                <a:cxn ang="0">
                  <a:pos x="143" y="5"/>
                </a:cxn>
                <a:cxn ang="0">
                  <a:pos x="145" y="8"/>
                </a:cxn>
                <a:cxn ang="0">
                  <a:pos x="146" y="11"/>
                </a:cxn>
                <a:cxn ang="0">
                  <a:pos x="147" y="17"/>
                </a:cxn>
                <a:cxn ang="0">
                  <a:pos x="147" y="17"/>
                </a:cxn>
                <a:cxn ang="0">
                  <a:pos x="146" y="24"/>
                </a:cxn>
                <a:cxn ang="0">
                  <a:pos x="145" y="27"/>
                </a:cxn>
                <a:cxn ang="0">
                  <a:pos x="143" y="30"/>
                </a:cxn>
                <a:cxn ang="0">
                  <a:pos x="141" y="33"/>
                </a:cxn>
                <a:cxn ang="0">
                  <a:pos x="138" y="34"/>
                </a:cxn>
                <a:cxn ang="0">
                  <a:pos x="135" y="35"/>
                </a:cxn>
                <a:cxn ang="0">
                  <a:pos x="131" y="36"/>
                </a:cxn>
                <a:cxn ang="0">
                  <a:pos x="16" y="36"/>
                </a:cxn>
              </a:cxnLst>
              <a:rect l="0" t="0" r="r" b="b"/>
              <a:pathLst>
                <a:path w="147" h="36">
                  <a:moveTo>
                    <a:pt x="16" y="36"/>
                  </a:moveTo>
                  <a:lnTo>
                    <a:pt x="16" y="36"/>
                  </a:lnTo>
                  <a:lnTo>
                    <a:pt x="12" y="35"/>
                  </a:lnTo>
                  <a:lnTo>
                    <a:pt x="9" y="34"/>
                  </a:lnTo>
                  <a:lnTo>
                    <a:pt x="6" y="33"/>
                  </a:lnTo>
                  <a:lnTo>
                    <a:pt x="4" y="30"/>
                  </a:lnTo>
                  <a:lnTo>
                    <a:pt x="2" y="27"/>
                  </a:lnTo>
                  <a:lnTo>
                    <a:pt x="1" y="24"/>
                  </a:lnTo>
                  <a:lnTo>
                    <a:pt x="0" y="17"/>
                  </a:lnTo>
                  <a:lnTo>
                    <a:pt x="0" y="17"/>
                  </a:lnTo>
                  <a:lnTo>
                    <a:pt x="1" y="11"/>
                  </a:lnTo>
                  <a:lnTo>
                    <a:pt x="2" y="8"/>
                  </a:lnTo>
                  <a:lnTo>
                    <a:pt x="4" y="5"/>
                  </a:lnTo>
                  <a:lnTo>
                    <a:pt x="6" y="3"/>
                  </a:lnTo>
                  <a:lnTo>
                    <a:pt x="9" y="1"/>
                  </a:lnTo>
                  <a:lnTo>
                    <a:pt x="12" y="0"/>
                  </a:lnTo>
                  <a:lnTo>
                    <a:pt x="16" y="0"/>
                  </a:lnTo>
                  <a:lnTo>
                    <a:pt x="131" y="0"/>
                  </a:lnTo>
                  <a:lnTo>
                    <a:pt x="131" y="0"/>
                  </a:lnTo>
                  <a:lnTo>
                    <a:pt x="135" y="0"/>
                  </a:lnTo>
                  <a:lnTo>
                    <a:pt x="138" y="1"/>
                  </a:lnTo>
                  <a:lnTo>
                    <a:pt x="141" y="3"/>
                  </a:lnTo>
                  <a:lnTo>
                    <a:pt x="143" y="5"/>
                  </a:lnTo>
                  <a:lnTo>
                    <a:pt x="145" y="8"/>
                  </a:lnTo>
                  <a:lnTo>
                    <a:pt x="146" y="11"/>
                  </a:lnTo>
                  <a:lnTo>
                    <a:pt x="147" y="17"/>
                  </a:lnTo>
                  <a:lnTo>
                    <a:pt x="147" y="17"/>
                  </a:lnTo>
                  <a:lnTo>
                    <a:pt x="146" y="24"/>
                  </a:lnTo>
                  <a:lnTo>
                    <a:pt x="145" y="27"/>
                  </a:lnTo>
                  <a:lnTo>
                    <a:pt x="143" y="30"/>
                  </a:lnTo>
                  <a:lnTo>
                    <a:pt x="141" y="33"/>
                  </a:lnTo>
                  <a:lnTo>
                    <a:pt x="138" y="34"/>
                  </a:lnTo>
                  <a:lnTo>
                    <a:pt x="135" y="35"/>
                  </a:lnTo>
                  <a:lnTo>
                    <a:pt x="131" y="36"/>
                  </a:lnTo>
                  <a:lnTo>
                    <a:pt x="16" y="36"/>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3" name="Freeform 405"/>
            <p:cNvSpPr/>
            <p:nvPr/>
          </p:nvSpPr>
          <p:spPr bwMode="auto">
            <a:xfrm>
              <a:off x="4329113" y="3621088"/>
              <a:ext cx="66675" cy="20638"/>
            </a:xfrm>
            <a:custGeom>
              <a:avLst/>
              <a:gdLst/>
              <a:ahLst/>
              <a:cxnLst>
                <a:cxn ang="0">
                  <a:pos x="19" y="41"/>
                </a:cxn>
                <a:cxn ang="0">
                  <a:pos x="19" y="41"/>
                </a:cxn>
                <a:cxn ang="0">
                  <a:pos x="15" y="39"/>
                </a:cxn>
                <a:cxn ang="0">
                  <a:pos x="12" y="38"/>
                </a:cxn>
                <a:cxn ang="0">
                  <a:pos x="9" y="37"/>
                </a:cxn>
                <a:cxn ang="0">
                  <a:pos x="7" y="34"/>
                </a:cxn>
                <a:cxn ang="0">
                  <a:pos x="3" y="32"/>
                </a:cxn>
                <a:cxn ang="0">
                  <a:pos x="2" y="29"/>
                </a:cxn>
                <a:cxn ang="0">
                  <a:pos x="1" y="26"/>
                </a:cxn>
                <a:cxn ang="0">
                  <a:pos x="0" y="22"/>
                </a:cxn>
                <a:cxn ang="0">
                  <a:pos x="0" y="18"/>
                </a:cxn>
                <a:cxn ang="0">
                  <a:pos x="0" y="18"/>
                </a:cxn>
                <a:cxn ang="0">
                  <a:pos x="1" y="14"/>
                </a:cxn>
                <a:cxn ang="0">
                  <a:pos x="2" y="10"/>
                </a:cxn>
                <a:cxn ang="0">
                  <a:pos x="5" y="6"/>
                </a:cxn>
                <a:cxn ang="0">
                  <a:pos x="7" y="4"/>
                </a:cxn>
                <a:cxn ang="0">
                  <a:pos x="9" y="2"/>
                </a:cxn>
                <a:cxn ang="0">
                  <a:pos x="12" y="1"/>
                </a:cxn>
                <a:cxn ang="0">
                  <a:pos x="19" y="0"/>
                </a:cxn>
                <a:cxn ang="0">
                  <a:pos x="19" y="0"/>
                </a:cxn>
                <a:cxn ang="0">
                  <a:pos x="24" y="1"/>
                </a:cxn>
                <a:cxn ang="0">
                  <a:pos x="29" y="3"/>
                </a:cxn>
                <a:cxn ang="0">
                  <a:pos x="31" y="4"/>
                </a:cxn>
                <a:cxn ang="0">
                  <a:pos x="109" y="4"/>
                </a:cxn>
                <a:cxn ang="0">
                  <a:pos x="109" y="4"/>
                </a:cxn>
                <a:cxn ang="0">
                  <a:pos x="113" y="4"/>
                </a:cxn>
                <a:cxn ang="0">
                  <a:pos x="117" y="5"/>
                </a:cxn>
                <a:cxn ang="0">
                  <a:pos x="119" y="7"/>
                </a:cxn>
                <a:cxn ang="0">
                  <a:pos x="122" y="10"/>
                </a:cxn>
                <a:cxn ang="0">
                  <a:pos x="124" y="13"/>
                </a:cxn>
                <a:cxn ang="0">
                  <a:pos x="125" y="16"/>
                </a:cxn>
                <a:cxn ang="0">
                  <a:pos x="126" y="22"/>
                </a:cxn>
                <a:cxn ang="0">
                  <a:pos x="126" y="22"/>
                </a:cxn>
                <a:cxn ang="0">
                  <a:pos x="125" y="29"/>
                </a:cxn>
                <a:cxn ang="0">
                  <a:pos x="124" y="31"/>
                </a:cxn>
                <a:cxn ang="0">
                  <a:pos x="122" y="34"/>
                </a:cxn>
                <a:cxn ang="0">
                  <a:pos x="119" y="36"/>
                </a:cxn>
                <a:cxn ang="0">
                  <a:pos x="117" y="38"/>
                </a:cxn>
                <a:cxn ang="0">
                  <a:pos x="113" y="39"/>
                </a:cxn>
                <a:cxn ang="0">
                  <a:pos x="109" y="41"/>
                </a:cxn>
                <a:cxn ang="0">
                  <a:pos x="19" y="41"/>
                </a:cxn>
              </a:cxnLst>
              <a:rect l="0" t="0" r="r" b="b"/>
              <a:pathLst>
                <a:path w="126" h="41">
                  <a:moveTo>
                    <a:pt x="19" y="41"/>
                  </a:moveTo>
                  <a:lnTo>
                    <a:pt x="19" y="41"/>
                  </a:lnTo>
                  <a:lnTo>
                    <a:pt x="15" y="39"/>
                  </a:lnTo>
                  <a:lnTo>
                    <a:pt x="12" y="38"/>
                  </a:lnTo>
                  <a:lnTo>
                    <a:pt x="9" y="37"/>
                  </a:lnTo>
                  <a:lnTo>
                    <a:pt x="7" y="34"/>
                  </a:lnTo>
                  <a:lnTo>
                    <a:pt x="3" y="32"/>
                  </a:lnTo>
                  <a:lnTo>
                    <a:pt x="2" y="29"/>
                  </a:lnTo>
                  <a:lnTo>
                    <a:pt x="1" y="26"/>
                  </a:lnTo>
                  <a:lnTo>
                    <a:pt x="0" y="22"/>
                  </a:lnTo>
                  <a:lnTo>
                    <a:pt x="0" y="18"/>
                  </a:lnTo>
                  <a:lnTo>
                    <a:pt x="0" y="18"/>
                  </a:lnTo>
                  <a:lnTo>
                    <a:pt x="1" y="14"/>
                  </a:lnTo>
                  <a:lnTo>
                    <a:pt x="2" y="10"/>
                  </a:lnTo>
                  <a:lnTo>
                    <a:pt x="5" y="6"/>
                  </a:lnTo>
                  <a:lnTo>
                    <a:pt x="7" y="4"/>
                  </a:lnTo>
                  <a:lnTo>
                    <a:pt x="9" y="2"/>
                  </a:lnTo>
                  <a:lnTo>
                    <a:pt x="12" y="1"/>
                  </a:lnTo>
                  <a:lnTo>
                    <a:pt x="19" y="0"/>
                  </a:lnTo>
                  <a:lnTo>
                    <a:pt x="19" y="0"/>
                  </a:lnTo>
                  <a:lnTo>
                    <a:pt x="24" y="1"/>
                  </a:lnTo>
                  <a:lnTo>
                    <a:pt x="29" y="3"/>
                  </a:lnTo>
                  <a:lnTo>
                    <a:pt x="31" y="4"/>
                  </a:lnTo>
                  <a:lnTo>
                    <a:pt x="109" y="4"/>
                  </a:lnTo>
                  <a:lnTo>
                    <a:pt x="109" y="4"/>
                  </a:lnTo>
                  <a:lnTo>
                    <a:pt x="113" y="4"/>
                  </a:lnTo>
                  <a:lnTo>
                    <a:pt x="117" y="5"/>
                  </a:lnTo>
                  <a:lnTo>
                    <a:pt x="119" y="7"/>
                  </a:lnTo>
                  <a:lnTo>
                    <a:pt x="122" y="10"/>
                  </a:lnTo>
                  <a:lnTo>
                    <a:pt x="124" y="13"/>
                  </a:lnTo>
                  <a:lnTo>
                    <a:pt x="125" y="16"/>
                  </a:lnTo>
                  <a:lnTo>
                    <a:pt x="126" y="22"/>
                  </a:lnTo>
                  <a:lnTo>
                    <a:pt x="126" y="22"/>
                  </a:lnTo>
                  <a:lnTo>
                    <a:pt x="125" y="29"/>
                  </a:lnTo>
                  <a:lnTo>
                    <a:pt x="124" y="31"/>
                  </a:lnTo>
                  <a:lnTo>
                    <a:pt x="122" y="34"/>
                  </a:lnTo>
                  <a:lnTo>
                    <a:pt x="119" y="36"/>
                  </a:lnTo>
                  <a:lnTo>
                    <a:pt x="117" y="38"/>
                  </a:lnTo>
                  <a:lnTo>
                    <a:pt x="113" y="39"/>
                  </a:lnTo>
                  <a:lnTo>
                    <a:pt x="109" y="41"/>
                  </a:lnTo>
                  <a:lnTo>
                    <a:pt x="19" y="41"/>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sp>
          <p:nvSpPr>
            <p:cNvPr id="124" name="Freeform 407"/>
            <p:cNvSpPr/>
            <p:nvPr/>
          </p:nvSpPr>
          <p:spPr bwMode="auto">
            <a:xfrm>
              <a:off x="4535488" y="3187700"/>
              <a:ext cx="396875" cy="330200"/>
            </a:xfrm>
            <a:custGeom>
              <a:avLst/>
              <a:gdLst/>
              <a:ahLst/>
              <a:cxnLst>
                <a:cxn ang="0">
                  <a:pos x="12" y="623"/>
                </a:cxn>
                <a:cxn ang="0">
                  <a:pos x="2" y="616"/>
                </a:cxn>
                <a:cxn ang="0">
                  <a:pos x="0" y="610"/>
                </a:cxn>
                <a:cxn ang="0">
                  <a:pos x="1" y="602"/>
                </a:cxn>
                <a:cxn ang="0">
                  <a:pos x="16" y="580"/>
                </a:cxn>
                <a:cxn ang="0">
                  <a:pos x="37" y="561"/>
                </a:cxn>
                <a:cxn ang="0">
                  <a:pos x="58" y="541"/>
                </a:cxn>
                <a:cxn ang="0">
                  <a:pos x="137" y="452"/>
                </a:cxn>
                <a:cxn ang="0">
                  <a:pos x="181" y="404"/>
                </a:cxn>
                <a:cxn ang="0">
                  <a:pos x="252" y="340"/>
                </a:cxn>
                <a:cxn ang="0">
                  <a:pos x="328" y="280"/>
                </a:cxn>
                <a:cxn ang="0">
                  <a:pos x="479" y="173"/>
                </a:cxn>
                <a:cxn ang="0">
                  <a:pos x="552" y="122"/>
                </a:cxn>
                <a:cxn ang="0">
                  <a:pos x="606" y="80"/>
                </a:cxn>
                <a:cxn ang="0">
                  <a:pos x="636" y="59"/>
                </a:cxn>
                <a:cxn ang="0">
                  <a:pos x="657" y="45"/>
                </a:cxn>
                <a:cxn ang="0">
                  <a:pos x="692" y="23"/>
                </a:cxn>
                <a:cxn ang="0">
                  <a:pos x="697" y="21"/>
                </a:cxn>
                <a:cxn ang="0">
                  <a:pos x="722" y="6"/>
                </a:cxn>
                <a:cxn ang="0">
                  <a:pos x="727" y="2"/>
                </a:cxn>
                <a:cxn ang="0">
                  <a:pos x="733" y="0"/>
                </a:cxn>
                <a:cxn ang="0">
                  <a:pos x="748" y="7"/>
                </a:cxn>
                <a:cxn ang="0">
                  <a:pos x="752" y="16"/>
                </a:cxn>
                <a:cxn ang="0">
                  <a:pos x="748" y="32"/>
                </a:cxn>
                <a:cxn ang="0">
                  <a:pos x="736" y="41"/>
                </a:cxn>
                <a:cxn ang="0">
                  <a:pos x="694" y="67"/>
                </a:cxn>
                <a:cxn ang="0">
                  <a:pos x="668" y="82"/>
                </a:cxn>
                <a:cxn ang="0">
                  <a:pos x="639" y="101"/>
                </a:cxn>
                <a:cxn ang="0">
                  <a:pos x="593" y="139"/>
                </a:cxn>
                <a:cxn ang="0">
                  <a:pos x="539" y="176"/>
                </a:cxn>
                <a:cxn ang="0">
                  <a:pos x="472" y="218"/>
                </a:cxn>
                <a:cxn ang="0">
                  <a:pos x="392" y="275"/>
                </a:cxn>
                <a:cxn ang="0">
                  <a:pos x="358" y="305"/>
                </a:cxn>
                <a:cxn ang="0">
                  <a:pos x="296" y="354"/>
                </a:cxn>
                <a:cxn ang="0">
                  <a:pos x="209" y="427"/>
                </a:cxn>
                <a:cxn ang="0">
                  <a:pos x="183" y="454"/>
                </a:cxn>
                <a:cxn ang="0">
                  <a:pos x="140" y="502"/>
                </a:cxn>
                <a:cxn ang="0">
                  <a:pos x="100" y="550"/>
                </a:cxn>
                <a:cxn ang="0">
                  <a:pos x="65" y="586"/>
                </a:cxn>
                <a:cxn ang="0">
                  <a:pos x="56" y="592"/>
                </a:cxn>
                <a:cxn ang="0">
                  <a:pos x="40" y="604"/>
                </a:cxn>
                <a:cxn ang="0">
                  <a:pos x="33" y="616"/>
                </a:cxn>
                <a:cxn ang="0">
                  <a:pos x="17" y="623"/>
                </a:cxn>
              </a:cxnLst>
              <a:rect l="0" t="0" r="r" b="b"/>
              <a:pathLst>
                <a:path w="752" h="623">
                  <a:moveTo>
                    <a:pt x="17" y="623"/>
                  </a:moveTo>
                  <a:lnTo>
                    <a:pt x="17" y="623"/>
                  </a:lnTo>
                  <a:lnTo>
                    <a:pt x="12" y="623"/>
                  </a:lnTo>
                  <a:lnTo>
                    <a:pt x="8" y="621"/>
                  </a:lnTo>
                  <a:lnTo>
                    <a:pt x="4" y="619"/>
                  </a:lnTo>
                  <a:lnTo>
                    <a:pt x="2" y="616"/>
                  </a:lnTo>
                  <a:lnTo>
                    <a:pt x="2" y="616"/>
                  </a:lnTo>
                  <a:lnTo>
                    <a:pt x="0" y="613"/>
                  </a:lnTo>
                  <a:lnTo>
                    <a:pt x="0" y="610"/>
                  </a:lnTo>
                  <a:lnTo>
                    <a:pt x="0" y="606"/>
                  </a:lnTo>
                  <a:lnTo>
                    <a:pt x="1" y="602"/>
                  </a:lnTo>
                  <a:lnTo>
                    <a:pt x="1" y="602"/>
                  </a:lnTo>
                  <a:lnTo>
                    <a:pt x="4" y="596"/>
                  </a:lnTo>
                  <a:lnTo>
                    <a:pt x="8" y="590"/>
                  </a:lnTo>
                  <a:lnTo>
                    <a:pt x="16" y="580"/>
                  </a:lnTo>
                  <a:lnTo>
                    <a:pt x="26" y="570"/>
                  </a:lnTo>
                  <a:lnTo>
                    <a:pt x="37" y="561"/>
                  </a:lnTo>
                  <a:lnTo>
                    <a:pt x="37" y="561"/>
                  </a:lnTo>
                  <a:lnTo>
                    <a:pt x="47" y="552"/>
                  </a:lnTo>
                  <a:lnTo>
                    <a:pt x="58" y="541"/>
                  </a:lnTo>
                  <a:lnTo>
                    <a:pt x="58" y="541"/>
                  </a:lnTo>
                  <a:lnTo>
                    <a:pt x="78" y="520"/>
                  </a:lnTo>
                  <a:lnTo>
                    <a:pt x="98" y="498"/>
                  </a:lnTo>
                  <a:lnTo>
                    <a:pt x="137" y="452"/>
                  </a:lnTo>
                  <a:lnTo>
                    <a:pt x="137" y="452"/>
                  </a:lnTo>
                  <a:lnTo>
                    <a:pt x="158" y="428"/>
                  </a:lnTo>
                  <a:lnTo>
                    <a:pt x="181" y="404"/>
                  </a:lnTo>
                  <a:lnTo>
                    <a:pt x="203" y="381"/>
                  </a:lnTo>
                  <a:lnTo>
                    <a:pt x="228" y="361"/>
                  </a:lnTo>
                  <a:lnTo>
                    <a:pt x="252" y="340"/>
                  </a:lnTo>
                  <a:lnTo>
                    <a:pt x="278" y="319"/>
                  </a:lnTo>
                  <a:lnTo>
                    <a:pt x="328" y="280"/>
                  </a:lnTo>
                  <a:lnTo>
                    <a:pt x="328" y="280"/>
                  </a:lnTo>
                  <a:lnTo>
                    <a:pt x="378" y="243"/>
                  </a:lnTo>
                  <a:lnTo>
                    <a:pt x="428" y="207"/>
                  </a:lnTo>
                  <a:lnTo>
                    <a:pt x="479" y="173"/>
                  </a:lnTo>
                  <a:lnTo>
                    <a:pt x="527" y="141"/>
                  </a:lnTo>
                  <a:lnTo>
                    <a:pt x="527" y="141"/>
                  </a:lnTo>
                  <a:lnTo>
                    <a:pt x="552" y="122"/>
                  </a:lnTo>
                  <a:lnTo>
                    <a:pt x="577" y="102"/>
                  </a:lnTo>
                  <a:lnTo>
                    <a:pt x="577" y="102"/>
                  </a:lnTo>
                  <a:lnTo>
                    <a:pt x="606" y="80"/>
                  </a:lnTo>
                  <a:lnTo>
                    <a:pt x="621" y="69"/>
                  </a:lnTo>
                  <a:lnTo>
                    <a:pt x="636" y="59"/>
                  </a:lnTo>
                  <a:lnTo>
                    <a:pt x="636" y="59"/>
                  </a:lnTo>
                  <a:lnTo>
                    <a:pt x="646" y="52"/>
                  </a:lnTo>
                  <a:lnTo>
                    <a:pt x="657" y="45"/>
                  </a:lnTo>
                  <a:lnTo>
                    <a:pt x="657" y="45"/>
                  </a:lnTo>
                  <a:lnTo>
                    <a:pt x="674" y="32"/>
                  </a:lnTo>
                  <a:lnTo>
                    <a:pt x="683" y="27"/>
                  </a:lnTo>
                  <a:lnTo>
                    <a:pt x="692" y="23"/>
                  </a:lnTo>
                  <a:lnTo>
                    <a:pt x="692" y="23"/>
                  </a:lnTo>
                  <a:lnTo>
                    <a:pt x="697" y="21"/>
                  </a:lnTo>
                  <a:lnTo>
                    <a:pt x="697" y="21"/>
                  </a:lnTo>
                  <a:lnTo>
                    <a:pt x="710" y="15"/>
                  </a:lnTo>
                  <a:lnTo>
                    <a:pt x="717" y="10"/>
                  </a:lnTo>
                  <a:lnTo>
                    <a:pt x="722" y="6"/>
                  </a:lnTo>
                  <a:lnTo>
                    <a:pt x="722" y="6"/>
                  </a:lnTo>
                  <a:lnTo>
                    <a:pt x="725" y="3"/>
                  </a:lnTo>
                  <a:lnTo>
                    <a:pt x="727" y="2"/>
                  </a:lnTo>
                  <a:lnTo>
                    <a:pt x="730" y="0"/>
                  </a:lnTo>
                  <a:lnTo>
                    <a:pt x="733" y="0"/>
                  </a:lnTo>
                  <a:lnTo>
                    <a:pt x="733" y="0"/>
                  </a:lnTo>
                  <a:lnTo>
                    <a:pt x="738" y="1"/>
                  </a:lnTo>
                  <a:lnTo>
                    <a:pt x="743" y="3"/>
                  </a:lnTo>
                  <a:lnTo>
                    <a:pt x="748" y="7"/>
                  </a:lnTo>
                  <a:lnTo>
                    <a:pt x="751" y="13"/>
                  </a:lnTo>
                  <a:lnTo>
                    <a:pt x="751" y="13"/>
                  </a:lnTo>
                  <a:lnTo>
                    <a:pt x="752" y="16"/>
                  </a:lnTo>
                  <a:lnTo>
                    <a:pt x="752" y="21"/>
                  </a:lnTo>
                  <a:lnTo>
                    <a:pt x="751" y="26"/>
                  </a:lnTo>
                  <a:lnTo>
                    <a:pt x="748" y="32"/>
                  </a:lnTo>
                  <a:lnTo>
                    <a:pt x="748" y="32"/>
                  </a:lnTo>
                  <a:lnTo>
                    <a:pt x="741" y="37"/>
                  </a:lnTo>
                  <a:lnTo>
                    <a:pt x="736" y="41"/>
                  </a:lnTo>
                  <a:lnTo>
                    <a:pt x="723" y="51"/>
                  </a:lnTo>
                  <a:lnTo>
                    <a:pt x="708" y="59"/>
                  </a:lnTo>
                  <a:lnTo>
                    <a:pt x="694" y="67"/>
                  </a:lnTo>
                  <a:lnTo>
                    <a:pt x="694" y="67"/>
                  </a:lnTo>
                  <a:lnTo>
                    <a:pt x="680" y="75"/>
                  </a:lnTo>
                  <a:lnTo>
                    <a:pt x="668" y="82"/>
                  </a:lnTo>
                  <a:lnTo>
                    <a:pt x="668" y="82"/>
                  </a:lnTo>
                  <a:lnTo>
                    <a:pt x="654" y="91"/>
                  </a:lnTo>
                  <a:lnTo>
                    <a:pt x="639" y="101"/>
                  </a:lnTo>
                  <a:lnTo>
                    <a:pt x="612" y="122"/>
                  </a:lnTo>
                  <a:lnTo>
                    <a:pt x="612" y="122"/>
                  </a:lnTo>
                  <a:lnTo>
                    <a:pt x="593" y="139"/>
                  </a:lnTo>
                  <a:lnTo>
                    <a:pt x="573" y="153"/>
                  </a:lnTo>
                  <a:lnTo>
                    <a:pt x="573" y="153"/>
                  </a:lnTo>
                  <a:lnTo>
                    <a:pt x="539" y="176"/>
                  </a:lnTo>
                  <a:lnTo>
                    <a:pt x="505" y="196"/>
                  </a:lnTo>
                  <a:lnTo>
                    <a:pt x="505" y="196"/>
                  </a:lnTo>
                  <a:lnTo>
                    <a:pt x="472" y="218"/>
                  </a:lnTo>
                  <a:lnTo>
                    <a:pt x="439" y="239"/>
                  </a:lnTo>
                  <a:lnTo>
                    <a:pt x="408" y="263"/>
                  </a:lnTo>
                  <a:lnTo>
                    <a:pt x="392" y="275"/>
                  </a:lnTo>
                  <a:lnTo>
                    <a:pt x="378" y="287"/>
                  </a:lnTo>
                  <a:lnTo>
                    <a:pt x="378" y="287"/>
                  </a:lnTo>
                  <a:lnTo>
                    <a:pt x="358" y="305"/>
                  </a:lnTo>
                  <a:lnTo>
                    <a:pt x="338" y="322"/>
                  </a:lnTo>
                  <a:lnTo>
                    <a:pt x="296" y="354"/>
                  </a:lnTo>
                  <a:lnTo>
                    <a:pt x="296" y="354"/>
                  </a:lnTo>
                  <a:lnTo>
                    <a:pt x="267" y="377"/>
                  </a:lnTo>
                  <a:lnTo>
                    <a:pt x="238" y="401"/>
                  </a:lnTo>
                  <a:lnTo>
                    <a:pt x="209" y="427"/>
                  </a:lnTo>
                  <a:lnTo>
                    <a:pt x="196" y="440"/>
                  </a:lnTo>
                  <a:lnTo>
                    <a:pt x="183" y="454"/>
                  </a:lnTo>
                  <a:lnTo>
                    <a:pt x="183" y="454"/>
                  </a:lnTo>
                  <a:lnTo>
                    <a:pt x="161" y="478"/>
                  </a:lnTo>
                  <a:lnTo>
                    <a:pt x="140" y="502"/>
                  </a:lnTo>
                  <a:lnTo>
                    <a:pt x="140" y="502"/>
                  </a:lnTo>
                  <a:lnTo>
                    <a:pt x="104" y="545"/>
                  </a:lnTo>
                  <a:lnTo>
                    <a:pt x="100" y="550"/>
                  </a:lnTo>
                  <a:lnTo>
                    <a:pt x="100" y="550"/>
                  </a:lnTo>
                  <a:lnTo>
                    <a:pt x="82" y="568"/>
                  </a:lnTo>
                  <a:lnTo>
                    <a:pt x="74" y="578"/>
                  </a:lnTo>
                  <a:lnTo>
                    <a:pt x="65" y="586"/>
                  </a:lnTo>
                  <a:lnTo>
                    <a:pt x="65" y="586"/>
                  </a:lnTo>
                  <a:lnTo>
                    <a:pt x="56" y="592"/>
                  </a:lnTo>
                  <a:lnTo>
                    <a:pt x="56" y="592"/>
                  </a:lnTo>
                  <a:lnTo>
                    <a:pt x="50" y="596"/>
                  </a:lnTo>
                  <a:lnTo>
                    <a:pt x="44" y="600"/>
                  </a:lnTo>
                  <a:lnTo>
                    <a:pt x="40" y="604"/>
                  </a:lnTo>
                  <a:lnTo>
                    <a:pt x="36" y="611"/>
                  </a:lnTo>
                  <a:lnTo>
                    <a:pt x="36" y="611"/>
                  </a:lnTo>
                  <a:lnTo>
                    <a:pt x="33" y="616"/>
                  </a:lnTo>
                  <a:lnTo>
                    <a:pt x="29" y="620"/>
                  </a:lnTo>
                  <a:lnTo>
                    <a:pt x="24" y="622"/>
                  </a:lnTo>
                  <a:lnTo>
                    <a:pt x="17" y="623"/>
                  </a:lnTo>
                  <a:lnTo>
                    <a:pt x="17" y="623"/>
                  </a:lnTo>
                  <a:close/>
                </a:path>
              </a:pathLst>
            </a:custGeom>
            <a:grp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a:off x="997055" y="1913236"/>
            <a:ext cx="4781173" cy="3691151"/>
            <a:chOff x="1260137" y="1798657"/>
            <a:chExt cx="5439012" cy="4199014"/>
          </a:xfrm>
        </p:grpSpPr>
        <p:sp>
          <p:nvSpPr>
            <p:cNvPr id="4" name="Freeform 9"/>
            <p:cNvSpPr>
              <a:spLocks noEditPoints="1"/>
            </p:cNvSpPr>
            <p:nvPr/>
          </p:nvSpPr>
          <p:spPr bwMode="auto">
            <a:xfrm>
              <a:off x="1260137" y="1798657"/>
              <a:ext cx="3871222" cy="2850760"/>
            </a:xfrm>
            <a:custGeom>
              <a:avLst/>
              <a:gdLst>
                <a:gd name="T0" fmla="*/ 1328 w 2009"/>
                <a:gd name="T1" fmla="*/ 1686 h 1866"/>
                <a:gd name="T2" fmla="*/ 879 w 2009"/>
                <a:gd name="T3" fmla="*/ 1776 h 1866"/>
                <a:gd name="T4" fmla="*/ 734 w 2009"/>
                <a:gd name="T5" fmla="*/ 1669 h 1866"/>
                <a:gd name="T6" fmla="*/ 391 w 2009"/>
                <a:gd name="T7" fmla="*/ 237 h 1866"/>
                <a:gd name="T8" fmla="*/ 923 w 2009"/>
                <a:gd name="T9" fmla="*/ 240 h 1866"/>
                <a:gd name="T10" fmla="*/ 1726 w 2009"/>
                <a:gd name="T11" fmla="*/ 224 h 1866"/>
                <a:gd name="T12" fmla="*/ 1804 w 2009"/>
                <a:gd name="T13" fmla="*/ 241 h 1866"/>
                <a:gd name="T14" fmla="*/ 1795 w 2009"/>
                <a:gd name="T15" fmla="*/ 980 h 1866"/>
                <a:gd name="T16" fmla="*/ 1778 w 2009"/>
                <a:gd name="T17" fmla="*/ 1165 h 1866"/>
                <a:gd name="T18" fmla="*/ 1603 w 2009"/>
                <a:gd name="T19" fmla="*/ 1179 h 1866"/>
                <a:gd name="T20" fmla="*/ 666 w 2009"/>
                <a:gd name="T21" fmla="*/ 1155 h 1866"/>
                <a:gd name="T22" fmla="*/ 405 w 2009"/>
                <a:gd name="T23" fmla="*/ 1146 h 1866"/>
                <a:gd name="T24" fmla="*/ 285 w 2009"/>
                <a:gd name="T25" fmla="*/ 1142 h 1866"/>
                <a:gd name="T26" fmla="*/ 269 w 2009"/>
                <a:gd name="T27" fmla="*/ 726 h 1866"/>
                <a:gd name="T28" fmla="*/ 257 w 2009"/>
                <a:gd name="T29" fmla="*/ 278 h 1866"/>
                <a:gd name="T30" fmla="*/ 295 w 2009"/>
                <a:gd name="T31" fmla="*/ 226 h 1866"/>
                <a:gd name="T32" fmla="*/ 1908 w 2009"/>
                <a:gd name="T33" fmla="*/ 689 h 1866"/>
                <a:gd name="T34" fmla="*/ 1925 w 2009"/>
                <a:gd name="T35" fmla="*/ 1025 h 1866"/>
                <a:gd name="T36" fmla="*/ 1559 w 2009"/>
                <a:gd name="T37" fmla="*/ 1440 h 1866"/>
                <a:gd name="T38" fmla="*/ 560 w 2009"/>
                <a:gd name="T39" fmla="*/ 1484 h 1866"/>
                <a:gd name="T40" fmla="*/ 131 w 2009"/>
                <a:gd name="T41" fmla="*/ 1470 h 1866"/>
                <a:gd name="T42" fmla="*/ 117 w 2009"/>
                <a:gd name="T43" fmla="*/ 1413 h 1866"/>
                <a:gd name="T44" fmla="*/ 237 w 2009"/>
                <a:gd name="T45" fmla="*/ 98 h 1866"/>
                <a:gd name="T46" fmla="*/ 1847 w 2009"/>
                <a:gd name="T47" fmla="*/ 98 h 1866"/>
                <a:gd name="T48" fmla="*/ 1885 w 2009"/>
                <a:gd name="T49" fmla="*/ 211 h 1866"/>
                <a:gd name="T50" fmla="*/ 1836 w 2009"/>
                <a:gd name="T51" fmla="*/ 150 h 1866"/>
                <a:gd name="T52" fmla="*/ 1446 w 2009"/>
                <a:gd name="T53" fmla="*/ 136 h 1866"/>
                <a:gd name="T54" fmla="*/ 1100 w 2009"/>
                <a:gd name="T55" fmla="*/ 149 h 1866"/>
                <a:gd name="T56" fmla="*/ 259 w 2009"/>
                <a:gd name="T57" fmla="*/ 143 h 1866"/>
                <a:gd name="T58" fmla="*/ 194 w 2009"/>
                <a:gd name="T59" fmla="*/ 181 h 1866"/>
                <a:gd name="T60" fmla="*/ 170 w 2009"/>
                <a:gd name="T61" fmla="*/ 371 h 1866"/>
                <a:gd name="T62" fmla="*/ 181 w 2009"/>
                <a:gd name="T63" fmla="*/ 939 h 1866"/>
                <a:gd name="T64" fmla="*/ 200 w 2009"/>
                <a:gd name="T65" fmla="*/ 1169 h 1866"/>
                <a:gd name="T66" fmla="*/ 275 w 2009"/>
                <a:gd name="T67" fmla="*/ 1235 h 1866"/>
                <a:gd name="T68" fmla="*/ 393 w 2009"/>
                <a:gd name="T69" fmla="*/ 1231 h 1866"/>
                <a:gd name="T70" fmla="*/ 1167 w 2009"/>
                <a:gd name="T71" fmla="*/ 1252 h 1866"/>
                <a:gd name="T72" fmla="*/ 1755 w 2009"/>
                <a:gd name="T73" fmla="*/ 1262 h 1866"/>
                <a:gd name="T74" fmla="*/ 1853 w 2009"/>
                <a:gd name="T75" fmla="*/ 1218 h 1866"/>
                <a:gd name="T76" fmla="*/ 1873 w 2009"/>
                <a:gd name="T77" fmla="*/ 1053 h 1866"/>
                <a:gd name="T78" fmla="*/ 1886 w 2009"/>
                <a:gd name="T79" fmla="*/ 772 h 1866"/>
                <a:gd name="T80" fmla="*/ 1896 w 2009"/>
                <a:gd name="T81" fmla="*/ 495 h 1866"/>
                <a:gd name="T82" fmla="*/ 137 w 2009"/>
                <a:gd name="T83" fmla="*/ 1559 h 1866"/>
                <a:gd name="T84" fmla="*/ 476 w 2009"/>
                <a:gd name="T85" fmla="*/ 1572 h 1866"/>
                <a:gd name="T86" fmla="*/ 647 w 2009"/>
                <a:gd name="T87" fmla="*/ 1691 h 1866"/>
                <a:gd name="T88" fmla="*/ 599 w 2009"/>
                <a:gd name="T89" fmla="*/ 1816 h 1866"/>
                <a:gd name="T90" fmla="*/ 823 w 2009"/>
                <a:gd name="T91" fmla="*/ 1862 h 1866"/>
                <a:gd name="T92" fmla="*/ 1335 w 2009"/>
                <a:gd name="T93" fmla="*/ 1859 h 1866"/>
                <a:gd name="T94" fmla="*/ 1447 w 2009"/>
                <a:gd name="T95" fmla="*/ 1826 h 1866"/>
                <a:gd name="T96" fmla="*/ 1414 w 2009"/>
                <a:gd name="T97" fmla="*/ 1687 h 1866"/>
                <a:gd name="T98" fmla="*/ 1824 w 2009"/>
                <a:gd name="T99" fmla="*/ 1526 h 1866"/>
                <a:gd name="T100" fmla="*/ 1988 w 2009"/>
                <a:gd name="T101" fmla="*/ 1508 h 1866"/>
                <a:gd name="T102" fmla="*/ 2007 w 2009"/>
                <a:gd name="T103" fmla="*/ 1057 h 1866"/>
                <a:gd name="T104" fmla="*/ 1989 w 2009"/>
                <a:gd name="T105" fmla="*/ 284 h 1866"/>
                <a:gd name="T106" fmla="*/ 1950 w 2009"/>
                <a:gd name="T107" fmla="*/ 23 h 1866"/>
                <a:gd name="T108" fmla="*/ 1573 w 2009"/>
                <a:gd name="T109" fmla="*/ 3 h 1866"/>
                <a:gd name="T110" fmla="*/ 324 w 2009"/>
                <a:gd name="T111" fmla="*/ 3 h 1866"/>
                <a:gd name="T112" fmla="*/ 31 w 2009"/>
                <a:gd name="T113" fmla="*/ 23 h 1866"/>
                <a:gd name="T114" fmla="*/ 3 w 2009"/>
                <a:gd name="T115" fmla="*/ 290 h 1866"/>
                <a:gd name="T116" fmla="*/ 25 w 2009"/>
                <a:gd name="T117" fmla="*/ 1480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09" h="1866">
                  <a:moveTo>
                    <a:pt x="721" y="1572"/>
                  </a:moveTo>
                  <a:lnTo>
                    <a:pt x="1296" y="1535"/>
                  </a:lnTo>
                  <a:lnTo>
                    <a:pt x="1297" y="1551"/>
                  </a:lnTo>
                  <a:lnTo>
                    <a:pt x="1299" y="1567"/>
                  </a:lnTo>
                  <a:lnTo>
                    <a:pt x="1302" y="1583"/>
                  </a:lnTo>
                  <a:lnTo>
                    <a:pt x="1304" y="1599"/>
                  </a:lnTo>
                  <a:lnTo>
                    <a:pt x="1311" y="1628"/>
                  </a:lnTo>
                  <a:lnTo>
                    <a:pt x="1320" y="1658"/>
                  </a:lnTo>
                  <a:lnTo>
                    <a:pt x="1328" y="1686"/>
                  </a:lnTo>
                  <a:lnTo>
                    <a:pt x="1335" y="1713"/>
                  </a:lnTo>
                  <a:lnTo>
                    <a:pt x="1338" y="1727"/>
                  </a:lnTo>
                  <a:lnTo>
                    <a:pt x="1342" y="1740"/>
                  </a:lnTo>
                  <a:lnTo>
                    <a:pt x="1344" y="1754"/>
                  </a:lnTo>
                  <a:lnTo>
                    <a:pt x="1346" y="1767"/>
                  </a:lnTo>
                  <a:lnTo>
                    <a:pt x="978" y="1780"/>
                  </a:lnTo>
                  <a:lnTo>
                    <a:pt x="942" y="1779"/>
                  </a:lnTo>
                  <a:lnTo>
                    <a:pt x="909" y="1778"/>
                  </a:lnTo>
                  <a:lnTo>
                    <a:pt x="879" y="1776"/>
                  </a:lnTo>
                  <a:lnTo>
                    <a:pt x="849" y="1774"/>
                  </a:lnTo>
                  <a:lnTo>
                    <a:pt x="820" y="1772"/>
                  </a:lnTo>
                  <a:lnTo>
                    <a:pt x="790" y="1769"/>
                  </a:lnTo>
                  <a:lnTo>
                    <a:pt x="757" y="1768"/>
                  </a:lnTo>
                  <a:lnTo>
                    <a:pt x="721" y="1767"/>
                  </a:lnTo>
                  <a:lnTo>
                    <a:pt x="724" y="1743"/>
                  </a:lnTo>
                  <a:lnTo>
                    <a:pt x="727" y="1719"/>
                  </a:lnTo>
                  <a:lnTo>
                    <a:pt x="730" y="1694"/>
                  </a:lnTo>
                  <a:lnTo>
                    <a:pt x="734" y="1669"/>
                  </a:lnTo>
                  <a:lnTo>
                    <a:pt x="736" y="1658"/>
                  </a:lnTo>
                  <a:lnTo>
                    <a:pt x="736" y="1646"/>
                  </a:lnTo>
                  <a:lnTo>
                    <a:pt x="736" y="1633"/>
                  </a:lnTo>
                  <a:lnTo>
                    <a:pt x="736" y="1621"/>
                  </a:lnTo>
                  <a:lnTo>
                    <a:pt x="733" y="1609"/>
                  </a:lnTo>
                  <a:lnTo>
                    <a:pt x="731" y="1596"/>
                  </a:lnTo>
                  <a:lnTo>
                    <a:pt x="727" y="1584"/>
                  </a:lnTo>
                  <a:lnTo>
                    <a:pt x="721" y="1572"/>
                  </a:lnTo>
                  <a:close/>
                  <a:moveTo>
                    <a:pt x="391" y="237"/>
                  </a:moveTo>
                  <a:lnTo>
                    <a:pt x="434" y="237"/>
                  </a:lnTo>
                  <a:lnTo>
                    <a:pt x="484" y="237"/>
                  </a:lnTo>
                  <a:lnTo>
                    <a:pt x="539" y="238"/>
                  </a:lnTo>
                  <a:lnTo>
                    <a:pt x="598" y="238"/>
                  </a:lnTo>
                  <a:lnTo>
                    <a:pt x="661" y="239"/>
                  </a:lnTo>
                  <a:lnTo>
                    <a:pt x="726" y="239"/>
                  </a:lnTo>
                  <a:lnTo>
                    <a:pt x="792" y="240"/>
                  </a:lnTo>
                  <a:lnTo>
                    <a:pt x="858" y="240"/>
                  </a:lnTo>
                  <a:lnTo>
                    <a:pt x="923" y="240"/>
                  </a:lnTo>
                  <a:lnTo>
                    <a:pt x="987" y="239"/>
                  </a:lnTo>
                  <a:lnTo>
                    <a:pt x="1049" y="239"/>
                  </a:lnTo>
                  <a:lnTo>
                    <a:pt x="1105" y="238"/>
                  </a:lnTo>
                  <a:lnTo>
                    <a:pt x="1158" y="236"/>
                  </a:lnTo>
                  <a:lnTo>
                    <a:pt x="1204" y="233"/>
                  </a:lnTo>
                  <a:lnTo>
                    <a:pt x="1244" y="231"/>
                  </a:lnTo>
                  <a:lnTo>
                    <a:pt x="1276" y="228"/>
                  </a:lnTo>
                  <a:lnTo>
                    <a:pt x="1701" y="224"/>
                  </a:lnTo>
                  <a:lnTo>
                    <a:pt x="1726" y="224"/>
                  </a:lnTo>
                  <a:lnTo>
                    <a:pt x="1746" y="223"/>
                  </a:lnTo>
                  <a:lnTo>
                    <a:pt x="1763" y="223"/>
                  </a:lnTo>
                  <a:lnTo>
                    <a:pt x="1777" y="224"/>
                  </a:lnTo>
                  <a:lnTo>
                    <a:pt x="1783" y="226"/>
                  </a:lnTo>
                  <a:lnTo>
                    <a:pt x="1789" y="227"/>
                  </a:lnTo>
                  <a:lnTo>
                    <a:pt x="1793" y="230"/>
                  </a:lnTo>
                  <a:lnTo>
                    <a:pt x="1797" y="232"/>
                  </a:lnTo>
                  <a:lnTo>
                    <a:pt x="1800" y="237"/>
                  </a:lnTo>
                  <a:lnTo>
                    <a:pt x="1804" y="241"/>
                  </a:lnTo>
                  <a:lnTo>
                    <a:pt x="1806" y="247"/>
                  </a:lnTo>
                  <a:lnTo>
                    <a:pt x="1808" y="254"/>
                  </a:lnTo>
                  <a:lnTo>
                    <a:pt x="1810" y="270"/>
                  </a:lnTo>
                  <a:lnTo>
                    <a:pt x="1812" y="292"/>
                  </a:lnTo>
                  <a:lnTo>
                    <a:pt x="1812" y="318"/>
                  </a:lnTo>
                  <a:lnTo>
                    <a:pt x="1812" y="351"/>
                  </a:lnTo>
                  <a:lnTo>
                    <a:pt x="1811" y="437"/>
                  </a:lnTo>
                  <a:lnTo>
                    <a:pt x="1810" y="555"/>
                  </a:lnTo>
                  <a:lnTo>
                    <a:pt x="1795" y="980"/>
                  </a:lnTo>
                  <a:lnTo>
                    <a:pt x="1792" y="1008"/>
                  </a:lnTo>
                  <a:lnTo>
                    <a:pt x="1790" y="1033"/>
                  </a:lnTo>
                  <a:lnTo>
                    <a:pt x="1789" y="1056"/>
                  </a:lnTo>
                  <a:lnTo>
                    <a:pt x="1789" y="1077"/>
                  </a:lnTo>
                  <a:lnTo>
                    <a:pt x="1789" y="1112"/>
                  </a:lnTo>
                  <a:lnTo>
                    <a:pt x="1787" y="1138"/>
                  </a:lnTo>
                  <a:lnTo>
                    <a:pt x="1786" y="1148"/>
                  </a:lnTo>
                  <a:lnTo>
                    <a:pt x="1783" y="1157"/>
                  </a:lnTo>
                  <a:lnTo>
                    <a:pt x="1778" y="1165"/>
                  </a:lnTo>
                  <a:lnTo>
                    <a:pt x="1771" y="1170"/>
                  </a:lnTo>
                  <a:lnTo>
                    <a:pt x="1761" y="1174"/>
                  </a:lnTo>
                  <a:lnTo>
                    <a:pt x="1750" y="1178"/>
                  </a:lnTo>
                  <a:lnTo>
                    <a:pt x="1734" y="1180"/>
                  </a:lnTo>
                  <a:lnTo>
                    <a:pt x="1716" y="1182"/>
                  </a:lnTo>
                  <a:lnTo>
                    <a:pt x="1694" y="1182"/>
                  </a:lnTo>
                  <a:lnTo>
                    <a:pt x="1668" y="1181"/>
                  </a:lnTo>
                  <a:lnTo>
                    <a:pt x="1638" y="1180"/>
                  </a:lnTo>
                  <a:lnTo>
                    <a:pt x="1603" y="1179"/>
                  </a:lnTo>
                  <a:lnTo>
                    <a:pt x="1517" y="1174"/>
                  </a:lnTo>
                  <a:lnTo>
                    <a:pt x="1409" y="1169"/>
                  </a:lnTo>
                  <a:lnTo>
                    <a:pt x="1276" y="1163"/>
                  </a:lnTo>
                  <a:lnTo>
                    <a:pt x="1115" y="1158"/>
                  </a:lnTo>
                  <a:lnTo>
                    <a:pt x="1023" y="1157"/>
                  </a:lnTo>
                  <a:lnTo>
                    <a:pt x="922" y="1156"/>
                  </a:lnTo>
                  <a:lnTo>
                    <a:pt x="814" y="1155"/>
                  </a:lnTo>
                  <a:lnTo>
                    <a:pt x="696" y="1155"/>
                  </a:lnTo>
                  <a:lnTo>
                    <a:pt x="666" y="1155"/>
                  </a:lnTo>
                  <a:lnTo>
                    <a:pt x="639" y="1154"/>
                  </a:lnTo>
                  <a:lnTo>
                    <a:pt x="615" y="1152"/>
                  </a:lnTo>
                  <a:lnTo>
                    <a:pt x="592" y="1150"/>
                  </a:lnTo>
                  <a:lnTo>
                    <a:pt x="570" y="1146"/>
                  </a:lnTo>
                  <a:lnTo>
                    <a:pt x="546" y="1144"/>
                  </a:lnTo>
                  <a:lnTo>
                    <a:pt x="519" y="1143"/>
                  </a:lnTo>
                  <a:lnTo>
                    <a:pt x="489" y="1143"/>
                  </a:lnTo>
                  <a:lnTo>
                    <a:pt x="444" y="1144"/>
                  </a:lnTo>
                  <a:lnTo>
                    <a:pt x="405" y="1146"/>
                  </a:lnTo>
                  <a:lnTo>
                    <a:pt x="372" y="1151"/>
                  </a:lnTo>
                  <a:lnTo>
                    <a:pt x="345" y="1153"/>
                  </a:lnTo>
                  <a:lnTo>
                    <a:pt x="333" y="1154"/>
                  </a:lnTo>
                  <a:lnTo>
                    <a:pt x="322" y="1154"/>
                  </a:lnTo>
                  <a:lnTo>
                    <a:pt x="314" y="1154"/>
                  </a:lnTo>
                  <a:lnTo>
                    <a:pt x="305" y="1153"/>
                  </a:lnTo>
                  <a:lnTo>
                    <a:pt x="297" y="1151"/>
                  </a:lnTo>
                  <a:lnTo>
                    <a:pt x="291" y="1146"/>
                  </a:lnTo>
                  <a:lnTo>
                    <a:pt x="285" y="1142"/>
                  </a:lnTo>
                  <a:lnTo>
                    <a:pt x="281" y="1135"/>
                  </a:lnTo>
                  <a:lnTo>
                    <a:pt x="277" y="1128"/>
                  </a:lnTo>
                  <a:lnTo>
                    <a:pt x="274" y="1119"/>
                  </a:lnTo>
                  <a:lnTo>
                    <a:pt x="271" y="1107"/>
                  </a:lnTo>
                  <a:lnTo>
                    <a:pt x="269" y="1094"/>
                  </a:lnTo>
                  <a:lnTo>
                    <a:pt x="267" y="1061"/>
                  </a:lnTo>
                  <a:lnTo>
                    <a:pt x="266" y="1018"/>
                  </a:lnTo>
                  <a:lnTo>
                    <a:pt x="267" y="899"/>
                  </a:lnTo>
                  <a:lnTo>
                    <a:pt x="269" y="726"/>
                  </a:lnTo>
                  <a:lnTo>
                    <a:pt x="268" y="682"/>
                  </a:lnTo>
                  <a:lnTo>
                    <a:pt x="266" y="635"/>
                  </a:lnTo>
                  <a:lnTo>
                    <a:pt x="263" y="585"/>
                  </a:lnTo>
                  <a:lnTo>
                    <a:pt x="259" y="533"/>
                  </a:lnTo>
                  <a:lnTo>
                    <a:pt x="256" y="478"/>
                  </a:lnTo>
                  <a:lnTo>
                    <a:pt x="254" y="420"/>
                  </a:lnTo>
                  <a:lnTo>
                    <a:pt x="254" y="360"/>
                  </a:lnTo>
                  <a:lnTo>
                    <a:pt x="255" y="296"/>
                  </a:lnTo>
                  <a:lnTo>
                    <a:pt x="257" y="278"/>
                  </a:lnTo>
                  <a:lnTo>
                    <a:pt x="259" y="263"/>
                  </a:lnTo>
                  <a:lnTo>
                    <a:pt x="263" y="251"/>
                  </a:lnTo>
                  <a:lnTo>
                    <a:pt x="267" y="242"/>
                  </a:lnTo>
                  <a:lnTo>
                    <a:pt x="270" y="238"/>
                  </a:lnTo>
                  <a:lnTo>
                    <a:pt x="272" y="234"/>
                  </a:lnTo>
                  <a:lnTo>
                    <a:pt x="276" y="232"/>
                  </a:lnTo>
                  <a:lnTo>
                    <a:pt x="279" y="230"/>
                  </a:lnTo>
                  <a:lnTo>
                    <a:pt x="287" y="228"/>
                  </a:lnTo>
                  <a:lnTo>
                    <a:pt x="295" y="226"/>
                  </a:lnTo>
                  <a:lnTo>
                    <a:pt x="336" y="231"/>
                  </a:lnTo>
                  <a:lnTo>
                    <a:pt x="391" y="237"/>
                  </a:lnTo>
                  <a:close/>
                  <a:moveTo>
                    <a:pt x="1896" y="334"/>
                  </a:moveTo>
                  <a:lnTo>
                    <a:pt x="1909" y="334"/>
                  </a:lnTo>
                  <a:lnTo>
                    <a:pt x="1908" y="404"/>
                  </a:lnTo>
                  <a:lnTo>
                    <a:pt x="1908" y="474"/>
                  </a:lnTo>
                  <a:lnTo>
                    <a:pt x="1907" y="547"/>
                  </a:lnTo>
                  <a:lnTo>
                    <a:pt x="1907" y="619"/>
                  </a:lnTo>
                  <a:lnTo>
                    <a:pt x="1908" y="689"/>
                  </a:lnTo>
                  <a:lnTo>
                    <a:pt x="1910" y="759"/>
                  </a:lnTo>
                  <a:lnTo>
                    <a:pt x="1911" y="792"/>
                  </a:lnTo>
                  <a:lnTo>
                    <a:pt x="1913" y="825"/>
                  </a:lnTo>
                  <a:lnTo>
                    <a:pt x="1915" y="856"/>
                  </a:lnTo>
                  <a:lnTo>
                    <a:pt x="1919" y="888"/>
                  </a:lnTo>
                  <a:lnTo>
                    <a:pt x="1922" y="920"/>
                  </a:lnTo>
                  <a:lnTo>
                    <a:pt x="1924" y="955"/>
                  </a:lnTo>
                  <a:lnTo>
                    <a:pt x="1925" y="990"/>
                  </a:lnTo>
                  <a:lnTo>
                    <a:pt x="1925" y="1025"/>
                  </a:lnTo>
                  <a:lnTo>
                    <a:pt x="1924" y="1096"/>
                  </a:lnTo>
                  <a:lnTo>
                    <a:pt x="1921" y="1168"/>
                  </a:lnTo>
                  <a:lnTo>
                    <a:pt x="1917" y="1240"/>
                  </a:lnTo>
                  <a:lnTo>
                    <a:pt x="1913" y="1311"/>
                  </a:lnTo>
                  <a:lnTo>
                    <a:pt x="1910" y="1381"/>
                  </a:lnTo>
                  <a:lnTo>
                    <a:pt x="1909" y="1449"/>
                  </a:lnTo>
                  <a:lnTo>
                    <a:pt x="1701" y="1437"/>
                  </a:lnTo>
                  <a:lnTo>
                    <a:pt x="1637" y="1437"/>
                  </a:lnTo>
                  <a:lnTo>
                    <a:pt x="1559" y="1440"/>
                  </a:lnTo>
                  <a:lnTo>
                    <a:pt x="1468" y="1444"/>
                  </a:lnTo>
                  <a:lnTo>
                    <a:pt x="1367" y="1448"/>
                  </a:lnTo>
                  <a:lnTo>
                    <a:pt x="1258" y="1453"/>
                  </a:lnTo>
                  <a:lnTo>
                    <a:pt x="1144" y="1460"/>
                  </a:lnTo>
                  <a:lnTo>
                    <a:pt x="1026" y="1465"/>
                  </a:lnTo>
                  <a:lnTo>
                    <a:pt x="906" y="1471"/>
                  </a:lnTo>
                  <a:lnTo>
                    <a:pt x="786" y="1476"/>
                  </a:lnTo>
                  <a:lnTo>
                    <a:pt x="670" y="1481"/>
                  </a:lnTo>
                  <a:lnTo>
                    <a:pt x="560" y="1484"/>
                  </a:lnTo>
                  <a:lnTo>
                    <a:pt x="456" y="1486"/>
                  </a:lnTo>
                  <a:lnTo>
                    <a:pt x="361" y="1486"/>
                  </a:lnTo>
                  <a:lnTo>
                    <a:pt x="279" y="1485"/>
                  </a:lnTo>
                  <a:lnTo>
                    <a:pt x="243" y="1483"/>
                  </a:lnTo>
                  <a:lnTo>
                    <a:pt x="211" y="1481"/>
                  </a:lnTo>
                  <a:lnTo>
                    <a:pt x="181" y="1478"/>
                  </a:lnTo>
                  <a:lnTo>
                    <a:pt x="157" y="1474"/>
                  </a:lnTo>
                  <a:lnTo>
                    <a:pt x="143" y="1472"/>
                  </a:lnTo>
                  <a:lnTo>
                    <a:pt x="131" y="1470"/>
                  </a:lnTo>
                  <a:lnTo>
                    <a:pt x="123" y="1466"/>
                  </a:lnTo>
                  <a:lnTo>
                    <a:pt x="116" y="1464"/>
                  </a:lnTo>
                  <a:lnTo>
                    <a:pt x="112" y="1461"/>
                  </a:lnTo>
                  <a:lnTo>
                    <a:pt x="110" y="1458"/>
                  </a:lnTo>
                  <a:lnTo>
                    <a:pt x="109" y="1453"/>
                  </a:lnTo>
                  <a:lnTo>
                    <a:pt x="109" y="1449"/>
                  </a:lnTo>
                  <a:lnTo>
                    <a:pt x="111" y="1438"/>
                  </a:lnTo>
                  <a:lnTo>
                    <a:pt x="115" y="1423"/>
                  </a:lnTo>
                  <a:lnTo>
                    <a:pt x="117" y="1413"/>
                  </a:lnTo>
                  <a:lnTo>
                    <a:pt x="118" y="1404"/>
                  </a:lnTo>
                  <a:lnTo>
                    <a:pt x="120" y="1392"/>
                  </a:lnTo>
                  <a:lnTo>
                    <a:pt x="120" y="1377"/>
                  </a:lnTo>
                  <a:lnTo>
                    <a:pt x="98" y="90"/>
                  </a:lnTo>
                  <a:lnTo>
                    <a:pt x="127" y="90"/>
                  </a:lnTo>
                  <a:lnTo>
                    <a:pt x="155" y="91"/>
                  </a:lnTo>
                  <a:lnTo>
                    <a:pt x="182" y="93"/>
                  </a:lnTo>
                  <a:lnTo>
                    <a:pt x="208" y="96"/>
                  </a:lnTo>
                  <a:lnTo>
                    <a:pt x="237" y="98"/>
                  </a:lnTo>
                  <a:lnTo>
                    <a:pt x="265" y="100"/>
                  </a:lnTo>
                  <a:lnTo>
                    <a:pt x="296" y="101"/>
                  </a:lnTo>
                  <a:lnTo>
                    <a:pt x="330" y="102"/>
                  </a:lnTo>
                  <a:lnTo>
                    <a:pt x="1750" y="90"/>
                  </a:lnTo>
                  <a:lnTo>
                    <a:pt x="1774" y="90"/>
                  </a:lnTo>
                  <a:lnTo>
                    <a:pt x="1796" y="91"/>
                  </a:lnTo>
                  <a:lnTo>
                    <a:pt x="1815" y="93"/>
                  </a:lnTo>
                  <a:lnTo>
                    <a:pt x="1831" y="96"/>
                  </a:lnTo>
                  <a:lnTo>
                    <a:pt x="1847" y="98"/>
                  </a:lnTo>
                  <a:lnTo>
                    <a:pt x="1864" y="100"/>
                  </a:lnTo>
                  <a:lnTo>
                    <a:pt x="1885" y="101"/>
                  </a:lnTo>
                  <a:lnTo>
                    <a:pt x="1909" y="102"/>
                  </a:lnTo>
                  <a:lnTo>
                    <a:pt x="1896" y="285"/>
                  </a:lnTo>
                  <a:lnTo>
                    <a:pt x="1895" y="263"/>
                  </a:lnTo>
                  <a:lnTo>
                    <a:pt x="1893" y="241"/>
                  </a:lnTo>
                  <a:lnTo>
                    <a:pt x="1891" y="230"/>
                  </a:lnTo>
                  <a:lnTo>
                    <a:pt x="1888" y="220"/>
                  </a:lnTo>
                  <a:lnTo>
                    <a:pt x="1885" y="211"/>
                  </a:lnTo>
                  <a:lnTo>
                    <a:pt x="1881" y="202"/>
                  </a:lnTo>
                  <a:lnTo>
                    <a:pt x="1877" y="193"/>
                  </a:lnTo>
                  <a:lnTo>
                    <a:pt x="1873" y="186"/>
                  </a:lnTo>
                  <a:lnTo>
                    <a:pt x="1868" y="178"/>
                  </a:lnTo>
                  <a:lnTo>
                    <a:pt x="1862" y="171"/>
                  </a:lnTo>
                  <a:lnTo>
                    <a:pt x="1857" y="165"/>
                  </a:lnTo>
                  <a:lnTo>
                    <a:pt x="1850" y="160"/>
                  </a:lnTo>
                  <a:lnTo>
                    <a:pt x="1843" y="154"/>
                  </a:lnTo>
                  <a:lnTo>
                    <a:pt x="1836" y="150"/>
                  </a:lnTo>
                  <a:lnTo>
                    <a:pt x="1830" y="148"/>
                  </a:lnTo>
                  <a:lnTo>
                    <a:pt x="1822" y="147"/>
                  </a:lnTo>
                  <a:lnTo>
                    <a:pt x="1812" y="144"/>
                  </a:lnTo>
                  <a:lnTo>
                    <a:pt x="1799" y="142"/>
                  </a:lnTo>
                  <a:lnTo>
                    <a:pt x="1769" y="140"/>
                  </a:lnTo>
                  <a:lnTo>
                    <a:pt x="1733" y="138"/>
                  </a:lnTo>
                  <a:lnTo>
                    <a:pt x="1645" y="136"/>
                  </a:lnTo>
                  <a:lnTo>
                    <a:pt x="1547" y="136"/>
                  </a:lnTo>
                  <a:lnTo>
                    <a:pt x="1446" y="136"/>
                  </a:lnTo>
                  <a:lnTo>
                    <a:pt x="1355" y="137"/>
                  </a:lnTo>
                  <a:lnTo>
                    <a:pt x="1281" y="138"/>
                  </a:lnTo>
                  <a:lnTo>
                    <a:pt x="1235" y="139"/>
                  </a:lnTo>
                  <a:lnTo>
                    <a:pt x="1207" y="139"/>
                  </a:lnTo>
                  <a:lnTo>
                    <a:pt x="1182" y="140"/>
                  </a:lnTo>
                  <a:lnTo>
                    <a:pt x="1161" y="142"/>
                  </a:lnTo>
                  <a:lnTo>
                    <a:pt x="1140" y="144"/>
                  </a:lnTo>
                  <a:lnTo>
                    <a:pt x="1121" y="147"/>
                  </a:lnTo>
                  <a:lnTo>
                    <a:pt x="1100" y="149"/>
                  </a:lnTo>
                  <a:lnTo>
                    <a:pt x="1077" y="151"/>
                  </a:lnTo>
                  <a:lnTo>
                    <a:pt x="1052" y="151"/>
                  </a:lnTo>
                  <a:lnTo>
                    <a:pt x="428" y="151"/>
                  </a:lnTo>
                  <a:lnTo>
                    <a:pt x="393" y="150"/>
                  </a:lnTo>
                  <a:lnTo>
                    <a:pt x="360" y="149"/>
                  </a:lnTo>
                  <a:lnTo>
                    <a:pt x="331" y="147"/>
                  </a:lnTo>
                  <a:lnTo>
                    <a:pt x="304" y="144"/>
                  </a:lnTo>
                  <a:lnTo>
                    <a:pt x="280" y="143"/>
                  </a:lnTo>
                  <a:lnTo>
                    <a:pt x="259" y="143"/>
                  </a:lnTo>
                  <a:lnTo>
                    <a:pt x="250" y="144"/>
                  </a:lnTo>
                  <a:lnTo>
                    <a:pt x="241" y="145"/>
                  </a:lnTo>
                  <a:lnTo>
                    <a:pt x="232" y="148"/>
                  </a:lnTo>
                  <a:lnTo>
                    <a:pt x="225" y="151"/>
                  </a:lnTo>
                  <a:lnTo>
                    <a:pt x="218" y="155"/>
                  </a:lnTo>
                  <a:lnTo>
                    <a:pt x="212" y="160"/>
                  </a:lnTo>
                  <a:lnTo>
                    <a:pt x="205" y="166"/>
                  </a:lnTo>
                  <a:lnTo>
                    <a:pt x="200" y="173"/>
                  </a:lnTo>
                  <a:lnTo>
                    <a:pt x="194" y="181"/>
                  </a:lnTo>
                  <a:lnTo>
                    <a:pt x="190" y="190"/>
                  </a:lnTo>
                  <a:lnTo>
                    <a:pt x="187" y="201"/>
                  </a:lnTo>
                  <a:lnTo>
                    <a:pt x="182" y="213"/>
                  </a:lnTo>
                  <a:lnTo>
                    <a:pt x="180" y="227"/>
                  </a:lnTo>
                  <a:lnTo>
                    <a:pt x="177" y="242"/>
                  </a:lnTo>
                  <a:lnTo>
                    <a:pt x="175" y="259"/>
                  </a:lnTo>
                  <a:lnTo>
                    <a:pt x="174" y="278"/>
                  </a:lnTo>
                  <a:lnTo>
                    <a:pt x="172" y="320"/>
                  </a:lnTo>
                  <a:lnTo>
                    <a:pt x="170" y="371"/>
                  </a:lnTo>
                  <a:lnTo>
                    <a:pt x="172" y="439"/>
                  </a:lnTo>
                  <a:lnTo>
                    <a:pt x="173" y="503"/>
                  </a:lnTo>
                  <a:lnTo>
                    <a:pt x="175" y="564"/>
                  </a:lnTo>
                  <a:lnTo>
                    <a:pt x="177" y="625"/>
                  </a:lnTo>
                  <a:lnTo>
                    <a:pt x="179" y="686"/>
                  </a:lnTo>
                  <a:lnTo>
                    <a:pt x="181" y="747"/>
                  </a:lnTo>
                  <a:lnTo>
                    <a:pt x="182" y="810"/>
                  </a:lnTo>
                  <a:lnTo>
                    <a:pt x="184" y="874"/>
                  </a:lnTo>
                  <a:lnTo>
                    <a:pt x="181" y="939"/>
                  </a:lnTo>
                  <a:lnTo>
                    <a:pt x="180" y="1003"/>
                  </a:lnTo>
                  <a:lnTo>
                    <a:pt x="180" y="1034"/>
                  </a:lnTo>
                  <a:lnTo>
                    <a:pt x="180" y="1065"/>
                  </a:lnTo>
                  <a:lnTo>
                    <a:pt x="182" y="1094"/>
                  </a:lnTo>
                  <a:lnTo>
                    <a:pt x="186" y="1121"/>
                  </a:lnTo>
                  <a:lnTo>
                    <a:pt x="189" y="1133"/>
                  </a:lnTo>
                  <a:lnTo>
                    <a:pt x="192" y="1146"/>
                  </a:lnTo>
                  <a:lnTo>
                    <a:pt x="195" y="1158"/>
                  </a:lnTo>
                  <a:lnTo>
                    <a:pt x="200" y="1169"/>
                  </a:lnTo>
                  <a:lnTo>
                    <a:pt x="205" y="1179"/>
                  </a:lnTo>
                  <a:lnTo>
                    <a:pt x="211" y="1189"/>
                  </a:lnTo>
                  <a:lnTo>
                    <a:pt x="217" y="1198"/>
                  </a:lnTo>
                  <a:lnTo>
                    <a:pt x="225" y="1206"/>
                  </a:lnTo>
                  <a:lnTo>
                    <a:pt x="232" y="1214"/>
                  </a:lnTo>
                  <a:lnTo>
                    <a:pt x="242" y="1221"/>
                  </a:lnTo>
                  <a:lnTo>
                    <a:pt x="252" y="1227"/>
                  </a:lnTo>
                  <a:lnTo>
                    <a:pt x="263" y="1231"/>
                  </a:lnTo>
                  <a:lnTo>
                    <a:pt x="275" y="1235"/>
                  </a:lnTo>
                  <a:lnTo>
                    <a:pt x="288" y="1239"/>
                  </a:lnTo>
                  <a:lnTo>
                    <a:pt x="303" y="1240"/>
                  </a:lnTo>
                  <a:lnTo>
                    <a:pt x="318" y="1241"/>
                  </a:lnTo>
                  <a:lnTo>
                    <a:pt x="334" y="1241"/>
                  </a:lnTo>
                  <a:lnTo>
                    <a:pt x="347" y="1240"/>
                  </a:lnTo>
                  <a:lnTo>
                    <a:pt x="358" y="1237"/>
                  </a:lnTo>
                  <a:lnTo>
                    <a:pt x="369" y="1235"/>
                  </a:lnTo>
                  <a:lnTo>
                    <a:pt x="380" y="1233"/>
                  </a:lnTo>
                  <a:lnTo>
                    <a:pt x="393" y="1231"/>
                  </a:lnTo>
                  <a:lnTo>
                    <a:pt x="408" y="1230"/>
                  </a:lnTo>
                  <a:lnTo>
                    <a:pt x="428" y="1228"/>
                  </a:lnTo>
                  <a:lnTo>
                    <a:pt x="807" y="1241"/>
                  </a:lnTo>
                  <a:lnTo>
                    <a:pt x="843" y="1242"/>
                  </a:lnTo>
                  <a:lnTo>
                    <a:pt x="891" y="1243"/>
                  </a:lnTo>
                  <a:lnTo>
                    <a:pt x="948" y="1244"/>
                  </a:lnTo>
                  <a:lnTo>
                    <a:pt x="1015" y="1246"/>
                  </a:lnTo>
                  <a:lnTo>
                    <a:pt x="1089" y="1249"/>
                  </a:lnTo>
                  <a:lnTo>
                    <a:pt x="1167" y="1252"/>
                  </a:lnTo>
                  <a:lnTo>
                    <a:pt x="1248" y="1255"/>
                  </a:lnTo>
                  <a:lnTo>
                    <a:pt x="1330" y="1257"/>
                  </a:lnTo>
                  <a:lnTo>
                    <a:pt x="1411" y="1260"/>
                  </a:lnTo>
                  <a:lnTo>
                    <a:pt x="1489" y="1261"/>
                  </a:lnTo>
                  <a:lnTo>
                    <a:pt x="1563" y="1263"/>
                  </a:lnTo>
                  <a:lnTo>
                    <a:pt x="1630" y="1265"/>
                  </a:lnTo>
                  <a:lnTo>
                    <a:pt x="1688" y="1265"/>
                  </a:lnTo>
                  <a:lnTo>
                    <a:pt x="1735" y="1263"/>
                  </a:lnTo>
                  <a:lnTo>
                    <a:pt x="1755" y="1262"/>
                  </a:lnTo>
                  <a:lnTo>
                    <a:pt x="1771" y="1261"/>
                  </a:lnTo>
                  <a:lnTo>
                    <a:pt x="1783" y="1260"/>
                  </a:lnTo>
                  <a:lnTo>
                    <a:pt x="1792" y="1259"/>
                  </a:lnTo>
                  <a:lnTo>
                    <a:pt x="1806" y="1254"/>
                  </a:lnTo>
                  <a:lnTo>
                    <a:pt x="1819" y="1248"/>
                  </a:lnTo>
                  <a:lnTo>
                    <a:pt x="1830" y="1242"/>
                  </a:lnTo>
                  <a:lnTo>
                    <a:pt x="1838" y="1234"/>
                  </a:lnTo>
                  <a:lnTo>
                    <a:pt x="1846" y="1227"/>
                  </a:lnTo>
                  <a:lnTo>
                    <a:pt x="1853" y="1218"/>
                  </a:lnTo>
                  <a:lnTo>
                    <a:pt x="1857" y="1208"/>
                  </a:lnTo>
                  <a:lnTo>
                    <a:pt x="1861" y="1197"/>
                  </a:lnTo>
                  <a:lnTo>
                    <a:pt x="1864" y="1185"/>
                  </a:lnTo>
                  <a:lnTo>
                    <a:pt x="1867" y="1173"/>
                  </a:lnTo>
                  <a:lnTo>
                    <a:pt x="1868" y="1160"/>
                  </a:lnTo>
                  <a:lnTo>
                    <a:pt x="1869" y="1146"/>
                  </a:lnTo>
                  <a:lnTo>
                    <a:pt x="1871" y="1116"/>
                  </a:lnTo>
                  <a:lnTo>
                    <a:pt x="1872" y="1082"/>
                  </a:lnTo>
                  <a:lnTo>
                    <a:pt x="1873" y="1053"/>
                  </a:lnTo>
                  <a:lnTo>
                    <a:pt x="1875" y="1025"/>
                  </a:lnTo>
                  <a:lnTo>
                    <a:pt x="1877" y="995"/>
                  </a:lnTo>
                  <a:lnTo>
                    <a:pt x="1880" y="966"/>
                  </a:lnTo>
                  <a:lnTo>
                    <a:pt x="1882" y="937"/>
                  </a:lnTo>
                  <a:lnTo>
                    <a:pt x="1883" y="905"/>
                  </a:lnTo>
                  <a:lnTo>
                    <a:pt x="1884" y="872"/>
                  </a:lnTo>
                  <a:lnTo>
                    <a:pt x="1884" y="837"/>
                  </a:lnTo>
                  <a:lnTo>
                    <a:pt x="1884" y="803"/>
                  </a:lnTo>
                  <a:lnTo>
                    <a:pt x="1886" y="772"/>
                  </a:lnTo>
                  <a:lnTo>
                    <a:pt x="1887" y="744"/>
                  </a:lnTo>
                  <a:lnTo>
                    <a:pt x="1891" y="716"/>
                  </a:lnTo>
                  <a:lnTo>
                    <a:pt x="1893" y="688"/>
                  </a:lnTo>
                  <a:lnTo>
                    <a:pt x="1895" y="659"/>
                  </a:lnTo>
                  <a:lnTo>
                    <a:pt x="1896" y="627"/>
                  </a:lnTo>
                  <a:lnTo>
                    <a:pt x="1896" y="592"/>
                  </a:lnTo>
                  <a:lnTo>
                    <a:pt x="1896" y="560"/>
                  </a:lnTo>
                  <a:lnTo>
                    <a:pt x="1896" y="528"/>
                  </a:lnTo>
                  <a:lnTo>
                    <a:pt x="1896" y="495"/>
                  </a:lnTo>
                  <a:lnTo>
                    <a:pt x="1896" y="463"/>
                  </a:lnTo>
                  <a:lnTo>
                    <a:pt x="1896" y="431"/>
                  </a:lnTo>
                  <a:lnTo>
                    <a:pt x="1896" y="398"/>
                  </a:lnTo>
                  <a:lnTo>
                    <a:pt x="1896" y="367"/>
                  </a:lnTo>
                  <a:lnTo>
                    <a:pt x="1896" y="334"/>
                  </a:lnTo>
                  <a:close/>
                  <a:moveTo>
                    <a:pt x="36" y="1547"/>
                  </a:moveTo>
                  <a:lnTo>
                    <a:pt x="72" y="1550"/>
                  </a:lnTo>
                  <a:lnTo>
                    <a:pt x="104" y="1554"/>
                  </a:lnTo>
                  <a:lnTo>
                    <a:pt x="137" y="1559"/>
                  </a:lnTo>
                  <a:lnTo>
                    <a:pt x="169" y="1562"/>
                  </a:lnTo>
                  <a:lnTo>
                    <a:pt x="203" y="1566"/>
                  </a:lnTo>
                  <a:lnTo>
                    <a:pt x="239" y="1569"/>
                  </a:lnTo>
                  <a:lnTo>
                    <a:pt x="277" y="1571"/>
                  </a:lnTo>
                  <a:lnTo>
                    <a:pt x="318" y="1572"/>
                  </a:lnTo>
                  <a:lnTo>
                    <a:pt x="357" y="1572"/>
                  </a:lnTo>
                  <a:lnTo>
                    <a:pt x="397" y="1572"/>
                  </a:lnTo>
                  <a:lnTo>
                    <a:pt x="437" y="1572"/>
                  </a:lnTo>
                  <a:lnTo>
                    <a:pt x="476" y="1572"/>
                  </a:lnTo>
                  <a:lnTo>
                    <a:pt x="516" y="1572"/>
                  </a:lnTo>
                  <a:lnTo>
                    <a:pt x="557" y="1572"/>
                  </a:lnTo>
                  <a:lnTo>
                    <a:pt x="596" y="1572"/>
                  </a:lnTo>
                  <a:lnTo>
                    <a:pt x="636" y="1572"/>
                  </a:lnTo>
                  <a:lnTo>
                    <a:pt x="642" y="1603"/>
                  </a:lnTo>
                  <a:lnTo>
                    <a:pt x="647" y="1630"/>
                  </a:lnTo>
                  <a:lnTo>
                    <a:pt x="649" y="1653"/>
                  </a:lnTo>
                  <a:lnTo>
                    <a:pt x="649" y="1674"/>
                  </a:lnTo>
                  <a:lnTo>
                    <a:pt x="647" y="1691"/>
                  </a:lnTo>
                  <a:lnTo>
                    <a:pt x="644" y="1706"/>
                  </a:lnTo>
                  <a:lnTo>
                    <a:pt x="640" y="1720"/>
                  </a:lnTo>
                  <a:lnTo>
                    <a:pt x="636" y="1731"/>
                  </a:lnTo>
                  <a:lnTo>
                    <a:pt x="625" y="1752"/>
                  </a:lnTo>
                  <a:lnTo>
                    <a:pt x="613" y="1770"/>
                  </a:lnTo>
                  <a:lnTo>
                    <a:pt x="609" y="1780"/>
                  </a:lnTo>
                  <a:lnTo>
                    <a:pt x="604" y="1791"/>
                  </a:lnTo>
                  <a:lnTo>
                    <a:pt x="601" y="1803"/>
                  </a:lnTo>
                  <a:lnTo>
                    <a:pt x="599" y="1816"/>
                  </a:lnTo>
                  <a:lnTo>
                    <a:pt x="609" y="1821"/>
                  </a:lnTo>
                  <a:lnTo>
                    <a:pt x="618" y="1827"/>
                  </a:lnTo>
                  <a:lnTo>
                    <a:pt x="630" y="1831"/>
                  </a:lnTo>
                  <a:lnTo>
                    <a:pt x="643" y="1836"/>
                  </a:lnTo>
                  <a:lnTo>
                    <a:pt x="674" y="1843"/>
                  </a:lnTo>
                  <a:lnTo>
                    <a:pt x="706" y="1850"/>
                  </a:lnTo>
                  <a:lnTo>
                    <a:pt x="743" y="1854"/>
                  </a:lnTo>
                  <a:lnTo>
                    <a:pt x="782" y="1858"/>
                  </a:lnTo>
                  <a:lnTo>
                    <a:pt x="823" y="1862"/>
                  </a:lnTo>
                  <a:lnTo>
                    <a:pt x="865" y="1864"/>
                  </a:lnTo>
                  <a:lnTo>
                    <a:pt x="950" y="1866"/>
                  </a:lnTo>
                  <a:lnTo>
                    <a:pt x="1032" y="1866"/>
                  </a:lnTo>
                  <a:lnTo>
                    <a:pt x="1104" y="1866"/>
                  </a:lnTo>
                  <a:lnTo>
                    <a:pt x="1162" y="1866"/>
                  </a:lnTo>
                  <a:lnTo>
                    <a:pt x="1230" y="1865"/>
                  </a:lnTo>
                  <a:lnTo>
                    <a:pt x="1289" y="1863"/>
                  </a:lnTo>
                  <a:lnTo>
                    <a:pt x="1314" y="1861"/>
                  </a:lnTo>
                  <a:lnTo>
                    <a:pt x="1335" y="1859"/>
                  </a:lnTo>
                  <a:lnTo>
                    <a:pt x="1356" y="1857"/>
                  </a:lnTo>
                  <a:lnTo>
                    <a:pt x="1374" y="1854"/>
                  </a:lnTo>
                  <a:lnTo>
                    <a:pt x="1389" y="1851"/>
                  </a:lnTo>
                  <a:lnTo>
                    <a:pt x="1404" y="1847"/>
                  </a:lnTo>
                  <a:lnTo>
                    <a:pt x="1415" y="1844"/>
                  </a:lnTo>
                  <a:lnTo>
                    <a:pt x="1426" y="1840"/>
                  </a:lnTo>
                  <a:lnTo>
                    <a:pt x="1434" y="1836"/>
                  </a:lnTo>
                  <a:lnTo>
                    <a:pt x="1442" y="1831"/>
                  </a:lnTo>
                  <a:lnTo>
                    <a:pt x="1447" y="1826"/>
                  </a:lnTo>
                  <a:lnTo>
                    <a:pt x="1451" y="1820"/>
                  </a:lnTo>
                  <a:lnTo>
                    <a:pt x="1453" y="1815"/>
                  </a:lnTo>
                  <a:lnTo>
                    <a:pt x="1456" y="1808"/>
                  </a:lnTo>
                  <a:lnTo>
                    <a:pt x="1456" y="1802"/>
                  </a:lnTo>
                  <a:lnTo>
                    <a:pt x="1456" y="1795"/>
                  </a:lnTo>
                  <a:lnTo>
                    <a:pt x="1452" y="1780"/>
                  </a:lnTo>
                  <a:lnTo>
                    <a:pt x="1447" y="1765"/>
                  </a:lnTo>
                  <a:lnTo>
                    <a:pt x="1431" y="1728"/>
                  </a:lnTo>
                  <a:lnTo>
                    <a:pt x="1414" y="1687"/>
                  </a:lnTo>
                  <a:lnTo>
                    <a:pt x="1409" y="1667"/>
                  </a:lnTo>
                  <a:lnTo>
                    <a:pt x="1405" y="1648"/>
                  </a:lnTo>
                  <a:lnTo>
                    <a:pt x="1400" y="1629"/>
                  </a:lnTo>
                  <a:lnTo>
                    <a:pt x="1397" y="1610"/>
                  </a:lnTo>
                  <a:lnTo>
                    <a:pt x="1389" y="1573"/>
                  </a:lnTo>
                  <a:lnTo>
                    <a:pt x="1382" y="1535"/>
                  </a:lnTo>
                  <a:lnTo>
                    <a:pt x="1761" y="1523"/>
                  </a:lnTo>
                  <a:lnTo>
                    <a:pt x="1794" y="1524"/>
                  </a:lnTo>
                  <a:lnTo>
                    <a:pt x="1824" y="1526"/>
                  </a:lnTo>
                  <a:lnTo>
                    <a:pt x="1854" y="1529"/>
                  </a:lnTo>
                  <a:lnTo>
                    <a:pt x="1883" y="1533"/>
                  </a:lnTo>
                  <a:lnTo>
                    <a:pt x="1910" y="1536"/>
                  </a:lnTo>
                  <a:lnTo>
                    <a:pt x="1935" y="1538"/>
                  </a:lnTo>
                  <a:lnTo>
                    <a:pt x="1948" y="1538"/>
                  </a:lnTo>
                  <a:lnTo>
                    <a:pt x="1960" y="1538"/>
                  </a:lnTo>
                  <a:lnTo>
                    <a:pt x="1971" y="1537"/>
                  </a:lnTo>
                  <a:lnTo>
                    <a:pt x="1982" y="1535"/>
                  </a:lnTo>
                  <a:lnTo>
                    <a:pt x="1988" y="1508"/>
                  </a:lnTo>
                  <a:lnTo>
                    <a:pt x="1992" y="1477"/>
                  </a:lnTo>
                  <a:lnTo>
                    <a:pt x="1997" y="1444"/>
                  </a:lnTo>
                  <a:lnTo>
                    <a:pt x="2000" y="1408"/>
                  </a:lnTo>
                  <a:lnTo>
                    <a:pt x="2002" y="1370"/>
                  </a:lnTo>
                  <a:lnTo>
                    <a:pt x="2004" y="1331"/>
                  </a:lnTo>
                  <a:lnTo>
                    <a:pt x="2007" y="1288"/>
                  </a:lnTo>
                  <a:lnTo>
                    <a:pt x="2008" y="1245"/>
                  </a:lnTo>
                  <a:lnTo>
                    <a:pt x="2008" y="1153"/>
                  </a:lnTo>
                  <a:lnTo>
                    <a:pt x="2007" y="1057"/>
                  </a:lnTo>
                  <a:lnTo>
                    <a:pt x="2004" y="958"/>
                  </a:lnTo>
                  <a:lnTo>
                    <a:pt x="2002" y="859"/>
                  </a:lnTo>
                  <a:lnTo>
                    <a:pt x="1999" y="759"/>
                  </a:lnTo>
                  <a:lnTo>
                    <a:pt x="1996" y="660"/>
                  </a:lnTo>
                  <a:lnTo>
                    <a:pt x="1992" y="566"/>
                  </a:lnTo>
                  <a:lnTo>
                    <a:pt x="1990" y="477"/>
                  </a:lnTo>
                  <a:lnTo>
                    <a:pt x="1988" y="393"/>
                  </a:lnTo>
                  <a:lnTo>
                    <a:pt x="1988" y="318"/>
                  </a:lnTo>
                  <a:lnTo>
                    <a:pt x="1989" y="284"/>
                  </a:lnTo>
                  <a:lnTo>
                    <a:pt x="1990" y="254"/>
                  </a:lnTo>
                  <a:lnTo>
                    <a:pt x="1992" y="225"/>
                  </a:lnTo>
                  <a:lnTo>
                    <a:pt x="1995" y="200"/>
                  </a:lnTo>
                  <a:lnTo>
                    <a:pt x="2009" y="53"/>
                  </a:lnTo>
                  <a:lnTo>
                    <a:pt x="1994" y="43"/>
                  </a:lnTo>
                  <a:lnTo>
                    <a:pt x="1981" y="36"/>
                  </a:lnTo>
                  <a:lnTo>
                    <a:pt x="1971" y="30"/>
                  </a:lnTo>
                  <a:lnTo>
                    <a:pt x="1961" y="26"/>
                  </a:lnTo>
                  <a:lnTo>
                    <a:pt x="1950" y="23"/>
                  </a:lnTo>
                  <a:lnTo>
                    <a:pt x="1936" y="21"/>
                  </a:lnTo>
                  <a:lnTo>
                    <a:pt x="1920" y="18"/>
                  </a:lnTo>
                  <a:lnTo>
                    <a:pt x="1897" y="15"/>
                  </a:lnTo>
                  <a:lnTo>
                    <a:pt x="1876" y="13"/>
                  </a:lnTo>
                  <a:lnTo>
                    <a:pt x="1849" y="11"/>
                  </a:lnTo>
                  <a:lnTo>
                    <a:pt x="1816" y="9"/>
                  </a:lnTo>
                  <a:lnTo>
                    <a:pt x="1777" y="8"/>
                  </a:lnTo>
                  <a:lnTo>
                    <a:pt x="1683" y="4"/>
                  </a:lnTo>
                  <a:lnTo>
                    <a:pt x="1573" y="3"/>
                  </a:lnTo>
                  <a:lnTo>
                    <a:pt x="1448" y="1"/>
                  </a:lnTo>
                  <a:lnTo>
                    <a:pt x="1311" y="1"/>
                  </a:lnTo>
                  <a:lnTo>
                    <a:pt x="1168" y="0"/>
                  </a:lnTo>
                  <a:lnTo>
                    <a:pt x="1020" y="0"/>
                  </a:lnTo>
                  <a:lnTo>
                    <a:pt x="871" y="0"/>
                  </a:lnTo>
                  <a:lnTo>
                    <a:pt x="724" y="1"/>
                  </a:lnTo>
                  <a:lnTo>
                    <a:pt x="580" y="1"/>
                  </a:lnTo>
                  <a:lnTo>
                    <a:pt x="447" y="2"/>
                  </a:lnTo>
                  <a:lnTo>
                    <a:pt x="324" y="3"/>
                  </a:lnTo>
                  <a:lnTo>
                    <a:pt x="217" y="3"/>
                  </a:lnTo>
                  <a:lnTo>
                    <a:pt x="128" y="4"/>
                  </a:lnTo>
                  <a:lnTo>
                    <a:pt x="61" y="4"/>
                  </a:lnTo>
                  <a:lnTo>
                    <a:pt x="54" y="4"/>
                  </a:lnTo>
                  <a:lnTo>
                    <a:pt x="49" y="6"/>
                  </a:lnTo>
                  <a:lnTo>
                    <a:pt x="44" y="9"/>
                  </a:lnTo>
                  <a:lnTo>
                    <a:pt x="38" y="13"/>
                  </a:lnTo>
                  <a:lnTo>
                    <a:pt x="34" y="17"/>
                  </a:lnTo>
                  <a:lnTo>
                    <a:pt x="31" y="23"/>
                  </a:lnTo>
                  <a:lnTo>
                    <a:pt x="26" y="29"/>
                  </a:lnTo>
                  <a:lnTo>
                    <a:pt x="23" y="37"/>
                  </a:lnTo>
                  <a:lnTo>
                    <a:pt x="18" y="53"/>
                  </a:lnTo>
                  <a:lnTo>
                    <a:pt x="14" y="74"/>
                  </a:lnTo>
                  <a:lnTo>
                    <a:pt x="11" y="96"/>
                  </a:lnTo>
                  <a:lnTo>
                    <a:pt x="9" y="119"/>
                  </a:lnTo>
                  <a:lnTo>
                    <a:pt x="7" y="174"/>
                  </a:lnTo>
                  <a:lnTo>
                    <a:pt x="5" y="231"/>
                  </a:lnTo>
                  <a:lnTo>
                    <a:pt x="3" y="290"/>
                  </a:lnTo>
                  <a:lnTo>
                    <a:pt x="0" y="347"/>
                  </a:lnTo>
                  <a:lnTo>
                    <a:pt x="24" y="1143"/>
                  </a:lnTo>
                  <a:lnTo>
                    <a:pt x="23" y="1193"/>
                  </a:lnTo>
                  <a:lnTo>
                    <a:pt x="22" y="1246"/>
                  </a:lnTo>
                  <a:lnTo>
                    <a:pt x="21" y="1299"/>
                  </a:lnTo>
                  <a:lnTo>
                    <a:pt x="21" y="1353"/>
                  </a:lnTo>
                  <a:lnTo>
                    <a:pt x="21" y="1405"/>
                  </a:lnTo>
                  <a:lnTo>
                    <a:pt x="23" y="1456"/>
                  </a:lnTo>
                  <a:lnTo>
                    <a:pt x="25" y="1480"/>
                  </a:lnTo>
                  <a:lnTo>
                    <a:pt x="28" y="1503"/>
                  </a:lnTo>
                  <a:lnTo>
                    <a:pt x="32" y="1526"/>
                  </a:lnTo>
                  <a:lnTo>
                    <a:pt x="36" y="1547"/>
                  </a:ln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cs typeface="+mn-ea"/>
                <a:sym typeface="+mn-lt"/>
              </a:endParaRPr>
            </a:p>
          </p:txBody>
        </p:sp>
        <p:grpSp>
          <p:nvGrpSpPr>
            <p:cNvPr id="52" name="组合 51"/>
            <p:cNvGrpSpPr/>
            <p:nvPr/>
          </p:nvGrpSpPr>
          <p:grpSpPr>
            <a:xfrm>
              <a:off x="2140437" y="2296398"/>
              <a:ext cx="2110622" cy="1115729"/>
              <a:chOff x="4451350" y="511175"/>
              <a:chExt cx="3092450" cy="2387601"/>
            </a:xfrm>
            <a:solidFill>
              <a:schemeClr val="tx1"/>
            </a:solidFill>
          </p:grpSpPr>
          <p:sp>
            <p:nvSpPr>
              <p:cNvPr id="53" name="Freeform 51"/>
              <p:cNvSpPr/>
              <p:nvPr/>
            </p:nvSpPr>
            <p:spPr bwMode="auto">
              <a:xfrm>
                <a:off x="5808663" y="1974850"/>
                <a:ext cx="39688" cy="141288"/>
              </a:xfrm>
              <a:custGeom>
                <a:avLst/>
                <a:gdLst>
                  <a:gd name="T0" fmla="*/ 1 w 2"/>
                  <a:gd name="T1" fmla="*/ 3 h 7"/>
                  <a:gd name="T2" fmla="*/ 0 w 2"/>
                  <a:gd name="T3" fmla="*/ 6 h 7"/>
                  <a:gd name="T4" fmla="*/ 1 w 2"/>
                  <a:gd name="T5" fmla="*/ 6 h 7"/>
                  <a:gd name="T6" fmla="*/ 1 w 2"/>
                  <a:gd name="T7" fmla="*/ 2 h 7"/>
                  <a:gd name="T8" fmla="*/ 1 w 2"/>
                  <a:gd name="T9" fmla="*/ 0 h 7"/>
                  <a:gd name="T10" fmla="*/ 1 w 2"/>
                  <a:gd name="T11" fmla="*/ 3 h 7"/>
                </a:gdLst>
                <a:ahLst/>
                <a:cxnLst>
                  <a:cxn ang="0">
                    <a:pos x="T0" y="T1"/>
                  </a:cxn>
                  <a:cxn ang="0">
                    <a:pos x="T2" y="T3"/>
                  </a:cxn>
                  <a:cxn ang="0">
                    <a:pos x="T4" y="T5"/>
                  </a:cxn>
                  <a:cxn ang="0">
                    <a:pos x="T6" y="T7"/>
                  </a:cxn>
                  <a:cxn ang="0">
                    <a:pos x="T8" y="T9"/>
                  </a:cxn>
                  <a:cxn ang="0">
                    <a:pos x="T10" y="T11"/>
                  </a:cxn>
                </a:cxnLst>
                <a:rect l="0" t="0" r="r" b="b"/>
                <a:pathLst>
                  <a:path w="2" h="7">
                    <a:moveTo>
                      <a:pt x="1" y="3"/>
                    </a:moveTo>
                    <a:cubicBezTo>
                      <a:pt x="1" y="4"/>
                      <a:pt x="0" y="5"/>
                      <a:pt x="0" y="6"/>
                    </a:cubicBezTo>
                    <a:cubicBezTo>
                      <a:pt x="1" y="6"/>
                      <a:pt x="1" y="7"/>
                      <a:pt x="1" y="6"/>
                    </a:cubicBezTo>
                    <a:cubicBezTo>
                      <a:pt x="1" y="5"/>
                      <a:pt x="1" y="4"/>
                      <a:pt x="1" y="2"/>
                    </a:cubicBezTo>
                    <a:cubicBezTo>
                      <a:pt x="1" y="1"/>
                      <a:pt x="2" y="0"/>
                      <a:pt x="1" y="0"/>
                    </a:cubicBezTo>
                    <a:cubicBezTo>
                      <a:pt x="0" y="1"/>
                      <a:pt x="1"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4" name="Freeform 52"/>
              <p:cNvSpPr/>
              <p:nvPr/>
            </p:nvSpPr>
            <p:spPr bwMode="auto">
              <a:xfrm>
                <a:off x="5349875" y="2116138"/>
                <a:ext cx="19050" cy="200025"/>
              </a:xfrm>
              <a:custGeom>
                <a:avLst/>
                <a:gdLst>
                  <a:gd name="T0" fmla="*/ 1 w 1"/>
                  <a:gd name="T1" fmla="*/ 0 h 10"/>
                  <a:gd name="T2" fmla="*/ 1 w 1"/>
                  <a:gd name="T3" fmla="*/ 0 h 10"/>
                  <a:gd name="T4" fmla="*/ 1 w 1"/>
                  <a:gd name="T5" fmla="*/ 2 h 10"/>
                  <a:gd name="T6" fmla="*/ 0 w 1"/>
                  <a:gd name="T7" fmla="*/ 9 h 10"/>
                  <a:gd name="T8" fmla="*/ 1 w 1"/>
                  <a:gd name="T9" fmla="*/ 10 h 10"/>
                  <a:gd name="T10" fmla="*/ 1 w 1"/>
                  <a:gd name="T11" fmla="*/ 0 h 10"/>
                </a:gdLst>
                <a:ahLst/>
                <a:cxnLst>
                  <a:cxn ang="0">
                    <a:pos x="T0" y="T1"/>
                  </a:cxn>
                  <a:cxn ang="0">
                    <a:pos x="T2" y="T3"/>
                  </a:cxn>
                  <a:cxn ang="0">
                    <a:pos x="T4" y="T5"/>
                  </a:cxn>
                  <a:cxn ang="0">
                    <a:pos x="T6" y="T7"/>
                  </a:cxn>
                  <a:cxn ang="0">
                    <a:pos x="T8" y="T9"/>
                  </a:cxn>
                  <a:cxn ang="0">
                    <a:pos x="T10" y="T11"/>
                  </a:cxn>
                </a:cxnLst>
                <a:rect l="0" t="0" r="r" b="b"/>
                <a:pathLst>
                  <a:path w="1" h="10">
                    <a:moveTo>
                      <a:pt x="1" y="0"/>
                    </a:moveTo>
                    <a:cubicBezTo>
                      <a:pt x="1" y="0"/>
                      <a:pt x="1" y="0"/>
                      <a:pt x="1" y="0"/>
                    </a:cubicBezTo>
                    <a:cubicBezTo>
                      <a:pt x="0" y="1"/>
                      <a:pt x="1" y="1"/>
                      <a:pt x="1" y="2"/>
                    </a:cubicBezTo>
                    <a:cubicBezTo>
                      <a:pt x="1" y="4"/>
                      <a:pt x="0" y="7"/>
                      <a:pt x="0" y="9"/>
                    </a:cubicBezTo>
                    <a:cubicBezTo>
                      <a:pt x="1" y="9"/>
                      <a:pt x="1" y="10"/>
                      <a:pt x="1" y="10"/>
                    </a:cubicBezTo>
                    <a:cubicBezTo>
                      <a:pt x="1" y="5"/>
                      <a:pt x="1" y="3"/>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5" name="Freeform 53"/>
              <p:cNvSpPr>
                <a:spLocks noEditPoints="1"/>
              </p:cNvSpPr>
              <p:nvPr/>
            </p:nvSpPr>
            <p:spPr bwMode="auto">
              <a:xfrm>
                <a:off x="4791075" y="911225"/>
                <a:ext cx="2254250" cy="1606550"/>
              </a:xfrm>
              <a:custGeom>
                <a:avLst/>
                <a:gdLst>
                  <a:gd name="T0" fmla="*/ 87 w 113"/>
                  <a:gd name="T1" fmla="*/ 18 h 80"/>
                  <a:gd name="T2" fmla="*/ 88 w 113"/>
                  <a:gd name="T3" fmla="*/ 27 h 80"/>
                  <a:gd name="T4" fmla="*/ 63 w 113"/>
                  <a:gd name="T5" fmla="*/ 46 h 80"/>
                  <a:gd name="T6" fmla="*/ 35 w 113"/>
                  <a:gd name="T7" fmla="*/ 57 h 80"/>
                  <a:gd name="T8" fmla="*/ 1 w 113"/>
                  <a:gd name="T9" fmla="*/ 74 h 80"/>
                  <a:gd name="T10" fmla="*/ 19 w 113"/>
                  <a:gd name="T11" fmla="*/ 76 h 80"/>
                  <a:gd name="T12" fmla="*/ 67 w 113"/>
                  <a:gd name="T13" fmla="*/ 54 h 80"/>
                  <a:gd name="T14" fmla="*/ 91 w 113"/>
                  <a:gd name="T15" fmla="*/ 33 h 80"/>
                  <a:gd name="T16" fmla="*/ 107 w 113"/>
                  <a:gd name="T17" fmla="*/ 19 h 80"/>
                  <a:gd name="T18" fmla="*/ 92 w 113"/>
                  <a:gd name="T19" fmla="*/ 17 h 80"/>
                  <a:gd name="T20" fmla="*/ 1 w 113"/>
                  <a:gd name="T21" fmla="*/ 67 h 80"/>
                  <a:gd name="T22" fmla="*/ 3 w 113"/>
                  <a:gd name="T23" fmla="*/ 67 h 80"/>
                  <a:gd name="T24" fmla="*/ 6 w 113"/>
                  <a:gd name="T25" fmla="*/ 68 h 80"/>
                  <a:gd name="T26" fmla="*/ 6 w 113"/>
                  <a:gd name="T27" fmla="*/ 63 h 80"/>
                  <a:gd name="T28" fmla="*/ 8 w 113"/>
                  <a:gd name="T29" fmla="*/ 62 h 80"/>
                  <a:gd name="T30" fmla="*/ 9 w 113"/>
                  <a:gd name="T31" fmla="*/ 62 h 80"/>
                  <a:gd name="T32" fmla="*/ 11 w 113"/>
                  <a:gd name="T33" fmla="*/ 75 h 80"/>
                  <a:gd name="T34" fmla="*/ 13 w 113"/>
                  <a:gd name="T35" fmla="*/ 74 h 80"/>
                  <a:gd name="T36" fmla="*/ 17 w 113"/>
                  <a:gd name="T37" fmla="*/ 65 h 80"/>
                  <a:gd name="T38" fmla="*/ 21 w 113"/>
                  <a:gd name="T39" fmla="*/ 73 h 80"/>
                  <a:gd name="T40" fmla="*/ 19 w 113"/>
                  <a:gd name="T41" fmla="*/ 68 h 80"/>
                  <a:gd name="T42" fmla="*/ 21 w 113"/>
                  <a:gd name="T43" fmla="*/ 61 h 80"/>
                  <a:gd name="T44" fmla="*/ 22 w 113"/>
                  <a:gd name="T45" fmla="*/ 72 h 80"/>
                  <a:gd name="T46" fmla="*/ 26 w 113"/>
                  <a:gd name="T47" fmla="*/ 67 h 80"/>
                  <a:gd name="T48" fmla="*/ 26 w 113"/>
                  <a:gd name="T49" fmla="*/ 67 h 80"/>
                  <a:gd name="T50" fmla="*/ 31 w 113"/>
                  <a:gd name="T51" fmla="*/ 69 h 80"/>
                  <a:gd name="T52" fmla="*/ 34 w 113"/>
                  <a:gd name="T53" fmla="*/ 68 h 80"/>
                  <a:gd name="T54" fmla="*/ 38 w 113"/>
                  <a:gd name="T55" fmla="*/ 58 h 80"/>
                  <a:gd name="T56" fmla="*/ 41 w 113"/>
                  <a:gd name="T57" fmla="*/ 58 h 80"/>
                  <a:gd name="T58" fmla="*/ 42 w 113"/>
                  <a:gd name="T59" fmla="*/ 64 h 80"/>
                  <a:gd name="T60" fmla="*/ 45 w 113"/>
                  <a:gd name="T61" fmla="*/ 57 h 80"/>
                  <a:gd name="T62" fmla="*/ 47 w 113"/>
                  <a:gd name="T63" fmla="*/ 55 h 80"/>
                  <a:gd name="T64" fmla="*/ 50 w 113"/>
                  <a:gd name="T65" fmla="*/ 60 h 80"/>
                  <a:gd name="T66" fmla="*/ 55 w 113"/>
                  <a:gd name="T67" fmla="*/ 51 h 80"/>
                  <a:gd name="T68" fmla="*/ 57 w 113"/>
                  <a:gd name="T69" fmla="*/ 57 h 80"/>
                  <a:gd name="T70" fmla="*/ 59 w 113"/>
                  <a:gd name="T71" fmla="*/ 56 h 80"/>
                  <a:gd name="T72" fmla="*/ 62 w 113"/>
                  <a:gd name="T73" fmla="*/ 48 h 80"/>
                  <a:gd name="T74" fmla="*/ 64 w 113"/>
                  <a:gd name="T75" fmla="*/ 53 h 80"/>
                  <a:gd name="T76" fmla="*/ 66 w 113"/>
                  <a:gd name="T77" fmla="*/ 45 h 80"/>
                  <a:gd name="T78" fmla="*/ 71 w 113"/>
                  <a:gd name="T79" fmla="*/ 47 h 80"/>
                  <a:gd name="T80" fmla="*/ 74 w 113"/>
                  <a:gd name="T81" fmla="*/ 40 h 80"/>
                  <a:gd name="T82" fmla="*/ 76 w 113"/>
                  <a:gd name="T83" fmla="*/ 39 h 80"/>
                  <a:gd name="T84" fmla="*/ 79 w 113"/>
                  <a:gd name="T85" fmla="*/ 36 h 80"/>
                  <a:gd name="T86" fmla="*/ 82 w 113"/>
                  <a:gd name="T87" fmla="*/ 40 h 80"/>
                  <a:gd name="T88" fmla="*/ 87 w 113"/>
                  <a:gd name="T89" fmla="*/ 34 h 80"/>
                  <a:gd name="T90" fmla="*/ 89 w 113"/>
                  <a:gd name="T91" fmla="*/ 28 h 80"/>
                  <a:gd name="T92" fmla="*/ 94 w 113"/>
                  <a:gd name="T93" fmla="*/ 15 h 80"/>
                  <a:gd name="T94" fmla="*/ 93 w 113"/>
                  <a:gd name="T95" fmla="*/ 24 h 80"/>
                  <a:gd name="T96" fmla="*/ 96 w 113"/>
                  <a:gd name="T97" fmla="*/ 20 h 80"/>
                  <a:gd name="T98" fmla="*/ 97 w 113"/>
                  <a:gd name="T99" fmla="*/ 23 h 80"/>
                  <a:gd name="T100" fmla="*/ 98 w 113"/>
                  <a:gd name="T101" fmla="*/ 23 h 80"/>
                  <a:gd name="T102" fmla="*/ 100 w 113"/>
                  <a:gd name="T103" fmla="*/ 24 h 80"/>
                  <a:gd name="T104" fmla="*/ 101 w 113"/>
                  <a:gd name="T105" fmla="*/ 19 h 80"/>
                  <a:gd name="T106" fmla="*/ 101 w 113"/>
                  <a:gd name="T107" fmla="*/ 12 h 80"/>
                  <a:gd name="T108" fmla="*/ 102 w 113"/>
                  <a:gd name="T109" fmla="*/ 24 h 80"/>
                  <a:gd name="T110" fmla="*/ 106 w 113"/>
                  <a:gd name="T111" fmla="*/ 16 h 80"/>
                  <a:gd name="T112" fmla="*/ 108 w 113"/>
                  <a:gd name="T113" fmla="*/ 11 h 80"/>
                  <a:gd name="T114" fmla="*/ 109 w 113"/>
                  <a:gd name="T115" fmla="*/ 9 h 80"/>
                  <a:gd name="T116" fmla="*/ 110 w 113"/>
                  <a:gd name="T117" fmla="*/ 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3" h="80">
                    <a:moveTo>
                      <a:pt x="112" y="0"/>
                    </a:moveTo>
                    <a:cubicBezTo>
                      <a:pt x="111" y="1"/>
                      <a:pt x="109" y="2"/>
                      <a:pt x="108" y="3"/>
                    </a:cubicBezTo>
                    <a:cubicBezTo>
                      <a:pt x="108" y="4"/>
                      <a:pt x="107" y="5"/>
                      <a:pt x="106" y="6"/>
                    </a:cubicBezTo>
                    <a:cubicBezTo>
                      <a:pt x="106" y="6"/>
                      <a:pt x="106" y="6"/>
                      <a:pt x="105" y="6"/>
                    </a:cubicBezTo>
                    <a:cubicBezTo>
                      <a:pt x="101" y="10"/>
                      <a:pt x="96" y="13"/>
                      <a:pt x="91" y="16"/>
                    </a:cubicBezTo>
                    <a:cubicBezTo>
                      <a:pt x="90" y="16"/>
                      <a:pt x="90" y="17"/>
                      <a:pt x="89" y="17"/>
                    </a:cubicBezTo>
                    <a:cubicBezTo>
                      <a:pt x="89" y="17"/>
                      <a:pt x="88" y="17"/>
                      <a:pt x="87" y="18"/>
                    </a:cubicBezTo>
                    <a:cubicBezTo>
                      <a:pt x="88" y="19"/>
                      <a:pt x="90" y="19"/>
                      <a:pt x="92" y="19"/>
                    </a:cubicBezTo>
                    <a:cubicBezTo>
                      <a:pt x="93" y="19"/>
                      <a:pt x="93" y="20"/>
                      <a:pt x="94" y="20"/>
                    </a:cubicBezTo>
                    <a:cubicBezTo>
                      <a:pt x="94" y="20"/>
                      <a:pt x="95" y="20"/>
                      <a:pt x="94" y="21"/>
                    </a:cubicBezTo>
                    <a:cubicBezTo>
                      <a:pt x="94" y="21"/>
                      <a:pt x="94" y="21"/>
                      <a:pt x="94" y="21"/>
                    </a:cubicBezTo>
                    <a:cubicBezTo>
                      <a:pt x="93" y="22"/>
                      <a:pt x="93" y="22"/>
                      <a:pt x="92" y="23"/>
                    </a:cubicBezTo>
                    <a:cubicBezTo>
                      <a:pt x="91" y="25"/>
                      <a:pt x="89" y="26"/>
                      <a:pt x="89" y="27"/>
                    </a:cubicBezTo>
                    <a:cubicBezTo>
                      <a:pt x="88" y="26"/>
                      <a:pt x="88" y="27"/>
                      <a:pt x="88" y="27"/>
                    </a:cubicBezTo>
                    <a:cubicBezTo>
                      <a:pt x="88" y="27"/>
                      <a:pt x="88" y="27"/>
                      <a:pt x="88" y="27"/>
                    </a:cubicBezTo>
                    <a:cubicBezTo>
                      <a:pt x="87" y="28"/>
                      <a:pt x="87" y="29"/>
                      <a:pt x="86" y="29"/>
                    </a:cubicBezTo>
                    <a:cubicBezTo>
                      <a:pt x="86" y="29"/>
                      <a:pt x="86" y="30"/>
                      <a:pt x="86" y="30"/>
                    </a:cubicBezTo>
                    <a:cubicBezTo>
                      <a:pt x="84" y="31"/>
                      <a:pt x="83" y="33"/>
                      <a:pt x="81" y="33"/>
                    </a:cubicBezTo>
                    <a:cubicBezTo>
                      <a:pt x="81" y="34"/>
                      <a:pt x="80" y="34"/>
                      <a:pt x="80" y="34"/>
                    </a:cubicBezTo>
                    <a:cubicBezTo>
                      <a:pt x="78" y="36"/>
                      <a:pt x="76" y="37"/>
                      <a:pt x="74" y="39"/>
                    </a:cubicBezTo>
                    <a:cubicBezTo>
                      <a:pt x="70" y="42"/>
                      <a:pt x="67" y="44"/>
                      <a:pt x="63" y="46"/>
                    </a:cubicBezTo>
                    <a:cubicBezTo>
                      <a:pt x="62" y="46"/>
                      <a:pt x="61" y="47"/>
                      <a:pt x="60" y="48"/>
                    </a:cubicBezTo>
                    <a:cubicBezTo>
                      <a:pt x="60" y="47"/>
                      <a:pt x="60" y="48"/>
                      <a:pt x="59" y="48"/>
                    </a:cubicBezTo>
                    <a:cubicBezTo>
                      <a:pt x="57" y="49"/>
                      <a:pt x="53" y="51"/>
                      <a:pt x="50" y="52"/>
                    </a:cubicBezTo>
                    <a:cubicBezTo>
                      <a:pt x="50" y="52"/>
                      <a:pt x="50" y="52"/>
                      <a:pt x="50" y="52"/>
                    </a:cubicBezTo>
                    <a:cubicBezTo>
                      <a:pt x="49" y="53"/>
                      <a:pt x="47" y="53"/>
                      <a:pt x="47" y="54"/>
                    </a:cubicBezTo>
                    <a:cubicBezTo>
                      <a:pt x="44" y="54"/>
                      <a:pt x="40" y="56"/>
                      <a:pt x="37" y="57"/>
                    </a:cubicBezTo>
                    <a:cubicBezTo>
                      <a:pt x="36" y="57"/>
                      <a:pt x="35" y="57"/>
                      <a:pt x="35" y="57"/>
                    </a:cubicBezTo>
                    <a:cubicBezTo>
                      <a:pt x="34" y="57"/>
                      <a:pt x="33" y="58"/>
                      <a:pt x="32" y="58"/>
                    </a:cubicBezTo>
                    <a:cubicBezTo>
                      <a:pt x="30" y="58"/>
                      <a:pt x="27" y="59"/>
                      <a:pt x="26" y="60"/>
                    </a:cubicBezTo>
                    <a:cubicBezTo>
                      <a:pt x="21" y="60"/>
                      <a:pt x="17" y="62"/>
                      <a:pt x="13" y="61"/>
                    </a:cubicBezTo>
                    <a:cubicBezTo>
                      <a:pt x="11" y="61"/>
                      <a:pt x="8" y="61"/>
                      <a:pt x="5" y="61"/>
                    </a:cubicBezTo>
                    <a:cubicBezTo>
                      <a:pt x="3" y="61"/>
                      <a:pt x="2" y="61"/>
                      <a:pt x="0" y="61"/>
                    </a:cubicBezTo>
                    <a:cubicBezTo>
                      <a:pt x="0" y="63"/>
                      <a:pt x="0" y="64"/>
                      <a:pt x="1" y="65"/>
                    </a:cubicBezTo>
                    <a:cubicBezTo>
                      <a:pt x="1" y="68"/>
                      <a:pt x="0" y="71"/>
                      <a:pt x="1" y="74"/>
                    </a:cubicBezTo>
                    <a:cubicBezTo>
                      <a:pt x="1" y="74"/>
                      <a:pt x="1" y="74"/>
                      <a:pt x="1" y="74"/>
                    </a:cubicBezTo>
                    <a:cubicBezTo>
                      <a:pt x="1" y="75"/>
                      <a:pt x="1" y="75"/>
                      <a:pt x="1" y="76"/>
                    </a:cubicBezTo>
                    <a:cubicBezTo>
                      <a:pt x="1" y="76"/>
                      <a:pt x="1" y="76"/>
                      <a:pt x="0" y="77"/>
                    </a:cubicBezTo>
                    <a:cubicBezTo>
                      <a:pt x="1" y="78"/>
                      <a:pt x="1" y="79"/>
                      <a:pt x="1" y="80"/>
                    </a:cubicBezTo>
                    <a:cubicBezTo>
                      <a:pt x="2" y="80"/>
                      <a:pt x="3" y="80"/>
                      <a:pt x="3" y="80"/>
                    </a:cubicBezTo>
                    <a:cubicBezTo>
                      <a:pt x="7" y="79"/>
                      <a:pt x="11" y="78"/>
                      <a:pt x="14" y="78"/>
                    </a:cubicBezTo>
                    <a:cubicBezTo>
                      <a:pt x="16" y="77"/>
                      <a:pt x="17" y="77"/>
                      <a:pt x="19" y="76"/>
                    </a:cubicBezTo>
                    <a:cubicBezTo>
                      <a:pt x="24" y="74"/>
                      <a:pt x="29" y="73"/>
                      <a:pt x="34" y="72"/>
                    </a:cubicBezTo>
                    <a:cubicBezTo>
                      <a:pt x="37" y="70"/>
                      <a:pt x="41" y="69"/>
                      <a:pt x="44" y="67"/>
                    </a:cubicBezTo>
                    <a:cubicBezTo>
                      <a:pt x="46" y="67"/>
                      <a:pt x="47" y="65"/>
                      <a:pt x="49" y="65"/>
                    </a:cubicBezTo>
                    <a:cubicBezTo>
                      <a:pt x="52" y="63"/>
                      <a:pt x="56" y="61"/>
                      <a:pt x="60" y="59"/>
                    </a:cubicBezTo>
                    <a:cubicBezTo>
                      <a:pt x="61" y="58"/>
                      <a:pt x="63" y="57"/>
                      <a:pt x="64" y="56"/>
                    </a:cubicBezTo>
                    <a:cubicBezTo>
                      <a:pt x="65" y="56"/>
                      <a:pt x="65" y="56"/>
                      <a:pt x="66" y="55"/>
                    </a:cubicBezTo>
                    <a:cubicBezTo>
                      <a:pt x="66" y="55"/>
                      <a:pt x="66" y="55"/>
                      <a:pt x="67" y="54"/>
                    </a:cubicBezTo>
                    <a:cubicBezTo>
                      <a:pt x="67" y="54"/>
                      <a:pt x="68" y="54"/>
                      <a:pt x="68" y="54"/>
                    </a:cubicBezTo>
                    <a:cubicBezTo>
                      <a:pt x="68" y="53"/>
                      <a:pt x="69" y="53"/>
                      <a:pt x="69" y="53"/>
                    </a:cubicBezTo>
                    <a:cubicBezTo>
                      <a:pt x="70" y="52"/>
                      <a:pt x="71" y="52"/>
                      <a:pt x="71" y="51"/>
                    </a:cubicBezTo>
                    <a:cubicBezTo>
                      <a:pt x="75" y="48"/>
                      <a:pt x="79" y="45"/>
                      <a:pt x="83" y="42"/>
                    </a:cubicBezTo>
                    <a:cubicBezTo>
                      <a:pt x="83" y="42"/>
                      <a:pt x="83" y="41"/>
                      <a:pt x="83" y="41"/>
                    </a:cubicBezTo>
                    <a:cubicBezTo>
                      <a:pt x="86" y="39"/>
                      <a:pt x="88" y="36"/>
                      <a:pt x="91" y="34"/>
                    </a:cubicBezTo>
                    <a:cubicBezTo>
                      <a:pt x="91" y="33"/>
                      <a:pt x="91" y="33"/>
                      <a:pt x="91" y="33"/>
                    </a:cubicBezTo>
                    <a:cubicBezTo>
                      <a:pt x="93" y="31"/>
                      <a:pt x="95" y="28"/>
                      <a:pt x="97" y="25"/>
                    </a:cubicBezTo>
                    <a:cubicBezTo>
                      <a:pt x="98" y="25"/>
                      <a:pt x="98" y="24"/>
                      <a:pt x="99" y="24"/>
                    </a:cubicBezTo>
                    <a:cubicBezTo>
                      <a:pt x="99" y="26"/>
                      <a:pt x="99" y="28"/>
                      <a:pt x="99" y="29"/>
                    </a:cubicBezTo>
                    <a:cubicBezTo>
                      <a:pt x="100" y="30"/>
                      <a:pt x="100" y="30"/>
                      <a:pt x="100" y="31"/>
                    </a:cubicBezTo>
                    <a:cubicBezTo>
                      <a:pt x="102" y="31"/>
                      <a:pt x="102" y="29"/>
                      <a:pt x="103" y="28"/>
                    </a:cubicBezTo>
                    <a:cubicBezTo>
                      <a:pt x="103" y="26"/>
                      <a:pt x="105" y="24"/>
                      <a:pt x="105" y="22"/>
                    </a:cubicBezTo>
                    <a:cubicBezTo>
                      <a:pt x="106" y="21"/>
                      <a:pt x="106" y="20"/>
                      <a:pt x="107" y="19"/>
                    </a:cubicBezTo>
                    <a:cubicBezTo>
                      <a:pt x="107" y="18"/>
                      <a:pt x="107" y="17"/>
                      <a:pt x="108" y="16"/>
                    </a:cubicBezTo>
                    <a:cubicBezTo>
                      <a:pt x="108" y="15"/>
                      <a:pt x="109" y="15"/>
                      <a:pt x="109" y="13"/>
                    </a:cubicBezTo>
                    <a:cubicBezTo>
                      <a:pt x="111" y="9"/>
                      <a:pt x="112" y="6"/>
                      <a:pt x="113" y="1"/>
                    </a:cubicBezTo>
                    <a:cubicBezTo>
                      <a:pt x="113" y="1"/>
                      <a:pt x="112" y="0"/>
                      <a:pt x="112" y="0"/>
                    </a:cubicBezTo>
                    <a:close/>
                    <a:moveTo>
                      <a:pt x="91" y="18"/>
                    </a:moveTo>
                    <a:cubicBezTo>
                      <a:pt x="91" y="18"/>
                      <a:pt x="90" y="18"/>
                      <a:pt x="89" y="18"/>
                    </a:cubicBezTo>
                    <a:cubicBezTo>
                      <a:pt x="90" y="18"/>
                      <a:pt x="91" y="17"/>
                      <a:pt x="92" y="17"/>
                    </a:cubicBezTo>
                    <a:cubicBezTo>
                      <a:pt x="92" y="17"/>
                      <a:pt x="92" y="18"/>
                      <a:pt x="91" y="18"/>
                    </a:cubicBezTo>
                    <a:close/>
                    <a:moveTo>
                      <a:pt x="2" y="75"/>
                    </a:moveTo>
                    <a:cubicBezTo>
                      <a:pt x="2" y="75"/>
                      <a:pt x="2" y="75"/>
                      <a:pt x="2" y="75"/>
                    </a:cubicBezTo>
                    <a:cubicBezTo>
                      <a:pt x="2" y="74"/>
                      <a:pt x="2" y="75"/>
                      <a:pt x="2" y="75"/>
                    </a:cubicBezTo>
                    <a:close/>
                    <a:moveTo>
                      <a:pt x="2" y="74"/>
                    </a:moveTo>
                    <a:cubicBezTo>
                      <a:pt x="1" y="74"/>
                      <a:pt x="2" y="72"/>
                      <a:pt x="2" y="72"/>
                    </a:cubicBezTo>
                    <a:cubicBezTo>
                      <a:pt x="2" y="70"/>
                      <a:pt x="2" y="68"/>
                      <a:pt x="1" y="67"/>
                    </a:cubicBezTo>
                    <a:cubicBezTo>
                      <a:pt x="2" y="65"/>
                      <a:pt x="1" y="64"/>
                      <a:pt x="1" y="62"/>
                    </a:cubicBezTo>
                    <a:cubicBezTo>
                      <a:pt x="2" y="62"/>
                      <a:pt x="2" y="62"/>
                      <a:pt x="2" y="62"/>
                    </a:cubicBezTo>
                    <a:cubicBezTo>
                      <a:pt x="3" y="65"/>
                      <a:pt x="2" y="69"/>
                      <a:pt x="2" y="74"/>
                    </a:cubicBezTo>
                    <a:close/>
                    <a:moveTo>
                      <a:pt x="3" y="76"/>
                    </a:moveTo>
                    <a:cubicBezTo>
                      <a:pt x="3" y="76"/>
                      <a:pt x="3" y="76"/>
                      <a:pt x="3" y="76"/>
                    </a:cubicBezTo>
                    <a:cubicBezTo>
                      <a:pt x="3" y="74"/>
                      <a:pt x="3" y="72"/>
                      <a:pt x="3" y="69"/>
                    </a:cubicBezTo>
                    <a:cubicBezTo>
                      <a:pt x="3" y="68"/>
                      <a:pt x="3" y="68"/>
                      <a:pt x="3" y="67"/>
                    </a:cubicBezTo>
                    <a:cubicBezTo>
                      <a:pt x="3" y="65"/>
                      <a:pt x="3" y="63"/>
                      <a:pt x="3" y="62"/>
                    </a:cubicBezTo>
                    <a:cubicBezTo>
                      <a:pt x="3" y="62"/>
                      <a:pt x="4" y="62"/>
                      <a:pt x="4" y="62"/>
                    </a:cubicBezTo>
                    <a:cubicBezTo>
                      <a:pt x="4" y="67"/>
                      <a:pt x="4" y="70"/>
                      <a:pt x="4" y="74"/>
                    </a:cubicBezTo>
                    <a:cubicBezTo>
                      <a:pt x="4" y="74"/>
                      <a:pt x="4" y="74"/>
                      <a:pt x="4" y="75"/>
                    </a:cubicBezTo>
                    <a:cubicBezTo>
                      <a:pt x="4" y="75"/>
                      <a:pt x="3" y="76"/>
                      <a:pt x="3" y="76"/>
                    </a:cubicBezTo>
                    <a:close/>
                    <a:moveTo>
                      <a:pt x="6" y="63"/>
                    </a:moveTo>
                    <a:cubicBezTo>
                      <a:pt x="6" y="65"/>
                      <a:pt x="6" y="66"/>
                      <a:pt x="6" y="68"/>
                    </a:cubicBezTo>
                    <a:cubicBezTo>
                      <a:pt x="6" y="68"/>
                      <a:pt x="6" y="69"/>
                      <a:pt x="6" y="70"/>
                    </a:cubicBezTo>
                    <a:cubicBezTo>
                      <a:pt x="6" y="72"/>
                      <a:pt x="6" y="74"/>
                      <a:pt x="6" y="76"/>
                    </a:cubicBezTo>
                    <a:cubicBezTo>
                      <a:pt x="5" y="76"/>
                      <a:pt x="5" y="76"/>
                      <a:pt x="4" y="76"/>
                    </a:cubicBezTo>
                    <a:cubicBezTo>
                      <a:pt x="5" y="70"/>
                      <a:pt x="4" y="67"/>
                      <a:pt x="5" y="62"/>
                    </a:cubicBezTo>
                    <a:cubicBezTo>
                      <a:pt x="5" y="62"/>
                      <a:pt x="5" y="62"/>
                      <a:pt x="6" y="62"/>
                    </a:cubicBezTo>
                    <a:cubicBezTo>
                      <a:pt x="6" y="62"/>
                      <a:pt x="6" y="63"/>
                      <a:pt x="6" y="63"/>
                    </a:cubicBezTo>
                    <a:cubicBezTo>
                      <a:pt x="6" y="63"/>
                      <a:pt x="6" y="63"/>
                      <a:pt x="6" y="63"/>
                    </a:cubicBezTo>
                    <a:close/>
                    <a:moveTo>
                      <a:pt x="10" y="68"/>
                    </a:moveTo>
                    <a:cubicBezTo>
                      <a:pt x="10" y="68"/>
                      <a:pt x="10" y="68"/>
                      <a:pt x="10" y="68"/>
                    </a:cubicBezTo>
                    <a:cubicBezTo>
                      <a:pt x="10" y="71"/>
                      <a:pt x="10" y="72"/>
                      <a:pt x="10" y="75"/>
                    </a:cubicBezTo>
                    <a:cubicBezTo>
                      <a:pt x="9" y="75"/>
                      <a:pt x="10" y="75"/>
                      <a:pt x="10" y="75"/>
                    </a:cubicBezTo>
                    <a:cubicBezTo>
                      <a:pt x="9" y="76"/>
                      <a:pt x="7" y="76"/>
                      <a:pt x="7" y="76"/>
                    </a:cubicBezTo>
                    <a:cubicBezTo>
                      <a:pt x="6" y="71"/>
                      <a:pt x="6" y="66"/>
                      <a:pt x="7" y="62"/>
                    </a:cubicBezTo>
                    <a:cubicBezTo>
                      <a:pt x="7" y="62"/>
                      <a:pt x="8" y="62"/>
                      <a:pt x="8" y="62"/>
                    </a:cubicBezTo>
                    <a:cubicBezTo>
                      <a:pt x="9" y="63"/>
                      <a:pt x="8" y="64"/>
                      <a:pt x="8" y="64"/>
                    </a:cubicBezTo>
                    <a:cubicBezTo>
                      <a:pt x="8" y="64"/>
                      <a:pt x="8" y="64"/>
                      <a:pt x="8" y="64"/>
                    </a:cubicBezTo>
                    <a:cubicBezTo>
                      <a:pt x="8" y="68"/>
                      <a:pt x="8" y="72"/>
                      <a:pt x="7" y="75"/>
                    </a:cubicBezTo>
                    <a:cubicBezTo>
                      <a:pt x="7" y="76"/>
                      <a:pt x="9" y="76"/>
                      <a:pt x="9" y="75"/>
                    </a:cubicBezTo>
                    <a:cubicBezTo>
                      <a:pt x="9" y="75"/>
                      <a:pt x="9" y="74"/>
                      <a:pt x="8" y="74"/>
                    </a:cubicBezTo>
                    <a:cubicBezTo>
                      <a:pt x="8" y="71"/>
                      <a:pt x="9" y="68"/>
                      <a:pt x="9" y="65"/>
                    </a:cubicBezTo>
                    <a:cubicBezTo>
                      <a:pt x="9" y="64"/>
                      <a:pt x="9" y="63"/>
                      <a:pt x="9" y="62"/>
                    </a:cubicBezTo>
                    <a:cubicBezTo>
                      <a:pt x="9" y="62"/>
                      <a:pt x="9" y="62"/>
                      <a:pt x="10" y="62"/>
                    </a:cubicBezTo>
                    <a:cubicBezTo>
                      <a:pt x="10" y="62"/>
                      <a:pt x="10" y="62"/>
                      <a:pt x="10" y="62"/>
                    </a:cubicBezTo>
                    <a:cubicBezTo>
                      <a:pt x="10" y="64"/>
                      <a:pt x="10" y="67"/>
                      <a:pt x="10" y="68"/>
                    </a:cubicBezTo>
                    <a:close/>
                    <a:moveTo>
                      <a:pt x="15" y="63"/>
                    </a:moveTo>
                    <a:cubicBezTo>
                      <a:pt x="15" y="66"/>
                      <a:pt x="15" y="68"/>
                      <a:pt x="15" y="71"/>
                    </a:cubicBezTo>
                    <a:cubicBezTo>
                      <a:pt x="14" y="71"/>
                      <a:pt x="14" y="73"/>
                      <a:pt x="14" y="74"/>
                    </a:cubicBezTo>
                    <a:cubicBezTo>
                      <a:pt x="13" y="75"/>
                      <a:pt x="12" y="75"/>
                      <a:pt x="11" y="75"/>
                    </a:cubicBezTo>
                    <a:cubicBezTo>
                      <a:pt x="11" y="70"/>
                      <a:pt x="11" y="66"/>
                      <a:pt x="11" y="62"/>
                    </a:cubicBezTo>
                    <a:cubicBezTo>
                      <a:pt x="11" y="62"/>
                      <a:pt x="12" y="62"/>
                      <a:pt x="12" y="62"/>
                    </a:cubicBezTo>
                    <a:cubicBezTo>
                      <a:pt x="12" y="62"/>
                      <a:pt x="12" y="62"/>
                      <a:pt x="12" y="62"/>
                    </a:cubicBezTo>
                    <a:cubicBezTo>
                      <a:pt x="13" y="63"/>
                      <a:pt x="12" y="67"/>
                      <a:pt x="13" y="68"/>
                    </a:cubicBezTo>
                    <a:cubicBezTo>
                      <a:pt x="13" y="69"/>
                      <a:pt x="12" y="69"/>
                      <a:pt x="12" y="69"/>
                    </a:cubicBezTo>
                    <a:cubicBezTo>
                      <a:pt x="13" y="70"/>
                      <a:pt x="12" y="72"/>
                      <a:pt x="12" y="74"/>
                    </a:cubicBezTo>
                    <a:cubicBezTo>
                      <a:pt x="12" y="75"/>
                      <a:pt x="13" y="75"/>
                      <a:pt x="13" y="74"/>
                    </a:cubicBezTo>
                    <a:cubicBezTo>
                      <a:pt x="13" y="74"/>
                      <a:pt x="13" y="73"/>
                      <a:pt x="13" y="73"/>
                    </a:cubicBezTo>
                    <a:cubicBezTo>
                      <a:pt x="13" y="69"/>
                      <a:pt x="12" y="66"/>
                      <a:pt x="13" y="62"/>
                    </a:cubicBezTo>
                    <a:cubicBezTo>
                      <a:pt x="14" y="62"/>
                      <a:pt x="14" y="62"/>
                      <a:pt x="14" y="62"/>
                    </a:cubicBezTo>
                    <a:cubicBezTo>
                      <a:pt x="14" y="62"/>
                      <a:pt x="14" y="63"/>
                      <a:pt x="15" y="63"/>
                    </a:cubicBezTo>
                    <a:cubicBezTo>
                      <a:pt x="15" y="63"/>
                      <a:pt x="15" y="63"/>
                      <a:pt x="15" y="63"/>
                    </a:cubicBezTo>
                    <a:close/>
                    <a:moveTo>
                      <a:pt x="17" y="64"/>
                    </a:moveTo>
                    <a:cubicBezTo>
                      <a:pt x="17" y="64"/>
                      <a:pt x="17" y="64"/>
                      <a:pt x="17" y="65"/>
                    </a:cubicBezTo>
                    <a:cubicBezTo>
                      <a:pt x="17" y="68"/>
                      <a:pt x="17" y="70"/>
                      <a:pt x="16" y="74"/>
                    </a:cubicBezTo>
                    <a:cubicBezTo>
                      <a:pt x="16" y="74"/>
                      <a:pt x="16" y="74"/>
                      <a:pt x="15" y="74"/>
                    </a:cubicBezTo>
                    <a:cubicBezTo>
                      <a:pt x="15" y="69"/>
                      <a:pt x="15" y="66"/>
                      <a:pt x="15" y="62"/>
                    </a:cubicBezTo>
                    <a:cubicBezTo>
                      <a:pt x="16" y="62"/>
                      <a:pt x="16" y="62"/>
                      <a:pt x="17" y="62"/>
                    </a:cubicBezTo>
                    <a:cubicBezTo>
                      <a:pt x="18" y="62"/>
                      <a:pt x="17" y="62"/>
                      <a:pt x="17" y="62"/>
                    </a:cubicBezTo>
                    <a:cubicBezTo>
                      <a:pt x="17" y="63"/>
                      <a:pt x="18" y="64"/>
                      <a:pt x="17" y="64"/>
                    </a:cubicBezTo>
                    <a:close/>
                    <a:moveTo>
                      <a:pt x="21" y="73"/>
                    </a:moveTo>
                    <a:cubicBezTo>
                      <a:pt x="20" y="73"/>
                      <a:pt x="20" y="73"/>
                      <a:pt x="20" y="73"/>
                    </a:cubicBezTo>
                    <a:cubicBezTo>
                      <a:pt x="20" y="71"/>
                      <a:pt x="20" y="70"/>
                      <a:pt x="20" y="69"/>
                    </a:cubicBezTo>
                    <a:cubicBezTo>
                      <a:pt x="20" y="68"/>
                      <a:pt x="20" y="69"/>
                      <a:pt x="20" y="69"/>
                    </a:cubicBezTo>
                    <a:cubicBezTo>
                      <a:pt x="19" y="67"/>
                      <a:pt x="20" y="64"/>
                      <a:pt x="20" y="62"/>
                    </a:cubicBezTo>
                    <a:cubicBezTo>
                      <a:pt x="19" y="63"/>
                      <a:pt x="20" y="65"/>
                      <a:pt x="19" y="65"/>
                    </a:cubicBezTo>
                    <a:cubicBezTo>
                      <a:pt x="20" y="66"/>
                      <a:pt x="19" y="66"/>
                      <a:pt x="19" y="67"/>
                    </a:cubicBezTo>
                    <a:cubicBezTo>
                      <a:pt x="19" y="67"/>
                      <a:pt x="19" y="68"/>
                      <a:pt x="19" y="68"/>
                    </a:cubicBezTo>
                    <a:cubicBezTo>
                      <a:pt x="19" y="69"/>
                      <a:pt x="19" y="69"/>
                      <a:pt x="19" y="70"/>
                    </a:cubicBezTo>
                    <a:cubicBezTo>
                      <a:pt x="19" y="70"/>
                      <a:pt x="19" y="70"/>
                      <a:pt x="19" y="70"/>
                    </a:cubicBezTo>
                    <a:cubicBezTo>
                      <a:pt x="19" y="71"/>
                      <a:pt x="19" y="72"/>
                      <a:pt x="19" y="73"/>
                    </a:cubicBezTo>
                    <a:cubicBezTo>
                      <a:pt x="18" y="73"/>
                      <a:pt x="18" y="73"/>
                      <a:pt x="17" y="73"/>
                    </a:cubicBezTo>
                    <a:cubicBezTo>
                      <a:pt x="17" y="70"/>
                      <a:pt x="17" y="66"/>
                      <a:pt x="18" y="62"/>
                    </a:cubicBezTo>
                    <a:cubicBezTo>
                      <a:pt x="18" y="62"/>
                      <a:pt x="17" y="62"/>
                      <a:pt x="17" y="62"/>
                    </a:cubicBezTo>
                    <a:cubicBezTo>
                      <a:pt x="19" y="61"/>
                      <a:pt x="20" y="61"/>
                      <a:pt x="21" y="61"/>
                    </a:cubicBezTo>
                    <a:cubicBezTo>
                      <a:pt x="22" y="64"/>
                      <a:pt x="21" y="66"/>
                      <a:pt x="22" y="69"/>
                    </a:cubicBezTo>
                    <a:cubicBezTo>
                      <a:pt x="21" y="70"/>
                      <a:pt x="21" y="71"/>
                      <a:pt x="21" y="73"/>
                    </a:cubicBezTo>
                    <a:close/>
                    <a:moveTo>
                      <a:pt x="24" y="66"/>
                    </a:moveTo>
                    <a:cubicBezTo>
                      <a:pt x="24" y="67"/>
                      <a:pt x="24" y="68"/>
                      <a:pt x="24" y="68"/>
                    </a:cubicBezTo>
                    <a:cubicBezTo>
                      <a:pt x="24" y="69"/>
                      <a:pt x="24" y="69"/>
                      <a:pt x="24" y="70"/>
                    </a:cubicBezTo>
                    <a:cubicBezTo>
                      <a:pt x="23" y="70"/>
                      <a:pt x="24" y="71"/>
                      <a:pt x="23" y="72"/>
                    </a:cubicBezTo>
                    <a:cubicBezTo>
                      <a:pt x="23" y="72"/>
                      <a:pt x="23" y="72"/>
                      <a:pt x="22" y="72"/>
                    </a:cubicBezTo>
                    <a:cubicBezTo>
                      <a:pt x="22" y="72"/>
                      <a:pt x="22" y="72"/>
                      <a:pt x="22" y="72"/>
                    </a:cubicBezTo>
                    <a:cubicBezTo>
                      <a:pt x="22" y="69"/>
                      <a:pt x="22" y="65"/>
                      <a:pt x="22" y="61"/>
                    </a:cubicBezTo>
                    <a:cubicBezTo>
                      <a:pt x="22" y="61"/>
                      <a:pt x="23" y="61"/>
                      <a:pt x="23" y="61"/>
                    </a:cubicBezTo>
                    <a:cubicBezTo>
                      <a:pt x="23" y="61"/>
                      <a:pt x="24" y="61"/>
                      <a:pt x="24" y="62"/>
                    </a:cubicBezTo>
                    <a:cubicBezTo>
                      <a:pt x="24" y="62"/>
                      <a:pt x="24" y="62"/>
                      <a:pt x="24" y="62"/>
                    </a:cubicBezTo>
                    <a:cubicBezTo>
                      <a:pt x="24" y="63"/>
                      <a:pt x="23" y="65"/>
                      <a:pt x="24" y="66"/>
                    </a:cubicBezTo>
                    <a:close/>
                    <a:moveTo>
                      <a:pt x="26" y="67"/>
                    </a:moveTo>
                    <a:cubicBezTo>
                      <a:pt x="26" y="67"/>
                      <a:pt x="26" y="68"/>
                      <a:pt x="26" y="68"/>
                    </a:cubicBezTo>
                    <a:cubicBezTo>
                      <a:pt x="26" y="68"/>
                      <a:pt x="26" y="69"/>
                      <a:pt x="26" y="69"/>
                    </a:cubicBezTo>
                    <a:cubicBezTo>
                      <a:pt x="26" y="70"/>
                      <a:pt x="26" y="70"/>
                      <a:pt x="26" y="71"/>
                    </a:cubicBezTo>
                    <a:cubicBezTo>
                      <a:pt x="25" y="71"/>
                      <a:pt x="25" y="72"/>
                      <a:pt x="24" y="72"/>
                    </a:cubicBezTo>
                    <a:cubicBezTo>
                      <a:pt x="24" y="67"/>
                      <a:pt x="24" y="65"/>
                      <a:pt x="24" y="60"/>
                    </a:cubicBezTo>
                    <a:cubicBezTo>
                      <a:pt x="27" y="59"/>
                      <a:pt x="26" y="63"/>
                      <a:pt x="26" y="65"/>
                    </a:cubicBezTo>
                    <a:cubicBezTo>
                      <a:pt x="26" y="65"/>
                      <a:pt x="27" y="66"/>
                      <a:pt x="26" y="67"/>
                    </a:cubicBezTo>
                    <a:close/>
                    <a:moveTo>
                      <a:pt x="33" y="69"/>
                    </a:moveTo>
                    <a:cubicBezTo>
                      <a:pt x="33" y="69"/>
                      <a:pt x="32" y="69"/>
                      <a:pt x="32" y="69"/>
                    </a:cubicBezTo>
                    <a:cubicBezTo>
                      <a:pt x="31" y="66"/>
                      <a:pt x="32" y="63"/>
                      <a:pt x="32" y="60"/>
                    </a:cubicBezTo>
                    <a:cubicBezTo>
                      <a:pt x="31" y="60"/>
                      <a:pt x="31" y="60"/>
                      <a:pt x="31" y="60"/>
                    </a:cubicBezTo>
                    <a:cubicBezTo>
                      <a:pt x="31" y="61"/>
                      <a:pt x="31" y="63"/>
                      <a:pt x="31" y="64"/>
                    </a:cubicBezTo>
                    <a:cubicBezTo>
                      <a:pt x="31" y="64"/>
                      <a:pt x="31" y="64"/>
                      <a:pt x="31" y="64"/>
                    </a:cubicBezTo>
                    <a:cubicBezTo>
                      <a:pt x="31" y="66"/>
                      <a:pt x="30" y="67"/>
                      <a:pt x="31" y="69"/>
                    </a:cubicBezTo>
                    <a:cubicBezTo>
                      <a:pt x="29" y="70"/>
                      <a:pt x="28" y="70"/>
                      <a:pt x="27" y="71"/>
                    </a:cubicBezTo>
                    <a:cubicBezTo>
                      <a:pt x="27" y="67"/>
                      <a:pt x="27" y="63"/>
                      <a:pt x="27" y="60"/>
                    </a:cubicBezTo>
                    <a:cubicBezTo>
                      <a:pt x="29" y="59"/>
                      <a:pt x="31" y="59"/>
                      <a:pt x="33" y="59"/>
                    </a:cubicBezTo>
                    <a:cubicBezTo>
                      <a:pt x="33" y="59"/>
                      <a:pt x="33" y="59"/>
                      <a:pt x="33" y="59"/>
                    </a:cubicBezTo>
                    <a:cubicBezTo>
                      <a:pt x="33" y="62"/>
                      <a:pt x="32" y="65"/>
                      <a:pt x="33" y="69"/>
                    </a:cubicBezTo>
                    <a:close/>
                    <a:moveTo>
                      <a:pt x="35" y="67"/>
                    </a:moveTo>
                    <a:cubicBezTo>
                      <a:pt x="35" y="68"/>
                      <a:pt x="34" y="68"/>
                      <a:pt x="34" y="68"/>
                    </a:cubicBezTo>
                    <a:cubicBezTo>
                      <a:pt x="33" y="65"/>
                      <a:pt x="34" y="61"/>
                      <a:pt x="33" y="59"/>
                    </a:cubicBezTo>
                    <a:cubicBezTo>
                      <a:pt x="34" y="58"/>
                      <a:pt x="35" y="58"/>
                      <a:pt x="35" y="58"/>
                    </a:cubicBezTo>
                    <a:cubicBezTo>
                      <a:pt x="36" y="61"/>
                      <a:pt x="36" y="64"/>
                      <a:pt x="35" y="67"/>
                    </a:cubicBezTo>
                    <a:close/>
                    <a:moveTo>
                      <a:pt x="38" y="66"/>
                    </a:moveTo>
                    <a:cubicBezTo>
                      <a:pt x="37" y="66"/>
                      <a:pt x="37" y="67"/>
                      <a:pt x="36" y="67"/>
                    </a:cubicBezTo>
                    <a:cubicBezTo>
                      <a:pt x="36" y="64"/>
                      <a:pt x="36" y="60"/>
                      <a:pt x="36" y="58"/>
                    </a:cubicBezTo>
                    <a:cubicBezTo>
                      <a:pt x="37" y="58"/>
                      <a:pt x="37" y="58"/>
                      <a:pt x="38" y="58"/>
                    </a:cubicBezTo>
                    <a:cubicBezTo>
                      <a:pt x="37" y="58"/>
                      <a:pt x="38" y="59"/>
                      <a:pt x="38" y="61"/>
                    </a:cubicBezTo>
                    <a:cubicBezTo>
                      <a:pt x="38" y="62"/>
                      <a:pt x="38" y="64"/>
                      <a:pt x="38" y="66"/>
                    </a:cubicBezTo>
                    <a:close/>
                    <a:moveTo>
                      <a:pt x="40" y="65"/>
                    </a:moveTo>
                    <a:cubicBezTo>
                      <a:pt x="40" y="65"/>
                      <a:pt x="40" y="66"/>
                      <a:pt x="39" y="66"/>
                    </a:cubicBezTo>
                    <a:cubicBezTo>
                      <a:pt x="38" y="63"/>
                      <a:pt x="39" y="60"/>
                      <a:pt x="38" y="57"/>
                    </a:cubicBezTo>
                    <a:cubicBezTo>
                      <a:pt x="39" y="57"/>
                      <a:pt x="40" y="57"/>
                      <a:pt x="40" y="57"/>
                    </a:cubicBezTo>
                    <a:cubicBezTo>
                      <a:pt x="40" y="57"/>
                      <a:pt x="40" y="58"/>
                      <a:pt x="41" y="58"/>
                    </a:cubicBezTo>
                    <a:cubicBezTo>
                      <a:pt x="40" y="59"/>
                      <a:pt x="41" y="62"/>
                      <a:pt x="40" y="63"/>
                    </a:cubicBezTo>
                    <a:cubicBezTo>
                      <a:pt x="40" y="64"/>
                      <a:pt x="40" y="64"/>
                      <a:pt x="40" y="65"/>
                    </a:cubicBezTo>
                    <a:close/>
                    <a:moveTo>
                      <a:pt x="41" y="65"/>
                    </a:moveTo>
                    <a:cubicBezTo>
                      <a:pt x="41" y="62"/>
                      <a:pt x="41" y="58"/>
                      <a:pt x="41" y="56"/>
                    </a:cubicBezTo>
                    <a:cubicBezTo>
                      <a:pt x="42" y="56"/>
                      <a:pt x="42" y="56"/>
                      <a:pt x="43" y="56"/>
                    </a:cubicBezTo>
                    <a:cubicBezTo>
                      <a:pt x="43" y="58"/>
                      <a:pt x="43" y="61"/>
                      <a:pt x="43" y="63"/>
                    </a:cubicBezTo>
                    <a:cubicBezTo>
                      <a:pt x="42" y="63"/>
                      <a:pt x="42" y="64"/>
                      <a:pt x="42" y="64"/>
                    </a:cubicBezTo>
                    <a:cubicBezTo>
                      <a:pt x="42" y="64"/>
                      <a:pt x="42" y="65"/>
                      <a:pt x="41" y="65"/>
                    </a:cubicBezTo>
                    <a:close/>
                    <a:moveTo>
                      <a:pt x="45" y="63"/>
                    </a:moveTo>
                    <a:cubicBezTo>
                      <a:pt x="44" y="64"/>
                      <a:pt x="43" y="64"/>
                      <a:pt x="43" y="64"/>
                    </a:cubicBezTo>
                    <a:cubicBezTo>
                      <a:pt x="43" y="64"/>
                      <a:pt x="43" y="64"/>
                      <a:pt x="43" y="63"/>
                    </a:cubicBezTo>
                    <a:cubicBezTo>
                      <a:pt x="43" y="60"/>
                      <a:pt x="43" y="58"/>
                      <a:pt x="44" y="56"/>
                    </a:cubicBezTo>
                    <a:cubicBezTo>
                      <a:pt x="44" y="55"/>
                      <a:pt x="44" y="55"/>
                      <a:pt x="45" y="55"/>
                    </a:cubicBezTo>
                    <a:cubicBezTo>
                      <a:pt x="45" y="56"/>
                      <a:pt x="45" y="56"/>
                      <a:pt x="45" y="57"/>
                    </a:cubicBezTo>
                    <a:cubicBezTo>
                      <a:pt x="45" y="58"/>
                      <a:pt x="44" y="62"/>
                      <a:pt x="45" y="63"/>
                    </a:cubicBezTo>
                    <a:close/>
                    <a:moveTo>
                      <a:pt x="47" y="55"/>
                    </a:moveTo>
                    <a:cubicBezTo>
                      <a:pt x="47" y="57"/>
                      <a:pt x="46" y="60"/>
                      <a:pt x="46" y="62"/>
                    </a:cubicBezTo>
                    <a:cubicBezTo>
                      <a:pt x="46" y="63"/>
                      <a:pt x="46" y="63"/>
                      <a:pt x="45" y="63"/>
                    </a:cubicBezTo>
                    <a:cubicBezTo>
                      <a:pt x="45" y="60"/>
                      <a:pt x="46" y="57"/>
                      <a:pt x="45" y="55"/>
                    </a:cubicBezTo>
                    <a:cubicBezTo>
                      <a:pt x="46" y="55"/>
                      <a:pt x="47" y="55"/>
                      <a:pt x="47" y="54"/>
                    </a:cubicBezTo>
                    <a:cubicBezTo>
                      <a:pt x="47" y="54"/>
                      <a:pt x="47" y="55"/>
                      <a:pt x="47" y="55"/>
                    </a:cubicBezTo>
                    <a:close/>
                    <a:moveTo>
                      <a:pt x="47" y="62"/>
                    </a:moveTo>
                    <a:cubicBezTo>
                      <a:pt x="47" y="59"/>
                      <a:pt x="48" y="56"/>
                      <a:pt x="47" y="54"/>
                    </a:cubicBezTo>
                    <a:cubicBezTo>
                      <a:pt x="48" y="54"/>
                      <a:pt x="49" y="54"/>
                      <a:pt x="49" y="53"/>
                    </a:cubicBezTo>
                    <a:cubicBezTo>
                      <a:pt x="50" y="56"/>
                      <a:pt x="49" y="58"/>
                      <a:pt x="50" y="61"/>
                    </a:cubicBezTo>
                    <a:cubicBezTo>
                      <a:pt x="49" y="61"/>
                      <a:pt x="48" y="62"/>
                      <a:pt x="47" y="62"/>
                    </a:cubicBezTo>
                    <a:close/>
                    <a:moveTo>
                      <a:pt x="53" y="59"/>
                    </a:moveTo>
                    <a:cubicBezTo>
                      <a:pt x="52" y="60"/>
                      <a:pt x="52" y="60"/>
                      <a:pt x="50" y="60"/>
                    </a:cubicBezTo>
                    <a:cubicBezTo>
                      <a:pt x="50" y="57"/>
                      <a:pt x="50" y="56"/>
                      <a:pt x="50" y="53"/>
                    </a:cubicBezTo>
                    <a:cubicBezTo>
                      <a:pt x="51" y="53"/>
                      <a:pt x="52" y="52"/>
                      <a:pt x="53" y="52"/>
                    </a:cubicBezTo>
                    <a:cubicBezTo>
                      <a:pt x="54" y="54"/>
                      <a:pt x="53" y="56"/>
                      <a:pt x="53" y="59"/>
                    </a:cubicBezTo>
                    <a:close/>
                    <a:moveTo>
                      <a:pt x="57" y="57"/>
                    </a:moveTo>
                    <a:cubicBezTo>
                      <a:pt x="56" y="58"/>
                      <a:pt x="55" y="58"/>
                      <a:pt x="54" y="59"/>
                    </a:cubicBezTo>
                    <a:cubicBezTo>
                      <a:pt x="54" y="56"/>
                      <a:pt x="54" y="54"/>
                      <a:pt x="54" y="51"/>
                    </a:cubicBezTo>
                    <a:cubicBezTo>
                      <a:pt x="55" y="51"/>
                      <a:pt x="55" y="51"/>
                      <a:pt x="55" y="51"/>
                    </a:cubicBezTo>
                    <a:cubicBezTo>
                      <a:pt x="55" y="53"/>
                      <a:pt x="55" y="55"/>
                      <a:pt x="55" y="57"/>
                    </a:cubicBezTo>
                    <a:cubicBezTo>
                      <a:pt x="55" y="57"/>
                      <a:pt x="55" y="57"/>
                      <a:pt x="55" y="57"/>
                    </a:cubicBezTo>
                    <a:cubicBezTo>
                      <a:pt x="56" y="58"/>
                      <a:pt x="56" y="57"/>
                      <a:pt x="56" y="57"/>
                    </a:cubicBezTo>
                    <a:cubicBezTo>
                      <a:pt x="56" y="55"/>
                      <a:pt x="56" y="53"/>
                      <a:pt x="56" y="51"/>
                    </a:cubicBezTo>
                    <a:cubicBezTo>
                      <a:pt x="56" y="50"/>
                      <a:pt x="57" y="50"/>
                      <a:pt x="57" y="50"/>
                    </a:cubicBezTo>
                    <a:cubicBezTo>
                      <a:pt x="57" y="50"/>
                      <a:pt x="57" y="51"/>
                      <a:pt x="57" y="51"/>
                    </a:cubicBezTo>
                    <a:cubicBezTo>
                      <a:pt x="57" y="53"/>
                      <a:pt x="57" y="55"/>
                      <a:pt x="57" y="57"/>
                    </a:cubicBezTo>
                    <a:close/>
                    <a:moveTo>
                      <a:pt x="59" y="56"/>
                    </a:moveTo>
                    <a:cubicBezTo>
                      <a:pt x="59" y="56"/>
                      <a:pt x="59" y="56"/>
                      <a:pt x="58" y="56"/>
                    </a:cubicBezTo>
                    <a:cubicBezTo>
                      <a:pt x="58" y="54"/>
                      <a:pt x="58" y="52"/>
                      <a:pt x="58" y="50"/>
                    </a:cubicBezTo>
                    <a:cubicBezTo>
                      <a:pt x="58" y="49"/>
                      <a:pt x="59" y="49"/>
                      <a:pt x="59" y="49"/>
                    </a:cubicBezTo>
                    <a:cubicBezTo>
                      <a:pt x="60" y="49"/>
                      <a:pt x="59" y="50"/>
                      <a:pt x="60" y="50"/>
                    </a:cubicBezTo>
                    <a:cubicBezTo>
                      <a:pt x="59" y="50"/>
                      <a:pt x="59" y="50"/>
                      <a:pt x="59" y="51"/>
                    </a:cubicBezTo>
                    <a:cubicBezTo>
                      <a:pt x="59" y="52"/>
                      <a:pt x="60" y="54"/>
                      <a:pt x="59" y="56"/>
                    </a:cubicBezTo>
                    <a:close/>
                    <a:moveTo>
                      <a:pt x="61" y="55"/>
                    </a:moveTo>
                    <a:cubicBezTo>
                      <a:pt x="61" y="55"/>
                      <a:pt x="61" y="56"/>
                      <a:pt x="60" y="56"/>
                    </a:cubicBezTo>
                    <a:cubicBezTo>
                      <a:pt x="61" y="53"/>
                      <a:pt x="60" y="51"/>
                      <a:pt x="60" y="49"/>
                    </a:cubicBezTo>
                    <a:cubicBezTo>
                      <a:pt x="60" y="48"/>
                      <a:pt x="61" y="48"/>
                      <a:pt x="62" y="48"/>
                    </a:cubicBezTo>
                    <a:cubicBezTo>
                      <a:pt x="62" y="50"/>
                      <a:pt x="61" y="53"/>
                      <a:pt x="61" y="55"/>
                    </a:cubicBezTo>
                    <a:close/>
                    <a:moveTo>
                      <a:pt x="62" y="54"/>
                    </a:moveTo>
                    <a:cubicBezTo>
                      <a:pt x="62" y="52"/>
                      <a:pt x="63" y="49"/>
                      <a:pt x="62" y="48"/>
                    </a:cubicBezTo>
                    <a:cubicBezTo>
                      <a:pt x="62" y="47"/>
                      <a:pt x="63" y="47"/>
                      <a:pt x="63" y="47"/>
                    </a:cubicBezTo>
                    <a:cubicBezTo>
                      <a:pt x="64" y="47"/>
                      <a:pt x="63" y="49"/>
                      <a:pt x="63" y="49"/>
                    </a:cubicBezTo>
                    <a:cubicBezTo>
                      <a:pt x="63" y="51"/>
                      <a:pt x="64" y="52"/>
                      <a:pt x="63" y="53"/>
                    </a:cubicBezTo>
                    <a:cubicBezTo>
                      <a:pt x="63" y="53"/>
                      <a:pt x="63" y="54"/>
                      <a:pt x="63" y="53"/>
                    </a:cubicBezTo>
                    <a:cubicBezTo>
                      <a:pt x="63" y="54"/>
                      <a:pt x="63" y="54"/>
                      <a:pt x="62" y="54"/>
                    </a:cubicBezTo>
                    <a:close/>
                    <a:moveTo>
                      <a:pt x="65" y="52"/>
                    </a:moveTo>
                    <a:cubicBezTo>
                      <a:pt x="65" y="52"/>
                      <a:pt x="65" y="53"/>
                      <a:pt x="64" y="53"/>
                    </a:cubicBezTo>
                    <a:cubicBezTo>
                      <a:pt x="64" y="51"/>
                      <a:pt x="64" y="48"/>
                      <a:pt x="64" y="46"/>
                    </a:cubicBezTo>
                    <a:cubicBezTo>
                      <a:pt x="65" y="46"/>
                      <a:pt x="65" y="46"/>
                      <a:pt x="66" y="46"/>
                    </a:cubicBezTo>
                    <a:cubicBezTo>
                      <a:pt x="66" y="48"/>
                      <a:pt x="66" y="51"/>
                      <a:pt x="65" y="52"/>
                    </a:cubicBezTo>
                    <a:close/>
                    <a:moveTo>
                      <a:pt x="73" y="47"/>
                    </a:moveTo>
                    <a:cubicBezTo>
                      <a:pt x="72" y="48"/>
                      <a:pt x="70" y="49"/>
                      <a:pt x="69" y="50"/>
                    </a:cubicBezTo>
                    <a:cubicBezTo>
                      <a:pt x="68" y="50"/>
                      <a:pt x="68" y="52"/>
                      <a:pt x="66" y="52"/>
                    </a:cubicBezTo>
                    <a:cubicBezTo>
                      <a:pt x="66" y="49"/>
                      <a:pt x="66" y="48"/>
                      <a:pt x="66" y="45"/>
                    </a:cubicBezTo>
                    <a:cubicBezTo>
                      <a:pt x="67" y="45"/>
                      <a:pt x="67" y="44"/>
                      <a:pt x="68" y="44"/>
                    </a:cubicBezTo>
                    <a:cubicBezTo>
                      <a:pt x="68" y="47"/>
                      <a:pt x="68" y="48"/>
                      <a:pt x="68" y="50"/>
                    </a:cubicBezTo>
                    <a:cubicBezTo>
                      <a:pt x="68" y="50"/>
                      <a:pt x="68" y="50"/>
                      <a:pt x="68" y="50"/>
                    </a:cubicBezTo>
                    <a:cubicBezTo>
                      <a:pt x="69" y="48"/>
                      <a:pt x="68" y="45"/>
                      <a:pt x="69" y="44"/>
                    </a:cubicBezTo>
                    <a:cubicBezTo>
                      <a:pt x="69" y="44"/>
                      <a:pt x="70" y="43"/>
                      <a:pt x="70" y="43"/>
                    </a:cubicBezTo>
                    <a:cubicBezTo>
                      <a:pt x="71" y="44"/>
                      <a:pt x="69" y="47"/>
                      <a:pt x="71" y="48"/>
                    </a:cubicBezTo>
                    <a:cubicBezTo>
                      <a:pt x="71" y="48"/>
                      <a:pt x="71" y="48"/>
                      <a:pt x="71" y="47"/>
                    </a:cubicBezTo>
                    <a:cubicBezTo>
                      <a:pt x="71" y="46"/>
                      <a:pt x="71" y="44"/>
                      <a:pt x="71" y="42"/>
                    </a:cubicBezTo>
                    <a:cubicBezTo>
                      <a:pt x="71" y="42"/>
                      <a:pt x="72" y="41"/>
                      <a:pt x="72" y="42"/>
                    </a:cubicBezTo>
                    <a:cubicBezTo>
                      <a:pt x="72" y="43"/>
                      <a:pt x="73" y="45"/>
                      <a:pt x="72" y="47"/>
                    </a:cubicBezTo>
                    <a:cubicBezTo>
                      <a:pt x="72" y="47"/>
                      <a:pt x="72" y="47"/>
                      <a:pt x="72" y="47"/>
                    </a:cubicBezTo>
                    <a:cubicBezTo>
                      <a:pt x="73" y="46"/>
                      <a:pt x="73" y="45"/>
                      <a:pt x="73" y="44"/>
                    </a:cubicBezTo>
                    <a:cubicBezTo>
                      <a:pt x="73" y="43"/>
                      <a:pt x="73" y="42"/>
                      <a:pt x="73" y="41"/>
                    </a:cubicBezTo>
                    <a:cubicBezTo>
                      <a:pt x="73" y="41"/>
                      <a:pt x="74" y="40"/>
                      <a:pt x="74" y="40"/>
                    </a:cubicBezTo>
                    <a:cubicBezTo>
                      <a:pt x="74" y="43"/>
                      <a:pt x="74" y="43"/>
                      <a:pt x="74" y="45"/>
                    </a:cubicBezTo>
                    <a:cubicBezTo>
                      <a:pt x="74" y="46"/>
                      <a:pt x="74" y="46"/>
                      <a:pt x="74" y="46"/>
                    </a:cubicBezTo>
                    <a:cubicBezTo>
                      <a:pt x="74" y="46"/>
                      <a:pt x="73" y="47"/>
                      <a:pt x="73" y="47"/>
                    </a:cubicBezTo>
                    <a:close/>
                    <a:moveTo>
                      <a:pt x="76" y="44"/>
                    </a:moveTo>
                    <a:cubicBezTo>
                      <a:pt x="76" y="44"/>
                      <a:pt x="76" y="45"/>
                      <a:pt x="75" y="45"/>
                    </a:cubicBezTo>
                    <a:cubicBezTo>
                      <a:pt x="75" y="43"/>
                      <a:pt x="75" y="42"/>
                      <a:pt x="75" y="39"/>
                    </a:cubicBezTo>
                    <a:cubicBezTo>
                      <a:pt x="75" y="39"/>
                      <a:pt x="76" y="38"/>
                      <a:pt x="76" y="39"/>
                    </a:cubicBezTo>
                    <a:cubicBezTo>
                      <a:pt x="76" y="41"/>
                      <a:pt x="76" y="42"/>
                      <a:pt x="76" y="44"/>
                    </a:cubicBezTo>
                    <a:close/>
                    <a:moveTo>
                      <a:pt x="77" y="43"/>
                    </a:moveTo>
                    <a:cubicBezTo>
                      <a:pt x="77" y="41"/>
                      <a:pt x="77" y="39"/>
                      <a:pt x="77" y="38"/>
                    </a:cubicBezTo>
                    <a:cubicBezTo>
                      <a:pt x="78" y="38"/>
                      <a:pt x="78" y="37"/>
                      <a:pt x="79" y="37"/>
                    </a:cubicBezTo>
                    <a:cubicBezTo>
                      <a:pt x="78" y="39"/>
                      <a:pt x="79" y="42"/>
                      <a:pt x="77" y="43"/>
                    </a:cubicBezTo>
                    <a:close/>
                    <a:moveTo>
                      <a:pt x="79" y="42"/>
                    </a:moveTo>
                    <a:cubicBezTo>
                      <a:pt x="79" y="40"/>
                      <a:pt x="79" y="38"/>
                      <a:pt x="79" y="36"/>
                    </a:cubicBezTo>
                    <a:cubicBezTo>
                      <a:pt x="80" y="36"/>
                      <a:pt x="80" y="35"/>
                      <a:pt x="81" y="35"/>
                    </a:cubicBezTo>
                    <a:cubicBezTo>
                      <a:pt x="81" y="37"/>
                      <a:pt x="81" y="40"/>
                      <a:pt x="79" y="42"/>
                    </a:cubicBezTo>
                    <a:close/>
                    <a:moveTo>
                      <a:pt x="82" y="40"/>
                    </a:moveTo>
                    <a:cubicBezTo>
                      <a:pt x="82" y="38"/>
                      <a:pt x="81" y="36"/>
                      <a:pt x="82" y="34"/>
                    </a:cubicBezTo>
                    <a:cubicBezTo>
                      <a:pt x="82" y="34"/>
                      <a:pt x="83" y="34"/>
                      <a:pt x="83" y="33"/>
                    </a:cubicBezTo>
                    <a:cubicBezTo>
                      <a:pt x="83" y="33"/>
                      <a:pt x="83" y="33"/>
                      <a:pt x="83" y="33"/>
                    </a:cubicBezTo>
                    <a:cubicBezTo>
                      <a:pt x="83" y="36"/>
                      <a:pt x="84" y="39"/>
                      <a:pt x="82" y="40"/>
                    </a:cubicBezTo>
                    <a:close/>
                    <a:moveTo>
                      <a:pt x="84" y="38"/>
                    </a:moveTo>
                    <a:cubicBezTo>
                      <a:pt x="84" y="35"/>
                      <a:pt x="84" y="34"/>
                      <a:pt x="84" y="32"/>
                    </a:cubicBezTo>
                    <a:cubicBezTo>
                      <a:pt x="84" y="32"/>
                      <a:pt x="85" y="31"/>
                      <a:pt x="86" y="31"/>
                    </a:cubicBezTo>
                    <a:cubicBezTo>
                      <a:pt x="86" y="32"/>
                      <a:pt x="85" y="34"/>
                      <a:pt x="85" y="35"/>
                    </a:cubicBezTo>
                    <a:cubicBezTo>
                      <a:pt x="85" y="36"/>
                      <a:pt x="85" y="36"/>
                      <a:pt x="86" y="36"/>
                    </a:cubicBezTo>
                    <a:cubicBezTo>
                      <a:pt x="85" y="36"/>
                      <a:pt x="85" y="37"/>
                      <a:pt x="84" y="38"/>
                    </a:cubicBezTo>
                    <a:close/>
                    <a:moveTo>
                      <a:pt x="87" y="34"/>
                    </a:moveTo>
                    <a:cubicBezTo>
                      <a:pt x="87" y="35"/>
                      <a:pt x="87" y="35"/>
                      <a:pt x="86" y="35"/>
                    </a:cubicBezTo>
                    <a:cubicBezTo>
                      <a:pt x="86" y="33"/>
                      <a:pt x="86" y="30"/>
                      <a:pt x="88" y="29"/>
                    </a:cubicBezTo>
                    <a:cubicBezTo>
                      <a:pt x="88" y="29"/>
                      <a:pt x="88" y="29"/>
                      <a:pt x="88" y="29"/>
                    </a:cubicBezTo>
                    <a:cubicBezTo>
                      <a:pt x="88" y="31"/>
                      <a:pt x="87" y="33"/>
                      <a:pt x="87" y="34"/>
                    </a:cubicBezTo>
                    <a:close/>
                    <a:moveTo>
                      <a:pt x="89" y="32"/>
                    </a:moveTo>
                    <a:cubicBezTo>
                      <a:pt x="89" y="32"/>
                      <a:pt x="89" y="33"/>
                      <a:pt x="88" y="33"/>
                    </a:cubicBezTo>
                    <a:cubicBezTo>
                      <a:pt x="89" y="31"/>
                      <a:pt x="88" y="29"/>
                      <a:pt x="89" y="28"/>
                    </a:cubicBezTo>
                    <a:cubicBezTo>
                      <a:pt x="90" y="29"/>
                      <a:pt x="89" y="31"/>
                      <a:pt x="89" y="32"/>
                    </a:cubicBezTo>
                    <a:close/>
                    <a:moveTo>
                      <a:pt x="94" y="19"/>
                    </a:moveTo>
                    <a:cubicBezTo>
                      <a:pt x="93" y="19"/>
                      <a:pt x="93" y="18"/>
                      <a:pt x="92" y="18"/>
                    </a:cubicBezTo>
                    <a:cubicBezTo>
                      <a:pt x="92" y="18"/>
                      <a:pt x="92" y="17"/>
                      <a:pt x="93" y="16"/>
                    </a:cubicBezTo>
                    <a:cubicBezTo>
                      <a:pt x="93" y="16"/>
                      <a:pt x="93" y="17"/>
                      <a:pt x="93" y="18"/>
                    </a:cubicBezTo>
                    <a:cubicBezTo>
                      <a:pt x="93" y="18"/>
                      <a:pt x="93" y="18"/>
                      <a:pt x="93" y="18"/>
                    </a:cubicBezTo>
                    <a:cubicBezTo>
                      <a:pt x="95" y="18"/>
                      <a:pt x="93" y="15"/>
                      <a:pt x="94" y="15"/>
                    </a:cubicBezTo>
                    <a:cubicBezTo>
                      <a:pt x="94" y="16"/>
                      <a:pt x="95" y="18"/>
                      <a:pt x="94" y="19"/>
                    </a:cubicBezTo>
                    <a:close/>
                    <a:moveTo>
                      <a:pt x="90" y="31"/>
                    </a:moveTo>
                    <a:cubicBezTo>
                      <a:pt x="90" y="29"/>
                      <a:pt x="89" y="27"/>
                      <a:pt x="91" y="25"/>
                    </a:cubicBezTo>
                    <a:cubicBezTo>
                      <a:pt x="92" y="26"/>
                      <a:pt x="91" y="27"/>
                      <a:pt x="91" y="27"/>
                    </a:cubicBezTo>
                    <a:cubicBezTo>
                      <a:pt x="91" y="28"/>
                      <a:pt x="91" y="30"/>
                      <a:pt x="90" y="31"/>
                    </a:cubicBezTo>
                    <a:close/>
                    <a:moveTo>
                      <a:pt x="92" y="29"/>
                    </a:moveTo>
                    <a:cubicBezTo>
                      <a:pt x="92" y="27"/>
                      <a:pt x="91" y="25"/>
                      <a:pt x="93" y="24"/>
                    </a:cubicBezTo>
                    <a:cubicBezTo>
                      <a:pt x="93" y="25"/>
                      <a:pt x="93" y="28"/>
                      <a:pt x="92" y="29"/>
                    </a:cubicBezTo>
                    <a:close/>
                    <a:moveTo>
                      <a:pt x="93" y="27"/>
                    </a:moveTo>
                    <a:cubicBezTo>
                      <a:pt x="93" y="25"/>
                      <a:pt x="93" y="22"/>
                      <a:pt x="95" y="22"/>
                    </a:cubicBezTo>
                    <a:cubicBezTo>
                      <a:pt x="94" y="24"/>
                      <a:pt x="95" y="26"/>
                      <a:pt x="93" y="27"/>
                    </a:cubicBezTo>
                    <a:close/>
                    <a:moveTo>
                      <a:pt x="96" y="24"/>
                    </a:moveTo>
                    <a:cubicBezTo>
                      <a:pt x="96" y="24"/>
                      <a:pt x="95" y="25"/>
                      <a:pt x="95" y="25"/>
                    </a:cubicBezTo>
                    <a:cubicBezTo>
                      <a:pt x="95" y="23"/>
                      <a:pt x="95" y="21"/>
                      <a:pt x="96" y="20"/>
                    </a:cubicBezTo>
                    <a:cubicBezTo>
                      <a:pt x="97" y="21"/>
                      <a:pt x="95" y="23"/>
                      <a:pt x="96" y="24"/>
                    </a:cubicBezTo>
                    <a:close/>
                    <a:moveTo>
                      <a:pt x="95" y="19"/>
                    </a:moveTo>
                    <a:cubicBezTo>
                      <a:pt x="95" y="17"/>
                      <a:pt x="95" y="16"/>
                      <a:pt x="95" y="14"/>
                    </a:cubicBezTo>
                    <a:cubicBezTo>
                      <a:pt x="96" y="16"/>
                      <a:pt x="96" y="17"/>
                      <a:pt x="96" y="19"/>
                    </a:cubicBezTo>
                    <a:cubicBezTo>
                      <a:pt x="96" y="19"/>
                      <a:pt x="95" y="19"/>
                      <a:pt x="95" y="19"/>
                    </a:cubicBezTo>
                    <a:close/>
                    <a:moveTo>
                      <a:pt x="98" y="21"/>
                    </a:moveTo>
                    <a:cubicBezTo>
                      <a:pt x="97" y="21"/>
                      <a:pt x="98" y="23"/>
                      <a:pt x="97" y="23"/>
                    </a:cubicBezTo>
                    <a:cubicBezTo>
                      <a:pt x="96" y="20"/>
                      <a:pt x="96" y="17"/>
                      <a:pt x="96" y="14"/>
                    </a:cubicBezTo>
                    <a:cubicBezTo>
                      <a:pt x="97" y="14"/>
                      <a:pt x="97" y="14"/>
                      <a:pt x="97" y="13"/>
                    </a:cubicBezTo>
                    <a:cubicBezTo>
                      <a:pt x="98" y="14"/>
                      <a:pt x="97" y="15"/>
                      <a:pt x="98" y="16"/>
                    </a:cubicBezTo>
                    <a:cubicBezTo>
                      <a:pt x="98" y="16"/>
                      <a:pt x="98" y="16"/>
                      <a:pt x="98" y="16"/>
                    </a:cubicBezTo>
                    <a:cubicBezTo>
                      <a:pt x="98" y="17"/>
                      <a:pt x="98" y="17"/>
                      <a:pt x="98" y="17"/>
                    </a:cubicBezTo>
                    <a:cubicBezTo>
                      <a:pt x="98" y="18"/>
                      <a:pt x="98" y="19"/>
                      <a:pt x="98" y="21"/>
                    </a:cubicBezTo>
                    <a:close/>
                    <a:moveTo>
                      <a:pt x="98" y="23"/>
                    </a:moveTo>
                    <a:cubicBezTo>
                      <a:pt x="98" y="23"/>
                      <a:pt x="98" y="23"/>
                      <a:pt x="98" y="23"/>
                    </a:cubicBezTo>
                    <a:cubicBezTo>
                      <a:pt x="99" y="23"/>
                      <a:pt x="98" y="23"/>
                      <a:pt x="98" y="23"/>
                    </a:cubicBezTo>
                    <a:close/>
                    <a:moveTo>
                      <a:pt x="98" y="22"/>
                    </a:moveTo>
                    <a:cubicBezTo>
                      <a:pt x="98" y="19"/>
                      <a:pt x="99" y="16"/>
                      <a:pt x="98" y="13"/>
                    </a:cubicBezTo>
                    <a:cubicBezTo>
                      <a:pt x="98" y="13"/>
                      <a:pt x="98" y="14"/>
                      <a:pt x="98" y="13"/>
                    </a:cubicBezTo>
                    <a:cubicBezTo>
                      <a:pt x="98" y="13"/>
                      <a:pt x="99" y="13"/>
                      <a:pt x="99" y="12"/>
                    </a:cubicBezTo>
                    <a:cubicBezTo>
                      <a:pt x="100" y="15"/>
                      <a:pt x="99" y="20"/>
                      <a:pt x="100" y="24"/>
                    </a:cubicBezTo>
                    <a:cubicBezTo>
                      <a:pt x="99" y="23"/>
                      <a:pt x="100" y="22"/>
                      <a:pt x="98" y="22"/>
                    </a:cubicBezTo>
                    <a:close/>
                    <a:moveTo>
                      <a:pt x="101" y="27"/>
                    </a:moveTo>
                    <a:cubicBezTo>
                      <a:pt x="100" y="22"/>
                      <a:pt x="100" y="18"/>
                      <a:pt x="100" y="12"/>
                    </a:cubicBezTo>
                    <a:cubicBezTo>
                      <a:pt x="100" y="12"/>
                      <a:pt x="100" y="11"/>
                      <a:pt x="100" y="11"/>
                    </a:cubicBezTo>
                    <a:cubicBezTo>
                      <a:pt x="101" y="12"/>
                      <a:pt x="100" y="14"/>
                      <a:pt x="101" y="14"/>
                    </a:cubicBezTo>
                    <a:cubicBezTo>
                      <a:pt x="101" y="16"/>
                      <a:pt x="102" y="17"/>
                      <a:pt x="101" y="18"/>
                    </a:cubicBezTo>
                    <a:cubicBezTo>
                      <a:pt x="101" y="19"/>
                      <a:pt x="101" y="19"/>
                      <a:pt x="101" y="19"/>
                    </a:cubicBezTo>
                    <a:cubicBezTo>
                      <a:pt x="101" y="19"/>
                      <a:pt x="101" y="19"/>
                      <a:pt x="101" y="19"/>
                    </a:cubicBezTo>
                    <a:cubicBezTo>
                      <a:pt x="102" y="21"/>
                      <a:pt x="101" y="23"/>
                      <a:pt x="101" y="25"/>
                    </a:cubicBezTo>
                    <a:cubicBezTo>
                      <a:pt x="101" y="25"/>
                      <a:pt x="101" y="26"/>
                      <a:pt x="102" y="26"/>
                    </a:cubicBezTo>
                    <a:cubicBezTo>
                      <a:pt x="101" y="26"/>
                      <a:pt x="101" y="27"/>
                      <a:pt x="101" y="27"/>
                    </a:cubicBezTo>
                    <a:close/>
                    <a:moveTo>
                      <a:pt x="102" y="24"/>
                    </a:moveTo>
                    <a:cubicBezTo>
                      <a:pt x="102" y="20"/>
                      <a:pt x="101" y="17"/>
                      <a:pt x="102" y="13"/>
                    </a:cubicBezTo>
                    <a:cubicBezTo>
                      <a:pt x="101" y="13"/>
                      <a:pt x="102" y="12"/>
                      <a:pt x="101" y="12"/>
                    </a:cubicBezTo>
                    <a:cubicBezTo>
                      <a:pt x="102" y="12"/>
                      <a:pt x="101" y="10"/>
                      <a:pt x="102" y="10"/>
                    </a:cubicBezTo>
                    <a:cubicBezTo>
                      <a:pt x="102" y="11"/>
                      <a:pt x="102" y="11"/>
                      <a:pt x="102" y="12"/>
                    </a:cubicBezTo>
                    <a:cubicBezTo>
                      <a:pt x="103" y="12"/>
                      <a:pt x="102" y="14"/>
                      <a:pt x="103" y="14"/>
                    </a:cubicBezTo>
                    <a:cubicBezTo>
                      <a:pt x="103" y="14"/>
                      <a:pt x="103" y="14"/>
                      <a:pt x="103" y="14"/>
                    </a:cubicBezTo>
                    <a:cubicBezTo>
                      <a:pt x="103" y="15"/>
                      <a:pt x="103" y="16"/>
                      <a:pt x="103" y="17"/>
                    </a:cubicBezTo>
                    <a:cubicBezTo>
                      <a:pt x="103" y="17"/>
                      <a:pt x="103" y="17"/>
                      <a:pt x="103" y="17"/>
                    </a:cubicBezTo>
                    <a:cubicBezTo>
                      <a:pt x="103" y="19"/>
                      <a:pt x="104" y="22"/>
                      <a:pt x="102" y="24"/>
                    </a:cubicBezTo>
                    <a:close/>
                    <a:moveTo>
                      <a:pt x="104" y="21"/>
                    </a:moveTo>
                    <a:cubicBezTo>
                      <a:pt x="103" y="19"/>
                      <a:pt x="103" y="17"/>
                      <a:pt x="103" y="16"/>
                    </a:cubicBezTo>
                    <a:cubicBezTo>
                      <a:pt x="103" y="14"/>
                      <a:pt x="103" y="12"/>
                      <a:pt x="103" y="9"/>
                    </a:cubicBezTo>
                    <a:cubicBezTo>
                      <a:pt x="103" y="9"/>
                      <a:pt x="104" y="9"/>
                      <a:pt x="104" y="9"/>
                    </a:cubicBezTo>
                    <a:cubicBezTo>
                      <a:pt x="104" y="9"/>
                      <a:pt x="104" y="10"/>
                      <a:pt x="104" y="10"/>
                    </a:cubicBezTo>
                    <a:cubicBezTo>
                      <a:pt x="104" y="13"/>
                      <a:pt x="106" y="18"/>
                      <a:pt x="104" y="21"/>
                    </a:cubicBezTo>
                    <a:close/>
                    <a:moveTo>
                      <a:pt x="106" y="16"/>
                    </a:moveTo>
                    <a:cubicBezTo>
                      <a:pt x="105" y="14"/>
                      <a:pt x="105" y="11"/>
                      <a:pt x="104" y="8"/>
                    </a:cubicBezTo>
                    <a:cubicBezTo>
                      <a:pt x="105" y="8"/>
                      <a:pt x="105" y="8"/>
                      <a:pt x="106" y="7"/>
                    </a:cubicBezTo>
                    <a:cubicBezTo>
                      <a:pt x="106" y="7"/>
                      <a:pt x="106" y="8"/>
                      <a:pt x="106" y="9"/>
                    </a:cubicBezTo>
                    <a:cubicBezTo>
                      <a:pt x="106" y="9"/>
                      <a:pt x="106" y="9"/>
                      <a:pt x="106" y="10"/>
                    </a:cubicBezTo>
                    <a:cubicBezTo>
                      <a:pt x="106" y="10"/>
                      <a:pt x="106" y="11"/>
                      <a:pt x="106" y="11"/>
                    </a:cubicBezTo>
                    <a:cubicBezTo>
                      <a:pt x="106" y="12"/>
                      <a:pt x="107" y="15"/>
                      <a:pt x="106" y="16"/>
                    </a:cubicBezTo>
                    <a:close/>
                    <a:moveTo>
                      <a:pt x="108" y="11"/>
                    </a:moveTo>
                    <a:cubicBezTo>
                      <a:pt x="108" y="12"/>
                      <a:pt x="107" y="12"/>
                      <a:pt x="107" y="12"/>
                    </a:cubicBezTo>
                    <a:cubicBezTo>
                      <a:pt x="106" y="11"/>
                      <a:pt x="107" y="9"/>
                      <a:pt x="107" y="7"/>
                    </a:cubicBezTo>
                    <a:cubicBezTo>
                      <a:pt x="107" y="6"/>
                      <a:pt x="107" y="6"/>
                      <a:pt x="108" y="5"/>
                    </a:cubicBezTo>
                    <a:cubicBezTo>
                      <a:pt x="108" y="7"/>
                      <a:pt x="108" y="8"/>
                      <a:pt x="108" y="9"/>
                    </a:cubicBezTo>
                    <a:cubicBezTo>
                      <a:pt x="108" y="10"/>
                      <a:pt x="107" y="9"/>
                      <a:pt x="107" y="10"/>
                    </a:cubicBezTo>
                    <a:cubicBezTo>
                      <a:pt x="107" y="10"/>
                      <a:pt x="108" y="11"/>
                      <a:pt x="108" y="11"/>
                    </a:cubicBezTo>
                    <a:close/>
                    <a:moveTo>
                      <a:pt x="109" y="9"/>
                    </a:moveTo>
                    <a:cubicBezTo>
                      <a:pt x="109" y="7"/>
                      <a:pt x="108" y="6"/>
                      <a:pt x="109" y="4"/>
                    </a:cubicBezTo>
                    <a:cubicBezTo>
                      <a:pt x="110" y="5"/>
                      <a:pt x="108" y="7"/>
                      <a:pt x="109" y="7"/>
                    </a:cubicBezTo>
                    <a:cubicBezTo>
                      <a:pt x="109" y="8"/>
                      <a:pt x="109" y="9"/>
                      <a:pt x="109" y="9"/>
                    </a:cubicBezTo>
                    <a:close/>
                    <a:moveTo>
                      <a:pt x="110" y="6"/>
                    </a:moveTo>
                    <a:cubicBezTo>
                      <a:pt x="109" y="5"/>
                      <a:pt x="110" y="4"/>
                      <a:pt x="110" y="4"/>
                    </a:cubicBezTo>
                    <a:cubicBezTo>
                      <a:pt x="110" y="3"/>
                      <a:pt x="110" y="3"/>
                      <a:pt x="111" y="3"/>
                    </a:cubicBezTo>
                    <a:cubicBezTo>
                      <a:pt x="111" y="4"/>
                      <a:pt x="110" y="5"/>
                      <a:pt x="1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6" name="Freeform 54"/>
              <p:cNvSpPr>
                <a:spLocks noEditPoints="1"/>
              </p:cNvSpPr>
              <p:nvPr/>
            </p:nvSpPr>
            <p:spPr bwMode="auto">
              <a:xfrm>
                <a:off x="4451350" y="511175"/>
                <a:ext cx="3092450" cy="2387601"/>
              </a:xfrm>
              <a:custGeom>
                <a:avLst/>
                <a:gdLst>
                  <a:gd name="T0" fmla="*/ 135 w 155"/>
                  <a:gd name="T1" fmla="*/ 101 h 119"/>
                  <a:gd name="T2" fmla="*/ 134 w 155"/>
                  <a:gd name="T3" fmla="*/ 50 h 119"/>
                  <a:gd name="T4" fmla="*/ 121 w 155"/>
                  <a:gd name="T5" fmla="*/ 96 h 119"/>
                  <a:gd name="T6" fmla="*/ 106 w 155"/>
                  <a:gd name="T7" fmla="*/ 70 h 119"/>
                  <a:gd name="T8" fmla="*/ 93 w 155"/>
                  <a:gd name="T9" fmla="*/ 113 h 119"/>
                  <a:gd name="T10" fmla="*/ 78 w 155"/>
                  <a:gd name="T11" fmla="*/ 84 h 119"/>
                  <a:gd name="T12" fmla="*/ 71 w 155"/>
                  <a:gd name="T13" fmla="*/ 106 h 119"/>
                  <a:gd name="T14" fmla="*/ 46 w 155"/>
                  <a:gd name="T15" fmla="*/ 101 h 119"/>
                  <a:gd name="T16" fmla="*/ 11 w 155"/>
                  <a:gd name="T17" fmla="*/ 113 h 119"/>
                  <a:gd name="T18" fmla="*/ 10 w 155"/>
                  <a:gd name="T19" fmla="*/ 39 h 119"/>
                  <a:gd name="T20" fmla="*/ 10 w 155"/>
                  <a:gd name="T21" fmla="*/ 0 h 119"/>
                  <a:gd name="T22" fmla="*/ 9 w 155"/>
                  <a:gd name="T23" fmla="*/ 35 h 119"/>
                  <a:gd name="T24" fmla="*/ 1 w 155"/>
                  <a:gd name="T25" fmla="*/ 114 h 119"/>
                  <a:gd name="T26" fmla="*/ 37 w 155"/>
                  <a:gd name="T27" fmla="*/ 115 h 119"/>
                  <a:gd name="T28" fmla="*/ 116 w 155"/>
                  <a:gd name="T29" fmla="*/ 114 h 119"/>
                  <a:gd name="T30" fmla="*/ 155 w 155"/>
                  <a:gd name="T31" fmla="*/ 113 h 119"/>
                  <a:gd name="T32" fmla="*/ 18 w 155"/>
                  <a:gd name="T33" fmla="*/ 113 h 119"/>
                  <a:gd name="T34" fmla="*/ 25 w 155"/>
                  <a:gd name="T35" fmla="*/ 108 h 119"/>
                  <a:gd name="T36" fmla="*/ 38 w 155"/>
                  <a:gd name="T37" fmla="*/ 103 h 119"/>
                  <a:gd name="T38" fmla="*/ 41 w 155"/>
                  <a:gd name="T39" fmla="*/ 108 h 119"/>
                  <a:gd name="T40" fmla="*/ 47 w 155"/>
                  <a:gd name="T41" fmla="*/ 103 h 119"/>
                  <a:gd name="T42" fmla="*/ 42 w 155"/>
                  <a:gd name="T43" fmla="*/ 113 h 119"/>
                  <a:gd name="T44" fmla="*/ 62 w 155"/>
                  <a:gd name="T45" fmla="*/ 96 h 119"/>
                  <a:gd name="T46" fmla="*/ 59 w 155"/>
                  <a:gd name="T47" fmla="*/ 105 h 119"/>
                  <a:gd name="T48" fmla="*/ 66 w 155"/>
                  <a:gd name="T49" fmla="*/ 103 h 119"/>
                  <a:gd name="T50" fmla="*/ 69 w 155"/>
                  <a:gd name="T51" fmla="*/ 110 h 119"/>
                  <a:gd name="T52" fmla="*/ 69 w 155"/>
                  <a:gd name="T53" fmla="*/ 105 h 119"/>
                  <a:gd name="T54" fmla="*/ 62 w 155"/>
                  <a:gd name="T55" fmla="*/ 109 h 119"/>
                  <a:gd name="T56" fmla="*/ 81 w 155"/>
                  <a:gd name="T57" fmla="*/ 89 h 119"/>
                  <a:gd name="T58" fmla="*/ 80 w 155"/>
                  <a:gd name="T59" fmla="*/ 84 h 119"/>
                  <a:gd name="T60" fmla="*/ 91 w 155"/>
                  <a:gd name="T61" fmla="*/ 87 h 119"/>
                  <a:gd name="T62" fmla="*/ 87 w 155"/>
                  <a:gd name="T63" fmla="*/ 93 h 119"/>
                  <a:gd name="T64" fmla="*/ 85 w 155"/>
                  <a:gd name="T65" fmla="*/ 112 h 119"/>
                  <a:gd name="T66" fmla="*/ 87 w 155"/>
                  <a:gd name="T67" fmla="*/ 104 h 119"/>
                  <a:gd name="T68" fmla="*/ 80 w 155"/>
                  <a:gd name="T69" fmla="*/ 111 h 119"/>
                  <a:gd name="T70" fmla="*/ 99 w 155"/>
                  <a:gd name="T71" fmla="*/ 113 h 119"/>
                  <a:gd name="T72" fmla="*/ 109 w 155"/>
                  <a:gd name="T73" fmla="*/ 92 h 119"/>
                  <a:gd name="T74" fmla="*/ 101 w 155"/>
                  <a:gd name="T75" fmla="*/ 97 h 119"/>
                  <a:gd name="T76" fmla="*/ 101 w 155"/>
                  <a:gd name="T77" fmla="*/ 73 h 119"/>
                  <a:gd name="T78" fmla="*/ 104 w 155"/>
                  <a:gd name="T79" fmla="*/ 79 h 119"/>
                  <a:gd name="T80" fmla="*/ 105 w 155"/>
                  <a:gd name="T81" fmla="*/ 85 h 119"/>
                  <a:gd name="T82" fmla="*/ 112 w 155"/>
                  <a:gd name="T83" fmla="*/ 89 h 119"/>
                  <a:gd name="T84" fmla="*/ 101 w 155"/>
                  <a:gd name="T85" fmla="*/ 113 h 119"/>
                  <a:gd name="T86" fmla="*/ 103 w 155"/>
                  <a:gd name="T87" fmla="*/ 112 h 119"/>
                  <a:gd name="T88" fmla="*/ 104 w 155"/>
                  <a:gd name="T89" fmla="*/ 112 h 119"/>
                  <a:gd name="T90" fmla="*/ 124 w 155"/>
                  <a:gd name="T91" fmla="*/ 51 h 119"/>
                  <a:gd name="T92" fmla="*/ 122 w 155"/>
                  <a:gd name="T93" fmla="*/ 57 h 119"/>
                  <a:gd name="T94" fmla="*/ 132 w 155"/>
                  <a:gd name="T95" fmla="*/ 57 h 119"/>
                  <a:gd name="T96" fmla="*/ 127 w 155"/>
                  <a:gd name="T97" fmla="*/ 67 h 119"/>
                  <a:gd name="T98" fmla="*/ 127 w 155"/>
                  <a:gd name="T99" fmla="*/ 73 h 119"/>
                  <a:gd name="T100" fmla="*/ 129 w 155"/>
                  <a:gd name="T101" fmla="*/ 72 h 119"/>
                  <a:gd name="T102" fmla="*/ 124 w 155"/>
                  <a:gd name="T103" fmla="*/ 87 h 119"/>
                  <a:gd name="T104" fmla="*/ 122 w 155"/>
                  <a:gd name="T105" fmla="*/ 86 h 119"/>
                  <a:gd name="T106" fmla="*/ 127 w 155"/>
                  <a:gd name="T107" fmla="*/ 95 h 119"/>
                  <a:gd name="T108" fmla="*/ 128 w 155"/>
                  <a:gd name="T109" fmla="*/ 94 h 119"/>
                  <a:gd name="T110" fmla="*/ 125 w 155"/>
                  <a:gd name="T111" fmla="*/ 112 h 119"/>
                  <a:gd name="T112" fmla="*/ 129 w 155"/>
                  <a:gd name="T113" fmla="*/ 106 h 119"/>
                  <a:gd name="T114" fmla="*/ 126 w 155"/>
                  <a:gd name="T115" fmla="*/ 112 h 119"/>
                  <a:gd name="T116" fmla="*/ 134 w 155"/>
                  <a:gd name="T117" fmla="*/ 7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5" h="119">
                    <a:moveTo>
                      <a:pt x="153" y="112"/>
                    </a:moveTo>
                    <a:cubicBezTo>
                      <a:pt x="152" y="113"/>
                      <a:pt x="152" y="112"/>
                      <a:pt x="151" y="112"/>
                    </a:cubicBezTo>
                    <a:cubicBezTo>
                      <a:pt x="150" y="112"/>
                      <a:pt x="149" y="112"/>
                      <a:pt x="148" y="112"/>
                    </a:cubicBezTo>
                    <a:cubicBezTo>
                      <a:pt x="146" y="112"/>
                      <a:pt x="144" y="111"/>
                      <a:pt x="142" y="111"/>
                    </a:cubicBezTo>
                    <a:cubicBezTo>
                      <a:pt x="141" y="111"/>
                      <a:pt x="140" y="110"/>
                      <a:pt x="139" y="110"/>
                    </a:cubicBezTo>
                    <a:cubicBezTo>
                      <a:pt x="138" y="110"/>
                      <a:pt x="137" y="109"/>
                      <a:pt x="136" y="110"/>
                    </a:cubicBezTo>
                    <a:cubicBezTo>
                      <a:pt x="136" y="111"/>
                      <a:pt x="137" y="111"/>
                      <a:pt x="137" y="112"/>
                    </a:cubicBezTo>
                    <a:cubicBezTo>
                      <a:pt x="136" y="112"/>
                      <a:pt x="136" y="112"/>
                      <a:pt x="135" y="112"/>
                    </a:cubicBezTo>
                    <a:cubicBezTo>
                      <a:pt x="135" y="108"/>
                      <a:pt x="135" y="105"/>
                      <a:pt x="135" y="101"/>
                    </a:cubicBezTo>
                    <a:cubicBezTo>
                      <a:pt x="136" y="94"/>
                      <a:pt x="135" y="88"/>
                      <a:pt x="135" y="81"/>
                    </a:cubicBezTo>
                    <a:cubicBezTo>
                      <a:pt x="135" y="80"/>
                      <a:pt x="135" y="80"/>
                      <a:pt x="135" y="79"/>
                    </a:cubicBezTo>
                    <a:cubicBezTo>
                      <a:pt x="135" y="79"/>
                      <a:pt x="135" y="78"/>
                      <a:pt x="135" y="78"/>
                    </a:cubicBezTo>
                    <a:cubicBezTo>
                      <a:pt x="136" y="75"/>
                      <a:pt x="135" y="71"/>
                      <a:pt x="136" y="68"/>
                    </a:cubicBezTo>
                    <a:cubicBezTo>
                      <a:pt x="135" y="66"/>
                      <a:pt x="135" y="64"/>
                      <a:pt x="135" y="62"/>
                    </a:cubicBezTo>
                    <a:cubicBezTo>
                      <a:pt x="135" y="62"/>
                      <a:pt x="135" y="61"/>
                      <a:pt x="135" y="61"/>
                    </a:cubicBezTo>
                    <a:cubicBezTo>
                      <a:pt x="135" y="61"/>
                      <a:pt x="135" y="60"/>
                      <a:pt x="135" y="60"/>
                    </a:cubicBezTo>
                    <a:cubicBezTo>
                      <a:pt x="135" y="57"/>
                      <a:pt x="135" y="54"/>
                      <a:pt x="135" y="50"/>
                    </a:cubicBezTo>
                    <a:cubicBezTo>
                      <a:pt x="135" y="50"/>
                      <a:pt x="134" y="50"/>
                      <a:pt x="134" y="50"/>
                    </a:cubicBezTo>
                    <a:cubicBezTo>
                      <a:pt x="134" y="50"/>
                      <a:pt x="134" y="50"/>
                      <a:pt x="134" y="49"/>
                    </a:cubicBezTo>
                    <a:cubicBezTo>
                      <a:pt x="134" y="49"/>
                      <a:pt x="133" y="49"/>
                      <a:pt x="133" y="49"/>
                    </a:cubicBezTo>
                    <a:cubicBezTo>
                      <a:pt x="130" y="49"/>
                      <a:pt x="127" y="49"/>
                      <a:pt x="124" y="49"/>
                    </a:cubicBezTo>
                    <a:cubicBezTo>
                      <a:pt x="122" y="49"/>
                      <a:pt x="120" y="49"/>
                      <a:pt x="119" y="50"/>
                    </a:cubicBezTo>
                    <a:cubicBezTo>
                      <a:pt x="119" y="50"/>
                      <a:pt x="120" y="50"/>
                      <a:pt x="120" y="51"/>
                    </a:cubicBezTo>
                    <a:cubicBezTo>
                      <a:pt x="119" y="55"/>
                      <a:pt x="120" y="59"/>
                      <a:pt x="120" y="63"/>
                    </a:cubicBezTo>
                    <a:cubicBezTo>
                      <a:pt x="120" y="65"/>
                      <a:pt x="120" y="67"/>
                      <a:pt x="120" y="70"/>
                    </a:cubicBezTo>
                    <a:cubicBezTo>
                      <a:pt x="120" y="74"/>
                      <a:pt x="120" y="78"/>
                      <a:pt x="120" y="82"/>
                    </a:cubicBezTo>
                    <a:cubicBezTo>
                      <a:pt x="120" y="86"/>
                      <a:pt x="120" y="91"/>
                      <a:pt x="121" y="96"/>
                    </a:cubicBezTo>
                    <a:cubicBezTo>
                      <a:pt x="121" y="97"/>
                      <a:pt x="120" y="99"/>
                      <a:pt x="120" y="100"/>
                    </a:cubicBezTo>
                    <a:cubicBezTo>
                      <a:pt x="120" y="105"/>
                      <a:pt x="120" y="108"/>
                      <a:pt x="120" y="112"/>
                    </a:cubicBezTo>
                    <a:cubicBezTo>
                      <a:pt x="119" y="112"/>
                      <a:pt x="117" y="112"/>
                      <a:pt x="115" y="112"/>
                    </a:cubicBezTo>
                    <a:cubicBezTo>
                      <a:pt x="115" y="108"/>
                      <a:pt x="115" y="101"/>
                      <a:pt x="114" y="96"/>
                    </a:cubicBezTo>
                    <a:cubicBezTo>
                      <a:pt x="115" y="93"/>
                      <a:pt x="114" y="91"/>
                      <a:pt x="115" y="89"/>
                    </a:cubicBezTo>
                    <a:cubicBezTo>
                      <a:pt x="114" y="84"/>
                      <a:pt x="114" y="78"/>
                      <a:pt x="114" y="74"/>
                    </a:cubicBezTo>
                    <a:cubicBezTo>
                      <a:pt x="113" y="73"/>
                      <a:pt x="114" y="71"/>
                      <a:pt x="114" y="70"/>
                    </a:cubicBezTo>
                    <a:cubicBezTo>
                      <a:pt x="112" y="69"/>
                      <a:pt x="111" y="70"/>
                      <a:pt x="109" y="70"/>
                    </a:cubicBezTo>
                    <a:cubicBezTo>
                      <a:pt x="108" y="70"/>
                      <a:pt x="107" y="70"/>
                      <a:pt x="106" y="70"/>
                    </a:cubicBezTo>
                    <a:cubicBezTo>
                      <a:pt x="104" y="70"/>
                      <a:pt x="102" y="71"/>
                      <a:pt x="100" y="71"/>
                    </a:cubicBezTo>
                    <a:cubicBezTo>
                      <a:pt x="100" y="71"/>
                      <a:pt x="99" y="71"/>
                      <a:pt x="99" y="71"/>
                    </a:cubicBezTo>
                    <a:cubicBezTo>
                      <a:pt x="98" y="72"/>
                      <a:pt x="98" y="73"/>
                      <a:pt x="98" y="73"/>
                    </a:cubicBezTo>
                    <a:cubicBezTo>
                      <a:pt x="98" y="77"/>
                      <a:pt x="98" y="80"/>
                      <a:pt x="98" y="83"/>
                    </a:cubicBezTo>
                    <a:cubicBezTo>
                      <a:pt x="98" y="84"/>
                      <a:pt x="98" y="85"/>
                      <a:pt x="98" y="86"/>
                    </a:cubicBezTo>
                    <a:cubicBezTo>
                      <a:pt x="98" y="87"/>
                      <a:pt x="99" y="88"/>
                      <a:pt x="99" y="89"/>
                    </a:cubicBezTo>
                    <a:cubicBezTo>
                      <a:pt x="99" y="93"/>
                      <a:pt x="99" y="97"/>
                      <a:pt x="99" y="102"/>
                    </a:cubicBezTo>
                    <a:cubicBezTo>
                      <a:pt x="99" y="105"/>
                      <a:pt x="98" y="109"/>
                      <a:pt x="98" y="113"/>
                    </a:cubicBezTo>
                    <a:cubicBezTo>
                      <a:pt x="96" y="113"/>
                      <a:pt x="94" y="113"/>
                      <a:pt x="93" y="113"/>
                    </a:cubicBezTo>
                    <a:cubicBezTo>
                      <a:pt x="93" y="108"/>
                      <a:pt x="93" y="103"/>
                      <a:pt x="93" y="97"/>
                    </a:cubicBezTo>
                    <a:cubicBezTo>
                      <a:pt x="93" y="97"/>
                      <a:pt x="92" y="98"/>
                      <a:pt x="92" y="97"/>
                    </a:cubicBezTo>
                    <a:cubicBezTo>
                      <a:pt x="93" y="96"/>
                      <a:pt x="93" y="95"/>
                      <a:pt x="92" y="94"/>
                    </a:cubicBezTo>
                    <a:cubicBezTo>
                      <a:pt x="92" y="94"/>
                      <a:pt x="92" y="94"/>
                      <a:pt x="92" y="93"/>
                    </a:cubicBezTo>
                    <a:cubicBezTo>
                      <a:pt x="92" y="92"/>
                      <a:pt x="92" y="90"/>
                      <a:pt x="92" y="88"/>
                    </a:cubicBezTo>
                    <a:cubicBezTo>
                      <a:pt x="92" y="86"/>
                      <a:pt x="93" y="83"/>
                      <a:pt x="92" y="82"/>
                    </a:cubicBezTo>
                    <a:cubicBezTo>
                      <a:pt x="90" y="82"/>
                      <a:pt x="88" y="82"/>
                      <a:pt x="87" y="82"/>
                    </a:cubicBezTo>
                    <a:cubicBezTo>
                      <a:pt x="84" y="81"/>
                      <a:pt x="81" y="82"/>
                      <a:pt x="79" y="82"/>
                    </a:cubicBezTo>
                    <a:cubicBezTo>
                      <a:pt x="78" y="83"/>
                      <a:pt x="78" y="83"/>
                      <a:pt x="78" y="84"/>
                    </a:cubicBezTo>
                    <a:cubicBezTo>
                      <a:pt x="77" y="85"/>
                      <a:pt x="78" y="87"/>
                      <a:pt x="78" y="89"/>
                    </a:cubicBezTo>
                    <a:cubicBezTo>
                      <a:pt x="78" y="91"/>
                      <a:pt x="78" y="93"/>
                      <a:pt x="78" y="95"/>
                    </a:cubicBezTo>
                    <a:cubicBezTo>
                      <a:pt x="78" y="96"/>
                      <a:pt x="78" y="97"/>
                      <a:pt x="78" y="99"/>
                    </a:cubicBezTo>
                    <a:cubicBezTo>
                      <a:pt x="78" y="99"/>
                      <a:pt x="78" y="100"/>
                      <a:pt x="78" y="101"/>
                    </a:cubicBezTo>
                    <a:cubicBezTo>
                      <a:pt x="78" y="102"/>
                      <a:pt x="78" y="103"/>
                      <a:pt x="78" y="104"/>
                    </a:cubicBezTo>
                    <a:cubicBezTo>
                      <a:pt x="78" y="107"/>
                      <a:pt x="78" y="111"/>
                      <a:pt x="78" y="113"/>
                    </a:cubicBezTo>
                    <a:cubicBezTo>
                      <a:pt x="76" y="113"/>
                      <a:pt x="73" y="114"/>
                      <a:pt x="72" y="114"/>
                    </a:cubicBezTo>
                    <a:cubicBezTo>
                      <a:pt x="71" y="112"/>
                      <a:pt x="71" y="110"/>
                      <a:pt x="71" y="108"/>
                    </a:cubicBezTo>
                    <a:cubicBezTo>
                      <a:pt x="71" y="107"/>
                      <a:pt x="71" y="107"/>
                      <a:pt x="71" y="106"/>
                    </a:cubicBezTo>
                    <a:cubicBezTo>
                      <a:pt x="71" y="105"/>
                      <a:pt x="71" y="105"/>
                      <a:pt x="71" y="104"/>
                    </a:cubicBezTo>
                    <a:cubicBezTo>
                      <a:pt x="71" y="101"/>
                      <a:pt x="71" y="97"/>
                      <a:pt x="71" y="94"/>
                    </a:cubicBezTo>
                    <a:cubicBezTo>
                      <a:pt x="66" y="94"/>
                      <a:pt x="62" y="94"/>
                      <a:pt x="57" y="94"/>
                    </a:cubicBezTo>
                    <a:cubicBezTo>
                      <a:pt x="56" y="95"/>
                      <a:pt x="57" y="96"/>
                      <a:pt x="57" y="97"/>
                    </a:cubicBezTo>
                    <a:cubicBezTo>
                      <a:pt x="56" y="101"/>
                      <a:pt x="57" y="106"/>
                      <a:pt x="57" y="110"/>
                    </a:cubicBezTo>
                    <a:cubicBezTo>
                      <a:pt x="57" y="111"/>
                      <a:pt x="57" y="112"/>
                      <a:pt x="57" y="113"/>
                    </a:cubicBezTo>
                    <a:cubicBezTo>
                      <a:pt x="55" y="113"/>
                      <a:pt x="52" y="113"/>
                      <a:pt x="51" y="113"/>
                    </a:cubicBezTo>
                    <a:cubicBezTo>
                      <a:pt x="51" y="110"/>
                      <a:pt x="51" y="105"/>
                      <a:pt x="51" y="101"/>
                    </a:cubicBezTo>
                    <a:cubicBezTo>
                      <a:pt x="50" y="100"/>
                      <a:pt x="47" y="101"/>
                      <a:pt x="46" y="101"/>
                    </a:cubicBezTo>
                    <a:cubicBezTo>
                      <a:pt x="43" y="101"/>
                      <a:pt x="39" y="100"/>
                      <a:pt x="37" y="101"/>
                    </a:cubicBezTo>
                    <a:cubicBezTo>
                      <a:pt x="36" y="105"/>
                      <a:pt x="37" y="109"/>
                      <a:pt x="36" y="113"/>
                    </a:cubicBezTo>
                    <a:cubicBezTo>
                      <a:pt x="33" y="113"/>
                      <a:pt x="31" y="113"/>
                      <a:pt x="29" y="113"/>
                    </a:cubicBezTo>
                    <a:cubicBezTo>
                      <a:pt x="29" y="111"/>
                      <a:pt x="29" y="109"/>
                      <a:pt x="29" y="107"/>
                    </a:cubicBezTo>
                    <a:cubicBezTo>
                      <a:pt x="28" y="106"/>
                      <a:pt x="27" y="106"/>
                      <a:pt x="26" y="106"/>
                    </a:cubicBezTo>
                    <a:cubicBezTo>
                      <a:pt x="24" y="106"/>
                      <a:pt x="23" y="106"/>
                      <a:pt x="22" y="106"/>
                    </a:cubicBezTo>
                    <a:cubicBezTo>
                      <a:pt x="20" y="106"/>
                      <a:pt x="18" y="106"/>
                      <a:pt x="16" y="107"/>
                    </a:cubicBezTo>
                    <a:cubicBezTo>
                      <a:pt x="16" y="109"/>
                      <a:pt x="16" y="112"/>
                      <a:pt x="16" y="114"/>
                    </a:cubicBezTo>
                    <a:cubicBezTo>
                      <a:pt x="14" y="114"/>
                      <a:pt x="13" y="114"/>
                      <a:pt x="11" y="113"/>
                    </a:cubicBezTo>
                    <a:cubicBezTo>
                      <a:pt x="11" y="112"/>
                      <a:pt x="11" y="110"/>
                      <a:pt x="11" y="108"/>
                    </a:cubicBezTo>
                    <a:cubicBezTo>
                      <a:pt x="11" y="104"/>
                      <a:pt x="11" y="102"/>
                      <a:pt x="11" y="99"/>
                    </a:cubicBezTo>
                    <a:cubicBezTo>
                      <a:pt x="11" y="95"/>
                      <a:pt x="11" y="90"/>
                      <a:pt x="11" y="87"/>
                    </a:cubicBezTo>
                    <a:cubicBezTo>
                      <a:pt x="11" y="86"/>
                      <a:pt x="11" y="85"/>
                      <a:pt x="11" y="84"/>
                    </a:cubicBezTo>
                    <a:cubicBezTo>
                      <a:pt x="11" y="83"/>
                      <a:pt x="10" y="82"/>
                      <a:pt x="10" y="81"/>
                    </a:cubicBezTo>
                    <a:cubicBezTo>
                      <a:pt x="10" y="78"/>
                      <a:pt x="11" y="75"/>
                      <a:pt x="10" y="72"/>
                    </a:cubicBezTo>
                    <a:cubicBezTo>
                      <a:pt x="10" y="70"/>
                      <a:pt x="10" y="67"/>
                      <a:pt x="10" y="65"/>
                    </a:cubicBezTo>
                    <a:cubicBezTo>
                      <a:pt x="10" y="58"/>
                      <a:pt x="11" y="51"/>
                      <a:pt x="10" y="44"/>
                    </a:cubicBezTo>
                    <a:cubicBezTo>
                      <a:pt x="10" y="42"/>
                      <a:pt x="10" y="41"/>
                      <a:pt x="10" y="39"/>
                    </a:cubicBezTo>
                    <a:cubicBezTo>
                      <a:pt x="10" y="36"/>
                      <a:pt x="10" y="33"/>
                      <a:pt x="10" y="30"/>
                    </a:cubicBezTo>
                    <a:cubicBezTo>
                      <a:pt x="10" y="28"/>
                      <a:pt x="10" y="26"/>
                      <a:pt x="10" y="24"/>
                    </a:cubicBezTo>
                    <a:cubicBezTo>
                      <a:pt x="10" y="22"/>
                      <a:pt x="10" y="20"/>
                      <a:pt x="10" y="18"/>
                    </a:cubicBezTo>
                    <a:cubicBezTo>
                      <a:pt x="11" y="18"/>
                      <a:pt x="11" y="19"/>
                      <a:pt x="12" y="19"/>
                    </a:cubicBezTo>
                    <a:cubicBezTo>
                      <a:pt x="12" y="18"/>
                      <a:pt x="12" y="15"/>
                      <a:pt x="11" y="14"/>
                    </a:cubicBezTo>
                    <a:cubicBezTo>
                      <a:pt x="12" y="14"/>
                      <a:pt x="11" y="13"/>
                      <a:pt x="12" y="13"/>
                    </a:cubicBezTo>
                    <a:cubicBezTo>
                      <a:pt x="11" y="11"/>
                      <a:pt x="11" y="9"/>
                      <a:pt x="11" y="7"/>
                    </a:cubicBezTo>
                    <a:cubicBezTo>
                      <a:pt x="11" y="6"/>
                      <a:pt x="10" y="4"/>
                      <a:pt x="10" y="2"/>
                    </a:cubicBezTo>
                    <a:cubicBezTo>
                      <a:pt x="10" y="1"/>
                      <a:pt x="11" y="1"/>
                      <a:pt x="10" y="0"/>
                    </a:cubicBezTo>
                    <a:cubicBezTo>
                      <a:pt x="9" y="0"/>
                      <a:pt x="9" y="1"/>
                      <a:pt x="9" y="2"/>
                    </a:cubicBezTo>
                    <a:cubicBezTo>
                      <a:pt x="9" y="3"/>
                      <a:pt x="9" y="4"/>
                      <a:pt x="9" y="5"/>
                    </a:cubicBezTo>
                    <a:cubicBezTo>
                      <a:pt x="9" y="9"/>
                      <a:pt x="8" y="14"/>
                      <a:pt x="8" y="17"/>
                    </a:cubicBezTo>
                    <a:cubicBezTo>
                      <a:pt x="7" y="17"/>
                      <a:pt x="7" y="18"/>
                      <a:pt x="7" y="19"/>
                    </a:cubicBezTo>
                    <a:cubicBezTo>
                      <a:pt x="8" y="19"/>
                      <a:pt x="8" y="18"/>
                      <a:pt x="9" y="18"/>
                    </a:cubicBezTo>
                    <a:cubicBezTo>
                      <a:pt x="9" y="19"/>
                      <a:pt x="9" y="21"/>
                      <a:pt x="9" y="22"/>
                    </a:cubicBezTo>
                    <a:cubicBezTo>
                      <a:pt x="9" y="23"/>
                      <a:pt x="9" y="24"/>
                      <a:pt x="9" y="26"/>
                    </a:cubicBezTo>
                    <a:cubicBezTo>
                      <a:pt x="9" y="27"/>
                      <a:pt x="9" y="29"/>
                      <a:pt x="9" y="30"/>
                    </a:cubicBezTo>
                    <a:cubicBezTo>
                      <a:pt x="9" y="31"/>
                      <a:pt x="9" y="33"/>
                      <a:pt x="9" y="35"/>
                    </a:cubicBezTo>
                    <a:cubicBezTo>
                      <a:pt x="9" y="36"/>
                      <a:pt x="9" y="38"/>
                      <a:pt x="9" y="40"/>
                    </a:cubicBezTo>
                    <a:cubicBezTo>
                      <a:pt x="9" y="49"/>
                      <a:pt x="9" y="59"/>
                      <a:pt x="9" y="67"/>
                    </a:cubicBezTo>
                    <a:cubicBezTo>
                      <a:pt x="8" y="70"/>
                      <a:pt x="9" y="73"/>
                      <a:pt x="9" y="75"/>
                    </a:cubicBezTo>
                    <a:cubicBezTo>
                      <a:pt x="8" y="79"/>
                      <a:pt x="9" y="83"/>
                      <a:pt x="9" y="87"/>
                    </a:cubicBezTo>
                    <a:cubicBezTo>
                      <a:pt x="9" y="89"/>
                      <a:pt x="9" y="90"/>
                      <a:pt x="9" y="92"/>
                    </a:cubicBezTo>
                    <a:cubicBezTo>
                      <a:pt x="9" y="99"/>
                      <a:pt x="9" y="107"/>
                      <a:pt x="9" y="113"/>
                    </a:cubicBezTo>
                    <a:cubicBezTo>
                      <a:pt x="7" y="114"/>
                      <a:pt x="5" y="113"/>
                      <a:pt x="4" y="113"/>
                    </a:cubicBezTo>
                    <a:cubicBezTo>
                      <a:pt x="3" y="114"/>
                      <a:pt x="3" y="114"/>
                      <a:pt x="2" y="114"/>
                    </a:cubicBezTo>
                    <a:cubicBezTo>
                      <a:pt x="2" y="114"/>
                      <a:pt x="1" y="114"/>
                      <a:pt x="1" y="114"/>
                    </a:cubicBezTo>
                    <a:cubicBezTo>
                      <a:pt x="1" y="115"/>
                      <a:pt x="0" y="115"/>
                      <a:pt x="0" y="116"/>
                    </a:cubicBezTo>
                    <a:cubicBezTo>
                      <a:pt x="1" y="116"/>
                      <a:pt x="1" y="116"/>
                      <a:pt x="2" y="115"/>
                    </a:cubicBezTo>
                    <a:cubicBezTo>
                      <a:pt x="2" y="116"/>
                      <a:pt x="2" y="116"/>
                      <a:pt x="3" y="116"/>
                    </a:cubicBezTo>
                    <a:cubicBezTo>
                      <a:pt x="5" y="116"/>
                      <a:pt x="7" y="116"/>
                      <a:pt x="9" y="116"/>
                    </a:cubicBezTo>
                    <a:cubicBezTo>
                      <a:pt x="9" y="117"/>
                      <a:pt x="9" y="117"/>
                      <a:pt x="9" y="119"/>
                    </a:cubicBezTo>
                    <a:cubicBezTo>
                      <a:pt x="10" y="119"/>
                      <a:pt x="10" y="119"/>
                      <a:pt x="11" y="119"/>
                    </a:cubicBezTo>
                    <a:cubicBezTo>
                      <a:pt x="11" y="118"/>
                      <a:pt x="11" y="117"/>
                      <a:pt x="11" y="116"/>
                    </a:cubicBezTo>
                    <a:cubicBezTo>
                      <a:pt x="17" y="115"/>
                      <a:pt x="22" y="115"/>
                      <a:pt x="27" y="115"/>
                    </a:cubicBezTo>
                    <a:cubicBezTo>
                      <a:pt x="31" y="115"/>
                      <a:pt x="34" y="115"/>
                      <a:pt x="37" y="115"/>
                    </a:cubicBezTo>
                    <a:cubicBezTo>
                      <a:pt x="39" y="115"/>
                      <a:pt x="41" y="115"/>
                      <a:pt x="43" y="115"/>
                    </a:cubicBezTo>
                    <a:cubicBezTo>
                      <a:pt x="47" y="115"/>
                      <a:pt x="51" y="115"/>
                      <a:pt x="54" y="115"/>
                    </a:cubicBezTo>
                    <a:cubicBezTo>
                      <a:pt x="56" y="115"/>
                      <a:pt x="57" y="115"/>
                      <a:pt x="58" y="115"/>
                    </a:cubicBezTo>
                    <a:cubicBezTo>
                      <a:pt x="65" y="115"/>
                      <a:pt x="71" y="115"/>
                      <a:pt x="77" y="114"/>
                    </a:cubicBezTo>
                    <a:cubicBezTo>
                      <a:pt x="78" y="115"/>
                      <a:pt x="81" y="115"/>
                      <a:pt x="83" y="114"/>
                    </a:cubicBezTo>
                    <a:cubicBezTo>
                      <a:pt x="84" y="115"/>
                      <a:pt x="84" y="114"/>
                      <a:pt x="85" y="114"/>
                    </a:cubicBezTo>
                    <a:cubicBezTo>
                      <a:pt x="86" y="114"/>
                      <a:pt x="86" y="115"/>
                      <a:pt x="87" y="115"/>
                    </a:cubicBezTo>
                    <a:cubicBezTo>
                      <a:pt x="88" y="115"/>
                      <a:pt x="89" y="114"/>
                      <a:pt x="90" y="114"/>
                    </a:cubicBezTo>
                    <a:cubicBezTo>
                      <a:pt x="99" y="115"/>
                      <a:pt x="107" y="114"/>
                      <a:pt x="116" y="114"/>
                    </a:cubicBezTo>
                    <a:cubicBezTo>
                      <a:pt x="119" y="114"/>
                      <a:pt x="121" y="114"/>
                      <a:pt x="124" y="113"/>
                    </a:cubicBezTo>
                    <a:cubicBezTo>
                      <a:pt x="126" y="114"/>
                      <a:pt x="129" y="113"/>
                      <a:pt x="131" y="113"/>
                    </a:cubicBezTo>
                    <a:cubicBezTo>
                      <a:pt x="132" y="113"/>
                      <a:pt x="134" y="113"/>
                      <a:pt x="136" y="113"/>
                    </a:cubicBezTo>
                    <a:cubicBezTo>
                      <a:pt x="136" y="114"/>
                      <a:pt x="135" y="114"/>
                      <a:pt x="135" y="115"/>
                    </a:cubicBezTo>
                    <a:cubicBezTo>
                      <a:pt x="137" y="115"/>
                      <a:pt x="140" y="115"/>
                      <a:pt x="143" y="114"/>
                    </a:cubicBezTo>
                    <a:cubicBezTo>
                      <a:pt x="144" y="114"/>
                      <a:pt x="145" y="114"/>
                      <a:pt x="147" y="114"/>
                    </a:cubicBezTo>
                    <a:cubicBezTo>
                      <a:pt x="148" y="114"/>
                      <a:pt x="150" y="113"/>
                      <a:pt x="151" y="114"/>
                    </a:cubicBezTo>
                    <a:cubicBezTo>
                      <a:pt x="152" y="114"/>
                      <a:pt x="153" y="114"/>
                      <a:pt x="153" y="113"/>
                    </a:cubicBezTo>
                    <a:cubicBezTo>
                      <a:pt x="154" y="113"/>
                      <a:pt x="155" y="114"/>
                      <a:pt x="155" y="113"/>
                    </a:cubicBezTo>
                    <a:cubicBezTo>
                      <a:pt x="155" y="112"/>
                      <a:pt x="154" y="113"/>
                      <a:pt x="153" y="112"/>
                    </a:cubicBezTo>
                    <a:close/>
                    <a:moveTo>
                      <a:pt x="10" y="11"/>
                    </a:moveTo>
                    <a:cubicBezTo>
                      <a:pt x="11" y="12"/>
                      <a:pt x="10" y="13"/>
                      <a:pt x="11" y="14"/>
                    </a:cubicBezTo>
                    <a:cubicBezTo>
                      <a:pt x="10" y="13"/>
                      <a:pt x="10" y="12"/>
                      <a:pt x="10" y="11"/>
                    </a:cubicBezTo>
                    <a:close/>
                    <a:moveTo>
                      <a:pt x="18" y="108"/>
                    </a:moveTo>
                    <a:cubicBezTo>
                      <a:pt x="19" y="107"/>
                      <a:pt x="20" y="108"/>
                      <a:pt x="21" y="107"/>
                    </a:cubicBezTo>
                    <a:cubicBezTo>
                      <a:pt x="20" y="109"/>
                      <a:pt x="19" y="110"/>
                      <a:pt x="18" y="111"/>
                    </a:cubicBezTo>
                    <a:cubicBezTo>
                      <a:pt x="18" y="110"/>
                      <a:pt x="18" y="109"/>
                      <a:pt x="18" y="108"/>
                    </a:cubicBezTo>
                    <a:close/>
                    <a:moveTo>
                      <a:pt x="18" y="113"/>
                    </a:moveTo>
                    <a:cubicBezTo>
                      <a:pt x="18" y="113"/>
                      <a:pt x="18" y="113"/>
                      <a:pt x="18" y="112"/>
                    </a:cubicBezTo>
                    <a:cubicBezTo>
                      <a:pt x="18" y="112"/>
                      <a:pt x="18" y="112"/>
                      <a:pt x="19" y="112"/>
                    </a:cubicBezTo>
                    <a:cubicBezTo>
                      <a:pt x="19" y="111"/>
                      <a:pt x="20" y="110"/>
                      <a:pt x="20" y="109"/>
                    </a:cubicBezTo>
                    <a:cubicBezTo>
                      <a:pt x="21" y="109"/>
                      <a:pt x="21" y="108"/>
                      <a:pt x="22" y="108"/>
                    </a:cubicBezTo>
                    <a:cubicBezTo>
                      <a:pt x="23" y="108"/>
                      <a:pt x="23" y="108"/>
                      <a:pt x="24" y="108"/>
                    </a:cubicBezTo>
                    <a:cubicBezTo>
                      <a:pt x="24" y="109"/>
                      <a:pt x="22" y="111"/>
                      <a:pt x="20" y="112"/>
                    </a:cubicBezTo>
                    <a:cubicBezTo>
                      <a:pt x="20" y="113"/>
                      <a:pt x="19" y="114"/>
                      <a:pt x="18" y="113"/>
                    </a:cubicBezTo>
                    <a:close/>
                    <a:moveTo>
                      <a:pt x="21" y="113"/>
                    </a:moveTo>
                    <a:cubicBezTo>
                      <a:pt x="22" y="111"/>
                      <a:pt x="24" y="110"/>
                      <a:pt x="25" y="108"/>
                    </a:cubicBezTo>
                    <a:cubicBezTo>
                      <a:pt x="26" y="108"/>
                      <a:pt x="26" y="107"/>
                      <a:pt x="27" y="108"/>
                    </a:cubicBezTo>
                    <a:cubicBezTo>
                      <a:pt x="27" y="108"/>
                      <a:pt x="27" y="109"/>
                      <a:pt x="27" y="109"/>
                    </a:cubicBezTo>
                    <a:cubicBezTo>
                      <a:pt x="26" y="111"/>
                      <a:pt x="25" y="112"/>
                      <a:pt x="24" y="113"/>
                    </a:cubicBezTo>
                    <a:cubicBezTo>
                      <a:pt x="23" y="113"/>
                      <a:pt x="22" y="113"/>
                      <a:pt x="21" y="113"/>
                    </a:cubicBezTo>
                    <a:close/>
                    <a:moveTo>
                      <a:pt x="27" y="113"/>
                    </a:moveTo>
                    <a:cubicBezTo>
                      <a:pt x="26" y="113"/>
                      <a:pt x="26" y="113"/>
                      <a:pt x="25" y="113"/>
                    </a:cubicBezTo>
                    <a:cubicBezTo>
                      <a:pt x="25" y="112"/>
                      <a:pt x="26" y="111"/>
                      <a:pt x="27" y="110"/>
                    </a:cubicBezTo>
                    <a:cubicBezTo>
                      <a:pt x="28" y="111"/>
                      <a:pt x="27" y="112"/>
                      <a:pt x="27" y="113"/>
                    </a:cubicBezTo>
                    <a:close/>
                    <a:moveTo>
                      <a:pt x="38" y="103"/>
                    </a:moveTo>
                    <a:cubicBezTo>
                      <a:pt x="39" y="103"/>
                      <a:pt x="40" y="103"/>
                      <a:pt x="41" y="102"/>
                    </a:cubicBezTo>
                    <a:cubicBezTo>
                      <a:pt x="40" y="104"/>
                      <a:pt x="39" y="105"/>
                      <a:pt x="38" y="106"/>
                    </a:cubicBezTo>
                    <a:cubicBezTo>
                      <a:pt x="38" y="105"/>
                      <a:pt x="38" y="104"/>
                      <a:pt x="38" y="103"/>
                    </a:cubicBezTo>
                    <a:close/>
                    <a:moveTo>
                      <a:pt x="38" y="108"/>
                    </a:moveTo>
                    <a:cubicBezTo>
                      <a:pt x="38" y="107"/>
                      <a:pt x="39" y="106"/>
                      <a:pt x="39" y="106"/>
                    </a:cubicBezTo>
                    <a:cubicBezTo>
                      <a:pt x="39" y="106"/>
                      <a:pt x="39" y="106"/>
                      <a:pt x="39" y="106"/>
                    </a:cubicBezTo>
                    <a:cubicBezTo>
                      <a:pt x="40" y="104"/>
                      <a:pt x="41" y="103"/>
                      <a:pt x="42" y="102"/>
                    </a:cubicBezTo>
                    <a:cubicBezTo>
                      <a:pt x="43" y="102"/>
                      <a:pt x="45" y="102"/>
                      <a:pt x="45" y="103"/>
                    </a:cubicBezTo>
                    <a:cubicBezTo>
                      <a:pt x="44" y="105"/>
                      <a:pt x="42" y="106"/>
                      <a:pt x="41" y="108"/>
                    </a:cubicBezTo>
                    <a:cubicBezTo>
                      <a:pt x="40" y="109"/>
                      <a:pt x="40" y="111"/>
                      <a:pt x="38" y="111"/>
                    </a:cubicBezTo>
                    <a:cubicBezTo>
                      <a:pt x="38" y="110"/>
                      <a:pt x="38" y="108"/>
                      <a:pt x="38" y="108"/>
                    </a:cubicBezTo>
                    <a:close/>
                    <a:moveTo>
                      <a:pt x="41" y="113"/>
                    </a:moveTo>
                    <a:cubicBezTo>
                      <a:pt x="40" y="113"/>
                      <a:pt x="39" y="113"/>
                      <a:pt x="38" y="113"/>
                    </a:cubicBezTo>
                    <a:cubicBezTo>
                      <a:pt x="38" y="112"/>
                      <a:pt x="38" y="113"/>
                      <a:pt x="38" y="113"/>
                    </a:cubicBezTo>
                    <a:cubicBezTo>
                      <a:pt x="39" y="112"/>
                      <a:pt x="39" y="111"/>
                      <a:pt x="40" y="110"/>
                    </a:cubicBezTo>
                    <a:cubicBezTo>
                      <a:pt x="42" y="109"/>
                      <a:pt x="42" y="107"/>
                      <a:pt x="44" y="106"/>
                    </a:cubicBezTo>
                    <a:cubicBezTo>
                      <a:pt x="44" y="105"/>
                      <a:pt x="44" y="105"/>
                      <a:pt x="44" y="105"/>
                    </a:cubicBezTo>
                    <a:cubicBezTo>
                      <a:pt x="45" y="104"/>
                      <a:pt x="46" y="103"/>
                      <a:pt x="47" y="103"/>
                    </a:cubicBezTo>
                    <a:cubicBezTo>
                      <a:pt x="48" y="103"/>
                      <a:pt x="48" y="103"/>
                      <a:pt x="49" y="103"/>
                    </a:cubicBezTo>
                    <a:cubicBezTo>
                      <a:pt x="47" y="106"/>
                      <a:pt x="44" y="108"/>
                      <a:pt x="43" y="111"/>
                    </a:cubicBezTo>
                    <a:cubicBezTo>
                      <a:pt x="42" y="111"/>
                      <a:pt x="42" y="112"/>
                      <a:pt x="41" y="113"/>
                    </a:cubicBezTo>
                    <a:close/>
                    <a:moveTo>
                      <a:pt x="49" y="113"/>
                    </a:moveTo>
                    <a:cubicBezTo>
                      <a:pt x="48" y="113"/>
                      <a:pt x="47" y="113"/>
                      <a:pt x="46" y="113"/>
                    </a:cubicBezTo>
                    <a:cubicBezTo>
                      <a:pt x="47" y="112"/>
                      <a:pt x="48" y="111"/>
                      <a:pt x="49" y="110"/>
                    </a:cubicBezTo>
                    <a:cubicBezTo>
                      <a:pt x="49" y="111"/>
                      <a:pt x="49" y="112"/>
                      <a:pt x="49" y="113"/>
                    </a:cubicBezTo>
                    <a:close/>
                    <a:moveTo>
                      <a:pt x="45" y="113"/>
                    </a:moveTo>
                    <a:cubicBezTo>
                      <a:pt x="44" y="113"/>
                      <a:pt x="43" y="113"/>
                      <a:pt x="42" y="113"/>
                    </a:cubicBezTo>
                    <a:cubicBezTo>
                      <a:pt x="42" y="112"/>
                      <a:pt x="44" y="111"/>
                      <a:pt x="44" y="109"/>
                    </a:cubicBezTo>
                    <a:cubicBezTo>
                      <a:pt x="44" y="109"/>
                      <a:pt x="44" y="109"/>
                      <a:pt x="45" y="109"/>
                    </a:cubicBezTo>
                    <a:cubicBezTo>
                      <a:pt x="46" y="108"/>
                      <a:pt x="47" y="106"/>
                      <a:pt x="49" y="105"/>
                    </a:cubicBezTo>
                    <a:cubicBezTo>
                      <a:pt x="49" y="106"/>
                      <a:pt x="49" y="108"/>
                      <a:pt x="49" y="108"/>
                    </a:cubicBezTo>
                    <a:cubicBezTo>
                      <a:pt x="48" y="110"/>
                      <a:pt x="47" y="111"/>
                      <a:pt x="45" y="113"/>
                    </a:cubicBezTo>
                    <a:close/>
                    <a:moveTo>
                      <a:pt x="62" y="96"/>
                    </a:moveTo>
                    <a:cubicBezTo>
                      <a:pt x="61" y="97"/>
                      <a:pt x="60" y="99"/>
                      <a:pt x="59" y="100"/>
                    </a:cubicBezTo>
                    <a:cubicBezTo>
                      <a:pt x="59" y="98"/>
                      <a:pt x="59" y="98"/>
                      <a:pt x="59" y="97"/>
                    </a:cubicBezTo>
                    <a:cubicBezTo>
                      <a:pt x="59" y="96"/>
                      <a:pt x="61" y="97"/>
                      <a:pt x="62" y="96"/>
                    </a:cubicBezTo>
                    <a:close/>
                    <a:moveTo>
                      <a:pt x="59" y="100"/>
                    </a:moveTo>
                    <a:cubicBezTo>
                      <a:pt x="59" y="100"/>
                      <a:pt x="60" y="100"/>
                      <a:pt x="60" y="100"/>
                    </a:cubicBezTo>
                    <a:cubicBezTo>
                      <a:pt x="61" y="99"/>
                      <a:pt x="62" y="97"/>
                      <a:pt x="63" y="96"/>
                    </a:cubicBezTo>
                    <a:cubicBezTo>
                      <a:pt x="64" y="96"/>
                      <a:pt x="66" y="96"/>
                      <a:pt x="66" y="96"/>
                    </a:cubicBezTo>
                    <a:cubicBezTo>
                      <a:pt x="67" y="96"/>
                      <a:pt x="66" y="96"/>
                      <a:pt x="66" y="97"/>
                    </a:cubicBezTo>
                    <a:cubicBezTo>
                      <a:pt x="66" y="97"/>
                      <a:pt x="65" y="98"/>
                      <a:pt x="65" y="99"/>
                    </a:cubicBezTo>
                    <a:cubicBezTo>
                      <a:pt x="65" y="99"/>
                      <a:pt x="64" y="99"/>
                      <a:pt x="64" y="100"/>
                    </a:cubicBezTo>
                    <a:cubicBezTo>
                      <a:pt x="63" y="101"/>
                      <a:pt x="62" y="102"/>
                      <a:pt x="61" y="103"/>
                    </a:cubicBezTo>
                    <a:cubicBezTo>
                      <a:pt x="60" y="103"/>
                      <a:pt x="60" y="105"/>
                      <a:pt x="59" y="105"/>
                    </a:cubicBezTo>
                    <a:cubicBezTo>
                      <a:pt x="59" y="104"/>
                      <a:pt x="59" y="103"/>
                      <a:pt x="59" y="102"/>
                    </a:cubicBezTo>
                    <a:cubicBezTo>
                      <a:pt x="59" y="101"/>
                      <a:pt x="59" y="101"/>
                      <a:pt x="59" y="100"/>
                    </a:cubicBezTo>
                    <a:close/>
                    <a:moveTo>
                      <a:pt x="59" y="106"/>
                    </a:moveTo>
                    <a:cubicBezTo>
                      <a:pt x="60" y="106"/>
                      <a:pt x="60" y="106"/>
                      <a:pt x="60" y="106"/>
                    </a:cubicBezTo>
                    <a:cubicBezTo>
                      <a:pt x="60" y="106"/>
                      <a:pt x="60" y="106"/>
                      <a:pt x="60" y="106"/>
                    </a:cubicBezTo>
                    <a:cubicBezTo>
                      <a:pt x="60" y="105"/>
                      <a:pt x="60" y="105"/>
                      <a:pt x="60" y="105"/>
                    </a:cubicBezTo>
                    <a:cubicBezTo>
                      <a:pt x="62" y="103"/>
                      <a:pt x="64" y="101"/>
                      <a:pt x="66" y="98"/>
                    </a:cubicBezTo>
                    <a:cubicBezTo>
                      <a:pt x="67" y="98"/>
                      <a:pt x="67" y="95"/>
                      <a:pt x="69" y="96"/>
                    </a:cubicBezTo>
                    <a:cubicBezTo>
                      <a:pt x="70" y="100"/>
                      <a:pt x="67" y="101"/>
                      <a:pt x="66" y="103"/>
                    </a:cubicBezTo>
                    <a:cubicBezTo>
                      <a:pt x="65" y="104"/>
                      <a:pt x="64" y="104"/>
                      <a:pt x="64" y="105"/>
                    </a:cubicBezTo>
                    <a:cubicBezTo>
                      <a:pt x="62" y="107"/>
                      <a:pt x="61" y="109"/>
                      <a:pt x="60" y="110"/>
                    </a:cubicBezTo>
                    <a:cubicBezTo>
                      <a:pt x="60" y="111"/>
                      <a:pt x="60" y="111"/>
                      <a:pt x="59" y="111"/>
                    </a:cubicBezTo>
                    <a:cubicBezTo>
                      <a:pt x="59" y="110"/>
                      <a:pt x="59" y="108"/>
                      <a:pt x="59" y="106"/>
                    </a:cubicBezTo>
                    <a:close/>
                    <a:moveTo>
                      <a:pt x="69" y="114"/>
                    </a:moveTo>
                    <a:cubicBezTo>
                      <a:pt x="68" y="114"/>
                      <a:pt x="67" y="114"/>
                      <a:pt x="66" y="114"/>
                    </a:cubicBezTo>
                    <a:cubicBezTo>
                      <a:pt x="66" y="113"/>
                      <a:pt x="67" y="113"/>
                      <a:pt x="67" y="111"/>
                    </a:cubicBezTo>
                    <a:cubicBezTo>
                      <a:pt x="68" y="112"/>
                      <a:pt x="68" y="110"/>
                      <a:pt x="68" y="110"/>
                    </a:cubicBezTo>
                    <a:cubicBezTo>
                      <a:pt x="68" y="110"/>
                      <a:pt x="69" y="110"/>
                      <a:pt x="69" y="110"/>
                    </a:cubicBezTo>
                    <a:cubicBezTo>
                      <a:pt x="69" y="111"/>
                      <a:pt x="69" y="112"/>
                      <a:pt x="69" y="114"/>
                    </a:cubicBezTo>
                    <a:close/>
                    <a:moveTo>
                      <a:pt x="69" y="109"/>
                    </a:moveTo>
                    <a:cubicBezTo>
                      <a:pt x="68" y="110"/>
                      <a:pt x="66" y="112"/>
                      <a:pt x="65" y="114"/>
                    </a:cubicBezTo>
                    <a:cubicBezTo>
                      <a:pt x="64" y="114"/>
                      <a:pt x="63" y="114"/>
                      <a:pt x="62" y="113"/>
                    </a:cubicBezTo>
                    <a:cubicBezTo>
                      <a:pt x="62" y="112"/>
                      <a:pt x="63" y="112"/>
                      <a:pt x="63" y="111"/>
                    </a:cubicBezTo>
                    <a:cubicBezTo>
                      <a:pt x="63" y="111"/>
                      <a:pt x="63" y="111"/>
                      <a:pt x="64" y="111"/>
                    </a:cubicBezTo>
                    <a:cubicBezTo>
                      <a:pt x="65" y="109"/>
                      <a:pt x="67" y="108"/>
                      <a:pt x="68" y="106"/>
                    </a:cubicBezTo>
                    <a:cubicBezTo>
                      <a:pt x="68" y="106"/>
                      <a:pt x="69" y="106"/>
                      <a:pt x="69" y="105"/>
                    </a:cubicBezTo>
                    <a:cubicBezTo>
                      <a:pt x="69" y="105"/>
                      <a:pt x="69" y="105"/>
                      <a:pt x="69" y="105"/>
                    </a:cubicBezTo>
                    <a:cubicBezTo>
                      <a:pt x="69" y="107"/>
                      <a:pt x="69" y="107"/>
                      <a:pt x="69" y="109"/>
                    </a:cubicBezTo>
                    <a:close/>
                    <a:moveTo>
                      <a:pt x="69" y="103"/>
                    </a:moveTo>
                    <a:cubicBezTo>
                      <a:pt x="69" y="106"/>
                      <a:pt x="65" y="107"/>
                      <a:pt x="64" y="110"/>
                    </a:cubicBezTo>
                    <a:cubicBezTo>
                      <a:pt x="63" y="111"/>
                      <a:pt x="62" y="112"/>
                      <a:pt x="61" y="114"/>
                    </a:cubicBezTo>
                    <a:cubicBezTo>
                      <a:pt x="60" y="114"/>
                      <a:pt x="60" y="114"/>
                      <a:pt x="59" y="113"/>
                    </a:cubicBezTo>
                    <a:cubicBezTo>
                      <a:pt x="59" y="113"/>
                      <a:pt x="59" y="113"/>
                      <a:pt x="59" y="112"/>
                    </a:cubicBezTo>
                    <a:cubicBezTo>
                      <a:pt x="59" y="112"/>
                      <a:pt x="60" y="112"/>
                      <a:pt x="60" y="112"/>
                    </a:cubicBezTo>
                    <a:cubicBezTo>
                      <a:pt x="60" y="112"/>
                      <a:pt x="60" y="112"/>
                      <a:pt x="60" y="111"/>
                    </a:cubicBezTo>
                    <a:cubicBezTo>
                      <a:pt x="61" y="111"/>
                      <a:pt x="61" y="109"/>
                      <a:pt x="62" y="109"/>
                    </a:cubicBezTo>
                    <a:cubicBezTo>
                      <a:pt x="63" y="107"/>
                      <a:pt x="64" y="106"/>
                      <a:pt x="65" y="104"/>
                    </a:cubicBezTo>
                    <a:cubicBezTo>
                      <a:pt x="66" y="104"/>
                      <a:pt x="67" y="103"/>
                      <a:pt x="67" y="102"/>
                    </a:cubicBezTo>
                    <a:cubicBezTo>
                      <a:pt x="68" y="102"/>
                      <a:pt x="68" y="101"/>
                      <a:pt x="69" y="100"/>
                    </a:cubicBezTo>
                    <a:cubicBezTo>
                      <a:pt x="69" y="101"/>
                      <a:pt x="70" y="102"/>
                      <a:pt x="69" y="103"/>
                    </a:cubicBezTo>
                    <a:close/>
                    <a:moveTo>
                      <a:pt x="80" y="84"/>
                    </a:moveTo>
                    <a:cubicBezTo>
                      <a:pt x="81" y="84"/>
                      <a:pt x="82" y="84"/>
                      <a:pt x="83" y="84"/>
                    </a:cubicBezTo>
                    <a:cubicBezTo>
                      <a:pt x="83" y="85"/>
                      <a:pt x="82" y="86"/>
                      <a:pt x="82" y="86"/>
                    </a:cubicBezTo>
                    <a:cubicBezTo>
                      <a:pt x="81" y="87"/>
                      <a:pt x="80" y="88"/>
                      <a:pt x="80" y="89"/>
                    </a:cubicBezTo>
                    <a:cubicBezTo>
                      <a:pt x="80" y="89"/>
                      <a:pt x="80" y="89"/>
                      <a:pt x="81" y="89"/>
                    </a:cubicBezTo>
                    <a:cubicBezTo>
                      <a:pt x="81" y="89"/>
                      <a:pt x="81" y="89"/>
                      <a:pt x="81" y="88"/>
                    </a:cubicBezTo>
                    <a:cubicBezTo>
                      <a:pt x="82" y="87"/>
                      <a:pt x="83" y="85"/>
                      <a:pt x="84" y="84"/>
                    </a:cubicBezTo>
                    <a:cubicBezTo>
                      <a:pt x="85" y="84"/>
                      <a:pt x="86" y="84"/>
                      <a:pt x="87" y="84"/>
                    </a:cubicBezTo>
                    <a:cubicBezTo>
                      <a:pt x="86" y="86"/>
                      <a:pt x="83" y="89"/>
                      <a:pt x="81" y="92"/>
                    </a:cubicBezTo>
                    <a:cubicBezTo>
                      <a:pt x="81" y="92"/>
                      <a:pt x="81" y="92"/>
                      <a:pt x="81" y="93"/>
                    </a:cubicBezTo>
                    <a:cubicBezTo>
                      <a:pt x="80" y="93"/>
                      <a:pt x="81" y="93"/>
                      <a:pt x="80" y="94"/>
                    </a:cubicBezTo>
                    <a:cubicBezTo>
                      <a:pt x="79" y="93"/>
                      <a:pt x="80" y="91"/>
                      <a:pt x="80" y="90"/>
                    </a:cubicBezTo>
                    <a:cubicBezTo>
                      <a:pt x="80" y="89"/>
                      <a:pt x="79" y="89"/>
                      <a:pt x="79" y="88"/>
                    </a:cubicBezTo>
                    <a:cubicBezTo>
                      <a:pt x="79" y="86"/>
                      <a:pt x="80" y="85"/>
                      <a:pt x="80" y="84"/>
                    </a:cubicBezTo>
                    <a:close/>
                    <a:moveTo>
                      <a:pt x="80" y="100"/>
                    </a:moveTo>
                    <a:cubicBezTo>
                      <a:pt x="79" y="99"/>
                      <a:pt x="80" y="97"/>
                      <a:pt x="80" y="96"/>
                    </a:cubicBezTo>
                    <a:cubicBezTo>
                      <a:pt x="80" y="95"/>
                      <a:pt x="80" y="95"/>
                      <a:pt x="80" y="95"/>
                    </a:cubicBezTo>
                    <a:cubicBezTo>
                      <a:pt x="80" y="94"/>
                      <a:pt x="81" y="94"/>
                      <a:pt x="80" y="94"/>
                    </a:cubicBezTo>
                    <a:cubicBezTo>
                      <a:pt x="81" y="94"/>
                      <a:pt x="81" y="93"/>
                      <a:pt x="81" y="92"/>
                    </a:cubicBezTo>
                    <a:cubicBezTo>
                      <a:pt x="82" y="92"/>
                      <a:pt x="82" y="92"/>
                      <a:pt x="83" y="91"/>
                    </a:cubicBezTo>
                    <a:cubicBezTo>
                      <a:pt x="85" y="89"/>
                      <a:pt x="86" y="86"/>
                      <a:pt x="89" y="84"/>
                    </a:cubicBezTo>
                    <a:cubicBezTo>
                      <a:pt x="89" y="84"/>
                      <a:pt x="90" y="84"/>
                      <a:pt x="90" y="84"/>
                    </a:cubicBezTo>
                    <a:cubicBezTo>
                      <a:pt x="90" y="85"/>
                      <a:pt x="91" y="86"/>
                      <a:pt x="91" y="87"/>
                    </a:cubicBezTo>
                    <a:cubicBezTo>
                      <a:pt x="90" y="88"/>
                      <a:pt x="89" y="89"/>
                      <a:pt x="88" y="90"/>
                    </a:cubicBezTo>
                    <a:cubicBezTo>
                      <a:pt x="87" y="91"/>
                      <a:pt x="87" y="92"/>
                      <a:pt x="86" y="93"/>
                    </a:cubicBezTo>
                    <a:cubicBezTo>
                      <a:pt x="86" y="93"/>
                      <a:pt x="85" y="93"/>
                      <a:pt x="85" y="93"/>
                    </a:cubicBezTo>
                    <a:cubicBezTo>
                      <a:pt x="85" y="94"/>
                      <a:pt x="85" y="94"/>
                      <a:pt x="85" y="95"/>
                    </a:cubicBezTo>
                    <a:cubicBezTo>
                      <a:pt x="84" y="96"/>
                      <a:pt x="83" y="97"/>
                      <a:pt x="82" y="98"/>
                    </a:cubicBezTo>
                    <a:cubicBezTo>
                      <a:pt x="81" y="99"/>
                      <a:pt x="81" y="100"/>
                      <a:pt x="80" y="100"/>
                    </a:cubicBezTo>
                    <a:close/>
                    <a:moveTo>
                      <a:pt x="80" y="102"/>
                    </a:moveTo>
                    <a:cubicBezTo>
                      <a:pt x="82" y="98"/>
                      <a:pt x="85" y="96"/>
                      <a:pt x="87" y="93"/>
                    </a:cubicBezTo>
                    <a:cubicBezTo>
                      <a:pt x="87" y="93"/>
                      <a:pt x="87" y="93"/>
                      <a:pt x="87" y="93"/>
                    </a:cubicBezTo>
                    <a:cubicBezTo>
                      <a:pt x="87" y="92"/>
                      <a:pt x="89" y="91"/>
                      <a:pt x="89" y="90"/>
                    </a:cubicBezTo>
                    <a:cubicBezTo>
                      <a:pt x="90" y="90"/>
                      <a:pt x="90" y="89"/>
                      <a:pt x="90" y="88"/>
                    </a:cubicBezTo>
                    <a:cubicBezTo>
                      <a:pt x="90" y="88"/>
                      <a:pt x="90" y="88"/>
                      <a:pt x="91" y="88"/>
                    </a:cubicBezTo>
                    <a:cubicBezTo>
                      <a:pt x="91" y="90"/>
                      <a:pt x="91" y="92"/>
                      <a:pt x="91" y="93"/>
                    </a:cubicBezTo>
                    <a:cubicBezTo>
                      <a:pt x="87" y="97"/>
                      <a:pt x="84" y="102"/>
                      <a:pt x="80" y="106"/>
                    </a:cubicBezTo>
                    <a:cubicBezTo>
                      <a:pt x="80" y="105"/>
                      <a:pt x="80" y="103"/>
                      <a:pt x="80" y="102"/>
                    </a:cubicBezTo>
                    <a:close/>
                    <a:moveTo>
                      <a:pt x="91" y="113"/>
                    </a:moveTo>
                    <a:cubicBezTo>
                      <a:pt x="88" y="113"/>
                      <a:pt x="87" y="113"/>
                      <a:pt x="85" y="113"/>
                    </a:cubicBezTo>
                    <a:cubicBezTo>
                      <a:pt x="84" y="112"/>
                      <a:pt x="85" y="112"/>
                      <a:pt x="85" y="112"/>
                    </a:cubicBezTo>
                    <a:cubicBezTo>
                      <a:pt x="87" y="110"/>
                      <a:pt x="89" y="108"/>
                      <a:pt x="91" y="105"/>
                    </a:cubicBezTo>
                    <a:cubicBezTo>
                      <a:pt x="91" y="105"/>
                      <a:pt x="91" y="105"/>
                      <a:pt x="91" y="105"/>
                    </a:cubicBezTo>
                    <a:cubicBezTo>
                      <a:pt x="91" y="107"/>
                      <a:pt x="91" y="111"/>
                      <a:pt x="91" y="113"/>
                    </a:cubicBezTo>
                    <a:close/>
                    <a:moveTo>
                      <a:pt x="91" y="104"/>
                    </a:moveTo>
                    <a:cubicBezTo>
                      <a:pt x="89" y="107"/>
                      <a:pt x="85" y="110"/>
                      <a:pt x="83" y="113"/>
                    </a:cubicBezTo>
                    <a:cubicBezTo>
                      <a:pt x="82" y="113"/>
                      <a:pt x="81" y="113"/>
                      <a:pt x="80" y="113"/>
                    </a:cubicBezTo>
                    <a:cubicBezTo>
                      <a:pt x="80" y="112"/>
                      <a:pt x="81" y="112"/>
                      <a:pt x="82" y="111"/>
                    </a:cubicBezTo>
                    <a:cubicBezTo>
                      <a:pt x="83" y="109"/>
                      <a:pt x="83" y="108"/>
                      <a:pt x="85" y="107"/>
                    </a:cubicBezTo>
                    <a:cubicBezTo>
                      <a:pt x="86" y="106"/>
                      <a:pt x="87" y="105"/>
                      <a:pt x="87" y="104"/>
                    </a:cubicBezTo>
                    <a:cubicBezTo>
                      <a:pt x="87" y="104"/>
                      <a:pt x="88" y="104"/>
                      <a:pt x="88" y="103"/>
                    </a:cubicBezTo>
                    <a:cubicBezTo>
                      <a:pt x="88" y="103"/>
                      <a:pt x="89" y="102"/>
                      <a:pt x="89" y="102"/>
                    </a:cubicBezTo>
                    <a:cubicBezTo>
                      <a:pt x="90" y="101"/>
                      <a:pt x="90" y="100"/>
                      <a:pt x="91" y="100"/>
                    </a:cubicBezTo>
                    <a:cubicBezTo>
                      <a:pt x="91" y="100"/>
                      <a:pt x="91" y="100"/>
                      <a:pt x="91" y="100"/>
                    </a:cubicBezTo>
                    <a:cubicBezTo>
                      <a:pt x="91" y="101"/>
                      <a:pt x="91" y="102"/>
                      <a:pt x="91" y="104"/>
                    </a:cubicBezTo>
                    <a:close/>
                    <a:moveTo>
                      <a:pt x="91" y="98"/>
                    </a:moveTo>
                    <a:cubicBezTo>
                      <a:pt x="89" y="100"/>
                      <a:pt x="88" y="102"/>
                      <a:pt x="87" y="103"/>
                    </a:cubicBezTo>
                    <a:cubicBezTo>
                      <a:pt x="86" y="105"/>
                      <a:pt x="84" y="106"/>
                      <a:pt x="83" y="108"/>
                    </a:cubicBezTo>
                    <a:cubicBezTo>
                      <a:pt x="82" y="109"/>
                      <a:pt x="81" y="111"/>
                      <a:pt x="80" y="111"/>
                    </a:cubicBezTo>
                    <a:cubicBezTo>
                      <a:pt x="80" y="110"/>
                      <a:pt x="80" y="109"/>
                      <a:pt x="80" y="108"/>
                    </a:cubicBezTo>
                    <a:cubicBezTo>
                      <a:pt x="81" y="107"/>
                      <a:pt x="81" y="106"/>
                      <a:pt x="82" y="105"/>
                    </a:cubicBezTo>
                    <a:cubicBezTo>
                      <a:pt x="83" y="104"/>
                      <a:pt x="84" y="103"/>
                      <a:pt x="85" y="102"/>
                    </a:cubicBezTo>
                    <a:cubicBezTo>
                      <a:pt x="85" y="101"/>
                      <a:pt x="86" y="101"/>
                      <a:pt x="86" y="99"/>
                    </a:cubicBezTo>
                    <a:cubicBezTo>
                      <a:pt x="86" y="99"/>
                      <a:pt x="86" y="99"/>
                      <a:pt x="87" y="99"/>
                    </a:cubicBezTo>
                    <a:cubicBezTo>
                      <a:pt x="88" y="98"/>
                      <a:pt x="89" y="96"/>
                      <a:pt x="91" y="94"/>
                    </a:cubicBezTo>
                    <a:cubicBezTo>
                      <a:pt x="91" y="94"/>
                      <a:pt x="91" y="94"/>
                      <a:pt x="91" y="94"/>
                    </a:cubicBezTo>
                    <a:cubicBezTo>
                      <a:pt x="91" y="96"/>
                      <a:pt x="91" y="96"/>
                      <a:pt x="91" y="98"/>
                    </a:cubicBezTo>
                    <a:close/>
                    <a:moveTo>
                      <a:pt x="99" y="113"/>
                    </a:moveTo>
                    <a:cubicBezTo>
                      <a:pt x="99" y="112"/>
                      <a:pt x="99" y="112"/>
                      <a:pt x="99" y="111"/>
                    </a:cubicBezTo>
                    <a:cubicBezTo>
                      <a:pt x="99" y="112"/>
                      <a:pt x="100" y="112"/>
                      <a:pt x="99" y="113"/>
                    </a:cubicBezTo>
                    <a:close/>
                    <a:moveTo>
                      <a:pt x="101" y="99"/>
                    </a:moveTo>
                    <a:cubicBezTo>
                      <a:pt x="102" y="96"/>
                      <a:pt x="104" y="94"/>
                      <a:pt x="106" y="92"/>
                    </a:cubicBezTo>
                    <a:cubicBezTo>
                      <a:pt x="106" y="92"/>
                      <a:pt x="106" y="92"/>
                      <a:pt x="106" y="92"/>
                    </a:cubicBezTo>
                    <a:cubicBezTo>
                      <a:pt x="106" y="90"/>
                      <a:pt x="108" y="90"/>
                      <a:pt x="108" y="88"/>
                    </a:cubicBezTo>
                    <a:cubicBezTo>
                      <a:pt x="110" y="87"/>
                      <a:pt x="111" y="85"/>
                      <a:pt x="112" y="83"/>
                    </a:cubicBezTo>
                    <a:cubicBezTo>
                      <a:pt x="113" y="85"/>
                      <a:pt x="113" y="87"/>
                      <a:pt x="112" y="89"/>
                    </a:cubicBezTo>
                    <a:cubicBezTo>
                      <a:pt x="111" y="90"/>
                      <a:pt x="110" y="91"/>
                      <a:pt x="109" y="92"/>
                    </a:cubicBezTo>
                    <a:cubicBezTo>
                      <a:pt x="108" y="94"/>
                      <a:pt x="107" y="95"/>
                      <a:pt x="106" y="96"/>
                    </a:cubicBezTo>
                    <a:cubicBezTo>
                      <a:pt x="104" y="98"/>
                      <a:pt x="103" y="101"/>
                      <a:pt x="101" y="103"/>
                    </a:cubicBezTo>
                    <a:cubicBezTo>
                      <a:pt x="100" y="102"/>
                      <a:pt x="101" y="100"/>
                      <a:pt x="101" y="99"/>
                    </a:cubicBezTo>
                    <a:close/>
                    <a:moveTo>
                      <a:pt x="112" y="81"/>
                    </a:moveTo>
                    <a:cubicBezTo>
                      <a:pt x="112" y="82"/>
                      <a:pt x="111" y="83"/>
                      <a:pt x="110" y="84"/>
                    </a:cubicBezTo>
                    <a:cubicBezTo>
                      <a:pt x="109" y="86"/>
                      <a:pt x="109" y="87"/>
                      <a:pt x="108" y="88"/>
                    </a:cubicBezTo>
                    <a:cubicBezTo>
                      <a:pt x="108" y="88"/>
                      <a:pt x="108" y="88"/>
                      <a:pt x="107" y="88"/>
                    </a:cubicBezTo>
                    <a:cubicBezTo>
                      <a:pt x="107" y="89"/>
                      <a:pt x="107" y="90"/>
                      <a:pt x="106" y="91"/>
                    </a:cubicBezTo>
                    <a:cubicBezTo>
                      <a:pt x="104" y="93"/>
                      <a:pt x="103" y="95"/>
                      <a:pt x="101" y="97"/>
                    </a:cubicBezTo>
                    <a:cubicBezTo>
                      <a:pt x="101" y="96"/>
                      <a:pt x="101" y="93"/>
                      <a:pt x="101" y="92"/>
                    </a:cubicBezTo>
                    <a:cubicBezTo>
                      <a:pt x="101" y="92"/>
                      <a:pt x="101" y="92"/>
                      <a:pt x="101" y="92"/>
                    </a:cubicBezTo>
                    <a:cubicBezTo>
                      <a:pt x="101" y="91"/>
                      <a:pt x="102" y="90"/>
                      <a:pt x="102" y="89"/>
                    </a:cubicBezTo>
                    <a:cubicBezTo>
                      <a:pt x="103" y="88"/>
                      <a:pt x="104" y="88"/>
                      <a:pt x="105" y="86"/>
                    </a:cubicBezTo>
                    <a:cubicBezTo>
                      <a:pt x="105" y="86"/>
                      <a:pt x="105" y="86"/>
                      <a:pt x="105" y="86"/>
                    </a:cubicBezTo>
                    <a:cubicBezTo>
                      <a:pt x="107" y="83"/>
                      <a:pt x="110" y="80"/>
                      <a:pt x="112" y="76"/>
                    </a:cubicBezTo>
                    <a:cubicBezTo>
                      <a:pt x="113" y="77"/>
                      <a:pt x="113" y="77"/>
                      <a:pt x="112" y="78"/>
                    </a:cubicBezTo>
                    <a:cubicBezTo>
                      <a:pt x="112" y="79"/>
                      <a:pt x="113" y="81"/>
                      <a:pt x="112" y="81"/>
                    </a:cubicBezTo>
                    <a:close/>
                    <a:moveTo>
                      <a:pt x="101" y="73"/>
                    </a:moveTo>
                    <a:cubicBezTo>
                      <a:pt x="102" y="72"/>
                      <a:pt x="103" y="72"/>
                      <a:pt x="103" y="73"/>
                    </a:cubicBezTo>
                    <a:cubicBezTo>
                      <a:pt x="102" y="74"/>
                      <a:pt x="101" y="75"/>
                      <a:pt x="101" y="77"/>
                    </a:cubicBezTo>
                    <a:cubicBezTo>
                      <a:pt x="100" y="76"/>
                      <a:pt x="101" y="76"/>
                      <a:pt x="101" y="75"/>
                    </a:cubicBezTo>
                    <a:cubicBezTo>
                      <a:pt x="101" y="74"/>
                      <a:pt x="100" y="73"/>
                      <a:pt x="101" y="73"/>
                    </a:cubicBezTo>
                    <a:close/>
                    <a:moveTo>
                      <a:pt x="101" y="76"/>
                    </a:moveTo>
                    <a:cubicBezTo>
                      <a:pt x="102" y="76"/>
                      <a:pt x="103" y="74"/>
                      <a:pt x="104" y="73"/>
                    </a:cubicBezTo>
                    <a:cubicBezTo>
                      <a:pt x="105" y="72"/>
                      <a:pt x="107" y="72"/>
                      <a:pt x="108" y="72"/>
                    </a:cubicBezTo>
                    <a:cubicBezTo>
                      <a:pt x="108" y="73"/>
                      <a:pt x="107" y="74"/>
                      <a:pt x="106" y="75"/>
                    </a:cubicBezTo>
                    <a:cubicBezTo>
                      <a:pt x="105" y="77"/>
                      <a:pt x="105" y="78"/>
                      <a:pt x="104" y="79"/>
                    </a:cubicBezTo>
                    <a:cubicBezTo>
                      <a:pt x="103" y="80"/>
                      <a:pt x="102" y="82"/>
                      <a:pt x="101" y="83"/>
                    </a:cubicBezTo>
                    <a:cubicBezTo>
                      <a:pt x="100" y="82"/>
                      <a:pt x="100" y="80"/>
                      <a:pt x="100" y="79"/>
                    </a:cubicBezTo>
                    <a:cubicBezTo>
                      <a:pt x="100" y="78"/>
                      <a:pt x="102" y="77"/>
                      <a:pt x="101" y="76"/>
                    </a:cubicBezTo>
                    <a:close/>
                    <a:moveTo>
                      <a:pt x="101" y="85"/>
                    </a:moveTo>
                    <a:cubicBezTo>
                      <a:pt x="101" y="84"/>
                      <a:pt x="102" y="83"/>
                      <a:pt x="102" y="82"/>
                    </a:cubicBezTo>
                    <a:cubicBezTo>
                      <a:pt x="105" y="79"/>
                      <a:pt x="107" y="75"/>
                      <a:pt x="109" y="73"/>
                    </a:cubicBezTo>
                    <a:cubicBezTo>
                      <a:pt x="111" y="73"/>
                      <a:pt x="112" y="72"/>
                      <a:pt x="112" y="73"/>
                    </a:cubicBezTo>
                    <a:cubicBezTo>
                      <a:pt x="112" y="74"/>
                      <a:pt x="112" y="75"/>
                      <a:pt x="111" y="76"/>
                    </a:cubicBezTo>
                    <a:cubicBezTo>
                      <a:pt x="110" y="79"/>
                      <a:pt x="107" y="82"/>
                      <a:pt x="105" y="85"/>
                    </a:cubicBezTo>
                    <a:cubicBezTo>
                      <a:pt x="104" y="86"/>
                      <a:pt x="103" y="87"/>
                      <a:pt x="102" y="88"/>
                    </a:cubicBezTo>
                    <a:cubicBezTo>
                      <a:pt x="102" y="89"/>
                      <a:pt x="101" y="90"/>
                      <a:pt x="101" y="90"/>
                    </a:cubicBezTo>
                    <a:cubicBezTo>
                      <a:pt x="101" y="89"/>
                      <a:pt x="100" y="87"/>
                      <a:pt x="101" y="85"/>
                    </a:cubicBezTo>
                    <a:close/>
                    <a:moveTo>
                      <a:pt x="103" y="102"/>
                    </a:moveTo>
                    <a:cubicBezTo>
                      <a:pt x="104" y="101"/>
                      <a:pt x="105" y="100"/>
                      <a:pt x="106" y="98"/>
                    </a:cubicBezTo>
                    <a:cubicBezTo>
                      <a:pt x="106" y="98"/>
                      <a:pt x="107" y="97"/>
                      <a:pt x="107" y="97"/>
                    </a:cubicBezTo>
                    <a:cubicBezTo>
                      <a:pt x="107" y="97"/>
                      <a:pt x="107" y="96"/>
                      <a:pt x="107" y="96"/>
                    </a:cubicBezTo>
                    <a:cubicBezTo>
                      <a:pt x="108" y="95"/>
                      <a:pt x="108" y="95"/>
                      <a:pt x="109" y="94"/>
                    </a:cubicBezTo>
                    <a:cubicBezTo>
                      <a:pt x="110" y="93"/>
                      <a:pt x="111" y="91"/>
                      <a:pt x="112" y="89"/>
                    </a:cubicBezTo>
                    <a:cubicBezTo>
                      <a:pt x="113" y="89"/>
                      <a:pt x="113" y="89"/>
                      <a:pt x="113" y="89"/>
                    </a:cubicBezTo>
                    <a:cubicBezTo>
                      <a:pt x="112" y="91"/>
                      <a:pt x="113" y="92"/>
                      <a:pt x="113" y="94"/>
                    </a:cubicBezTo>
                    <a:cubicBezTo>
                      <a:pt x="113" y="95"/>
                      <a:pt x="112" y="95"/>
                      <a:pt x="112" y="96"/>
                    </a:cubicBezTo>
                    <a:cubicBezTo>
                      <a:pt x="111" y="97"/>
                      <a:pt x="110" y="98"/>
                      <a:pt x="109" y="99"/>
                    </a:cubicBezTo>
                    <a:cubicBezTo>
                      <a:pt x="107" y="102"/>
                      <a:pt x="104" y="106"/>
                      <a:pt x="102" y="109"/>
                    </a:cubicBezTo>
                    <a:cubicBezTo>
                      <a:pt x="101" y="109"/>
                      <a:pt x="101" y="109"/>
                      <a:pt x="101" y="109"/>
                    </a:cubicBezTo>
                    <a:cubicBezTo>
                      <a:pt x="101" y="108"/>
                      <a:pt x="101" y="107"/>
                      <a:pt x="101" y="105"/>
                    </a:cubicBezTo>
                    <a:cubicBezTo>
                      <a:pt x="101" y="104"/>
                      <a:pt x="102" y="103"/>
                      <a:pt x="103" y="102"/>
                    </a:cubicBezTo>
                    <a:close/>
                    <a:moveTo>
                      <a:pt x="101" y="113"/>
                    </a:moveTo>
                    <a:cubicBezTo>
                      <a:pt x="101" y="112"/>
                      <a:pt x="101" y="111"/>
                      <a:pt x="101" y="110"/>
                    </a:cubicBezTo>
                    <a:cubicBezTo>
                      <a:pt x="101" y="110"/>
                      <a:pt x="102" y="110"/>
                      <a:pt x="102" y="110"/>
                    </a:cubicBezTo>
                    <a:cubicBezTo>
                      <a:pt x="102" y="110"/>
                      <a:pt x="102" y="110"/>
                      <a:pt x="102" y="109"/>
                    </a:cubicBezTo>
                    <a:cubicBezTo>
                      <a:pt x="105" y="105"/>
                      <a:pt x="109" y="101"/>
                      <a:pt x="112" y="97"/>
                    </a:cubicBezTo>
                    <a:cubicBezTo>
                      <a:pt x="112" y="96"/>
                      <a:pt x="113" y="96"/>
                      <a:pt x="113" y="95"/>
                    </a:cubicBezTo>
                    <a:cubicBezTo>
                      <a:pt x="113" y="95"/>
                      <a:pt x="113" y="95"/>
                      <a:pt x="113" y="95"/>
                    </a:cubicBezTo>
                    <a:cubicBezTo>
                      <a:pt x="113" y="97"/>
                      <a:pt x="113" y="98"/>
                      <a:pt x="113" y="99"/>
                    </a:cubicBezTo>
                    <a:cubicBezTo>
                      <a:pt x="113" y="100"/>
                      <a:pt x="113" y="100"/>
                      <a:pt x="113" y="100"/>
                    </a:cubicBezTo>
                    <a:cubicBezTo>
                      <a:pt x="110" y="103"/>
                      <a:pt x="107" y="108"/>
                      <a:pt x="103" y="112"/>
                    </a:cubicBezTo>
                    <a:cubicBezTo>
                      <a:pt x="103" y="112"/>
                      <a:pt x="104" y="112"/>
                      <a:pt x="104" y="113"/>
                    </a:cubicBezTo>
                    <a:cubicBezTo>
                      <a:pt x="102" y="113"/>
                      <a:pt x="102" y="113"/>
                      <a:pt x="101" y="113"/>
                    </a:cubicBezTo>
                    <a:close/>
                    <a:moveTo>
                      <a:pt x="113" y="112"/>
                    </a:moveTo>
                    <a:cubicBezTo>
                      <a:pt x="112" y="113"/>
                      <a:pt x="109" y="113"/>
                      <a:pt x="108" y="113"/>
                    </a:cubicBezTo>
                    <a:cubicBezTo>
                      <a:pt x="109" y="110"/>
                      <a:pt x="111" y="108"/>
                      <a:pt x="113" y="106"/>
                    </a:cubicBezTo>
                    <a:cubicBezTo>
                      <a:pt x="112" y="106"/>
                      <a:pt x="112" y="106"/>
                      <a:pt x="112" y="107"/>
                    </a:cubicBezTo>
                    <a:cubicBezTo>
                      <a:pt x="110" y="108"/>
                      <a:pt x="108" y="111"/>
                      <a:pt x="106" y="113"/>
                    </a:cubicBezTo>
                    <a:cubicBezTo>
                      <a:pt x="106" y="113"/>
                      <a:pt x="104" y="113"/>
                      <a:pt x="104" y="113"/>
                    </a:cubicBezTo>
                    <a:cubicBezTo>
                      <a:pt x="103" y="112"/>
                      <a:pt x="105" y="112"/>
                      <a:pt x="104" y="112"/>
                    </a:cubicBezTo>
                    <a:cubicBezTo>
                      <a:pt x="106" y="111"/>
                      <a:pt x="107" y="109"/>
                      <a:pt x="107" y="108"/>
                    </a:cubicBezTo>
                    <a:cubicBezTo>
                      <a:pt x="108" y="107"/>
                      <a:pt x="109" y="106"/>
                      <a:pt x="109" y="105"/>
                    </a:cubicBezTo>
                    <a:cubicBezTo>
                      <a:pt x="110" y="105"/>
                      <a:pt x="109" y="105"/>
                      <a:pt x="110" y="105"/>
                    </a:cubicBezTo>
                    <a:cubicBezTo>
                      <a:pt x="110" y="105"/>
                      <a:pt x="110" y="104"/>
                      <a:pt x="110" y="104"/>
                    </a:cubicBezTo>
                    <a:cubicBezTo>
                      <a:pt x="111" y="103"/>
                      <a:pt x="112" y="102"/>
                      <a:pt x="113" y="101"/>
                    </a:cubicBezTo>
                    <a:cubicBezTo>
                      <a:pt x="113" y="101"/>
                      <a:pt x="113" y="101"/>
                      <a:pt x="113" y="101"/>
                    </a:cubicBezTo>
                    <a:cubicBezTo>
                      <a:pt x="113" y="105"/>
                      <a:pt x="113" y="108"/>
                      <a:pt x="113" y="112"/>
                    </a:cubicBezTo>
                    <a:close/>
                    <a:moveTo>
                      <a:pt x="122" y="52"/>
                    </a:moveTo>
                    <a:cubicBezTo>
                      <a:pt x="122" y="51"/>
                      <a:pt x="124" y="51"/>
                      <a:pt x="124" y="51"/>
                    </a:cubicBezTo>
                    <a:cubicBezTo>
                      <a:pt x="123" y="53"/>
                      <a:pt x="123" y="54"/>
                      <a:pt x="122" y="55"/>
                    </a:cubicBezTo>
                    <a:cubicBezTo>
                      <a:pt x="121" y="54"/>
                      <a:pt x="122" y="53"/>
                      <a:pt x="122" y="52"/>
                    </a:cubicBezTo>
                    <a:close/>
                    <a:moveTo>
                      <a:pt x="122" y="57"/>
                    </a:moveTo>
                    <a:cubicBezTo>
                      <a:pt x="122" y="54"/>
                      <a:pt x="124" y="53"/>
                      <a:pt x="125" y="51"/>
                    </a:cubicBezTo>
                    <a:cubicBezTo>
                      <a:pt x="127" y="51"/>
                      <a:pt x="128" y="51"/>
                      <a:pt x="130" y="51"/>
                    </a:cubicBezTo>
                    <a:cubicBezTo>
                      <a:pt x="129" y="53"/>
                      <a:pt x="128" y="54"/>
                      <a:pt x="127" y="56"/>
                    </a:cubicBezTo>
                    <a:cubicBezTo>
                      <a:pt x="126" y="57"/>
                      <a:pt x="125" y="59"/>
                      <a:pt x="124" y="60"/>
                    </a:cubicBezTo>
                    <a:cubicBezTo>
                      <a:pt x="123" y="61"/>
                      <a:pt x="123" y="63"/>
                      <a:pt x="122" y="64"/>
                    </a:cubicBezTo>
                    <a:cubicBezTo>
                      <a:pt x="122" y="61"/>
                      <a:pt x="122" y="59"/>
                      <a:pt x="122" y="57"/>
                    </a:cubicBezTo>
                    <a:cubicBezTo>
                      <a:pt x="122" y="57"/>
                      <a:pt x="122" y="57"/>
                      <a:pt x="122" y="57"/>
                    </a:cubicBezTo>
                    <a:close/>
                    <a:moveTo>
                      <a:pt x="122" y="66"/>
                    </a:moveTo>
                    <a:cubicBezTo>
                      <a:pt x="122" y="66"/>
                      <a:pt x="122" y="65"/>
                      <a:pt x="123" y="65"/>
                    </a:cubicBezTo>
                    <a:cubicBezTo>
                      <a:pt x="123" y="64"/>
                      <a:pt x="124" y="63"/>
                      <a:pt x="124" y="62"/>
                    </a:cubicBezTo>
                    <a:cubicBezTo>
                      <a:pt x="125" y="61"/>
                      <a:pt x="126" y="60"/>
                      <a:pt x="126" y="58"/>
                    </a:cubicBezTo>
                    <a:cubicBezTo>
                      <a:pt x="126" y="58"/>
                      <a:pt x="126" y="58"/>
                      <a:pt x="126" y="58"/>
                    </a:cubicBezTo>
                    <a:cubicBezTo>
                      <a:pt x="128" y="56"/>
                      <a:pt x="129" y="53"/>
                      <a:pt x="131" y="51"/>
                    </a:cubicBezTo>
                    <a:cubicBezTo>
                      <a:pt x="132" y="51"/>
                      <a:pt x="132" y="51"/>
                      <a:pt x="133" y="51"/>
                    </a:cubicBezTo>
                    <a:cubicBezTo>
                      <a:pt x="132" y="53"/>
                      <a:pt x="134" y="56"/>
                      <a:pt x="132" y="57"/>
                    </a:cubicBezTo>
                    <a:cubicBezTo>
                      <a:pt x="130" y="61"/>
                      <a:pt x="128" y="64"/>
                      <a:pt x="126" y="67"/>
                    </a:cubicBezTo>
                    <a:cubicBezTo>
                      <a:pt x="124" y="69"/>
                      <a:pt x="123" y="72"/>
                      <a:pt x="122" y="73"/>
                    </a:cubicBezTo>
                    <a:cubicBezTo>
                      <a:pt x="122" y="70"/>
                      <a:pt x="122" y="69"/>
                      <a:pt x="122" y="66"/>
                    </a:cubicBezTo>
                    <a:close/>
                    <a:moveTo>
                      <a:pt x="122" y="75"/>
                    </a:moveTo>
                    <a:cubicBezTo>
                      <a:pt x="122" y="74"/>
                      <a:pt x="124" y="72"/>
                      <a:pt x="124" y="71"/>
                    </a:cubicBezTo>
                    <a:cubicBezTo>
                      <a:pt x="125" y="70"/>
                      <a:pt x="125" y="69"/>
                      <a:pt x="126" y="69"/>
                    </a:cubicBezTo>
                    <a:cubicBezTo>
                      <a:pt x="125" y="68"/>
                      <a:pt x="126" y="68"/>
                      <a:pt x="126" y="68"/>
                    </a:cubicBezTo>
                    <a:cubicBezTo>
                      <a:pt x="126" y="67"/>
                      <a:pt x="126" y="67"/>
                      <a:pt x="127" y="67"/>
                    </a:cubicBezTo>
                    <a:cubicBezTo>
                      <a:pt x="127" y="67"/>
                      <a:pt x="127" y="67"/>
                      <a:pt x="127" y="67"/>
                    </a:cubicBezTo>
                    <a:cubicBezTo>
                      <a:pt x="127" y="67"/>
                      <a:pt x="127" y="67"/>
                      <a:pt x="127" y="67"/>
                    </a:cubicBezTo>
                    <a:cubicBezTo>
                      <a:pt x="127" y="67"/>
                      <a:pt x="128" y="66"/>
                      <a:pt x="127" y="66"/>
                    </a:cubicBezTo>
                    <a:cubicBezTo>
                      <a:pt x="128" y="66"/>
                      <a:pt x="128" y="66"/>
                      <a:pt x="128" y="66"/>
                    </a:cubicBezTo>
                    <a:cubicBezTo>
                      <a:pt x="128" y="65"/>
                      <a:pt x="128" y="65"/>
                      <a:pt x="128" y="65"/>
                    </a:cubicBezTo>
                    <a:cubicBezTo>
                      <a:pt x="130" y="62"/>
                      <a:pt x="131" y="59"/>
                      <a:pt x="133" y="57"/>
                    </a:cubicBezTo>
                    <a:cubicBezTo>
                      <a:pt x="133" y="59"/>
                      <a:pt x="133" y="61"/>
                      <a:pt x="133" y="63"/>
                    </a:cubicBezTo>
                    <a:cubicBezTo>
                      <a:pt x="133" y="64"/>
                      <a:pt x="132" y="64"/>
                      <a:pt x="131" y="66"/>
                    </a:cubicBezTo>
                    <a:cubicBezTo>
                      <a:pt x="130" y="67"/>
                      <a:pt x="130" y="69"/>
                      <a:pt x="129" y="70"/>
                    </a:cubicBezTo>
                    <a:cubicBezTo>
                      <a:pt x="128" y="71"/>
                      <a:pt x="127" y="72"/>
                      <a:pt x="127" y="73"/>
                    </a:cubicBezTo>
                    <a:cubicBezTo>
                      <a:pt x="127" y="73"/>
                      <a:pt x="127" y="73"/>
                      <a:pt x="127" y="73"/>
                    </a:cubicBezTo>
                    <a:cubicBezTo>
                      <a:pt x="126" y="74"/>
                      <a:pt x="126" y="74"/>
                      <a:pt x="125" y="75"/>
                    </a:cubicBezTo>
                    <a:cubicBezTo>
                      <a:pt x="125" y="76"/>
                      <a:pt x="124" y="77"/>
                      <a:pt x="124" y="78"/>
                    </a:cubicBezTo>
                    <a:cubicBezTo>
                      <a:pt x="123" y="78"/>
                      <a:pt x="123" y="79"/>
                      <a:pt x="122" y="80"/>
                    </a:cubicBezTo>
                    <a:cubicBezTo>
                      <a:pt x="122" y="79"/>
                      <a:pt x="121" y="76"/>
                      <a:pt x="122" y="75"/>
                    </a:cubicBezTo>
                    <a:close/>
                    <a:moveTo>
                      <a:pt x="122" y="86"/>
                    </a:moveTo>
                    <a:cubicBezTo>
                      <a:pt x="122" y="84"/>
                      <a:pt x="122" y="83"/>
                      <a:pt x="122" y="82"/>
                    </a:cubicBezTo>
                    <a:cubicBezTo>
                      <a:pt x="124" y="79"/>
                      <a:pt x="126" y="76"/>
                      <a:pt x="128" y="72"/>
                    </a:cubicBezTo>
                    <a:cubicBezTo>
                      <a:pt x="128" y="72"/>
                      <a:pt x="128" y="72"/>
                      <a:pt x="129" y="72"/>
                    </a:cubicBezTo>
                    <a:cubicBezTo>
                      <a:pt x="129" y="70"/>
                      <a:pt x="130" y="69"/>
                      <a:pt x="130" y="68"/>
                    </a:cubicBezTo>
                    <a:cubicBezTo>
                      <a:pt x="131" y="67"/>
                      <a:pt x="132" y="67"/>
                      <a:pt x="132" y="66"/>
                    </a:cubicBezTo>
                    <a:cubicBezTo>
                      <a:pt x="133" y="66"/>
                      <a:pt x="132" y="65"/>
                      <a:pt x="133" y="65"/>
                    </a:cubicBezTo>
                    <a:cubicBezTo>
                      <a:pt x="134" y="67"/>
                      <a:pt x="133" y="68"/>
                      <a:pt x="133" y="71"/>
                    </a:cubicBezTo>
                    <a:cubicBezTo>
                      <a:pt x="131" y="73"/>
                      <a:pt x="130" y="76"/>
                      <a:pt x="128" y="78"/>
                    </a:cubicBezTo>
                    <a:cubicBezTo>
                      <a:pt x="127" y="80"/>
                      <a:pt x="127" y="81"/>
                      <a:pt x="126" y="83"/>
                    </a:cubicBezTo>
                    <a:cubicBezTo>
                      <a:pt x="125" y="84"/>
                      <a:pt x="123" y="86"/>
                      <a:pt x="123" y="87"/>
                    </a:cubicBezTo>
                    <a:cubicBezTo>
                      <a:pt x="123" y="88"/>
                      <a:pt x="123" y="88"/>
                      <a:pt x="123" y="89"/>
                    </a:cubicBezTo>
                    <a:cubicBezTo>
                      <a:pt x="124" y="88"/>
                      <a:pt x="124" y="87"/>
                      <a:pt x="124" y="87"/>
                    </a:cubicBezTo>
                    <a:cubicBezTo>
                      <a:pt x="125" y="84"/>
                      <a:pt x="127" y="83"/>
                      <a:pt x="128" y="80"/>
                    </a:cubicBezTo>
                    <a:cubicBezTo>
                      <a:pt x="129" y="79"/>
                      <a:pt x="129" y="78"/>
                      <a:pt x="130" y="77"/>
                    </a:cubicBezTo>
                    <a:cubicBezTo>
                      <a:pt x="131" y="76"/>
                      <a:pt x="132" y="74"/>
                      <a:pt x="133" y="72"/>
                    </a:cubicBezTo>
                    <a:cubicBezTo>
                      <a:pt x="133" y="75"/>
                      <a:pt x="133" y="76"/>
                      <a:pt x="133" y="79"/>
                    </a:cubicBezTo>
                    <a:cubicBezTo>
                      <a:pt x="133" y="80"/>
                      <a:pt x="131" y="81"/>
                      <a:pt x="131" y="83"/>
                    </a:cubicBezTo>
                    <a:cubicBezTo>
                      <a:pt x="129" y="85"/>
                      <a:pt x="128" y="86"/>
                      <a:pt x="127" y="88"/>
                    </a:cubicBezTo>
                    <a:cubicBezTo>
                      <a:pt x="126" y="89"/>
                      <a:pt x="126" y="90"/>
                      <a:pt x="125" y="92"/>
                    </a:cubicBezTo>
                    <a:cubicBezTo>
                      <a:pt x="124" y="93"/>
                      <a:pt x="123" y="94"/>
                      <a:pt x="122" y="95"/>
                    </a:cubicBezTo>
                    <a:cubicBezTo>
                      <a:pt x="122" y="92"/>
                      <a:pt x="122" y="88"/>
                      <a:pt x="122" y="86"/>
                    </a:cubicBezTo>
                    <a:close/>
                    <a:moveTo>
                      <a:pt x="123" y="96"/>
                    </a:moveTo>
                    <a:cubicBezTo>
                      <a:pt x="124" y="93"/>
                      <a:pt x="126" y="92"/>
                      <a:pt x="126" y="90"/>
                    </a:cubicBezTo>
                    <a:cubicBezTo>
                      <a:pt x="127" y="90"/>
                      <a:pt x="127" y="89"/>
                      <a:pt x="127" y="89"/>
                    </a:cubicBezTo>
                    <a:cubicBezTo>
                      <a:pt x="127" y="89"/>
                      <a:pt x="128" y="89"/>
                      <a:pt x="127" y="89"/>
                    </a:cubicBezTo>
                    <a:cubicBezTo>
                      <a:pt x="130" y="86"/>
                      <a:pt x="131" y="83"/>
                      <a:pt x="133" y="80"/>
                    </a:cubicBezTo>
                    <a:cubicBezTo>
                      <a:pt x="133" y="80"/>
                      <a:pt x="133" y="80"/>
                      <a:pt x="133" y="80"/>
                    </a:cubicBezTo>
                    <a:cubicBezTo>
                      <a:pt x="133" y="82"/>
                      <a:pt x="133" y="83"/>
                      <a:pt x="133" y="85"/>
                    </a:cubicBezTo>
                    <a:cubicBezTo>
                      <a:pt x="133" y="86"/>
                      <a:pt x="132" y="87"/>
                      <a:pt x="131" y="88"/>
                    </a:cubicBezTo>
                    <a:cubicBezTo>
                      <a:pt x="130" y="90"/>
                      <a:pt x="128" y="93"/>
                      <a:pt x="127" y="95"/>
                    </a:cubicBezTo>
                    <a:cubicBezTo>
                      <a:pt x="126" y="96"/>
                      <a:pt x="125" y="97"/>
                      <a:pt x="125" y="98"/>
                    </a:cubicBezTo>
                    <a:cubicBezTo>
                      <a:pt x="124" y="99"/>
                      <a:pt x="124" y="99"/>
                      <a:pt x="124" y="99"/>
                    </a:cubicBezTo>
                    <a:cubicBezTo>
                      <a:pt x="123" y="100"/>
                      <a:pt x="123" y="100"/>
                      <a:pt x="123" y="100"/>
                    </a:cubicBezTo>
                    <a:cubicBezTo>
                      <a:pt x="123" y="100"/>
                      <a:pt x="123" y="101"/>
                      <a:pt x="122" y="101"/>
                    </a:cubicBezTo>
                    <a:cubicBezTo>
                      <a:pt x="122" y="99"/>
                      <a:pt x="122" y="98"/>
                      <a:pt x="122" y="96"/>
                    </a:cubicBezTo>
                    <a:cubicBezTo>
                      <a:pt x="123" y="96"/>
                      <a:pt x="123" y="96"/>
                      <a:pt x="123" y="96"/>
                    </a:cubicBezTo>
                    <a:close/>
                    <a:moveTo>
                      <a:pt x="122" y="102"/>
                    </a:moveTo>
                    <a:cubicBezTo>
                      <a:pt x="123" y="102"/>
                      <a:pt x="123" y="102"/>
                      <a:pt x="123" y="102"/>
                    </a:cubicBezTo>
                    <a:cubicBezTo>
                      <a:pt x="124" y="99"/>
                      <a:pt x="127" y="97"/>
                      <a:pt x="128" y="94"/>
                    </a:cubicBezTo>
                    <a:cubicBezTo>
                      <a:pt x="128" y="94"/>
                      <a:pt x="129" y="93"/>
                      <a:pt x="129" y="92"/>
                    </a:cubicBezTo>
                    <a:cubicBezTo>
                      <a:pt x="130" y="91"/>
                      <a:pt x="132" y="89"/>
                      <a:pt x="133" y="87"/>
                    </a:cubicBezTo>
                    <a:cubicBezTo>
                      <a:pt x="133" y="87"/>
                      <a:pt x="133" y="87"/>
                      <a:pt x="133" y="87"/>
                    </a:cubicBezTo>
                    <a:cubicBezTo>
                      <a:pt x="133" y="88"/>
                      <a:pt x="134" y="90"/>
                      <a:pt x="133" y="92"/>
                    </a:cubicBezTo>
                    <a:cubicBezTo>
                      <a:pt x="133" y="93"/>
                      <a:pt x="131" y="94"/>
                      <a:pt x="131" y="96"/>
                    </a:cubicBezTo>
                    <a:cubicBezTo>
                      <a:pt x="128" y="99"/>
                      <a:pt x="126" y="104"/>
                      <a:pt x="123" y="107"/>
                    </a:cubicBezTo>
                    <a:cubicBezTo>
                      <a:pt x="123" y="107"/>
                      <a:pt x="122" y="107"/>
                      <a:pt x="122" y="107"/>
                    </a:cubicBezTo>
                    <a:cubicBezTo>
                      <a:pt x="122" y="106"/>
                      <a:pt x="122" y="104"/>
                      <a:pt x="122" y="102"/>
                    </a:cubicBezTo>
                    <a:close/>
                    <a:moveTo>
                      <a:pt x="125" y="112"/>
                    </a:moveTo>
                    <a:cubicBezTo>
                      <a:pt x="124" y="113"/>
                      <a:pt x="124" y="112"/>
                      <a:pt x="123" y="112"/>
                    </a:cubicBezTo>
                    <a:cubicBezTo>
                      <a:pt x="123" y="111"/>
                      <a:pt x="122" y="110"/>
                      <a:pt x="122" y="109"/>
                    </a:cubicBezTo>
                    <a:cubicBezTo>
                      <a:pt x="123" y="109"/>
                      <a:pt x="123" y="108"/>
                      <a:pt x="124" y="108"/>
                    </a:cubicBezTo>
                    <a:cubicBezTo>
                      <a:pt x="124" y="107"/>
                      <a:pt x="124" y="107"/>
                      <a:pt x="124" y="107"/>
                    </a:cubicBezTo>
                    <a:cubicBezTo>
                      <a:pt x="126" y="104"/>
                      <a:pt x="128" y="102"/>
                      <a:pt x="129" y="99"/>
                    </a:cubicBezTo>
                    <a:cubicBezTo>
                      <a:pt x="131" y="97"/>
                      <a:pt x="132" y="95"/>
                      <a:pt x="133" y="93"/>
                    </a:cubicBezTo>
                    <a:cubicBezTo>
                      <a:pt x="133" y="95"/>
                      <a:pt x="133" y="96"/>
                      <a:pt x="134" y="98"/>
                    </a:cubicBezTo>
                    <a:cubicBezTo>
                      <a:pt x="134" y="100"/>
                      <a:pt x="132" y="101"/>
                      <a:pt x="131" y="104"/>
                    </a:cubicBezTo>
                    <a:cubicBezTo>
                      <a:pt x="130" y="105"/>
                      <a:pt x="130" y="106"/>
                      <a:pt x="129" y="106"/>
                    </a:cubicBezTo>
                    <a:cubicBezTo>
                      <a:pt x="129" y="108"/>
                      <a:pt x="128" y="108"/>
                      <a:pt x="127" y="110"/>
                    </a:cubicBezTo>
                    <a:cubicBezTo>
                      <a:pt x="126" y="110"/>
                      <a:pt x="126" y="111"/>
                      <a:pt x="125" y="112"/>
                    </a:cubicBezTo>
                    <a:close/>
                    <a:moveTo>
                      <a:pt x="130" y="112"/>
                    </a:moveTo>
                    <a:cubicBezTo>
                      <a:pt x="130" y="111"/>
                      <a:pt x="132" y="110"/>
                      <a:pt x="132" y="109"/>
                    </a:cubicBezTo>
                    <a:cubicBezTo>
                      <a:pt x="132" y="108"/>
                      <a:pt x="133" y="108"/>
                      <a:pt x="133" y="107"/>
                    </a:cubicBezTo>
                    <a:cubicBezTo>
                      <a:pt x="134" y="108"/>
                      <a:pt x="133" y="111"/>
                      <a:pt x="134" y="112"/>
                    </a:cubicBezTo>
                    <a:cubicBezTo>
                      <a:pt x="133" y="112"/>
                      <a:pt x="131" y="112"/>
                      <a:pt x="130" y="112"/>
                    </a:cubicBezTo>
                    <a:close/>
                    <a:moveTo>
                      <a:pt x="129" y="112"/>
                    </a:moveTo>
                    <a:cubicBezTo>
                      <a:pt x="128" y="112"/>
                      <a:pt x="127" y="112"/>
                      <a:pt x="126" y="112"/>
                    </a:cubicBezTo>
                    <a:cubicBezTo>
                      <a:pt x="126" y="111"/>
                      <a:pt x="127" y="111"/>
                      <a:pt x="127" y="110"/>
                    </a:cubicBezTo>
                    <a:cubicBezTo>
                      <a:pt x="128" y="110"/>
                      <a:pt x="128" y="109"/>
                      <a:pt x="128" y="109"/>
                    </a:cubicBezTo>
                    <a:cubicBezTo>
                      <a:pt x="128" y="108"/>
                      <a:pt x="130" y="107"/>
                      <a:pt x="130" y="106"/>
                    </a:cubicBezTo>
                    <a:cubicBezTo>
                      <a:pt x="130" y="106"/>
                      <a:pt x="130" y="106"/>
                      <a:pt x="130" y="106"/>
                    </a:cubicBezTo>
                    <a:cubicBezTo>
                      <a:pt x="130" y="106"/>
                      <a:pt x="130" y="106"/>
                      <a:pt x="130" y="105"/>
                    </a:cubicBezTo>
                    <a:cubicBezTo>
                      <a:pt x="132" y="104"/>
                      <a:pt x="132" y="102"/>
                      <a:pt x="133" y="101"/>
                    </a:cubicBezTo>
                    <a:cubicBezTo>
                      <a:pt x="134" y="106"/>
                      <a:pt x="131" y="108"/>
                      <a:pt x="129" y="112"/>
                    </a:cubicBezTo>
                    <a:close/>
                    <a:moveTo>
                      <a:pt x="134" y="72"/>
                    </a:moveTo>
                    <a:cubicBezTo>
                      <a:pt x="134" y="71"/>
                      <a:pt x="134" y="71"/>
                      <a:pt x="134" y="70"/>
                    </a:cubicBezTo>
                    <a:cubicBezTo>
                      <a:pt x="135" y="71"/>
                      <a:pt x="135" y="71"/>
                      <a:pt x="134" y="72"/>
                    </a:cubicBezTo>
                    <a:close/>
                    <a:moveTo>
                      <a:pt x="135" y="104"/>
                    </a:moveTo>
                    <a:cubicBezTo>
                      <a:pt x="134" y="104"/>
                      <a:pt x="135" y="103"/>
                      <a:pt x="134" y="103"/>
                    </a:cubicBezTo>
                    <a:cubicBezTo>
                      <a:pt x="135" y="103"/>
                      <a:pt x="135" y="104"/>
                      <a:pt x="135"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7" name="Freeform 55"/>
              <p:cNvSpPr/>
              <p:nvPr/>
            </p:nvSpPr>
            <p:spPr bwMode="auto">
              <a:xfrm>
                <a:off x="6985000" y="185420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pic>
          <p:nvPicPr>
            <p:cNvPr id="67" name="图片 66"/>
            <p:cNvPicPr>
              <a:picLocks noChangeAspect="1"/>
            </p:cNvPicPr>
            <p:nvPr/>
          </p:nvPicPr>
          <p:blipFill>
            <a:blip r:embed="rId2"/>
            <a:stretch>
              <a:fillRect/>
            </a:stretch>
          </p:blipFill>
          <p:spPr>
            <a:xfrm>
              <a:off x="4499827" y="4057330"/>
              <a:ext cx="2199322" cy="1940341"/>
            </a:xfrm>
            <a:prstGeom prst="rect">
              <a:avLst/>
            </a:prstGeom>
          </p:spPr>
        </p:pic>
      </p:grpSp>
      <p:sp>
        <p:nvSpPr>
          <p:cNvPr id="68" name="矩形 67"/>
          <p:cNvSpPr/>
          <p:nvPr/>
        </p:nvSpPr>
        <p:spPr>
          <a:xfrm>
            <a:off x="5363224" y="1798657"/>
            <a:ext cx="5341947"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3200" dirty="0">
                <a:cs typeface="+mn-ea"/>
                <a:sym typeface="+mn-lt"/>
              </a:rPr>
              <a:t>BUSINESS</a:t>
            </a:r>
            <a:r>
              <a:rPr kumimoji="1" lang="zh-CN" altLang="en-US" sz="3200" dirty="0">
                <a:cs typeface="+mn-ea"/>
                <a:sym typeface="+mn-lt"/>
              </a:rPr>
              <a:t> </a:t>
            </a:r>
            <a:r>
              <a:rPr kumimoji="1" lang="en-US" altLang="zh-CN" sz="3200" dirty="0">
                <a:cs typeface="+mn-ea"/>
                <a:sym typeface="+mn-lt"/>
              </a:rPr>
              <a:t>REPORT</a:t>
            </a:r>
          </a:p>
        </p:txBody>
      </p:sp>
      <p:sp>
        <p:nvSpPr>
          <p:cNvPr id="69" name="文本框 15"/>
          <p:cNvSpPr txBox="1"/>
          <p:nvPr/>
        </p:nvSpPr>
        <p:spPr>
          <a:xfrm>
            <a:off x="5363224" y="2374609"/>
            <a:ext cx="6375661"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800" dirty="0">
                <a:cs typeface="+mn-ea"/>
                <a:sym typeface="+mn-lt"/>
              </a:rPr>
              <a:t>汇报结束，谢谢观看</a:t>
            </a:r>
          </a:p>
        </p:txBody>
      </p:sp>
      <p:sp>
        <p:nvSpPr>
          <p:cNvPr id="70" name="Заголовок 1"/>
          <p:cNvSpPr txBox="1"/>
          <p:nvPr/>
        </p:nvSpPr>
        <p:spPr>
          <a:xfrm>
            <a:off x="5401647" y="3136229"/>
            <a:ext cx="6298814" cy="377026"/>
          </a:xfrm>
          <a:prstGeom prst="rect">
            <a:avLst/>
          </a:prstGeom>
        </p:spPr>
        <p:txBody>
          <a:bodyPr wrap="square"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dist"/>
            <a:r>
              <a:rPr lang="zh-CN" altLang="en-US" sz="2000" dirty="0">
                <a:latin typeface="+mn-lt"/>
                <a:ea typeface="+mn-ea"/>
                <a:cs typeface="+mn-ea"/>
                <a:sym typeface="+mn-lt"/>
              </a:rPr>
              <a:t>教学课件</a:t>
            </a:r>
            <a:r>
              <a:rPr lang="en-US" altLang="zh-CN" sz="2000" dirty="0">
                <a:latin typeface="+mn-lt"/>
                <a:ea typeface="+mn-ea"/>
                <a:cs typeface="+mn-ea"/>
                <a:sym typeface="+mn-lt"/>
              </a:rPr>
              <a:t>/</a:t>
            </a:r>
            <a:r>
              <a:rPr lang="zh-CN" altLang="en-US" sz="2000" dirty="0">
                <a:latin typeface="+mn-lt"/>
                <a:ea typeface="+mn-ea"/>
                <a:cs typeface="+mn-ea"/>
                <a:sym typeface="+mn-lt"/>
              </a:rPr>
              <a:t>总结计划</a:t>
            </a:r>
            <a:r>
              <a:rPr lang="en-US" altLang="zh-CN" sz="2000" dirty="0">
                <a:latin typeface="+mn-lt"/>
                <a:ea typeface="+mn-ea"/>
                <a:cs typeface="+mn-ea"/>
                <a:sym typeface="+mn-lt"/>
              </a:rPr>
              <a:t>/</a:t>
            </a:r>
            <a:r>
              <a:rPr lang="zh-CN" altLang="en-US" sz="2000" dirty="0">
                <a:latin typeface="+mn-lt"/>
                <a:ea typeface="+mn-ea"/>
                <a:cs typeface="+mn-ea"/>
                <a:sym typeface="+mn-lt"/>
              </a:rPr>
              <a:t>述职报告</a:t>
            </a:r>
            <a:r>
              <a:rPr lang="en-US" altLang="zh-CN" sz="2000" dirty="0">
                <a:latin typeface="+mn-lt"/>
                <a:ea typeface="+mn-ea"/>
                <a:cs typeface="+mn-ea"/>
                <a:sym typeface="+mn-lt"/>
              </a:rPr>
              <a:t>/</a:t>
            </a:r>
            <a:r>
              <a:rPr lang="zh-CN" altLang="en-US" sz="2000" dirty="0">
                <a:latin typeface="+mn-lt"/>
                <a:ea typeface="+mn-ea"/>
                <a:cs typeface="+mn-ea"/>
                <a:sym typeface="+mn-lt"/>
              </a:rPr>
              <a:t>商务通用</a:t>
            </a:r>
            <a:endParaRPr lang="en-US" sz="2000" dirty="0">
              <a:latin typeface="+mn-lt"/>
              <a:ea typeface="+mn-ea"/>
              <a:cs typeface="+mn-ea"/>
              <a:sym typeface="+mn-lt"/>
            </a:endParaRPr>
          </a:p>
        </p:txBody>
      </p:sp>
      <p:sp>
        <p:nvSpPr>
          <p:cNvPr id="73" name="文本框 33"/>
          <p:cNvSpPr txBox="1"/>
          <p:nvPr/>
        </p:nvSpPr>
        <p:spPr>
          <a:xfrm>
            <a:off x="5029822" y="3880416"/>
            <a:ext cx="2677959"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cs typeface="+mn-ea"/>
                <a:sym typeface="+mn-lt"/>
              </a:rPr>
              <a:t>汇报人：风云办公</a:t>
            </a:r>
          </a:p>
        </p:txBody>
      </p:sp>
      <p:sp>
        <p:nvSpPr>
          <p:cNvPr id="74" name="任意多边形: 形状 73"/>
          <p:cNvSpPr/>
          <p:nvPr/>
        </p:nvSpPr>
        <p:spPr>
          <a:xfrm>
            <a:off x="5466464" y="3534037"/>
            <a:ext cx="6148398" cy="45719"/>
          </a:xfrm>
          <a:custGeom>
            <a:avLst/>
            <a:gdLst>
              <a:gd name="connsiteX0" fmla="*/ 0 w 4076700"/>
              <a:gd name="connsiteY0" fmla="*/ 95250 h 133350"/>
              <a:gd name="connsiteX1" fmla="*/ 476250 w 4076700"/>
              <a:gd name="connsiteY1" fmla="*/ 76200 h 133350"/>
              <a:gd name="connsiteX2" fmla="*/ 552450 w 4076700"/>
              <a:gd name="connsiteY2" fmla="*/ 57150 h 133350"/>
              <a:gd name="connsiteX3" fmla="*/ 742950 w 4076700"/>
              <a:gd name="connsiteY3" fmla="*/ 38100 h 133350"/>
              <a:gd name="connsiteX4" fmla="*/ 876300 w 4076700"/>
              <a:gd name="connsiteY4" fmla="*/ 19050 h 133350"/>
              <a:gd name="connsiteX5" fmla="*/ 1066800 w 4076700"/>
              <a:gd name="connsiteY5" fmla="*/ 38100 h 133350"/>
              <a:gd name="connsiteX6" fmla="*/ 1143000 w 4076700"/>
              <a:gd name="connsiteY6" fmla="*/ 57150 h 133350"/>
              <a:gd name="connsiteX7" fmla="*/ 1276350 w 4076700"/>
              <a:gd name="connsiteY7" fmla="*/ 95250 h 133350"/>
              <a:gd name="connsiteX8" fmla="*/ 1485900 w 4076700"/>
              <a:gd name="connsiteY8" fmla="*/ 114300 h 133350"/>
              <a:gd name="connsiteX9" fmla="*/ 1600200 w 4076700"/>
              <a:gd name="connsiteY9" fmla="*/ 133350 h 133350"/>
              <a:gd name="connsiteX10" fmla="*/ 2628900 w 4076700"/>
              <a:gd name="connsiteY10" fmla="*/ 114300 h 133350"/>
              <a:gd name="connsiteX11" fmla="*/ 2781300 w 4076700"/>
              <a:gd name="connsiteY11" fmla="*/ 76200 h 133350"/>
              <a:gd name="connsiteX12" fmla="*/ 2990850 w 4076700"/>
              <a:gd name="connsiteY12" fmla="*/ 38100 h 133350"/>
              <a:gd name="connsiteX13" fmla="*/ 3219450 w 4076700"/>
              <a:gd name="connsiteY13" fmla="*/ 19050 h 133350"/>
              <a:gd name="connsiteX14" fmla="*/ 4076700 w 4076700"/>
              <a:gd name="connsiteY14" fmla="*/ 0 h 133350"/>
              <a:gd name="connsiteX0-1" fmla="*/ 0 w 4076700"/>
              <a:gd name="connsiteY0-2" fmla="*/ 95250 h 133372"/>
              <a:gd name="connsiteX1-3" fmla="*/ 476250 w 4076700"/>
              <a:gd name="connsiteY1-4" fmla="*/ 76200 h 133372"/>
              <a:gd name="connsiteX2-5" fmla="*/ 552450 w 4076700"/>
              <a:gd name="connsiteY2-6" fmla="*/ 57150 h 133372"/>
              <a:gd name="connsiteX3-7" fmla="*/ 742950 w 4076700"/>
              <a:gd name="connsiteY3-8" fmla="*/ 38100 h 133372"/>
              <a:gd name="connsiteX4-9" fmla="*/ 876300 w 4076700"/>
              <a:gd name="connsiteY4-10" fmla="*/ 19050 h 133372"/>
              <a:gd name="connsiteX5-11" fmla="*/ 1066800 w 4076700"/>
              <a:gd name="connsiteY5-12" fmla="*/ 38100 h 133372"/>
              <a:gd name="connsiteX6-13" fmla="*/ 1143000 w 4076700"/>
              <a:gd name="connsiteY6-14" fmla="*/ 57150 h 133372"/>
              <a:gd name="connsiteX7-15" fmla="*/ 1276350 w 4076700"/>
              <a:gd name="connsiteY7-16" fmla="*/ 95250 h 133372"/>
              <a:gd name="connsiteX8-17" fmla="*/ 1485900 w 4076700"/>
              <a:gd name="connsiteY8-18" fmla="*/ 114300 h 133372"/>
              <a:gd name="connsiteX9-19" fmla="*/ 1600200 w 4076700"/>
              <a:gd name="connsiteY9-20" fmla="*/ 133350 h 133372"/>
              <a:gd name="connsiteX10-21" fmla="*/ 2106930 w 4076700"/>
              <a:gd name="connsiteY10-22" fmla="*/ 118110 h 133372"/>
              <a:gd name="connsiteX11-23" fmla="*/ 2628900 w 4076700"/>
              <a:gd name="connsiteY11-24" fmla="*/ 114300 h 133372"/>
              <a:gd name="connsiteX12-25" fmla="*/ 2781300 w 4076700"/>
              <a:gd name="connsiteY12-26" fmla="*/ 76200 h 133372"/>
              <a:gd name="connsiteX13-27" fmla="*/ 2990850 w 4076700"/>
              <a:gd name="connsiteY13-28" fmla="*/ 38100 h 133372"/>
              <a:gd name="connsiteX14-29" fmla="*/ 3219450 w 4076700"/>
              <a:gd name="connsiteY14-30" fmla="*/ 19050 h 133372"/>
              <a:gd name="connsiteX15" fmla="*/ 4076700 w 4076700"/>
              <a:gd name="connsiteY15" fmla="*/ 0 h 133372"/>
              <a:gd name="connsiteX0-31" fmla="*/ 0 w 4076700"/>
              <a:gd name="connsiteY0-32" fmla="*/ 95250 h 133372"/>
              <a:gd name="connsiteX1-33" fmla="*/ 476250 w 4076700"/>
              <a:gd name="connsiteY1-34" fmla="*/ 76200 h 133372"/>
              <a:gd name="connsiteX2-35" fmla="*/ 552450 w 4076700"/>
              <a:gd name="connsiteY2-36" fmla="*/ 57150 h 133372"/>
              <a:gd name="connsiteX3-37" fmla="*/ 742950 w 4076700"/>
              <a:gd name="connsiteY3-38" fmla="*/ 38100 h 133372"/>
              <a:gd name="connsiteX4-39" fmla="*/ 876300 w 4076700"/>
              <a:gd name="connsiteY4-40" fmla="*/ 19050 h 133372"/>
              <a:gd name="connsiteX5-41" fmla="*/ 1066800 w 4076700"/>
              <a:gd name="connsiteY5-42" fmla="*/ 38100 h 133372"/>
              <a:gd name="connsiteX6-43" fmla="*/ 1143000 w 4076700"/>
              <a:gd name="connsiteY6-44" fmla="*/ 57150 h 133372"/>
              <a:gd name="connsiteX7-45" fmla="*/ 1276350 w 4076700"/>
              <a:gd name="connsiteY7-46" fmla="*/ 95250 h 133372"/>
              <a:gd name="connsiteX8-47" fmla="*/ 1485900 w 4076700"/>
              <a:gd name="connsiteY8-48" fmla="*/ 114300 h 133372"/>
              <a:gd name="connsiteX9-49" fmla="*/ 1600200 w 4076700"/>
              <a:gd name="connsiteY9-50" fmla="*/ 133350 h 133372"/>
              <a:gd name="connsiteX10-51" fmla="*/ 2106930 w 4076700"/>
              <a:gd name="connsiteY10-52" fmla="*/ 118110 h 133372"/>
              <a:gd name="connsiteX11-53" fmla="*/ 2628900 w 4076700"/>
              <a:gd name="connsiteY11-54" fmla="*/ 114300 h 133372"/>
              <a:gd name="connsiteX12-55" fmla="*/ 2781300 w 4076700"/>
              <a:gd name="connsiteY12-56" fmla="*/ 76200 h 133372"/>
              <a:gd name="connsiteX13-57" fmla="*/ 2990850 w 4076700"/>
              <a:gd name="connsiteY13-58" fmla="*/ 38100 h 133372"/>
              <a:gd name="connsiteX14-59" fmla="*/ 3219450 w 4076700"/>
              <a:gd name="connsiteY14-60" fmla="*/ 19050 h 133372"/>
              <a:gd name="connsiteX15-61" fmla="*/ 4076700 w 4076700"/>
              <a:gd name="connsiteY15-62" fmla="*/ 0 h 133372"/>
              <a:gd name="connsiteX0-63" fmla="*/ 0 w 4076700"/>
              <a:gd name="connsiteY0-64" fmla="*/ 95250 h 133372"/>
              <a:gd name="connsiteX1-65" fmla="*/ 476250 w 4076700"/>
              <a:gd name="connsiteY1-66" fmla="*/ 76200 h 133372"/>
              <a:gd name="connsiteX2-67" fmla="*/ 552450 w 4076700"/>
              <a:gd name="connsiteY2-68" fmla="*/ 57150 h 133372"/>
              <a:gd name="connsiteX3-69" fmla="*/ 742950 w 4076700"/>
              <a:gd name="connsiteY3-70" fmla="*/ 38100 h 133372"/>
              <a:gd name="connsiteX4-71" fmla="*/ 876300 w 4076700"/>
              <a:gd name="connsiteY4-72" fmla="*/ 19050 h 133372"/>
              <a:gd name="connsiteX5-73" fmla="*/ 1066800 w 4076700"/>
              <a:gd name="connsiteY5-74" fmla="*/ 38100 h 133372"/>
              <a:gd name="connsiteX6-75" fmla="*/ 1143000 w 4076700"/>
              <a:gd name="connsiteY6-76" fmla="*/ 57150 h 133372"/>
              <a:gd name="connsiteX7-77" fmla="*/ 1276350 w 4076700"/>
              <a:gd name="connsiteY7-78" fmla="*/ 95250 h 133372"/>
              <a:gd name="connsiteX8-79" fmla="*/ 1485900 w 4076700"/>
              <a:gd name="connsiteY8-80" fmla="*/ 114300 h 133372"/>
              <a:gd name="connsiteX9-81" fmla="*/ 1600200 w 4076700"/>
              <a:gd name="connsiteY9-82" fmla="*/ 133350 h 133372"/>
              <a:gd name="connsiteX10-83" fmla="*/ 2106930 w 4076700"/>
              <a:gd name="connsiteY10-84" fmla="*/ 118110 h 133372"/>
              <a:gd name="connsiteX11-85" fmla="*/ 2628900 w 4076700"/>
              <a:gd name="connsiteY11-86" fmla="*/ 114300 h 133372"/>
              <a:gd name="connsiteX12-87" fmla="*/ 2781300 w 4076700"/>
              <a:gd name="connsiteY12-88" fmla="*/ 76200 h 133372"/>
              <a:gd name="connsiteX13-89" fmla="*/ 2990850 w 4076700"/>
              <a:gd name="connsiteY13-90" fmla="*/ 38100 h 133372"/>
              <a:gd name="connsiteX14-91" fmla="*/ 3219450 w 4076700"/>
              <a:gd name="connsiteY14-92" fmla="*/ 19050 h 133372"/>
              <a:gd name="connsiteX15-93" fmla="*/ 4076700 w 4076700"/>
              <a:gd name="connsiteY15-94" fmla="*/ 0 h 133372"/>
              <a:gd name="connsiteX0-95" fmla="*/ 0 w 4076700"/>
              <a:gd name="connsiteY0-96" fmla="*/ 95250 h 133372"/>
              <a:gd name="connsiteX1-97" fmla="*/ 476250 w 4076700"/>
              <a:gd name="connsiteY1-98" fmla="*/ 76200 h 133372"/>
              <a:gd name="connsiteX2-99" fmla="*/ 552450 w 4076700"/>
              <a:gd name="connsiteY2-100" fmla="*/ 57150 h 133372"/>
              <a:gd name="connsiteX3-101" fmla="*/ 742950 w 4076700"/>
              <a:gd name="connsiteY3-102" fmla="*/ 38100 h 133372"/>
              <a:gd name="connsiteX4-103" fmla="*/ 876300 w 4076700"/>
              <a:gd name="connsiteY4-104" fmla="*/ 19050 h 133372"/>
              <a:gd name="connsiteX5-105" fmla="*/ 1066800 w 4076700"/>
              <a:gd name="connsiteY5-106" fmla="*/ 38100 h 133372"/>
              <a:gd name="connsiteX6-107" fmla="*/ 1143000 w 4076700"/>
              <a:gd name="connsiteY6-108" fmla="*/ 57150 h 133372"/>
              <a:gd name="connsiteX7-109" fmla="*/ 1276350 w 4076700"/>
              <a:gd name="connsiteY7-110" fmla="*/ 95250 h 133372"/>
              <a:gd name="connsiteX8-111" fmla="*/ 1485900 w 4076700"/>
              <a:gd name="connsiteY8-112" fmla="*/ 114300 h 133372"/>
              <a:gd name="connsiteX9-113" fmla="*/ 1600200 w 4076700"/>
              <a:gd name="connsiteY9-114" fmla="*/ 133350 h 133372"/>
              <a:gd name="connsiteX10-115" fmla="*/ 2106930 w 4076700"/>
              <a:gd name="connsiteY10-116" fmla="*/ 118110 h 133372"/>
              <a:gd name="connsiteX11-117" fmla="*/ 2628900 w 4076700"/>
              <a:gd name="connsiteY11-118" fmla="*/ 114300 h 133372"/>
              <a:gd name="connsiteX12-119" fmla="*/ 2781300 w 4076700"/>
              <a:gd name="connsiteY12-120" fmla="*/ 76200 h 133372"/>
              <a:gd name="connsiteX13-121" fmla="*/ 2990850 w 4076700"/>
              <a:gd name="connsiteY13-122" fmla="*/ 38100 h 133372"/>
              <a:gd name="connsiteX14-123" fmla="*/ 3219450 w 4076700"/>
              <a:gd name="connsiteY14-124" fmla="*/ 19050 h 133372"/>
              <a:gd name="connsiteX15-125" fmla="*/ 4076700 w 4076700"/>
              <a:gd name="connsiteY15-126" fmla="*/ 0 h 133372"/>
              <a:gd name="connsiteX0-127" fmla="*/ 0 w 4076700"/>
              <a:gd name="connsiteY0-128" fmla="*/ 95250 h 133372"/>
              <a:gd name="connsiteX1-129" fmla="*/ 476250 w 4076700"/>
              <a:gd name="connsiteY1-130" fmla="*/ 76200 h 133372"/>
              <a:gd name="connsiteX2-131" fmla="*/ 552450 w 4076700"/>
              <a:gd name="connsiteY2-132" fmla="*/ 57150 h 133372"/>
              <a:gd name="connsiteX3-133" fmla="*/ 742950 w 4076700"/>
              <a:gd name="connsiteY3-134" fmla="*/ 38100 h 133372"/>
              <a:gd name="connsiteX4-135" fmla="*/ 876300 w 4076700"/>
              <a:gd name="connsiteY4-136" fmla="*/ 19050 h 133372"/>
              <a:gd name="connsiteX5-137" fmla="*/ 1066800 w 4076700"/>
              <a:gd name="connsiteY5-138" fmla="*/ 38100 h 133372"/>
              <a:gd name="connsiteX6-139" fmla="*/ 1143000 w 4076700"/>
              <a:gd name="connsiteY6-140" fmla="*/ 57150 h 133372"/>
              <a:gd name="connsiteX7-141" fmla="*/ 1276350 w 4076700"/>
              <a:gd name="connsiteY7-142" fmla="*/ 95250 h 133372"/>
              <a:gd name="connsiteX8-143" fmla="*/ 1485900 w 4076700"/>
              <a:gd name="connsiteY8-144" fmla="*/ 114300 h 133372"/>
              <a:gd name="connsiteX9-145" fmla="*/ 1600200 w 4076700"/>
              <a:gd name="connsiteY9-146" fmla="*/ 133350 h 133372"/>
              <a:gd name="connsiteX10-147" fmla="*/ 2106930 w 4076700"/>
              <a:gd name="connsiteY10-148" fmla="*/ 118110 h 133372"/>
              <a:gd name="connsiteX11-149" fmla="*/ 2327910 w 4076700"/>
              <a:gd name="connsiteY11-150" fmla="*/ 118110 h 133372"/>
              <a:gd name="connsiteX12-151" fmla="*/ 2628900 w 4076700"/>
              <a:gd name="connsiteY12-152" fmla="*/ 114300 h 133372"/>
              <a:gd name="connsiteX13-153" fmla="*/ 2781300 w 4076700"/>
              <a:gd name="connsiteY13-154" fmla="*/ 76200 h 133372"/>
              <a:gd name="connsiteX14-155" fmla="*/ 2990850 w 4076700"/>
              <a:gd name="connsiteY14-156" fmla="*/ 38100 h 133372"/>
              <a:gd name="connsiteX15-157" fmla="*/ 3219450 w 4076700"/>
              <a:gd name="connsiteY15-158" fmla="*/ 19050 h 133372"/>
              <a:gd name="connsiteX16" fmla="*/ 4076700 w 4076700"/>
              <a:gd name="connsiteY16" fmla="*/ 0 h 133372"/>
              <a:gd name="connsiteX0-159" fmla="*/ 0 w 4076700"/>
              <a:gd name="connsiteY0-160" fmla="*/ 95250 h 135499"/>
              <a:gd name="connsiteX1-161" fmla="*/ 476250 w 4076700"/>
              <a:gd name="connsiteY1-162" fmla="*/ 76200 h 135499"/>
              <a:gd name="connsiteX2-163" fmla="*/ 552450 w 4076700"/>
              <a:gd name="connsiteY2-164" fmla="*/ 57150 h 135499"/>
              <a:gd name="connsiteX3-165" fmla="*/ 742950 w 4076700"/>
              <a:gd name="connsiteY3-166" fmla="*/ 38100 h 135499"/>
              <a:gd name="connsiteX4-167" fmla="*/ 876300 w 4076700"/>
              <a:gd name="connsiteY4-168" fmla="*/ 19050 h 135499"/>
              <a:gd name="connsiteX5-169" fmla="*/ 1066800 w 4076700"/>
              <a:gd name="connsiteY5-170" fmla="*/ 38100 h 135499"/>
              <a:gd name="connsiteX6-171" fmla="*/ 1143000 w 4076700"/>
              <a:gd name="connsiteY6-172" fmla="*/ 57150 h 135499"/>
              <a:gd name="connsiteX7-173" fmla="*/ 1276350 w 4076700"/>
              <a:gd name="connsiteY7-174" fmla="*/ 95250 h 135499"/>
              <a:gd name="connsiteX8-175" fmla="*/ 1485900 w 4076700"/>
              <a:gd name="connsiteY8-176" fmla="*/ 114300 h 135499"/>
              <a:gd name="connsiteX9-177" fmla="*/ 1600200 w 4076700"/>
              <a:gd name="connsiteY9-178" fmla="*/ 133350 h 135499"/>
              <a:gd name="connsiteX10-179" fmla="*/ 1863090 w 4076700"/>
              <a:gd name="connsiteY10-180" fmla="*/ 133350 h 135499"/>
              <a:gd name="connsiteX11-181" fmla="*/ 2106930 w 4076700"/>
              <a:gd name="connsiteY11-182" fmla="*/ 118110 h 135499"/>
              <a:gd name="connsiteX12-183" fmla="*/ 2327910 w 4076700"/>
              <a:gd name="connsiteY12-184" fmla="*/ 118110 h 135499"/>
              <a:gd name="connsiteX13-185" fmla="*/ 2628900 w 4076700"/>
              <a:gd name="connsiteY13-186" fmla="*/ 114300 h 135499"/>
              <a:gd name="connsiteX14-187" fmla="*/ 2781300 w 4076700"/>
              <a:gd name="connsiteY14-188" fmla="*/ 76200 h 135499"/>
              <a:gd name="connsiteX15-189" fmla="*/ 2990850 w 4076700"/>
              <a:gd name="connsiteY15-190" fmla="*/ 38100 h 135499"/>
              <a:gd name="connsiteX16-191" fmla="*/ 3219450 w 4076700"/>
              <a:gd name="connsiteY16-192" fmla="*/ 19050 h 135499"/>
              <a:gd name="connsiteX17" fmla="*/ 4076700 w 4076700"/>
              <a:gd name="connsiteY17" fmla="*/ 0 h 135499"/>
              <a:gd name="connsiteX0-193" fmla="*/ 0 w 4076700"/>
              <a:gd name="connsiteY0-194" fmla="*/ 95250 h 135499"/>
              <a:gd name="connsiteX1-195" fmla="*/ 476250 w 4076700"/>
              <a:gd name="connsiteY1-196" fmla="*/ 76200 h 135499"/>
              <a:gd name="connsiteX2-197" fmla="*/ 552450 w 4076700"/>
              <a:gd name="connsiteY2-198" fmla="*/ 57150 h 135499"/>
              <a:gd name="connsiteX3-199" fmla="*/ 742950 w 4076700"/>
              <a:gd name="connsiteY3-200" fmla="*/ 38100 h 135499"/>
              <a:gd name="connsiteX4-201" fmla="*/ 876300 w 4076700"/>
              <a:gd name="connsiteY4-202" fmla="*/ 19050 h 135499"/>
              <a:gd name="connsiteX5-203" fmla="*/ 1066800 w 4076700"/>
              <a:gd name="connsiteY5-204" fmla="*/ 38100 h 135499"/>
              <a:gd name="connsiteX6-205" fmla="*/ 1143000 w 4076700"/>
              <a:gd name="connsiteY6-206" fmla="*/ 57150 h 135499"/>
              <a:gd name="connsiteX7-207" fmla="*/ 1276350 w 4076700"/>
              <a:gd name="connsiteY7-208" fmla="*/ 95250 h 135499"/>
              <a:gd name="connsiteX8-209" fmla="*/ 1485900 w 4076700"/>
              <a:gd name="connsiteY8-210" fmla="*/ 114300 h 135499"/>
              <a:gd name="connsiteX9-211" fmla="*/ 1600200 w 4076700"/>
              <a:gd name="connsiteY9-212" fmla="*/ 133350 h 135499"/>
              <a:gd name="connsiteX10-213" fmla="*/ 1863090 w 4076700"/>
              <a:gd name="connsiteY10-214" fmla="*/ 133350 h 135499"/>
              <a:gd name="connsiteX11-215" fmla="*/ 2106930 w 4076700"/>
              <a:gd name="connsiteY11-216" fmla="*/ 102870 h 135499"/>
              <a:gd name="connsiteX12-217" fmla="*/ 2327910 w 4076700"/>
              <a:gd name="connsiteY12-218" fmla="*/ 118110 h 135499"/>
              <a:gd name="connsiteX13-219" fmla="*/ 2628900 w 4076700"/>
              <a:gd name="connsiteY13-220" fmla="*/ 114300 h 135499"/>
              <a:gd name="connsiteX14-221" fmla="*/ 2781300 w 4076700"/>
              <a:gd name="connsiteY14-222" fmla="*/ 76200 h 135499"/>
              <a:gd name="connsiteX15-223" fmla="*/ 2990850 w 4076700"/>
              <a:gd name="connsiteY15-224" fmla="*/ 38100 h 135499"/>
              <a:gd name="connsiteX16-225" fmla="*/ 3219450 w 4076700"/>
              <a:gd name="connsiteY16-226" fmla="*/ 19050 h 135499"/>
              <a:gd name="connsiteX17-227" fmla="*/ 4076700 w 4076700"/>
              <a:gd name="connsiteY17-228" fmla="*/ 0 h 135499"/>
              <a:gd name="connsiteX0-229" fmla="*/ 0 w 4076700"/>
              <a:gd name="connsiteY0-230" fmla="*/ 95250 h 133644"/>
              <a:gd name="connsiteX1-231" fmla="*/ 476250 w 4076700"/>
              <a:gd name="connsiteY1-232" fmla="*/ 76200 h 133644"/>
              <a:gd name="connsiteX2-233" fmla="*/ 552450 w 4076700"/>
              <a:gd name="connsiteY2-234" fmla="*/ 57150 h 133644"/>
              <a:gd name="connsiteX3-235" fmla="*/ 742950 w 4076700"/>
              <a:gd name="connsiteY3-236" fmla="*/ 38100 h 133644"/>
              <a:gd name="connsiteX4-237" fmla="*/ 876300 w 4076700"/>
              <a:gd name="connsiteY4-238" fmla="*/ 19050 h 133644"/>
              <a:gd name="connsiteX5-239" fmla="*/ 1066800 w 4076700"/>
              <a:gd name="connsiteY5-240" fmla="*/ 38100 h 133644"/>
              <a:gd name="connsiteX6-241" fmla="*/ 1143000 w 4076700"/>
              <a:gd name="connsiteY6-242" fmla="*/ 57150 h 133644"/>
              <a:gd name="connsiteX7-243" fmla="*/ 1276350 w 4076700"/>
              <a:gd name="connsiteY7-244" fmla="*/ 95250 h 133644"/>
              <a:gd name="connsiteX8-245" fmla="*/ 1485900 w 4076700"/>
              <a:gd name="connsiteY8-246" fmla="*/ 114300 h 133644"/>
              <a:gd name="connsiteX9-247" fmla="*/ 1600200 w 4076700"/>
              <a:gd name="connsiteY9-248" fmla="*/ 133350 h 133644"/>
              <a:gd name="connsiteX10-249" fmla="*/ 1855470 w 4076700"/>
              <a:gd name="connsiteY10-250" fmla="*/ 110490 h 133644"/>
              <a:gd name="connsiteX11-251" fmla="*/ 2106930 w 4076700"/>
              <a:gd name="connsiteY11-252" fmla="*/ 102870 h 133644"/>
              <a:gd name="connsiteX12-253" fmla="*/ 2327910 w 4076700"/>
              <a:gd name="connsiteY12-254" fmla="*/ 118110 h 133644"/>
              <a:gd name="connsiteX13-255" fmla="*/ 2628900 w 4076700"/>
              <a:gd name="connsiteY13-256" fmla="*/ 114300 h 133644"/>
              <a:gd name="connsiteX14-257" fmla="*/ 2781300 w 4076700"/>
              <a:gd name="connsiteY14-258" fmla="*/ 76200 h 133644"/>
              <a:gd name="connsiteX15-259" fmla="*/ 2990850 w 4076700"/>
              <a:gd name="connsiteY15-260" fmla="*/ 38100 h 133644"/>
              <a:gd name="connsiteX16-261" fmla="*/ 3219450 w 4076700"/>
              <a:gd name="connsiteY16-262" fmla="*/ 19050 h 133644"/>
              <a:gd name="connsiteX17-263" fmla="*/ 4076700 w 4076700"/>
              <a:gd name="connsiteY17-264" fmla="*/ 0 h 133644"/>
              <a:gd name="connsiteX0-265" fmla="*/ 0 w 4076700"/>
              <a:gd name="connsiteY0-266" fmla="*/ 95250 h 133644"/>
              <a:gd name="connsiteX1-267" fmla="*/ 476250 w 4076700"/>
              <a:gd name="connsiteY1-268" fmla="*/ 76200 h 133644"/>
              <a:gd name="connsiteX2-269" fmla="*/ 552450 w 4076700"/>
              <a:gd name="connsiteY2-270" fmla="*/ 57150 h 133644"/>
              <a:gd name="connsiteX3-271" fmla="*/ 742950 w 4076700"/>
              <a:gd name="connsiteY3-272" fmla="*/ 38100 h 133644"/>
              <a:gd name="connsiteX4-273" fmla="*/ 876300 w 4076700"/>
              <a:gd name="connsiteY4-274" fmla="*/ 19050 h 133644"/>
              <a:gd name="connsiteX5-275" fmla="*/ 1066800 w 4076700"/>
              <a:gd name="connsiteY5-276" fmla="*/ 38100 h 133644"/>
              <a:gd name="connsiteX6-277" fmla="*/ 1143000 w 4076700"/>
              <a:gd name="connsiteY6-278" fmla="*/ 57150 h 133644"/>
              <a:gd name="connsiteX7-279" fmla="*/ 1276350 w 4076700"/>
              <a:gd name="connsiteY7-280" fmla="*/ 95250 h 133644"/>
              <a:gd name="connsiteX8-281" fmla="*/ 1485900 w 4076700"/>
              <a:gd name="connsiteY8-282" fmla="*/ 114300 h 133644"/>
              <a:gd name="connsiteX9-283" fmla="*/ 1600200 w 4076700"/>
              <a:gd name="connsiteY9-284" fmla="*/ 133350 h 133644"/>
              <a:gd name="connsiteX10-285" fmla="*/ 1855470 w 4076700"/>
              <a:gd name="connsiteY10-286" fmla="*/ 110490 h 133644"/>
              <a:gd name="connsiteX11-287" fmla="*/ 2106930 w 4076700"/>
              <a:gd name="connsiteY11-288" fmla="*/ 102870 h 133644"/>
              <a:gd name="connsiteX12-289" fmla="*/ 2327910 w 4076700"/>
              <a:gd name="connsiteY12-290" fmla="*/ 87630 h 133644"/>
              <a:gd name="connsiteX13-291" fmla="*/ 2628900 w 4076700"/>
              <a:gd name="connsiteY13-292" fmla="*/ 114300 h 133644"/>
              <a:gd name="connsiteX14-293" fmla="*/ 2781300 w 4076700"/>
              <a:gd name="connsiteY14-294" fmla="*/ 76200 h 133644"/>
              <a:gd name="connsiteX15-295" fmla="*/ 2990850 w 4076700"/>
              <a:gd name="connsiteY15-296" fmla="*/ 38100 h 133644"/>
              <a:gd name="connsiteX16-297" fmla="*/ 3219450 w 4076700"/>
              <a:gd name="connsiteY16-298" fmla="*/ 19050 h 133644"/>
              <a:gd name="connsiteX17-299" fmla="*/ 4076700 w 4076700"/>
              <a:gd name="connsiteY17-300" fmla="*/ 0 h 133644"/>
              <a:gd name="connsiteX0-301" fmla="*/ 0 w 4008120"/>
              <a:gd name="connsiteY0-302" fmla="*/ 179070 h 217464"/>
              <a:gd name="connsiteX1-303" fmla="*/ 476250 w 4008120"/>
              <a:gd name="connsiteY1-304" fmla="*/ 160020 h 217464"/>
              <a:gd name="connsiteX2-305" fmla="*/ 552450 w 4008120"/>
              <a:gd name="connsiteY2-306" fmla="*/ 140970 h 217464"/>
              <a:gd name="connsiteX3-307" fmla="*/ 742950 w 4008120"/>
              <a:gd name="connsiteY3-308" fmla="*/ 121920 h 217464"/>
              <a:gd name="connsiteX4-309" fmla="*/ 876300 w 4008120"/>
              <a:gd name="connsiteY4-310" fmla="*/ 102870 h 217464"/>
              <a:gd name="connsiteX5-311" fmla="*/ 1066800 w 4008120"/>
              <a:gd name="connsiteY5-312" fmla="*/ 121920 h 217464"/>
              <a:gd name="connsiteX6-313" fmla="*/ 1143000 w 4008120"/>
              <a:gd name="connsiteY6-314" fmla="*/ 140970 h 217464"/>
              <a:gd name="connsiteX7-315" fmla="*/ 1276350 w 4008120"/>
              <a:gd name="connsiteY7-316" fmla="*/ 179070 h 217464"/>
              <a:gd name="connsiteX8-317" fmla="*/ 1485900 w 4008120"/>
              <a:gd name="connsiteY8-318" fmla="*/ 198120 h 217464"/>
              <a:gd name="connsiteX9-319" fmla="*/ 1600200 w 4008120"/>
              <a:gd name="connsiteY9-320" fmla="*/ 217170 h 217464"/>
              <a:gd name="connsiteX10-321" fmla="*/ 1855470 w 4008120"/>
              <a:gd name="connsiteY10-322" fmla="*/ 194310 h 217464"/>
              <a:gd name="connsiteX11-323" fmla="*/ 2106930 w 4008120"/>
              <a:gd name="connsiteY11-324" fmla="*/ 186690 h 217464"/>
              <a:gd name="connsiteX12-325" fmla="*/ 2327910 w 4008120"/>
              <a:gd name="connsiteY12-326" fmla="*/ 171450 h 217464"/>
              <a:gd name="connsiteX13-327" fmla="*/ 2628900 w 4008120"/>
              <a:gd name="connsiteY13-328" fmla="*/ 198120 h 217464"/>
              <a:gd name="connsiteX14-329" fmla="*/ 2781300 w 4008120"/>
              <a:gd name="connsiteY14-330" fmla="*/ 160020 h 217464"/>
              <a:gd name="connsiteX15-331" fmla="*/ 2990850 w 4008120"/>
              <a:gd name="connsiteY15-332" fmla="*/ 121920 h 217464"/>
              <a:gd name="connsiteX16-333" fmla="*/ 3219450 w 4008120"/>
              <a:gd name="connsiteY16-334" fmla="*/ 102870 h 217464"/>
              <a:gd name="connsiteX17-335" fmla="*/ 4008120 w 4008120"/>
              <a:gd name="connsiteY17-336" fmla="*/ 0 h 217464"/>
              <a:gd name="connsiteX0-337" fmla="*/ 0 w 4008120"/>
              <a:gd name="connsiteY0-338" fmla="*/ 179070 h 217464"/>
              <a:gd name="connsiteX1-339" fmla="*/ 476250 w 4008120"/>
              <a:gd name="connsiteY1-340" fmla="*/ 160020 h 217464"/>
              <a:gd name="connsiteX2-341" fmla="*/ 552450 w 4008120"/>
              <a:gd name="connsiteY2-342" fmla="*/ 140970 h 217464"/>
              <a:gd name="connsiteX3-343" fmla="*/ 742950 w 4008120"/>
              <a:gd name="connsiteY3-344" fmla="*/ 121920 h 217464"/>
              <a:gd name="connsiteX4-345" fmla="*/ 876300 w 4008120"/>
              <a:gd name="connsiteY4-346" fmla="*/ 102870 h 217464"/>
              <a:gd name="connsiteX5-347" fmla="*/ 1066800 w 4008120"/>
              <a:gd name="connsiteY5-348" fmla="*/ 121920 h 217464"/>
              <a:gd name="connsiteX6-349" fmla="*/ 1143000 w 4008120"/>
              <a:gd name="connsiteY6-350" fmla="*/ 140970 h 217464"/>
              <a:gd name="connsiteX7-351" fmla="*/ 1276350 w 4008120"/>
              <a:gd name="connsiteY7-352" fmla="*/ 179070 h 217464"/>
              <a:gd name="connsiteX8-353" fmla="*/ 1485900 w 4008120"/>
              <a:gd name="connsiteY8-354" fmla="*/ 198120 h 217464"/>
              <a:gd name="connsiteX9-355" fmla="*/ 1600200 w 4008120"/>
              <a:gd name="connsiteY9-356" fmla="*/ 217170 h 217464"/>
              <a:gd name="connsiteX10-357" fmla="*/ 1855470 w 4008120"/>
              <a:gd name="connsiteY10-358" fmla="*/ 194310 h 217464"/>
              <a:gd name="connsiteX11-359" fmla="*/ 2106930 w 4008120"/>
              <a:gd name="connsiteY11-360" fmla="*/ 186690 h 217464"/>
              <a:gd name="connsiteX12-361" fmla="*/ 2327910 w 4008120"/>
              <a:gd name="connsiteY12-362" fmla="*/ 171450 h 217464"/>
              <a:gd name="connsiteX13-363" fmla="*/ 2628900 w 4008120"/>
              <a:gd name="connsiteY13-364" fmla="*/ 198120 h 217464"/>
              <a:gd name="connsiteX14-365" fmla="*/ 2781300 w 4008120"/>
              <a:gd name="connsiteY14-366" fmla="*/ 160020 h 217464"/>
              <a:gd name="connsiteX15-367" fmla="*/ 2990850 w 4008120"/>
              <a:gd name="connsiteY15-368" fmla="*/ 121920 h 217464"/>
              <a:gd name="connsiteX16-369" fmla="*/ 3219450 w 4008120"/>
              <a:gd name="connsiteY16-370" fmla="*/ 102870 h 217464"/>
              <a:gd name="connsiteX17-371" fmla="*/ 4008120 w 4008120"/>
              <a:gd name="connsiteY17-372" fmla="*/ 0 h 217464"/>
              <a:gd name="connsiteX0-373" fmla="*/ 0 w 4008120"/>
              <a:gd name="connsiteY0-374" fmla="*/ 179070 h 217464"/>
              <a:gd name="connsiteX1-375" fmla="*/ 476250 w 4008120"/>
              <a:gd name="connsiteY1-376" fmla="*/ 160020 h 217464"/>
              <a:gd name="connsiteX2-377" fmla="*/ 552450 w 4008120"/>
              <a:gd name="connsiteY2-378" fmla="*/ 140970 h 217464"/>
              <a:gd name="connsiteX3-379" fmla="*/ 742950 w 4008120"/>
              <a:gd name="connsiteY3-380" fmla="*/ 121920 h 217464"/>
              <a:gd name="connsiteX4-381" fmla="*/ 876300 w 4008120"/>
              <a:gd name="connsiteY4-382" fmla="*/ 102870 h 217464"/>
              <a:gd name="connsiteX5-383" fmla="*/ 1066800 w 4008120"/>
              <a:gd name="connsiteY5-384" fmla="*/ 121920 h 217464"/>
              <a:gd name="connsiteX6-385" fmla="*/ 1143000 w 4008120"/>
              <a:gd name="connsiteY6-386" fmla="*/ 140970 h 217464"/>
              <a:gd name="connsiteX7-387" fmla="*/ 1276350 w 4008120"/>
              <a:gd name="connsiteY7-388" fmla="*/ 179070 h 217464"/>
              <a:gd name="connsiteX8-389" fmla="*/ 1485900 w 4008120"/>
              <a:gd name="connsiteY8-390" fmla="*/ 198120 h 217464"/>
              <a:gd name="connsiteX9-391" fmla="*/ 1600200 w 4008120"/>
              <a:gd name="connsiteY9-392" fmla="*/ 217170 h 217464"/>
              <a:gd name="connsiteX10-393" fmla="*/ 1855470 w 4008120"/>
              <a:gd name="connsiteY10-394" fmla="*/ 194310 h 217464"/>
              <a:gd name="connsiteX11-395" fmla="*/ 2106930 w 4008120"/>
              <a:gd name="connsiteY11-396" fmla="*/ 186690 h 217464"/>
              <a:gd name="connsiteX12-397" fmla="*/ 2327910 w 4008120"/>
              <a:gd name="connsiteY12-398" fmla="*/ 171450 h 217464"/>
              <a:gd name="connsiteX13-399" fmla="*/ 2628900 w 4008120"/>
              <a:gd name="connsiteY13-400" fmla="*/ 198120 h 217464"/>
              <a:gd name="connsiteX14-401" fmla="*/ 2781300 w 4008120"/>
              <a:gd name="connsiteY14-402" fmla="*/ 160020 h 217464"/>
              <a:gd name="connsiteX15-403" fmla="*/ 2990850 w 4008120"/>
              <a:gd name="connsiteY15-404" fmla="*/ 121920 h 217464"/>
              <a:gd name="connsiteX16-405" fmla="*/ 3219450 w 4008120"/>
              <a:gd name="connsiteY16-406" fmla="*/ 102870 h 217464"/>
              <a:gd name="connsiteX17-407" fmla="*/ 3470910 w 4008120"/>
              <a:gd name="connsiteY17-408" fmla="*/ 80010 h 217464"/>
              <a:gd name="connsiteX18" fmla="*/ 4008120 w 4008120"/>
              <a:gd name="connsiteY18" fmla="*/ 0 h 217464"/>
              <a:gd name="connsiteX0-409" fmla="*/ 0 w 4008120"/>
              <a:gd name="connsiteY0-410" fmla="*/ 179070 h 217464"/>
              <a:gd name="connsiteX1-411" fmla="*/ 476250 w 4008120"/>
              <a:gd name="connsiteY1-412" fmla="*/ 160020 h 217464"/>
              <a:gd name="connsiteX2-413" fmla="*/ 552450 w 4008120"/>
              <a:gd name="connsiteY2-414" fmla="*/ 140970 h 217464"/>
              <a:gd name="connsiteX3-415" fmla="*/ 742950 w 4008120"/>
              <a:gd name="connsiteY3-416" fmla="*/ 121920 h 217464"/>
              <a:gd name="connsiteX4-417" fmla="*/ 876300 w 4008120"/>
              <a:gd name="connsiteY4-418" fmla="*/ 102870 h 217464"/>
              <a:gd name="connsiteX5-419" fmla="*/ 1066800 w 4008120"/>
              <a:gd name="connsiteY5-420" fmla="*/ 121920 h 217464"/>
              <a:gd name="connsiteX6-421" fmla="*/ 1143000 w 4008120"/>
              <a:gd name="connsiteY6-422" fmla="*/ 140970 h 217464"/>
              <a:gd name="connsiteX7-423" fmla="*/ 1276350 w 4008120"/>
              <a:gd name="connsiteY7-424" fmla="*/ 179070 h 217464"/>
              <a:gd name="connsiteX8-425" fmla="*/ 1485900 w 4008120"/>
              <a:gd name="connsiteY8-426" fmla="*/ 198120 h 217464"/>
              <a:gd name="connsiteX9-427" fmla="*/ 1600200 w 4008120"/>
              <a:gd name="connsiteY9-428" fmla="*/ 217170 h 217464"/>
              <a:gd name="connsiteX10-429" fmla="*/ 1855470 w 4008120"/>
              <a:gd name="connsiteY10-430" fmla="*/ 194310 h 217464"/>
              <a:gd name="connsiteX11-431" fmla="*/ 2106930 w 4008120"/>
              <a:gd name="connsiteY11-432" fmla="*/ 186690 h 217464"/>
              <a:gd name="connsiteX12-433" fmla="*/ 2327910 w 4008120"/>
              <a:gd name="connsiteY12-434" fmla="*/ 171450 h 217464"/>
              <a:gd name="connsiteX13-435" fmla="*/ 2628900 w 4008120"/>
              <a:gd name="connsiteY13-436" fmla="*/ 198120 h 217464"/>
              <a:gd name="connsiteX14-437" fmla="*/ 2781300 w 4008120"/>
              <a:gd name="connsiteY14-438" fmla="*/ 160020 h 217464"/>
              <a:gd name="connsiteX15-439" fmla="*/ 2990850 w 4008120"/>
              <a:gd name="connsiteY15-440" fmla="*/ 121920 h 217464"/>
              <a:gd name="connsiteX16-441" fmla="*/ 3219450 w 4008120"/>
              <a:gd name="connsiteY16-442" fmla="*/ 102870 h 217464"/>
              <a:gd name="connsiteX17-443" fmla="*/ 3478530 w 4008120"/>
              <a:gd name="connsiteY17-444" fmla="*/ 133350 h 217464"/>
              <a:gd name="connsiteX18-445" fmla="*/ 4008120 w 4008120"/>
              <a:gd name="connsiteY18-446" fmla="*/ 0 h 21746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61" y="connsiteY15-62"/>
              </a:cxn>
              <a:cxn ang="0">
                <a:pos x="connsiteX16-191" y="connsiteY16-192"/>
              </a:cxn>
              <a:cxn ang="0">
                <a:pos x="connsiteX17-227" y="connsiteY17-228"/>
              </a:cxn>
              <a:cxn ang="0">
                <a:pos x="connsiteX18-445" y="connsiteY18-446"/>
              </a:cxn>
            </a:cxnLst>
            <a:rect l="l" t="t" r="r" b="b"/>
            <a:pathLst>
              <a:path w="4008120" h="217464">
                <a:moveTo>
                  <a:pt x="0" y="179070"/>
                </a:moveTo>
                <a:cubicBezTo>
                  <a:pt x="158750" y="172720"/>
                  <a:pt x="317750" y="170951"/>
                  <a:pt x="476250" y="160020"/>
                </a:cubicBezTo>
                <a:cubicBezTo>
                  <a:pt x="502370" y="158219"/>
                  <a:pt x="526531" y="144673"/>
                  <a:pt x="552450" y="140970"/>
                </a:cubicBezTo>
                <a:cubicBezTo>
                  <a:pt x="615625" y="131945"/>
                  <a:pt x="679570" y="129376"/>
                  <a:pt x="742950" y="121920"/>
                </a:cubicBezTo>
                <a:cubicBezTo>
                  <a:pt x="787544" y="116674"/>
                  <a:pt x="831850" y="109220"/>
                  <a:pt x="876300" y="102870"/>
                </a:cubicBezTo>
                <a:lnTo>
                  <a:pt x="1066800" y="121920"/>
                </a:lnTo>
                <a:cubicBezTo>
                  <a:pt x="1092719" y="125623"/>
                  <a:pt x="1117741" y="134081"/>
                  <a:pt x="1143000" y="140970"/>
                </a:cubicBezTo>
                <a:cubicBezTo>
                  <a:pt x="1187600" y="153134"/>
                  <a:pt x="1230750" y="171470"/>
                  <a:pt x="1276350" y="179070"/>
                </a:cubicBezTo>
                <a:cubicBezTo>
                  <a:pt x="1345534" y="190601"/>
                  <a:pt x="1447539" y="193607"/>
                  <a:pt x="1485900" y="198120"/>
                </a:cubicBezTo>
                <a:cubicBezTo>
                  <a:pt x="1524261" y="202633"/>
                  <a:pt x="1537335" y="213995"/>
                  <a:pt x="1600200" y="217170"/>
                </a:cubicBezTo>
                <a:cubicBezTo>
                  <a:pt x="1663065" y="220345"/>
                  <a:pt x="1771015" y="196850"/>
                  <a:pt x="1855470" y="194310"/>
                </a:cubicBezTo>
                <a:lnTo>
                  <a:pt x="2106930" y="186690"/>
                </a:lnTo>
                <a:cubicBezTo>
                  <a:pt x="2185670" y="182880"/>
                  <a:pt x="2240915" y="172085"/>
                  <a:pt x="2327910" y="171450"/>
                </a:cubicBezTo>
                <a:cubicBezTo>
                  <a:pt x="2428240" y="180340"/>
                  <a:pt x="2553335" y="200025"/>
                  <a:pt x="2628900" y="198120"/>
                </a:cubicBezTo>
                <a:cubicBezTo>
                  <a:pt x="2704465" y="196215"/>
                  <a:pt x="2729781" y="169387"/>
                  <a:pt x="2781300" y="160020"/>
                </a:cubicBezTo>
                <a:cubicBezTo>
                  <a:pt x="2851150" y="147320"/>
                  <a:pt x="2920451" y="131102"/>
                  <a:pt x="2990850" y="121920"/>
                </a:cubicBezTo>
                <a:cubicBezTo>
                  <a:pt x="3066672" y="112030"/>
                  <a:pt x="3138170" y="100965"/>
                  <a:pt x="3219450" y="102870"/>
                </a:cubicBezTo>
                <a:cubicBezTo>
                  <a:pt x="3300730" y="104775"/>
                  <a:pt x="3347085" y="150495"/>
                  <a:pt x="3478530" y="133350"/>
                </a:cubicBezTo>
                <a:cubicBezTo>
                  <a:pt x="3609975" y="116205"/>
                  <a:pt x="3918585" y="13335"/>
                  <a:pt x="4008120" y="0"/>
                </a:cubicBezTo>
              </a:path>
            </a:pathLst>
          </a:custGeom>
          <a:noFill/>
          <a:ln w="1905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afdirf">
      <a:majorFont>
        <a:latin typeface="Comic Sans MS"/>
        <a:ea typeface="FZMiaoWuS-GB"/>
        <a:cs typeface=""/>
      </a:majorFont>
      <a:minorFont>
        <a:latin typeface="Comic Sans MS"/>
        <a:ea typeface="FZMiaoWuS-GB"/>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748</Words>
  <Application>Microsoft Office PowerPoint</Application>
  <PresentationFormat>宽屏</PresentationFormat>
  <Paragraphs>80</Paragraphs>
  <Slides>12</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等线</vt:lpstr>
      <vt:lpstr>Arial</vt:lpstr>
      <vt:lpstr>Comic Sans MS</vt:lpstr>
      <vt:lpstr>Open Sans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office2016mac62028</dc:creator>
  <cp:lastModifiedBy>硕 王</cp:lastModifiedBy>
  <cp:revision>20</cp:revision>
  <dcterms:created xsi:type="dcterms:W3CDTF">2018-11-29T08:00:00Z</dcterms:created>
  <dcterms:modified xsi:type="dcterms:W3CDTF">2026-04-19T13:50:05Z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B8B657CBA18145189641D7B378E4A946</vt:lpwstr>
  </property>
  <property fmtid="{D5CDD505-2E9C-101B-9397-08002B2CF9AE}" pid="3" name="KSOProductBuildVer">
    <vt:lpwstr>2052-11.1.0.10495</vt:lpwstr>
  </property>
</Properties>
</file>